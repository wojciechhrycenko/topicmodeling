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5" r:id="rId1"/>
    <p:sldMasterId id="2147483676" r:id="rId2"/>
  </p:sldMasterIdLst>
  <p:notesMasterIdLst>
    <p:notesMasterId r:id="rId63"/>
  </p:notesMasterIdLst>
  <p:sldIdLst>
    <p:sldId id="256" r:id="rId3"/>
    <p:sldId id="308" r:id="rId4"/>
    <p:sldId id="310" r:id="rId5"/>
    <p:sldId id="309" r:id="rId6"/>
    <p:sldId id="276" r:id="rId7"/>
    <p:sldId id="311" r:id="rId8"/>
    <p:sldId id="314" r:id="rId9"/>
    <p:sldId id="315" r:id="rId10"/>
    <p:sldId id="261" r:id="rId11"/>
    <p:sldId id="313" r:id="rId12"/>
    <p:sldId id="307" r:id="rId13"/>
    <p:sldId id="257" r:id="rId14"/>
    <p:sldId id="258" r:id="rId15"/>
    <p:sldId id="259" r:id="rId16"/>
    <p:sldId id="260" r:id="rId17"/>
    <p:sldId id="312"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7" r:id="rId33"/>
    <p:sldId id="278" r:id="rId34"/>
    <p:sldId id="279" r:id="rId35"/>
    <p:sldId id="280" r:id="rId36"/>
    <p:sldId id="281" r:id="rId37"/>
    <p:sldId id="282" r:id="rId38"/>
    <p:sldId id="283" r:id="rId39"/>
    <p:sldId id="284" r:id="rId40"/>
    <p:sldId id="285" r:id="rId41"/>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Lst>
  <p:sldSz cx="9144000" cy="5143500" type="screen16x9"/>
  <p:notesSz cx="6858000" cy="9144000"/>
  <p:embeddedFontLst>
    <p:embeddedFont>
      <p:font typeface="Amatic SC" panose="00000500000000000000" pitchFamily="2" charset="-79"/>
      <p:regular r:id="rId64"/>
      <p:bold r:id="rId65"/>
    </p:embeddedFont>
    <p:embeddedFont>
      <p:font typeface="Coda" panose="020B0604020202020204" charset="-18"/>
      <p:regular r:id="rId66"/>
    </p:embeddedFont>
    <p:embeddedFont>
      <p:font typeface="Freckle Face" panose="020B0604020202020204" charset="0"/>
      <p:regular r:id="rId67"/>
    </p:embeddedFont>
    <p:embeddedFont>
      <p:font typeface="Proxima Nova" panose="020B0604020202020204" charset="0"/>
      <p:regular r:id="rId68"/>
      <p:bold r:id="rId69"/>
      <p:italic r:id="rId70"/>
      <p:boldItalic r:id="rId71"/>
    </p:embeddedFont>
    <p:embeddedFont>
      <p:font typeface="Proxima Nova Semibold" panose="020B0604020202020204" charset="0"/>
      <p:regular r:id="rId72"/>
      <p:bold r:id="rId73"/>
      <p:boldItalic r:id="rId74"/>
    </p:embeddedFont>
    <p:embeddedFont>
      <p:font typeface="Roboto Condensed Light" panose="02000000000000000000" pitchFamily="2" charset="0"/>
      <p:regular r:id="rId75"/>
      <p:italic r:id="rId76"/>
    </p:embeddedFont>
    <p:embeddedFont>
      <p:font typeface="Roboto Medium" panose="02000000000000000000" pitchFamily="2" charset="0"/>
      <p:regular r:id="rId77"/>
      <p:bold r:id="rId78"/>
      <p:italic r:id="rId79"/>
      <p:boldItalic r:id="rId8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9AA0A6"/>
          </p15:clr>
        </p15:guide>
        <p15:guide id="2" pos="2880">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0535294-36AE-4AAC-83D8-889A82E35E47}">
  <a:tblStyle styleId="{90535294-36AE-4AAC-83D8-889A82E35E4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2" d="100"/>
          <a:sy n="162" d="100"/>
        </p:scale>
        <p:origin x="174" y="20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notesMaster" Target="notesMasters/notesMaster1.xml"/><Relationship Id="rId68" Type="http://schemas.openxmlformats.org/officeDocument/2006/relationships/font" Target="fonts/font5.fntdata"/><Relationship Id="rId84" Type="http://schemas.openxmlformats.org/officeDocument/2006/relationships/tableStyles" Target="tableStyle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font" Target="fonts/font11.fntdata"/><Relationship Id="rId79" Type="http://schemas.openxmlformats.org/officeDocument/2006/relationships/font" Target="fonts/font16.fntdata"/><Relationship Id="rId5" Type="http://schemas.openxmlformats.org/officeDocument/2006/relationships/slide" Target="slides/slide3.xml"/><Relationship Id="rId61" Type="http://schemas.openxmlformats.org/officeDocument/2006/relationships/slide" Target="slides/slide59.xml"/><Relationship Id="rId82"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font" Target="fonts/font1.fntdata"/><Relationship Id="rId69" Type="http://schemas.openxmlformats.org/officeDocument/2006/relationships/font" Target="fonts/font6.fntdata"/><Relationship Id="rId77" Type="http://schemas.openxmlformats.org/officeDocument/2006/relationships/font" Target="fonts/font14.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9.fntdata"/><Relationship Id="rId80" Type="http://schemas.openxmlformats.org/officeDocument/2006/relationships/font" Target="fonts/font17.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font" Target="fonts/font4.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font" Target="fonts/font7.fntdata"/><Relationship Id="rId75" Type="http://schemas.openxmlformats.org/officeDocument/2006/relationships/font" Target="fonts/font12.fntdata"/><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font" Target="fonts/font2.fntdata"/><Relationship Id="rId73" Type="http://schemas.openxmlformats.org/officeDocument/2006/relationships/font" Target="fonts/font10.fntdata"/><Relationship Id="rId78" Type="http://schemas.openxmlformats.org/officeDocument/2006/relationships/font" Target="fonts/font15.fntdata"/><Relationship Id="rId8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13.fntdata"/><Relationship Id="rId7" Type="http://schemas.openxmlformats.org/officeDocument/2006/relationships/slide" Target="slides/slide5.xml"/><Relationship Id="rId71" Type="http://schemas.openxmlformats.org/officeDocument/2006/relationships/font" Target="fonts/font8.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4"/>
        <p:cNvGrpSpPr/>
        <p:nvPr/>
      </p:nvGrpSpPr>
      <p:grpSpPr>
        <a:xfrm>
          <a:off x="0" y="0"/>
          <a:ext cx="0" cy="0"/>
          <a:chOff x="0" y="0"/>
          <a:chExt cx="0" cy="0"/>
        </a:xfrm>
      </p:grpSpPr>
      <p:sp>
        <p:nvSpPr>
          <p:cNvPr id="515" name="Google Shape;51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6" name="Google Shape;51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a:extLst>
            <a:ext uri="{FF2B5EF4-FFF2-40B4-BE49-F238E27FC236}">
              <a16:creationId xmlns:a16="http://schemas.microsoft.com/office/drawing/2014/main" id="{74705780-2751-D7E1-279F-4E89CCE5C6D4}"/>
            </a:ext>
          </a:extLst>
        </p:cNvPr>
        <p:cNvGrpSpPr/>
        <p:nvPr/>
      </p:nvGrpSpPr>
      <p:grpSpPr>
        <a:xfrm>
          <a:off x="0" y="0"/>
          <a:ext cx="0" cy="0"/>
          <a:chOff x="0" y="0"/>
          <a:chExt cx="0" cy="0"/>
        </a:xfrm>
      </p:grpSpPr>
      <p:sp>
        <p:nvSpPr>
          <p:cNvPr id="611" name="Google Shape;611;gd44e19feb1_0_0:notes">
            <a:extLst>
              <a:ext uri="{FF2B5EF4-FFF2-40B4-BE49-F238E27FC236}">
                <a16:creationId xmlns:a16="http://schemas.microsoft.com/office/drawing/2014/main" id="{15EAB6B1-F64B-057D-FFF0-448B695ABA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d44e19feb1_0_0:notes">
            <a:extLst>
              <a:ext uri="{FF2B5EF4-FFF2-40B4-BE49-F238E27FC236}">
                <a16:creationId xmlns:a16="http://schemas.microsoft.com/office/drawing/2014/main" id="{DE4E826A-5F0F-DF00-1DE2-C8C35D5426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180026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a:extLst>
            <a:ext uri="{FF2B5EF4-FFF2-40B4-BE49-F238E27FC236}">
              <a16:creationId xmlns:a16="http://schemas.microsoft.com/office/drawing/2014/main" id="{E80026DB-A62A-AF38-1990-D9F606074B25}"/>
            </a:ext>
          </a:extLst>
        </p:cNvPr>
        <p:cNvGrpSpPr/>
        <p:nvPr/>
      </p:nvGrpSpPr>
      <p:grpSpPr>
        <a:xfrm>
          <a:off x="0" y="0"/>
          <a:ext cx="0" cy="0"/>
          <a:chOff x="0" y="0"/>
          <a:chExt cx="0" cy="0"/>
        </a:xfrm>
      </p:grpSpPr>
      <p:sp>
        <p:nvSpPr>
          <p:cNvPr id="710" name="Google Shape;710;gd42d2e070b_0_876:notes">
            <a:extLst>
              <a:ext uri="{FF2B5EF4-FFF2-40B4-BE49-F238E27FC236}">
                <a16:creationId xmlns:a16="http://schemas.microsoft.com/office/drawing/2014/main" id="{FF8A7166-40EF-5DF4-5829-1628BF3E25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1" name="Google Shape;711;gd42d2e070b_0_876:notes">
            <a:extLst>
              <a:ext uri="{FF2B5EF4-FFF2-40B4-BE49-F238E27FC236}">
                <a16:creationId xmlns:a16="http://schemas.microsoft.com/office/drawing/2014/main" id="{4E89D01D-28C0-4AC7-F1EC-BA6762FA9B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641964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8">
          <a:extLst>
            <a:ext uri="{FF2B5EF4-FFF2-40B4-BE49-F238E27FC236}">
              <a16:creationId xmlns:a16="http://schemas.microsoft.com/office/drawing/2014/main" id="{1A029A9B-79E8-DF91-C691-69E58D1C83A1}"/>
            </a:ext>
          </a:extLst>
        </p:cNvPr>
        <p:cNvGrpSpPr/>
        <p:nvPr/>
      </p:nvGrpSpPr>
      <p:grpSpPr>
        <a:xfrm>
          <a:off x="0" y="0"/>
          <a:ext cx="0" cy="0"/>
          <a:chOff x="0" y="0"/>
          <a:chExt cx="0" cy="0"/>
        </a:xfrm>
      </p:grpSpPr>
      <p:sp>
        <p:nvSpPr>
          <p:cNvPr id="1869" name="Google Shape;1869;gd42d2e070b_0_33310:notes">
            <a:extLst>
              <a:ext uri="{FF2B5EF4-FFF2-40B4-BE49-F238E27FC236}">
                <a16:creationId xmlns:a16="http://schemas.microsoft.com/office/drawing/2014/main" id="{D85B8F72-BD81-4CB4-2334-0D73B0730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0" name="Google Shape;1870;gd42d2e070b_0_33310:notes">
            <a:extLst>
              <a:ext uri="{FF2B5EF4-FFF2-40B4-BE49-F238E27FC236}">
                <a16:creationId xmlns:a16="http://schemas.microsoft.com/office/drawing/2014/main" id="{AF1A988E-4466-22B5-B8CD-529B1773E3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72320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8"/>
        <p:cNvGrpSpPr/>
        <p:nvPr/>
      </p:nvGrpSpPr>
      <p:grpSpPr>
        <a:xfrm>
          <a:off x="0" y="0"/>
          <a:ext cx="0" cy="0"/>
          <a:chOff x="0" y="0"/>
          <a:chExt cx="0" cy="0"/>
        </a:xfrm>
      </p:grpSpPr>
      <p:sp>
        <p:nvSpPr>
          <p:cNvPr id="1489" name="Google Shape;1489;gd44e19feb1_0_1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0" name="Google Shape;1490;gd44e19feb1_0_1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
          <a:extLst>
            <a:ext uri="{FF2B5EF4-FFF2-40B4-BE49-F238E27FC236}">
              <a16:creationId xmlns:a16="http://schemas.microsoft.com/office/drawing/2014/main" id="{FF6EB29D-409F-75D0-9C03-D546C5DEF1EB}"/>
            </a:ext>
          </a:extLst>
        </p:cNvPr>
        <p:cNvGrpSpPr/>
        <p:nvPr/>
      </p:nvGrpSpPr>
      <p:grpSpPr>
        <a:xfrm>
          <a:off x="0" y="0"/>
          <a:ext cx="0" cy="0"/>
          <a:chOff x="0" y="0"/>
          <a:chExt cx="0" cy="0"/>
        </a:xfrm>
      </p:grpSpPr>
      <p:sp>
        <p:nvSpPr>
          <p:cNvPr id="1025" name="Google Shape;1025;gd42d2e070b_0_1012:notes">
            <a:extLst>
              <a:ext uri="{FF2B5EF4-FFF2-40B4-BE49-F238E27FC236}">
                <a16:creationId xmlns:a16="http://schemas.microsoft.com/office/drawing/2014/main" id="{49C27065-22D1-A31E-FCA6-743235F0EA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6" name="Google Shape;1026;gd42d2e070b_0_1012:notes">
            <a:extLst>
              <a:ext uri="{FF2B5EF4-FFF2-40B4-BE49-F238E27FC236}">
                <a16:creationId xmlns:a16="http://schemas.microsoft.com/office/drawing/2014/main" id="{2EA77866-62D7-6199-7425-E65FA586EF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03327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3">
          <a:extLst>
            <a:ext uri="{FF2B5EF4-FFF2-40B4-BE49-F238E27FC236}">
              <a16:creationId xmlns:a16="http://schemas.microsoft.com/office/drawing/2014/main" id="{D42355AE-434F-78C0-0FCC-5A41F0776018}"/>
            </a:ext>
          </a:extLst>
        </p:cNvPr>
        <p:cNvGrpSpPr/>
        <p:nvPr/>
      </p:nvGrpSpPr>
      <p:grpSpPr>
        <a:xfrm>
          <a:off x="0" y="0"/>
          <a:ext cx="0" cy="0"/>
          <a:chOff x="0" y="0"/>
          <a:chExt cx="0" cy="0"/>
        </a:xfrm>
      </p:grpSpPr>
      <p:sp>
        <p:nvSpPr>
          <p:cNvPr id="1424" name="Google Shape;1424;gd42d2e070b_0_1749:notes">
            <a:extLst>
              <a:ext uri="{FF2B5EF4-FFF2-40B4-BE49-F238E27FC236}">
                <a16:creationId xmlns:a16="http://schemas.microsoft.com/office/drawing/2014/main" id="{A52F837D-2225-2B56-CCEE-EEF85444B4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5" name="Google Shape;1425;gd42d2e070b_0_1749:notes">
            <a:extLst>
              <a:ext uri="{FF2B5EF4-FFF2-40B4-BE49-F238E27FC236}">
                <a16:creationId xmlns:a16="http://schemas.microsoft.com/office/drawing/2014/main" id="{997B6592-1A1F-8B0E-C9E0-4E658295FB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975713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a:extLst>
            <a:ext uri="{FF2B5EF4-FFF2-40B4-BE49-F238E27FC236}">
              <a16:creationId xmlns:a16="http://schemas.microsoft.com/office/drawing/2014/main" id="{F5EEDEB2-A428-03C4-9559-23E4FE9457D3}"/>
            </a:ext>
          </a:extLst>
        </p:cNvPr>
        <p:cNvGrpSpPr/>
        <p:nvPr/>
      </p:nvGrpSpPr>
      <p:grpSpPr>
        <a:xfrm>
          <a:off x="0" y="0"/>
          <a:ext cx="0" cy="0"/>
          <a:chOff x="0" y="0"/>
          <a:chExt cx="0" cy="0"/>
        </a:xfrm>
      </p:grpSpPr>
      <p:sp>
        <p:nvSpPr>
          <p:cNvPr id="890" name="Google Shape;890;gd44e19feb1_0_5:notes">
            <a:extLst>
              <a:ext uri="{FF2B5EF4-FFF2-40B4-BE49-F238E27FC236}">
                <a16:creationId xmlns:a16="http://schemas.microsoft.com/office/drawing/2014/main" id="{631E02CD-4796-188C-0A5A-F4240895E3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1" name="Google Shape;891;gd44e19feb1_0_5:notes">
            <a:extLst>
              <a:ext uri="{FF2B5EF4-FFF2-40B4-BE49-F238E27FC236}">
                <a16:creationId xmlns:a16="http://schemas.microsoft.com/office/drawing/2014/main" id="{A6A13E0F-207A-3B51-292D-EF37C98D9E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28448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gd42d2e070b_0_8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1" name="Google Shape;711;gd42d2e070b_0_8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
          <a:extLst>
            <a:ext uri="{FF2B5EF4-FFF2-40B4-BE49-F238E27FC236}">
              <a16:creationId xmlns:a16="http://schemas.microsoft.com/office/drawing/2014/main" id="{3FD405FC-1E66-D667-9673-2101E640C82B}"/>
            </a:ext>
          </a:extLst>
        </p:cNvPr>
        <p:cNvGrpSpPr/>
        <p:nvPr/>
      </p:nvGrpSpPr>
      <p:grpSpPr>
        <a:xfrm>
          <a:off x="0" y="0"/>
          <a:ext cx="0" cy="0"/>
          <a:chOff x="0" y="0"/>
          <a:chExt cx="0" cy="0"/>
        </a:xfrm>
      </p:grpSpPr>
      <p:sp>
        <p:nvSpPr>
          <p:cNvPr id="1025" name="Google Shape;1025;gd42d2e070b_0_1012:notes">
            <a:extLst>
              <a:ext uri="{FF2B5EF4-FFF2-40B4-BE49-F238E27FC236}">
                <a16:creationId xmlns:a16="http://schemas.microsoft.com/office/drawing/2014/main" id="{38833013-D356-F1D8-9497-04F13127A9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6" name="Google Shape;1026;gd42d2e070b_0_1012:notes">
            <a:extLst>
              <a:ext uri="{FF2B5EF4-FFF2-40B4-BE49-F238E27FC236}">
                <a16:creationId xmlns:a16="http://schemas.microsoft.com/office/drawing/2014/main" id="{7ECC604D-73F3-D143-32BC-5D6FF19E48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050614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1">
          <a:extLst>
            <a:ext uri="{FF2B5EF4-FFF2-40B4-BE49-F238E27FC236}">
              <a16:creationId xmlns:a16="http://schemas.microsoft.com/office/drawing/2014/main" id="{F05BA47A-F0E5-9C3A-1A3F-789E07EBC67A}"/>
            </a:ext>
          </a:extLst>
        </p:cNvPr>
        <p:cNvGrpSpPr/>
        <p:nvPr/>
      </p:nvGrpSpPr>
      <p:grpSpPr>
        <a:xfrm>
          <a:off x="0" y="0"/>
          <a:ext cx="0" cy="0"/>
          <a:chOff x="0" y="0"/>
          <a:chExt cx="0" cy="0"/>
        </a:xfrm>
      </p:grpSpPr>
      <p:sp>
        <p:nvSpPr>
          <p:cNvPr id="1912" name="Google Shape;1912;gd42d2e070b_0_33415:notes">
            <a:extLst>
              <a:ext uri="{FF2B5EF4-FFF2-40B4-BE49-F238E27FC236}">
                <a16:creationId xmlns:a16="http://schemas.microsoft.com/office/drawing/2014/main" id="{5A3C2885-D0B3-D4C9-FFE2-7E4FA06AC7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3" name="Google Shape;1913;gd42d2e070b_0_33415:notes">
            <a:extLst>
              <a:ext uri="{FF2B5EF4-FFF2-40B4-BE49-F238E27FC236}">
                <a16:creationId xmlns:a16="http://schemas.microsoft.com/office/drawing/2014/main" id="{C075E350-198D-C3CA-902D-CBC5C727E3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03537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gd42d2e070b_0_338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5" name="Google Shape;605;gd42d2e070b_0_338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d44e19feb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d44e19feb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2"/>
        <p:cNvGrpSpPr/>
        <p:nvPr/>
      </p:nvGrpSpPr>
      <p:grpSpPr>
        <a:xfrm>
          <a:off x="0" y="0"/>
          <a:ext cx="0" cy="0"/>
          <a:chOff x="0" y="0"/>
          <a:chExt cx="0" cy="0"/>
        </a:xfrm>
      </p:grpSpPr>
      <p:sp>
        <p:nvSpPr>
          <p:cNvPr id="633" name="Google Shape;633;gd42d2e070b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4" name="Google Shape;634;gd42d2e070b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2"/>
        <p:cNvGrpSpPr/>
        <p:nvPr/>
      </p:nvGrpSpPr>
      <p:grpSpPr>
        <a:xfrm>
          <a:off x="0" y="0"/>
          <a:ext cx="0" cy="0"/>
          <a:chOff x="0" y="0"/>
          <a:chExt cx="0" cy="0"/>
        </a:xfrm>
      </p:grpSpPr>
      <p:sp>
        <p:nvSpPr>
          <p:cNvPr id="703" name="Google Shape;703;gd42d2e070b_0_1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4" name="Google Shape;704;gd42d2e070b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a:extLst>
            <a:ext uri="{FF2B5EF4-FFF2-40B4-BE49-F238E27FC236}">
              <a16:creationId xmlns:a16="http://schemas.microsoft.com/office/drawing/2014/main" id="{F89A9A8B-5F5A-5BAE-02EF-3B53FC70F1B7}"/>
            </a:ext>
          </a:extLst>
        </p:cNvPr>
        <p:cNvGrpSpPr/>
        <p:nvPr/>
      </p:nvGrpSpPr>
      <p:grpSpPr>
        <a:xfrm>
          <a:off x="0" y="0"/>
          <a:ext cx="0" cy="0"/>
          <a:chOff x="0" y="0"/>
          <a:chExt cx="0" cy="0"/>
        </a:xfrm>
      </p:grpSpPr>
      <p:sp>
        <p:nvSpPr>
          <p:cNvPr id="710" name="Google Shape;710;gd42d2e070b_0_876:notes">
            <a:extLst>
              <a:ext uri="{FF2B5EF4-FFF2-40B4-BE49-F238E27FC236}">
                <a16:creationId xmlns:a16="http://schemas.microsoft.com/office/drawing/2014/main" id="{8956BD89-FC12-8A61-CC31-1744C402685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1" name="Google Shape;711;gd42d2e070b_0_876:notes">
            <a:extLst>
              <a:ext uri="{FF2B5EF4-FFF2-40B4-BE49-F238E27FC236}">
                <a16:creationId xmlns:a16="http://schemas.microsoft.com/office/drawing/2014/main" id="{2CB4E506-A7D0-74F3-5603-4C21146644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441597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1"/>
        <p:cNvGrpSpPr/>
        <p:nvPr/>
      </p:nvGrpSpPr>
      <p:grpSpPr>
        <a:xfrm>
          <a:off x="0" y="0"/>
          <a:ext cx="0" cy="0"/>
          <a:chOff x="0" y="0"/>
          <a:chExt cx="0" cy="0"/>
        </a:xfrm>
      </p:grpSpPr>
      <p:sp>
        <p:nvSpPr>
          <p:cNvPr id="792" name="Google Shape;792;gd44e19feb1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3" name="Google Shape;793;gd44e19feb1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p:cNvGrpSpPr/>
        <p:nvPr/>
      </p:nvGrpSpPr>
      <p:grpSpPr>
        <a:xfrm>
          <a:off x="0" y="0"/>
          <a:ext cx="0" cy="0"/>
          <a:chOff x="0" y="0"/>
          <a:chExt cx="0" cy="0"/>
        </a:xfrm>
      </p:grpSpPr>
      <p:sp>
        <p:nvSpPr>
          <p:cNvPr id="890" name="Google Shape;890;gd44e19feb1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1" name="Google Shape;891;gd44e19feb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2d2e070b_0_11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2d2e070b_0_1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d42d2e070b_0_12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d42d2e070b_0_12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6"/>
        <p:cNvGrpSpPr/>
        <p:nvPr/>
      </p:nvGrpSpPr>
      <p:grpSpPr>
        <a:xfrm>
          <a:off x="0" y="0"/>
          <a:ext cx="0" cy="0"/>
          <a:chOff x="0" y="0"/>
          <a:chExt cx="0" cy="0"/>
        </a:xfrm>
      </p:grpSpPr>
      <p:sp>
        <p:nvSpPr>
          <p:cNvPr id="997" name="Google Shape;997;gd42d2e070b_0_12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8" name="Google Shape;998;gd42d2e070b_0_12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2"/>
        <p:cNvGrpSpPr/>
        <p:nvPr/>
      </p:nvGrpSpPr>
      <p:grpSpPr>
        <a:xfrm>
          <a:off x="0" y="0"/>
          <a:ext cx="0" cy="0"/>
          <a:chOff x="0" y="0"/>
          <a:chExt cx="0" cy="0"/>
        </a:xfrm>
      </p:grpSpPr>
      <p:sp>
        <p:nvSpPr>
          <p:cNvPr id="1003" name="Google Shape;1003;gd42d2e070b_0_14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4" name="Google Shape;1004;gd42d2e070b_0_14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
        <p:cNvGrpSpPr/>
        <p:nvPr/>
      </p:nvGrpSpPr>
      <p:grpSpPr>
        <a:xfrm>
          <a:off x="0" y="0"/>
          <a:ext cx="0" cy="0"/>
          <a:chOff x="0" y="0"/>
          <a:chExt cx="0" cy="0"/>
        </a:xfrm>
      </p:grpSpPr>
      <p:sp>
        <p:nvSpPr>
          <p:cNvPr id="1025" name="Google Shape;1025;gd42d2e070b_0_10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6" name="Google Shape;1026;gd42d2e070b_0_10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9"/>
        <p:cNvGrpSpPr/>
        <p:nvPr/>
      </p:nvGrpSpPr>
      <p:grpSpPr>
        <a:xfrm>
          <a:off x="0" y="0"/>
          <a:ext cx="0" cy="0"/>
          <a:chOff x="0" y="0"/>
          <a:chExt cx="0" cy="0"/>
        </a:xfrm>
      </p:grpSpPr>
      <p:sp>
        <p:nvSpPr>
          <p:cNvPr id="1110" name="Google Shape;1110;gd42d2e070b_0_12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1" name="Google Shape;1111;gd42d2e070b_0_12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0"/>
        <p:cNvGrpSpPr/>
        <p:nvPr/>
      </p:nvGrpSpPr>
      <p:grpSpPr>
        <a:xfrm>
          <a:off x="0" y="0"/>
          <a:ext cx="0" cy="0"/>
          <a:chOff x="0" y="0"/>
          <a:chExt cx="0" cy="0"/>
        </a:xfrm>
      </p:grpSpPr>
      <p:sp>
        <p:nvSpPr>
          <p:cNvPr id="1171" name="Google Shape;1171;gd42d2e070b_0_15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2" name="Google Shape;1172;gd42d2e070b_0_15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8"/>
        <p:cNvGrpSpPr/>
        <p:nvPr/>
      </p:nvGrpSpPr>
      <p:grpSpPr>
        <a:xfrm>
          <a:off x="0" y="0"/>
          <a:ext cx="0" cy="0"/>
          <a:chOff x="0" y="0"/>
          <a:chExt cx="0" cy="0"/>
        </a:xfrm>
      </p:grpSpPr>
      <p:sp>
        <p:nvSpPr>
          <p:cNvPr id="1199" name="Google Shape;1199;gd42d2e070b_0_13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0" name="Google Shape;1200;gd42d2e070b_0_1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4"/>
        <p:cNvGrpSpPr/>
        <p:nvPr/>
      </p:nvGrpSpPr>
      <p:grpSpPr>
        <a:xfrm>
          <a:off x="0" y="0"/>
          <a:ext cx="0" cy="0"/>
          <a:chOff x="0" y="0"/>
          <a:chExt cx="0" cy="0"/>
        </a:xfrm>
      </p:grpSpPr>
      <p:sp>
        <p:nvSpPr>
          <p:cNvPr id="1285" name="Google Shape;1285;gd42d2e070b_0_17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6" name="Google Shape;1286;gd42d2e070b_0_17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p:cNvGrpSpPr/>
        <p:nvPr/>
      </p:nvGrpSpPr>
      <p:grpSpPr>
        <a:xfrm>
          <a:off x="0" y="0"/>
          <a:ext cx="0" cy="0"/>
          <a:chOff x="0" y="0"/>
          <a:chExt cx="0" cy="0"/>
        </a:xfrm>
      </p:grpSpPr>
      <p:sp>
        <p:nvSpPr>
          <p:cNvPr id="1381" name="Google Shape;1381;gd42d2e070b_0_16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d42d2e070b_0_16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5"/>
        <p:cNvGrpSpPr/>
        <p:nvPr/>
      </p:nvGrpSpPr>
      <p:grpSpPr>
        <a:xfrm>
          <a:off x="0" y="0"/>
          <a:ext cx="0" cy="0"/>
          <a:chOff x="0" y="0"/>
          <a:chExt cx="0" cy="0"/>
        </a:xfrm>
      </p:grpSpPr>
      <p:sp>
        <p:nvSpPr>
          <p:cNvPr id="1396" name="Google Shape;1396;gd42d2e070b_0_327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7" name="Google Shape;1397;gd42d2e070b_0_327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3"/>
        <p:cNvGrpSpPr/>
        <p:nvPr/>
      </p:nvGrpSpPr>
      <p:grpSpPr>
        <a:xfrm>
          <a:off x="0" y="0"/>
          <a:ext cx="0" cy="0"/>
          <a:chOff x="0" y="0"/>
          <a:chExt cx="0" cy="0"/>
        </a:xfrm>
      </p:grpSpPr>
      <p:sp>
        <p:nvSpPr>
          <p:cNvPr id="1424" name="Google Shape;1424;gd42d2e070b_0_17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5" name="Google Shape;1425;gd42d2e070b_0_17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1"/>
        <p:cNvGrpSpPr/>
        <p:nvPr/>
      </p:nvGrpSpPr>
      <p:grpSpPr>
        <a:xfrm>
          <a:off x="0" y="0"/>
          <a:ext cx="0" cy="0"/>
          <a:chOff x="0" y="0"/>
          <a:chExt cx="0" cy="0"/>
        </a:xfrm>
      </p:grpSpPr>
      <p:sp>
        <p:nvSpPr>
          <p:cNvPr id="1532" name="Google Shape;1532;gd42d2e070b_0_331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3" name="Google Shape;1533;gd42d2e070b_0_33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9"/>
        <p:cNvGrpSpPr/>
        <p:nvPr/>
      </p:nvGrpSpPr>
      <p:grpSpPr>
        <a:xfrm>
          <a:off x="0" y="0"/>
          <a:ext cx="0" cy="0"/>
          <a:chOff x="0" y="0"/>
          <a:chExt cx="0" cy="0"/>
        </a:xfrm>
      </p:grpSpPr>
      <p:sp>
        <p:nvSpPr>
          <p:cNvPr id="1550" name="Google Shape;1550;gd42d2e070b_0_16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1" name="Google Shape;1551;gd42d2e070b_0_16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6"/>
        <p:cNvGrpSpPr/>
        <p:nvPr/>
      </p:nvGrpSpPr>
      <p:grpSpPr>
        <a:xfrm>
          <a:off x="0" y="0"/>
          <a:ext cx="0" cy="0"/>
          <a:chOff x="0" y="0"/>
          <a:chExt cx="0" cy="0"/>
        </a:xfrm>
      </p:grpSpPr>
      <p:sp>
        <p:nvSpPr>
          <p:cNvPr id="1577" name="Google Shape;1577;gd42d2e070b_0_16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8" name="Google Shape;1578;gd42d2e070b_0_16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4"/>
        <p:cNvGrpSpPr/>
        <p:nvPr/>
      </p:nvGrpSpPr>
      <p:grpSpPr>
        <a:xfrm>
          <a:off x="0" y="0"/>
          <a:ext cx="0" cy="0"/>
          <a:chOff x="0" y="0"/>
          <a:chExt cx="0" cy="0"/>
        </a:xfrm>
      </p:grpSpPr>
      <p:sp>
        <p:nvSpPr>
          <p:cNvPr id="1615" name="Google Shape;1615;gd42d2e070b_0_17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6" name="Google Shape;1616;gd42d2e070b_0_17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
        <p:cNvGrpSpPr/>
        <p:nvPr/>
      </p:nvGrpSpPr>
      <p:grpSpPr>
        <a:xfrm>
          <a:off x="0" y="0"/>
          <a:ext cx="0" cy="0"/>
          <a:chOff x="0" y="0"/>
          <a:chExt cx="0" cy="0"/>
        </a:xfrm>
      </p:grpSpPr>
      <p:sp>
        <p:nvSpPr>
          <p:cNvPr id="1639" name="Google Shape;1639;gd42d2e070b_0_17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0" name="Google Shape;1640;gd42d2e070b_0_17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0"/>
        <p:cNvGrpSpPr/>
        <p:nvPr/>
      </p:nvGrpSpPr>
      <p:grpSpPr>
        <a:xfrm>
          <a:off x="0" y="0"/>
          <a:ext cx="0" cy="0"/>
          <a:chOff x="0" y="0"/>
          <a:chExt cx="0" cy="0"/>
        </a:xfrm>
      </p:grpSpPr>
      <p:sp>
        <p:nvSpPr>
          <p:cNvPr id="1761" name="Google Shape;1761;gd42d2e070b_0_17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2" name="Google Shape;1762;gd42d2e070b_0_1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9"/>
        <p:cNvGrpSpPr/>
        <p:nvPr/>
      </p:nvGrpSpPr>
      <p:grpSpPr>
        <a:xfrm>
          <a:off x="0" y="0"/>
          <a:ext cx="0" cy="0"/>
          <a:chOff x="0" y="0"/>
          <a:chExt cx="0" cy="0"/>
        </a:xfrm>
      </p:grpSpPr>
      <p:sp>
        <p:nvSpPr>
          <p:cNvPr id="1820" name="Google Shape;1820;gd42d2e070b_0_332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1" name="Google Shape;1821;gd42d2e070b_0_332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8"/>
        <p:cNvGrpSpPr/>
        <p:nvPr/>
      </p:nvGrpSpPr>
      <p:grpSpPr>
        <a:xfrm>
          <a:off x="0" y="0"/>
          <a:ext cx="0" cy="0"/>
          <a:chOff x="0" y="0"/>
          <a:chExt cx="0" cy="0"/>
        </a:xfrm>
      </p:grpSpPr>
      <p:sp>
        <p:nvSpPr>
          <p:cNvPr id="1869" name="Google Shape;1869;gd42d2e070b_0_333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0" name="Google Shape;1870;gd42d2e070b_0_333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3"/>
        <p:cNvGrpSpPr/>
        <p:nvPr/>
      </p:nvGrpSpPr>
      <p:grpSpPr>
        <a:xfrm>
          <a:off x="0" y="0"/>
          <a:ext cx="0" cy="0"/>
          <a:chOff x="0" y="0"/>
          <a:chExt cx="0" cy="0"/>
        </a:xfrm>
      </p:grpSpPr>
      <p:sp>
        <p:nvSpPr>
          <p:cNvPr id="1884" name="Google Shape;1884;gd42d2e070b_0_333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5" name="Google Shape;1885;gd42d2e070b_0_333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7"/>
        <p:cNvGrpSpPr/>
        <p:nvPr/>
      </p:nvGrpSpPr>
      <p:grpSpPr>
        <a:xfrm>
          <a:off x="0" y="0"/>
          <a:ext cx="0" cy="0"/>
          <a:chOff x="0" y="0"/>
          <a:chExt cx="0" cy="0"/>
        </a:xfrm>
      </p:grpSpPr>
      <p:sp>
        <p:nvSpPr>
          <p:cNvPr id="1898" name="Google Shape;1898;gd42d2e070b_0_3338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9" name="Google Shape;1899;gd42d2e070b_0_333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1"/>
        <p:cNvGrpSpPr/>
        <p:nvPr/>
      </p:nvGrpSpPr>
      <p:grpSpPr>
        <a:xfrm>
          <a:off x="0" y="0"/>
          <a:ext cx="0" cy="0"/>
          <a:chOff x="0" y="0"/>
          <a:chExt cx="0" cy="0"/>
        </a:xfrm>
      </p:grpSpPr>
      <p:sp>
        <p:nvSpPr>
          <p:cNvPr id="1912" name="Google Shape;1912;gd42d2e070b_0_334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3" name="Google Shape;1913;gd42d2e070b_0_334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4"/>
        <p:cNvGrpSpPr/>
        <p:nvPr/>
      </p:nvGrpSpPr>
      <p:grpSpPr>
        <a:xfrm>
          <a:off x="0" y="0"/>
          <a:ext cx="0" cy="0"/>
          <a:chOff x="0" y="0"/>
          <a:chExt cx="0" cy="0"/>
        </a:xfrm>
      </p:grpSpPr>
      <p:sp>
        <p:nvSpPr>
          <p:cNvPr id="2105" name="Google Shape;2105;gd44e19feb1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6" name="Google Shape;2106;gd44e19feb1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2"/>
        <p:cNvGrpSpPr/>
        <p:nvPr/>
      </p:nvGrpSpPr>
      <p:grpSpPr>
        <a:xfrm>
          <a:off x="0" y="0"/>
          <a:ext cx="0" cy="0"/>
          <a:chOff x="0" y="0"/>
          <a:chExt cx="0" cy="0"/>
        </a:xfrm>
      </p:grpSpPr>
      <p:sp>
        <p:nvSpPr>
          <p:cNvPr id="2493" name="Google Shape;2493;gd42d2e070b_0_18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94" name="Google Shape;2494;gd42d2e070b_0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6"/>
        <p:cNvGrpSpPr/>
        <p:nvPr/>
      </p:nvGrpSpPr>
      <p:grpSpPr>
        <a:xfrm>
          <a:off x="0" y="0"/>
          <a:ext cx="0" cy="0"/>
          <a:chOff x="0" y="0"/>
          <a:chExt cx="0" cy="0"/>
        </a:xfrm>
      </p:grpSpPr>
      <p:sp>
        <p:nvSpPr>
          <p:cNvPr id="2997" name="Google Shape;2997;gd44e19feb1_0_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8" name="Google Shape;2998;gd44e19feb1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3"/>
        <p:cNvGrpSpPr/>
        <p:nvPr/>
      </p:nvGrpSpPr>
      <p:grpSpPr>
        <a:xfrm>
          <a:off x="0" y="0"/>
          <a:ext cx="0" cy="0"/>
          <a:chOff x="0" y="0"/>
          <a:chExt cx="0" cy="0"/>
        </a:xfrm>
      </p:grpSpPr>
      <p:sp>
        <p:nvSpPr>
          <p:cNvPr id="3004" name="Google Shape;3004;gd42d2e070b_0_171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5" name="Google Shape;3005;gd42d2e070b_0_17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0"/>
        <p:cNvGrpSpPr/>
        <p:nvPr/>
      </p:nvGrpSpPr>
      <p:grpSpPr>
        <a:xfrm>
          <a:off x="0" y="0"/>
          <a:ext cx="0" cy="0"/>
          <a:chOff x="0" y="0"/>
          <a:chExt cx="0" cy="0"/>
        </a:xfrm>
      </p:grpSpPr>
      <p:sp>
        <p:nvSpPr>
          <p:cNvPr id="3031" name="Google Shape;3031;gd42d2e070b_0_171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2" name="Google Shape;3032;gd42d2e070b_0_17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6"/>
        <p:cNvGrpSpPr/>
        <p:nvPr/>
      </p:nvGrpSpPr>
      <p:grpSpPr>
        <a:xfrm>
          <a:off x="0" y="0"/>
          <a:ext cx="0" cy="0"/>
          <a:chOff x="0" y="0"/>
          <a:chExt cx="0" cy="0"/>
        </a:xfrm>
      </p:grpSpPr>
      <p:sp>
        <p:nvSpPr>
          <p:cNvPr id="3047" name="Google Shape;3047;gd42d2e070b_0_171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8" name="Google Shape;3048;gd42d2e070b_0_17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3"/>
        <p:cNvGrpSpPr/>
        <p:nvPr/>
      </p:nvGrpSpPr>
      <p:grpSpPr>
        <a:xfrm>
          <a:off x="0" y="0"/>
          <a:ext cx="0" cy="0"/>
          <a:chOff x="0" y="0"/>
          <a:chExt cx="0" cy="0"/>
        </a:xfrm>
      </p:grpSpPr>
      <p:sp>
        <p:nvSpPr>
          <p:cNvPr id="3384" name="Google Shape;3384;gd42d2e070b_0_174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5" name="Google Shape;3385;gd42d2e070b_0_174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0"/>
        <p:cNvGrpSpPr/>
        <p:nvPr/>
      </p:nvGrpSpPr>
      <p:grpSpPr>
        <a:xfrm>
          <a:off x="0" y="0"/>
          <a:ext cx="0" cy="0"/>
          <a:chOff x="0" y="0"/>
          <a:chExt cx="0" cy="0"/>
        </a:xfrm>
      </p:grpSpPr>
      <p:sp>
        <p:nvSpPr>
          <p:cNvPr id="6171" name="Google Shape;6171;gd42d2e070b_0_202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72" name="Google Shape;6172;gd42d2e070b_0_20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89"/>
        <p:cNvGrpSpPr/>
        <p:nvPr/>
      </p:nvGrpSpPr>
      <p:grpSpPr>
        <a:xfrm>
          <a:off x="0" y="0"/>
          <a:ext cx="0" cy="0"/>
          <a:chOff x="0" y="0"/>
          <a:chExt cx="0" cy="0"/>
        </a:xfrm>
      </p:grpSpPr>
      <p:sp>
        <p:nvSpPr>
          <p:cNvPr id="6590" name="Google Shape;6590;gd42d2e070b_0_206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91" name="Google Shape;6591;gd42d2e070b_0_206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9"/>
        <p:cNvGrpSpPr/>
        <p:nvPr/>
      </p:nvGrpSpPr>
      <p:grpSpPr>
        <a:xfrm>
          <a:off x="0" y="0"/>
          <a:ext cx="0" cy="0"/>
          <a:chOff x="0" y="0"/>
          <a:chExt cx="0" cy="0"/>
        </a:xfrm>
      </p:grpSpPr>
      <p:sp>
        <p:nvSpPr>
          <p:cNvPr id="6760" name="Google Shape;6760;gd42d2e070b_0_208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61" name="Google Shape;6761;gd42d2e070b_0_208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64"/>
        <p:cNvGrpSpPr/>
        <p:nvPr/>
      </p:nvGrpSpPr>
      <p:grpSpPr>
        <a:xfrm>
          <a:off x="0" y="0"/>
          <a:ext cx="0" cy="0"/>
          <a:chOff x="0" y="0"/>
          <a:chExt cx="0" cy="0"/>
        </a:xfrm>
      </p:grpSpPr>
      <p:sp>
        <p:nvSpPr>
          <p:cNvPr id="7165" name="Google Shape;7165;gd42d2e070b_0_212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66" name="Google Shape;7166;gd42d2e070b_0_212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44"/>
        <p:cNvGrpSpPr/>
        <p:nvPr/>
      </p:nvGrpSpPr>
      <p:grpSpPr>
        <a:xfrm>
          <a:off x="0" y="0"/>
          <a:ext cx="0" cy="0"/>
          <a:chOff x="0" y="0"/>
          <a:chExt cx="0" cy="0"/>
        </a:xfrm>
      </p:grpSpPr>
      <p:sp>
        <p:nvSpPr>
          <p:cNvPr id="7545" name="Google Shape;7545;gd42d2e070b_0_216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46" name="Google Shape;7546;gd42d2e070b_0_216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12"/>
        <p:cNvGrpSpPr/>
        <p:nvPr/>
      </p:nvGrpSpPr>
      <p:grpSpPr>
        <a:xfrm>
          <a:off x="0" y="0"/>
          <a:ext cx="0" cy="0"/>
          <a:chOff x="0" y="0"/>
          <a:chExt cx="0" cy="0"/>
        </a:xfrm>
      </p:grpSpPr>
      <p:sp>
        <p:nvSpPr>
          <p:cNvPr id="8313" name="Google Shape;8313;gd42d2e070b_0_224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14" name="Google Shape;8314;gd42d2e070b_0_224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19"/>
        <p:cNvGrpSpPr/>
        <p:nvPr/>
      </p:nvGrpSpPr>
      <p:grpSpPr>
        <a:xfrm>
          <a:off x="0" y="0"/>
          <a:ext cx="0" cy="0"/>
          <a:chOff x="0" y="0"/>
          <a:chExt cx="0" cy="0"/>
        </a:xfrm>
      </p:grpSpPr>
      <p:sp>
        <p:nvSpPr>
          <p:cNvPr id="9720" name="Google Shape;9720;gd42d2e070b_0_238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21" name="Google Shape;9721;gd42d2e070b_0_238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3"/>
        <p:cNvGrpSpPr/>
        <p:nvPr/>
      </p:nvGrpSpPr>
      <p:grpSpPr>
        <a:xfrm>
          <a:off x="0" y="0"/>
          <a:ext cx="0" cy="0"/>
          <a:chOff x="0" y="0"/>
          <a:chExt cx="0" cy="0"/>
        </a:xfrm>
      </p:grpSpPr>
      <p:sp>
        <p:nvSpPr>
          <p:cNvPr id="12114" name="Google Shape;12114;gd42d2e070b_0_262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5" name="Google Shape;12115;gd42d2e070b_0_26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27"/>
        <p:cNvGrpSpPr/>
        <p:nvPr/>
      </p:nvGrpSpPr>
      <p:grpSpPr>
        <a:xfrm>
          <a:off x="0" y="0"/>
          <a:ext cx="0" cy="0"/>
          <a:chOff x="0" y="0"/>
          <a:chExt cx="0" cy="0"/>
        </a:xfrm>
      </p:grpSpPr>
      <p:sp>
        <p:nvSpPr>
          <p:cNvPr id="14128" name="Google Shape;14128;gd42d2e070b_0_282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29" name="Google Shape;14129;gd42d2e070b_0_28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63"/>
        <p:cNvGrpSpPr/>
        <p:nvPr/>
      </p:nvGrpSpPr>
      <p:grpSpPr>
        <a:xfrm>
          <a:off x="0" y="0"/>
          <a:ext cx="0" cy="0"/>
          <a:chOff x="0" y="0"/>
          <a:chExt cx="0" cy="0"/>
        </a:xfrm>
      </p:grpSpPr>
      <p:sp>
        <p:nvSpPr>
          <p:cNvPr id="15764" name="Google Shape;15764;gd42d2e070b_0_298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65" name="Google Shape;15765;gd42d2e070b_0_29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05"/>
        <p:cNvGrpSpPr/>
        <p:nvPr/>
      </p:nvGrpSpPr>
      <p:grpSpPr>
        <a:xfrm>
          <a:off x="0" y="0"/>
          <a:ext cx="0" cy="0"/>
          <a:chOff x="0" y="0"/>
          <a:chExt cx="0" cy="0"/>
        </a:xfrm>
      </p:grpSpPr>
      <p:sp>
        <p:nvSpPr>
          <p:cNvPr id="16806" name="Google Shape;16806;gd42d2e070b_0_308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07" name="Google Shape;16807;gd42d2e070b_0_308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40"/>
        <p:cNvGrpSpPr/>
        <p:nvPr/>
      </p:nvGrpSpPr>
      <p:grpSpPr>
        <a:xfrm>
          <a:off x="0" y="0"/>
          <a:ext cx="0" cy="0"/>
          <a:chOff x="0" y="0"/>
          <a:chExt cx="0" cy="0"/>
        </a:xfrm>
      </p:grpSpPr>
      <p:sp>
        <p:nvSpPr>
          <p:cNvPr id="18341" name="Google Shape;18341;gd42d2e070b_0_324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42" name="Google Shape;18342;gd42d2e070b_0_324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hyperlink" Target="http://bit.ly/2Tynxth" TargetMode="External"/><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blipFill>
          <a:blip r:embed="rId2">
            <a:alphaModFix/>
          </a:blip>
          <a:stretch>
            <a:fillRect/>
          </a:stretch>
        </a:blipFill>
        <a:effectLst/>
      </p:bgPr>
    </p:bg>
    <p:spTree>
      <p:nvGrpSpPr>
        <p:cNvPr id="1" name="Shape 8"/>
        <p:cNvGrpSpPr/>
        <p:nvPr/>
      </p:nvGrpSpPr>
      <p:grpSpPr>
        <a:xfrm>
          <a:off x="0" y="0"/>
          <a:ext cx="0" cy="0"/>
          <a:chOff x="0" y="0"/>
          <a:chExt cx="0" cy="0"/>
        </a:xfrm>
      </p:grpSpPr>
      <p:sp>
        <p:nvSpPr>
          <p:cNvPr id="9" name="Google Shape;9;p2"/>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 name="Google Shape;10;p2"/>
          <p:cNvGrpSpPr/>
          <p:nvPr/>
        </p:nvGrpSpPr>
        <p:grpSpPr>
          <a:xfrm>
            <a:off x="-145733" y="-40800"/>
            <a:ext cx="9372079" cy="1277829"/>
            <a:chOff x="-145733" y="-40800"/>
            <a:chExt cx="9372079" cy="1277829"/>
          </a:xfrm>
        </p:grpSpPr>
        <p:sp>
          <p:nvSpPr>
            <p:cNvPr id="11" name="Google Shape;11;p2"/>
            <p:cNvSpPr/>
            <p:nvPr/>
          </p:nvSpPr>
          <p:spPr>
            <a:xfrm>
              <a:off x="3356080" y="-40800"/>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7444508" y="53258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145733" y="37482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 name="Google Shape;14;p2"/>
          <p:cNvGrpSpPr/>
          <p:nvPr/>
        </p:nvGrpSpPr>
        <p:grpSpPr>
          <a:xfrm>
            <a:off x="6972325" y="1389407"/>
            <a:ext cx="2688530" cy="3410596"/>
            <a:chOff x="-705675" y="1389407"/>
            <a:chExt cx="2688530" cy="3410596"/>
          </a:xfrm>
        </p:grpSpPr>
        <p:sp>
          <p:nvSpPr>
            <p:cNvPr id="15" name="Google Shape;15;p2"/>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 name="Google Shape;32;p2"/>
          <p:cNvGrpSpPr/>
          <p:nvPr/>
        </p:nvGrpSpPr>
        <p:grpSpPr>
          <a:xfrm>
            <a:off x="-1690548" y="1350800"/>
            <a:ext cx="2327978" cy="3502413"/>
            <a:chOff x="7256414" y="1350800"/>
            <a:chExt cx="2327978" cy="3502413"/>
          </a:xfrm>
        </p:grpSpPr>
        <p:sp>
          <p:nvSpPr>
            <p:cNvPr id="33" name="Google Shape;33;p2"/>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 name="Google Shape;50;p2"/>
          <p:cNvSpPr txBox="1">
            <a:spLocks noGrp="1"/>
          </p:cNvSpPr>
          <p:nvPr>
            <p:ph type="ctrTitle"/>
          </p:nvPr>
        </p:nvSpPr>
        <p:spPr>
          <a:xfrm>
            <a:off x="947375" y="891675"/>
            <a:ext cx="5715000" cy="2896200"/>
          </a:xfrm>
          <a:prstGeom prst="rect">
            <a:avLst/>
          </a:prstGeom>
          <a:effectLst>
            <a:outerShdw dist="28575" dir="3480000" algn="bl" rotWithShape="0">
              <a:schemeClr val="accent6">
                <a:alpha val="85000"/>
              </a:schemeClr>
            </a:outerShdw>
          </a:effectLst>
        </p:spPr>
        <p:txBody>
          <a:bodyPr spcFirstLastPara="1" wrap="square" lIns="91425" tIns="91425" rIns="91425" bIns="91425" anchor="b" anchorCtr="0">
            <a:noAutofit/>
          </a:bodyPr>
          <a:lstStyle>
            <a:lvl1pPr lvl="0" algn="l">
              <a:spcBef>
                <a:spcPts val="0"/>
              </a:spcBef>
              <a:spcAft>
                <a:spcPts val="0"/>
              </a:spcAft>
              <a:buSzPts val="5200"/>
              <a:buNone/>
              <a:defRPr sz="6000">
                <a:latin typeface="Freckle Face"/>
                <a:ea typeface="Freckle Face"/>
                <a:cs typeface="Freckle Face"/>
                <a:sym typeface="Freckle Fac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51" name="Google Shape;51;p2"/>
          <p:cNvSpPr txBox="1">
            <a:spLocks noGrp="1"/>
          </p:cNvSpPr>
          <p:nvPr>
            <p:ph type="subTitle" idx="1"/>
          </p:nvPr>
        </p:nvSpPr>
        <p:spPr>
          <a:xfrm>
            <a:off x="981300" y="4011775"/>
            <a:ext cx="4265100" cy="2346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SzPts val="2800"/>
              <a:buNone/>
              <a:defRPr>
                <a:solidFill>
                  <a:schemeClr val="lt1"/>
                </a:solidFill>
                <a:latin typeface="Coda"/>
                <a:ea typeface="Coda"/>
                <a:cs typeface="Coda"/>
                <a:sym typeface="Coda"/>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2"/>
        <p:cNvGrpSpPr/>
        <p:nvPr/>
      </p:nvGrpSpPr>
      <p:grpSpPr>
        <a:xfrm>
          <a:off x="0" y="0"/>
          <a:ext cx="0" cy="0"/>
          <a:chOff x="0" y="0"/>
          <a:chExt cx="0" cy="0"/>
        </a:xfrm>
      </p:grpSpPr>
      <p:sp>
        <p:nvSpPr>
          <p:cNvPr id="53" name="Google Shape;53;p3"/>
          <p:cNvSpPr txBox="1">
            <a:spLocks noGrp="1"/>
          </p:cNvSpPr>
          <p:nvPr>
            <p:ph type="title"/>
          </p:nvPr>
        </p:nvSpPr>
        <p:spPr>
          <a:xfrm>
            <a:off x="1413450" y="2720150"/>
            <a:ext cx="2955000" cy="4653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solidFill>
                  <a:schemeClr val="lt1"/>
                </a:solidFill>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54" name="Google Shape;54;p3"/>
          <p:cNvSpPr txBox="1">
            <a:spLocks noGrp="1"/>
          </p:cNvSpPr>
          <p:nvPr>
            <p:ph type="title" idx="2" hasCustomPrompt="1"/>
          </p:nvPr>
        </p:nvSpPr>
        <p:spPr>
          <a:xfrm>
            <a:off x="1413461" y="540000"/>
            <a:ext cx="2955000" cy="1963500"/>
          </a:xfrm>
          <a:prstGeom prst="rect">
            <a:avLst/>
          </a:prstGeom>
        </p:spPr>
        <p:txBody>
          <a:bodyPr spcFirstLastPara="1" wrap="square" lIns="91425" tIns="91425" rIns="91425" bIns="91425" anchor="ctr" anchorCtr="0">
            <a:noAutofit/>
          </a:bodyPr>
          <a:lstStyle>
            <a:lvl1pPr lvl="0" rtl="0">
              <a:spcBef>
                <a:spcPts val="0"/>
              </a:spcBef>
              <a:spcAft>
                <a:spcPts val="0"/>
              </a:spcAft>
              <a:buSzPts val="12000"/>
              <a:buNone/>
              <a:defRPr sz="135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55" name="Google Shape;55;p3"/>
          <p:cNvSpPr txBox="1">
            <a:spLocks noGrp="1"/>
          </p:cNvSpPr>
          <p:nvPr>
            <p:ph type="subTitle" idx="1"/>
          </p:nvPr>
        </p:nvSpPr>
        <p:spPr>
          <a:xfrm>
            <a:off x="1544325" y="3726475"/>
            <a:ext cx="2691300" cy="465300"/>
          </a:xfrm>
          <a:prstGeom prst="rect">
            <a:avLst/>
          </a:prstGeom>
        </p:spPr>
        <p:txBody>
          <a:bodyPr spcFirstLastPara="1" wrap="square" lIns="91425" tIns="91425" rIns="91425" bIns="91425" anchor="ctr" anchorCtr="0">
            <a:noAutofit/>
          </a:bodyPr>
          <a:lstStyle>
            <a:lvl1pPr lvl="0" algn="ctr">
              <a:spcBef>
                <a:spcPts val="0"/>
              </a:spcBef>
              <a:spcAft>
                <a:spcPts val="0"/>
              </a:spcAft>
              <a:buSzPts val="1600"/>
              <a:buNone/>
              <a:defRPr/>
            </a:lvl1pPr>
            <a:lvl2pPr lvl="1" algn="ctr">
              <a:spcBef>
                <a:spcPts val="0"/>
              </a:spcBef>
              <a:spcAft>
                <a:spcPts val="0"/>
              </a:spcAft>
              <a:buSzPts val="1600"/>
              <a:buNone/>
              <a:defRPr/>
            </a:lvl2pPr>
            <a:lvl3pPr lvl="2" algn="ctr">
              <a:spcBef>
                <a:spcPts val="0"/>
              </a:spcBef>
              <a:spcAft>
                <a:spcPts val="0"/>
              </a:spcAft>
              <a:buSzPts val="1600"/>
              <a:buNone/>
              <a:defRPr/>
            </a:lvl3pPr>
            <a:lvl4pPr lvl="3" algn="ctr">
              <a:spcBef>
                <a:spcPts val="0"/>
              </a:spcBef>
              <a:spcAft>
                <a:spcPts val="0"/>
              </a:spcAft>
              <a:buSzPts val="1600"/>
              <a:buNone/>
              <a:defRPr/>
            </a:lvl4pPr>
            <a:lvl5pPr lvl="4" algn="ctr">
              <a:spcBef>
                <a:spcPts val="0"/>
              </a:spcBef>
              <a:spcAft>
                <a:spcPts val="0"/>
              </a:spcAft>
              <a:buSzPts val="1600"/>
              <a:buNone/>
              <a:defRPr/>
            </a:lvl5pPr>
            <a:lvl6pPr lvl="5" algn="ctr">
              <a:spcBef>
                <a:spcPts val="0"/>
              </a:spcBef>
              <a:spcAft>
                <a:spcPts val="0"/>
              </a:spcAft>
              <a:buSzPts val="1600"/>
              <a:buNone/>
              <a:defRPr/>
            </a:lvl6pPr>
            <a:lvl7pPr lvl="6" algn="ctr">
              <a:spcBef>
                <a:spcPts val="0"/>
              </a:spcBef>
              <a:spcAft>
                <a:spcPts val="0"/>
              </a:spcAft>
              <a:buSzPts val="1600"/>
              <a:buNone/>
              <a:defRPr/>
            </a:lvl7pPr>
            <a:lvl8pPr lvl="7" algn="ctr">
              <a:spcBef>
                <a:spcPts val="0"/>
              </a:spcBef>
              <a:spcAft>
                <a:spcPts val="0"/>
              </a:spcAft>
              <a:buSzPts val="1600"/>
              <a:buNone/>
              <a:defRPr/>
            </a:lvl8pPr>
            <a:lvl9pPr lvl="8" algn="ctr">
              <a:spcBef>
                <a:spcPts val="0"/>
              </a:spcBef>
              <a:spcAft>
                <a:spcPts val="0"/>
              </a:spcAft>
              <a:buSzPts val="1600"/>
              <a:buNone/>
              <a:defRPr/>
            </a:lvl9pPr>
          </a:lstStyle>
          <a:p>
            <a:endParaRPr/>
          </a:p>
        </p:txBody>
      </p:sp>
      <p:grpSp>
        <p:nvGrpSpPr>
          <p:cNvPr id="56" name="Google Shape;56;p3"/>
          <p:cNvGrpSpPr/>
          <p:nvPr/>
        </p:nvGrpSpPr>
        <p:grpSpPr>
          <a:xfrm>
            <a:off x="-309817" y="-31625"/>
            <a:ext cx="9519066" cy="1984479"/>
            <a:chOff x="-309817" y="-31625"/>
            <a:chExt cx="9519066" cy="1984479"/>
          </a:xfrm>
        </p:grpSpPr>
        <p:sp>
          <p:nvSpPr>
            <p:cNvPr id="57" name="Google Shape;57;p3"/>
            <p:cNvSpPr/>
            <p:nvPr/>
          </p:nvSpPr>
          <p:spPr>
            <a:xfrm>
              <a:off x="4512955" y="-31625"/>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3"/>
            <p:cNvSpPr/>
            <p:nvPr/>
          </p:nvSpPr>
          <p:spPr>
            <a:xfrm>
              <a:off x="-309817" y="2862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p:nvPr/>
          </p:nvSpPr>
          <p:spPr>
            <a:xfrm>
              <a:off x="7030167" y="10906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 name="Google Shape;60;p3"/>
          <p:cNvSpPr/>
          <p:nvPr/>
        </p:nvSpPr>
        <p:spPr>
          <a:xfrm flipH="1">
            <a:off x="2"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 name="Google Shape;61;p3"/>
          <p:cNvGrpSpPr/>
          <p:nvPr/>
        </p:nvGrpSpPr>
        <p:grpSpPr>
          <a:xfrm>
            <a:off x="6972325" y="1389407"/>
            <a:ext cx="2688530" cy="3410596"/>
            <a:chOff x="-705675" y="1389407"/>
            <a:chExt cx="2688530" cy="3410596"/>
          </a:xfrm>
        </p:grpSpPr>
        <p:sp>
          <p:nvSpPr>
            <p:cNvPr id="62" name="Google Shape;62;p3"/>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3"/>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3"/>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3"/>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3"/>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3"/>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3"/>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3"/>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3"/>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3"/>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3"/>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3"/>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 name="Google Shape;79;p3"/>
          <p:cNvGrpSpPr/>
          <p:nvPr/>
        </p:nvGrpSpPr>
        <p:grpSpPr>
          <a:xfrm>
            <a:off x="-1690548" y="1350800"/>
            <a:ext cx="2327978" cy="3502413"/>
            <a:chOff x="7256414" y="1350800"/>
            <a:chExt cx="2327978" cy="3502413"/>
          </a:xfrm>
        </p:grpSpPr>
        <p:sp>
          <p:nvSpPr>
            <p:cNvPr id="80" name="Google Shape;80;p3"/>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3"/>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3"/>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3"/>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3"/>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3"/>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3"/>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3"/>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3"/>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3"/>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7"/>
        <p:cNvGrpSpPr/>
        <p:nvPr/>
      </p:nvGrpSpPr>
      <p:grpSpPr>
        <a:xfrm>
          <a:off x="0" y="0"/>
          <a:ext cx="0" cy="0"/>
          <a:chOff x="0" y="0"/>
          <a:chExt cx="0" cy="0"/>
        </a:xfrm>
      </p:grpSpPr>
      <p:sp>
        <p:nvSpPr>
          <p:cNvPr id="98" name="Google Shape;98;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3500"/>
              <a:buNone/>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a:endParaRPr/>
          </a:p>
        </p:txBody>
      </p:sp>
      <p:sp>
        <p:nvSpPr>
          <p:cNvPr id="99" name="Google Shape;99;p4"/>
          <p:cNvSpPr txBox="1">
            <a:spLocks noGrp="1"/>
          </p:cNvSpPr>
          <p:nvPr>
            <p:ph type="body" idx="1"/>
          </p:nvPr>
        </p:nvSpPr>
        <p:spPr>
          <a:xfrm>
            <a:off x="720000" y="1354250"/>
            <a:ext cx="7704000" cy="3214800"/>
          </a:xfrm>
          <a:prstGeom prst="rect">
            <a:avLst/>
          </a:prstGeom>
        </p:spPr>
        <p:txBody>
          <a:bodyPr spcFirstLastPara="1" wrap="square" lIns="91425" tIns="91425" rIns="91425" bIns="91425" anchor="ctr" anchorCtr="0">
            <a:noAutofit/>
          </a:bodyPr>
          <a:lstStyle>
            <a:lvl1pPr marL="457200" lvl="0" indent="-304800">
              <a:spcBef>
                <a:spcPts val="0"/>
              </a:spcBef>
              <a:spcAft>
                <a:spcPts val="0"/>
              </a:spcAft>
              <a:buClr>
                <a:srgbClr val="000000"/>
              </a:buClr>
              <a:buSzPts val="1200"/>
              <a:buAutoNum type="arabicPeriod"/>
              <a:defRPr sz="1200"/>
            </a:lvl1pPr>
            <a:lvl2pPr marL="914400" lvl="1" indent="-304800">
              <a:spcBef>
                <a:spcPts val="0"/>
              </a:spcBef>
              <a:spcAft>
                <a:spcPts val="0"/>
              </a:spcAft>
              <a:buClr>
                <a:srgbClr val="000000"/>
              </a:buClr>
              <a:buSzPts val="1200"/>
              <a:buFont typeface="Roboto Condensed Light"/>
              <a:buAutoNum type="alphaLcPeriod"/>
              <a:defRPr/>
            </a:lvl2pPr>
            <a:lvl3pPr marL="1371600" lvl="2" indent="-304800">
              <a:spcBef>
                <a:spcPts val="0"/>
              </a:spcBef>
              <a:spcAft>
                <a:spcPts val="0"/>
              </a:spcAft>
              <a:buClr>
                <a:srgbClr val="000000"/>
              </a:buClr>
              <a:buSzPts val="1200"/>
              <a:buFont typeface="Roboto Condensed Light"/>
              <a:buAutoNum type="romanLcPeriod"/>
              <a:defRPr/>
            </a:lvl3pPr>
            <a:lvl4pPr marL="1828800" lvl="3" indent="-304800">
              <a:spcBef>
                <a:spcPts val="0"/>
              </a:spcBef>
              <a:spcAft>
                <a:spcPts val="0"/>
              </a:spcAft>
              <a:buClr>
                <a:srgbClr val="000000"/>
              </a:buClr>
              <a:buSzPts val="1200"/>
              <a:buFont typeface="Roboto Condensed Light"/>
              <a:buAutoNum type="arabicPeriod"/>
              <a:defRPr/>
            </a:lvl4pPr>
            <a:lvl5pPr marL="2286000" lvl="4" indent="-304800">
              <a:spcBef>
                <a:spcPts val="0"/>
              </a:spcBef>
              <a:spcAft>
                <a:spcPts val="0"/>
              </a:spcAft>
              <a:buClr>
                <a:srgbClr val="000000"/>
              </a:buClr>
              <a:buSzPts val="1200"/>
              <a:buFont typeface="Roboto Condensed Light"/>
              <a:buAutoNum type="alphaLcPeriod"/>
              <a:defRPr/>
            </a:lvl5pPr>
            <a:lvl6pPr marL="2743200" lvl="5" indent="-304800">
              <a:spcBef>
                <a:spcPts val="0"/>
              </a:spcBef>
              <a:spcAft>
                <a:spcPts val="0"/>
              </a:spcAft>
              <a:buClr>
                <a:srgbClr val="000000"/>
              </a:buClr>
              <a:buSzPts val="1200"/>
              <a:buFont typeface="Roboto Condensed Light"/>
              <a:buAutoNum type="romanLcPeriod"/>
              <a:defRPr/>
            </a:lvl6pPr>
            <a:lvl7pPr marL="3200400" lvl="6" indent="-304800">
              <a:spcBef>
                <a:spcPts val="0"/>
              </a:spcBef>
              <a:spcAft>
                <a:spcPts val="0"/>
              </a:spcAft>
              <a:buClr>
                <a:srgbClr val="000000"/>
              </a:buClr>
              <a:buSzPts val="1200"/>
              <a:buFont typeface="Roboto Condensed Light"/>
              <a:buAutoNum type="arabicPeriod"/>
              <a:defRPr/>
            </a:lvl7pPr>
            <a:lvl8pPr marL="3657600" lvl="7" indent="-304800">
              <a:spcBef>
                <a:spcPts val="0"/>
              </a:spcBef>
              <a:spcAft>
                <a:spcPts val="0"/>
              </a:spcAft>
              <a:buClr>
                <a:srgbClr val="000000"/>
              </a:buClr>
              <a:buSzPts val="1200"/>
              <a:buFont typeface="Roboto Condensed Light"/>
              <a:buAutoNum type="alphaLcPeriod"/>
              <a:defRPr/>
            </a:lvl8pPr>
            <a:lvl9pPr marL="4114800" lvl="8" indent="-304800">
              <a:spcBef>
                <a:spcPts val="0"/>
              </a:spcBef>
              <a:spcAft>
                <a:spcPts val="0"/>
              </a:spcAft>
              <a:buClr>
                <a:srgbClr val="000000"/>
              </a:buClr>
              <a:buSzPts val="1200"/>
              <a:buFont typeface="Roboto Condensed Light"/>
              <a:buAutoNum type="romanLcPeriod"/>
              <a:defRPr/>
            </a:lvl9pPr>
          </a:lstStyle>
          <a:p>
            <a:endParaRPr/>
          </a:p>
        </p:txBody>
      </p:sp>
      <p:grpSp>
        <p:nvGrpSpPr>
          <p:cNvPr id="100" name="Google Shape;100;p4"/>
          <p:cNvGrpSpPr/>
          <p:nvPr/>
        </p:nvGrpSpPr>
        <p:grpSpPr>
          <a:xfrm>
            <a:off x="-145733" y="39252"/>
            <a:ext cx="9244604" cy="1474013"/>
            <a:chOff x="-145733" y="39252"/>
            <a:chExt cx="9244604" cy="1474013"/>
          </a:xfrm>
        </p:grpSpPr>
        <p:sp>
          <p:nvSpPr>
            <p:cNvPr id="101" name="Google Shape;101;p4"/>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4"/>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03"/>
        <p:cNvGrpSpPr/>
        <p:nvPr/>
      </p:nvGrpSpPr>
      <p:grpSpPr>
        <a:xfrm>
          <a:off x="0" y="0"/>
          <a:ext cx="0" cy="0"/>
          <a:chOff x="0" y="0"/>
          <a:chExt cx="0" cy="0"/>
        </a:xfrm>
      </p:grpSpPr>
      <p:sp>
        <p:nvSpPr>
          <p:cNvPr id="104" name="Google Shape;104;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3500"/>
              <a:buNone/>
              <a:defRPr>
                <a:solidFill>
                  <a:schemeClr val="lt1"/>
                </a:solidFill>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a:endParaRPr/>
          </a:p>
        </p:txBody>
      </p:sp>
      <p:sp>
        <p:nvSpPr>
          <p:cNvPr id="105" name="Google Shape;105;p5"/>
          <p:cNvSpPr txBox="1">
            <a:spLocks noGrp="1"/>
          </p:cNvSpPr>
          <p:nvPr>
            <p:ph type="subTitle" idx="1"/>
          </p:nvPr>
        </p:nvSpPr>
        <p:spPr>
          <a:xfrm>
            <a:off x="1542709" y="3592950"/>
            <a:ext cx="2510700" cy="1010700"/>
          </a:xfrm>
          <a:prstGeom prst="rect">
            <a:avLst/>
          </a:prstGeom>
        </p:spPr>
        <p:txBody>
          <a:bodyPr spcFirstLastPara="1" wrap="square" lIns="91425" tIns="91425" rIns="91425" bIns="91425" anchor="t" anchorCtr="0">
            <a:noAutofit/>
          </a:bodyPr>
          <a:lstStyle>
            <a:lvl1pPr lvl="0" algn="ctr">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106" name="Google Shape;106;p5"/>
          <p:cNvSpPr txBox="1">
            <a:spLocks noGrp="1"/>
          </p:cNvSpPr>
          <p:nvPr>
            <p:ph type="subTitle" idx="2"/>
          </p:nvPr>
        </p:nvSpPr>
        <p:spPr>
          <a:xfrm>
            <a:off x="5071959" y="3592950"/>
            <a:ext cx="2510700" cy="1010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7" name="Google Shape;107;p5"/>
          <p:cNvSpPr txBox="1">
            <a:spLocks noGrp="1"/>
          </p:cNvSpPr>
          <p:nvPr>
            <p:ph type="subTitle" idx="3"/>
          </p:nvPr>
        </p:nvSpPr>
        <p:spPr>
          <a:xfrm>
            <a:off x="1732209" y="30600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108" name="Google Shape;108;p5"/>
          <p:cNvSpPr txBox="1">
            <a:spLocks noGrp="1"/>
          </p:cNvSpPr>
          <p:nvPr>
            <p:ph type="subTitle" idx="4"/>
          </p:nvPr>
        </p:nvSpPr>
        <p:spPr>
          <a:xfrm>
            <a:off x="5261409" y="30600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grpSp>
        <p:nvGrpSpPr>
          <p:cNvPr id="109" name="Google Shape;109;p5"/>
          <p:cNvGrpSpPr/>
          <p:nvPr/>
        </p:nvGrpSpPr>
        <p:grpSpPr>
          <a:xfrm flipH="1">
            <a:off x="-145733" y="39252"/>
            <a:ext cx="9244604" cy="1474013"/>
            <a:chOff x="-145733" y="39252"/>
            <a:chExt cx="9244604" cy="1474013"/>
          </a:xfrm>
        </p:grpSpPr>
        <p:sp>
          <p:nvSpPr>
            <p:cNvPr id="110" name="Google Shape;110;p5"/>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5"/>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12"/>
        <p:cNvGrpSpPr/>
        <p:nvPr/>
      </p:nvGrpSpPr>
      <p:grpSpPr>
        <a:xfrm>
          <a:off x="0" y="0"/>
          <a:ext cx="0" cy="0"/>
          <a:chOff x="0" y="0"/>
          <a:chExt cx="0" cy="0"/>
        </a:xfrm>
      </p:grpSpPr>
      <p:grpSp>
        <p:nvGrpSpPr>
          <p:cNvPr id="113" name="Google Shape;113;p6"/>
          <p:cNvGrpSpPr/>
          <p:nvPr/>
        </p:nvGrpSpPr>
        <p:grpSpPr>
          <a:xfrm flipH="1">
            <a:off x="-145733" y="39252"/>
            <a:ext cx="9244604" cy="1474013"/>
            <a:chOff x="-145733" y="39252"/>
            <a:chExt cx="9244604" cy="1474013"/>
          </a:xfrm>
        </p:grpSpPr>
        <p:sp>
          <p:nvSpPr>
            <p:cNvPr id="114" name="Google Shape;114;p6"/>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6"/>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 name="Google Shape;116;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3500"/>
              <a:buNone/>
              <a:defRPr>
                <a:solidFill>
                  <a:schemeClr val="lt1"/>
                </a:solidFill>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17"/>
        <p:cNvGrpSpPr/>
        <p:nvPr/>
      </p:nvGrpSpPr>
      <p:grpSpPr>
        <a:xfrm>
          <a:off x="0" y="0"/>
          <a:ext cx="0" cy="0"/>
          <a:chOff x="0" y="0"/>
          <a:chExt cx="0" cy="0"/>
        </a:xfrm>
      </p:grpSpPr>
      <p:grpSp>
        <p:nvGrpSpPr>
          <p:cNvPr id="118" name="Google Shape;118;p7"/>
          <p:cNvGrpSpPr/>
          <p:nvPr/>
        </p:nvGrpSpPr>
        <p:grpSpPr>
          <a:xfrm>
            <a:off x="-145733" y="39252"/>
            <a:ext cx="9244604" cy="1474013"/>
            <a:chOff x="-145733" y="39252"/>
            <a:chExt cx="9244604" cy="1474013"/>
          </a:xfrm>
        </p:grpSpPr>
        <p:sp>
          <p:nvSpPr>
            <p:cNvPr id="119" name="Google Shape;119;p7"/>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7"/>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 name="Google Shape;121;p7"/>
          <p:cNvSpPr txBox="1">
            <a:spLocks noGrp="1"/>
          </p:cNvSpPr>
          <p:nvPr>
            <p:ph type="body" idx="1"/>
          </p:nvPr>
        </p:nvSpPr>
        <p:spPr>
          <a:xfrm>
            <a:off x="858125" y="1389600"/>
            <a:ext cx="3607500" cy="3179400"/>
          </a:xfrm>
          <a:prstGeom prst="rect">
            <a:avLst/>
          </a:prstGeom>
        </p:spPr>
        <p:txBody>
          <a:bodyPr spcFirstLastPara="1" wrap="square" lIns="91425" tIns="91425" rIns="91425" bIns="91425" anchor="ctr" anchorCtr="0">
            <a:noAutofit/>
          </a:bodyPr>
          <a:lstStyle>
            <a:lvl1pPr marL="457200" lvl="0" indent="-330200">
              <a:lnSpc>
                <a:spcPct val="100000"/>
              </a:lnSpc>
              <a:spcBef>
                <a:spcPts val="0"/>
              </a:spcBef>
              <a:spcAft>
                <a:spcPts val="0"/>
              </a:spcAft>
              <a:buClr>
                <a:srgbClr val="18254B"/>
              </a:buClr>
              <a:buSzPts val="1600"/>
              <a:buFont typeface="Red Hat Text"/>
              <a:buChar char="●"/>
              <a:defRPr/>
            </a:lvl1pPr>
            <a:lvl2pPr marL="914400" lvl="1" indent="-330200">
              <a:spcBef>
                <a:spcPts val="0"/>
              </a:spcBef>
              <a:spcAft>
                <a:spcPts val="0"/>
              </a:spcAft>
              <a:buClr>
                <a:srgbClr val="142850"/>
              </a:buClr>
              <a:buSzPts val="1600"/>
              <a:buFont typeface="Red Hat Text"/>
              <a:buChar char="○"/>
              <a:defRPr/>
            </a:lvl2pPr>
            <a:lvl3pPr marL="1371600" lvl="2" indent="-330200">
              <a:spcBef>
                <a:spcPts val="0"/>
              </a:spcBef>
              <a:spcAft>
                <a:spcPts val="0"/>
              </a:spcAft>
              <a:buClr>
                <a:srgbClr val="142850"/>
              </a:buClr>
              <a:buSzPts val="1600"/>
              <a:buFont typeface="Red Hat Text"/>
              <a:buChar char="■"/>
              <a:defRPr/>
            </a:lvl3pPr>
            <a:lvl4pPr marL="1828800" lvl="3" indent="-330200">
              <a:spcBef>
                <a:spcPts val="0"/>
              </a:spcBef>
              <a:spcAft>
                <a:spcPts val="0"/>
              </a:spcAft>
              <a:buClr>
                <a:srgbClr val="142850"/>
              </a:buClr>
              <a:buSzPts val="1600"/>
              <a:buFont typeface="Red Hat Text"/>
              <a:buChar char="●"/>
              <a:defRPr/>
            </a:lvl4pPr>
            <a:lvl5pPr marL="2286000" lvl="4" indent="-330200">
              <a:spcBef>
                <a:spcPts val="0"/>
              </a:spcBef>
              <a:spcAft>
                <a:spcPts val="0"/>
              </a:spcAft>
              <a:buClr>
                <a:srgbClr val="142850"/>
              </a:buClr>
              <a:buSzPts val="1600"/>
              <a:buFont typeface="Red Hat Text"/>
              <a:buChar char="○"/>
              <a:defRPr/>
            </a:lvl5pPr>
            <a:lvl6pPr marL="2743200" lvl="5" indent="-330200">
              <a:spcBef>
                <a:spcPts val="0"/>
              </a:spcBef>
              <a:spcAft>
                <a:spcPts val="0"/>
              </a:spcAft>
              <a:buClr>
                <a:srgbClr val="142850"/>
              </a:buClr>
              <a:buSzPts val="1600"/>
              <a:buFont typeface="Red Hat Text"/>
              <a:buChar char="■"/>
              <a:defRPr/>
            </a:lvl6pPr>
            <a:lvl7pPr marL="3200400" lvl="6" indent="-330200">
              <a:spcBef>
                <a:spcPts val="0"/>
              </a:spcBef>
              <a:spcAft>
                <a:spcPts val="0"/>
              </a:spcAft>
              <a:buClr>
                <a:srgbClr val="142850"/>
              </a:buClr>
              <a:buSzPts val="1600"/>
              <a:buFont typeface="Red Hat Text"/>
              <a:buChar char="●"/>
              <a:defRPr/>
            </a:lvl7pPr>
            <a:lvl8pPr marL="3657600" lvl="7" indent="-330200">
              <a:spcBef>
                <a:spcPts val="0"/>
              </a:spcBef>
              <a:spcAft>
                <a:spcPts val="0"/>
              </a:spcAft>
              <a:buClr>
                <a:srgbClr val="142850"/>
              </a:buClr>
              <a:buSzPts val="1600"/>
              <a:buFont typeface="Red Hat Text"/>
              <a:buChar char="○"/>
              <a:defRPr/>
            </a:lvl8pPr>
            <a:lvl9pPr marL="4114800" lvl="8" indent="-330200">
              <a:spcBef>
                <a:spcPts val="0"/>
              </a:spcBef>
              <a:spcAft>
                <a:spcPts val="0"/>
              </a:spcAft>
              <a:buClr>
                <a:srgbClr val="142850"/>
              </a:buClr>
              <a:buSzPts val="1600"/>
              <a:buFont typeface="Red Hat Text"/>
              <a:buChar char="■"/>
              <a:defRPr/>
            </a:lvl9pPr>
          </a:lstStyle>
          <a:p>
            <a:endParaRPr/>
          </a:p>
        </p:txBody>
      </p:sp>
      <p:sp>
        <p:nvSpPr>
          <p:cNvPr id="122" name="Google Shape;122;p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23"/>
        <p:cNvGrpSpPr/>
        <p:nvPr/>
      </p:nvGrpSpPr>
      <p:grpSpPr>
        <a:xfrm>
          <a:off x="0" y="0"/>
          <a:ext cx="0" cy="0"/>
          <a:chOff x="0" y="0"/>
          <a:chExt cx="0" cy="0"/>
        </a:xfrm>
      </p:grpSpPr>
      <p:grpSp>
        <p:nvGrpSpPr>
          <p:cNvPr id="124" name="Google Shape;124;p8"/>
          <p:cNvGrpSpPr/>
          <p:nvPr/>
        </p:nvGrpSpPr>
        <p:grpSpPr>
          <a:xfrm flipH="1">
            <a:off x="-369536" y="683777"/>
            <a:ext cx="9325928" cy="862202"/>
            <a:chOff x="190333" y="683777"/>
            <a:chExt cx="9325928" cy="862202"/>
          </a:xfrm>
        </p:grpSpPr>
        <p:sp>
          <p:nvSpPr>
            <p:cNvPr id="125" name="Google Shape;125;p8"/>
            <p:cNvSpPr/>
            <p:nvPr/>
          </p:nvSpPr>
          <p:spPr>
            <a:xfrm flipH="1">
              <a:off x="190333" y="68378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8"/>
            <p:cNvSpPr/>
            <p:nvPr/>
          </p:nvSpPr>
          <p:spPr>
            <a:xfrm flipH="1">
              <a:off x="7337179" y="68377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 name="Google Shape;127;p8"/>
          <p:cNvSpPr/>
          <p:nvPr/>
        </p:nvSpPr>
        <p:spPr>
          <a:xfrm>
            <a:off x="-2"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8"/>
          <p:cNvSpPr/>
          <p:nvPr/>
        </p:nvSpPr>
        <p:spPr>
          <a:xfrm>
            <a:off x="6777327" y="294532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8"/>
          <p:cNvSpPr/>
          <p:nvPr/>
        </p:nvSpPr>
        <p:spPr>
          <a:xfrm>
            <a:off x="311354" y="26067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 name="Google Shape;130;p8"/>
          <p:cNvGrpSpPr/>
          <p:nvPr/>
        </p:nvGrpSpPr>
        <p:grpSpPr>
          <a:xfrm flipH="1">
            <a:off x="7899695" y="1350800"/>
            <a:ext cx="2327978" cy="3502413"/>
            <a:chOff x="7256414" y="1350800"/>
            <a:chExt cx="2327978" cy="3502413"/>
          </a:xfrm>
        </p:grpSpPr>
        <p:sp>
          <p:nvSpPr>
            <p:cNvPr id="131" name="Google Shape;131;p8"/>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8"/>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8"/>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8"/>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8"/>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8"/>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8"/>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8"/>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8"/>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8"/>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8"/>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8"/>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8"/>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8"/>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8"/>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8"/>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8"/>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8"/>
          <p:cNvGrpSpPr/>
          <p:nvPr/>
        </p:nvGrpSpPr>
        <p:grpSpPr>
          <a:xfrm flipH="1">
            <a:off x="-984900" y="1389407"/>
            <a:ext cx="2688530" cy="3410596"/>
            <a:chOff x="-705675" y="1389407"/>
            <a:chExt cx="2688530" cy="3410596"/>
          </a:xfrm>
        </p:grpSpPr>
        <p:sp>
          <p:nvSpPr>
            <p:cNvPr id="149" name="Google Shape;149;p8"/>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8"/>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8"/>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w="1905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8"/>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8"/>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8"/>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8"/>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8"/>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8"/>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8"/>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8"/>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8"/>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8"/>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8"/>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8"/>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8"/>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8"/>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 name="Google Shape;166;p8"/>
          <p:cNvSpPr txBox="1">
            <a:spLocks noGrp="1"/>
          </p:cNvSpPr>
          <p:nvPr>
            <p:ph type="title"/>
          </p:nvPr>
        </p:nvSpPr>
        <p:spPr>
          <a:xfrm>
            <a:off x="1388100" y="1897700"/>
            <a:ext cx="6367800" cy="22821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9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67"/>
        <p:cNvGrpSpPr/>
        <p:nvPr/>
      </p:nvGrpSpPr>
      <p:grpSpPr>
        <a:xfrm>
          <a:off x="0" y="0"/>
          <a:ext cx="0" cy="0"/>
          <a:chOff x="0" y="0"/>
          <a:chExt cx="0" cy="0"/>
        </a:xfrm>
      </p:grpSpPr>
      <p:sp>
        <p:nvSpPr>
          <p:cNvPr id="168" name="Google Shape;168;p9"/>
          <p:cNvSpPr txBox="1">
            <a:spLocks noGrp="1"/>
          </p:cNvSpPr>
          <p:nvPr>
            <p:ph type="title"/>
          </p:nvPr>
        </p:nvSpPr>
        <p:spPr>
          <a:xfrm>
            <a:off x="845075" y="2133875"/>
            <a:ext cx="4045200" cy="665700"/>
          </a:xfrm>
          <a:prstGeom prst="rect">
            <a:avLst/>
          </a:prstGeom>
        </p:spPr>
        <p:txBody>
          <a:bodyPr spcFirstLastPara="1" wrap="square" lIns="91425" tIns="91425" rIns="91425" bIns="91425" anchor="ctr" anchorCtr="0">
            <a:noAutofit/>
          </a:bodyPr>
          <a:lstStyle>
            <a:lvl1pPr lvl="0" algn="ctr">
              <a:spcBef>
                <a:spcPts val="0"/>
              </a:spcBef>
              <a:spcAft>
                <a:spcPts val="0"/>
              </a:spcAft>
              <a:buSzPts val="4200"/>
              <a:buNone/>
              <a:defRPr sz="8000">
                <a:solidFill>
                  <a:schemeClr val="lt1"/>
                </a:solidFill>
              </a:defRPr>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169" name="Google Shape;169;p9"/>
          <p:cNvSpPr txBox="1">
            <a:spLocks noGrp="1"/>
          </p:cNvSpPr>
          <p:nvPr>
            <p:ph type="subTitle" idx="1"/>
          </p:nvPr>
        </p:nvSpPr>
        <p:spPr>
          <a:xfrm>
            <a:off x="968475" y="3061025"/>
            <a:ext cx="3798300" cy="12351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2100"/>
              <a:buNone/>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70" name="Google Shape;170;p9"/>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1" name="Google Shape;171;p9"/>
          <p:cNvGrpSpPr/>
          <p:nvPr/>
        </p:nvGrpSpPr>
        <p:grpSpPr>
          <a:xfrm>
            <a:off x="7411532" y="1695616"/>
            <a:ext cx="2098672" cy="3157425"/>
            <a:chOff x="7256414" y="1350800"/>
            <a:chExt cx="2327978" cy="3502413"/>
          </a:xfrm>
        </p:grpSpPr>
        <p:sp>
          <p:nvSpPr>
            <p:cNvPr id="172" name="Google Shape;172;p9"/>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9"/>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9"/>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9"/>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9"/>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9"/>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9"/>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9"/>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9"/>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9"/>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9"/>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9"/>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9"/>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9"/>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9"/>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9"/>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9"/>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 name="Google Shape;189;p9"/>
          <p:cNvGrpSpPr/>
          <p:nvPr/>
        </p:nvGrpSpPr>
        <p:grpSpPr>
          <a:xfrm>
            <a:off x="-67517" y="133912"/>
            <a:ext cx="9276766" cy="1535493"/>
            <a:chOff x="-67517" y="133912"/>
            <a:chExt cx="9276766" cy="1535493"/>
          </a:xfrm>
        </p:grpSpPr>
        <p:sp>
          <p:nvSpPr>
            <p:cNvPr id="190" name="Google Shape;190;p9"/>
            <p:cNvSpPr/>
            <p:nvPr/>
          </p:nvSpPr>
          <p:spPr>
            <a:xfrm>
              <a:off x="3145005" y="647100"/>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9"/>
            <p:cNvSpPr/>
            <p:nvPr/>
          </p:nvSpPr>
          <p:spPr>
            <a:xfrm>
              <a:off x="-67517" y="133912"/>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9"/>
            <p:cNvSpPr/>
            <p:nvPr/>
          </p:nvSpPr>
          <p:spPr>
            <a:xfrm>
              <a:off x="7030167" y="23412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 name="Google Shape;193;p9"/>
          <p:cNvGrpSpPr/>
          <p:nvPr/>
        </p:nvGrpSpPr>
        <p:grpSpPr>
          <a:xfrm>
            <a:off x="-1726991" y="1475289"/>
            <a:ext cx="2614595" cy="3317146"/>
            <a:chOff x="-705675" y="1389407"/>
            <a:chExt cx="2688530" cy="3410596"/>
          </a:xfrm>
        </p:grpSpPr>
        <p:sp>
          <p:nvSpPr>
            <p:cNvPr id="194" name="Google Shape;194;p9"/>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9"/>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9"/>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9"/>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9"/>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9"/>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9"/>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9"/>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9"/>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9"/>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9"/>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9"/>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9"/>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9"/>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9"/>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9"/>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9"/>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11"/>
        <p:cNvGrpSpPr/>
        <p:nvPr/>
      </p:nvGrpSpPr>
      <p:grpSpPr>
        <a:xfrm>
          <a:off x="0" y="0"/>
          <a:ext cx="0" cy="0"/>
          <a:chOff x="0" y="0"/>
          <a:chExt cx="0" cy="0"/>
        </a:xfrm>
      </p:grpSpPr>
      <p:sp>
        <p:nvSpPr>
          <p:cNvPr id="212" name="Google Shape;212;p10"/>
          <p:cNvSpPr txBox="1">
            <a:spLocks noGrp="1"/>
          </p:cNvSpPr>
          <p:nvPr>
            <p:ph type="body" idx="1"/>
          </p:nvPr>
        </p:nvSpPr>
        <p:spPr>
          <a:xfrm>
            <a:off x="894100" y="3273875"/>
            <a:ext cx="3640500" cy="1058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600"/>
              <a:buNone/>
              <a:defRPr sz="3500">
                <a:solidFill>
                  <a:schemeClr val="lt1"/>
                </a:solidFill>
                <a:latin typeface="Freckle Face"/>
                <a:ea typeface="Freckle Face"/>
                <a:cs typeface="Freckle Face"/>
                <a:sym typeface="Freckle Face"/>
              </a:defRPr>
            </a:lvl1pPr>
          </a:lstStyle>
          <a:p>
            <a:endParaRPr/>
          </a:p>
        </p:txBody>
      </p:sp>
      <p:grpSp>
        <p:nvGrpSpPr>
          <p:cNvPr id="213" name="Google Shape;213;p10"/>
          <p:cNvGrpSpPr/>
          <p:nvPr/>
        </p:nvGrpSpPr>
        <p:grpSpPr>
          <a:xfrm>
            <a:off x="203233" y="137312"/>
            <a:ext cx="8435866" cy="2338153"/>
            <a:chOff x="203233" y="137312"/>
            <a:chExt cx="8435866" cy="2338153"/>
          </a:xfrm>
        </p:grpSpPr>
        <p:sp>
          <p:nvSpPr>
            <p:cNvPr id="214" name="Google Shape;214;p10"/>
            <p:cNvSpPr/>
            <p:nvPr/>
          </p:nvSpPr>
          <p:spPr>
            <a:xfrm>
              <a:off x="1950455" y="137312"/>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10"/>
            <p:cNvSpPr/>
            <p:nvPr/>
          </p:nvSpPr>
          <p:spPr>
            <a:xfrm>
              <a:off x="203233" y="17710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0"/>
            <p:cNvSpPr/>
            <p:nvPr/>
          </p:nvSpPr>
          <p:spPr>
            <a:xfrm>
              <a:off x="6460017" y="54000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217"/>
        <p:cNvGrpSpPr/>
        <p:nvPr/>
      </p:nvGrpSpPr>
      <p:grpSpPr>
        <a:xfrm>
          <a:off x="0" y="0"/>
          <a:ext cx="0" cy="0"/>
          <a:chOff x="0" y="0"/>
          <a:chExt cx="0" cy="0"/>
        </a:xfrm>
      </p:grpSpPr>
      <p:sp>
        <p:nvSpPr>
          <p:cNvPr id="218" name="Google Shape;218;p11"/>
          <p:cNvSpPr txBox="1">
            <a:spLocks noGrp="1"/>
          </p:cNvSpPr>
          <p:nvPr>
            <p:ph type="title" hasCustomPrompt="1"/>
          </p:nvPr>
        </p:nvSpPr>
        <p:spPr>
          <a:xfrm>
            <a:off x="1655550" y="1538952"/>
            <a:ext cx="5832900" cy="1142400"/>
          </a:xfrm>
          <a:prstGeom prst="rect">
            <a:avLst/>
          </a:prstGeom>
        </p:spPr>
        <p:txBody>
          <a:bodyPr spcFirstLastPara="1" wrap="square" lIns="91425" tIns="91425" rIns="91425" bIns="91425" anchor="ctr" anchorCtr="0">
            <a:noAutofit/>
          </a:bodyPr>
          <a:lstStyle>
            <a:lvl1pPr lvl="0" algn="ctr">
              <a:spcBef>
                <a:spcPts val="0"/>
              </a:spcBef>
              <a:spcAft>
                <a:spcPts val="0"/>
              </a:spcAft>
              <a:buSzPts val="12000"/>
              <a:buNone/>
              <a:defRPr sz="12000">
                <a:solidFill>
                  <a:schemeClr val="lt1"/>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219" name="Google Shape;219;p11"/>
          <p:cNvSpPr txBox="1">
            <a:spLocks noGrp="1"/>
          </p:cNvSpPr>
          <p:nvPr>
            <p:ph type="subTitle" idx="1"/>
          </p:nvPr>
        </p:nvSpPr>
        <p:spPr>
          <a:xfrm>
            <a:off x="2863200" y="3131077"/>
            <a:ext cx="3417600" cy="633600"/>
          </a:xfrm>
          <a:prstGeom prst="rect">
            <a:avLst/>
          </a:prstGeom>
        </p:spPr>
        <p:txBody>
          <a:bodyPr spcFirstLastPara="1" wrap="square" lIns="91425" tIns="91425" rIns="91425" bIns="91425" anchor="t" anchorCtr="0">
            <a:noAutofit/>
          </a:bodyPr>
          <a:lstStyle>
            <a:lvl1pPr lvl="0" algn="ctr">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220" name="Google Shape;220;p11"/>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1" name="Google Shape;221;p11"/>
          <p:cNvGrpSpPr/>
          <p:nvPr/>
        </p:nvGrpSpPr>
        <p:grpSpPr>
          <a:xfrm>
            <a:off x="8" y="-97213"/>
            <a:ext cx="8975216" cy="1376703"/>
            <a:chOff x="8" y="-97213"/>
            <a:chExt cx="8975216" cy="1376703"/>
          </a:xfrm>
        </p:grpSpPr>
        <p:sp>
          <p:nvSpPr>
            <p:cNvPr id="222" name="Google Shape;222;p11"/>
            <p:cNvSpPr/>
            <p:nvPr/>
          </p:nvSpPr>
          <p:spPr>
            <a:xfrm>
              <a:off x="3611080" y="-97213"/>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11"/>
            <p:cNvSpPr/>
            <p:nvPr/>
          </p:nvSpPr>
          <p:spPr>
            <a:xfrm>
              <a:off x="8" y="575062"/>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11"/>
            <p:cNvSpPr/>
            <p:nvPr/>
          </p:nvSpPr>
          <p:spPr>
            <a:xfrm>
              <a:off x="6796142" y="3348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lt1"/>
        </a:solidFill>
        <a:effectLst/>
      </p:bgPr>
    </p:bg>
    <p:spTree>
      <p:nvGrpSpPr>
        <p:cNvPr id="1" name="Shape 225"/>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226"/>
        <p:cNvGrpSpPr/>
        <p:nvPr/>
      </p:nvGrpSpPr>
      <p:grpSpPr>
        <a:xfrm>
          <a:off x="0" y="0"/>
          <a:ext cx="0" cy="0"/>
          <a:chOff x="0" y="0"/>
          <a:chExt cx="0" cy="0"/>
        </a:xfrm>
      </p:grpSpPr>
      <p:grpSp>
        <p:nvGrpSpPr>
          <p:cNvPr id="227" name="Google Shape;227;p13"/>
          <p:cNvGrpSpPr/>
          <p:nvPr/>
        </p:nvGrpSpPr>
        <p:grpSpPr>
          <a:xfrm>
            <a:off x="-145733" y="39252"/>
            <a:ext cx="9244604" cy="1474013"/>
            <a:chOff x="-145733" y="39252"/>
            <a:chExt cx="9244604" cy="1474013"/>
          </a:xfrm>
        </p:grpSpPr>
        <p:sp>
          <p:nvSpPr>
            <p:cNvPr id="228" name="Google Shape;228;p13"/>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13"/>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 name="Google Shape;230;p13"/>
          <p:cNvGrpSpPr/>
          <p:nvPr/>
        </p:nvGrpSpPr>
        <p:grpSpPr>
          <a:xfrm flipH="1">
            <a:off x="-1123952" y="1614556"/>
            <a:ext cx="2511087" cy="3185497"/>
            <a:chOff x="-705675" y="1389407"/>
            <a:chExt cx="2688530" cy="3410596"/>
          </a:xfrm>
        </p:grpSpPr>
        <p:sp>
          <p:nvSpPr>
            <p:cNvPr id="231" name="Google Shape;231;p13"/>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3"/>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3"/>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13"/>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13"/>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3"/>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3"/>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3"/>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13"/>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3"/>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3"/>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3"/>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3"/>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13"/>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13"/>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13"/>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3"/>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 name="Google Shape;248;p13"/>
          <p:cNvGrpSpPr/>
          <p:nvPr/>
        </p:nvGrpSpPr>
        <p:grpSpPr>
          <a:xfrm flipH="1">
            <a:off x="8268419" y="1842310"/>
            <a:ext cx="2001362" cy="3011025"/>
            <a:chOff x="7256414" y="1350800"/>
            <a:chExt cx="2327978" cy="3502413"/>
          </a:xfrm>
        </p:grpSpPr>
        <p:sp>
          <p:nvSpPr>
            <p:cNvPr id="249" name="Google Shape;249;p13"/>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13"/>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13"/>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13"/>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3"/>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13"/>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13"/>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3"/>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3"/>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13"/>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13"/>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13"/>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13"/>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13"/>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13"/>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13"/>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3"/>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6" name="Google Shape;266;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3500"/>
              <a:buNone/>
              <a:defRPr>
                <a:solidFill>
                  <a:schemeClr val="lt1"/>
                </a:solidFill>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a:endParaRPr/>
          </a:p>
        </p:txBody>
      </p:sp>
      <p:sp>
        <p:nvSpPr>
          <p:cNvPr id="267" name="Google Shape;267;p13"/>
          <p:cNvSpPr txBox="1">
            <a:spLocks noGrp="1"/>
          </p:cNvSpPr>
          <p:nvPr>
            <p:ph type="title" idx="2" hasCustomPrompt="1"/>
          </p:nvPr>
        </p:nvSpPr>
        <p:spPr>
          <a:xfrm>
            <a:off x="820500" y="1880150"/>
            <a:ext cx="1162800" cy="71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68" name="Google Shape;268;p13"/>
          <p:cNvSpPr txBox="1">
            <a:spLocks noGrp="1"/>
          </p:cNvSpPr>
          <p:nvPr>
            <p:ph type="subTitle" idx="1"/>
          </p:nvPr>
        </p:nvSpPr>
        <p:spPr>
          <a:xfrm>
            <a:off x="2107350" y="2231650"/>
            <a:ext cx="2364000" cy="572700"/>
          </a:xfrm>
          <a:prstGeom prst="rect">
            <a:avLst/>
          </a:prstGeom>
        </p:spPr>
        <p:txBody>
          <a:bodyPr spcFirstLastPara="1" wrap="square" lIns="91425" tIns="91425" rIns="91425" bIns="91425" anchor="b" anchorCtr="0">
            <a:noAutofit/>
          </a:bodyPr>
          <a:lstStyle>
            <a:lvl1pPr lvl="0">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269" name="Google Shape;269;p13"/>
          <p:cNvSpPr txBox="1">
            <a:spLocks noGrp="1"/>
          </p:cNvSpPr>
          <p:nvPr>
            <p:ph type="subTitle" idx="3"/>
          </p:nvPr>
        </p:nvSpPr>
        <p:spPr>
          <a:xfrm>
            <a:off x="2107350" y="1809625"/>
            <a:ext cx="2364000" cy="422100"/>
          </a:xfrm>
          <a:prstGeom prst="rect">
            <a:avLst/>
          </a:prstGeom>
        </p:spPr>
        <p:txBody>
          <a:bodyPr spcFirstLastPara="1" wrap="square" lIns="91425" tIns="91425" rIns="91425" bIns="91425" anchor="b" anchorCtr="0">
            <a:noAutofit/>
          </a:bodyPr>
          <a:lstStyle>
            <a:lvl1pPr lvl="0" rtl="0">
              <a:spcBef>
                <a:spcPts val="0"/>
              </a:spcBef>
              <a:spcAft>
                <a:spcPts val="0"/>
              </a:spcAft>
              <a:buSzPts val="2200"/>
              <a:buFont typeface="Freckle Face"/>
              <a:buNone/>
              <a:defRPr sz="2500">
                <a:latin typeface="Freckle Face"/>
                <a:ea typeface="Freckle Face"/>
                <a:cs typeface="Freckle Face"/>
                <a:sym typeface="Freckle Face"/>
              </a:defRPr>
            </a:lvl1pPr>
            <a:lvl2pPr lvl="1" rtl="0">
              <a:spcBef>
                <a:spcPts val="0"/>
              </a:spcBef>
              <a:spcAft>
                <a:spcPts val="0"/>
              </a:spcAft>
              <a:buSzPts val="2200"/>
              <a:buFont typeface="Freckle Face"/>
              <a:buNone/>
              <a:defRPr sz="2200">
                <a:latin typeface="Freckle Face"/>
                <a:ea typeface="Freckle Face"/>
                <a:cs typeface="Freckle Face"/>
                <a:sym typeface="Freckle Face"/>
              </a:defRPr>
            </a:lvl2pPr>
            <a:lvl3pPr lvl="2" rtl="0">
              <a:spcBef>
                <a:spcPts val="0"/>
              </a:spcBef>
              <a:spcAft>
                <a:spcPts val="0"/>
              </a:spcAft>
              <a:buSzPts val="2200"/>
              <a:buFont typeface="Freckle Face"/>
              <a:buNone/>
              <a:defRPr sz="2200">
                <a:latin typeface="Freckle Face"/>
                <a:ea typeface="Freckle Face"/>
                <a:cs typeface="Freckle Face"/>
                <a:sym typeface="Freckle Face"/>
              </a:defRPr>
            </a:lvl3pPr>
            <a:lvl4pPr lvl="3" rtl="0">
              <a:spcBef>
                <a:spcPts val="0"/>
              </a:spcBef>
              <a:spcAft>
                <a:spcPts val="0"/>
              </a:spcAft>
              <a:buSzPts val="2200"/>
              <a:buFont typeface="Freckle Face"/>
              <a:buNone/>
              <a:defRPr sz="2200">
                <a:latin typeface="Freckle Face"/>
                <a:ea typeface="Freckle Face"/>
                <a:cs typeface="Freckle Face"/>
                <a:sym typeface="Freckle Face"/>
              </a:defRPr>
            </a:lvl4pPr>
            <a:lvl5pPr lvl="4" rtl="0">
              <a:spcBef>
                <a:spcPts val="0"/>
              </a:spcBef>
              <a:spcAft>
                <a:spcPts val="0"/>
              </a:spcAft>
              <a:buSzPts val="2200"/>
              <a:buFont typeface="Freckle Face"/>
              <a:buNone/>
              <a:defRPr sz="2200">
                <a:latin typeface="Freckle Face"/>
                <a:ea typeface="Freckle Face"/>
                <a:cs typeface="Freckle Face"/>
                <a:sym typeface="Freckle Face"/>
              </a:defRPr>
            </a:lvl5pPr>
            <a:lvl6pPr lvl="5" rtl="0">
              <a:spcBef>
                <a:spcPts val="0"/>
              </a:spcBef>
              <a:spcAft>
                <a:spcPts val="0"/>
              </a:spcAft>
              <a:buSzPts val="2200"/>
              <a:buFont typeface="Freckle Face"/>
              <a:buNone/>
              <a:defRPr sz="2200">
                <a:latin typeface="Freckle Face"/>
                <a:ea typeface="Freckle Face"/>
                <a:cs typeface="Freckle Face"/>
                <a:sym typeface="Freckle Face"/>
              </a:defRPr>
            </a:lvl6pPr>
            <a:lvl7pPr lvl="6" rtl="0">
              <a:spcBef>
                <a:spcPts val="0"/>
              </a:spcBef>
              <a:spcAft>
                <a:spcPts val="0"/>
              </a:spcAft>
              <a:buSzPts val="2200"/>
              <a:buFont typeface="Freckle Face"/>
              <a:buNone/>
              <a:defRPr sz="2200">
                <a:latin typeface="Freckle Face"/>
                <a:ea typeface="Freckle Face"/>
                <a:cs typeface="Freckle Face"/>
                <a:sym typeface="Freckle Face"/>
              </a:defRPr>
            </a:lvl7pPr>
            <a:lvl8pPr lvl="7" rtl="0">
              <a:spcBef>
                <a:spcPts val="0"/>
              </a:spcBef>
              <a:spcAft>
                <a:spcPts val="0"/>
              </a:spcAft>
              <a:buSzPts val="2200"/>
              <a:buFont typeface="Freckle Face"/>
              <a:buNone/>
              <a:defRPr sz="2200">
                <a:latin typeface="Freckle Face"/>
                <a:ea typeface="Freckle Face"/>
                <a:cs typeface="Freckle Face"/>
                <a:sym typeface="Freckle Face"/>
              </a:defRPr>
            </a:lvl8pPr>
            <a:lvl9pPr lvl="8" rtl="0">
              <a:spcBef>
                <a:spcPts val="0"/>
              </a:spcBef>
              <a:spcAft>
                <a:spcPts val="0"/>
              </a:spcAft>
              <a:buSzPts val="2200"/>
              <a:buFont typeface="Freckle Face"/>
              <a:buNone/>
              <a:defRPr sz="2200">
                <a:latin typeface="Freckle Face"/>
                <a:ea typeface="Freckle Face"/>
                <a:cs typeface="Freckle Face"/>
                <a:sym typeface="Freckle Face"/>
              </a:defRPr>
            </a:lvl9pPr>
          </a:lstStyle>
          <a:p>
            <a:endParaRPr/>
          </a:p>
        </p:txBody>
      </p:sp>
      <p:sp>
        <p:nvSpPr>
          <p:cNvPr id="270" name="Google Shape;270;p13"/>
          <p:cNvSpPr txBox="1">
            <a:spLocks noGrp="1"/>
          </p:cNvSpPr>
          <p:nvPr>
            <p:ph type="title" idx="4" hasCustomPrompt="1"/>
          </p:nvPr>
        </p:nvSpPr>
        <p:spPr>
          <a:xfrm>
            <a:off x="4731150" y="1880150"/>
            <a:ext cx="1162800" cy="71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1" name="Google Shape;271;p13"/>
          <p:cNvSpPr txBox="1">
            <a:spLocks noGrp="1"/>
          </p:cNvSpPr>
          <p:nvPr>
            <p:ph type="subTitle" idx="5"/>
          </p:nvPr>
        </p:nvSpPr>
        <p:spPr>
          <a:xfrm>
            <a:off x="6018000" y="2231650"/>
            <a:ext cx="23640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272" name="Google Shape;272;p13"/>
          <p:cNvSpPr txBox="1">
            <a:spLocks noGrp="1"/>
          </p:cNvSpPr>
          <p:nvPr>
            <p:ph type="subTitle" idx="6"/>
          </p:nvPr>
        </p:nvSpPr>
        <p:spPr>
          <a:xfrm>
            <a:off x="6018000" y="1809625"/>
            <a:ext cx="2364000" cy="422100"/>
          </a:xfrm>
          <a:prstGeom prst="rect">
            <a:avLst/>
          </a:prstGeom>
        </p:spPr>
        <p:txBody>
          <a:bodyPr spcFirstLastPara="1" wrap="square" lIns="91425" tIns="91425" rIns="91425" bIns="91425" anchor="b" anchorCtr="0">
            <a:noAutofit/>
          </a:bodyPr>
          <a:lstStyle>
            <a:lvl1pPr lvl="0" rtl="0">
              <a:spcBef>
                <a:spcPts val="0"/>
              </a:spcBef>
              <a:spcAft>
                <a:spcPts val="0"/>
              </a:spcAft>
              <a:buSzPts val="2200"/>
              <a:buFont typeface="Freckle Face"/>
              <a:buNone/>
              <a:defRPr sz="2500">
                <a:latin typeface="Freckle Face"/>
                <a:ea typeface="Freckle Face"/>
                <a:cs typeface="Freckle Face"/>
                <a:sym typeface="Freckle Face"/>
              </a:defRPr>
            </a:lvl1pPr>
            <a:lvl2pPr lvl="1" rtl="0">
              <a:spcBef>
                <a:spcPts val="0"/>
              </a:spcBef>
              <a:spcAft>
                <a:spcPts val="0"/>
              </a:spcAft>
              <a:buSzPts val="2200"/>
              <a:buFont typeface="Freckle Face"/>
              <a:buNone/>
              <a:defRPr sz="2200">
                <a:latin typeface="Freckle Face"/>
                <a:ea typeface="Freckle Face"/>
                <a:cs typeface="Freckle Face"/>
                <a:sym typeface="Freckle Face"/>
              </a:defRPr>
            </a:lvl2pPr>
            <a:lvl3pPr lvl="2" rtl="0">
              <a:spcBef>
                <a:spcPts val="0"/>
              </a:spcBef>
              <a:spcAft>
                <a:spcPts val="0"/>
              </a:spcAft>
              <a:buSzPts val="2200"/>
              <a:buFont typeface="Freckle Face"/>
              <a:buNone/>
              <a:defRPr sz="2200">
                <a:latin typeface="Freckle Face"/>
                <a:ea typeface="Freckle Face"/>
                <a:cs typeface="Freckle Face"/>
                <a:sym typeface="Freckle Face"/>
              </a:defRPr>
            </a:lvl3pPr>
            <a:lvl4pPr lvl="3" rtl="0">
              <a:spcBef>
                <a:spcPts val="0"/>
              </a:spcBef>
              <a:spcAft>
                <a:spcPts val="0"/>
              </a:spcAft>
              <a:buSzPts val="2200"/>
              <a:buFont typeface="Freckle Face"/>
              <a:buNone/>
              <a:defRPr sz="2200">
                <a:latin typeface="Freckle Face"/>
                <a:ea typeface="Freckle Face"/>
                <a:cs typeface="Freckle Face"/>
                <a:sym typeface="Freckle Face"/>
              </a:defRPr>
            </a:lvl4pPr>
            <a:lvl5pPr lvl="4" rtl="0">
              <a:spcBef>
                <a:spcPts val="0"/>
              </a:spcBef>
              <a:spcAft>
                <a:spcPts val="0"/>
              </a:spcAft>
              <a:buSzPts val="2200"/>
              <a:buFont typeface="Freckle Face"/>
              <a:buNone/>
              <a:defRPr sz="2200">
                <a:latin typeface="Freckle Face"/>
                <a:ea typeface="Freckle Face"/>
                <a:cs typeface="Freckle Face"/>
                <a:sym typeface="Freckle Face"/>
              </a:defRPr>
            </a:lvl5pPr>
            <a:lvl6pPr lvl="5" rtl="0">
              <a:spcBef>
                <a:spcPts val="0"/>
              </a:spcBef>
              <a:spcAft>
                <a:spcPts val="0"/>
              </a:spcAft>
              <a:buSzPts val="2200"/>
              <a:buFont typeface="Freckle Face"/>
              <a:buNone/>
              <a:defRPr sz="2200">
                <a:latin typeface="Freckle Face"/>
                <a:ea typeface="Freckle Face"/>
                <a:cs typeface="Freckle Face"/>
                <a:sym typeface="Freckle Face"/>
              </a:defRPr>
            </a:lvl6pPr>
            <a:lvl7pPr lvl="6" rtl="0">
              <a:spcBef>
                <a:spcPts val="0"/>
              </a:spcBef>
              <a:spcAft>
                <a:spcPts val="0"/>
              </a:spcAft>
              <a:buSzPts val="2200"/>
              <a:buFont typeface="Freckle Face"/>
              <a:buNone/>
              <a:defRPr sz="2200">
                <a:latin typeface="Freckle Face"/>
                <a:ea typeface="Freckle Face"/>
                <a:cs typeface="Freckle Face"/>
                <a:sym typeface="Freckle Face"/>
              </a:defRPr>
            </a:lvl7pPr>
            <a:lvl8pPr lvl="7" rtl="0">
              <a:spcBef>
                <a:spcPts val="0"/>
              </a:spcBef>
              <a:spcAft>
                <a:spcPts val="0"/>
              </a:spcAft>
              <a:buSzPts val="2200"/>
              <a:buFont typeface="Freckle Face"/>
              <a:buNone/>
              <a:defRPr sz="2200">
                <a:latin typeface="Freckle Face"/>
                <a:ea typeface="Freckle Face"/>
                <a:cs typeface="Freckle Face"/>
                <a:sym typeface="Freckle Face"/>
              </a:defRPr>
            </a:lvl8pPr>
            <a:lvl9pPr lvl="8" rtl="0">
              <a:spcBef>
                <a:spcPts val="0"/>
              </a:spcBef>
              <a:spcAft>
                <a:spcPts val="0"/>
              </a:spcAft>
              <a:buSzPts val="2200"/>
              <a:buFont typeface="Freckle Face"/>
              <a:buNone/>
              <a:defRPr sz="2200">
                <a:latin typeface="Freckle Face"/>
                <a:ea typeface="Freckle Face"/>
                <a:cs typeface="Freckle Face"/>
                <a:sym typeface="Freckle Face"/>
              </a:defRPr>
            </a:lvl9pPr>
          </a:lstStyle>
          <a:p>
            <a:endParaRPr/>
          </a:p>
        </p:txBody>
      </p:sp>
      <p:sp>
        <p:nvSpPr>
          <p:cNvPr id="273" name="Google Shape;273;p13"/>
          <p:cNvSpPr txBox="1">
            <a:spLocks noGrp="1"/>
          </p:cNvSpPr>
          <p:nvPr>
            <p:ph type="title" idx="7" hasCustomPrompt="1"/>
          </p:nvPr>
        </p:nvSpPr>
        <p:spPr>
          <a:xfrm>
            <a:off x="820500" y="3411425"/>
            <a:ext cx="1162800" cy="71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4" name="Google Shape;274;p13"/>
          <p:cNvSpPr txBox="1">
            <a:spLocks noGrp="1"/>
          </p:cNvSpPr>
          <p:nvPr>
            <p:ph type="subTitle" idx="8"/>
          </p:nvPr>
        </p:nvSpPr>
        <p:spPr>
          <a:xfrm>
            <a:off x="2107350" y="3744850"/>
            <a:ext cx="23640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275" name="Google Shape;275;p13"/>
          <p:cNvSpPr txBox="1">
            <a:spLocks noGrp="1"/>
          </p:cNvSpPr>
          <p:nvPr>
            <p:ph type="subTitle" idx="9"/>
          </p:nvPr>
        </p:nvSpPr>
        <p:spPr>
          <a:xfrm>
            <a:off x="2107350" y="3322825"/>
            <a:ext cx="2364000" cy="422100"/>
          </a:xfrm>
          <a:prstGeom prst="rect">
            <a:avLst/>
          </a:prstGeom>
        </p:spPr>
        <p:txBody>
          <a:bodyPr spcFirstLastPara="1" wrap="square" lIns="91425" tIns="91425" rIns="91425" bIns="91425" anchor="b" anchorCtr="0">
            <a:noAutofit/>
          </a:bodyPr>
          <a:lstStyle>
            <a:lvl1pPr lvl="0" rtl="0">
              <a:spcBef>
                <a:spcPts val="0"/>
              </a:spcBef>
              <a:spcAft>
                <a:spcPts val="0"/>
              </a:spcAft>
              <a:buSzPts val="2200"/>
              <a:buFont typeface="Freckle Face"/>
              <a:buNone/>
              <a:defRPr sz="2500">
                <a:latin typeface="Freckle Face"/>
                <a:ea typeface="Freckle Face"/>
                <a:cs typeface="Freckle Face"/>
                <a:sym typeface="Freckle Face"/>
              </a:defRPr>
            </a:lvl1pPr>
            <a:lvl2pPr lvl="1" rtl="0">
              <a:spcBef>
                <a:spcPts val="0"/>
              </a:spcBef>
              <a:spcAft>
                <a:spcPts val="0"/>
              </a:spcAft>
              <a:buSzPts val="2200"/>
              <a:buFont typeface="Freckle Face"/>
              <a:buNone/>
              <a:defRPr sz="2200">
                <a:latin typeface="Freckle Face"/>
                <a:ea typeface="Freckle Face"/>
                <a:cs typeface="Freckle Face"/>
                <a:sym typeface="Freckle Face"/>
              </a:defRPr>
            </a:lvl2pPr>
            <a:lvl3pPr lvl="2" rtl="0">
              <a:spcBef>
                <a:spcPts val="0"/>
              </a:spcBef>
              <a:spcAft>
                <a:spcPts val="0"/>
              </a:spcAft>
              <a:buSzPts val="2200"/>
              <a:buFont typeface="Freckle Face"/>
              <a:buNone/>
              <a:defRPr sz="2200">
                <a:latin typeface="Freckle Face"/>
                <a:ea typeface="Freckle Face"/>
                <a:cs typeface="Freckle Face"/>
                <a:sym typeface="Freckle Face"/>
              </a:defRPr>
            </a:lvl3pPr>
            <a:lvl4pPr lvl="3" rtl="0">
              <a:spcBef>
                <a:spcPts val="0"/>
              </a:spcBef>
              <a:spcAft>
                <a:spcPts val="0"/>
              </a:spcAft>
              <a:buSzPts val="2200"/>
              <a:buFont typeface="Freckle Face"/>
              <a:buNone/>
              <a:defRPr sz="2200">
                <a:latin typeface="Freckle Face"/>
                <a:ea typeface="Freckle Face"/>
                <a:cs typeface="Freckle Face"/>
                <a:sym typeface="Freckle Face"/>
              </a:defRPr>
            </a:lvl4pPr>
            <a:lvl5pPr lvl="4" rtl="0">
              <a:spcBef>
                <a:spcPts val="0"/>
              </a:spcBef>
              <a:spcAft>
                <a:spcPts val="0"/>
              </a:spcAft>
              <a:buSzPts val="2200"/>
              <a:buFont typeface="Freckle Face"/>
              <a:buNone/>
              <a:defRPr sz="2200">
                <a:latin typeface="Freckle Face"/>
                <a:ea typeface="Freckle Face"/>
                <a:cs typeface="Freckle Face"/>
                <a:sym typeface="Freckle Face"/>
              </a:defRPr>
            </a:lvl5pPr>
            <a:lvl6pPr lvl="5" rtl="0">
              <a:spcBef>
                <a:spcPts val="0"/>
              </a:spcBef>
              <a:spcAft>
                <a:spcPts val="0"/>
              </a:spcAft>
              <a:buSzPts val="2200"/>
              <a:buFont typeface="Freckle Face"/>
              <a:buNone/>
              <a:defRPr sz="2200">
                <a:latin typeface="Freckle Face"/>
                <a:ea typeface="Freckle Face"/>
                <a:cs typeface="Freckle Face"/>
                <a:sym typeface="Freckle Face"/>
              </a:defRPr>
            </a:lvl6pPr>
            <a:lvl7pPr lvl="6" rtl="0">
              <a:spcBef>
                <a:spcPts val="0"/>
              </a:spcBef>
              <a:spcAft>
                <a:spcPts val="0"/>
              </a:spcAft>
              <a:buSzPts val="2200"/>
              <a:buFont typeface="Freckle Face"/>
              <a:buNone/>
              <a:defRPr sz="2200">
                <a:latin typeface="Freckle Face"/>
                <a:ea typeface="Freckle Face"/>
                <a:cs typeface="Freckle Face"/>
                <a:sym typeface="Freckle Face"/>
              </a:defRPr>
            </a:lvl7pPr>
            <a:lvl8pPr lvl="7" rtl="0">
              <a:spcBef>
                <a:spcPts val="0"/>
              </a:spcBef>
              <a:spcAft>
                <a:spcPts val="0"/>
              </a:spcAft>
              <a:buSzPts val="2200"/>
              <a:buFont typeface="Freckle Face"/>
              <a:buNone/>
              <a:defRPr sz="2200">
                <a:latin typeface="Freckle Face"/>
                <a:ea typeface="Freckle Face"/>
                <a:cs typeface="Freckle Face"/>
                <a:sym typeface="Freckle Face"/>
              </a:defRPr>
            </a:lvl8pPr>
            <a:lvl9pPr lvl="8" rtl="0">
              <a:spcBef>
                <a:spcPts val="0"/>
              </a:spcBef>
              <a:spcAft>
                <a:spcPts val="0"/>
              </a:spcAft>
              <a:buSzPts val="2200"/>
              <a:buFont typeface="Freckle Face"/>
              <a:buNone/>
              <a:defRPr sz="2200">
                <a:latin typeface="Freckle Face"/>
                <a:ea typeface="Freckle Face"/>
                <a:cs typeface="Freckle Face"/>
                <a:sym typeface="Freckle Face"/>
              </a:defRPr>
            </a:lvl9pPr>
          </a:lstStyle>
          <a:p>
            <a:endParaRPr/>
          </a:p>
        </p:txBody>
      </p:sp>
      <p:sp>
        <p:nvSpPr>
          <p:cNvPr id="276" name="Google Shape;276;p13"/>
          <p:cNvSpPr txBox="1">
            <a:spLocks noGrp="1"/>
          </p:cNvSpPr>
          <p:nvPr>
            <p:ph type="title" idx="13" hasCustomPrompt="1"/>
          </p:nvPr>
        </p:nvSpPr>
        <p:spPr>
          <a:xfrm>
            <a:off x="4731150" y="3411425"/>
            <a:ext cx="1162800" cy="71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7" name="Google Shape;277;p13"/>
          <p:cNvSpPr txBox="1">
            <a:spLocks noGrp="1"/>
          </p:cNvSpPr>
          <p:nvPr>
            <p:ph type="subTitle" idx="14"/>
          </p:nvPr>
        </p:nvSpPr>
        <p:spPr>
          <a:xfrm>
            <a:off x="6018000" y="3744850"/>
            <a:ext cx="23640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278" name="Google Shape;278;p13"/>
          <p:cNvSpPr txBox="1">
            <a:spLocks noGrp="1"/>
          </p:cNvSpPr>
          <p:nvPr>
            <p:ph type="subTitle" idx="15"/>
          </p:nvPr>
        </p:nvSpPr>
        <p:spPr>
          <a:xfrm>
            <a:off x="6018000" y="3322825"/>
            <a:ext cx="2364000" cy="422100"/>
          </a:xfrm>
          <a:prstGeom prst="rect">
            <a:avLst/>
          </a:prstGeom>
        </p:spPr>
        <p:txBody>
          <a:bodyPr spcFirstLastPara="1" wrap="square" lIns="91425" tIns="91425" rIns="91425" bIns="91425" anchor="b" anchorCtr="0">
            <a:noAutofit/>
          </a:bodyPr>
          <a:lstStyle>
            <a:lvl1pPr lvl="0" rtl="0">
              <a:spcBef>
                <a:spcPts val="0"/>
              </a:spcBef>
              <a:spcAft>
                <a:spcPts val="0"/>
              </a:spcAft>
              <a:buSzPts val="2200"/>
              <a:buFont typeface="Freckle Face"/>
              <a:buNone/>
              <a:defRPr sz="2500">
                <a:latin typeface="Freckle Face"/>
                <a:ea typeface="Freckle Face"/>
                <a:cs typeface="Freckle Face"/>
                <a:sym typeface="Freckle Face"/>
              </a:defRPr>
            </a:lvl1pPr>
            <a:lvl2pPr lvl="1" rtl="0">
              <a:spcBef>
                <a:spcPts val="0"/>
              </a:spcBef>
              <a:spcAft>
                <a:spcPts val="0"/>
              </a:spcAft>
              <a:buSzPts val="2200"/>
              <a:buFont typeface="Freckle Face"/>
              <a:buNone/>
              <a:defRPr sz="2200">
                <a:latin typeface="Freckle Face"/>
                <a:ea typeface="Freckle Face"/>
                <a:cs typeface="Freckle Face"/>
                <a:sym typeface="Freckle Face"/>
              </a:defRPr>
            </a:lvl2pPr>
            <a:lvl3pPr lvl="2" rtl="0">
              <a:spcBef>
                <a:spcPts val="0"/>
              </a:spcBef>
              <a:spcAft>
                <a:spcPts val="0"/>
              </a:spcAft>
              <a:buSzPts val="2200"/>
              <a:buFont typeface="Freckle Face"/>
              <a:buNone/>
              <a:defRPr sz="2200">
                <a:latin typeface="Freckle Face"/>
                <a:ea typeface="Freckle Face"/>
                <a:cs typeface="Freckle Face"/>
                <a:sym typeface="Freckle Face"/>
              </a:defRPr>
            </a:lvl3pPr>
            <a:lvl4pPr lvl="3" rtl="0">
              <a:spcBef>
                <a:spcPts val="0"/>
              </a:spcBef>
              <a:spcAft>
                <a:spcPts val="0"/>
              </a:spcAft>
              <a:buSzPts val="2200"/>
              <a:buFont typeface="Freckle Face"/>
              <a:buNone/>
              <a:defRPr sz="2200">
                <a:latin typeface="Freckle Face"/>
                <a:ea typeface="Freckle Face"/>
                <a:cs typeface="Freckle Face"/>
                <a:sym typeface="Freckle Face"/>
              </a:defRPr>
            </a:lvl4pPr>
            <a:lvl5pPr lvl="4" rtl="0">
              <a:spcBef>
                <a:spcPts val="0"/>
              </a:spcBef>
              <a:spcAft>
                <a:spcPts val="0"/>
              </a:spcAft>
              <a:buSzPts val="2200"/>
              <a:buFont typeface="Freckle Face"/>
              <a:buNone/>
              <a:defRPr sz="2200">
                <a:latin typeface="Freckle Face"/>
                <a:ea typeface="Freckle Face"/>
                <a:cs typeface="Freckle Face"/>
                <a:sym typeface="Freckle Face"/>
              </a:defRPr>
            </a:lvl5pPr>
            <a:lvl6pPr lvl="5" rtl="0">
              <a:spcBef>
                <a:spcPts val="0"/>
              </a:spcBef>
              <a:spcAft>
                <a:spcPts val="0"/>
              </a:spcAft>
              <a:buSzPts val="2200"/>
              <a:buFont typeface="Freckle Face"/>
              <a:buNone/>
              <a:defRPr sz="2200">
                <a:latin typeface="Freckle Face"/>
                <a:ea typeface="Freckle Face"/>
                <a:cs typeface="Freckle Face"/>
                <a:sym typeface="Freckle Face"/>
              </a:defRPr>
            </a:lvl6pPr>
            <a:lvl7pPr lvl="6" rtl="0">
              <a:spcBef>
                <a:spcPts val="0"/>
              </a:spcBef>
              <a:spcAft>
                <a:spcPts val="0"/>
              </a:spcAft>
              <a:buSzPts val="2200"/>
              <a:buFont typeface="Freckle Face"/>
              <a:buNone/>
              <a:defRPr sz="2200">
                <a:latin typeface="Freckle Face"/>
                <a:ea typeface="Freckle Face"/>
                <a:cs typeface="Freckle Face"/>
                <a:sym typeface="Freckle Face"/>
              </a:defRPr>
            </a:lvl7pPr>
            <a:lvl8pPr lvl="7" rtl="0">
              <a:spcBef>
                <a:spcPts val="0"/>
              </a:spcBef>
              <a:spcAft>
                <a:spcPts val="0"/>
              </a:spcAft>
              <a:buSzPts val="2200"/>
              <a:buFont typeface="Freckle Face"/>
              <a:buNone/>
              <a:defRPr sz="2200">
                <a:latin typeface="Freckle Face"/>
                <a:ea typeface="Freckle Face"/>
                <a:cs typeface="Freckle Face"/>
                <a:sym typeface="Freckle Face"/>
              </a:defRPr>
            </a:lvl8pPr>
            <a:lvl9pPr lvl="8" rtl="0">
              <a:spcBef>
                <a:spcPts val="0"/>
              </a:spcBef>
              <a:spcAft>
                <a:spcPts val="0"/>
              </a:spcAft>
              <a:buSzPts val="2200"/>
              <a:buFont typeface="Freckle Face"/>
              <a:buNone/>
              <a:defRPr sz="2200">
                <a:latin typeface="Freckle Face"/>
                <a:ea typeface="Freckle Face"/>
                <a:cs typeface="Freckle Face"/>
                <a:sym typeface="Freckle Face"/>
              </a:defRPr>
            </a:lvl9pPr>
          </a:lstStyle>
          <a:p>
            <a:endParaRPr/>
          </a:p>
        </p:txBody>
      </p:sp>
      <p:sp>
        <p:nvSpPr>
          <p:cNvPr id="279" name="Google Shape;279;p13"/>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CUSTOM_1">
    <p:spTree>
      <p:nvGrpSpPr>
        <p:cNvPr id="1" name="Shape 280"/>
        <p:cNvGrpSpPr/>
        <p:nvPr/>
      </p:nvGrpSpPr>
      <p:grpSpPr>
        <a:xfrm>
          <a:off x="0" y="0"/>
          <a:ext cx="0" cy="0"/>
          <a:chOff x="0" y="0"/>
          <a:chExt cx="0" cy="0"/>
        </a:xfrm>
      </p:grpSpPr>
      <p:sp>
        <p:nvSpPr>
          <p:cNvPr id="281" name="Google Shape;281;p14"/>
          <p:cNvSpPr txBox="1">
            <a:spLocks noGrp="1"/>
          </p:cNvSpPr>
          <p:nvPr>
            <p:ph type="subTitle" idx="1"/>
          </p:nvPr>
        </p:nvSpPr>
        <p:spPr>
          <a:xfrm>
            <a:off x="878850" y="1468550"/>
            <a:ext cx="7226100" cy="1724400"/>
          </a:xfrm>
          <a:prstGeom prst="rect">
            <a:avLst/>
          </a:prstGeom>
        </p:spPr>
        <p:txBody>
          <a:bodyPr spcFirstLastPara="1" wrap="square" lIns="91425" tIns="91425" rIns="91425" bIns="91425" anchor="ctr" anchorCtr="0">
            <a:noAutofit/>
          </a:bodyPr>
          <a:lstStyle>
            <a:lvl1pPr lvl="0" algn="ctr">
              <a:spcBef>
                <a:spcPts val="0"/>
              </a:spcBef>
              <a:spcAft>
                <a:spcPts val="0"/>
              </a:spcAft>
              <a:buSzPts val="3000"/>
              <a:buNone/>
              <a:defRPr sz="2700"/>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282" name="Google Shape;282;p14"/>
          <p:cNvSpPr txBox="1">
            <a:spLocks noGrp="1"/>
          </p:cNvSpPr>
          <p:nvPr>
            <p:ph type="subTitle" idx="2"/>
          </p:nvPr>
        </p:nvSpPr>
        <p:spPr>
          <a:xfrm>
            <a:off x="3071400" y="3386850"/>
            <a:ext cx="2841000" cy="310200"/>
          </a:xfrm>
          <a:prstGeom prst="rect">
            <a:avLst/>
          </a:prstGeom>
        </p:spPr>
        <p:txBody>
          <a:bodyPr spcFirstLastPara="1" wrap="square" lIns="91425" tIns="91425" rIns="91425" bIns="91425" anchor="ctr" anchorCtr="0">
            <a:noAutofit/>
          </a:bodyPr>
          <a:lstStyle>
            <a:lvl1pPr lvl="0" algn="ctr">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grpSp>
        <p:nvGrpSpPr>
          <p:cNvPr id="283" name="Google Shape;283;p14"/>
          <p:cNvGrpSpPr/>
          <p:nvPr/>
        </p:nvGrpSpPr>
        <p:grpSpPr>
          <a:xfrm>
            <a:off x="7369870" y="1389407"/>
            <a:ext cx="2688530" cy="3410596"/>
            <a:chOff x="-705675" y="1389407"/>
            <a:chExt cx="2688530" cy="3410596"/>
          </a:xfrm>
        </p:grpSpPr>
        <p:sp>
          <p:nvSpPr>
            <p:cNvPr id="284" name="Google Shape;284;p14"/>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14"/>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14"/>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14"/>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14"/>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14"/>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14"/>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14"/>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14"/>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14"/>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14"/>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14"/>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14"/>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14"/>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14"/>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14"/>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14"/>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1" name="Google Shape;301;p14"/>
          <p:cNvGrpSpPr/>
          <p:nvPr/>
        </p:nvGrpSpPr>
        <p:grpSpPr>
          <a:xfrm>
            <a:off x="-145733" y="-40800"/>
            <a:ext cx="9372079" cy="1277829"/>
            <a:chOff x="-145733" y="-40800"/>
            <a:chExt cx="9372079" cy="1277829"/>
          </a:xfrm>
        </p:grpSpPr>
        <p:sp>
          <p:nvSpPr>
            <p:cNvPr id="302" name="Google Shape;302;p14"/>
            <p:cNvSpPr/>
            <p:nvPr/>
          </p:nvSpPr>
          <p:spPr>
            <a:xfrm>
              <a:off x="3356080" y="-40800"/>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14"/>
            <p:cNvSpPr/>
            <p:nvPr/>
          </p:nvSpPr>
          <p:spPr>
            <a:xfrm>
              <a:off x="7444508" y="53258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14"/>
            <p:cNvSpPr/>
            <p:nvPr/>
          </p:nvSpPr>
          <p:spPr>
            <a:xfrm>
              <a:off x="-145733" y="37482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5" name="Google Shape;305;p14"/>
          <p:cNvSpPr/>
          <p:nvPr/>
        </p:nvSpPr>
        <p:spPr>
          <a:xfrm flipH="1">
            <a:off x="2"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6" name="Google Shape;306;p14"/>
          <p:cNvGrpSpPr/>
          <p:nvPr/>
        </p:nvGrpSpPr>
        <p:grpSpPr>
          <a:xfrm flipH="1">
            <a:off x="-673315" y="1350800"/>
            <a:ext cx="2327978" cy="3502413"/>
            <a:chOff x="7256414" y="1350800"/>
            <a:chExt cx="2327978" cy="3502413"/>
          </a:xfrm>
        </p:grpSpPr>
        <p:sp>
          <p:nvSpPr>
            <p:cNvPr id="307" name="Google Shape;307;p14"/>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14"/>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14"/>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14"/>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14"/>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14"/>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14"/>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14"/>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14"/>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14"/>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14"/>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14"/>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14"/>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14"/>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14"/>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14"/>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14"/>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01">
  <p:cSld name="SECTION_HEADER_1">
    <p:spTree>
      <p:nvGrpSpPr>
        <p:cNvPr id="1" name="Shape 324"/>
        <p:cNvGrpSpPr/>
        <p:nvPr/>
      </p:nvGrpSpPr>
      <p:grpSpPr>
        <a:xfrm>
          <a:off x="0" y="0"/>
          <a:ext cx="0" cy="0"/>
          <a:chOff x="0" y="0"/>
          <a:chExt cx="0" cy="0"/>
        </a:xfrm>
      </p:grpSpPr>
      <p:sp>
        <p:nvSpPr>
          <p:cNvPr id="325" name="Google Shape;325;p15"/>
          <p:cNvSpPr txBox="1">
            <a:spLocks noGrp="1"/>
          </p:cNvSpPr>
          <p:nvPr>
            <p:ph type="title"/>
          </p:nvPr>
        </p:nvSpPr>
        <p:spPr>
          <a:xfrm>
            <a:off x="4734175" y="2720150"/>
            <a:ext cx="2955000" cy="465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solidFill>
                  <a:schemeClr val="lt1"/>
                </a:solidFill>
              </a:defRPr>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326" name="Google Shape;326;p15"/>
          <p:cNvSpPr txBox="1">
            <a:spLocks noGrp="1"/>
          </p:cNvSpPr>
          <p:nvPr>
            <p:ph type="title" idx="2" hasCustomPrompt="1"/>
          </p:nvPr>
        </p:nvSpPr>
        <p:spPr>
          <a:xfrm>
            <a:off x="4734186" y="540000"/>
            <a:ext cx="2955000" cy="1963500"/>
          </a:xfrm>
          <a:prstGeom prst="rect">
            <a:avLst/>
          </a:prstGeom>
        </p:spPr>
        <p:txBody>
          <a:bodyPr spcFirstLastPara="1" wrap="square" lIns="91425" tIns="91425" rIns="91425" bIns="91425" anchor="ctr" anchorCtr="0">
            <a:noAutofit/>
          </a:bodyPr>
          <a:lstStyle>
            <a:lvl1pPr lvl="0" rtl="0">
              <a:spcBef>
                <a:spcPts val="0"/>
              </a:spcBef>
              <a:spcAft>
                <a:spcPts val="0"/>
              </a:spcAft>
              <a:buSzPts val="12000"/>
              <a:buNone/>
              <a:defRPr sz="135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327" name="Google Shape;327;p15"/>
          <p:cNvSpPr txBox="1">
            <a:spLocks noGrp="1"/>
          </p:cNvSpPr>
          <p:nvPr>
            <p:ph type="subTitle" idx="1"/>
          </p:nvPr>
        </p:nvSpPr>
        <p:spPr>
          <a:xfrm>
            <a:off x="4865050" y="3726475"/>
            <a:ext cx="2691300" cy="465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600"/>
              <a:buNone/>
              <a:defRPr/>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grpSp>
        <p:nvGrpSpPr>
          <p:cNvPr id="328" name="Google Shape;328;p15"/>
          <p:cNvGrpSpPr/>
          <p:nvPr/>
        </p:nvGrpSpPr>
        <p:grpSpPr>
          <a:xfrm flipH="1">
            <a:off x="-62523" y="-31625"/>
            <a:ext cx="9519066" cy="1984479"/>
            <a:chOff x="-309817" y="-31625"/>
            <a:chExt cx="9519066" cy="1984479"/>
          </a:xfrm>
        </p:grpSpPr>
        <p:sp>
          <p:nvSpPr>
            <p:cNvPr id="329" name="Google Shape;329;p15"/>
            <p:cNvSpPr/>
            <p:nvPr/>
          </p:nvSpPr>
          <p:spPr>
            <a:xfrm flipH="1">
              <a:off x="4512955" y="-31625"/>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15"/>
            <p:cNvSpPr/>
            <p:nvPr/>
          </p:nvSpPr>
          <p:spPr>
            <a:xfrm flipH="1">
              <a:off x="-309817" y="2862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15"/>
            <p:cNvSpPr/>
            <p:nvPr/>
          </p:nvSpPr>
          <p:spPr>
            <a:xfrm flipH="1">
              <a:off x="7030167" y="10906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2" name="Google Shape;332;p15"/>
          <p:cNvSpPr/>
          <p:nvPr/>
        </p:nvSpPr>
        <p:spPr>
          <a:xfrm>
            <a:off x="-2"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3" name="Google Shape;333;p15"/>
          <p:cNvGrpSpPr/>
          <p:nvPr/>
        </p:nvGrpSpPr>
        <p:grpSpPr>
          <a:xfrm flipH="1">
            <a:off x="7899695" y="1350800"/>
            <a:ext cx="2327978" cy="3502413"/>
            <a:chOff x="7256414" y="1350800"/>
            <a:chExt cx="2327978" cy="3502413"/>
          </a:xfrm>
        </p:grpSpPr>
        <p:sp>
          <p:nvSpPr>
            <p:cNvPr id="334" name="Google Shape;334;p15"/>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15"/>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15"/>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15"/>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15"/>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15"/>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15"/>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15"/>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15"/>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15"/>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15"/>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15"/>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15"/>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15"/>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15"/>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15"/>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15"/>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1" name="Google Shape;351;p15"/>
          <p:cNvGrpSpPr/>
          <p:nvPr/>
        </p:nvGrpSpPr>
        <p:grpSpPr>
          <a:xfrm flipH="1">
            <a:off x="-984900" y="1389407"/>
            <a:ext cx="2688530" cy="3410596"/>
            <a:chOff x="-705675" y="1389407"/>
            <a:chExt cx="2688530" cy="3410596"/>
          </a:xfrm>
        </p:grpSpPr>
        <p:sp>
          <p:nvSpPr>
            <p:cNvPr id="352" name="Google Shape;352;p15"/>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15"/>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15"/>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15"/>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15"/>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15"/>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15"/>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15"/>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15"/>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15"/>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15"/>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15"/>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15"/>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15"/>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15"/>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15"/>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15"/>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hree columns">
  <p:cSld name="TITLE_AND_TWO_COLUMNS_1">
    <p:spTree>
      <p:nvGrpSpPr>
        <p:cNvPr id="1" name="Shape 369"/>
        <p:cNvGrpSpPr/>
        <p:nvPr/>
      </p:nvGrpSpPr>
      <p:grpSpPr>
        <a:xfrm>
          <a:off x="0" y="0"/>
          <a:ext cx="0" cy="0"/>
          <a:chOff x="0" y="0"/>
          <a:chExt cx="0" cy="0"/>
        </a:xfrm>
      </p:grpSpPr>
      <p:sp>
        <p:nvSpPr>
          <p:cNvPr id="370" name="Google Shape;370;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71" name="Google Shape;371;p16"/>
          <p:cNvSpPr txBox="1">
            <a:spLocks noGrp="1"/>
          </p:cNvSpPr>
          <p:nvPr>
            <p:ph type="subTitle" idx="1"/>
          </p:nvPr>
        </p:nvSpPr>
        <p:spPr>
          <a:xfrm>
            <a:off x="720000" y="3821550"/>
            <a:ext cx="2510700" cy="75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72" name="Google Shape;372;p16"/>
          <p:cNvSpPr txBox="1">
            <a:spLocks noGrp="1"/>
          </p:cNvSpPr>
          <p:nvPr>
            <p:ph type="subTitle" idx="2"/>
          </p:nvPr>
        </p:nvSpPr>
        <p:spPr>
          <a:xfrm>
            <a:off x="3316650" y="3821550"/>
            <a:ext cx="2510700" cy="75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73" name="Google Shape;373;p16"/>
          <p:cNvSpPr txBox="1">
            <a:spLocks noGrp="1"/>
          </p:cNvSpPr>
          <p:nvPr>
            <p:ph type="subTitle" idx="3"/>
          </p:nvPr>
        </p:nvSpPr>
        <p:spPr>
          <a:xfrm>
            <a:off x="909500" y="32886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74" name="Google Shape;374;p16"/>
          <p:cNvSpPr txBox="1">
            <a:spLocks noGrp="1"/>
          </p:cNvSpPr>
          <p:nvPr>
            <p:ph type="subTitle" idx="4"/>
          </p:nvPr>
        </p:nvSpPr>
        <p:spPr>
          <a:xfrm>
            <a:off x="3506100" y="32886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75" name="Google Shape;375;p16"/>
          <p:cNvSpPr txBox="1">
            <a:spLocks noGrp="1"/>
          </p:cNvSpPr>
          <p:nvPr>
            <p:ph type="subTitle" idx="5"/>
          </p:nvPr>
        </p:nvSpPr>
        <p:spPr>
          <a:xfrm>
            <a:off x="5913300" y="3821550"/>
            <a:ext cx="2510700" cy="75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76" name="Google Shape;376;p16"/>
          <p:cNvSpPr txBox="1">
            <a:spLocks noGrp="1"/>
          </p:cNvSpPr>
          <p:nvPr>
            <p:ph type="subTitle" idx="6"/>
          </p:nvPr>
        </p:nvSpPr>
        <p:spPr>
          <a:xfrm>
            <a:off x="6102750" y="32886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grpSp>
        <p:nvGrpSpPr>
          <p:cNvPr id="377" name="Google Shape;377;p16"/>
          <p:cNvGrpSpPr/>
          <p:nvPr/>
        </p:nvGrpSpPr>
        <p:grpSpPr>
          <a:xfrm flipH="1">
            <a:off x="-145733" y="39252"/>
            <a:ext cx="9244604" cy="1474013"/>
            <a:chOff x="-145733" y="39252"/>
            <a:chExt cx="9244604" cy="1474013"/>
          </a:xfrm>
        </p:grpSpPr>
        <p:sp>
          <p:nvSpPr>
            <p:cNvPr id="378" name="Google Shape;378;p16"/>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16"/>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Numbers and text">
  <p:cSld name="TITLE_AND_TWO_COLUMNS_1_2">
    <p:spTree>
      <p:nvGrpSpPr>
        <p:cNvPr id="1" name="Shape 380"/>
        <p:cNvGrpSpPr/>
        <p:nvPr/>
      </p:nvGrpSpPr>
      <p:grpSpPr>
        <a:xfrm>
          <a:off x="0" y="0"/>
          <a:ext cx="0" cy="0"/>
          <a:chOff x="0" y="0"/>
          <a:chExt cx="0" cy="0"/>
        </a:xfrm>
      </p:grpSpPr>
      <p:sp>
        <p:nvSpPr>
          <p:cNvPr id="381" name="Google Shape;381;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82" name="Google Shape;382;p17"/>
          <p:cNvSpPr txBox="1">
            <a:spLocks noGrp="1"/>
          </p:cNvSpPr>
          <p:nvPr>
            <p:ph type="subTitle" idx="1"/>
          </p:nvPr>
        </p:nvSpPr>
        <p:spPr>
          <a:xfrm>
            <a:off x="720000" y="3624200"/>
            <a:ext cx="2510700" cy="732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83" name="Google Shape;383;p17"/>
          <p:cNvSpPr txBox="1">
            <a:spLocks noGrp="1"/>
          </p:cNvSpPr>
          <p:nvPr>
            <p:ph type="subTitle" idx="2"/>
          </p:nvPr>
        </p:nvSpPr>
        <p:spPr>
          <a:xfrm>
            <a:off x="3316650" y="3624200"/>
            <a:ext cx="2510700" cy="732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84" name="Google Shape;384;p17"/>
          <p:cNvSpPr txBox="1">
            <a:spLocks noGrp="1"/>
          </p:cNvSpPr>
          <p:nvPr>
            <p:ph type="subTitle" idx="3"/>
          </p:nvPr>
        </p:nvSpPr>
        <p:spPr>
          <a:xfrm>
            <a:off x="909500" y="309127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85" name="Google Shape;385;p17"/>
          <p:cNvSpPr txBox="1">
            <a:spLocks noGrp="1"/>
          </p:cNvSpPr>
          <p:nvPr>
            <p:ph type="subTitle" idx="4"/>
          </p:nvPr>
        </p:nvSpPr>
        <p:spPr>
          <a:xfrm>
            <a:off x="3506100" y="309127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86" name="Google Shape;386;p17"/>
          <p:cNvSpPr txBox="1">
            <a:spLocks noGrp="1"/>
          </p:cNvSpPr>
          <p:nvPr>
            <p:ph type="subTitle" idx="5"/>
          </p:nvPr>
        </p:nvSpPr>
        <p:spPr>
          <a:xfrm>
            <a:off x="5913300" y="3624200"/>
            <a:ext cx="2510700" cy="732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87" name="Google Shape;387;p17"/>
          <p:cNvSpPr txBox="1">
            <a:spLocks noGrp="1"/>
          </p:cNvSpPr>
          <p:nvPr>
            <p:ph type="subTitle" idx="6"/>
          </p:nvPr>
        </p:nvSpPr>
        <p:spPr>
          <a:xfrm>
            <a:off x="6102750" y="309127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grpSp>
        <p:nvGrpSpPr>
          <p:cNvPr id="388" name="Google Shape;388;p17"/>
          <p:cNvGrpSpPr/>
          <p:nvPr/>
        </p:nvGrpSpPr>
        <p:grpSpPr>
          <a:xfrm flipH="1">
            <a:off x="-145733" y="39252"/>
            <a:ext cx="9244604" cy="1474013"/>
            <a:chOff x="-145733" y="39252"/>
            <a:chExt cx="9244604" cy="1474013"/>
          </a:xfrm>
        </p:grpSpPr>
        <p:sp>
          <p:nvSpPr>
            <p:cNvPr id="389" name="Google Shape;389;p17"/>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17"/>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1" name="Google Shape;391;p17"/>
          <p:cNvSpPr txBox="1">
            <a:spLocks noGrp="1"/>
          </p:cNvSpPr>
          <p:nvPr>
            <p:ph type="title" idx="7" hasCustomPrompt="1"/>
          </p:nvPr>
        </p:nvSpPr>
        <p:spPr>
          <a:xfrm>
            <a:off x="952950" y="1664250"/>
            <a:ext cx="2044800" cy="1099200"/>
          </a:xfrm>
          <a:prstGeom prst="rect">
            <a:avLst/>
          </a:prstGeom>
        </p:spPr>
        <p:txBody>
          <a:bodyPr spcFirstLastPara="1" wrap="square" lIns="91425" tIns="91425" rIns="91425" bIns="91425" anchor="ctr" anchorCtr="0">
            <a:noAutofit/>
          </a:bodyPr>
          <a:lstStyle>
            <a:lvl1pPr lvl="0" rtl="0">
              <a:spcBef>
                <a:spcPts val="0"/>
              </a:spcBef>
              <a:spcAft>
                <a:spcPts val="0"/>
              </a:spcAft>
              <a:buSzPts val="8000"/>
              <a:buNone/>
              <a:defRPr sz="7000"/>
            </a:lvl1pPr>
            <a:lvl2pPr lvl="1" rtl="0">
              <a:spcBef>
                <a:spcPts val="0"/>
              </a:spcBef>
              <a:spcAft>
                <a:spcPts val="0"/>
              </a:spcAft>
              <a:buSzPts val="8000"/>
              <a:buNone/>
              <a:defRPr sz="8000"/>
            </a:lvl2pPr>
            <a:lvl3pPr lvl="2" rtl="0">
              <a:spcBef>
                <a:spcPts val="0"/>
              </a:spcBef>
              <a:spcAft>
                <a:spcPts val="0"/>
              </a:spcAft>
              <a:buSzPts val="8000"/>
              <a:buNone/>
              <a:defRPr sz="8000"/>
            </a:lvl3pPr>
            <a:lvl4pPr lvl="3" rtl="0">
              <a:spcBef>
                <a:spcPts val="0"/>
              </a:spcBef>
              <a:spcAft>
                <a:spcPts val="0"/>
              </a:spcAft>
              <a:buSzPts val="8000"/>
              <a:buNone/>
              <a:defRPr sz="8000"/>
            </a:lvl4pPr>
            <a:lvl5pPr lvl="4" rtl="0">
              <a:spcBef>
                <a:spcPts val="0"/>
              </a:spcBef>
              <a:spcAft>
                <a:spcPts val="0"/>
              </a:spcAft>
              <a:buSzPts val="8000"/>
              <a:buNone/>
              <a:defRPr sz="8000"/>
            </a:lvl5pPr>
            <a:lvl6pPr lvl="5" rtl="0">
              <a:spcBef>
                <a:spcPts val="0"/>
              </a:spcBef>
              <a:spcAft>
                <a:spcPts val="0"/>
              </a:spcAft>
              <a:buSzPts val="8000"/>
              <a:buNone/>
              <a:defRPr sz="8000"/>
            </a:lvl6pPr>
            <a:lvl7pPr lvl="6" rtl="0">
              <a:spcBef>
                <a:spcPts val="0"/>
              </a:spcBef>
              <a:spcAft>
                <a:spcPts val="0"/>
              </a:spcAft>
              <a:buSzPts val="8000"/>
              <a:buNone/>
              <a:defRPr sz="8000"/>
            </a:lvl7pPr>
            <a:lvl8pPr lvl="7" rtl="0">
              <a:spcBef>
                <a:spcPts val="0"/>
              </a:spcBef>
              <a:spcAft>
                <a:spcPts val="0"/>
              </a:spcAft>
              <a:buSzPts val="8000"/>
              <a:buNone/>
              <a:defRPr sz="8000"/>
            </a:lvl8pPr>
            <a:lvl9pPr lvl="8" rtl="0">
              <a:spcBef>
                <a:spcPts val="0"/>
              </a:spcBef>
              <a:spcAft>
                <a:spcPts val="0"/>
              </a:spcAft>
              <a:buSzPts val="8000"/>
              <a:buNone/>
              <a:defRPr sz="8000"/>
            </a:lvl9pPr>
          </a:lstStyle>
          <a:p>
            <a:r>
              <a:t>xx%</a:t>
            </a:r>
          </a:p>
        </p:txBody>
      </p:sp>
      <p:sp>
        <p:nvSpPr>
          <p:cNvPr id="392" name="Google Shape;392;p17"/>
          <p:cNvSpPr txBox="1">
            <a:spLocks noGrp="1"/>
          </p:cNvSpPr>
          <p:nvPr>
            <p:ph type="title" idx="8" hasCustomPrompt="1"/>
          </p:nvPr>
        </p:nvSpPr>
        <p:spPr>
          <a:xfrm>
            <a:off x="3549600" y="1664250"/>
            <a:ext cx="2044800" cy="1099200"/>
          </a:xfrm>
          <a:prstGeom prst="rect">
            <a:avLst/>
          </a:prstGeom>
        </p:spPr>
        <p:txBody>
          <a:bodyPr spcFirstLastPara="1" wrap="square" lIns="91425" tIns="91425" rIns="91425" bIns="91425" anchor="ctr" anchorCtr="0">
            <a:noAutofit/>
          </a:bodyPr>
          <a:lstStyle>
            <a:lvl1pPr lvl="0" rtl="0">
              <a:spcBef>
                <a:spcPts val="0"/>
              </a:spcBef>
              <a:spcAft>
                <a:spcPts val="0"/>
              </a:spcAft>
              <a:buSzPts val="8000"/>
              <a:buNone/>
              <a:defRPr sz="7000"/>
            </a:lvl1pPr>
            <a:lvl2pPr lvl="1" rtl="0">
              <a:spcBef>
                <a:spcPts val="0"/>
              </a:spcBef>
              <a:spcAft>
                <a:spcPts val="0"/>
              </a:spcAft>
              <a:buSzPts val="8000"/>
              <a:buNone/>
              <a:defRPr sz="8000"/>
            </a:lvl2pPr>
            <a:lvl3pPr lvl="2" rtl="0">
              <a:spcBef>
                <a:spcPts val="0"/>
              </a:spcBef>
              <a:spcAft>
                <a:spcPts val="0"/>
              </a:spcAft>
              <a:buSzPts val="8000"/>
              <a:buNone/>
              <a:defRPr sz="8000"/>
            </a:lvl3pPr>
            <a:lvl4pPr lvl="3" rtl="0">
              <a:spcBef>
                <a:spcPts val="0"/>
              </a:spcBef>
              <a:spcAft>
                <a:spcPts val="0"/>
              </a:spcAft>
              <a:buSzPts val="8000"/>
              <a:buNone/>
              <a:defRPr sz="8000"/>
            </a:lvl4pPr>
            <a:lvl5pPr lvl="4" rtl="0">
              <a:spcBef>
                <a:spcPts val="0"/>
              </a:spcBef>
              <a:spcAft>
                <a:spcPts val="0"/>
              </a:spcAft>
              <a:buSzPts val="8000"/>
              <a:buNone/>
              <a:defRPr sz="8000"/>
            </a:lvl5pPr>
            <a:lvl6pPr lvl="5" rtl="0">
              <a:spcBef>
                <a:spcPts val="0"/>
              </a:spcBef>
              <a:spcAft>
                <a:spcPts val="0"/>
              </a:spcAft>
              <a:buSzPts val="8000"/>
              <a:buNone/>
              <a:defRPr sz="8000"/>
            </a:lvl6pPr>
            <a:lvl7pPr lvl="6" rtl="0">
              <a:spcBef>
                <a:spcPts val="0"/>
              </a:spcBef>
              <a:spcAft>
                <a:spcPts val="0"/>
              </a:spcAft>
              <a:buSzPts val="8000"/>
              <a:buNone/>
              <a:defRPr sz="8000"/>
            </a:lvl7pPr>
            <a:lvl8pPr lvl="7" rtl="0">
              <a:spcBef>
                <a:spcPts val="0"/>
              </a:spcBef>
              <a:spcAft>
                <a:spcPts val="0"/>
              </a:spcAft>
              <a:buSzPts val="8000"/>
              <a:buNone/>
              <a:defRPr sz="8000"/>
            </a:lvl8pPr>
            <a:lvl9pPr lvl="8" rtl="0">
              <a:spcBef>
                <a:spcPts val="0"/>
              </a:spcBef>
              <a:spcAft>
                <a:spcPts val="0"/>
              </a:spcAft>
              <a:buSzPts val="8000"/>
              <a:buNone/>
              <a:defRPr sz="8000"/>
            </a:lvl9pPr>
          </a:lstStyle>
          <a:p>
            <a:r>
              <a:t>xx%</a:t>
            </a:r>
          </a:p>
        </p:txBody>
      </p:sp>
      <p:sp>
        <p:nvSpPr>
          <p:cNvPr id="393" name="Google Shape;393;p17"/>
          <p:cNvSpPr txBox="1">
            <a:spLocks noGrp="1"/>
          </p:cNvSpPr>
          <p:nvPr>
            <p:ph type="title" idx="9" hasCustomPrompt="1"/>
          </p:nvPr>
        </p:nvSpPr>
        <p:spPr>
          <a:xfrm>
            <a:off x="6146250" y="1664250"/>
            <a:ext cx="2044800" cy="1099200"/>
          </a:xfrm>
          <a:prstGeom prst="rect">
            <a:avLst/>
          </a:prstGeom>
        </p:spPr>
        <p:txBody>
          <a:bodyPr spcFirstLastPara="1" wrap="square" lIns="91425" tIns="91425" rIns="91425" bIns="91425" anchor="ctr" anchorCtr="0">
            <a:noAutofit/>
          </a:bodyPr>
          <a:lstStyle>
            <a:lvl1pPr lvl="0" rtl="0">
              <a:spcBef>
                <a:spcPts val="0"/>
              </a:spcBef>
              <a:spcAft>
                <a:spcPts val="0"/>
              </a:spcAft>
              <a:buSzPts val="8000"/>
              <a:buNone/>
              <a:defRPr sz="7000"/>
            </a:lvl1pPr>
            <a:lvl2pPr lvl="1" rtl="0">
              <a:spcBef>
                <a:spcPts val="0"/>
              </a:spcBef>
              <a:spcAft>
                <a:spcPts val="0"/>
              </a:spcAft>
              <a:buSzPts val="8000"/>
              <a:buNone/>
              <a:defRPr sz="8000"/>
            </a:lvl2pPr>
            <a:lvl3pPr lvl="2" rtl="0">
              <a:spcBef>
                <a:spcPts val="0"/>
              </a:spcBef>
              <a:spcAft>
                <a:spcPts val="0"/>
              </a:spcAft>
              <a:buSzPts val="8000"/>
              <a:buNone/>
              <a:defRPr sz="8000"/>
            </a:lvl3pPr>
            <a:lvl4pPr lvl="3" rtl="0">
              <a:spcBef>
                <a:spcPts val="0"/>
              </a:spcBef>
              <a:spcAft>
                <a:spcPts val="0"/>
              </a:spcAft>
              <a:buSzPts val="8000"/>
              <a:buNone/>
              <a:defRPr sz="8000"/>
            </a:lvl4pPr>
            <a:lvl5pPr lvl="4" rtl="0">
              <a:spcBef>
                <a:spcPts val="0"/>
              </a:spcBef>
              <a:spcAft>
                <a:spcPts val="0"/>
              </a:spcAft>
              <a:buSzPts val="8000"/>
              <a:buNone/>
              <a:defRPr sz="8000"/>
            </a:lvl5pPr>
            <a:lvl6pPr lvl="5" rtl="0">
              <a:spcBef>
                <a:spcPts val="0"/>
              </a:spcBef>
              <a:spcAft>
                <a:spcPts val="0"/>
              </a:spcAft>
              <a:buSzPts val="8000"/>
              <a:buNone/>
              <a:defRPr sz="8000"/>
            </a:lvl6pPr>
            <a:lvl7pPr lvl="6" rtl="0">
              <a:spcBef>
                <a:spcPts val="0"/>
              </a:spcBef>
              <a:spcAft>
                <a:spcPts val="0"/>
              </a:spcAft>
              <a:buSzPts val="8000"/>
              <a:buNone/>
              <a:defRPr sz="8000"/>
            </a:lvl7pPr>
            <a:lvl8pPr lvl="7" rtl="0">
              <a:spcBef>
                <a:spcPts val="0"/>
              </a:spcBef>
              <a:spcAft>
                <a:spcPts val="0"/>
              </a:spcAft>
              <a:buSzPts val="8000"/>
              <a:buNone/>
              <a:defRPr sz="8000"/>
            </a:lvl8pPr>
            <a:lvl9pPr lvl="8" rtl="0">
              <a:spcBef>
                <a:spcPts val="0"/>
              </a:spcBef>
              <a:spcAft>
                <a:spcPts val="0"/>
              </a:spcAft>
              <a:buSzPts val="8000"/>
              <a:buNone/>
              <a:defRPr sz="8000"/>
            </a:lvl9pPr>
          </a:lstStyle>
          <a:p>
            <a:r>
              <a:t>xx%</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four columns">
  <p:cSld name="TITLE_AND_TWO_COLUMNS_1_1">
    <p:spTree>
      <p:nvGrpSpPr>
        <p:cNvPr id="1" name="Shape 394"/>
        <p:cNvGrpSpPr/>
        <p:nvPr/>
      </p:nvGrpSpPr>
      <p:grpSpPr>
        <a:xfrm>
          <a:off x="0" y="0"/>
          <a:ext cx="0" cy="0"/>
          <a:chOff x="0" y="0"/>
          <a:chExt cx="0" cy="0"/>
        </a:xfrm>
      </p:grpSpPr>
      <p:sp>
        <p:nvSpPr>
          <p:cNvPr id="395" name="Google Shape;395;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96" name="Google Shape;396;p18"/>
          <p:cNvSpPr txBox="1">
            <a:spLocks noGrp="1"/>
          </p:cNvSpPr>
          <p:nvPr>
            <p:ph type="subTitle" idx="1"/>
          </p:nvPr>
        </p:nvSpPr>
        <p:spPr>
          <a:xfrm>
            <a:off x="720000" y="3956700"/>
            <a:ext cx="2358300" cy="7230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600"/>
              <a:buNone/>
              <a:defRPr/>
            </a:lvl1pPr>
            <a:lvl2pPr lvl="1" algn="r" rtl="0">
              <a:spcBef>
                <a:spcPts val="0"/>
              </a:spcBef>
              <a:spcAft>
                <a:spcPts val="0"/>
              </a:spcAft>
              <a:buSzPts val="1600"/>
              <a:buNone/>
              <a:defRPr/>
            </a:lvl2pPr>
            <a:lvl3pPr lvl="2" algn="r" rtl="0">
              <a:spcBef>
                <a:spcPts val="0"/>
              </a:spcBef>
              <a:spcAft>
                <a:spcPts val="0"/>
              </a:spcAft>
              <a:buSzPts val="1600"/>
              <a:buNone/>
              <a:defRPr/>
            </a:lvl3pPr>
            <a:lvl4pPr lvl="3" algn="r" rtl="0">
              <a:spcBef>
                <a:spcPts val="0"/>
              </a:spcBef>
              <a:spcAft>
                <a:spcPts val="0"/>
              </a:spcAft>
              <a:buSzPts val="1600"/>
              <a:buNone/>
              <a:defRPr/>
            </a:lvl4pPr>
            <a:lvl5pPr lvl="4" algn="r" rtl="0">
              <a:spcBef>
                <a:spcPts val="0"/>
              </a:spcBef>
              <a:spcAft>
                <a:spcPts val="0"/>
              </a:spcAft>
              <a:buSzPts val="1600"/>
              <a:buNone/>
              <a:defRPr/>
            </a:lvl5pPr>
            <a:lvl6pPr lvl="5" algn="r" rtl="0">
              <a:spcBef>
                <a:spcPts val="0"/>
              </a:spcBef>
              <a:spcAft>
                <a:spcPts val="0"/>
              </a:spcAft>
              <a:buSzPts val="1600"/>
              <a:buNone/>
              <a:defRPr/>
            </a:lvl6pPr>
            <a:lvl7pPr lvl="6" algn="r" rtl="0">
              <a:spcBef>
                <a:spcPts val="0"/>
              </a:spcBef>
              <a:spcAft>
                <a:spcPts val="0"/>
              </a:spcAft>
              <a:buSzPts val="1600"/>
              <a:buNone/>
              <a:defRPr/>
            </a:lvl7pPr>
            <a:lvl8pPr lvl="7" algn="r" rtl="0">
              <a:spcBef>
                <a:spcPts val="0"/>
              </a:spcBef>
              <a:spcAft>
                <a:spcPts val="0"/>
              </a:spcAft>
              <a:buSzPts val="1600"/>
              <a:buNone/>
              <a:defRPr/>
            </a:lvl8pPr>
            <a:lvl9pPr lvl="8" algn="r" rtl="0">
              <a:spcBef>
                <a:spcPts val="0"/>
              </a:spcBef>
              <a:spcAft>
                <a:spcPts val="0"/>
              </a:spcAft>
              <a:buSzPts val="1600"/>
              <a:buNone/>
              <a:defRPr/>
            </a:lvl9pPr>
          </a:lstStyle>
          <a:p>
            <a:endParaRPr/>
          </a:p>
        </p:txBody>
      </p:sp>
      <p:sp>
        <p:nvSpPr>
          <p:cNvPr id="397" name="Google Shape;397;p18"/>
          <p:cNvSpPr txBox="1">
            <a:spLocks noGrp="1"/>
          </p:cNvSpPr>
          <p:nvPr>
            <p:ph type="subTitle" idx="2"/>
          </p:nvPr>
        </p:nvSpPr>
        <p:spPr>
          <a:xfrm>
            <a:off x="946500" y="3499975"/>
            <a:ext cx="2131800" cy="3291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algn="r" rtl="0">
              <a:spcBef>
                <a:spcPts val="0"/>
              </a:spcBef>
              <a:spcAft>
                <a:spcPts val="0"/>
              </a:spcAft>
              <a:buSzPts val="2500"/>
              <a:buFont typeface="Freckle Face"/>
              <a:buNone/>
              <a:defRPr sz="2500">
                <a:latin typeface="Freckle Face"/>
                <a:ea typeface="Freckle Face"/>
                <a:cs typeface="Freckle Face"/>
                <a:sym typeface="Freckle Face"/>
              </a:defRPr>
            </a:lvl2pPr>
            <a:lvl3pPr lvl="2" algn="r" rtl="0">
              <a:spcBef>
                <a:spcPts val="0"/>
              </a:spcBef>
              <a:spcAft>
                <a:spcPts val="0"/>
              </a:spcAft>
              <a:buSzPts val="2500"/>
              <a:buFont typeface="Freckle Face"/>
              <a:buNone/>
              <a:defRPr sz="2500">
                <a:latin typeface="Freckle Face"/>
                <a:ea typeface="Freckle Face"/>
                <a:cs typeface="Freckle Face"/>
                <a:sym typeface="Freckle Face"/>
              </a:defRPr>
            </a:lvl3pPr>
            <a:lvl4pPr lvl="3" algn="r" rtl="0">
              <a:spcBef>
                <a:spcPts val="0"/>
              </a:spcBef>
              <a:spcAft>
                <a:spcPts val="0"/>
              </a:spcAft>
              <a:buSzPts val="2500"/>
              <a:buFont typeface="Freckle Face"/>
              <a:buNone/>
              <a:defRPr sz="2500">
                <a:latin typeface="Freckle Face"/>
                <a:ea typeface="Freckle Face"/>
                <a:cs typeface="Freckle Face"/>
                <a:sym typeface="Freckle Face"/>
              </a:defRPr>
            </a:lvl4pPr>
            <a:lvl5pPr lvl="4" algn="r" rtl="0">
              <a:spcBef>
                <a:spcPts val="0"/>
              </a:spcBef>
              <a:spcAft>
                <a:spcPts val="0"/>
              </a:spcAft>
              <a:buSzPts val="2500"/>
              <a:buFont typeface="Freckle Face"/>
              <a:buNone/>
              <a:defRPr sz="2500">
                <a:latin typeface="Freckle Face"/>
                <a:ea typeface="Freckle Face"/>
                <a:cs typeface="Freckle Face"/>
                <a:sym typeface="Freckle Face"/>
              </a:defRPr>
            </a:lvl5pPr>
            <a:lvl6pPr lvl="5" algn="r" rtl="0">
              <a:spcBef>
                <a:spcPts val="0"/>
              </a:spcBef>
              <a:spcAft>
                <a:spcPts val="0"/>
              </a:spcAft>
              <a:buSzPts val="2500"/>
              <a:buFont typeface="Freckle Face"/>
              <a:buNone/>
              <a:defRPr sz="2500">
                <a:latin typeface="Freckle Face"/>
                <a:ea typeface="Freckle Face"/>
                <a:cs typeface="Freckle Face"/>
                <a:sym typeface="Freckle Face"/>
              </a:defRPr>
            </a:lvl6pPr>
            <a:lvl7pPr lvl="6" algn="r" rtl="0">
              <a:spcBef>
                <a:spcPts val="0"/>
              </a:spcBef>
              <a:spcAft>
                <a:spcPts val="0"/>
              </a:spcAft>
              <a:buSzPts val="2500"/>
              <a:buFont typeface="Freckle Face"/>
              <a:buNone/>
              <a:defRPr sz="2500">
                <a:latin typeface="Freckle Face"/>
                <a:ea typeface="Freckle Face"/>
                <a:cs typeface="Freckle Face"/>
                <a:sym typeface="Freckle Face"/>
              </a:defRPr>
            </a:lvl7pPr>
            <a:lvl8pPr lvl="7" algn="r" rtl="0">
              <a:spcBef>
                <a:spcPts val="0"/>
              </a:spcBef>
              <a:spcAft>
                <a:spcPts val="0"/>
              </a:spcAft>
              <a:buSzPts val="2500"/>
              <a:buFont typeface="Freckle Face"/>
              <a:buNone/>
              <a:defRPr sz="2500">
                <a:latin typeface="Freckle Face"/>
                <a:ea typeface="Freckle Face"/>
                <a:cs typeface="Freckle Face"/>
                <a:sym typeface="Freckle Face"/>
              </a:defRPr>
            </a:lvl8pPr>
            <a:lvl9pPr lvl="8" algn="r"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98" name="Google Shape;398;p18"/>
          <p:cNvSpPr txBox="1">
            <a:spLocks noGrp="1"/>
          </p:cNvSpPr>
          <p:nvPr>
            <p:ph type="subTitle" idx="3"/>
          </p:nvPr>
        </p:nvSpPr>
        <p:spPr>
          <a:xfrm>
            <a:off x="6065700" y="3956700"/>
            <a:ext cx="2358300" cy="7230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99" name="Google Shape;399;p18"/>
          <p:cNvSpPr txBox="1">
            <a:spLocks noGrp="1"/>
          </p:cNvSpPr>
          <p:nvPr>
            <p:ph type="subTitle" idx="4"/>
          </p:nvPr>
        </p:nvSpPr>
        <p:spPr>
          <a:xfrm>
            <a:off x="6065700" y="3499975"/>
            <a:ext cx="2131800" cy="3291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grpSp>
        <p:nvGrpSpPr>
          <p:cNvPr id="400" name="Google Shape;400;p18"/>
          <p:cNvGrpSpPr/>
          <p:nvPr/>
        </p:nvGrpSpPr>
        <p:grpSpPr>
          <a:xfrm flipH="1">
            <a:off x="-145733" y="39252"/>
            <a:ext cx="9244604" cy="1474013"/>
            <a:chOff x="-145733" y="39252"/>
            <a:chExt cx="9244604" cy="1474013"/>
          </a:xfrm>
        </p:grpSpPr>
        <p:sp>
          <p:nvSpPr>
            <p:cNvPr id="401" name="Google Shape;401;p18"/>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18"/>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3" name="Google Shape;403;p18"/>
          <p:cNvSpPr txBox="1">
            <a:spLocks noGrp="1"/>
          </p:cNvSpPr>
          <p:nvPr>
            <p:ph type="subTitle" idx="5"/>
          </p:nvPr>
        </p:nvSpPr>
        <p:spPr>
          <a:xfrm>
            <a:off x="720000" y="2300350"/>
            <a:ext cx="2358300" cy="7230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600"/>
              <a:buNone/>
              <a:defRPr/>
            </a:lvl1pPr>
            <a:lvl2pPr lvl="1" algn="r" rtl="0">
              <a:spcBef>
                <a:spcPts val="0"/>
              </a:spcBef>
              <a:spcAft>
                <a:spcPts val="0"/>
              </a:spcAft>
              <a:buSzPts val="1600"/>
              <a:buNone/>
              <a:defRPr/>
            </a:lvl2pPr>
            <a:lvl3pPr lvl="2" algn="r" rtl="0">
              <a:spcBef>
                <a:spcPts val="0"/>
              </a:spcBef>
              <a:spcAft>
                <a:spcPts val="0"/>
              </a:spcAft>
              <a:buSzPts val="1600"/>
              <a:buNone/>
              <a:defRPr/>
            </a:lvl3pPr>
            <a:lvl4pPr lvl="3" algn="r" rtl="0">
              <a:spcBef>
                <a:spcPts val="0"/>
              </a:spcBef>
              <a:spcAft>
                <a:spcPts val="0"/>
              </a:spcAft>
              <a:buSzPts val="1600"/>
              <a:buNone/>
              <a:defRPr/>
            </a:lvl4pPr>
            <a:lvl5pPr lvl="4" algn="r" rtl="0">
              <a:spcBef>
                <a:spcPts val="0"/>
              </a:spcBef>
              <a:spcAft>
                <a:spcPts val="0"/>
              </a:spcAft>
              <a:buSzPts val="1600"/>
              <a:buNone/>
              <a:defRPr/>
            </a:lvl5pPr>
            <a:lvl6pPr lvl="5" algn="r" rtl="0">
              <a:spcBef>
                <a:spcPts val="0"/>
              </a:spcBef>
              <a:spcAft>
                <a:spcPts val="0"/>
              </a:spcAft>
              <a:buSzPts val="1600"/>
              <a:buNone/>
              <a:defRPr/>
            </a:lvl6pPr>
            <a:lvl7pPr lvl="6" algn="r" rtl="0">
              <a:spcBef>
                <a:spcPts val="0"/>
              </a:spcBef>
              <a:spcAft>
                <a:spcPts val="0"/>
              </a:spcAft>
              <a:buSzPts val="1600"/>
              <a:buNone/>
              <a:defRPr/>
            </a:lvl7pPr>
            <a:lvl8pPr lvl="7" algn="r" rtl="0">
              <a:spcBef>
                <a:spcPts val="0"/>
              </a:spcBef>
              <a:spcAft>
                <a:spcPts val="0"/>
              </a:spcAft>
              <a:buSzPts val="1600"/>
              <a:buNone/>
              <a:defRPr/>
            </a:lvl8pPr>
            <a:lvl9pPr lvl="8" algn="r" rtl="0">
              <a:spcBef>
                <a:spcPts val="0"/>
              </a:spcBef>
              <a:spcAft>
                <a:spcPts val="0"/>
              </a:spcAft>
              <a:buSzPts val="1600"/>
              <a:buNone/>
              <a:defRPr/>
            </a:lvl9pPr>
          </a:lstStyle>
          <a:p>
            <a:endParaRPr/>
          </a:p>
        </p:txBody>
      </p:sp>
      <p:sp>
        <p:nvSpPr>
          <p:cNvPr id="404" name="Google Shape;404;p18"/>
          <p:cNvSpPr txBox="1">
            <a:spLocks noGrp="1"/>
          </p:cNvSpPr>
          <p:nvPr>
            <p:ph type="subTitle" idx="6"/>
          </p:nvPr>
        </p:nvSpPr>
        <p:spPr>
          <a:xfrm>
            <a:off x="946500" y="1843625"/>
            <a:ext cx="2131800" cy="3291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algn="r" rtl="0">
              <a:spcBef>
                <a:spcPts val="0"/>
              </a:spcBef>
              <a:spcAft>
                <a:spcPts val="0"/>
              </a:spcAft>
              <a:buSzPts val="2500"/>
              <a:buFont typeface="Freckle Face"/>
              <a:buNone/>
              <a:defRPr sz="2500">
                <a:latin typeface="Freckle Face"/>
                <a:ea typeface="Freckle Face"/>
                <a:cs typeface="Freckle Face"/>
                <a:sym typeface="Freckle Face"/>
              </a:defRPr>
            </a:lvl2pPr>
            <a:lvl3pPr lvl="2" algn="r" rtl="0">
              <a:spcBef>
                <a:spcPts val="0"/>
              </a:spcBef>
              <a:spcAft>
                <a:spcPts val="0"/>
              </a:spcAft>
              <a:buSzPts val="2500"/>
              <a:buFont typeface="Freckle Face"/>
              <a:buNone/>
              <a:defRPr sz="2500">
                <a:latin typeface="Freckle Face"/>
                <a:ea typeface="Freckle Face"/>
                <a:cs typeface="Freckle Face"/>
                <a:sym typeface="Freckle Face"/>
              </a:defRPr>
            </a:lvl3pPr>
            <a:lvl4pPr lvl="3" algn="r" rtl="0">
              <a:spcBef>
                <a:spcPts val="0"/>
              </a:spcBef>
              <a:spcAft>
                <a:spcPts val="0"/>
              </a:spcAft>
              <a:buSzPts val="2500"/>
              <a:buFont typeface="Freckle Face"/>
              <a:buNone/>
              <a:defRPr sz="2500">
                <a:latin typeface="Freckle Face"/>
                <a:ea typeface="Freckle Face"/>
                <a:cs typeface="Freckle Face"/>
                <a:sym typeface="Freckle Face"/>
              </a:defRPr>
            </a:lvl4pPr>
            <a:lvl5pPr lvl="4" algn="r" rtl="0">
              <a:spcBef>
                <a:spcPts val="0"/>
              </a:spcBef>
              <a:spcAft>
                <a:spcPts val="0"/>
              </a:spcAft>
              <a:buSzPts val="2500"/>
              <a:buFont typeface="Freckle Face"/>
              <a:buNone/>
              <a:defRPr sz="2500">
                <a:latin typeface="Freckle Face"/>
                <a:ea typeface="Freckle Face"/>
                <a:cs typeface="Freckle Face"/>
                <a:sym typeface="Freckle Face"/>
              </a:defRPr>
            </a:lvl5pPr>
            <a:lvl6pPr lvl="5" algn="r" rtl="0">
              <a:spcBef>
                <a:spcPts val="0"/>
              </a:spcBef>
              <a:spcAft>
                <a:spcPts val="0"/>
              </a:spcAft>
              <a:buSzPts val="2500"/>
              <a:buFont typeface="Freckle Face"/>
              <a:buNone/>
              <a:defRPr sz="2500">
                <a:latin typeface="Freckle Face"/>
                <a:ea typeface="Freckle Face"/>
                <a:cs typeface="Freckle Face"/>
                <a:sym typeface="Freckle Face"/>
              </a:defRPr>
            </a:lvl6pPr>
            <a:lvl7pPr lvl="6" algn="r" rtl="0">
              <a:spcBef>
                <a:spcPts val="0"/>
              </a:spcBef>
              <a:spcAft>
                <a:spcPts val="0"/>
              </a:spcAft>
              <a:buSzPts val="2500"/>
              <a:buFont typeface="Freckle Face"/>
              <a:buNone/>
              <a:defRPr sz="2500">
                <a:latin typeface="Freckle Face"/>
                <a:ea typeface="Freckle Face"/>
                <a:cs typeface="Freckle Face"/>
                <a:sym typeface="Freckle Face"/>
              </a:defRPr>
            </a:lvl7pPr>
            <a:lvl8pPr lvl="7" algn="r" rtl="0">
              <a:spcBef>
                <a:spcPts val="0"/>
              </a:spcBef>
              <a:spcAft>
                <a:spcPts val="0"/>
              </a:spcAft>
              <a:buSzPts val="2500"/>
              <a:buFont typeface="Freckle Face"/>
              <a:buNone/>
              <a:defRPr sz="2500">
                <a:latin typeface="Freckle Face"/>
                <a:ea typeface="Freckle Face"/>
                <a:cs typeface="Freckle Face"/>
                <a:sym typeface="Freckle Face"/>
              </a:defRPr>
            </a:lvl8pPr>
            <a:lvl9pPr lvl="8" algn="r"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05" name="Google Shape;405;p18"/>
          <p:cNvSpPr txBox="1">
            <a:spLocks noGrp="1"/>
          </p:cNvSpPr>
          <p:nvPr>
            <p:ph type="subTitle" idx="7"/>
          </p:nvPr>
        </p:nvSpPr>
        <p:spPr>
          <a:xfrm>
            <a:off x="6065700" y="2300350"/>
            <a:ext cx="2358300" cy="7230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06" name="Google Shape;406;p18"/>
          <p:cNvSpPr txBox="1">
            <a:spLocks noGrp="1"/>
          </p:cNvSpPr>
          <p:nvPr>
            <p:ph type="subTitle" idx="8"/>
          </p:nvPr>
        </p:nvSpPr>
        <p:spPr>
          <a:xfrm>
            <a:off x="6065700" y="1843625"/>
            <a:ext cx="2131800" cy="3291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p:cSld name="CUSTOM_2">
    <p:spTree>
      <p:nvGrpSpPr>
        <p:cNvPr id="1" name="Shape 407"/>
        <p:cNvGrpSpPr/>
        <p:nvPr/>
      </p:nvGrpSpPr>
      <p:grpSpPr>
        <a:xfrm>
          <a:off x="0" y="0"/>
          <a:ext cx="0" cy="0"/>
          <a:chOff x="0" y="0"/>
          <a:chExt cx="0" cy="0"/>
        </a:xfrm>
      </p:grpSpPr>
      <p:sp>
        <p:nvSpPr>
          <p:cNvPr id="408" name="Google Shape;408;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09" name="Google Shape;409;p19"/>
          <p:cNvGrpSpPr/>
          <p:nvPr/>
        </p:nvGrpSpPr>
        <p:grpSpPr>
          <a:xfrm>
            <a:off x="-145733" y="39252"/>
            <a:ext cx="9244604" cy="1474013"/>
            <a:chOff x="-145733" y="39252"/>
            <a:chExt cx="9244604" cy="1474013"/>
          </a:xfrm>
        </p:grpSpPr>
        <p:sp>
          <p:nvSpPr>
            <p:cNvPr id="410" name="Google Shape;410;p19"/>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9"/>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2" name="Google Shape;412;p19"/>
          <p:cNvSpPr txBox="1">
            <a:spLocks noGrp="1"/>
          </p:cNvSpPr>
          <p:nvPr>
            <p:ph type="subTitle" idx="1"/>
          </p:nvPr>
        </p:nvSpPr>
        <p:spPr>
          <a:xfrm>
            <a:off x="1317325" y="1773350"/>
            <a:ext cx="3248400" cy="2830200"/>
          </a:xfrm>
          <a:prstGeom prst="rect">
            <a:avLst/>
          </a:prstGeom>
        </p:spPr>
        <p:txBody>
          <a:bodyPr spcFirstLastPara="1" wrap="square" lIns="91425" tIns="91425" rIns="91425" bIns="91425" anchor="ctr" anchorCtr="0">
            <a:noAutofit/>
          </a:bodyPr>
          <a:lstStyle>
            <a:lvl1pPr lvl="0">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six columns">
  <p:cSld name="CUSTOM_2_1">
    <p:spTree>
      <p:nvGrpSpPr>
        <p:cNvPr id="1" name="Shape 413"/>
        <p:cNvGrpSpPr/>
        <p:nvPr/>
      </p:nvGrpSpPr>
      <p:grpSpPr>
        <a:xfrm>
          <a:off x="0" y="0"/>
          <a:ext cx="0" cy="0"/>
          <a:chOff x="0" y="0"/>
          <a:chExt cx="0" cy="0"/>
        </a:xfrm>
      </p:grpSpPr>
      <p:sp>
        <p:nvSpPr>
          <p:cNvPr id="414" name="Google Shape;414;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15" name="Google Shape;415;p20"/>
          <p:cNvGrpSpPr/>
          <p:nvPr/>
        </p:nvGrpSpPr>
        <p:grpSpPr>
          <a:xfrm>
            <a:off x="-145733" y="39252"/>
            <a:ext cx="9244604" cy="1474013"/>
            <a:chOff x="-145733" y="39252"/>
            <a:chExt cx="9244604" cy="1474013"/>
          </a:xfrm>
        </p:grpSpPr>
        <p:sp>
          <p:nvSpPr>
            <p:cNvPr id="416" name="Google Shape;416;p20"/>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20"/>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8" name="Google Shape;418;p20"/>
          <p:cNvSpPr txBox="1">
            <a:spLocks noGrp="1"/>
          </p:cNvSpPr>
          <p:nvPr>
            <p:ph type="subTitle" idx="1"/>
          </p:nvPr>
        </p:nvSpPr>
        <p:spPr>
          <a:xfrm>
            <a:off x="720000" y="4045450"/>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19" name="Google Shape;419;p20"/>
          <p:cNvSpPr txBox="1">
            <a:spLocks noGrp="1"/>
          </p:cNvSpPr>
          <p:nvPr>
            <p:ph type="subTitle" idx="2"/>
          </p:nvPr>
        </p:nvSpPr>
        <p:spPr>
          <a:xfrm>
            <a:off x="3316650" y="4045450"/>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0" name="Google Shape;420;p20"/>
          <p:cNvSpPr txBox="1">
            <a:spLocks noGrp="1"/>
          </p:cNvSpPr>
          <p:nvPr>
            <p:ph type="subTitle" idx="3"/>
          </p:nvPr>
        </p:nvSpPr>
        <p:spPr>
          <a:xfrm>
            <a:off x="909500" y="36649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1" name="Google Shape;421;p20"/>
          <p:cNvSpPr txBox="1">
            <a:spLocks noGrp="1"/>
          </p:cNvSpPr>
          <p:nvPr>
            <p:ph type="subTitle" idx="4"/>
          </p:nvPr>
        </p:nvSpPr>
        <p:spPr>
          <a:xfrm>
            <a:off x="3506100" y="36649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2" name="Google Shape;422;p20"/>
          <p:cNvSpPr txBox="1">
            <a:spLocks noGrp="1"/>
          </p:cNvSpPr>
          <p:nvPr>
            <p:ph type="subTitle" idx="5"/>
          </p:nvPr>
        </p:nvSpPr>
        <p:spPr>
          <a:xfrm>
            <a:off x="5913300" y="4045450"/>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3" name="Google Shape;423;p20"/>
          <p:cNvSpPr txBox="1">
            <a:spLocks noGrp="1"/>
          </p:cNvSpPr>
          <p:nvPr>
            <p:ph type="subTitle" idx="6"/>
          </p:nvPr>
        </p:nvSpPr>
        <p:spPr>
          <a:xfrm>
            <a:off x="6102750" y="36649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4" name="Google Shape;424;p20"/>
          <p:cNvSpPr txBox="1">
            <a:spLocks noGrp="1"/>
          </p:cNvSpPr>
          <p:nvPr>
            <p:ph type="subTitle" idx="7"/>
          </p:nvPr>
        </p:nvSpPr>
        <p:spPr>
          <a:xfrm>
            <a:off x="720000" y="2372325"/>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5" name="Google Shape;425;p20"/>
          <p:cNvSpPr txBox="1">
            <a:spLocks noGrp="1"/>
          </p:cNvSpPr>
          <p:nvPr>
            <p:ph type="subTitle" idx="8"/>
          </p:nvPr>
        </p:nvSpPr>
        <p:spPr>
          <a:xfrm>
            <a:off x="3316650" y="2372325"/>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6" name="Google Shape;426;p20"/>
          <p:cNvSpPr txBox="1">
            <a:spLocks noGrp="1"/>
          </p:cNvSpPr>
          <p:nvPr>
            <p:ph type="subTitle" idx="9"/>
          </p:nvPr>
        </p:nvSpPr>
        <p:spPr>
          <a:xfrm>
            <a:off x="909500" y="1991800"/>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7" name="Google Shape;427;p20"/>
          <p:cNvSpPr txBox="1">
            <a:spLocks noGrp="1"/>
          </p:cNvSpPr>
          <p:nvPr>
            <p:ph type="subTitle" idx="13"/>
          </p:nvPr>
        </p:nvSpPr>
        <p:spPr>
          <a:xfrm>
            <a:off x="3506100" y="1991800"/>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8" name="Google Shape;428;p20"/>
          <p:cNvSpPr txBox="1">
            <a:spLocks noGrp="1"/>
          </p:cNvSpPr>
          <p:nvPr>
            <p:ph type="subTitle" idx="14"/>
          </p:nvPr>
        </p:nvSpPr>
        <p:spPr>
          <a:xfrm>
            <a:off x="5913300" y="2372325"/>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9" name="Google Shape;429;p20"/>
          <p:cNvSpPr txBox="1">
            <a:spLocks noGrp="1"/>
          </p:cNvSpPr>
          <p:nvPr>
            <p:ph type="subTitle" idx="15"/>
          </p:nvPr>
        </p:nvSpPr>
        <p:spPr>
          <a:xfrm>
            <a:off x="6102750" y="1991800"/>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1">
  <p:cSld name="CUSTOM_2_1_1">
    <p:spTree>
      <p:nvGrpSpPr>
        <p:cNvPr id="1" name="Shape 430"/>
        <p:cNvGrpSpPr/>
        <p:nvPr/>
      </p:nvGrpSpPr>
      <p:grpSpPr>
        <a:xfrm>
          <a:off x="0" y="0"/>
          <a:ext cx="0" cy="0"/>
          <a:chOff x="0" y="0"/>
          <a:chExt cx="0" cy="0"/>
        </a:xfrm>
      </p:grpSpPr>
      <p:sp>
        <p:nvSpPr>
          <p:cNvPr id="431" name="Google Shape;431;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32" name="Google Shape;432;p21"/>
          <p:cNvGrpSpPr/>
          <p:nvPr/>
        </p:nvGrpSpPr>
        <p:grpSpPr>
          <a:xfrm>
            <a:off x="-145733" y="39252"/>
            <a:ext cx="9244604" cy="1474013"/>
            <a:chOff x="-145733" y="39252"/>
            <a:chExt cx="9244604" cy="1474013"/>
          </a:xfrm>
        </p:grpSpPr>
        <p:sp>
          <p:nvSpPr>
            <p:cNvPr id="433" name="Google Shape;433;p21"/>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21"/>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2">
    <p:spTree>
      <p:nvGrpSpPr>
        <p:cNvPr id="1" name="Shape 435"/>
        <p:cNvGrpSpPr/>
        <p:nvPr/>
      </p:nvGrpSpPr>
      <p:grpSpPr>
        <a:xfrm>
          <a:off x="0" y="0"/>
          <a:ext cx="0" cy="0"/>
          <a:chOff x="0" y="0"/>
          <a:chExt cx="0" cy="0"/>
        </a:xfrm>
      </p:grpSpPr>
      <p:grpSp>
        <p:nvGrpSpPr>
          <p:cNvPr id="436" name="Google Shape;436;p22"/>
          <p:cNvGrpSpPr/>
          <p:nvPr/>
        </p:nvGrpSpPr>
        <p:grpSpPr>
          <a:xfrm>
            <a:off x="-145733" y="39252"/>
            <a:ext cx="9244604" cy="1474013"/>
            <a:chOff x="-145733" y="39252"/>
            <a:chExt cx="9244604" cy="1474013"/>
          </a:xfrm>
        </p:grpSpPr>
        <p:sp>
          <p:nvSpPr>
            <p:cNvPr id="437" name="Google Shape;437;p22"/>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22"/>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9" name="Google Shape;439;p2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440" name="Google Shape;440;p22"/>
          <p:cNvSpPr txBox="1">
            <a:spLocks noGrp="1"/>
          </p:cNvSpPr>
          <p:nvPr>
            <p:ph type="subTitle" idx="1"/>
          </p:nvPr>
        </p:nvSpPr>
        <p:spPr>
          <a:xfrm>
            <a:off x="1771325" y="3788350"/>
            <a:ext cx="2510700" cy="6771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41" name="Google Shape;441;p22"/>
          <p:cNvSpPr txBox="1">
            <a:spLocks noGrp="1"/>
          </p:cNvSpPr>
          <p:nvPr>
            <p:ph type="subTitle" idx="2"/>
          </p:nvPr>
        </p:nvSpPr>
        <p:spPr>
          <a:xfrm>
            <a:off x="4843375" y="3788350"/>
            <a:ext cx="2510700" cy="6771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42" name="Google Shape;442;p22"/>
          <p:cNvSpPr txBox="1">
            <a:spLocks noGrp="1"/>
          </p:cNvSpPr>
          <p:nvPr>
            <p:ph type="subTitle" idx="3"/>
          </p:nvPr>
        </p:nvSpPr>
        <p:spPr>
          <a:xfrm>
            <a:off x="2113225" y="3255425"/>
            <a:ext cx="2131800" cy="3291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43" name="Google Shape;443;p22"/>
          <p:cNvSpPr txBox="1">
            <a:spLocks noGrp="1"/>
          </p:cNvSpPr>
          <p:nvPr>
            <p:ph type="subTitle" idx="4"/>
          </p:nvPr>
        </p:nvSpPr>
        <p:spPr>
          <a:xfrm>
            <a:off x="4880425" y="3255425"/>
            <a:ext cx="2131800" cy="3291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2">
  <p:cSld name="TITLE_AND_TWO_COLUMNS_1_1_1">
    <p:spTree>
      <p:nvGrpSpPr>
        <p:cNvPr id="1" name="Shape 444"/>
        <p:cNvGrpSpPr/>
        <p:nvPr/>
      </p:nvGrpSpPr>
      <p:grpSpPr>
        <a:xfrm>
          <a:off x="0" y="0"/>
          <a:ext cx="0" cy="0"/>
          <a:chOff x="0" y="0"/>
          <a:chExt cx="0" cy="0"/>
        </a:xfrm>
      </p:grpSpPr>
      <p:sp>
        <p:nvSpPr>
          <p:cNvPr id="445" name="Google Shape;445;p2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46" name="Google Shape;446;p23"/>
          <p:cNvGrpSpPr/>
          <p:nvPr/>
        </p:nvGrpSpPr>
        <p:grpSpPr>
          <a:xfrm flipH="1">
            <a:off x="-145733" y="39252"/>
            <a:ext cx="9244604" cy="1474013"/>
            <a:chOff x="-145733" y="39252"/>
            <a:chExt cx="9244604" cy="1474013"/>
          </a:xfrm>
        </p:grpSpPr>
        <p:sp>
          <p:nvSpPr>
            <p:cNvPr id="447" name="Google Shape;447;p23"/>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23"/>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9" name="Google Shape;449;p23"/>
          <p:cNvSpPr txBox="1">
            <a:spLocks noGrp="1"/>
          </p:cNvSpPr>
          <p:nvPr>
            <p:ph type="subTitle" idx="1"/>
          </p:nvPr>
        </p:nvSpPr>
        <p:spPr>
          <a:xfrm>
            <a:off x="1147600" y="1705275"/>
            <a:ext cx="2919600" cy="2742000"/>
          </a:xfrm>
          <a:prstGeom prst="rect">
            <a:avLst/>
          </a:prstGeom>
        </p:spPr>
        <p:txBody>
          <a:bodyPr spcFirstLastPara="1" wrap="square" lIns="91425" tIns="91425" rIns="91425" bIns="91425" anchor="ctr" anchorCtr="0">
            <a:noAutofit/>
          </a:bodyPr>
          <a:lstStyle>
            <a:lvl1pPr lvl="0">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3">
  <p:cSld name="TITLE_AND_TWO_COLUMNS_1_1_2">
    <p:spTree>
      <p:nvGrpSpPr>
        <p:cNvPr id="1" name="Shape 450"/>
        <p:cNvGrpSpPr/>
        <p:nvPr/>
      </p:nvGrpSpPr>
      <p:grpSpPr>
        <a:xfrm>
          <a:off x="0" y="0"/>
          <a:ext cx="0" cy="0"/>
          <a:chOff x="0" y="0"/>
          <a:chExt cx="0" cy="0"/>
        </a:xfrm>
      </p:grpSpPr>
      <p:sp>
        <p:nvSpPr>
          <p:cNvPr id="451" name="Google Shape;451;p2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52" name="Google Shape;452;p24"/>
          <p:cNvGrpSpPr/>
          <p:nvPr/>
        </p:nvGrpSpPr>
        <p:grpSpPr>
          <a:xfrm>
            <a:off x="-145733" y="39252"/>
            <a:ext cx="9244604" cy="1474013"/>
            <a:chOff x="-145733" y="39252"/>
            <a:chExt cx="9244604" cy="1474013"/>
          </a:xfrm>
        </p:grpSpPr>
        <p:sp>
          <p:nvSpPr>
            <p:cNvPr id="453" name="Google Shape;453;p24"/>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24"/>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5" name="Google Shape;455;p24"/>
          <p:cNvSpPr txBox="1">
            <a:spLocks noGrp="1"/>
          </p:cNvSpPr>
          <p:nvPr>
            <p:ph type="subTitle" idx="1"/>
          </p:nvPr>
        </p:nvSpPr>
        <p:spPr>
          <a:xfrm>
            <a:off x="4584625" y="1705275"/>
            <a:ext cx="2919600" cy="2742000"/>
          </a:xfrm>
          <a:prstGeom prst="rect">
            <a:avLst/>
          </a:prstGeom>
        </p:spPr>
        <p:txBody>
          <a:bodyPr spcFirstLastPara="1" wrap="square" lIns="91425" tIns="91425" rIns="91425" bIns="91425" anchor="ctr"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hanks">
  <p:cSld name="TITLE_1">
    <p:bg>
      <p:bgPr>
        <a:blipFill>
          <a:blip r:embed="rId2">
            <a:alphaModFix/>
          </a:blip>
          <a:stretch>
            <a:fillRect/>
          </a:stretch>
        </a:blipFill>
        <a:effectLst/>
      </p:bgPr>
    </p:bg>
    <p:spTree>
      <p:nvGrpSpPr>
        <p:cNvPr id="1" name="Shape 456"/>
        <p:cNvGrpSpPr/>
        <p:nvPr/>
      </p:nvGrpSpPr>
      <p:grpSpPr>
        <a:xfrm>
          <a:off x="0" y="0"/>
          <a:ext cx="0" cy="0"/>
          <a:chOff x="0" y="0"/>
          <a:chExt cx="0" cy="0"/>
        </a:xfrm>
      </p:grpSpPr>
      <p:sp>
        <p:nvSpPr>
          <p:cNvPr id="457" name="Google Shape;457;p25"/>
          <p:cNvSpPr txBox="1">
            <a:spLocks noGrp="1"/>
          </p:cNvSpPr>
          <p:nvPr>
            <p:ph type="ctrTitle"/>
          </p:nvPr>
        </p:nvSpPr>
        <p:spPr>
          <a:xfrm>
            <a:off x="3784900" y="856250"/>
            <a:ext cx="4265100" cy="789000"/>
          </a:xfrm>
          <a:prstGeom prst="rect">
            <a:avLst/>
          </a:prstGeom>
          <a:effectLst>
            <a:outerShdw dist="28575" dir="3480000" algn="bl" rotWithShape="0">
              <a:schemeClr val="accent6">
                <a:alpha val="85000"/>
              </a:schemeClr>
            </a:outerShdw>
          </a:effectLst>
        </p:spPr>
        <p:txBody>
          <a:bodyPr spcFirstLastPara="1" wrap="square" lIns="91425" tIns="91425" rIns="91425" bIns="91425" anchor="ctr" anchorCtr="0">
            <a:noAutofit/>
          </a:bodyPr>
          <a:lstStyle>
            <a:lvl1pPr lvl="0" algn="r" rtl="0">
              <a:spcBef>
                <a:spcPts val="0"/>
              </a:spcBef>
              <a:spcAft>
                <a:spcPts val="0"/>
              </a:spcAft>
              <a:buSzPts val="5200"/>
              <a:buNone/>
              <a:defRPr sz="8000">
                <a:latin typeface="Freckle Face"/>
                <a:ea typeface="Freckle Face"/>
                <a:cs typeface="Freckle Face"/>
                <a:sym typeface="Freckle Face"/>
              </a:defRPr>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a:endParaRPr/>
          </a:p>
        </p:txBody>
      </p:sp>
      <p:sp>
        <p:nvSpPr>
          <p:cNvPr id="458" name="Google Shape;458;p25"/>
          <p:cNvSpPr txBox="1">
            <a:spLocks noGrp="1"/>
          </p:cNvSpPr>
          <p:nvPr>
            <p:ph type="subTitle" idx="1"/>
          </p:nvPr>
        </p:nvSpPr>
        <p:spPr>
          <a:xfrm>
            <a:off x="3784900" y="1870150"/>
            <a:ext cx="4265100" cy="2346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2pPr>
            <a:lvl3pPr lvl="2"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3pPr>
            <a:lvl4pPr lvl="3"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4pPr>
            <a:lvl5pPr lvl="4"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5pPr>
            <a:lvl6pPr lvl="5"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6pPr>
            <a:lvl7pPr lvl="6"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7pPr>
            <a:lvl8pPr lvl="7"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8pPr>
            <a:lvl9pPr lvl="8"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59" name="Google Shape;459;p25"/>
          <p:cNvSpPr txBox="1">
            <a:spLocks noGrp="1"/>
          </p:cNvSpPr>
          <p:nvPr>
            <p:ph type="subTitle" idx="2"/>
          </p:nvPr>
        </p:nvSpPr>
        <p:spPr>
          <a:xfrm>
            <a:off x="3784900" y="2382088"/>
            <a:ext cx="4265100" cy="6981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600"/>
              <a:buNone/>
              <a:defRPr>
                <a:latin typeface="Coda"/>
                <a:ea typeface="Coda"/>
                <a:cs typeface="Coda"/>
                <a:sym typeface="Coda"/>
              </a:defRPr>
            </a:lvl1pPr>
            <a:lvl2pPr lvl="1" algn="r" rtl="0">
              <a:lnSpc>
                <a:spcPct val="100000"/>
              </a:lnSpc>
              <a:spcBef>
                <a:spcPts val="0"/>
              </a:spcBef>
              <a:spcAft>
                <a:spcPts val="0"/>
              </a:spcAft>
              <a:buSzPts val="1600"/>
              <a:buNone/>
              <a:defRPr/>
            </a:lvl2pPr>
            <a:lvl3pPr lvl="2" algn="r" rtl="0">
              <a:lnSpc>
                <a:spcPct val="100000"/>
              </a:lnSpc>
              <a:spcBef>
                <a:spcPts val="0"/>
              </a:spcBef>
              <a:spcAft>
                <a:spcPts val="0"/>
              </a:spcAft>
              <a:buSzPts val="1600"/>
              <a:buNone/>
              <a:defRPr/>
            </a:lvl3pPr>
            <a:lvl4pPr lvl="3" algn="r" rtl="0">
              <a:lnSpc>
                <a:spcPct val="100000"/>
              </a:lnSpc>
              <a:spcBef>
                <a:spcPts val="0"/>
              </a:spcBef>
              <a:spcAft>
                <a:spcPts val="0"/>
              </a:spcAft>
              <a:buSzPts val="1600"/>
              <a:buNone/>
              <a:defRPr/>
            </a:lvl4pPr>
            <a:lvl5pPr lvl="4" algn="r" rtl="0">
              <a:lnSpc>
                <a:spcPct val="100000"/>
              </a:lnSpc>
              <a:spcBef>
                <a:spcPts val="0"/>
              </a:spcBef>
              <a:spcAft>
                <a:spcPts val="0"/>
              </a:spcAft>
              <a:buSzPts val="1600"/>
              <a:buNone/>
              <a:defRPr/>
            </a:lvl5pPr>
            <a:lvl6pPr lvl="5" algn="r" rtl="0">
              <a:lnSpc>
                <a:spcPct val="100000"/>
              </a:lnSpc>
              <a:spcBef>
                <a:spcPts val="0"/>
              </a:spcBef>
              <a:spcAft>
                <a:spcPts val="0"/>
              </a:spcAft>
              <a:buSzPts val="1600"/>
              <a:buNone/>
              <a:defRPr/>
            </a:lvl6pPr>
            <a:lvl7pPr lvl="6" algn="r" rtl="0">
              <a:lnSpc>
                <a:spcPct val="100000"/>
              </a:lnSpc>
              <a:spcBef>
                <a:spcPts val="0"/>
              </a:spcBef>
              <a:spcAft>
                <a:spcPts val="0"/>
              </a:spcAft>
              <a:buSzPts val="1600"/>
              <a:buNone/>
              <a:defRPr/>
            </a:lvl7pPr>
            <a:lvl8pPr lvl="7" algn="r" rtl="0">
              <a:lnSpc>
                <a:spcPct val="100000"/>
              </a:lnSpc>
              <a:spcBef>
                <a:spcPts val="0"/>
              </a:spcBef>
              <a:spcAft>
                <a:spcPts val="0"/>
              </a:spcAft>
              <a:buSzPts val="1600"/>
              <a:buNone/>
              <a:defRPr/>
            </a:lvl8pPr>
            <a:lvl9pPr lvl="8" algn="r" rtl="0">
              <a:lnSpc>
                <a:spcPct val="100000"/>
              </a:lnSpc>
              <a:spcBef>
                <a:spcPts val="0"/>
              </a:spcBef>
              <a:spcAft>
                <a:spcPts val="0"/>
              </a:spcAft>
              <a:buSzPts val="1600"/>
              <a:buNone/>
              <a:defRPr/>
            </a:lvl9pPr>
          </a:lstStyle>
          <a:p>
            <a:endParaRPr/>
          </a:p>
        </p:txBody>
      </p:sp>
      <p:sp>
        <p:nvSpPr>
          <p:cNvPr id="460" name="Google Shape;460;p25"/>
          <p:cNvSpPr txBox="1"/>
          <p:nvPr/>
        </p:nvSpPr>
        <p:spPr>
          <a:xfrm>
            <a:off x="3784900" y="3659475"/>
            <a:ext cx="4265100" cy="615600"/>
          </a:xfrm>
          <a:prstGeom prst="rect">
            <a:avLst/>
          </a:prstGeom>
          <a:noFill/>
          <a:ln>
            <a:noFill/>
          </a:ln>
        </p:spPr>
        <p:txBody>
          <a:bodyPr spcFirstLastPara="1" wrap="square" lIns="91425" tIns="91425" rIns="91425" bIns="91425" anchor="ctr" anchorCtr="0">
            <a:noAutofit/>
          </a:bodyPr>
          <a:lstStyle/>
          <a:p>
            <a:pPr marL="0" lvl="0" indent="0" algn="r" rtl="0">
              <a:lnSpc>
                <a:spcPct val="115000"/>
              </a:lnSpc>
              <a:spcBef>
                <a:spcPts val="0"/>
              </a:spcBef>
              <a:spcAft>
                <a:spcPts val="0"/>
              </a:spcAft>
              <a:buNone/>
            </a:pPr>
            <a:r>
              <a:rPr lang="en" sz="1000" b="1">
                <a:solidFill>
                  <a:schemeClr val="dk1"/>
                </a:solidFill>
                <a:latin typeface="Coda"/>
                <a:ea typeface="Coda"/>
                <a:cs typeface="Coda"/>
                <a:sym typeface="Coda"/>
              </a:rPr>
              <a:t>CREDITS:</a:t>
            </a:r>
            <a:r>
              <a:rPr lang="en" sz="1000">
                <a:solidFill>
                  <a:schemeClr val="dk1"/>
                </a:solidFill>
                <a:latin typeface="Coda"/>
                <a:ea typeface="Coda"/>
                <a:cs typeface="Coda"/>
                <a:sym typeface="Coda"/>
              </a:rPr>
              <a:t> This presentation template was created by </a:t>
            </a:r>
            <a:r>
              <a:rPr lang="en" sz="1000" b="1">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Slidesgo</a:t>
            </a:r>
            <a:r>
              <a:rPr lang="en" sz="1000">
                <a:solidFill>
                  <a:schemeClr val="dk1"/>
                </a:solidFill>
                <a:latin typeface="Coda"/>
                <a:ea typeface="Coda"/>
                <a:cs typeface="Coda"/>
                <a:sym typeface="Coda"/>
              </a:rPr>
              <a:t>, including icons by </a:t>
            </a:r>
            <a:r>
              <a:rPr lang="en" sz="1000" b="1">
                <a:solidFill>
                  <a:schemeClr val="dk1"/>
                </a:solidFill>
                <a:uFill>
                  <a:noFill/>
                </a:uFill>
                <a:latin typeface="Coda"/>
                <a:ea typeface="Coda"/>
                <a:cs typeface="Coda"/>
                <a:sym typeface="Coda"/>
                <a:hlinkClick r:id="rId4">
                  <a:extLst>
                    <a:ext uri="{A12FA001-AC4F-418D-AE19-62706E023703}">
                      <ahyp:hlinkClr xmlns:ahyp="http://schemas.microsoft.com/office/drawing/2018/hyperlinkcolor" val="tx"/>
                    </a:ext>
                  </a:extLst>
                </a:hlinkClick>
              </a:rPr>
              <a:t>Flaticon</a:t>
            </a:r>
            <a:r>
              <a:rPr lang="en" sz="1000">
                <a:solidFill>
                  <a:schemeClr val="dk1"/>
                </a:solidFill>
                <a:latin typeface="Coda"/>
                <a:ea typeface="Coda"/>
                <a:cs typeface="Coda"/>
                <a:sym typeface="Coda"/>
              </a:rPr>
              <a:t>, infographics &amp; images by </a:t>
            </a:r>
            <a:r>
              <a:rPr lang="en" sz="1000" b="1">
                <a:solidFill>
                  <a:schemeClr val="dk1"/>
                </a:solidFill>
                <a:uFill>
                  <a:noFill/>
                </a:uFill>
                <a:latin typeface="Coda"/>
                <a:ea typeface="Coda"/>
                <a:cs typeface="Coda"/>
                <a:sym typeface="Coda"/>
                <a:hlinkClick r:id="rId5">
                  <a:extLst>
                    <a:ext uri="{A12FA001-AC4F-418D-AE19-62706E023703}">
                      <ahyp:hlinkClr xmlns:ahyp="http://schemas.microsoft.com/office/drawing/2018/hyperlinkcolor" val="tx"/>
                    </a:ext>
                  </a:extLst>
                </a:hlinkClick>
              </a:rPr>
              <a:t>Freepik</a:t>
            </a:r>
            <a:endParaRPr sz="1000" b="1">
              <a:solidFill>
                <a:schemeClr val="dk1"/>
              </a:solidFill>
              <a:latin typeface="Coda"/>
              <a:ea typeface="Coda"/>
              <a:cs typeface="Coda"/>
              <a:sym typeface="Coda"/>
            </a:endParaRPr>
          </a:p>
        </p:txBody>
      </p:sp>
      <p:grpSp>
        <p:nvGrpSpPr>
          <p:cNvPr id="461" name="Google Shape;461;p25"/>
          <p:cNvGrpSpPr/>
          <p:nvPr/>
        </p:nvGrpSpPr>
        <p:grpSpPr>
          <a:xfrm flipH="1">
            <a:off x="8094877" y="1350800"/>
            <a:ext cx="2327978" cy="3502413"/>
            <a:chOff x="7256414" y="1350800"/>
            <a:chExt cx="2327978" cy="3502413"/>
          </a:xfrm>
        </p:grpSpPr>
        <p:sp>
          <p:nvSpPr>
            <p:cNvPr id="462" name="Google Shape;462;p25"/>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25"/>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25"/>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25"/>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25"/>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25"/>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25"/>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25"/>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25"/>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25"/>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25"/>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25"/>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25"/>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25"/>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25"/>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25"/>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25"/>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9" name="Google Shape;479;p25"/>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0" name="Google Shape;480;p25"/>
          <p:cNvGrpSpPr/>
          <p:nvPr/>
        </p:nvGrpSpPr>
        <p:grpSpPr>
          <a:xfrm flipH="1">
            <a:off x="-1385748" y="1389407"/>
            <a:ext cx="2688530" cy="3410596"/>
            <a:chOff x="-705675" y="1389407"/>
            <a:chExt cx="2688530" cy="3410596"/>
          </a:xfrm>
        </p:grpSpPr>
        <p:sp>
          <p:nvSpPr>
            <p:cNvPr id="481" name="Google Shape;481;p25"/>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25"/>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25"/>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25"/>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25"/>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25"/>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25"/>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25"/>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25"/>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25"/>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25"/>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25"/>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25"/>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25"/>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25"/>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25"/>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25"/>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 name="Google Shape;498;p25"/>
          <p:cNvGrpSpPr/>
          <p:nvPr/>
        </p:nvGrpSpPr>
        <p:grpSpPr>
          <a:xfrm>
            <a:off x="-8" y="-203150"/>
            <a:ext cx="9226354" cy="1519054"/>
            <a:chOff x="-8" y="-203150"/>
            <a:chExt cx="9226354" cy="1519054"/>
          </a:xfrm>
        </p:grpSpPr>
        <p:sp>
          <p:nvSpPr>
            <p:cNvPr id="499" name="Google Shape;499;p25"/>
            <p:cNvSpPr/>
            <p:nvPr/>
          </p:nvSpPr>
          <p:spPr>
            <a:xfrm>
              <a:off x="2131455" y="-203150"/>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25"/>
            <p:cNvSpPr/>
            <p:nvPr/>
          </p:nvSpPr>
          <p:spPr>
            <a:xfrm>
              <a:off x="7444508" y="53258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25"/>
            <p:cNvSpPr/>
            <p:nvPr/>
          </p:nvSpPr>
          <p:spPr>
            <a:xfrm>
              <a:off x="-8" y="45370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ackground 1">
  <p:cSld name="CUSTOM_3">
    <p:spTree>
      <p:nvGrpSpPr>
        <p:cNvPr id="1" name="Shape 502"/>
        <p:cNvGrpSpPr/>
        <p:nvPr/>
      </p:nvGrpSpPr>
      <p:grpSpPr>
        <a:xfrm>
          <a:off x="0" y="0"/>
          <a:ext cx="0" cy="0"/>
          <a:chOff x="0" y="0"/>
          <a:chExt cx="0" cy="0"/>
        </a:xfrm>
      </p:grpSpPr>
      <p:grpSp>
        <p:nvGrpSpPr>
          <p:cNvPr id="503" name="Google Shape;503;p26"/>
          <p:cNvGrpSpPr/>
          <p:nvPr/>
        </p:nvGrpSpPr>
        <p:grpSpPr>
          <a:xfrm>
            <a:off x="-145733" y="39252"/>
            <a:ext cx="9244604" cy="1474013"/>
            <a:chOff x="-145733" y="39252"/>
            <a:chExt cx="9244604" cy="1474013"/>
          </a:xfrm>
        </p:grpSpPr>
        <p:sp>
          <p:nvSpPr>
            <p:cNvPr id="504" name="Google Shape;504;p26"/>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26"/>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2">
  <p:cSld name="CUSTOM_4">
    <p:spTree>
      <p:nvGrpSpPr>
        <p:cNvPr id="1" name="Shape 506"/>
        <p:cNvGrpSpPr/>
        <p:nvPr/>
      </p:nvGrpSpPr>
      <p:grpSpPr>
        <a:xfrm>
          <a:off x="0" y="0"/>
          <a:ext cx="0" cy="0"/>
          <a:chOff x="0" y="0"/>
          <a:chExt cx="0" cy="0"/>
        </a:xfrm>
      </p:grpSpPr>
      <p:grpSp>
        <p:nvGrpSpPr>
          <p:cNvPr id="507" name="Google Shape;507;p27"/>
          <p:cNvGrpSpPr/>
          <p:nvPr/>
        </p:nvGrpSpPr>
        <p:grpSpPr>
          <a:xfrm flipH="1">
            <a:off x="-145733" y="39252"/>
            <a:ext cx="9244604" cy="1474013"/>
            <a:chOff x="-145733" y="39252"/>
            <a:chExt cx="9244604" cy="1474013"/>
          </a:xfrm>
        </p:grpSpPr>
        <p:sp>
          <p:nvSpPr>
            <p:cNvPr id="508" name="Google Shape;508;p27"/>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27"/>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28">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0000" y="445025"/>
            <a:ext cx="7704000" cy="5727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1pPr>
            <a:lvl2pPr lvl="1"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2pPr>
            <a:lvl3pPr lvl="2"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3pPr>
            <a:lvl4pPr lvl="3"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4pPr>
            <a:lvl5pPr lvl="4"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5pPr>
            <a:lvl6pPr lvl="5"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6pPr>
            <a:lvl7pPr lvl="6"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7pPr>
            <a:lvl8pPr lvl="7"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8pPr>
            <a:lvl9pPr lvl="8"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9pPr>
          </a:lstStyle>
          <a:p>
            <a:endParaRPr/>
          </a:p>
        </p:txBody>
      </p:sp>
      <p:sp>
        <p:nvSpPr>
          <p:cNvPr id="7" name="Google Shape;7;p1"/>
          <p:cNvSpPr txBox="1">
            <a:spLocks noGrp="1"/>
          </p:cNvSpPr>
          <p:nvPr>
            <p:ph type="body" idx="1"/>
          </p:nvPr>
        </p:nvSpPr>
        <p:spPr>
          <a:xfrm>
            <a:off x="720000" y="1152475"/>
            <a:ext cx="7704000" cy="3416400"/>
          </a:xfrm>
          <a:prstGeom prst="rect">
            <a:avLst/>
          </a:prstGeom>
          <a:noFill/>
          <a:ln>
            <a:noFill/>
          </a:ln>
        </p:spPr>
        <p:txBody>
          <a:bodyPr spcFirstLastPara="1" wrap="square" lIns="91425" tIns="91425" rIns="91425" bIns="91425" anchor="ctr" anchorCtr="0">
            <a:noAutofit/>
          </a:bodyPr>
          <a:lstStyle>
            <a:lvl1pPr marL="457200" lvl="0"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1pPr>
            <a:lvl2pPr marL="914400" lvl="1"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2pPr>
            <a:lvl3pPr marL="1371600" lvl="2"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3pPr>
            <a:lvl4pPr marL="1828800" lvl="3"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4pPr>
            <a:lvl5pPr marL="2286000" lvl="4"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5pPr>
            <a:lvl6pPr marL="2743200" lvl="5"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6pPr>
            <a:lvl7pPr marL="3200400" lvl="6"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7pPr>
            <a:lvl8pPr marL="3657600" lvl="7"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8pPr>
            <a:lvl9pPr marL="4114800" lvl="8"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510"/>
        <p:cNvGrpSpPr/>
        <p:nvPr/>
      </p:nvGrpSpPr>
      <p:grpSpPr>
        <a:xfrm>
          <a:off x="0" y="0"/>
          <a:ext cx="0" cy="0"/>
          <a:chOff x="0" y="0"/>
          <a:chExt cx="0" cy="0"/>
        </a:xfrm>
      </p:grpSpPr>
      <p:sp>
        <p:nvSpPr>
          <p:cNvPr id="511" name="Google Shape;511;p28"/>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12" name="Google Shape;512;p28"/>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4"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4.xml"/></Relationships>
</file>

<file path=ppt/slides/_rels/slide12.xml.rels><?xml version="1.0" encoding="UTF-8" standalone="yes"?>
<Relationships xmlns="http://schemas.openxmlformats.org/package/2006/relationships"><Relationship Id="rId8" Type="http://schemas.openxmlformats.org/officeDocument/2006/relationships/slide" Target="slide44.xml"/><Relationship Id="rId13" Type="http://schemas.openxmlformats.org/officeDocument/2006/relationships/slide" Target="slide53.xml"/><Relationship Id="rId3" Type="http://schemas.openxmlformats.org/officeDocument/2006/relationships/hyperlink" Target="http://bit.ly/2Tynxth" TargetMode="External"/><Relationship Id="rId7" Type="http://schemas.openxmlformats.org/officeDocument/2006/relationships/slide" Target="slide41.xml"/><Relationship Id="rId12" Type="http://schemas.openxmlformats.org/officeDocument/2006/relationships/slide" Target="slide47.xml"/><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slide" Target="slide42.xml"/><Relationship Id="rId11" Type="http://schemas.openxmlformats.org/officeDocument/2006/relationships/hyperlink" Target="https://storyset.com/?utm_source=slidesgo_template&amp;utm_medium=referral-link&amp;utm_campaign=slidesgo_contents_of_this_template&amp;utm_term=storyset&amp;utm_content=storyset" TargetMode="External"/><Relationship Id="rId5" Type="http://schemas.openxmlformats.org/officeDocument/2006/relationships/hyperlink" Target="http://bit.ly/33VAFh3" TargetMode="External"/><Relationship Id="rId10" Type="http://schemas.openxmlformats.org/officeDocument/2006/relationships/slide" Target="slide46.xml"/><Relationship Id="rId4" Type="http://schemas.openxmlformats.org/officeDocument/2006/relationships/hyperlink" Target="http://bit.ly/30B07Gq" TargetMode="External"/><Relationship Id="rId9" Type="http://schemas.openxmlformats.org/officeDocument/2006/relationships/slide" Target="slide4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25.xml"/><Relationship Id="rId1" Type="http://schemas.openxmlformats.org/officeDocument/2006/relationships/slideLayout" Target="../slideLayouts/slideLayout5.xml"/><Relationship Id="rId5" Type="http://schemas.openxmlformats.org/officeDocument/2006/relationships/image" Target="../media/image5.png"/><Relationship Id="rId4" Type="http://schemas.openxmlformats.org/officeDocument/2006/relationships/hyperlink" Target="https://docs.google.com/spreadsheets/d/1tOV-lii1P9OYNDaNzJ8TzFvzumrqMmceFW2V1qVlt3w/copy" TargetMode="Externa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32.xml"/><Relationship Id="rId1" Type="http://schemas.openxmlformats.org/officeDocument/2006/relationships/slideLayout" Target="../slideLayouts/slideLayout20.xml"/><Relationship Id="rId5" Type="http://schemas.openxmlformats.org/officeDocument/2006/relationships/image" Target="../media/image6.png"/><Relationship Id="rId4" Type="http://schemas.openxmlformats.org/officeDocument/2006/relationships/hyperlink" Target="https://docs.google.com/spreadsheets/d/1tOV-lii1P9OYNDaNzJ8TzFvzumrqMmceFW2V1qVlt3w/copy" TargetMode="Externa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8.xml"/><Relationship Id="rId1" Type="http://schemas.openxmlformats.org/officeDocument/2006/relationships/slideLayout" Target="../slideLayouts/slideLayout22.xml"/></Relationships>
</file>

<file path=ppt/slides/_rels/slide3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40.xml"/><Relationship Id="rId1" Type="http://schemas.openxmlformats.org/officeDocument/2006/relationships/slideLayout" Target="../slideLayouts/slideLayout22.xml"/></Relationships>
</file>

<file path=ppt/slides/_rels/slide41.xml.rels><?xml version="1.0" encoding="UTF-8" standalone="yes"?>
<Relationships xmlns="http://schemas.openxmlformats.org/package/2006/relationships"><Relationship Id="rId3" Type="http://schemas.openxmlformats.org/officeDocument/2006/relationships/hyperlink" Target="mailto:youremail@freepik.com" TargetMode="External"/><Relationship Id="rId2" Type="http://schemas.openxmlformats.org/officeDocument/2006/relationships/notesSlide" Target="../notesSlides/notesSlide41.xml"/><Relationship Id="rId1" Type="http://schemas.openxmlformats.org/officeDocument/2006/relationships/slideLayout" Target="../slideLayouts/slideLayout2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0.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8" Type="http://schemas.openxmlformats.org/officeDocument/2006/relationships/hyperlink" Target="https://www.freepik.com/free-photo/vegetation-natural-plants-park_11904785.htm/?utm_source=slidesgo_template&amp;utm_medium=referral-link&amp;utm_campaign=s%20g_resources&amp;utm_content=freepik" TargetMode="External"/><Relationship Id="rId3" Type="http://schemas.openxmlformats.org/officeDocument/2006/relationships/hyperlink" Target="https://www.freepik.com/free-vector/hand-drawn-bigfoot-sasquatch-yeti-adominable-snowman-illustration_12503860.htm/?utm_source=slidesgo_template&amp;utm_medium=referral-link&amp;utm_campaign=s%20g_resources&amp;utm_content=freepik" TargetMode="External"/><Relationship Id="rId7" Type="http://schemas.openxmlformats.org/officeDocument/2006/relationships/hyperlink" Target="https://www.flaticon.com/packs/nature-156?word=mountain/?utm_source=slidesgo_template&amp;utm_medium=referral-link&amp;utm_campaign=s%20g_resources&amp;utm_content=flaticon" TargetMode="External"/><Relationship Id="rId2" Type="http://schemas.openxmlformats.org/officeDocument/2006/relationships/notesSlide" Target="../notesSlides/notesSlide44.xml"/><Relationship Id="rId1" Type="http://schemas.openxmlformats.org/officeDocument/2006/relationships/slideLayout" Target="../slideLayouts/slideLayout3.xml"/><Relationship Id="rId6" Type="http://schemas.openxmlformats.org/officeDocument/2006/relationships/hyperlink" Target="https://www.freepik.com/free-vector/cartoon-bigfoot-sasquatch-character-collection_12418355.htm/?utm_source=slidesgo_template&amp;utm_medium=referral-link&amp;utm_campaign=s%20g_resources&amp;utm_content=freepik" TargetMode="External"/><Relationship Id="rId5" Type="http://schemas.openxmlformats.org/officeDocument/2006/relationships/hyperlink" Target="https://www.freepik.com/free-vector/cartoon-bigfoot-sasquatch-character-collection_12503824.htm/?utm_source=slidesgo_template&amp;utm_medium=referral-link&amp;utm_campaign=s%20g_resources&amp;utm_content=freepik" TargetMode="External"/><Relationship Id="rId4" Type="http://schemas.openxmlformats.org/officeDocument/2006/relationships/hyperlink" Target="https://www.freepik.com/free-vector/cartoon-bigfoot-sasquatch-character-pack_12418351.htm/?utm_source=slidesgo_template&amp;utm_medium=referral-link&amp;utm_campaign=s%20g_resources&amp;utm_content=freepik" TargetMode="External"/><Relationship Id="rId9" Type="http://schemas.openxmlformats.org/officeDocument/2006/relationships/hyperlink" Target="https://www.freepik.com/free-photo/vegetation-natural-plants-park_11904786.htm/?utm_source=slidesgo_template&amp;utm_medium=referral-link&amp;utm_campaign=s%20g_resources&amp;utm_content=freepik"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onts.google.com/specimen/Freckle+Face" TargetMode="External"/><Relationship Id="rId2" Type="http://schemas.openxmlformats.org/officeDocument/2006/relationships/notesSlide" Target="../notesSlides/notesSlide45.xml"/><Relationship Id="rId1" Type="http://schemas.openxmlformats.org/officeDocument/2006/relationships/slideLayout" Target="../slideLayouts/slideLayout27.xml"/><Relationship Id="rId4" Type="http://schemas.openxmlformats.org/officeDocument/2006/relationships/hyperlink" Target="https://fonts.google.com/specimen/Coda"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14.gif"/><Relationship Id="rId2" Type="http://schemas.openxmlformats.org/officeDocument/2006/relationships/notesSlide" Target="../notesSlides/notesSlide46.xml"/><Relationship Id="rId1" Type="http://schemas.openxmlformats.org/officeDocument/2006/relationships/slideLayout" Target="../slideLayouts/slideLayout27.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13.gif"/><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12.gif"/><Relationship Id="rId4" Type="http://schemas.openxmlformats.org/officeDocument/2006/relationships/image" Target="../media/image10.gif"/><Relationship Id="rId9" Type="http://schemas.openxmlformats.org/officeDocument/2006/relationships/image" Target="../media/image11.gif"/></Relationships>
</file>

<file path=ppt/slides/_rels/slide47.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47.xml"/><Relationship Id="rId1" Type="http://schemas.openxmlformats.org/officeDocument/2006/relationships/slideLayout" Target="../slideLayouts/slideLayout2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7.xml"/></Relationships>
</file>

<file path=ppt/slides/_rels/slide53.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53.xml"/><Relationship Id="rId1" Type="http://schemas.openxmlformats.org/officeDocument/2006/relationships/slideLayout" Target="../slideLayouts/slideLayout2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7.xml"/></Relationships>
</file>

<file path=ppt/slides/_rels/slide60.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60.xml"/><Relationship Id="rId1" Type="http://schemas.openxmlformats.org/officeDocument/2006/relationships/slideLayout" Target="../slideLayouts/slideLayout27.xm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30"/>
          <p:cNvSpPr/>
          <p:nvPr/>
        </p:nvSpPr>
        <p:spPr>
          <a:xfrm>
            <a:off x="1466691" y="3918050"/>
            <a:ext cx="3851225" cy="444925"/>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519" name="Google Shape;519;p30"/>
          <p:cNvSpPr txBox="1">
            <a:spLocks noGrp="1"/>
          </p:cNvSpPr>
          <p:nvPr>
            <p:ph type="ctrTitle"/>
          </p:nvPr>
        </p:nvSpPr>
        <p:spPr>
          <a:xfrm>
            <a:off x="705501" y="780525"/>
            <a:ext cx="5715000" cy="2896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pl-PL" dirty="0" err="1"/>
              <a:t>Topic</a:t>
            </a:r>
            <a:r>
              <a:rPr lang="pl-PL" dirty="0"/>
              <a:t> </a:t>
            </a:r>
            <a:r>
              <a:rPr lang="pl-PL" dirty="0" err="1"/>
              <a:t>Modelling</a:t>
            </a:r>
            <a:r>
              <a:rPr lang="pl-PL" dirty="0"/>
              <a:t> </a:t>
            </a:r>
            <a:r>
              <a:rPr lang="en" dirty="0"/>
              <a:t>Bigfoot </a:t>
            </a:r>
            <a:r>
              <a:rPr lang="pl-PL" dirty="0" err="1"/>
              <a:t>Sightings</a:t>
            </a:r>
            <a:r>
              <a:rPr lang="pl-PL" dirty="0"/>
              <a:t> Project</a:t>
            </a:r>
            <a:r>
              <a:rPr lang="en" dirty="0"/>
              <a:t> </a:t>
            </a:r>
            <a:endParaRPr dirty="0"/>
          </a:p>
        </p:txBody>
      </p:sp>
      <p:sp>
        <p:nvSpPr>
          <p:cNvPr id="520" name="Google Shape;520;p30"/>
          <p:cNvSpPr txBox="1">
            <a:spLocks noGrp="1"/>
          </p:cNvSpPr>
          <p:nvPr>
            <p:ph type="subTitle" idx="1"/>
          </p:nvPr>
        </p:nvSpPr>
        <p:spPr>
          <a:xfrm>
            <a:off x="1551531" y="3918050"/>
            <a:ext cx="3722493" cy="444925"/>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a:t>Wojciech Hrycenko</a:t>
            </a:r>
            <a:endParaRPr dirty="0"/>
          </a:p>
        </p:txBody>
      </p:sp>
      <p:grpSp>
        <p:nvGrpSpPr>
          <p:cNvPr id="521" name="Google Shape;521;p30"/>
          <p:cNvGrpSpPr/>
          <p:nvPr/>
        </p:nvGrpSpPr>
        <p:grpSpPr>
          <a:xfrm flipH="1">
            <a:off x="6286674" y="1039689"/>
            <a:ext cx="2769323" cy="5609122"/>
            <a:chOff x="5376275" y="3865225"/>
            <a:chExt cx="384100" cy="777975"/>
          </a:xfrm>
        </p:grpSpPr>
        <p:sp>
          <p:nvSpPr>
            <p:cNvPr id="522" name="Google Shape;522;p30"/>
            <p:cNvSpPr/>
            <p:nvPr/>
          </p:nvSpPr>
          <p:spPr>
            <a:xfrm>
              <a:off x="5655425" y="4064775"/>
              <a:ext cx="104950" cy="211575"/>
            </a:xfrm>
            <a:custGeom>
              <a:avLst/>
              <a:gdLst/>
              <a:ahLst/>
              <a:cxnLst/>
              <a:rect l="l" t="t" r="r" b="b"/>
              <a:pathLst>
                <a:path w="4198" h="8463" extrusionOk="0">
                  <a:moveTo>
                    <a:pt x="741" y="1"/>
                  </a:moveTo>
                  <a:cubicBezTo>
                    <a:pt x="1" y="1"/>
                    <a:pt x="545" y="3055"/>
                    <a:pt x="577" y="3435"/>
                  </a:cubicBezTo>
                  <a:cubicBezTo>
                    <a:pt x="633" y="4146"/>
                    <a:pt x="554" y="4857"/>
                    <a:pt x="599" y="5568"/>
                  </a:cubicBezTo>
                  <a:cubicBezTo>
                    <a:pt x="621" y="5879"/>
                    <a:pt x="665" y="6190"/>
                    <a:pt x="788" y="6468"/>
                  </a:cubicBezTo>
                  <a:cubicBezTo>
                    <a:pt x="976" y="6879"/>
                    <a:pt x="1321" y="7202"/>
                    <a:pt x="1687" y="7479"/>
                  </a:cubicBezTo>
                  <a:cubicBezTo>
                    <a:pt x="2188" y="7857"/>
                    <a:pt x="2743" y="8179"/>
                    <a:pt x="3332" y="8424"/>
                  </a:cubicBezTo>
                  <a:cubicBezTo>
                    <a:pt x="3375" y="8445"/>
                    <a:pt x="3428" y="8462"/>
                    <a:pt x="3478" y="8462"/>
                  </a:cubicBezTo>
                  <a:cubicBezTo>
                    <a:pt x="3505" y="8462"/>
                    <a:pt x="3531" y="8457"/>
                    <a:pt x="3554" y="8446"/>
                  </a:cubicBezTo>
                  <a:cubicBezTo>
                    <a:pt x="3610" y="8424"/>
                    <a:pt x="3632" y="8368"/>
                    <a:pt x="3654" y="8323"/>
                  </a:cubicBezTo>
                  <a:cubicBezTo>
                    <a:pt x="4020" y="7590"/>
                    <a:pt x="4198" y="6691"/>
                    <a:pt x="3854" y="5946"/>
                  </a:cubicBezTo>
                  <a:cubicBezTo>
                    <a:pt x="3665" y="5546"/>
                    <a:pt x="3343" y="5235"/>
                    <a:pt x="3087" y="4869"/>
                  </a:cubicBezTo>
                  <a:cubicBezTo>
                    <a:pt x="2709" y="4336"/>
                    <a:pt x="2465" y="3724"/>
                    <a:pt x="2254" y="3102"/>
                  </a:cubicBezTo>
                  <a:cubicBezTo>
                    <a:pt x="2065" y="2547"/>
                    <a:pt x="1910" y="1991"/>
                    <a:pt x="1699" y="1447"/>
                  </a:cubicBezTo>
                  <a:cubicBezTo>
                    <a:pt x="1554" y="1114"/>
                    <a:pt x="1243" y="169"/>
                    <a:pt x="865" y="25"/>
                  </a:cubicBezTo>
                  <a:cubicBezTo>
                    <a:pt x="820" y="9"/>
                    <a:pt x="779" y="1"/>
                    <a:pt x="741"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30"/>
            <p:cNvSpPr/>
            <p:nvPr/>
          </p:nvSpPr>
          <p:spPr>
            <a:xfrm>
              <a:off x="5585700" y="4498900"/>
              <a:ext cx="156350" cy="118750"/>
            </a:xfrm>
            <a:custGeom>
              <a:avLst/>
              <a:gdLst/>
              <a:ahLst/>
              <a:cxnLst/>
              <a:rect l="l" t="t" r="r" b="b"/>
              <a:pathLst>
                <a:path w="6254" h="4750" extrusionOk="0">
                  <a:moveTo>
                    <a:pt x="322" y="1"/>
                  </a:moveTo>
                  <a:cubicBezTo>
                    <a:pt x="244" y="901"/>
                    <a:pt x="100" y="2390"/>
                    <a:pt x="22" y="3289"/>
                  </a:cubicBezTo>
                  <a:cubicBezTo>
                    <a:pt x="11" y="3456"/>
                    <a:pt x="0" y="3634"/>
                    <a:pt x="67" y="3778"/>
                  </a:cubicBezTo>
                  <a:cubicBezTo>
                    <a:pt x="188" y="4022"/>
                    <a:pt x="477" y="4100"/>
                    <a:pt x="744" y="4133"/>
                  </a:cubicBezTo>
                  <a:cubicBezTo>
                    <a:pt x="948" y="4158"/>
                    <a:pt x="1153" y="4170"/>
                    <a:pt x="1359" y="4170"/>
                  </a:cubicBezTo>
                  <a:cubicBezTo>
                    <a:pt x="1714" y="4170"/>
                    <a:pt x="2070" y="4133"/>
                    <a:pt x="2422" y="4056"/>
                  </a:cubicBezTo>
                  <a:cubicBezTo>
                    <a:pt x="2810" y="3978"/>
                    <a:pt x="3188" y="3856"/>
                    <a:pt x="3577" y="3844"/>
                  </a:cubicBezTo>
                  <a:cubicBezTo>
                    <a:pt x="3965" y="3844"/>
                    <a:pt x="4377" y="3978"/>
                    <a:pt x="4577" y="4311"/>
                  </a:cubicBezTo>
                  <a:cubicBezTo>
                    <a:pt x="4643" y="4422"/>
                    <a:pt x="4676" y="4555"/>
                    <a:pt x="4765" y="4656"/>
                  </a:cubicBezTo>
                  <a:cubicBezTo>
                    <a:pt x="4817" y="4714"/>
                    <a:pt x="4899" y="4749"/>
                    <a:pt x="4975" y="4749"/>
                  </a:cubicBezTo>
                  <a:cubicBezTo>
                    <a:pt x="5031" y="4749"/>
                    <a:pt x="5083" y="4731"/>
                    <a:pt x="5121" y="4689"/>
                  </a:cubicBezTo>
                  <a:cubicBezTo>
                    <a:pt x="5187" y="4611"/>
                    <a:pt x="5187" y="4489"/>
                    <a:pt x="5165" y="4389"/>
                  </a:cubicBezTo>
                  <a:cubicBezTo>
                    <a:pt x="5099" y="4034"/>
                    <a:pt x="4932" y="3711"/>
                    <a:pt x="4699" y="3445"/>
                  </a:cubicBezTo>
                  <a:lnTo>
                    <a:pt x="4699" y="3445"/>
                  </a:lnTo>
                  <a:cubicBezTo>
                    <a:pt x="4943" y="3711"/>
                    <a:pt x="5199" y="3967"/>
                    <a:pt x="5443" y="4234"/>
                  </a:cubicBezTo>
                  <a:cubicBezTo>
                    <a:pt x="5478" y="4269"/>
                    <a:pt x="5534" y="4310"/>
                    <a:pt x="5588" y="4310"/>
                  </a:cubicBezTo>
                  <a:cubicBezTo>
                    <a:pt x="5603" y="4310"/>
                    <a:pt x="5618" y="4307"/>
                    <a:pt x="5632" y="4300"/>
                  </a:cubicBezTo>
                  <a:cubicBezTo>
                    <a:pt x="5676" y="4267"/>
                    <a:pt x="5688" y="4200"/>
                    <a:pt x="5688" y="4145"/>
                  </a:cubicBezTo>
                  <a:cubicBezTo>
                    <a:pt x="5688" y="3789"/>
                    <a:pt x="5532" y="3445"/>
                    <a:pt x="5276" y="3222"/>
                  </a:cubicBezTo>
                  <a:lnTo>
                    <a:pt x="5276" y="3222"/>
                  </a:lnTo>
                  <a:cubicBezTo>
                    <a:pt x="5488" y="3400"/>
                    <a:pt x="5710" y="3567"/>
                    <a:pt x="5921" y="3745"/>
                  </a:cubicBezTo>
                  <a:cubicBezTo>
                    <a:pt x="5954" y="3767"/>
                    <a:pt x="5987" y="3800"/>
                    <a:pt x="6021" y="3800"/>
                  </a:cubicBezTo>
                  <a:cubicBezTo>
                    <a:pt x="6029" y="3802"/>
                    <a:pt x="6036" y="3802"/>
                    <a:pt x="6044" y="3802"/>
                  </a:cubicBezTo>
                  <a:cubicBezTo>
                    <a:pt x="6141" y="3802"/>
                    <a:pt x="6199" y="3671"/>
                    <a:pt x="6209" y="3567"/>
                  </a:cubicBezTo>
                  <a:cubicBezTo>
                    <a:pt x="6254" y="3111"/>
                    <a:pt x="5943" y="2711"/>
                    <a:pt x="5554" y="2523"/>
                  </a:cubicBezTo>
                  <a:cubicBezTo>
                    <a:pt x="5177" y="2323"/>
                    <a:pt x="4721" y="2289"/>
                    <a:pt x="4288" y="2267"/>
                  </a:cubicBezTo>
                  <a:cubicBezTo>
                    <a:pt x="3588" y="2223"/>
                    <a:pt x="2877" y="2167"/>
                    <a:pt x="2177" y="2123"/>
                  </a:cubicBezTo>
                  <a:cubicBezTo>
                    <a:pt x="1944" y="2111"/>
                    <a:pt x="1666" y="2056"/>
                    <a:pt x="1600" y="1834"/>
                  </a:cubicBezTo>
                  <a:cubicBezTo>
                    <a:pt x="1577" y="1756"/>
                    <a:pt x="1588" y="1667"/>
                    <a:pt x="1600" y="1590"/>
                  </a:cubicBezTo>
                  <a:cubicBezTo>
                    <a:pt x="1633" y="1257"/>
                    <a:pt x="1800" y="845"/>
                    <a:pt x="1544" y="667"/>
                  </a:cubicBezTo>
                  <a:cubicBezTo>
                    <a:pt x="1322" y="512"/>
                    <a:pt x="600" y="12"/>
                    <a:pt x="322" y="1"/>
                  </a:cubicBezTo>
                  <a:close/>
                </a:path>
              </a:pathLst>
            </a:custGeom>
            <a:solidFill>
              <a:srgbClr val="D37E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30"/>
            <p:cNvSpPr/>
            <p:nvPr/>
          </p:nvSpPr>
          <p:spPr>
            <a:xfrm>
              <a:off x="5625125" y="4538700"/>
              <a:ext cx="575" cy="5775"/>
            </a:xfrm>
            <a:custGeom>
              <a:avLst/>
              <a:gdLst/>
              <a:ahLst/>
              <a:cxnLst/>
              <a:rect l="l" t="t" r="r" b="b"/>
              <a:pathLst>
                <a:path w="23" h="231" extrusionOk="0">
                  <a:moveTo>
                    <a:pt x="22" y="1"/>
                  </a:moveTo>
                  <a:cubicBezTo>
                    <a:pt x="11" y="77"/>
                    <a:pt x="1" y="154"/>
                    <a:pt x="11" y="231"/>
                  </a:cubicBezTo>
                  <a:lnTo>
                    <a:pt x="23" y="231"/>
                  </a:lnTo>
                  <a:cubicBezTo>
                    <a:pt x="1" y="154"/>
                    <a:pt x="11" y="77"/>
                    <a:pt x="22"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30"/>
            <p:cNvSpPr/>
            <p:nvPr/>
          </p:nvSpPr>
          <p:spPr>
            <a:xfrm>
              <a:off x="5590400" y="4509450"/>
              <a:ext cx="37525" cy="35025"/>
            </a:xfrm>
            <a:custGeom>
              <a:avLst/>
              <a:gdLst/>
              <a:ahLst/>
              <a:cxnLst/>
              <a:rect l="l" t="t" r="r" b="b"/>
              <a:pathLst>
                <a:path w="1501" h="1401" extrusionOk="0">
                  <a:moveTo>
                    <a:pt x="434" y="1"/>
                  </a:moveTo>
                  <a:cubicBezTo>
                    <a:pt x="423" y="212"/>
                    <a:pt x="256" y="368"/>
                    <a:pt x="56" y="445"/>
                  </a:cubicBezTo>
                  <a:cubicBezTo>
                    <a:pt x="34" y="635"/>
                    <a:pt x="23" y="835"/>
                    <a:pt x="0" y="1045"/>
                  </a:cubicBezTo>
                  <a:cubicBezTo>
                    <a:pt x="111" y="946"/>
                    <a:pt x="223" y="823"/>
                    <a:pt x="334" y="701"/>
                  </a:cubicBezTo>
                  <a:cubicBezTo>
                    <a:pt x="356" y="667"/>
                    <a:pt x="400" y="645"/>
                    <a:pt x="434" y="645"/>
                  </a:cubicBezTo>
                  <a:cubicBezTo>
                    <a:pt x="479" y="645"/>
                    <a:pt x="523" y="679"/>
                    <a:pt x="545" y="723"/>
                  </a:cubicBezTo>
                  <a:cubicBezTo>
                    <a:pt x="734" y="1146"/>
                    <a:pt x="990" y="1401"/>
                    <a:pt x="1323" y="1401"/>
                  </a:cubicBezTo>
                  <a:lnTo>
                    <a:pt x="1400" y="1401"/>
                  </a:lnTo>
                  <a:cubicBezTo>
                    <a:pt x="1389" y="1323"/>
                    <a:pt x="1400" y="1245"/>
                    <a:pt x="1412" y="1168"/>
                  </a:cubicBezTo>
                  <a:cubicBezTo>
                    <a:pt x="1434" y="968"/>
                    <a:pt x="1501" y="756"/>
                    <a:pt x="1501" y="568"/>
                  </a:cubicBezTo>
                  <a:cubicBezTo>
                    <a:pt x="1489" y="512"/>
                    <a:pt x="1489" y="457"/>
                    <a:pt x="1478" y="412"/>
                  </a:cubicBezTo>
                  <a:cubicBezTo>
                    <a:pt x="1389" y="457"/>
                    <a:pt x="1301" y="479"/>
                    <a:pt x="1212" y="479"/>
                  </a:cubicBezTo>
                  <a:lnTo>
                    <a:pt x="1200" y="479"/>
                  </a:lnTo>
                  <a:cubicBezTo>
                    <a:pt x="889" y="479"/>
                    <a:pt x="600" y="268"/>
                    <a:pt x="434" y="1"/>
                  </a:cubicBezTo>
                  <a:close/>
                </a:path>
              </a:pathLst>
            </a:custGeom>
            <a:solidFill>
              <a:srgbClr val="C47B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30"/>
            <p:cNvSpPr/>
            <p:nvPr/>
          </p:nvSpPr>
          <p:spPr>
            <a:xfrm>
              <a:off x="5551525" y="4392500"/>
              <a:ext cx="120275" cy="129025"/>
            </a:xfrm>
            <a:custGeom>
              <a:avLst/>
              <a:gdLst/>
              <a:ahLst/>
              <a:cxnLst/>
              <a:rect l="l" t="t" r="r" b="b"/>
              <a:pathLst>
                <a:path w="4811" h="5161" extrusionOk="0">
                  <a:moveTo>
                    <a:pt x="4751" y="0"/>
                  </a:moveTo>
                  <a:cubicBezTo>
                    <a:pt x="4705" y="0"/>
                    <a:pt x="4230" y="295"/>
                    <a:pt x="3744" y="580"/>
                  </a:cubicBezTo>
                  <a:cubicBezTo>
                    <a:pt x="3256" y="869"/>
                    <a:pt x="2777" y="1158"/>
                    <a:pt x="2722" y="1158"/>
                  </a:cubicBezTo>
                  <a:cubicBezTo>
                    <a:pt x="2644" y="1158"/>
                    <a:pt x="2555" y="1158"/>
                    <a:pt x="2478" y="1169"/>
                  </a:cubicBezTo>
                  <a:cubicBezTo>
                    <a:pt x="2409" y="1169"/>
                    <a:pt x="2341" y="1170"/>
                    <a:pt x="2272" y="1170"/>
                  </a:cubicBezTo>
                  <a:cubicBezTo>
                    <a:pt x="2140" y="1170"/>
                    <a:pt x="2006" y="1165"/>
                    <a:pt x="1866" y="1136"/>
                  </a:cubicBezTo>
                  <a:cubicBezTo>
                    <a:pt x="1678" y="1097"/>
                    <a:pt x="1503" y="1071"/>
                    <a:pt x="1343" y="1071"/>
                  </a:cubicBezTo>
                  <a:cubicBezTo>
                    <a:pt x="947" y="1071"/>
                    <a:pt x="647" y="1233"/>
                    <a:pt x="489" y="1780"/>
                  </a:cubicBezTo>
                  <a:cubicBezTo>
                    <a:pt x="389" y="2124"/>
                    <a:pt x="400" y="2491"/>
                    <a:pt x="412" y="2846"/>
                  </a:cubicBezTo>
                  <a:cubicBezTo>
                    <a:pt x="323" y="2702"/>
                    <a:pt x="189" y="2580"/>
                    <a:pt x="34" y="2513"/>
                  </a:cubicBezTo>
                  <a:lnTo>
                    <a:pt x="34" y="2513"/>
                  </a:lnTo>
                  <a:cubicBezTo>
                    <a:pt x="133" y="3002"/>
                    <a:pt x="301" y="3469"/>
                    <a:pt x="523" y="3901"/>
                  </a:cubicBezTo>
                  <a:cubicBezTo>
                    <a:pt x="367" y="3735"/>
                    <a:pt x="200" y="3590"/>
                    <a:pt x="0" y="3479"/>
                  </a:cubicBezTo>
                  <a:lnTo>
                    <a:pt x="0" y="3479"/>
                  </a:lnTo>
                  <a:cubicBezTo>
                    <a:pt x="78" y="3913"/>
                    <a:pt x="267" y="4313"/>
                    <a:pt x="545" y="4657"/>
                  </a:cubicBezTo>
                  <a:cubicBezTo>
                    <a:pt x="733" y="4901"/>
                    <a:pt x="1000" y="5113"/>
                    <a:pt x="1300" y="5157"/>
                  </a:cubicBezTo>
                  <a:cubicBezTo>
                    <a:pt x="1323" y="5159"/>
                    <a:pt x="1345" y="5161"/>
                    <a:pt x="1368" y="5161"/>
                  </a:cubicBezTo>
                  <a:cubicBezTo>
                    <a:pt x="1661" y="5161"/>
                    <a:pt x="1968" y="4968"/>
                    <a:pt x="1989" y="4679"/>
                  </a:cubicBezTo>
                  <a:cubicBezTo>
                    <a:pt x="2155" y="4946"/>
                    <a:pt x="2444" y="5157"/>
                    <a:pt x="2767" y="5157"/>
                  </a:cubicBezTo>
                  <a:cubicBezTo>
                    <a:pt x="3000" y="5157"/>
                    <a:pt x="3244" y="5002"/>
                    <a:pt x="3333" y="4779"/>
                  </a:cubicBezTo>
                  <a:cubicBezTo>
                    <a:pt x="3367" y="4713"/>
                    <a:pt x="3377" y="4646"/>
                    <a:pt x="3377" y="4568"/>
                  </a:cubicBezTo>
                  <a:cubicBezTo>
                    <a:pt x="3427" y="4776"/>
                    <a:pt x="3635" y="4931"/>
                    <a:pt x="3845" y="4931"/>
                  </a:cubicBezTo>
                  <a:cubicBezTo>
                    <a:pt x="3871" y="4931"/>
                    <a:pt x="3896" y="4928"/>
                    <a:pt x="3922" y="4923"/>
                  </a:cubicBezTo>
                  <a:cubicBezTo>
                    <a:pt x="4566" y="4824"/>
                    <a:pt x="4288" y="3802"/>
                    <a:pt x="4255" y="3390"/>
                  </a:cubicBezTo>
                  <a:cubicBezTo>
                    <a:pt x="4199" y="2679"/>
                    <a:pt x="4811" y="714"/>
                    <a:pt x="4755" y="3"/>
                  </a:cubicBezTo>
                  <a:cubicBezTo>
                    <a:pt x="4755" y="1"/>
                    <a:pt x="4753" y="0"/>
                    <a:pt x="4751"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30"/>
            <p:cNvSpPr/>
            <p:nvPr/>
          </p:nvSpPr>
          <p:spPr>
            <a:xfrm>
              <a:off x="5567350" y="4474475"/>
              <a:ext cx="56700" cy="46400"/>
            </a:xfrm>
            <a:custGeom>
              <a:avLst/>
              <a:gdLst/>
              <a:ahLst/>
              <a:cxnLst/>
              <a:rect l="l" t="t" r="r" b="b"/>
              <a:pathLst>
                <a:path w="2268" h="1856" extrusionOk="0">
                  <a:moveTo>
                    <a:pt x="1478" y="412"/>
                  </a:moveTo>
                  <a:cubicBezTo>
                    <a:pt x="1522" y="467"/>
                    <a:pt x="1545" y="556"/>
                    <a:pt x="1522" y="634"/>
                  </a:cubicBezTo>
                  <a:cubicBezTo>
                    <a:pt x="1522" y="678"/>
                    <a:pt x="1500" y="723"/>
                    <a:pt x="1489" y="767"/>
                  </a:cubicBezTo>
                  <a:cubicBezTo>
                    <a:pt x="1467" y="656"/>
                    <a:pt x="1467" y="533"/>
                    <a:pt x="1478" y="412"/>
                  </a:cubicBezTo>
                  <a:close/>
                  <a:moveTo>
                    <a:pt x="90" y="0"/>
                  </a:moveTo>
                  <a:cubicBezTo>
                    <a:pt x="11" y="345"/>
                    <a:pt x="1" y="701"/>
                    <a:pt x="56" y="1034"/>
                  </a:cubicBezTo>
                  <a:cubicBezTo>
                    <a:pt x="78" y="1167"/>
                    <a:pt x="123" y="1333"/>
                    <a:pt x="245" y="1422"/>
                  </a:cubicBezTo>
                  <a:lnTo>
                    <a:pt x="256" y="1434"/>
                  </a:lnTo>
                  <a:cubicBezTo>
                    <a:pt x="310" y="1467"/>
                    <a:pt x="372" y="1483"/>
                    <a:pt x="436" y="1483"/>
                  </a:cubicBezTo>
                  <a:cubicBezTo>
                    <a:pt x="542" y="1483"/>
                    <a:pt x="651" y="1439"/>
                    <a:pt x="734" y="1355"/>
                  </a:cubicBezTo>
                  <a:cubicBezTo>
                    <a:pt x="778" y="1323"/>
                    <a:pt x="811" y="1278"/>
                    <a:pt x="834" y="1222"/>
                  </a:cubicBezTo>
                  <a:lnTo>
                    <a:pt x="900" y="1289"/>
                  </a:lnTo>
                  <a:cubicBezTo>
                    <a:pt x="942" y="1318"/>
                    <a:pt x="989" y="1330"/>
                    <a:pt x="1035" y="1330"/>
                  </a:cubicBezTo>
                  <a:cubicBezTo>
                    <a:pt x="1113" y="1330"/>
                    <a:pt x="1190" y="1297"/>
                    <a:pt x="1245" y="1256"/>
                  </a:cubicBezTo>
                  <a:cubicBezTo>
                    <a:pt x="1345" y="1178"/>
                    <a:pt x="1401" y="1078"/>
                    <a:pt x="1456" y="989"/>
                  </a:cubicBezTo>
                  <a:cubicBezTo>
                    <a:pt x="1545" y="1333"/>
                    <a:pt x="1744" y="1634"/>
                    <a:pt x="2033" y="1834"/>
                  </a:cubicBezTo>
                  <a:lnTo>
                    <a:pt x="2078" y="1856"/>
                  </a:lnTo>
                  <a:lnTo>
                    <a:pt x="2267" y="1367"/>
                  </a:lnTo>
                  <a:lnTo>
                    <a:pt x="2200" y="1333"/>
                  </a:lnTo>
                  <a:lnTo>
                    <a:pt x="2033" y="1745"/>
                  </a:lnTo>
                  <a:cubicBezTo>
                    <a:pt x="1767" y="1545"/>
                    <a:pt x="1578" y="1234"/>
                    <a:pt x="1512" y="900"/>
                  </a:cubicBezTo>
                  <a:cubicBezTo>
                    <a:pt x="1545" y="822"/>
                    <a:pt x="1589" y="733"/>
                    <a:pt x="1600" y="645"/>
                  </a:cubicBezTo>
                  <a:cubicBezTo>
                    <a:pt x="1623" y="523"/>
                    <a:pt x="1589" y="367"/>
                    <a:pt x="1478" y="301"/>
                  </a:cubicBezTo>
                  <a:lnTo>
                    <a:pt x="1423" y="278"/>
                  </a:lnTo>
                  <a:lnTo>
                    <a:pt x="1411" y="333"/>
                  </a:lnTo>
                  <a:cubicBezTo>
                    <a:pt x="1389" y="511"/>
                    <a:pt x="1389" y="701"/>
                    <a:pt x="1423" y="878"/>
                  </a:cubicBezTo>
                  <a:cubicBezTo>
                    <a:pt x="1411" y="900"/>
                    <a:pt x="1411" y="923"/>
                    <a:pt x="1401" y="945"/>
                  </a:cubicBezTo>
                  <a:cubicBezTo>
                    <a:pt x="1345" y="1022"/>
                    <a:pt x="1289" y="1123"/>
                    <a:pt x="1201" y="1189"/>
                  </a:cubicBezTo>
                  <a:cubicBezTo>
                    <a:pt x="1155" y="1227"/>
                    <a:pt x="1090" y="1254"/>
                    <a:pt x="1028" y="1254"/>
                  </a:cubicBezTo>
                  <a:cubicBezTo>
                    <a:pt x="998" y="1254"/>
                    <a:pt x="970" y="1248"/>
                    <a:pt x="945" y="1234"/>
                  </a:cubicBezTo>
                  <a:lnTo>
                    <a:pt x="945" y="1222"/>
                  </a:lnTo>
                  <a:cubicBezTo>
                    <a:pt x="900" y="1200"/>
                    <a:pt x="878" y="1156"/>
                    <a:pt x="867" y="1111"/>
                  </a:cubicBezTo>
                  <a:cubicBezTo>
                    <a:pt x="890" y="1034"/>
                    <a:pt x="890" y="945"/>
                    <a:pt x="878" y="867"/>
                  </a:cubicBezTo>
                  <a:lnTo>
                    <a:pt x="834" y="678"/>
                  </a:lnTo>
                  <a:lnTo>
                    <a:pt x="801" y="867"/>
                  </a:lnTo>
                  <a:cubicBezTo>
                    <a:pt x="778" y="967"/>
                    <a:pt x="778" y="1044"/>
                    <a:pt x="789" y="1111"/>
                  </a:cubicBezTo>
                  <a:cubicBezTo>
                    <a:pt x="778" y="1189"/>
                    <a:pt x="734" y="1256"/>
                    <a:pt x="690" y="1311"/>
                  </a:cubicBezTo>
                  <a:cubicBezTo>
                    <a:pt x="625" y="1376"/>
                    <a:pt x="538" y="1410"/>
                    <a:pt x="454" y="1410"/>
                  </a:cubicBezTo>
                  <a:cubicBezTo>
                    <a:pt x="394" y="1410"/>
                    <a:pt x="336" y="1393"/>
                    <a:pt x="290" y="1355"/>
                  </a:cubicBezTo>
                  <a:cubicBezTo>
                    <a:pt x="189" y="1289"/>
                    <a:pt x="145" y="1133"/>
                    <a:pt x="134" y="1022"/>
                  </a:cubicBezTo>
                  <a:cubicBezTo>
                    <a:pt x="78" y="689"/>
                    <a:pt x="90" y="345"/>
                    <a:pt x="156" y="22"/>
                  </a:cubicBezTo>
                  <a:lnTo>
                    <a:pt x="9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30"/>
            <p:cNvSpPr/>
            <p:nvPr/>
          </p:nvSpPr>
          <p:spPr>
            <a:xfrm>
              <a:off x="5731225" y="4579150"/>
              <a:ext cx="10725" cy="13375"/>
            </a:xfrm>
            <a:custGeom>
              <a:avLst/>
              <a:gdLst/>
              <a:ahLst/>
              <a:cxnLst/>
              <a:rect l="l" t="t" r="r" b="b"/>
              <a:pathLst>
                <a:path w="429" h="535" extrusionOk="0">
                  <a:moveTo>
                    <a:pt x="375" y="1"/>
                  </a:moveTo>
                  <a:cubicBezTo>
                    <a:pt x="358" y="1"/>
                    <a:pt x="334" y="8"/>
                    <a:pt x="300" y="24"/>
                  </a:cubicBezTo>
                  <a:cubicBezTo>
                    <a:pt x="188" y="68"/>
                    <a:pt x="89" y="135"/>
                    <a:pt x="0" y="202"/>
                  </a:cubicBezTo>
                  <a:cubicBezTo>
                    <a:pt x="55" y="323"/>
                    <a:pt x="144" y="434"/>
                    <a:pt x="255" y="523"/>
                  </a:cubicBezTo>
                  <a:cubicBezTo>
                    <a:pt x="267" y="523"/>
                    <a:pt x="277" y="535"/>
                    <a:pt x="277" y="535"/>
                  </a:cubicBezTo>
                  <a:cubicBezTo>
                    <a:pt x="300" y="535"/>
                    <a:pt x="311" y="501"/>
                    <a:pt x="322" y="479"/>
                  </a:cubicBezTo>
                  <a:cubicBezTo>
                    <a:pt x="344" y="379"/>
                    <a:pt x="366" y="268"/>
                    <a:pt x="388" y="157"/>
                  </a:cubicBezTo>
                  <a:cubicBezTo>
                    <a:pt x="405" y="73"/>
                    <a:pt x="429" y="1"/>
                    <a:pt x="37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30"/>
            <p:cNvSpPr/>
            <p:nvPr/>
          </p:nvSpPr>
          <p:spPr>
            <a:xfrm>
              <a:off x="5719550" y="4592825"/>
              <a:ext cx="7375" cy="10525"/>
            </a:xfrm>
            <a:custGeom>
              <a:avLst/>
              <a:gdLst/>
              <a:ahLst/>
              <a:cxnLst/>
              <a:rect l="l" t="t" r="r" b="b"/>
              <a:pathLst>
                <a:path w="295" h="421" extrusionOk="0">
                  <a:moveTo>
                    <a:pt x="262" y="0"/>
                  </a:moveTo>
                  <a:cubicBezTo>
                    <a:pt x="249" y="0"/>
                    <a:pt x="229" y="10"/>
                    <a:pt x="200" y="32"/>
                  </a:cubicBezTo>
                  <a:cubicBezTo>
                    <a:pt x="134" y="87"/>
                    <a:pt x="67" y="154"/>
                    <a:pt x="0" y="221"/>
                  </a:cubicBezTo>
                  <a:cubicBezTo>
                    <a:pt x="67" y="310"/>
                    <a:pt x="156" y="376"/>
                    <a:pt x="256" y="421"/>
                  </a:cubicBezTo>
                  <a:lnTo>
                    <a:pt x="278" y="421"/>
                  </a:lnTo>
                  <a:cubicBezTo>
                    <a:pt x="289" y="421"/>
                    <a:pt x="289" y="398"/>
                    <a:pt x="289" y="388"/>
                  </a:cubicBezTo>
                  <a:lnTo>
                    <a:pt x="289" y="121"/>
                  </a:lnTo>
                  <a:cubicBezTo>
                    <a:pt x="289" y="58"/>
                    <a:pt x="295" y="0"/>
                    <a:pt x="262"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30"/>
            <p:cNvSpPr/>
            <p:nvPr/>
          </p:nvSpPr>
          <p:spPr>
            <a:xfrm>
              <a:off x="5704000" y="4604650"/>
              <a:ext cx="8475" cy="12325"/>
            </a:xfrm>
            <a:custGeom>
              <a:avLst/>
              <a:gdLst/>
              <a:ahLst/>
              <a:cxnLst/>
              <a:rect l="l" t="t" r="r" b="b"/>
              <a:pathLst>
                <a:path w="339" h="493" extrusionOk="0">
                  <a:moveTo>
                    <a:pt x="302" y="0"/>
                  </a:moveTo>
                  <a:cubicBezTo>
                    <a:pt x="287" y="0"/>
                    <a:pt x="265" y="11"/>
                    <a:pt x="233" y="37"/>
                  </a:cubicBezTo>
                  <a:cubicBezTo>
                    <a:pt x="144" y="103"/>
                    <a:pt x="78" y="170"/>
                    <a:pt x="0" y="248"/>
                  </a:cubicBezTo>
                  <a:cubicBezTo>
                    <a:pt x="78" y="348"/>
                    <a:pt x="178" y="437"/>
                    <a:pt x="289" y="481"/>
                  </a:cubicBezTo>
                  <a:cubicBezTo>
                    <a:pt x="300" y="481"/>
                    <a:pt x="311" y="492"/>
                    <a:pt x="311" y="492"/>
                  </a:cubicBezTo>
                  <a:cubicBezTo>
                    <a:pt x="334" y="481"/>
                    <a:pt x="334" y="459"/>
                    <a:pt x="334" y="437"/>
                  </a:cubicBezTo>
                  <a:lnTo>
                    <a:pt x="334" y="137"/>
                  </a:lnTo>
                  <a:cubicBezTo>
                    <a:pt x="334" y="66"/>
                    <a:pt x="339" y="0"/>
                    <a:pt x="302"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30"/>
            <p:cNvSpPr/>
            <p:nvPr/>
          </p:nvSpPr>
          <p:spPr>
            <a:xfrm>
              <a:off x="5376275" y="3994925"/>
              <a:ext cx="339125" cy="457900"/>
            </a:xfrm>
            <a:custGeom>
              <a:avLst/>
              <a:gdLst/>
              <a:ahLst/>
              <a:cxnLst/>
              <a:rect l="l" t="t" r="r" b="b"/>
              <a:pathLst>
                <a:path w="13565" h="18316" extrusionOk="0">
                  <a:moveTo>
                    <a:pt x="7204" y="0"/>
                  </a:moveTo>
                  <a:cubicBezTo>
                    <a:pt x="6597" y="0"/>
                    <a:pt x="5997" y="99"/>
                    <a:pt x="5422" y="364"/>
                  </a:cubicBezTo>
                  <a:cubicBezTo>
                    <a:pt x="4556" y="764"/>
                    <a:pt x="3822" y="1397"/>
                    <a:pt x="3189" y="2108"/>
                  </a:cubicBezTo>
                  <a:cubicBezTo>
                    <a:pt x="1634" y="3819"/>
                    <a:pt x="601" y="6041"/>
                    <a:pt x="534" y="8352"/>
                  </a:cubicBezTo>
                  <a:cubicBezTo>
                    <a:pt x="523" y="8552"/>
                    <a:pt x="523" y="8751"/>
                    <a:pt x="623" y="8918"/>
                  </a:cubicBezTo>
                  <a:cubicBezTo>
                    <a:pt x="745" y="8796"/>
                    <a:pt x="867" y="8673"/>
                    <a:pt x="989" y="8562"/>
                  </a:cubicBezTo>
                  <a:lnTo>
                    <a:pt x="989" y="8562"/>
                  </a:lnTo>
                  <a:cubicBezTo>
                    <a:pt x="356" y="10018"/>
                    <a:pt x="1" y="11618"/>
                    <a:pt x="123" y="13206"/>
                  </a:cubicBezTo>
                  <a:cubicBezTo>
                    <a:pt x="179" y="13983"/>
                    <a:pt x="367" y="14750"/>
                    <a:pt x="678" y="15472"/>
                  </a:cubicBezTo>
                  <a:cubicBezTo>
                    <a:pt x="956" y="16116"/>
                    <a:pt x="1401" y="16994"/>
                    <a:pt x="1989" y="17405"/>
                  </a:cubicBezTo>
                  <a:cubicBezTo>
                    <a:pt x="3042" y="18128"/>
                    <a:pt x="4433" y="18316"/>
                    <a:pt x="5723" y="18316"/>
                  </a:cubicBezTo>
                  <a:cubicBezTo>
                    <a:pt x="5999" y="18316"/>
                    <a:pt x="6271" y="18307"/>
                    <a:pt x="6533" y="18294"/>
                  </a:cubicBezTo>
                  <a:cubicBezTo>
                    <a:pt x="7121" y="18261"/>
                    <a:pt x="7710" y="18205"/>
                    <a:pt x="8299" y="18138"/>
                  </a:cubicBezTo>
                  <a:cubicBezTo>
                    <a:pt x="9210" y="18038"/>
                    <a:pt x="10121" y="17861"/>
                    <a:pt x="11021" y="17783"/>
                  </a:cubicBezTo>
                  <a:cubicBezTo>
                    <a:pt x="11854" y="17727"/>
                    <a:pt x="12621" y="17350"/>
                    <a:pt x="13009" y="16583"/>
                  </a:cubicBezTo>
                  <a:cubicBezTo>
                    <a:pt x="13295" y="16030"/>
                    <a:pt x="13328" y="15386"/>
                    <a:pt x="13319" y="14751"/>
                  </a:cubicBezTo>
                  <a:lnTo>
                    <a:pt x="13319" y="14751"/>
                  </a:lnTo>
                  <a:cubicBezTo>
                    <a:pt x="13326" y="14770"/>
                    <a:pt x="13333" y="14788"/>
                    <a:pt x="13342" y="14805"/>
                  </a:cubicBezTo>
                  <a:cubicBezTo>
                    <a:pt x="13420" y="14617"/>
                    <a:pt x="13443" y="14417"/>
                    <a:pt x="13453" y="14217"/>
                  </a:cubicBezTo>
                  <a:cubicBezTo>
                    <a:pt x="13564" y="11806"/>
                    <a:pt x="11876" y="9773"/>
                    <a:pt x="11809" y="7429"/>
                  </a:cubicBezTo>
                  <a:cubicBezTo>
                    <a:pt x="11799" y="7063"/>
                    <a:pt x="11821" y="6696"/>
                    <a:pt x="11910" y="6308"/>
                  </a:cubicBezTo>
                  <a:cubicBezTo>
                    <a:pt x="11976" y="5996"/>
                    <a:pt x="12076" y="5685"/>
                    <a:pt x="12142" y="5363"/>
                  </a:cubicBezTo>
                  <a:cubicBezTo>
                    <a:pt x="12342" y="4274"/>
                    <a:pt x="11987" y="3130"/>
                    <a:pt x="11431" y="2163"/>
                  </a:cubicBezTo>
                  <a:cubicBezTo>
                    <a:pt x="10854" y="1164"/>
                    <a:pt x="10098" y="475"/>
                    <a:pt x="8977" y="220"/>
                  </a:cubicBezTo>
                  <a:cubicBezTo>
                    <a:pt x="8391" y="94"/>
                    <a:pt x="7794" y="0"/>
                    <a:pt x="7204"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30"/>
            <p:cNvSpPr/>
            <p:nvPr/>
          </p:nvSpPr>
          <p:spPr>
            <a:xfrm>
              <a:off x="5520700" y="3995675"/>
              <a:ext cx="150000" cy="70000"/>
            </a:xfrm>
            <a:custGeom>
              <a:avLst/>
              <a:gdLst/>
              <a:ahLst/>
              <a:cxnLst/>
              <a:rect l="l" t="t" r="r" b="b"/>
              <a:pathLst>
                <a:path w="6000" h="2800" extrusionOk="0">
                  <a:moveTo>
                    <a:pt x="2267" y="23"/>
                  </a:moveTo>
                  <a:cubicBezTo>
                    <a:pt x="2578" y="67"/>
                    <a:pt x="2889" y="123"/>
                    <a:pt x="3200" y="190"/>
                  </a:cubicBezTo>
                  <a:cubicBezTo>
                    <a:pt x="4321" y="445"/>
                    <a:pt x="5077" y="1134"/>
                    <a:pt x="5654" y="2133"/>
                  </a:cubicBezTo>
                  <a:cubicBezTo>
                    <a:pt x="5788" y="2345"/>
                    <a:pt x="5899" y="2578"/>
                    <a:pt x="5999" y="2800"/>
                  </a:cubicBezTo>
                  <a:lnTo>
                    <a:pt x="5999" y="2800"/>
                  </a:lnTo>
                  <a:cubicBezTo>
                    <a:pt x="5899" y="2578"/>
                    <a:pt x="5788" y="2345"/>
                    <a:pt x="5654" y="2133"/>
                  </a:cubicBezTo>
                  <a:cubicBezTo>
                    <a:pt x="5077" y="1134"/>
                    <a:pt x="4321" y="445"/>
                    <a:pt x="3200" y="190"/>
                  </a:cubicBezTo>
                  <a:cubicBezTo>
                    <a:pt x="2889" y="123"/>
                    <a:pt x="2578" y="67"/>
                    <a:pt x="2267" y="23"/>
                  </a:cubicBezTo>
                  <a:close/>
                  <a:moveTo>
                    <a:pt x="823" y="1"/>
                  </a:moveTo>
                  <a:cubicBezTo>
                    <a:pt x="544" y="34"/>
                    <a:pt x="267" y="101"/>
                    <a:pt x="1" y="190"/>
                  </a:cubicBezTo>
                  <a:cubicBezTo>
                    <a:pt x="267" y="101"/>
                    <a:pt x="544" y="34"/>
                    <a:pt x="823" y="1"/>
                  </a:cubicBezTo>
                  <a:close/>
                  <a:moveTo>
                    <a:pt x="833" y="1"/>
                  </a:moveTo>
                  <a:lnTo>
                    <a:pt x="823" y="1"/>
                  </a:ln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30"/>
            <p:cNvSpPr/>
            <p:nvPr/>
          </p:nvSpPr>
          <p:spPr>
            <a:xfrm>
              <a:off x="5670675" y="4065675"/>
              <a:ext cx="850" cy="2225"/>
            </a:xfrm>
            <a:custGeom>
              <a:avLst/>
              <a:gdLst/>
              <a:ahLst/>
              <a:cxnLst/>
              <a:rect l="l" t="t" r="r" b="b"/>
              <a:pathLst>
                <a:path w="34" h="89" extrusionOk="0">
                  <a:moveTo>
                    <a:pt x="0" y="0"/>
                  </a:moveTo>
                  <a:lnTo>
                    <a:pt x="0" y="0"/>
                  </a:lnTo>
                  <a:cubicBezTo>
                    <a:pt x="11" y="34"/>
                    <a:pt x="23" y="56"/>
                    <a:pt x="33" y="89"/>
                  </a:cubicBezTo>
                  <a:lnTo>
                    <a:pt x="33" y="89"/>
                  </a:lnTo>
                  <a:cubicBezTo>
                    <a:pt x="23" y="56"/>
                    <a:pt x="11" y="34"/>
                    <a:pt x="0" y="0"/>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30"/>
            <p:cNvSpPr/>
            <p:nvPr/>
          </p:nvSpPr>
          <p:spPr>
            <a:xfrm>
              <a:off x="5389625" y="4004000"/>
              <a:ext cx="122225" cy="200000"/>
            </a:xfrm>
            <a:custGeom>
              <a:avLst/>
              <a:gdLst/>
              <a:ahLst/>
              <a:cxnLst/>
              <a:rect l="l" t="t" r="r" b="b"/>
              <a:pathLst>
                <a:path w="4889" h="8000" extrusionOk="0">
                  <a:moveTo>
                    <a:pt x="1744" y="2889"/>
                  </a:moveTo>
                  <a:cubicBezTo>
                    <a:pt x="711" y="4389"/>
                    <a:pt x="55" y="6167"/>
                    <a:pt x="0" y="7989"/>
                  </a:cubicBezTo>
                  <a:lnTo>
                    <a:pt x="0" y="7999"/>
                  </a:lnTo>
                  <a:lnTo>
                    <a:pt x="0" y="7989"/>
                  </a:lnTo>
                  <a:cubicBezTo>
                    <a:pt x="55" y="6167"/>
                    <a:pt x="711" y="4389"/>
                    <a:pt x="1744" y="2889"/>
                  </a:cubicBezTo>
                  <a:close/>
                  <a:moveTo>
                    <a:pt x="4888" y="1"/>
                  </a:moveTo>
                  <a:lnTo>
                    <a:pt x="4888" y="1"/>
                  </a:lnTo>
                  <a:cubicBezTo>
                    <a:pt x="4232" y="301"/>
                    <a:pt x="3655" y="734"/>
                    <a:pt x="3133" y="1234"/>
                  </a:cubicBezTo>
                  <a:cubicBezTo>
                    <a:pt x="3655" y="734"/>
                    <a:pt x="4232" y="301"/>
                    <a:pt x="4888" y="1"/>
                  </a:cubicBez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30"/>
            <p:cNvSpPr/>
            <p:nvPr/>
          </p:nvSpPr>
          <p:spPr>
            <a:xfrm>
              <a:off x="5671500" y="4103725"/>
              <a:ext cx="10025" cy="117475"/>
            </a:xfrm>
            <a:custGeom>
              <a:avLst/>
              <a:gdLst/>
              <a:ahLst/>
              <a:cxnLst/>
              <a:rect l="l" t="t" r="r" b="b"/>
              <a:pathLst>
                <a:path w="401" h="4699" extrusionOk="0">
                  <a:moveTo>
                    <a:pt x="0" y="3089"/>
                  </a:moveTo>
                  <a:cubicBezTo>
                    <a:pt x="12" y="3644"/>
                    <a:pt x="123" y="4177"/>
                    <a:pt x="278" y="4699"/>
                  </a:cubicBezTo>
                  <a:lnTo>
                    <a:pt x="278" y="4699"/>
                  </a:lnTo>
                  <a:cubicBezTo>
                    <a:pt x="123" y="4177"/>
                    <a:pt x="12" y="3644"/>
                    <a:pt x="0" y="3089"/>
                  </a:cubicBezTo>
                  <a:close/>
                  <a:moveTo>
                    <a:pt x="0" y="2933"/>
                  </a:moveTo>
                  <a:lnTo>
                    <a:pt x="0" y="3077"/>
                  </a:lnTo>
                  <a:lnTo>
                    <a:pt x="0" y="3089"/>
                  </a:lnTo>
                  <a:lnTo>
                    <a:pt x="0" y="3077"/>
                  </a:lnTo>
                  <a:lnTo>
                    <a:pt x="0" y="2933"/>
                  </a:lnTo>
                  <a:close/>
                  <a:moveTo>
                    <a:pt x="189" y="1588"/>
                  </a:moveTo>
                  <a:cubicBezTo>
                    <a:pt x="156" y="1711"/>
                    <a:pt x="123" y="1833"/>
                    <a:pt x="101" y="1956"/>
                  </a:cubicBezTo>
                  <a:cubicBezTo>
                    <a:pt x="34" y="2289"/>
                    <a:pt x="0" y="2610"/>
                    <a:pt x="0" y="2922"/>
                  </a:cubicBezTo>
                  <a:cubicBezTo>
                    <a:pt x="0" y="2610"/>
                    <a:pt x="34" y="2289"/>
                    <a:pt x="101" y="1956"/>
                  </a:cubicBezTo>
                  <a:cubicBezTo>
                    <a:pt x="123" y="1833"/>
                    <a:pt x="156" y="1711"/>
                    <a:pt x="189" y="1588"/>
                  </a:cubicBezTo>
                  <a:close/>
                  <a:moveTo>
                    <a:pt x="378" y="0"/>
                  </a:moveTo>
                  <a:lnTo>
                    <a:pt x="378" y="0"/>
                  </a:lnTo>
                  <a:cubicBezTo>
                    <a:pt x="400" y="344"/>
                    <a:pt x="389" y="678"/>
                    <a:pt x="333" y="1011"/>
                  </a:cubicBezTo>
                  <a:cubicBezTo>
                    <a:pt x="311" y="1100"/>
                    <a:pt x="301" y="1178"/>
                    <a:pt x="278" y="1255"/>
                  </a:cubicBezTo>
                  <a:cubicBezTo>
                    <a:pt x="301" y="1178"/>
                    <a:pt x="311" y="1100"/>
                    <a:pt x="333" y="1011"/>
                  </a:cubicBezTo>
                  <a:cubicBezTo>
                    <a:pt x="389" y="678"/>
                    <a:pt x="400" y="344"/>
                    <a:pt x="378" y="0"/>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30"/>
            <p:cNvSpPr/>
            <p:nvPr/>
          </p:nvSpPr>
          <p:spPr>
            <a:xfrm>
              <a:off x="5393225" y="4348675"/>
              <a:ext cx="319400" cy="89150"/>
            </a:xfrm>
            <a:custGeom>
              <a:avLst/>
              <a:gdLst/>
              <a:ahLst/>
              <a:cxnLst/>
              <a:rect l="l" t="t" r="r" b="b"/>
              <a:pathLst>
                <a:path w="12776" h="3566" extrusionOk="0">
                  <a:moveTo>
                    <a:pt x="10854" y="3555"/>
                  </a:moveTo>
                  <a:cubicBezTo>
                    <a:pt x="10842" y="3555"/>
                    <a:pt x="10832" y="3566"/>
                    <a:pt x="10809" y="3566"/>
                  </a:cubicBezTo>
                  <a:lnTo>
                    <a:pt x="10809" y="3566"/>
                  </a:lnTo>
                  <a:cubicBezTo>
                    <a:pt x="10832" y="3566"/>
                    <a:pt x="10842" y="3555"/>
                    <a:pt x="10854" y="3555"/>
                  </a:cubicBezTo>
                  <a:close/>
                  <a:moveTo>
                    <a:pt x="12342" y="2433"/>
                  </a:moveTo>
                  <a:lnTo>
                    <a:pt x="12331" y="2433"/>
                  </a:lnTo>
                  <a:lnTo>
                    <a:pt x="12342" y="2433"/>
                  </a:lnTo>
                  <a:close/>
                  <a:moveTo>
                    <a:pt x="12342" y="2422"/>
                  </a:moveTo>
                  <a:lnTo>
                    <a:pt x="12342" y="2433"/>
                  </a:lnTo>
                  <a:lnTo>
                    <a:pt x="12342" y="2422"/>
                  </a:lnTo>
                  <a:close/>
                  <a:moveTo>
                    <a:pt x="12342" y="2411"/>
                  </a:moveTo>
                  <a:lnTo>
                    <a:pt x="12342" y="2422"/>
                  </a:lnTo>
                  <a:lnTo>
                    <a:pt x="12342" y="2411"/>
                  </a:lnTo>
                  <a:close/>
                  <a:moveTo>
                    <a:pt x="12353" y="2411"/>
                  </a:moveTo>
                  <a:lnTo>
                    <a:pt x="12342" y="2411"/>
                  </a:lnTo>
                  <a:lnTo>
                    <a:pt x="12353" y="2411"/>
                  </a:lnTo>
                  <a:close/>
                  <a:moveTo>
                    <a:pt x="12353" y="2400"/>
                  </a:moveTo>
                  <a:lnTo>
                    <a:pt x="12353" y="2400"/>
                  </a:lnTo>
                  <a:lnTo>
                    <a:pt x="12353" y="2400"/>
                  </a:lnTo>
                  <a:close/>
                  <a:moveTo>
                    <a:pt x="12353" y="2388"/>
                  </a:moveTo>
                  <a:lnTo>
                    <a:pt x="12353" y="2400"/>
                  </a:lnTo>
                  <a:lnTo>
                    <a:pt x="12353" y="2388"/>
                  </a:lnTo>
                  <a:close/>
                  <a:moveTo>
                    <a:pt x="12365" y="2378"/>
                  </a:moveTo>
                  <a:lnTo>
                    <a:pt x="12365" y="2388"/>
                  </a:lnTo>
                  <a:lnTo>
                    <a:pt x="12365" y="2378"/>
                  </a:lnTo>
                  <a:close/>
                  <a:moveTo>
                    <a:pt x="12365" y="2378"/>
                  </a:moveTo>
                  <a:lnTo>
                    <a:pt x="12365" y="2378"/>
                  </a:lnTo>
                  <a:lnTo>
                    <a:pt x="12365" y="2378"/>
                  </a:lnTo>
                  <a:close/>
                  <a:moveTo>
                    <a:pt x="12365" y="2366"/>
                  </a:moveTo>
                  <a:lnTo>
                    <a:pt x="12365" y="2378"/>
                  </a:lnTo>
                  <a:lnTo>
                    <a:pt x="12365" y="2366"/>
                  </a:lnTo>
                  <a:close/>
                  <a:moveTo>
                    <a:pt x="12375" y="2355"/>
                  </a:moveTo>
                  <a:lnTo>
                    <a:pt x="12375" y="2366"/>
                  </a:lnTo>
                  <a:lnTo>
                    <a:pt x="12375" y="2355"/>
                  </a:lnTo>
                  <a:close/>
                  <a:moveTo>
                    <a:pt x="12375" y="2355"/>
                  </a:moveTo>
                  <a:lnTo>
                    <a:pt x="12375" y="2355"/>
                  </a:lnTo>
                  <a:lnTo>
                    <a:pt x="12375" y="2355"/>
                  </a:lnTo>
                  <a:close/>
                  <a:moveTo>
                    <a:pt x="12375" y="2344"/>
                  </a:moveTo>
                  <a:lnTo>
                    <a:pt x="12375" y="2344"/>
                  </a:lnTo>
                  <a:lnTo>
                    <a:pt x="12375" y="2344"/>
                  </a:lnTo>
                  <a:close/>
                  <a:moveTo>
                    <a:pt x="12387" y="2333"/>
                  </a:moveTo>
                  <a:lnTo>
                    <a:pt x="12387" y="2344"/>
                  </a:lnTo>
                  <a:lnTo>
                    <a:pt x="12387" y="2333"/>
                  </a:lnTo>
                  <a:close/>
                  <a:moveTo>
                    <a:pt x="12387" y="2333"/>
                  </a:moveTo>
                  <a:lnTo>
                    <a:pt x="12387" y="2333"/>
                  </a:lnTo>
                  <a:lnTo>
                    <a:pt x="12387" y="2333"/>
                  </a:lnTo>
                  <a:close/>
                  <a:moveTo>
                    <a:pt x="12387" y="2322"/>
                  </a:moveTo>
                  <a:lnTo>
                    <a:pt x="12387" y="2322"/>
                  </a:lnTo>
                  <a:lnTo>
                    <a:pt x="12387" y="2322"/>
                  </a:lnTo>
                  <a:close/>
                  <a:moveTo>
                    <a:pt x="12398" y="2311"/>
                  </a:moveTo>
                  <a:lnTo>
                    <a:pt x="12398" y="2311"/>
                  </a:lnTo>
                  <a:lnTo>
                    <a:pt x="12398" y="2311"/>
                  </a:lnTo>
                  <a:close/>
                  <a:moveTo>
                    <a:pt x="12398" y="2299"/>
                  </a:moveTo>
                  <a:lnTo>
                    <a:pt x="12398" y="2311"/>
                  </a:lnTo>
                  <a:lnTo>
                    <a:pt x="12398" y="2299"/>
                  </a:lnTo>
                  <a:close/>
                  <a:moveTo>
                    <a:pt x="12398" y="2299"/>
                  </a:moveTo>
                  <a:lnTo>
                    <a:pt x="12398" y="2299"/>
                  </a:lnTo>
                  <a:lnTo>
                    <a:pt x="12398" y="2299"/>
                  </a:lnTo>
                  <a:close/>
                  <a:moveTo>
                    <a:pt x="12409" y="2289"/>
                  </a:moveTo>
                  <a:lnTo>
                    <a:pt x="12398" y="2289"/>
                  </a:lnTo>
                  <a:lnTo>
                    <a:pt x="12409" y="2289"/>
                  </a:lnTo>
                  <a:close/>
                  <a:moveTo>
                    <a:pt x="234" y="1833"/>
                  </a:moveTo>
                  <a:lnTo>
                    <a:pt x="234" y="1833"/>
                  </a:lnTo>
                  <a:lnTo>
                    <a:pt x="234" y="1833"/>
                  </a:lnTo>
                  <a:close/>
                  <a:moveTo>
                    <a:pt x="0" y="1322"/>
                  </a:moveTo>
                  <a:cubicBezTo>
                    <a:pt x="67" y="1477"/>
                    <a:pt x="145" y="1655"/>
                    <a:pt x="234" y="1833"/>
                  </a:cubicBezTo>
                  <a:cubicBezTo>
                    <a:pt x="145" y="1655"/>
                    <a:pt x="67" y="1477"/>
                    <a:pt x="0" y="1322"/>
                  </a:cubicBezTo>
                  <a:close/>
                  <a:moveTo>
                    <a:pt x="12775" y="89"/>
                  </a:moveTo>
                  <a:cubicBezTo>
                    <a:pt x="12765" y="289"/>
                    <a:pt x="12742" y="478"/>
                    <a:pt x="12664" y="655"/>
                  </a:cubicBezTo>
                  <a:lnTo>
                    <a:pt x="12664" y="655"/>
                  </a:lnTo>
                  <a:cubicBezTo>
                    <a:pt x="12742" y="478"/>
                    <a:pt x="12765" y="289"/>
                    <a:pt x="12775" y="89"/>
                  </a:cubicBezTo>
                  <a:close/>
                  <a:moveTo>
                    <a:pt x="12775" y="55"/>
                  </a:moveTo>
                  <a:lnTo>
                    <a:pt x="12775" y="55"/>
                  </a:lnTo>
                  <a:lnTo>
                    <a:pt x="12775" y="55"/>
                  </a:lnTo>
                  <a:close/>
                  <a:moveTo>
                    <a:pt x="12775" y="45"/>
                  </a:moveTo>
                  <a:lnTo>
                    <a:pt x="12775" y="45"/>
                  </a:lnTo>
                  <a:lnTo>
                    <a:pt x="12775" y="45"/>
                  </a:lnTo>
                  <a:close/>
                  <a:moveTo>
                    <a:pt x="12775" y="33"/>
                  </a:moveTo>
                  <a:lnTo>
                    <a:pt x="12775" y="45"/>
                  </a:lnTo>
                  <a:lnTo>
                    <a:pt x="12775" y="33"/>
                  </a:lnTo>
                  <a:close/>
                  <a:moveTo>
                    <a:pt x="12775" y="33"/>
                  </a:moveTo>
                  <a:lnTo>
                    <a:pt x="12775" y="33"/>
                  </a:lnTo>
                  <a:lnTo>
                    <a:pt x="12775" y="33"/>
                  </a:lnTo>
                  <a:close/>
                  <a:moveTo>
                    <a:pt x="12775" y="23"/>
                  </a:moveTo>
                  <a:lnTo>
                    <a:pt x="12775" y="23"/>
                  </a:lnTo>
                  <a:lnTo>
                    <a:pt x="12775" y="23"/>
                  </a:lnTo>
                  <a:close/>
                  <a:moveTo>
                    <a:pt x="12775" y="23"/>
                  </a:moveTo>
                  <a:lnTo>
                    <a:pt x="12775" y="23"/>
                  </a:lnTo>
                  <a:lnTo>
                    <a:pt x="12775" y="23"/>
                  </a:lnTo>
                  <a:close/>
                  <a:moveTo>
                    <a:pt x="12775" y="11"/>
                  </a:moveTo>
                  <a:lnTo>
                    <a:pt x="12775" y="11"/>
                  </a:lnTo>
                  <a:lnTo>
                    <a:pt x="12775" y="11"/>
                  </a:lnTo>
                  <a:close/>
                  <a:moveTo>
                    <a:pt x="12775" y="0"/>
                  </a:moveTo>
                  <a:lnTo>
                    <a:pt x="12775" y="0"/>
                  </a:ln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30"/>
            <p:cNvSpPr/>
            <p:nvPr/>
          </p:nvSpPr>
          <p:spPr>
            <a:xfrm>
              <a:off x="5617900" y="4437800"/>
              <a:ext cx="45575" cy="5875"/>
            </a:xfrm>
            <a:custGeom>
              <a:avLst/>
              <a:gdLst/>
              <a:ahLst/>
              <a:cxnLst/>
              <a:rect l="l" t="t" r="r" b="b"/>
              <a:pathLst>
                <a:path w="1823" h="235" extrusionOk="0">
                  <a:moveTo>
                    <a:pt x="1822" y="1"/>
                  </a:moveTo>
                  <a:cubicBezTo>
                    <a:pt x="1678" y="35"/>
                    <a:pt x="1522" y="57"/>
                    <a:pt x="1356" y="68"/>
                  </a:cubicBezTo>
                  <a:cubicBezTo>
                    <a:pt x="912" y="112"/>
                    <a:pt x="456" y="168"/>
                    <a:pt x="1" y="235"/>
                  </a:cubicBezTo>
                  <a:cubicBezTo>
                    <a:pt x="456" y="168"/>
                    <a:pt x="912" y="112"/>
                    <a:pt x="1356" y="68"/>
                  </a:cubicBezTo>
                  <a:cubicBezTo>
                    <a:pt x="1522" y="57"/>
                    <a:pt x="1678" y="35"/>
                    <a:pt x="1822" y="1"/>
                  </a:cubicBezTo>
                  <a:close/>
                </a:path>
              </a:pathLst>
            </a:custGeom>
            <a:solidFill>
              <a:srgbClr val="7744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30"/>
            <p:cNvSpPr/>
            <p:nvPr/>
          </p:nvSpPr>
          <p:spPr>
            <a:xfrm>
              <a:off x="5472650" y="4448650"/>
              <a:ext cx="66950" cy="4175"/>
            </a:xfrm>
            <a:custGeom>
              <a:avLst/>
              <a:gdLst/>
              <a:ahLst/>
              <a:cxnLst/>
              <a:rect l="l" t="t" r="r" b="b"/>
              <a:pathLst>
                <a:path w="2678" h="167" extrusionOk="0">
                  <a:moveTo>
                    <a:pt x="12" y="1"/>
                  </a:moveTo>
                  <a:cubicBezTo>
                    <a:pt x="634" y="122"/>
                    <a:pt x="1267" y="167"/>
                    <a:pt x="1878" y="167"/>
                  </a:cubicBezTo>
                  <a:cubicBezTo>
                    <a:pt x="2155" y="167"/>
                    <a:pt x="2422" y="156"/>
                    <a:pt x="2678" y="145"/>
                  </a:cubicBezTo>
                  <a:cubicBezTo>
                    <a:pt x="2422" y="156"/>
                    <a:pt x="2155" y="167"/>
                    <a:pt x="1878" y="167"/>
                  </a:cubicBezTo>
                  <a:cubicBezTo>
                    <a:pt x="1267" y="167"/>
                    <a:pt x="634" y="122"/>
                    <a:pt x="12" y="1"/>
                  </a:cubicBezTo>
                  <a:close/>
                  <a:moveTo>
                    <a:pt x="0" y="1"/>
                  </a:moveTo>
                  <a:lnTo>
                    <a:pt x="12" y="1"/>
                  </a:lnTo>
                  <a:lnTo>
                    <a:pt x="0" y="1"/>
                  </a:lnTo>
                  <a:close/>
                  <a:moveTo>
                    <a:pt x="0" y="1"/>
                  </a:moveTo>
                  <a:lnTo>
                    <a:pt x="0" y="1"/>
                  </a:ln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30"/>
            <p:cNvSpPr/>
            <p:nvPr/>
          </p:nvSpPr>
          <p:spPr>
            <a:xfrm>
              <a:off x="5378775" y="3994850"/>
              <a:ext cx="334400" cy="457975"/>
            </a:xfrm>
            <a:custGeom>
              <a:avLst/>
              <a:gdLst/>
              <a:ahLst/>
              <a:cxnLst/>
              <a:rect l="l" t="t" r="r" b="b"/>
              <a:pathLst>
                <a:path w="13376" h="18319" extrusionOk="0">
                  <a:moveTo>
                    <a:pt x="7099" y="1"/>
                  </a:moveTo>
                  <a:cubicBezTo>
                    <a:pt x="6900" y="1"/>
                    <a:pt x="6710" y="11"/>
                    <a:pt x="6510" y="34"/>
                  </a:cubicBezTo>
                  <a:lnTo>
                    <a:pt x="6500" y="34"/>
                  </a:lnTo>
                  <a:cubicBezTo>
                    <a:pt x="6221" y="67"/>
                    <a:pt x="5944" y="134"/>
                    <a:pt x="5678" y="223"/>
                  </a:cubicBezTo>
                  <a:cubicBezTo>
                    <a:pt x="5555" y="267"/>
                    <a:pt x="5444" y="312"/>
                    <a:pt x="5322" y="367"/>
                  </a:cubicBezTo>
                  <a:cubicBezTo>
                    <a:pt x="4666" y="667"/>
                    <a:pt x="4089" y="1100"/>
                    <a:pt x="3567" y="1600"/>
                  </a:cubicBezTo>
                  <a:cubicBezTo>
                    <a:pt x="3400" y="1767"/>
                    <a:pt x="3244" y="1934"/>
                    <a:pt x="3089" y="2111"/>
                  </a:cubicBezTo>
                  <a:cubicBezTo>
                    <a:pt x="2755" y="2467"/>
                    <a:pt x="2456" y="2845"/>
                    <a:pt x="2178" y="3255"/>
                  </a:cubicBezTo>
                  <a:cubicBezTo>
                    <a:pt x="1145" y="4755"/>
                    <a:pt x="489" y="6533"/>
                    <a:pt x="434" y="8355"/>
                  </a:cubicBezTo>
                  <a:lnTo>
                    <a:pt x="434" y="8365"/>
                  </a:lnTo>
                  <a:cubicBezTo>
                    <a:pt x="423" y="8555"/>
                    <a:pt x="434" y="8754"/>
                    <a:pt x="523" y="8921"/>
                  </a:cubicBezTo>
                  <a:cubicBezTo>
                    <a:pt x="645" y="8799"/>
                    <a:pt x="767" y="8676"/>
                    <a:pt x="889" y="8565"/>
                  </a:cubicBezTo>
                  <a:lnTo>
                    <a:pt x="889" y="8565"/>
                  </a:lnTo>
                  <a:cubicBezTo>
                    <a:pt x="345" y="9832"/>
                    <a:pt x="0" y="11198"/>
                    <a:pt x="0" y="12587"/>
                  </a:cubicBezTo>
                  <a:cubicBezTo>
                    <a:pt x="0" y="12787"/>
                    <a:pt x="0" y="12998"/>
                    <a:pt x="23" y="13209"/>
                  </a:cubicBezTo>
                  <a:cubicBezTo>
                    <a:pt x="79" y="13986"/>
                    <a:pt x="267" y="14753"/>
                    <a:pt x="578" y="15475"/>
                  </a:cubicBezTo>
                  <a:cubicBezTo>
                    <a:pt x="645" y="15630"/>
                    <a:pt x="723" y="15808"/>
                    <a:pt x="812" y="15986"/>
                  </a:cubicBezTo>
                  <a:cubicBezTo>
                    <a:pt x="1078" y="16531"/>
                    <a:pt x="1445" y="17097"/>
                    <a:pt x="1889" y="17408"/>
                  </a:cubicBezTo>
                  <a:cubicBezTo>
                    <a:pt x="2444" y="17786"/>
                    <a:pt x="3078" y="18019"/>
                    <a:pt x="3755" y="18153"/>
                  </a:cubicBezTo>
                  <a:lnTo>
                    <a:pt x="3767" y="18153"/>
                  </a:lnTo>
                  <a:cubicBezTo>
                    <a:pt x="4389" y="18274"/>
                    <a:pt x="5022" y="18319"/>
                    <a:pt x="5633" y="18319"/>
                  </a:cubicBezTo>
                  <a:cubicBezTo>
                    <a:pt x="5910" y="18319"/>
                    <a:pt x="6177" y="18308"/>
                    <a:pt x="6433" y="18297"/>
                  </a:cubicBezTo>
                  <a:cubicBezTo>
                    <a:pt x="7021" y="18264"/>
                    <a:pt x="7610" y="18208"/>
                    <a:pt x="8199" y="18141"/>
                  </a:cubicBezTo>
                  <a:cubicBezTo>
                    <a:pt x="8655" y="18097"/>
                    <a:pt x="9110" y="18019"/>
                    <a:pt x="9566" y="17953"/>
                  </a:cubicBezTo>
                  <a:cubicBezTo>
                    <a:pt x="10021" y="17886"/>
                    <a:pt x="10477" y="17830"/>
                    <a:pt x="10921" y="17786"/>
                  </a:cubicBezTo>
                  <a:cubicBezTo>
                    <a:pt x="11087" y="17775"/>
                    <a:pt x="11243" y="17753"/>
                    <a:pt x="11387" y="17719"/>
                  </a:cubicBezTo>
                  <a:cubicBezTo>
                    <a:pt x="11410" y="17719"/>
                    <a:pt x="11420" y="17708"/>
                    <a:pt x="11432" y="17708"/>
                  </a:cubicBezTo>
                  <a:cubicBezTo>
                    <a:pt x="12054" y="17553"/>
                    <a:pt x="12598" y="17197"/>
                    <a:pt x="12909" y="16586"/>
                  </a:cubicBezTo>
                  <a:lnTo>
                    <a:pt x="12920" y="16586"/>
                  </a:lnTo>
                  <a:lnTo>
                    <a:pt x="12920" y="16575"/>
                  </a:lnTo>
                  <a:lnTo>
                    <a:pt x="12920" y="16564"/>
                  </a:lnTo>
                  <a:lnTo>
                    <a:pt x="12931" y="16564"/>
                  </a:lnTo>
                  <a:lnTo>
                    <a:pt x="12931" y="16553"/>
                  </a:lnTo>
                  <a:lnTo>
                    <a:pt x="12931" y="16541"/>
                  </a:lnTo>
                  <a:lnTo>
                    <a:pt x="12943" y="16541"/>
                  </a:lnTo>
                  <a:lnTo>
                    <a:pt x="12943" y="16531"/>
                  </a:lnTo>
                  <a:lnTo>
                    <a:pt x="12943" y="16519"/>
                  </a:lnTo>
                  <a:lnTo>
                    <a:pt x="12953" y="16519"/>
                  </a:lnTo>
                  <a:lnTo>
                    <a:pt x="12953" y="16508"/>
                  </a:lnTo>
                  <a:lnTo>
                    <a:pt x="12953" y="16497"/>
                  </a:lnTo>
                  <a:lnTo>
                    <a:pt x="12965" y="16497"/>
                  </a:lnTo>
                  <a:lnTo>
                    <a:pt x="12965" y="16486"/>
                  </a:lnTo>
                  <a:lnTo>
                    <a:pt x="12965" y="16475"/>
                  </a:lnTo>
                  <a:lnTo>
                    <a:pt x="12976" y="16464"/>
                  </a:lnTo>
                  <a:lnTo>
                    <a:pt x="12976" y="16452"/>
                  </a:lnTo>
                  <a:lnTo>
                    <a:pt x="12976" y="16442"/>
                  </a:lnTo>
                  <a:lnTo>
                    <a:pt x="12987" y="16442"/>
                  </a:lnTo>
                  <a:cubicBezTo>
                    <a:pt x="13209" y="15919"/>
                    <a:pt x="13232" y="15331"/>
                    <a:pt x="13220" y="14754"/>
                  </a:cubicBezTo>
                  <a:lnTo>
                    <a:pt x="13220" y="14754"/>
                  </a:lnTo>
                  <a:cubicBezTo>
                    <a:pt x="13220" y="14765"/>
                    <a:pt x="13232" y="14787"/>
                    <a:pt x="13242" y="14808"/>
                  </a:cubicBezTo>
                  <a:cubicBezTo>
                    <a:pt x="13320" y="14631"/>
                    <a:pt x="13343" y="14442"/>
                    <a:pt x="13353" y="14242"/>
                  </a:cubicBezTo>
                  <a:lnTo>
                    <a:pt x="13353" y="14220"/>
                  </a:lnTo>
                  <a:lnTo>
                    <a:pt x="13353" y="14208"/>
                  </a:lnTo>
                  <a:lnTo>
                    <a:pt x="13353" y="14198"/>
                  </a:lnTo>
                  <a:lnTo>
                    <a:pt x="13353" y="14186"/>
                  </a:lnTo>
                  <a:lnTo>
                    <a:pt x="13353" y="14176"/>
                  </a:lnTo>
                  <a:lnTo>
                    <a:pt x="13353" y="14164"/>
                  </a:lnTo>
                  <a:lnTo>
                    <a:pt x="13353" y="14153"/>
                  </a:lnTo>
                  <a:cubicBezTo>
                    <a:pt x="13376" y="13553"/>
                    <a:pt x="13287" y="12976"/>
                    <a:pt x="13131" y="12409"/>
                  </a:cubicBezTo>
                  <a:cubicBezTo>
                    <a:pt x="13009" y="12776"/>
                    <a:pt x="12854" y="13131"/>
                    <a:pt x="12654" y="13475"/>
                  </a:cubicBezTo>
                  <a:cubicBezTo>
                    <a:pt x="11676" y="15253"/>
                    <a:pt x="9854" y="16364"/>
                    <a:pt x="7855" y="16364"/>
                  </a:cubicBezTo>
                  <a:cubicBezTo>
                    <a:pt x="7677" y="16364"/>
                    <a:pt x="7499" y="16353"/>
                    <a:pt x="7332" y="16331"/>
                  </a:cubicBezTo>
                  <a:cubicBezTo>
                    <a:pt x="5644" y="16164"/>
                    <a:pt x="3500" y="15230"/>
                    <a:pt x="4022" y="13186"/>
                  </a:cubicBezTo>
                  <a:cubicBezTo>
                    <a:pt x="4033" y="13142"/>
                    <a:pt x="4066" y="13109"/>
                    <a:pt x="4100" y="13109"/>
                  </a:cubicBezTo>
                  <a:cubicBezTo>
                    <a:pt x="4111" y="13109"/>
                    <a:pt x="4122" y="13120"/>
                    <a:pt x="4133" y="13120"/>
                  </a:cubicBezTo>
                  <a:cubicBezTo>
                    <a:pt x="4278" y="13164"/>
                    <a:pt x="4377" y="13198"/>
                    <a:pt x="4488" y="13198"/>
                  </a:cubicBezTo>
                  <a:cubicBezTo>
                    <a:pt x="4600" y="13198"/>
                    <a:pt x="4700" y="13154"/>
                    <a:pt x="4833" y="13031"/>
                  </a:cubicBezTo>
                  <a:cubicBezTo>
                    <a:pt x="4911" y="12942"/>
                    <a:pt x="4967" y="12831"/>
                    <a:pt x="5066" y="12776"/>
                  </a:cubicBezTo>
                  <a:cubicBezTo>
                    <a:pt x="5133" y="12742"/>
                    <a:pt x="5211" y="12720"/>
                    <a:pt x="5288" y="12720"/>
                  </a:cubicBezTo>
                  <a:cubicBezTo>
                    <a:pt x="5555" y="12720"/>
                    <a:pt x="5877" y="12909"/>
                    <a:pt x="6110" y="12954"/>
                  </a:cubicBezTo>
                  <a:cubicBezTo>
                    <a:pt x="6266" y="12976"/>
                    <a:pt x="6421" y="12986"/>
                    <a:pt x="6588" y="12986"/>
                  </a:cubicBezTo>
                  <a:cubicBezTo>
                    <a:pt x="7488" y="12986"/>
                    <a:pt x="8421" y="12620"/>
                    <a:pt x="9154" y="12154"/>
                  </a:cubicBezTo>
                  <a:cubicBezTo>
                    <a:pt x="10287" y="11409"/>
                    <a:pt x="11321" y="10310"/>
                    <a:pt x="11987" y="9054"/>
                  </a:cubicBezTo>
                  <a:cubicBezTo>
                    <a:pt x="11832" y="8532"/>
                    <a:pt x="11721" y="7999"/>
                    <a:pt x="11709" y="7444"/>
                  </a:cubicBezTo>
                  <a:lnTo>
                    <a:pt x="11709" y="7432"/>
                  </a:lnTo>
                  <a:lnTo>
                    <a:pt x="11709" y="7288"/>
                  </a:lnTo>
                  <a:lnTo>
                    <a:pt x="11709" y="7277"/>
                  </a:lnTo>
                  <a:cubicBezTo>
                    <a:pt x="11709" y="6965"/>
                    <a:pt x="11743" y="6644"/>
                    <a:pt x="11810" y="6311"/>
                  </a:cubicBezTo>
                  <a:cubicBezTo>
                    <a:pt x="11832" y="6188"/>
                    <a:pt x="11865" y="6066"/>
                    <a:pt x="11898" y="5943"/>
                  </a:cubicBezTo>
                  <a:cubicBezTo>
                    <a:pt x="11931" y="5832"/>
                    <a:pt x="11954" y="5721"/>
                    <a:pt x="11987" y="5610"/>
                  </a:cubicBezTo>
                  <a:cubicBezTo>
                    <a:pt x="12010" y="5533"/>
                    <a:pt x="12020" y="5455"/>
                    <a:pt x="12042" y="5366"/>
                  </a:cubicBezTo>
                  <a:cubicBezTo>
                    <a:pt x="12098" y="5033"/>
                    <a:pt x="12109" y="4699"/>
                    <a:pt x="12087" y="4355"/>
                  </a:cubicBezTo>
                  <a:lnTo>
                    <a:pt x="12087" y="4355"/>
                  </a:lnTo>
                  <a:cubicBezTo>
                    <a:pt x="11709" y="4388"/>
                    <a:pt x="11365" y="4566"/>
                    <a:pt x="11065" y="4788"/>
                  </a:cubicBezTo>
                  <a:cubicBezTo>
                    <a:pt x="10709" y="5055"/>
                    <a:pt x="10410" y="5400"/>
                    <a:pt x="10087" y="5699"/>
                  </a:cubicBezTo>
                  <a:cubicBezTo>
                    <a:pt x="9776" y="5988"/>
                    <a:pt x="9410" y="6255"/>
                    <a:pt x="8999" y="6255"/>
                  </a:cubicBezTo>
                  <a:cubicBezTo>
                    <a:pt x="8966" y="6255"/>
                    <a:pt x="8944" y="6244"/>
                    <a:pt x="8910" y="6244"/>
                  </a:cubicBezTo>
                  <a:cubicBezTo>
                    <a:pt x="8832" y="6232"/>
                    <a:pt x="8754" y="6222"/>
                    <a:pt x="8677" y="6222"/>
                  </a:cubicBezTo>
                  <a:lnTo>
                    <a:pt x="8621" y="6222"/>
                  </a:lnTo>
                  <a:cubicBezTo>
                    <a:pt x="8443" y="6244"/>
                    <a:pt x="8310" y="6377"/>
                    <a:pt x="8166" y="6488"/>
                  </a:cubicBezTo>
                  <a:cubicBezTo>
                    <a:pt x="7821" y="6766"/>
                    <a:pt x="7377" y="6921"/>
                    <a:pt x="6932" y="6921"/>
                  </a:cubicBezTo>
                  <a:cubicBezTo>
                    <a:pt x="6821" y="6921"/>
                    <a:pt x="6710" y="6910"/>
                    <a:pt x="6611" y="6899"/>
                  </a:cubicBezTo>
                  <a:cubicBezTo>
                    <a:pt x="6055" y="6799"/>
                    <a:pt x="5555" y="6466"/>
                    <a:pt x="5266" y="5988"/>
                  </a:cubicBezTo>
                  <a:cubicBezTo>
                    <a:pt x="5189" y="5877"/>
                    <a:pt x="5133" y="5744"/>
                    <a:pt x="5033" y="5655"/>
                  </a:cubicBezTo>
                  <a:cubicBezTo>
                    <a:pt x="4900" y="5521"/>
                    <a:pt x="4722" y="5466"/>
                    <a:pt x="4589" y="5355"/>
                  </a:cubicBezTo>
                  <a:cubicBezTo>
                    <a:pt x="4422" y="5222"/>
                    <a:pt x="4333" y="5055"/>
                    <a:pt x="4167" y="4921"/>
                  </a:cubicBezTo>
                  <a:cubicBezTo>
                    <a:pt x="3889" y="4699"/>
                    <a:pt x="3722" y="4444"/>
                    <a:pt x="3644" y="4099"/>
                  </a:cubicBezTo>
                  <a:cubicBezTo>
                    <a:pt x="3611" y="3978"/>
                    <a:pt x="3589" y="3855"/>
                    <a:pt x="3578" y="3733"/>
                  </a:cubicBezTo>
                  <a:cubicBezTo>
                    <a:pt x="4000" y="2622"/>
                    <a:pt x="4777" y="1667"/>
                    <a:pt x="5766" y="1023"/>
                  </a:cubicBezTo>
                  <a:cubicBezTo>
                    <a:pt x="6366" y="633"/>
                    <a:pt x="6900" y="411"/>
                    <a:pt x="7544" y="411"/>
                  </a:cubicBezTo>
                  <a:cubicBezTo>
                    <a:pt x="7677" y="411"/>
                    <a:pt x="7810" y="423"/>
                    <a:pt x="7944" y="445"/>
                  </a:cubicBezTo>
                  <a:cubicBezTo>
                    <a:pt x="8855" y="556"/>
                    <a:pt x="9754" y="823"/>
                    <a:pt x="10465" y="1433"/>
                  </a:cubicBezTo>
                  <a:cubicBezTo>
                    <a:pt x="10965" y="1845"/>
                    <a:pt x="11387" y="2356"/>
                    <a:pt x="11709" y="2922"/>
                  </a:cubicBezTo>
                  <a:cubicBezTo>
                    <a:pt x="11699" y="2889"/>
                    <a:pt x="11687" y="2867"/>
                    <a:pt x="11676" y="2833"/>
                  </a:cubicBezTo>
                  <a:cubicBezTo>
                    <a:pt x="11576" y="2611"/>
                    <a:pt x="11465" y="2378"/>
                    <a:pt x="11331" y="2166"/>
                  </a:cubicBezTo>
                  <a:cubicBezTo>
                    <a:pt x="10754" y="1167"/>
                    <a:pt x="9998" y="478"/>
                    <a:pt x="8877" y="223"/>
                  </a:cubicBezTo>
                  <a:cubicBezTo>
                    <a:pt x="8566" y="156"/>
                    <a:pt x="8255" y="100"/>
                    <a:pt x="7944" y="56"/>
                  </a:cubicBezTo>
                  <a:cubicBezTo>
                    <a:pt x="7666" y="23"/>
                    <a:pt x="7377" y="1"/>
                    <a:pt x="7099"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30"/>
            <p:cNvSpPr/>
            <p:nvPr/>
          </p:nvSpPr>
          <p:spPr>
            <a:xfrm>
              <a:off x="5671500" y="4067875"/>
              <a:ext cx="14750" cy="35875"/>
            </a:xfrm>
            <a:custGeom>
              <a:avLst/>
              <a:gdLst/>
              <a:ahLst/>
              <a:cxnLst/>
              <a:rect l="l" t="t" r="r" b="b"/>
              <a:pathLst>
                <a:path w="590" h="1435" extrusionOk="0">
                  <a:moveTo>
                    <a:pt x="0" y="1"/>
                  </a:moveTo>
                  <a:lnTo>
                    <a:pt x="0" y="1"/>
                  </a:lnTo>
                  <a:cubicBezTo>
                    <a:pt x="189" y="467"/>
                    <a:pt x="323" y="946"/>
                    <a:pt x="378" y="1434"/>
                  </a:cubicBezTo>
                  <a:lnTo>
                    <a:pt x="589" y="1434"/>
                  </a:lnTo>
                  <a:cubicBezTo>
                    <a:pt x="511" y="1146"/>
                    <a:pt x="422" y="857"/>
                    <a:pt x="301" y="590"/>
                  </a:cubicBezTo>
                  <a:cubicBezTo>
                    <a:pt x="212" y="390"/>
                    <a:pt x="111" y="190"/>
                    <a:pt x="0" y="1"/>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30"/>
            <p:cNvSpPr/>
            <p:nvPr/>
          </p:nvSpPr>
          <p:spPr>
            <a:xfrm>
              <a:off x="5671500" y="4067875"/>
              <a:ext cx="9450" cy="35875"/>
            </a:xfrm>
            <a:custGeom>
              <a:avLst/>
              <a:gdLst/>
              <a:ahLst/>
              <a:cxnLst/>
              <a:rect l="l" t="t" r="r" b="b"/>
              <a:pathLst>
                <a:path w="378" h="1435" extrusionOk="0">
                  <a:moveTo>
                    <a:pt x="0" y="1"/>
                  </a:moveTo>
                  <a:cubicBezTo>
                    <a:pt x="189" y="467"/>
                    <a:pt x="323" y="946"/>
                    <a:pt x="378" y="1434"/>
                  </a:cubicBezTo>
                  <a:lnTo>
                    <a:pt x="378" y="1434"/>
                  </a:lnTo>
                  <a:cubicBezTo>
                    <a:pt x="323" y="946"/>
                    <a:pt x="189" y="467"/>
                    <a:pt x="0" y="1"/>
                  </a:cubicBezTo>
                  <a:close/>
                </a:path>
              </a:pathLst>
            </a:custGeom>
            <a:solidFill>
              <a:srgbClr val="6030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30"/>
            <p:cNvSpPr/>
            <p:nvPr/>
          </p:nvSpPr>
          <p:spPr>
            <a:xfrm>
              <a:off x="5468200" y="4005125"/>
              <a:ext cx="212750" cy="162775"/>
            </a:xfrm>
            <a:custGeom>
              <a:avLst/>
              <a:gdLst/>
              <a:ahLst/>
              <a:cxnLst/>
              <a:rect l="l" t="t" r="r" b="b"/>
              <a:pathLst>
                <a:path w="8510" h="6511" extrusionOk="0">
                  <a:moveTo>
                    <a:pt x="3967" y="0"/>
                  </a:moveTo>
                  <a:cubicBezTo>
                    <a:pt x="3323" y="0"/>
                    <a:pt x="2789" y="222"/>
                    <a:pt x="2189" y="612"/>
                  </a:cubicBezTo>
                  <a:cubicBezTo>
                    <a:pt x="1200" y="1256"/>
                    <a:pt x="423" y="2211"/>
                    <a:pt x="1" y="3322"/>
                  </a:cubicBezTo>
                  <a:cubicBezTo>
                    <a:pt x="12" y="3444"/>
                    <a:pt x="34" y="3567"/>
                    <a:pt x="67" y="3688"/>
                  </a:cubicBezTo>
                  <a:cubicBezTo>
                    <a:pt x="145" y="4033"/>
                    <a:pt x="312" y="4288"/>
                    <a:pt x="590" y="4510"/>
                  </a:cubicBezTo>
                  <a:cubicBezTo>
                    <a:pt x="756" y="4644"/>
                    <a:pt x="845" y="4811"/>
                    <a:pt x="1012" y="4944"/>
                  </a:cubicBezTo>
                  <a:cubicBezTo>
                    <a:pt x="1145" y="5055"/>
                    <a:pt x="1323" y="5110"/>
                    <a:pt x="1456" y="5244"/>
                  </a:cubicBezTo>
                  <a:cubicBezTo>
                    <a:pt x="1556" y="5333"/>
                    <a:pt x="1612" y="5466"/>
                    <a:pt x="1689" y="5577"/>
                  </a:cubicBezTo>
                  <a:cubicBezTo>
                    <a:pt x="1978" y="6055"/>
                    <a:pt x="2478" y="6388"/>
                    <a:pt x="3034" y="6488"/>
                  </a:cubicBezTo>
                  <a:cubicBezTo>
                    <a:pt x="3133" y="6499"/>
                    <a:pt x="3244" y="6510"/>
                    <a:pt x="3355" y="6510"/>
                  </a:cubicBezTo>
                  <a:cubicBezTo>
                    <a:pt x="3800" y="6510"/>
                    <a:pt x="4244" y="6355"/>
                    <a:pt x="4589" y="6077"/>
                  </a:cubicBezTo>
                  <a:cubicBezTo>
                    <a:pt x="4733" y="5966"/>
                    <a:pt x="4866" y="5833"/>
                    <a:pt x="5044" y="5811"/>
                  </a:cubicBezTo>
                  <a:lnTo>
                    <a:pt x="5100" y="5811"/>
                  </a:lnTo>
                  <a:cubicBezTo>
                    <a:pt x="5177" y="5811"/>
                    <a:pt x="5255" y="5821"/>
                    <a:pt x="5333" y="5833"/>
                  </a:cubicBezTo>
                  <a:cubicBezTo>
                    <a:pt x="5367" y="5833"/>
                    <a:pt x="5389" y="5844"/>
                    <a:pt x="5422" y="5844"/>
                  </a:cubicBezTo>
                  <a:cubicBezTo>
                    <a:pt x="5833" y="5844"/>
                    <a:pt x="6199" y="5577"/>
                    <a:pt x="6510" y="5288"/>
                  </a:cubicBezTo>
                  <a:cubicBezTo>
                    <a:pt x="6833" y="4989"/>
                    <a:pt x="7132" y="4644"/>
                    <a:pt x="7488" y="4377"/>
                  </a:cubicBezTo>
                  <a:cubicBezTo>
                    <a:pt x="7788" y="4155"/>
                    <a:pt x="8132" y="3977"/>
                    <a:pt x="8510" y="3944"/>
                  </a:cubicBezTo>
                  <a:cubicBezTo>
                    <a:pt x="8455" y="3456"/>
                    <a:pt x="8321" y="2977"/>
                    <a:pt x="8132" y="2511"/>
                  </a:cubicBezTo>
                  <a:cubicBezTo>
                    <a:pt x="7810" y="1945"/>
                    <a:pt x="7388" y="1434"/>
                    <a:pt x="6888" y="1022"/>
                  </a:cubicBezTo>
                  <a:cubicBezTo>
                    <a:pt x="6177" y="412"/>
                    <a:pt x="5278" y="145"/>
                    <a:pt x="4367" y="34"/>
                  </a:cubicBezTo>
                  <a:cubicBezTo>
                    <a:pt x="4233" y="12"/>
                    <a:pt x="4100" y="0"/>
                    <a:pt x="3967" y="0"/>
                  </a:cubicBezTo>
                  <a:close/>
                </a:path>
              </a:pathLst>
            </a:custGeom>
            <a:solidFill>
              <a:srgbClr val="6B38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30"/>
            <p:cNvSpPr/>
            <p:nvPr/>
          </p:nvSpPr>
          <p:spPr>
            <a:xfrm>
              <a:off x="5599025" y="4325050"/>
              <a:ext cx="87500" cy="97775"/>
            </a:xfrm>
            <a:custGeom>
              <a:avLst/>
              <a:gdLst/>
              <a:ahLst/>
              <a:cxnLst/>
              <a:rect l="l" t="t" r="r" b="b"/>
              <a:pathLst>
                <a:path w="3500" h="3911" extrusionOk="0">
                  <a:moveTo>
                    <a:pt x="3410" y="1"/>
                  </a:moveTo>
                  <a:cubicBezTo>
                    <a:pt x="3377" y="12"/>
                    <a:pt x="3355" y="12"/>
                    <a:pt x="3333" y="23"/>
                  </a:cubicBezTo>
                  <a:cubicBezTo>
                    <a:pt x="3400" y="201"/>
                    <a:pt x="3422" y="401"/>
                    <a:pt x="3422" y="534"/>
                  </a:cubicBezTo>
                  <a:cubicBezTo>
                    <a:pt x="3432" y="1323"/>
                    <a:pt x="3066" y="2111"/>
                    <a:pt x="2455" y="2622"/>
                  </a:cubicBezTo>
                  <a:cubicBezTo>
                    <a:pt x="2422" y="2501"/>
                    <a:pt x="2400" y="2390"/>
                    <a:pt x="2400" y="2267"/>
                  </a:cubicBezTo>
                  <a:cubicBezTo>
                    <a:pt x="2410" y="2190"/>
                    <a:pt x="2410" y="2123"/>
                    <a:pt x="2400" y="2045"/>
                  </a:cubicBezTo>
                  <a:lnTo>
                    <a:pt x="2355" y="1701"/>
                  </a:lnTo>
                  <a:lnTo>
                    <a:pt x="2322" y="2045"/>
                  </a:lnTo>
                  <a:lnTo>
                    <a:pt x="2322" y="2256"/>
                  </a:lnTo>
                  <a:cubicBezTo>
                    <a:pt x="2277" y="2545"/>
                    <a:pt x="2066" y="2789"/>
                    <a:pt x="1877" y="2956"/>
                  </a:cubicBezTo>
                  <a:cubicBezTo>
                    <a:pt x="1455" y="3333"/>
                    <a:pt x="922" y="3600"/>
                    <a:pt x="356" y="3689"/>
                  </a:cubicBezTo>
                  <a:cubicBezTo>
                    <a:pt x="233" y="3711"/>
                    <a:pt x="67" y="3745"/>
                    <a:pt x="0" y="3878"/>
                  </a:cubicBezTo>
                  <a:lnTo>
                    <a:pt x="67" y="3911"/>
                  </a:lnTo>
                  <a:cubicBezTo>
                    <a:pt x="122" y="3811"/>
                    <a:pt x="255" y="3789"/>
                    <a:pt x="378" y="3767"/>
                  </a:cubicBezTo>
                  <a:cubicBezTo>
                    <a:pt x="944" y="3667"/>
                    <a:pt x="1499" y="3400"/>
                    <a:pt x="1933" y="3012"/>
                  </a:cubicBezTo>
                  <a:cubicBezTo>
                    <a:pt x="2089" y="2867"/>
                    <a:pt x="2255" y="2678"/>
                    <a:pt x="2344" y="2456"/>
                  </a:cubicBezTo>
                  <a:cubicBezTo>
                    <a:pt x="2355" y="2533"/>
                    <a:pt x="2378" y="2622"/>
                    <a:pt x="2400" y="2701"/>
                  </a:cubicBezTo>
                  <a:lnTo>
                    <a:pt x="2422" y="2745"/>
                  </a:lnTo>
                  <a:lnTo>
                    <a:pt x="2466" y="2711"/>
                  </a:lnTo>
                  <a:cubicBezTo>
                    <a:pt x="3111" y="2200"/>
                    <a:pt x="3499" y="1356"/>
                    <a:pt x="3499" y="534"/>
                  </a:cubicBezTo>
                  <a:cubicBezTo>
                    <a:pt x="3488" y="390"/>
                    <a:pt x="3477" y="190"/>
                    <a:pt x="341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30"/>
            <p:cNvSpPr/>
            <p:nvPr/>
          </p:nvSpPr>
          <p:spPr>
            <a:xfrm>
              <a:off x="5447100" y="3865225"/>
              <a:ext cx="249700" cy="287900"/>
            </a:xfrm>
            <a:custGeom>
              <a:avLst/>
              <a:gdLst/>
              <a:ahLst/>
              <a:cxnLst/>
              <a:rect l="l" t="t" r="r" b="b"/>
              <a:pathLst>
                <a:path w="9988" h="11516" extrusionOk="0">
                  <a:moveTo>
                    <a:pt x="5919" y="0"/>
                  </a:moveTo>
                  <a:cubicBezTo>
                    <a:pt x="5640" y="0"/>
                    <a:pt x="5360" y="34"/>
                    <a:pt x="5110" y="86"/>
                  </a:cubicBezTo>
                  <a:cubicBezTo>
                    <a:pt x="4589" y="187"/>
                    <a:pt x="4078" y="387"/>
                    <a:pt x="3633" y="676"/>
                  </a:cubicBezTo>
                  <a:cubicBezTo>
                    <a:pt x="3522" y="753"/>
                    <a:pt x="2506" y="1548"/>
                    <a:pt x="2610" y="1685"/>
                  </a:cubicBezTo>
                  <a:lnTo>
                    <a:pt x="2610" y="1685"/>
                  </a:lnTo>
                  <a:cubicBezTo>
                    <a:pt x="2478" y="1518"/>
                    <a:pt x="2488" y="1219"/>
                    <a:pt x="2278" y="1108"/>
                  </a:cubicBezTo>
                  <a:cubicBezTo>
                    <a:pt x="2145" y="1231"/>
                    <a:pt x="2122" y="1464"/>
                    <a:pt x="2222" y="1619"/>
                  </a:cubicBezTo>
                  <a:cubicBezTo>
                    <a:pt x="2056" y="1464"/>
                    <a:pt x="1878" y="1330"/>
                    <a:pt x="1678" y="1231"/>
                  </a:cubicBezTo>
                  <a:cubicBezTo>
                    <a:pt x="1610" y="1193"/>
                    <a:pt x="1558" y="1176"/>
                    <a:pt x="1520" y="1176"/>
                  </a:cubicBezTo>
                  <a:cubicBezTo>
                    <a:pt x="1230" y="1176"/>
                    <a:pt x="1685" y="2129"/>
                    <a:pt x="1656" y="2286"/>
                  </a:cubicBezTo>
                  <a:cubicBezTo>
                    <a:pt x="1600" y="2542"/>
                    <a:pt x="1234" y="2853"/>
                    <a:pt x="1089" y="3086"/>
                  </a:cubicBezTo>
                  <a:cubicBezTo>
                    <a:pt x="901" y="3386"/>
                    <a:pt x="745" y="3697"/>
                    <a:pt x="600" y="4019"/>
                  </a:cubicBezTo>
                  <a:cubicBezTo>
                    <a:pt x="234" y="4852"/>
                    <a:pt x="0" y="5863"/>
                    <a:pt x="467" y="6641"/>
                  </a:cubicBezTo>
                  <a:cubicBezTo>
                    <a:pt x="589" y="6441"/>
                    <a:pt x="701" y="6241"/>
                    <a:pt x="822" y="6041"/>
                  </a:cubicBezTo>
                  <a:lnTo>
                    <a:pt x="822" y="6041"/>
                  </a:lnTo>
                  <a:cubicBezTo>
                    <a:pt x="412" y="6729"/>
                    <a:pt x="1222" y="8496"/>
                    <a:pt x="1933" y="8741"/>
                  </a:cubicBezTo>
                  <a:cubicBezTo>
                    <a:pt x="1947" y="8745"/>
                    <a:pt x="1962" y="8747"/>
                    <a:pt x="1976" y="8747"/>
                  </a:cubicBezTo>
                  <a:cubicBezTo>
                    <a:pt x="2082" y="8747"/>
                    <a:pt x="2191" y="8633"/>
                    <a:pt x="2270" y="8633"/>
                  </a:cubicBezTo>
                  <a:cubicBezTo>
                    <a:pt x="2281" y="8633"/>
                    <a:pt x="2291" y="8635"/>
                    <a:pt x="2300" y="8640"/>
                  </a:cubicBezTo>
                  <a:cubicBezTo>
                    <a:pt x="2444" y="8718"/>
                    <a:pt x="2589" y="9096"/>
                    <a:pt x="2711" y="9240"/>
                  </a:cubicBezTo>
                  <a:cubicBezTo>
                    <a:pt x="3100" y="9707"/>
                    <a:pt x="3611" y="10062"/>
                    <a:pt x="4133" y="10362"/>
                  </a:cubicBezTo>
                  <a:cubicBezTo>
                    <a:pt x="4315" y="10474"/>
                    <a:pt x="4516" y="10576"/>
                    <a:pt x="4719" y="10576"/>
                  </a:cubicBezTo>
                  <a:cubicBezTo>
                    <a:pt x="4738" y="10576"/>
                    <a:pt x="4758" y="10575"/>
                    <a:pt x="4777" y="10573"/>
                  </a:cubicBezTo>
                  <a:cubicBezTo>
                    <a:pt x="5011" y="10551"/>
                    <a:pt x="5233" y="10318"/>
                    <a:pt x="5144" y="10106"/>
                  </a:cubicBezTo>
                  <a:lnTo>
                    <a:pt x="5144" y="10106"/>
                  </a:lnTo>
                  <a:cubicBezTo>
                    <a:pt x="5577" y="10785"/>
                    <a:pt x="6233" y="11373"/>
                    <a:pt x="7021" y="11496"/>
                  </a:cubicBezTo>
                  <a:cubicBezTo>
                    <a:pt x="7107" y="11509"/>
                    <a:pt x="7195" y="11515"/>
                    <a:pt x="7283" y="11515"/>
                  </a:cubicBezTo>
                  <a:cubicBezTo>
                    <a:pt x="8007" y="11515"/>
                    <a:pt x="8741" y="11077"/>
                    <a:pt x="8910" y="10373"/>
                  </a:cubicBezTo>
                  <a:cubicBezTo>
                    <a:pt x="8974" y="10412"/>
                    <a:pt x="9044" y="10429"/>
                    <a:pt x="9115" y="10429"/>
                  </a:cubicBezTo>
                  <a:cubicBezTo>
                    <a:pt x="9330" y="10429"/>
                    <a:pt x="9554" y="10273"/>
                    <a:pt x="9654" y="10074"/>
                  </a:cubicBezTo>
                  <a:cubicBezTo>
                    <a:pt x="9798" y="9795"/>
                    <a:pt x="9776" y="9474"/>
                    <a:pt x="9765" y="9173"/>
                  </a:cubicBezTo>
                  <a:lnTo>
                    <a:pt x="9632" y="7141"/>
                  </a:lnTo>
                  <a:cubicBezTo>
                    <a:pt x="9743" y="7141"/>
                    <a:pt x="9865" y="7129"/>
                    <a:pt x="9988" y="7129"/>
                  </a:cubicBezTo>
                  <a:cubicBezTo>
                    <a:pt x="9843" y="7129"/>
                    <a:pt x="9221" y="5075"/>
                    <a:pt x="9143" y="4852"/>
                  </a:cubicBezTo>
                  <a:cubicBezTo>
                    <a:pt x="9299" y="4774"/>
                    <a:pt x="9332" y="4652"/>
                    <a:pt x="9321" y="4475"/>
                  </a:cubicBezTo>
                  <a:cubicBezTo>
                    <a:pt x="9243" y="3275"/>
                    <a:pt x="8510" y="2142"/>
                    <a:pt x="7443" y="1586"/>
                  </a:cubicBezTo>
                  <a:cubicBezTo>
                    <a:pt x="7566" y="1553"/>
                    <a:pt x="7665" y="1475"/>
                    <a:pt x="7732" y="1364"/>
                  </a:cubicBezTo>
                  <a:cubicBezTo>
                    <a:pt x="7554" y="1219"/>
                    <a:pt x="7321" y="1120"/>
                    <a:pt x="7088" y="1075"/>
                  </a:cubicBezTo>
                  <a:cubicBezTo>
                    <a:pt x="7288" y="831"/>
                    <a:pt x="7233" y="587"/>
                    <a:pt x="7088" y="397"/>
                  </a:cubicBezTo>
                  <a:cubicBezTo>
                    <a:pt x="6977" y="253"/>
                    <a:pt x="6810" y="153"/>
                    <a:pt x="6655" y="98"/>
                  </a:cubicBezTo>
                  <a:cubicBezTo>
                    <a:pt x="6427" y="29"/>
                    <a:pt x="6173" y="0"/>
                    <a:pt x="5919"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30"/>
            <p:cNvSpPr/>
            <p:nvPr/>
          </p:nvSpPr>
          <p:spPr>
            <a:xfrm>
              <a:off x="5519600" y="3910750"/>
              <a:ext cx="153875" cy="134175"/>
            </a:xfrm>
            <a:custGeom>
              <a:avLst/>
              <a:gdLst/>
              <a:ahLst/>
              <a:cxnLst/>
              <a:rect l="l" t="t" r="r" b="b"/>
              <a:pathLst>
                <a:path w="6155" h="5367" extrusionOk="0">
                  <a:moveTo>
                    <a:pt x="3415" y="0"/>
                  </a:moveTo>
                  <a:cubicBezTo>
                    <a:pt x="3139" y="0"/>
                    <a:pt x="2872" y="185"/>
                    <a:pt x="2744" y="432"/>
                  </a:cubicBezTo>
                  <a:cubicBezTo>
                    <a:pt x="2677" y="554"/>
                    <a:pt x="2711" y="765"/>
                    <a:pt x="2544" y="776"/>
                  </a:cubicBezTo>
                  <a:cubicBezTo>
                    <a:pt x="2541" y="776"/>
                    <a:pt x="2539" y="776"/>
                    <a:pt x="2537" y="776"/>
                  </a:cubicBezTo>
                  <a:cubicBezTo>
                    <a:pt x="2424" y="776"/>
                    <a:pt x="2219" y="498"/>
                    <a:pt x="2077" y="465"/>
                  </a:cubicBezTo>
                  <a:cubicBezTo>
                    <a:pt x="2001" y="446"/>
                    <a:pt x="1924" y="437"/>
                    <a:pt x="1847" y="437"/>
                  </a:cubicBezTo>
                  <a:cubicBezTo>
                    <a:pt x="1698" y="437"/>
                    <a:pt x="1550" y="469"/>
                    <a:pt x="1410" y="521"/>
                  </a:cubicBezTo>
                  <a:cubicBezTo>
                    <a:pt x="822" y="731"/>
                    <a:pt x="344" y="1254"/>
                    <a:pt x="211" y="1854"/>
                  </a:cubicBezTo>
                  <a:cubicBezTo>
                    <a:pt x="122" y="2232"/>
                    <a:pt x="156" y="2632"/>
                    <a:pt x="111" y="3009"/>
                  </a:cubicBezTo>
                  <a:cubicBezTo>
                    <a:pt x="89" y="3242"/>
                    <a:pt x="45" y="3476"/>
                    <a:pt x="22" y="3698"/>
                  </a:cubicBezTo>
                  <a:cubicBezTo>
                    <a:pt x="0" y="3987"/>
                    <a:pt x="11" y="4253"/>
                    <a:pt x="133" y="4508"/>
                  </a:cubicBezTo>
                  <a:cubicBezTo>
                    <a:pt x="311" y="4864"/>
                    <a:pt x="689" y="5075"/>
                    <a:pt x="1077" y="5197"/>
                  </a:cubicBezTo>
                  <a:cubicBezTo>
                    <a:pt x="1444" y="5314"/>
                    <a:pt x="1824" y="5367"/>
                    <a:pt x="2206" y="5367"/>
                  </a:cubicBezTo>
                  <a:cubicBezTo>
                    <a:pt x="2588" y="5367"/>
                    <a:pt x="2971" y="5314"/>
                    <a:pt x="3343" y="5219"/>
                  </a:cubicBezTo>
                  <a:cubicBezTo>
                    <a:pt x="4088" y="5019"/>
                    <a:pt x="4777" y="4664"/>
                    <a:pt x="5410" y="4231"/>
                  </a:cubicBezTo>
                  <a:cubicBezTo>
                    <a:pt x="5621" y="4086"/>
                    <a:pt x="5832" y="3920"/>
                    <a:pt x="5932" y="3698"/>
                  </a:cubicBezTo>
                  <a:cubicBezTo>
                    <a:pt x="6154" y="3242"/>
                    <a:pt x="5910" y="2698"/>
                    <a:pt x="5632" y="2264"/>
                  </a:cubicBezTo>
                  <a:cubicBezTo>
                    <a:pt x="5221" y="1642"/>
                    <a:pt x="4765" y="1043"/>
                    <a:pt x="4254" y="499"/>
                  </a:cubicBezTo>
                  <a:cubicBezTo>
                    <a:pt x="4044" y="287"/>
                    <a:pt x="3822" y="65"/>
                    <a:pt x="3521" y="10"/>
                  </a:cubicBezTo>
                  <a:cubicBezTo>
                    <a:pt x="3486" y="3"/>
                    <a:pt x="3450" y="0"/>
                    <a:pt x="341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30"/>
            <p:cNvSpPr/>
            <p:nvPr/>
          </p:nvSpPr>
          <p:spPr>
            <a:xfrm>
              <a:off x="5601800" y="3922025"/>
              <a:ext cx="36125" cy="13700"/>
            </a:xfrm>
            <a:custGeom>
              <a:avLst/>
              <a:gdLst/>
              <a:ahLst/>
              <a:cxnLst/>
              <a:rect l="l" t="t" r="r" b="b"/>
              <a:pathLst>
                <a:path w="1445" h="548" extrusionOk="0">
                  <a:moveTo>
                    <a:pt x="203" y="0"/>
                  </a:moveTo>
                  <a:cubicBezTo>
                    <a:pt x="146" y="0"/>
                    <a:pt x="88" y="4"/>
                    <a:pt x="33" y="14"/>
                  </a:cubicBezTo>
                  <a:cubicBezTo>
                    <a:pt x="23" y="169"/>
                    <a:pt x="11" y="325"/>
                    <a:pt x="0" y="492"/>
                  </a:cubicBezTo>
                  <a:lnTo>
                    <a:pt x="111" y="492"/>
                  </a:lnTo>
                  <a:cubicBezTo>
                    <a:pt x="321" y="476"/>
                    <a:pt x="536" y="457"/>
                    <a:pt x="748" y="457"/>
                  </a:cubicBezTo>
                  <a:cubicBezTo>
                    <a:pt x="975" y="457"/>
                    <a:pt x="1199" y="478"/>
                    <a:pt x="1411" y="547"/>
                  </a:cubicBezTo>
                  <a:lnTo>
                    <a:pt x="1444" y="448"/>
                  </a:lnTo>
                  <a:cubicBezTo>
                    <a:pt x="1189" y="258"/>
                    <a:pt x="911" y="114"/>
                    <a:pt x="611" y="48"/>
                  </a:cubicBezTo>
                  <a:cubicBezTo>
                    <a:pt x="485" y="24"/>
                    <a:pt x="343" y="0"/>
                    <a:pt x="20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30"/>
            <p:cNvSpPr/>
            <p:nvPr/>
          </p:nvSpPr>
          <p:spPr>
            <a:xfrm>
              <a:off x="5540975" y="3935125"/>
              <a:ext cx="33350" cy="35325"/>
            </a:xfrm>
            <a:custGeom>
              <a:avLst/>
              <a:gdLst/>
              <a:ahLst/>
              <a:cxnLst/>
              <a:rect l="l" t="t" r="r" b="b"/>
              <a:pathLst>
                <a:path w="1334" h="1413" extrusionOk="0">
                  <a:moveTo>
                    <a:pt x="1011" y="1"/>
                  </a:moveTo>
                  <a:cubicBezTo>
                    <a:pt x="822" y="112"/>
                    <a:pt x="656" y="290"/>
                    <a:pt x="511" y="445"/>
                  </a:cubicBezTo>
                  <a:cubicBezTo>
                    <a:pt x="278" y="712"/>
                    <a:pt x="111" y="1023"/>
                    <a:pt x="0" y="1356"/>
                  </a:cubicBezTo>
                  <a:cubicBezTo>
                    <a:pt x="22" y="1378"/>
                    <a:pt x="44" y="1390"/>
                    <a:pt x="78" y="1412"/>
                  </a:cubicBezTo>
                  <a:cubicBezTo>
                    <a:pt x="367" y="1012"/>
                    <a:pt x="811" y="723"/>
                    <a:pt x="1234" y="445"/>
                  </a:cubicBezTo>
                  <a:cubicBezTo>
                    <a:pt x="1266" y="412"/>
                    <a:pt x="1300" y="390"/>
                    <a:pt x="1333" y="356"/>
                  </a:cubicBezTo>
                  <a:cubicBezTo>
                    <a:pt x="1222" y="245"/>
                    <a:pt x="1111" y="123"/>
                    <a:pt x="10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30"/>
            <p:cNvSpPr/>
            <p:nvPr/>
          </p:nvSpPr>
          <p:spPr>
            <a:xfrm>
              <a:off x="5587075" y="3963925"/>
              <a:ext cx="27225" cy="21225"/>
            </a:xfrm>
            <a:custGeom>
              <a:avLst/>
              <a:gdLst/>
              <a:ahLst/>
              <a:cxnLst/>
              <a:rect l="l" t="t" r="r" b="b"/>
              <a:pathLst>
                <a:path w="1089" h="849" extrusionOk="0">
                  <a:moveTo>
                    <a:pt x="818" y="1"/>
                  </a:moveTo>
                  <a:cubicBezTo>
                    <a:pt x="713" y="1"/>
                    <a:pt x="629" y="81"/>
                    <a:pt x="589" y="171"/>
                  </a:cubicBezTo>
                  <a:cubicBezTo>
                    <a:pt x="567" y="226"/>
                    <a:pt x="567" y="282"/>
                    <a:pt x="556" y="337"/>
                  </a:cubicBezTo>
                  <a:cubicBezTo>
                    <a:pt x="475" y="271"/>
                    <a:pt x="375" y="236"/>
                    <a:pt x="274" y="236"/>
                  </a:cubicBezTo>
                  <a:cubicBezTo>
                    <a:pt x="207" y="236"/>
                    <a:pt x="140" y="251"/>
                    <a:pt x="78" y="282"/>
                  </a:cubicBezTo>
                  <a:cubicBezTo>
                    <a:pt x="56" y="293"/>
                    <a:pt x="34" y="305"/>
                    <a:pt x="22" y="327"/>
                  </a:cubicBezTo>
                  <a:cubicBezTo>
                    <a:pt x="12" y="349"/>
                    <a:pt x="0" y="382"/>
                    <a:pt x="0" y="416"/>
                  </a:cubicBezTo>
                  <a:cubicBezTo>
                    <a:pt x="12" y="515"/>
                    <a:pt x="101" y="593"/>
                    <a:pt x="167" y="648"/>
                  </a:cubicBezTo>
                  <a:cubicBezTo>
                    <a:pt x="300" y="749"/>
                    <a:pt x="422" y="848"/>
                    <a:pt x="578" y="848"/>
                  </a:cubicBezTo>
                  <a:cubicBezTo>
                    <a:pt x="589" y="848"/>
                    <a:pt x="600" y="848"/>
                    <a:pt x="622" y="838"/>
                  </a:cubicBezTo>
                  <a:lnTo>
                    <a:pt x="612" y="760"/>
                  </a:lnTo>
                  <a:cubicBezTo>
                    <a:pt x="604" y="760"/>
                    <a:pt x="596" y="761"/>
                    <a:pt x="588" y="761"/>
                  </a:cubicBezTo>
                  <a:cubicBezTo>
                    <a:pt x="463" y="761"/>
                    <a:pt x="338" y="676"/>
                    <a:pt x="222" y="582"/>
                  </a:cubicBezTo>
                  <a:cubicBezTo>
                    <a:pt x="156" y="537"/>
                    <a:pt x="101" y="482"/>
                    <a:pt x="89" y="404"/>
                  </a:cubicBezTo>
                  <a:lnTo>
                    <a:pt x="89" y="382"/>
                  </a:lnTo>
                  <a:lnTo>
                    <a:pt x="111" y="360"/>
                  </a:lnTo>
                  <a:cubicBezTo>
                    <a:pt x="159" y="336"/>
                    <a:pt x="212" y="325"/>
                    <a:pt x="265" y="325"/>
                  </a:cubicBezTo>
                  <a:cubicBezTo>
                    <a:pt x="385" y="325"/>
                    <a:pt x="506" y="382"/>
                    <a:pt x="567" y="482"/>
                  </a:cubicBezTo>
                  <a:lnTo>
                    <a:pt x="667" y="616"/>
                  </a:lnTo>
                  <a:lnTo>
                    <a:pt x="656" y="449"/>
                  </a:lnTo>
                  <a:cubicBezTo>
                    <a:pt x="644" y="371"/>
                    <a:pt x="634" y="271"/>
                    <a:pt x="667" y="204"/>
                  </a:cubicBezTo>
                  <a:cubicBezTo>
                    <a:pt x="696" y="146"/>
                    <a:pt x="750" y="89"/>
                    <a:pt x="807" y="89"/>
                  </a:cubicBezTo>
                  <a:cubicBezTo>
                    <a:pt x="816" y="89"/>
                    <a:pt x="825" y="90"/>
                    <a:pt x="834" y="93"/>
                  </a:cubicBezTo>
                  <a:cubicBezTo>
                    <a:pt x="900" y="105"/>
                    <a:pt x="945" y="182"/>
                    <a:pt x="967" y="249"/>
                  </a:cubicBezTo>
                  <a:cubicBezTo>
                    <a:pt x="1000" y="404"/>
                    <a:pt x="967" y="582"/>
                    <a:pt x="933" y="727"/>
                  </a:cubicBezTo>
                  <a:lnTo>
                    <a:pt x="1022" y="749"/>
                  </a:lnTo>
                  <a:cubicBezTo>
                    <a:pt x="1056" y="582"/>
                    <a:pt x="1089" y="404"/>
                    <a:pt x="1044" y="226"/>
                  </a:cubicBezTo>
                  <a:cubicBezTo>
                    <a:pt x="1011" y="105"/>
                    <a:pt x="945" y="26"/>
                    <a:pt x="856" y="4"/>
                  </a:cubicBezTo>
                  <a:cubicBezTo>
                    <a:pt x="843" y="2"/>
                    <a:pt x="830" y="1"/>
                    <a:pt x="81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30"/>
            <p:cNvSpPr/>
            <p:nvPr/>
          </p:nvSpPr>
          <p:spPr>
            <a:xfrm>
              <a:off x="5600950" y="3983200"/>
              <a:ext cx="14200" cy="9450"/>
            </a:xfrm>
            <a:custGeom>
              <a:avLst/>
              <a:gdLst/>
              <a:ahLst/>
              <a:cxnLst/>
              <a:rect l="l" t="t" r="r" b="b"/>
              <a:pathLst>
                <a:path w="568" h="378" extrusionOk="0">
                  <a:moveTo>
                    <a:pt x="456" y="0"/>
                  </a:moveTo>
                  <a:cubicBezTo>
                    <a:pt x="334" y="0"/>
                    <a:pt x="212" y="45"/>
                    <a:pt x="112" y="100"/>
                  </a:cubicBezTo>
                  <a:cubicBezTo>
                    <a:pt x="79" y="122"/>
                    <a:pt x="45" y="144"/>
                    <a:pt x="23" y="178"/>
                  </a:cubicBezTo>
                  <a:cubicBezTo>
                    <a:pt x="1" y="222"/>
                    <a:pt x="12" y="267"/>
                    <a:pt x="23" y="322"/>
                  </a:cubicBezTo>
                  <a:cubicBezTo>
                    <a:pt x="23" y="333"/>
                    <a:pt x="34" y="344"/>
                    <a:pt x="45" y="356"/>
                  </a:cubicBezTo>
                  <a:cubicBezTo>
                    <a:pt x="57" y="378"/>
                    <a:pt x="89" y="378"/>
                    <a:pt x="123" y="378"/>
                  </a:cubicBezTo>
                  <a:cubicBezTo>
                    <a:pt x="234" y="366"/>
                    <a:pt x="356" y="344"/>
                    <a:pt x="467" y="311"/>
                  </a:cubicBezTo>
                  <a:cubicBezTo>
                    <a:pt x="568" y="277"/>
                    <a:pt x="568" y="200"/>
                    <a:pt x="556" y="100"/>
                  </a:cubicBezTo>
                  <a:cubicBezTo>
                    <a:pt x="545" y="67"/>
                    <a:pt x="545" y="33"/>
                    <a:pt x="523" y="22"/>
                  </a:cubicBezTo>
                  <a:cubicBezTo>
                    <a:pt x="501" y="11"/>
                    <a:pt x="479" y="0"/>
                    <a:pt x="456"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30"/>
            <p:cNvSpPr/>
            <p:nvPr/>
          </p:nvSpPr>
          <p:spPr>
            <a:xfrm>
              <a:off x="5585400" y="3983175"/>
              <a:ext cx="13900" cy="13525"/>
            </a:xfrm>
            <a:custGeom>
              <a:avLst/>
              <a:gdLst/>
              <a:ahLst/>
              <a:cxnLst/>
              <a:rect l="l" t="t" r="r" b="b"/>
              <a:pathLst>
                <a:path w="556" h="541" extrusionOk="0">
                  <a:moveTo>
                    <a:pt x="86" y="0"/>
                  </a:moveTo>
                  <a:cubicBezTo>
                    <a:pt x="69" y="0"/>
                    <a:pt x="52" y="13"/>
                    <a:pt x="45" y="34"/>
                  </a:cubicBezTo>
                  <a:cubicBezTo>
                    <a:pt x="12" y="179"/>
                    <a:pt x="0" y="323"/>
                    <a:pt x="12" y="468"/>
                  </a:cubicBezTo>
                  <a:cubicBezTo>
                    <a:pt x="12" y="490"/>
                    <a:pt x="12" y="512"/>
                    <a:pt x="23" y="534"/>
                  </a:cubicBezTo>
                  <a:lnTo>
                    <a:pt x="34" y="534"/>
                  </a:lnTo>
                  <a:cubicBezTo>
                    <a:pt x="85" y="538"/>
                    <a:pt x="135" y="540"/>
                    <a:pt x="184" y="540"/>
                  </a:cubicBezTo>
                  <a:cubicBezTo>
                    <a:pt x="285" y="540"/>
                    <a:pt x="381" y="530"/>
                    <a:pt x="479" y="501"/>
                  </a:cubicBezTo>
                  <a:cubicBezTo>
                    <a:pt x="501" y="490"/>
                    <a:pt x="534" y="478"/>
                    <a:pt x="556" y="478"/>
                  </a:cubicBezTo>
                  <a:cubicBezTo>
                    <a:pt x="479" y="401"/>
                    <a:pt x="400" y="334"/>
                    <a:pt x="334" y="256"/>
                  </a:cubicBezTo>
                  <a:cubicBezTo>
                    <a:pt x="301" y="234"/>
                    <a:pt x="178" y="101"/>
                    <a:pt x="112" y="12"/>
                  </a:cubicBezTo>
                  <a:cubicBezTo>
                    <a:pt x="104" y="4"/>
                    <a:pt x="95" y="0"/>
                    <a:pt x="86"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30"/>
            <p:cNvSpPr/>
            <p:nvPr/>
          </p:nvSpPr>
          <p:spPr>
            <a:xfrm>
              <a:off x="5621225" y="3968075"/>
              <a:ext cx="11150" cy="17625"/>
            </a:xfrm>
            <a:custGeom>
              <a:avLst/>
              <a:gdLst/>
              <a:ahLst/>
              <a:cxnLst/>
              <a:rect l="l" t="t" r="r" b="b"/>
              <a:pathLst>
                <a:path w="446" h="705" extrusionOk="0">
                  <a:moveTo>
                    <a:pt x="71" y="1"/>
                  </a:moveTo>
                  <a:cubicBezTo>
                    <a:pt x="53" y="1"/>
                    <a:pt x="34" y="14"/>
                    <a:pt x="34" y="38"/>
                  </a:cubicBezTo>
                  <a:lnTo>
                    <a:pt x="34" y="361"/>
                  </a:lnTo>
                  <a:cubicBezTo>
                    <a:pt x="23" y="472"/>
                    <a:pt x="12" y="583"/>
                    <a:pt x="1" y="682"/>
                  </a:cubicBezTo>
                  <a:lnTo>
                    <a:pt x="1" y="705"/>
                  </a:lnTo>
                  <a:cubicBezTo>
                    <a:pt x="56" y="638"/>
                    <a:pt x="145" y="594"/>
                    <a:pt x="212" y="549"/>
                  </a:cubicBezTo>
                  <a:cubicBezTo>
                    <a:pt x="290" y="505"/>
                    <a:pt x="367" y="450"/>
                    <a:pt x="445" y="394"/>
                  </a:cubicBezTo>
                  <a:lnTo>
                    <a:pt x="445" y="371"/>
                  </a:lnTo>
                  <a:cubicBezTo>
                    <a:pt x="445" y="349"/>
                    <a:pt x="434" y="339"/>
                    <a:pt x="412" y="316"/>
                  </a:cubicBezTo>
                  <a:cubicBezTo>
                    <a:pt x="323" y="194"/>
                    <a:pt x="212" y="94"/>
                    <a:pt x="90" y="5"/>
                  </a:cubicBezTo>
                  <a:cubicBezTo>
                    <a:pt x="84" y="2"/>
                    <a:pt x="78" y="1"/>
                    <a:pt x="71"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30"/>
            <p:cNvSpPr/>
            <p:nvPr/>
          </p:nvSpPr>
          <p:spPr>
            <a:xfrm>
              <a:off x="5584850" y="3977075"/>
              <a:ext cx="48350" cy="20050"/>
            </a:xfrm>
            <a:custGeom>
              <a:avLst/>
              <a:gdLst/>
              <a:ahLst/>
              <a:cxnLst/>
              <a:rect l="l" t="t" r="r" b="b"/>
              <a:pathLst>
                <a:path w="1934" h="802" extrusionOk="0">
                  <a:moveTo>
                    <a:pt x="1889" y="1"/>
                  </a:moveTo>
                  <a:cubicBezTo>
                    <a:pt x="1389" y="467"/>
                    <a:pt x="711" y="734"/>
                    <a:pt x="12" y="734"/>
                  </a:cubicBezTo>
                  <a:cubicBezTo>
                    <a:pt x="12" y="756"/>
                    <a:pt x="12" y="778"/>
                    <a:pt x="0" y="801"/>
                  </a:cubicBezTo>
                  <a:cubicBezTo>
                    <a:pt x="19" y="801"/>
                    <a:pt x="37" y="801"/>
                    <a:pt x="55" y="801"/>
                  </a:cubicBezTo>
                  <a:cubicBezTo>
                    <a:pt x="569" y="801"/>
                    <a:pt x="1071" y="658"/>
                    <a:pt x="1500" y="389"/>
                  </a:cubicBezTo>
                  <a:cubicBezTo>
                    <a:pt x="1656" y="300"/>
                    <a:pt x="1800" y="189"/>
                    <a:pt x="1933" y="56"/>
                  </a:cubicBezTo>
                  <a:cubicBezTo>
                    <a:pt x="1923" y="45"/>
                    <a:pt x="1911" y="23"/>
                    <a:pt x="188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30"/>
            <p:cNvSpPr/>
            <p:nvPr/>
          </p:nvSpPr>
          <p:spPr>
            <a:xfrm>
              <a:off x="5476825" y="3976775"/>
              <a:ext cx="53900" cy="51525"/>
            </a:xfrm>
            <a:custGeom>
              <a:avLst/>
              <a:gdLst/>
              <a:ahLst/>
              <a:cxnLst/>
              <a:rect l="l" t="t" r="r" b="b"/>
              <a:pathLst>
                <a:path w="2156" h="2061" extrusionOk="0">
                  <a:moveTo>
                    <a:pt x="606" y="1"/>
                  </a:moveTo>
                  <a:cubicBezTo>
                    <a:pt x="536" y="1"/>
                    <a:pt x="467" y="11"/>
                    <a:pt x="400" y="35"/>
                  </a:cubicBezTo>
                  <a:cubicBezTo>
                    <a:pt x="144" y="134"/>
                    <a:pt x="0" y="435"/>
                    <a:pt x="33" y="712"/>
                  </a:cubicBezTo>
                  <a:cubicBezTo>
                    <a:pt x="67" y="979"/>
                    <a:pt x="245" y="1223"/>
                    <a:pt x="478" y="1379"/>
                  </a:cubicBezTo>
                  <a:cubicBezTo>
                    <a:pt x="566" y="1435"/>
                    <a:pt x="667" y="1490"/>
                    <a:pt x="766" y="1546"/>
                  </a:cubicBezTo>
                  <a:cubicBezTo>
                    <a:pt x="933" y="1657"/>
                    <a:pt x="1077" y="1801"/>
                    <a:pt x="1245" y="1912"/>
                  </a:cubicBezTo>
                  <a:cubicBezTo>
                    <a:pt x="1397" y="2010"/>
                    <a:pt x="1561" y="2061"/>
                    <a:pt x="1704" y="2061"/>
                  </a:cubicBezTo>
                  <a:cubicBezTo>
                    <a:pt x="1967" y="2061"/>
                    <a:pt x="2156" y="1887"/>
                    <a:pt x="2055" y="1512"/>
                  </a:cubicBezTo>
                  <a:cubicBezTo>
                    <a:pt x="1922" y="968"/>
                    <a:pt x="1578" y="413"/>
                    <a:pt x="1077" y="134"/>
                  </a:cubicBezTo>
                  <a:cubicBezTo>
                    <a:pt x="930" y="57"/>
                    <a:pt x="767" y="1"/>
                    <a:pt x="60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30"/>
            <p:cNvSpPr/>
            <p:nvPr/>
          </p:nvSpPr>
          <p:spPr>
            <a:xfrm>
              <a:off x="5484875" y="3985075"/>
              <a:ext cx="37175" cy="35575"/>
            </a:xfrm>
            <a:custGeom>
              <a:avLst/>
              <a:gdLst/>
              <a:ahLst/>
              <a:cxnLst/>
              <a:rect l="l" t="t" r="r" b="b"/>
              <a:pathLst>
                <a:path w="1487" h="1423" extrusionOk="0">
                  <a:moveTo>
                    <a:pt x="419" y="0"/>
                  </a:moveTo>
                  <a:cubicBezTo>
                    <a:pt x="370" y="0"/>
                    <a:pt x="323" y="8"/>
                    <a:pt x="278" y="25"/>
                  </a:cubicBezTo>
                  <a:cubicBezTo>
                    <a:pt x="100" y="91"/>
                    <a:pt x="0" y="303"/>
                    <a:pt x="22" y="491"/>
                  </a:cubicBezTo>
                  <a:cubicBezTo>
                    <a:pt x="44" y="681"/>
                    <a:pt x="167" y="836"/>
                    <a:pt x="323" y="947"/>
                  </a:cubicBezTo>
                  <a:cubicBezTo>
                    <a:pt x="389" y="992"/>
                    <a:pt x="456" y="1024"/>
                    <a:pt x="523" y="1069"/>
                  </a:cubicBezTo>
                  <a:cubicBezTo>
                    <a:pt x="644" y="1147"/>
                    <a:pt x="745" y="1236"/>
                    <a:pt x="856" y="1313"/>
                  </a:cubicBezTo>
                  <a:cubicBezTo>
                    <a:pt x="963" y="1385"/>
                    <a:pt x="1080" y="1422"/>
                    <a:pt x="1180" y="1422"/>
                  </a:cubicBezTo>
                  <a:cubicBezTo>
                    <a:pt x="1359" y="1422"/>
                    <a:pt x="1486" y="1303"/>
                    <a:pt x="1422" y="1047"/>
                  </a:cubicBezTo>
                  <a:cubicBezTo>
                    <a:pt x="1322" y="669"/>
                    <a:pt x="1089" y="281"/>
                    <a:pt x="745" y="91"/>
                  </a:cubicBezTo>
                  <a:cubicBezTo>
                    <a:pt x="645" y="38"/>
                    <a:pt x="529" y="0"/>
                    <a:pt x="419"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30"/>
            <p:cNvSpPr/>
            <p:nvPr/>
          </p:nvSpPr>
          <p:spPr>
            <a:xfrm>
              <a:off x="5490975" y="3990675"/>
              <a:ext cx="21975" cy="19750"/>
            </a:xfrm>
            <a:custGeom>
              <a:avLst/>
              <a:gdLst/>
              <a:ahLst/>
              <a:cxnLst/>
              <a:rect l="l" t="t" r="r" b="b"/>
              <a:pathLst>
                <a:path w="879" h="790" extrusionOk="0">
                  <a:moveTo>
                    <a:pt x="12" y="1"/>
                  </a:moveTo>
                  <a:lnTo>
                    <a:pt x="0" y="89"/>
                  </a:lnTo>
                  <a:cubicBezTo>
                    <a:pt x="367" y="123"/>
                    <a:pt x="711" y="634"/>
                    <a:pt x="812" y="790"/>
                  </a:cubicBezTo>
                  <a:lnTo>
                    <a:pt x="878" y="745"/>
                  </a:lnTo>
                  <a:cubicBezTo>
                    <a:pt x="745" y="534"/>
                    <a:pt x="400" y="45"/>
                    <a:pt x="1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30"/>
            <p:cNvSpPr/>
            <p:nvPr/>
          </p:nvSpPr>
          <p:spPr>
            <a:xfrm>
              <a:off x="5495425" y="4001225"/>
              <a:ext cx="13075" cy="4475"/>
            </a:xfrm>
            <a:custGeom>
              <a:avLst/>
              <a:gdLst/>
              <a:ahLst/>
              <a:cxnLst/>
              <a:rect l="l" t="t" r="r" b="b"/>
              <a:pathLst>
                <a:path w="523" h="179" extrusionOk="0">
                  <a:moveTo>
                    <a:pt x="0" y="1"/>
                  </a:moveTo>
                  <a:lnTo>
                    <a:pt x="0" y="79"/>
                  </a:lnTo>
                  <a:cubicBezTo>
                    <a:pt x="167" y="90"/>
                    <a:pt x="333" y="123"/>
                    <a:pt x="489" y="178"/>
                  </a:cubicBezTo>
                  <a:lnTo>
                    <a:pt x="523" y="101"/>
                  </a:lnTo>
                  <a:cubicBezTo>
                    <a:pt x="356" y="35"/>
                    <a:pt x="178" y="1"/>
                    <a:pt x="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30"/>
            <p:cNvSpPr/>
            <p:nvPr/>
          </p:nvSpPr>
          <p:spPr>
            <a:xfrm>
              <a:off x="5636500" y="3924050"/>
              <a:ext cx="33075" cy="54700"/>
            </a:xfrm>
            <a:custGeom>
              <a:avLst/>
              <a:gdLst/>
              <a:ahLst/>
              <a:cxnLst/>
              <a:rect l="l" t="t" r="r" b="b"/>
              <a:pathLst>
                <a:path w="1323" h="2188" extrusionOk="0">
                  <a:moveTo>
                    <a:pt x="681" y="0"/>
                  </a:moveTo>
                  <a:cubicBezTo>
                    <a:pt x="623" y="0"/>
                    <a:pt x="565" y="11"/>
                    <a:pt x="511" y="33"/>
                  </a:cubicBezTo>
                  <a:cubicBezTo>
                    <a:pt x="323" y="111"/>
                    <a:pt x="212" y="311"/>
                    <a:pt x="145" y="500"/>
                  </a:cubicBezTo>
                  <a:cubicBezTo>
                    <a:pt x="0" y="977"/>
                    <a:pt x="134" y="1533"/>
                    <a:pt x="368" y="1955"/>
                  </a:cubicBezTo>
                  <a:cubicBezTo>
                    <a:pt x="466" y="2118"/>
                    <a:pt x="580" y="2187"/>
                    <a:pt x="690" y="2187"/>
                  </a:cubicBezTo>
                  <a:cubicBezTo>
                    <a:pt x="879" y="2187"/>
                    <a:pt x="1055" y="1984"/>
                    <a:pt x="1111" y="1710"/>
                  </a:cubicBezTo>
                  <a:cubicBezTo>
                    <a:pt x="1156" y="1533"/>
                    <a:pt x="1156" y="1355"/>
                    <a:pt x="1200" y="1189"/>
                  </a:cubicBezTo>
                  <a:cubicBezTo>
                    <a:pt x="1222" y="1100"/>
                    <a:pt x="1256" y="999"/>
                    <a:pt x="1267" y="910"/>
                  </a:cubicBezTo>
                  <a:cubicBezTo>
                    <a:pt x="1323" y="678"/>
                    <a:pt x="1289" y="422"/>
                    <a:pt x="1145" y="233"/>
                  </a:cubicBezTo>
                  <a:cubicBezTo>
                    <a:pt x="1037" y="92"/>
                    <a:pt x="855" y="0"/>
                    <a:pt x="68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30"/>
            <p:cNvSpPr/>
            <p:nvPr/>
          </p:nvSpPr>
          <p:spPr>
            <a:xfrm>
              <a:off x="5643725" y="3932150"/>
              <a:ext cx="21125" cy="35225"/>
            </a:xfrm>
            <a:custGeom>
              <a:avLst/>
              <a:gdLst/>
              <a:ahLst/>
              <a:cxnLst/>
              <a:rect l="l" t="t" r="r" b="b"/>
              <a:pathLst>
                <a:path w="845" h="1409" extrusionOk="0">
                  <a:moveTo>
                    <a:pt x="406" y="0"/>
                  </a:moveTo>
                  <a:cubicBezTo>
                    <a:pt x="366" y="0"/>
                    <a:pt x="327" y="7"/>
                    <a:pt x="289" y="20"/>
                  </a:cubicBezTo>
                  <a:cubicBezTo>
                    <a:pt x="167" y="75"/>
                    <a:pt x="79" y="209"/>
                    <a:pt x="45" y="342"/>
                  </a:cubicBezTo>
                  <a:cubicBezTo>
                    <a:pt x="12" y="442"/>
                    <a:pt x="0" y="542"/>
                    <a:pt x="0" y="642"/>
                  </a:cubicBezTo>
                  <a:cubicBezTo>
                    <a:pt x="34" y="687"/>
                    <a:pt x="56" y="720"/>
                    <a:pt x="89" y="764"/>
                  </a:cubicBezTo>
                  <a:cubicBezTo>
                    <a:pt x="212" y="909"/>
                    <a:pt x="356" y="1065"/>
                    <a:pt x="467" y="1220"/>
                  </a:cubicBezTo>
                  <a:cubicBezTo>
                    <a:pt x="511" y="1287"/>
                    <a:pt x="556" y="1342"/>
                    <a:pt x="600" y="1408"/>
                  </a:cubicBezTo>
                  <a:cubicBezTo>
                    <a:pt x="645" y="1353"/>
                    <a:pt x="689" y="1275"/>
                    <a:pt x="711" y="1176"/>
                  </a:cubicBezTo>
                  <a:cubicBezTo>
                    <a:pt x="733" y="1065"/>
                    <a:pt x="745" y="942"/>
                    <a:pt x="767" y="820"/>
                  </a:cubicBezTo>
                  <a:cubicBezTo>
                    <a:pt x="778" y="754"/>
                    <a:pt x="800" y="698"/>
                    <a:pt x="822" y="631"/>
                  </a:cubicBezTo>
                  <a:cubicBezTo>
                    <a:pt x="845" y="465"/>
                    <a:pt x="822" y="287"/>
                    <a:pt x="733" y="164"/>
                  </a:cubicBezTo>
                  <a:cubicBezTo>
                    <a:pt x="658" y="63"/>
                    <a:pt x="531" y="0"/>
                    <a:pt x="406"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30"/>
            <p:cNvSpPr/>
            <p:nvPr/>
          </p:nvSpPr>
          <p:spPr>
            <a:xfrm>
              <a:off x="5649575" y="3935425"/>
              <a:ext cx="6400" cy="22500"/>
            </a:xfrm>
            <a:custGeom>
              <a:avLst/>
              <a:gdLst/>
              <a:ahLst/>
              <a:cxnLst/>
              <a:rect l="l" t="t" r="r" b="b"/>
              <a:pathLst>
                <a:path w="256" h="900" extrusionOk="0">
                  <a:moveTo>
                    <a:pt x="188" y="0"/>
                  </a:moveTo>
                  <a:cubicBezTo>
                    <a:pt x="0" y="245"/>
                    <a:pt x="33" y="667"/>
                    <a:pt x="77" y="900"/>
                  </a:cubicBezTo>
                  <a:lnTo>
                    <a:pt x="166" y="889"/>
                  </a:lnTo>
                  <a:cubicBezTo>
                    <a:pt x="122" y="667"/>
                    <a:pt x="89" y="278"/>
                    <a:pt x="255" y="67"/>
                  </a:cubicBezTo>
                  <a:lnTo>
                    <a:pt x="18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30"/>
            <p:cNvSpPr/>
            <p:nvPr/>
          </p:nvSpPr>
          <p:spPr>
            <a:xfrm>
              <a:off x="5651500" y="3944575"/>
              <a:ext cx="8075" cy="10325"/>
            </a:xfrm>
            <a:custGeom>
              <a:avLst/>
              <a:gdLst/>
              <a:ahLst/>
              <a:cxnLst/>
              <a:rect l="l" t="t" r="r" b="b"/>
              <a:pathLst>
                <a:path w="323" h="413" extrusionOk="0">
                  <a:moveTo>
                    <a:pt x="256" y="1"/>
                  </a:moveTo>
                  <a:cubicBezTo>
                    <a:pt x="145" y="112"/>
                    <a:pt x="67" y="234"/>
                    <a:pt x="0" y="378"/>
                  </a:cubicBezTo>
                  <a:lnTo>
                    <a:pt x="79" y="412"/>
                  </a:lnTo>
                  <a:cubicBezTo>
                    <a:pt x="145" y="279"/>
                    <a:pt x="223" y="168"/>
                    <a:pt x="323" y="57"/>
                  </a:cubicBezTo>
                  <a:lnTo>
                    <a:pt x="2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30"/>
            <p:cNvSpPr/>
            <p:nvPr/>
          </p:nvSpPr>
          <p:spPr>
            <a:xfrm>
              <a:off x="5483475" y="4028725"/>
              <a:ext cx="151375" cy="103350"/>
            </a:xfrm>
            <a:custGeom>
              <a:avLst/>
              <a:gdLst/>
              <a:ahLst/>
              <a:cxnLst/>
              <a:rect l="l" t="t" r="r" b="b"/>
              <a:pathLst>
                <a:path w="6055" h="4134" extrusionOk="0">
                  <a:moveTo>
                    <a:pt x="112" y="1"/>
                  </a:moveTo>
                  <a:lnTo>
                    <a:pt x="1" y="12"/>
                  </a:lnTo>
                  <a:cubicBezTo>
                    <a:pt x="78" y="534"/>
                    <a:pt x="312" y="1034"/>
                    <a:pt x="678" y="1411"/>
                  </a:cubicBezTo>
                  <a:cubicBezTo>
                    <a:pt x="723" y="1445"/>
                    <a:pt x="767" y="1490"/>
                    <a:pt x="834" y="1512"/>
                  </a:cubicBezTo>
                  <a:cubicBezTo>
                    <a:pt x="848" y="1514"/>
                    <a:pt x="862" y="1516"/>
                    <a:pt x="877" y="1516"/>
                  </a:cubicBezTo>
                  <a:cubicBezTo>
                    <a:pt x="922" y="1516"/>
                    <a:pt x="970" y="1503"/>
                    <a:pt x="1011" y="1478"/>
                  </a:cubicBezTo>
                  <a:cubicBezTo>
                    <a:pt x="1045" y="1456"/>
                    <a:pt x="1090" y="1411"/>
                    <a:pt x="1112" y="1367"/>
                  </a:cubicBezTo>
                  <a:cubicBezTo>
                    <a:pt x="1423" y="2056"/>
                    <a:pt x="1956" y="2656"/>
                    <a:pt x="2589" y="3045"/>
                  </a:cubicBezTo>
                  <a:cubicBezTo>
                    <a:pt x="2654" y="3085"/>
                    <a:pt x="2744" y="3132"/>
                    <a:pt x="2831" y="3132"/>
                  </a:cubicBezTo>
                  <a:cubicBezTo>
                    <a:pt x="2862" y="3132"/>
                    <a:pt x="2893" y="3126"/>
                    <a:pt x="2922" y="3111"/>
                  </a:cubicBezTo>
                  <a:cubicBezTo>
                    <a:pt x="3011" y="3067"/>
                    <a:pt x="3067" y="2989"/>
                    <a:pt x="3089" y="2845"/>
                  </a:cubicBezTo>
                  <a:cubicBezTo>
                    <a:pt x="3100" y="2778"/>
                    <a:pt x="3111" y="2712"/>
                    <a:pt x="3111" y="2645"/>
                  </a:cubicBezTo>
                  <a:cubicBezTo>
                    <a:pt x="3134" y="2689"/>
                    <a:pt x="3167" y="2722"/>
                    <a:pt x="3200" y="2756"/>
                  </a:cubicBezTo>
                  <a:cubicBezTo>
                    <a:pt x="3556" y="3167"/>
                    <a:pt x="3933" y="3589"/>
                    <a:pt x="4422" y="3867"/>
                  </a:cubicBezTo>
                  <a:cubicBezTo>
                    <a:pt x="4733" y="4045"/>
                    <a:pt x="5067" y="4133"/>
                    <a:pt x="5378" y="4133"/>
                  </a:cubicBezTo>
                  <a:cubicBezTo>
                    <a:pt x="5622" y="4133"/>
                    <a:pt x="5855" y="4077"/>
                    <a:pt x="6055" y="3966"/>
                  </a:cubicBezTo>
                  <a:lnTo>
                    <a:pt x="6000" y="3855"/>
                  </a:lnTo>
                  <a:cubicBezTo>
                    <a:pt x="5804" y="3964"/>
                    <a:pt x="5591" y="4008"/>
                    <a:pt x="5380" y="4008"/>
                  </a:cubicBezTo>
                  <a:cubicBezTo>
                    <a:pt x="5052" y="4008"/>
                    <a:pt x="4728" y="3902"/>
                    <a:pt x="4477" y="3766"/>
                  </a:cubicBezTo>
                  <a:cubicBezTo>
                    <a:pt x="4011" y="3500"/>
                    <a:pt x="3645" y="3078"/>
                    <a:pt x="3289" y="2678"/>
                  </a:cubicBezTo>
                  <a:cubicBezTo>
                    <a:pt x="3223" y="2600"/>
                    <a:pt x="3156" y="2512"/>
                    <a:pt x="3100" y="2423"/>
                  </a:cubicBezTo>
                  <a:cubicBezTo>
                    <a:pt x="3089" y="2312"/>
                    <a:pt x="3055" y="2189"/>
                    <a:pt x="3011" y="2078"/>
                  </a:cubicBezTo>
                  <a:lnTo>
                    <a:pt x="2934" y="1867"/>
                  </a:lnTo>
                  <a:lnTo>
                    <a:pt x="2900" y="2100"/>
                  </a:lnTo>
                  <a:cubicBezTo>
                    <a:pt x="2878" y="2233"/>
                    <a:pt x="2922" y="2356"/>
                    <a:pt x="2978" y="2467"/>
                  </a:cubicBezTo>
                  <a:cubicBezTo>
                    <a:pt x="3000" y="2589"/>
                    <a:pt x="2989" y="2712"/>
                    <a:pt x="2967" y="2823"/>
                  </a:cubicBezTo>
                  <a:cubicBezTo>
                    <a:pt x="2956" y="2922"/>
                    <a:pt x="2922" y="2978"/>
                    <a:pt x="2878" y="3000"/>
                  </a:cubicBezTo>
                  <a:cubicBezTo>
                    <a:pt x="2862" y="3008"/>
                    <a:pt x="2844" y="3012"/>
                    <a:pt x="2826" y="3012"/>
                  </a:cubicBezTo>
                  <a:cubicBezTo>
                    <a:pt x="2769" y="3012"/>
                    <a:pt x="2706" y="2978"/>
                    <a:pt x="2656" y="2944"/>
                  </a:cubicBezTo>
                  <a:cubicBezTo>
                    <a:pt x="1967" y="2522"/>
                    <a:pt x="1423" y="1856"/>
                    <a:pt x="1134" y="1112"/>
                  </a:cubicBezTo>
                  <a:cubicBezTo>
                    <a:pt x="1112" y="1045"/>
                    <a:pt x="1090" y="979"/>
                    <a:pt x="1067" y="923"/>
                  </a:cubicBezTo>
                  <a:lnTo>
                    <a:pt x="956" y="967"/>
                  </a:lnTo>
                  <a:cubicBezTo>
                    <a:pt x="967" y="1023"/>
                    <a:pt x="989" y="1078"/>
                    <a:pt x="1011" y="1145"/>
                  </a:cubicBezTo>
                  <a:cubicBezTo>
                    <a:pt x="1023" y="1179"/>
                    <a:pt x="1023" y="1223"/>
                    <a:pt x="1023" y="1256"/>
                  </a:cubicBezTo>
                  <a:cubicBezTo>
                    <a:pt x="1011" y="1312"/>
                    <a:pt x="979" y="1356"/>
                    <a:pt x="945" y="1378"/>
                  </a:cubicBezTo>
                  <a:cubicBezTo>
                    <a:pt x="923" y="1389"/>
                    <a:pt x="890" y="1401"/>
                    <a:pt x="867" y="1401"/>
                  </a:cubicBezTo>
                  <a:cubicBezTo>
                    <a:pt x="834" y="1389"/>
                    <a:pt x="801" y="1356"/>
                    <a:pt x="767" y="1322"/>
                  </a:cubicBezTo>
                  <a:cubicBezTo>
                    <a:pt x="423" y="967"/>
                    <a:pt x="189" y="500"/>
                    <a:pt x="11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30"/>
            <p:cNvSpPr/>
            <p:nvPr/>
          </p:nvSpPr>
          <p:spPr>
            <a:xfrm>
              <a:off x="5469875" y="4529575"/>
              <a:ext cx="162750" cy="113625"/>
            </a:xfrm>
            <a:custGeom>
              <a:avLst/>
              <a:gdLst/>
              <a:ahLst/>
              <a:cxnLst/>
              <a:rect l="l" t="t" r="r" b="b"/>
              <a:pathLst>
                <a:path w="6510" h="4545" extrusionOk="0">
                  <a:moveTo>
                    <a:pt x="825" y="0"/>
                  </a:moveTo>
                  <a:cubicBezTo>
                    <a:pt x="712" y="0"/>
                    <a:pt x="596" y="4"/>
                    <a:pt x="489" y="7"/>
                  </a:cubicBezTo>
                  <a:cubicBezTo>
                    <a:pt x="385" y="7"/>
                    <a:pt x="287" y="12"/>
                    <a:pt x="206" y="12"/>
                  </a:cubicBezTo>
                  <a:cubicBezTo>
                    <a:pt x="166" y="12"/>
                    <a:pt x="130" y="11"/>
                    <a:pt x="101" y="7"/>
                  </a:cubicBezTo>
                  <a:cubicBezTo>
                    <a:pt x="78" y="741"/>
                    <a:pt x="45" y="1474"/>
                    <a:pt x="22" y="2207"/>
                  </a:cubicBezTo>
                  <a:cubicBezTo>
                    <a:pt x="0" y="2807"/>
                    <a:pt x="12" y="3217"/>
                    <a:pt x="667" y="3417"/>
                  </a:cubicBezTo>
                  <a:cubicBezTo>
                    <a:pt x="1355" y="3629"/>
                    <a:pt x="2078" y="3573"/>
                    <a:pt x="2789" y="3607"/>
                  </a:cubicBezTo>
                  <a:cubicBezTo>
                    <a:pt x="3488" y="3629"/>
                    <a:pt x="4244" y="3762"/>
                    <a:pt x="4799" y="4239"/>
                  </a:cubicBezTo>
                  <a:cubicBezTo>
                    <a:pt x="4888" y="4328"/>
                    <a:pt x="4977" y="4429"/>
                    <a:pt x="5100" y="4484"/>
                  </a:cubicBezTo>
                  <a:cubicBezTo>
                    <a:pt x="5187" y="4525"/>
                    <a:pt x="5254" y="4544"/>
                    <a:pt x="5305" y="4544"/>
                  </a:cubicBezTo>
                  <a:cubicBezTo>
                    <a:pt x="5717" y="4544"/>
                    <a:pt x="5058" y="3330"/>
                    <a:pt x="4900" y="3162"/>
                  </a:cubicBezTo>
                  <a:lnTo>
                    <a:pt x="4900" y="3162"/>
                  </a:lnTo>
                  <a:cubicBezTo>
                    <a:pt x="5177" y="3451"/>
                    <a:pt x="5444" y="3728"/>
                    <a:pt x="5722" y="4017"/>
                  </a:cubicBezTo>
                  <a:cubicBezTo>
                    <a:pt x="5765" y="4061"/>
                    <a:pt x="5823" y="4105"/>
                    <a:pt x="5879" y="4105"/>
                  </a:cubicBezTo>
                  <a:cubicBezTo>
                    <a:pt x="5893" y="4105"/>
                    <a:pt x="5908" y="4102"/>
                    <a:pt x="5922" y="4095"/>
                  </a:cubicBezTo>
                  <a:cubicBezTo>
                    <a:pt x="5966" y="4062"/>
                    <a:pt x="5977" y="3995"/>
                    <a:pt x="5966" y="3940"/>
                  </a:cubicBezTo>
                  <a:cubicBezTo>
                    <a:pt x="5955" y="3555"/>
                    <a:pt x="5780" y="3181"/>
                    <a:pt x="5497" y="2936"/>
                  </a:cubicBezTo>
                  <a:lnTo>
                    <a:pt x="5497" y="2936"/>
                  </a:lnTo>
                  <a:cubicBezTo>
                    <a:pt x="5728" y="3133"/>
                    <a:pt x="5969" y="3320"/>
                    <a:pt x="6199" y="3518"/>
                  </a:cubicBezTo>
                  <a:cubicBezTo>
                    <a:pt x="6233" y="3540"/>
                    <a:pt x="6266" y="3573"/>
                    <a:pt x="6299" y="3573"/>
                  </a:cubicBezTo>
                  <a:cubicBezTo>
                    <a:pt x="6308" y="3574"/>
                    <a:pt x="6316" y="3575"/>
                    <a:pt x="6324" y="3575"/>
                  </a:cubicBezTo>
                  <a:cubicBezTo>
                    <a:pt x="6430" y="3575"/>
                    <a:pt x="6488" y="3443"/>
                    <a:pt x="6488" y="3328"/>
                  </a:cubicBezTo>
                  <a:cubicBezTo>
                    <a:pt x="6510" y="2851"/>
                    <a:pt x="6166" y="2407"/>
                    <a:pt x="5755" y="2195"/>
                  </a:cubicBezTo>
                  <a:cubicBezTo>
                    <a:pt x="5332" y="1973"/>
                    <a:pt x="4866" y="1929"/>
                    <a:pt x="4411" y="1884"/>
                  </a:cubicBezTo>
                  <a:cubicBezTo>
                    <a:pt x="3666" y="1818"/>
                    <a:pt x="2933" y="1751"/>
                    <a:pt x="2189" y="1684"/>
                  </a:cubicBezTo>
                  <a:cubicBezTo>
                    <a:pt x="1945" y="1662"/>
                    <a:pt x="1644" y="1595"/>
                    <a:pt x="1567" y="1351"/>
                  </a:cubicBezTo>
                  <a:cubicBezTo>
                    <a:pt x="1545" y="1274"/>
                    <a:pt x="1545" y="1173"/>
                    <a:pt x="1555" y="1084"/>
                  </a:cubicBezTo>
                  <a:cubicBezTo>
                    <a:pt x="1578" y="741"/>
                    <a:pt x="1722" y="307"/>
                    <a:pt x="1444" y="96"/>
                  </a:cubicBezTo>
                  <a:cubicBezTo>
                    <a:pt x="1336" y="19"/>
                    <a:pt x="1086" y="0"/>
                    <a:pt x="82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30"/>
            <p:cNvSpPr/>
            <p:nvPr/>
          </p:nvSpPr>
          <p:spPr>
            <a:xfrm>
              <a:off x="5594275" y="4627675"/>
              <a:ext cx="10325" cy="12350"/>
            </a:xfrm>
            <a:custGeom>
              <a:avLst/>
              <a:gdLst/>
              <a:ahLst/>
              <a:cxnLst/>
              <a:rect l="l" t="t" r="r" b="b"/>
              <a:pathLst>
                <a:path w="413" h="494" extrusionOk="0">
                  <a:moveTo>
                    <a:pt x="228" y="1"/>
                  </a:moveTo>
                  <a:cubicBezTo>
                    <a:pt x="210" y="1"/>
                    <a:pt x="187" y="18"/>
                    <a:pt x="156" y="60"/>
                  </a:cubicBezTo>
                  <a:cubicBezTo>
                    <a:pt x="101" y="149"/>
                    <a:pt x="45" y="238"/>
                    <a:pt x="1" y="338"/>
                  </a:cubicBezTo>
                  <a:cubicBezTo>
                    <a:pt x="112" y="426"/>
                    <a:pt x="245" y="471"/>
                    <a:pt x="379" y="493"/>
                  </a:cubicBezTo>
                  <a:lnTo>
                    <a:pt x="401" y="493"/>
                  </a:lnTo>
                  <a:cubicBezTo>
                    <a:pt x="412" y="482"/>
                    <a:pt x="412" y="460"/>
                    <a:pt x="401" y="438"/>
                  </a:cubicBezTo>
                  <a:cubicBezTo>
                    <a:pt x="368" y="338"/>
                    <a:pt x="334" y="238"/>
                    <a:pt x="301" y="127"/>
                  </a:cubicBezTo>
                  <a:cubicBezTo>
                    <a:pt x="279" y="61"/>
                    <a:pt x="262" y="1"/>
                    <a:pt x="228"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30"/>
            <p:cNvSpPr/>
            <p:nvPr/>
          </p:nvSpPr>
          <p:spPr>
            <a:xfrm>
              <a:off x="5471525" y="4529450"/>
              <a:ext cx="38925" cy="36425"/>
            </a:xfrm>
            <a:custGeom>
              <a:avLst/>
              <a:gdLst/>
              <a:ahLst/>
              <a:cxnLst/>
              <a:rect l="l" t="t" r="r" b="b"/>
              <a:pathLst>
                <a:path w="1557" h="1457" extrusionOk="0">
                  <a:moveTo>
                    <a:pt x="1501" y="1368"/>
                  </a:moveTo>
                  <a:cubicBezTo>
                    <a:pt x="1523" y="1400"/>
                    <a:pt x="1534" y="1434"/>
                    <a:pt x="1556" y="1456"/>
                  </a:cubicBezTo>
                  <a:lnTo>
                    <a:pt x="1556" y="1456"/>
                  </a:lnTo>
                  <a:cubicBezTo>
                    <a:pt x="1534" y="1434"/>
                    <a:pt x="1523" y="1400"/>
                    <a:pt x="1501" y="1368"/>
                  </a:cubicBezTo>
                  <a:close/>
                  <a:moveTo>
                    <a:pt x="1501" y="1368"/>
                  </a:moveTo>
                  <a:lnTo>
                    <a:pt x="1501" y="1368"/>
                  </a:lnTo>
                  <a:lnTo>
                    <a:pt x="1501" y="1368"/>
                  </a:lnTo>
                  <a:close/>
                  <a:moveTo>
                    <a:pt x="1479" y="1212"/>
                  </a:moveTo>
                  <a:lnTo>
                    <a:pt x="1479" y="1267"/>
                  </a:lnTo>
                  <a:lnTo>
                    <a:pt x="1479" y="1212"/>
                  </a:lnTo>
                  <a:close/>
                  <a:moveTo>
                    <a:pt x="35" y="12"/>
                  </a:moveTo>
                  <a:cubicBezTo>
                    <a:pt x="23" y="334"/>
                    <a:pt x="12" y="645"/>
                    <a:pt x="1" y="956"/>
                  </a:cubicBezTo>
                  <a:lnTo>
                    <a:pt x="1" y="956"/>
                  </a:lnTo>
                  <a:cubicBezTo>
                    <a:pt x="12" y="645"/>
                    <a:pt x="23" y="334"/>
                    <a:pt x="35" y="12"/>
                  </a:cubicBezTo>
                  <a:lnTo>
                    <a:pt x="35" y="12"/>
                  </a:lnTo>
                  <a:close/>
                  <a:moveTo>
                    <a:pt x="267" y="12"/>
                  </a:moveTo>
                  <a:cubicBezTo>
                    <a:pt x="212" y="23"/>
                    <a:pt x="168" y="23"/>
                    <a:pt x="123" y="23"/>
                  </a:cubicBezTo>
                  <a:lnTo>
                    <a:pt x="123" y="23"/>
                  </a:lnTo>
                  <a:cubicBezTo>
                    <a:pt x="168" y="23"/>
                    <a:pt x="212" y="23"/>
                    <a:pt x="267" y="12"/>
                  </a:cubicBezTo>
                  <a:close/>
                  <a:moveTo>
                    <a:pt x="768" y="1"/>
                  </a:moveTo>
                  <a:lnTo>
                    <a:pt x="667" y="1"/>
                  </a:lnTo>
                  <a:lnTo>
                    <a:pt x="768" y="1"/>
                  </a:lnTo>
                  <a:cubicBezTo>
                    <a:pt x="1023" y="1"/>
                    <a:pt x="1267" y="23"/>
                    <a:pt x="1378" y="101"/>
                  </a:cubicBezTo>
                  <a:cubicBezTo>
                    <a:pt x="1423" y="134"/>
                    <a:pt x="1457" y="168"/>
                    <a:pt x="1479" y="212"/>
                  </a:cubicBezTo>
                  <a:cubicBezTo>
                    <a:pt x="1457" y="168"/>
                    <a:pt x="1423" y="134"/>
                    <a:pt x="1378" y="101"/>
                  </a:cubicBezTo>
                  <a:cubicBezTo>
                    <a:pt x="1267" y="23"/>
                    <a:pt x="1023" y="1"/>
                    <a:pt x="768"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30"/>
            <p:cNvSpPr/>
            <p:nvPr/>
          </p:nvSpPr>
          <p:spPr>
            <a:xfrm>
              <a:off x="5471525" y="4529450"/>
              <a:ext cx="40575" cy="51675"/>
            </a:xfrm>
            <a:custGeom>
              <a:avLst/>
              <a:gdLst/>
              <a:ahLst/>
              <a:cxnLst/>
              <a:rect l="l" t="t" r="r" b="b"/>
              <a:pathLst>
                <a:path w="1623" h="2067" extrusionOk="0">
                  <a:moveTo>
                    <a:pt x="667" y="1"/>
                  </a:moveTo>
                  <a:cubicBezTo>
                    <a:pt x="578" y="1"/>
                    <a:pt x="501" y="12"/>
                    <a:pt x="423" y="12"/>
                  </a:cubicBezTo>
                  <a:lnTo>
                    <a:pt x="267" y="12"/>
                  </a:lnTo>
                  <a:cubicBezTo>
                    <a:pt x="212" y="23"/>
                    <a:pt x="168" y="23"/>
                    <a:pt x="123" y="23"/>
                  </a:cubicBezTo>
                  <a:cubicBezTo>
                    <a:pt x="90" y="23"/>
                    <a:pt x="57" y="23"/>
                    <a:pt x="35" y="12"/>
                  </a:cubicBezTo>
                  <a:cubicBezTo>
                    <a:pt x="23" y="334"/>
                    <a:pt x="12" y="645"/>
                    <a:pt x="1" y="956"/>
                  </a:cubicBezTo>
                  <a:cubicBezTo>
                    <a:pt x="112" y="1356"/>
                    <a:pt x="223" y="1901"/>
                    <a:pt x="623" y="2034"/>
                  </a:cubicBezTo>
                  <a:cubicBezTo>
                    <a:pt x="679" y="2067"/>
                    <a:pt x="746" y="2067"/>
                    <a:pt x="801" y="2067"/>
                  </a:cubicBezTo>
                  <a:cubicBezTo>
                    <a:pt x="1112" y="2067"/>
                    <a:pt x="1368" y="1778"/>
                    <a:pt x="1556" y="1456"/>
                  </a:cubicBezTo>
                  <a:cubicBezTo>
                    <a:pt x="1534" y="1434"/>
                    <a:pt x="1523" y="1400"/>
                    <a:pt x="1501" y="1368"/>
                  </a:cubicBezTo>
                  <a:lnTo>
                    <a:pt x="1501" y="1356"/>
                  </a:lnTo>
                  <a:cubicBezTo>
                    <a:pt x="1489" y="1334"/>
                    <a:pt x="1489" y="1301"/>
                    <a:pt x="1479" y="1267"/>
                  </a:cubicBezTo>
                  <a:lnTo>
                    <a:pt x="1479" y="1212"/>
                  </a:lnTo>
                  <a:cubicBezTo>
                    <a:pt x="1479" y="1168"/>
                    <a:pt x="1489" y="1134"/>
                    <a:pt x="1489" y="1089"/>
                  </a:cubicBezTo>
                  <a:cubicBezTo>
                    <a:pt x="1512" y="790"/>
                    <a:pt x="1623" y="434"/>
                    <a:pt x="1479" y="212"/>
                  </a:cubicBezTo>
                  <a:cubicBezTo>
                    <a:pt x="1457" y="168"/>
                    <a:pt x="1423" y="134"/>
                    <a:pt x="1378" y="101"/>
                  </a:cubicBezTo>
                  <a:cubicBezTo>
                    <a:pt x="1267" y="23"/>
                    <a:pt x="1023" y="1"/>
                    <a:pt x="768"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30"/>
            <p:cNvSpPr/>
            <p:nvPr/>
          </p:nvSpPr>
          <p:spPr>
            <a:xfrm>
              <a:off x="5422950" y="4398475"/>
              <a:ext cx="128325" cy="151800"/>
            </a:xfrm>
            <a:custGeom>
              <a:avLst/>
              <a:gdLst/>
              <a:ahLst/>
              <a:cxnLst/>
              <a:rect l="l" t="t" r="r" b="b"/>
              <a:pathLst>
                <a:path w="5133" h="6072" extrusionOk="0">
                  <a:moveTo>
                    <a:pt x="1035" y="0"/>
                  </a:moveTo>
                  <a:cubicBezTo>
                    <a:pt x="717" y="0"/>
                    <a:pt x="481" y="190"/>
                    <a:pt x="389" y="707"/>
                  </a:cubicBezTo>
                  <a:cubicBezTo>
                    <a:pt x="289" y="1218"/>
                    <a:pt x="489" y="2963"/>
                    <a:pt x="455" y="3485"/>
                  </a:cubicBezTo>
                  <a:cubicBezTo>
                    <a:pt x="311" y="3351"/>
                    <a:pt x="178" y="3185"/>
                    <a:pt x="89" y="3007"/>
                  </a:cubicBezTo>
                  <a:lnTo>
                    <a:pt x="89" y="3007"/>
                  </a:lnTo>
                  <a:cubicBezTo>
                    <a:pt x="11" y="3541"/>
                    <a:pt x="122" y="4096"/>
                    <a:pt x="400" y="4563"/>
                  </a:cubicBezTo>
                  <a:cubicBezTo>
                    <a:pt x="255" y="4451"/>
                    <a:pt x="134" y="4307"/>
                    <a:pt x="33" y="4151"/>
                  </a:cubicBezTo>
                  <a:lnTo>
                    <a:pt x="33" y="4151"/>
                  </a:lnTo>
                  <a:cubicBezTo>
                    <a:pt x="0" y="4707"/>
                    <a:pt x="378" y="5185"/>
                    <a:pt x="766" y="5573"/>
                  </a:cubicBezTo>
                  <a:cubicBezTo>
                    <a:pt x="1048" y="5854"/>
                    <a:pt x="1620" y="6037"/>
                    <a:pt x="2138" y="6037"/>
                  </a:cubicBezTo>
                  <a:cubicBezTo>
                    <a:pt x="2519" y="6037"/>
                    <a:pt x="2871" y="5938"/>
                    <a:pt x="3055" y="5706"/>
                  </a:cubicBezTo>
                  <a:cubicBezTo>
                    <a:pt x="3077" y="5785"/>
                    <a:pt x="3111" y="5862"/>
                    <a:pt x="3166" y="5918"/>
                  </a:cubicBezTo>
                  <a:cubicBezTo>
                    <a:pt x="3265" y="6016"/>
                    <a:pt x="3407" y="6072"/>
                    <a:pt x="3551" y="6072"/>
                  </a:cubicBezTo>
                  <a:cubicBezTo>
                    <a:pt x="3586" y="6072"/>
                    <a:pt x="3620" y="6068"/>
                    <a:pt x="3655" y="6062"/>
                  </a:cubicBezTo>
                  <a:cubicBezTo>
                    <a:pt x="3911" y="6007"/>
                    <a:pt x="4099" y="5795"/>
                    <a:pt x="4210" y="5562"/>
                  </a:cubicBezTo>
                  <a:cubicBezTo>
                    <a:pt x="4310" y="5329"/>
                    <a:pt x="4343" y="5074"/>
                    <a:pt x="4366" y="4818"/>
                  </a:cubicBezTo>
                  <a:cubicBezTo>
                    <a:pt x="4466" y="3884"/>
                    <a:pt x="5133" y="1696"/>
                    <a:pt x="3955" y="1385"/>
                  </a:cubicBezTo>
                  <a:cubicBezTo>
                    <a:pt x="3108" y="1164"/>
                    <a:pt x="1821" y="0"/>
                    <a:pt x="103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30"/>
            <p:cNvSpPr/>
            <p:nvPr/>
          </p:nvSpPr>
          <p:spPr>
            <a:xfrm>
              <a:off x="5439600" y="4474750"/>
              <a:ext cx="57500" cy="68000"/>
            </a:xfrm>
            <a:custGeom>
              <a:avLst/>
              <a:gdLst/>
              <a:ahLst/>
              <a:cxnLst/>
              <a:rect l="l" t="t" r="r" b="b"/>
              <a:pathLst>
                <a:path w="2300" h="2720" extrusionOk="0">
                  <a:moveTo>
                    <a:pt x="1633" y="1556"/>
                  </a:moveTo>
                  <a:cubicBezTo>
                    <a:pt x="1645" y="1556"/>
                    <a:pt x="1667" y="1556"/>
                    <a:pt x="1678" y="1567"/>
                  </a:cubicBezTo>
                  <a:cubicBezTo>
                    <a:pt x="1722" y="1578"/>
                    <a:pt x="1756" y="1623"/>
                    <a:pt x="1767" y="1667"/>
                  </a:cubicBezTo>
                  <a:cubicBezTo>
                    <a:pt x="1778" y="1744"/>
                    <a:pt x="1734" y="1833"/>
                    <a:pt x="1678" y="1911"/>
                  </a:cubicBezTo>
                  <a:cubicBezTo>
                    <a:pt x="1667" y="1934"/>
                    <a:pt x="1656" y="1956"/>
                    <a:pt x="1645" y="1967"/>
                  </a:cubicBezTo>
                  <a:cubicBezTo>
                    <a:pt x="1623" y="1889"/>
                    <a:pt x="1600" y="1811"/>
                    <a:pt x="1589" y="1734"/>
                  </a:cubicBezTo>
                  <a:cubicBezTo>
                    <a:pt x="1578" y="1645"/>
                    <a:pt x="1589" y="1600"/>
                    <a:pt x="1611" y="1567"/>
                  </a:cubicBezTo>
                  <a:cubicBezTo>
                    <a:pt x="1623" y="1567"/>
                    <a:pt x="1623" y="1556"/>
                    <a:pt x="1633" y="1556"/>
                  </a:cubicBezTo>
                  <a:close/>
                  <a:moveTo>
                    <a:pt x="290" y="1"/>
                  </a:moveTo>
                  <a:lnTo>
                    <a:pt x="290" y="1"/>
                  </a:lnTo>
                  <a:cubicBezTo>
                    <a:pt x="1" y="712"/>
                    <a:pt x="34" y="1544"/>
                    <a:pt x="367" y="2233"/>
                  </a:cubicBezTo>
                  <a:cubicBezTo>
                    <a:pt x="467" y="2455"/>
                    <a:pt x="601" y="2566"/>
                    <a:pt x="745" y="2566"/>
                  </a:cubicBezTo>
                  <a:cubicBezTo>
                    <a:pt x="934" y="2566"/>
                    <a:pt x="1045" y="2378"/>
                    <a:pt x="1112" y="2233"/>
                  </a:cubicBezTo>
                  <a:cubicBezTo>
                    <a:pt x="1134" y="2178"/>
                    <a:pt x="1167" y="2111"/>
                    <a:pt x="1189" y="2033"/>
                  </a:cubicBezTo>
                  <a:cubicBezTo>
                    <a:pt x="1245" y="2122"/>
                    <a:pt x="1334" y="2189"/>
                    <a:pt x="1433" y="2189"/>
                  </a:cubicBezTo>
                  <a:cubicBezTo>
                    <a:pt x="1500" y="2189"/>
                    <a:pt x="1556" y="2156"/>
                    <a:pt x="1611" y="2122"/>
                  </a:cubicBezTo>
                  <a:cubicBezTo>
                    <a:pt x="1633" y="2211"/>
                    <a:pt x="1667" y="2300"/>
                    <a:pt x="1712" y="2389"/>
                  </a:cubicBezTo>
                  <a:cubicBezTo>
                    <a:pt x="1756" y="2478"/>
                    <a:pt x="1811" y="2578"/>
                    <a:pt x="1900" y="2645"/>
                  </a:cubicBezTo>
                  <a:cubicBezTo>
                    <a:pt x="1959" y="2695"/>
                    <a:pt x="2023" y="2720"/>
                    <a:pt x="2089" y="2720"/>
                  </a:cubicBezTo>
                  <a:cubicBezTo>
                    <a:pt x="2111" y="2720"/>
                    <a:pt x="2134" y="2717"/>
                    <a:pt x="2156" y="2711"/>
                  </a:cubicBezTo>
                  <a:cubicBezTo>
                    <a:pt x="2178" y="2700"/>
                    <a:pt x="2200" y="2689"/>
                    <a:pt x="2211" y="2678"/>
                  </a:cubicBezTo>
                  <a:cubicBezTo>
                    <a:pt x="2267" y="2645"/>
                    <a:pt x="2300" y="2578"/>
                    <a:pt x="2300" y="2500"/>
                  </a:cubicBezTo>
                  <a:cubicBezTo>
                    <a:pt x="2300" y="2445"/>
                    <a:pt x="2267" y="2389"/>
                    <a:pt x="2223" y="2356"/>
                  </a:cubicBezTo>
                  <a:lnTo>
                    <a:pt x="2178" y="2422"/>
                  </a:lnTo>
                  <a:cubicBezTo>
                    <a:pt x="2211" y="2433"/>
                    <a:pt x="2223" y="2467"/>
                    <a:pt x="2223" y="2500"/>
                  </a:cubicBezTo>
                  <a:cubicBezTo>
                    <a:pt x="2223" y="2544"/>
                    <a:pt x="2200" y="2589"/>
                    <a:pt x="2167" y="2611"/>
                  </a:cubicBezTo>
                  <a:cubicBezTo>
                    <a:pt x="2142" y="2632"/>
                    <a:pt x="2112" y="2640"/>
                    <a:pt x="2082" y="2640"/>
                  </a:cubicBezTo>
                  <a:cubicBezTo>
                    <a:pt x="2032" y="2640"/>
                    <a:pt x="1979" y="2617"/>
                    <a:pt x="1944" y="2589"/>
                  </a:cubicBezTo>
                  <a:cubicBezTo>
                    <a:pt x="1867" y="2534"/>
                    <a:pt x="1823" y="2433"/>
                    <a:pt x="1778" y="2356"/>
                  </a:cubicBezTo>
                  <a:cubicBezTo>
                    <a:pt x="1734" y="2255"/>
                    <a:pt x="1700" y="2156"/>
                    <a:pt x="1667" y="2055"/>
                  </a:cubicBezTo>
                  <a:cubicBezTo>
                    <a:pt x="1700" y="2023"/>
                    <a:pt x="1722" y="1989"/>
                    <a:pt x="1744" y="1956"/>
                  </a:cubicBezTo>
                  <a:cubicBezTo>
                    <a:pt x="1800" y="1867"/>
                    <a:pt x="1855" y="1767"/>
                    <a:pt x="1833" y="1656"/>
                  </a:cubicBezTo>
                  <a:cubicBezTo>
                    <a:pt x="1823" y="1578"/>
                    <a:pt x="1767" y="1512"/>
                    <a:pt x="1700" y="1489"/>
                  </a:cubicBezTo>
                  <a:cubicBezTo>
                    <a:pt x="1684" y="1485"/>
                    <a:pt x="1666" y="1482"/>
                    <a:pt x="1648" y="1482"/>
                  </a:cubicBezTo>
                  <a:cubicBezTo>
                    <a:pt x="1618" y="1482"/>
                    <a:pt x="1588" y="1490"/>
                    <a:pt x="1567" y="1512"/>
                  </a:cubicBezTo>
                  <a:cubicBezTo>
                    <a:pt x="1500" y="1567"/>
                    <a:pt x="1500" y="1678"/>
                    <a:pt x="1512" y="1744"/>
                  </a:cubicBezTo>
                  <a:lnTo>
                    <a:pt x="1578" y="2045"/>
                  </a:lnTo>
                  <a:cubicBezTo>
                    <a:pt x="1544" y="2078"/>
                    <a:pt x="1489" y="2111"/>
                    <a:pt x="1433" y="2111"/>
                  </a:cubicBezTo>
                  <a:cubicBezTo>
                    <a:pt x="1344" y="2111"/>
                    <a:pt x="1256" y="2033"/>
                    <a:pt x="1223" y="1944"/>
                  </a:cubicBezTo>
                  <a:cubicBezTo>
                    <a:pt x="1223" y="1934"/>
                    <a:pt x="1211" y="1934"/>
                    <a:pt x="1211" y="1922"/>
                  </a:cubicBezTo>
                  <a:cubicBezTo>
                    <a:pt x="1233" y="1823"/>
                    <a:pt x="1223" y="1712"/>
                    <a:pt x="1167" y="1611"/>
                  </a:cubicBezTo>
                  <a:lnTo>
                    <a:pt x="1089" y="1478"/>
                  </a:lnTo>
                  <a:lnTo>
                    <a:pt x="1100" y="1633"/>
                  </a:lnTo>
                  <a:cubicBezTo>
                    <a:pt x="1100" y="1722"/>
                    <a:pt x="1100" y="1833"/>
                    <a:pt x="1134" y="1934"/>
                  </a:cubicBezTo>
                  <a:cubicBezTo>
                    <a:pt x="1122" y="2023"/>
                    <a:pt x="1078" y="2122"/>
                    <a:pt x="1045" y="2200"/>
                  </a:cubicBezTo>
                  <a:cubicBezTo>
                    <a:pt x="945" y="2400"/>
                    <a:pt x="856" y="2489"/>
                    <a:pt x="745" y="2489"/>
                  </a:cubicBezTo>
                  <a:cubicBezTo>
                    <a:pt x="601" y="2489"/>
                    <a:pt x="500" y="2334"/>
                    <a:pt x="434" y="2200"/>
                  </a:cubicBezTo>
                  <a:cubicBezTo>
                    <a:pt x="112" y="1522"/>
                    <a:pt x="78" y="712"/>
                    <a:pt x="356" y="34"/>
                  </a:cubicBezTo>
                  <a:lnTo>
                    <a:pt x="290"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30"/>
            <p:cNvSpPr/>
            <p:nvPr/>
          </p:nvSpPr>
          <p:spPr>
            <a:xfrm>
              <a:off x="5619575" y="4599400"/>
              <a:ext cx="11400" cy="13675"/>
            </a:xfrm>
            <a:custGeom>
              <a:avLst/>
              <a:gdLst/>
              <a:ahLst/>
              <a:cxnLst/>
              <a:rect l="l" t="t" r="r" b="b"/>
              <a:pathLst>
                <a:path w="456" h="547" extrusionOk="0">
                  <a:moveTo>
                    <a:pt x="237" y="0"/>
                  </a:moveTo>
                  <a:cubicBezTo>
                    <a:pt x="219" y="0"/>
                    <a:pt x="197" y="20"/>
                    <a:pt x="166" y="69"/>
                  </a:cubicBezTo>
                  <a:cubicBezTo>
                    <a:pt x="100" y="169"/>
                    <a:pt x="45" y="269"/>
                    <a:pt x="0" y="391"/>
                  </a:cubicBezTo>
                  <a:cubicBezTo>
                    <a:pt x="122" y="480"/>
                    <a:pt x="267" y="535"/>
                    <a:pt x="411" y="547"/>
                  </a:cubicBezTo>
                  <a:lnTo>
                    <a:pt x="445" y="547"/>
                  </a:lnTo>
                  <a:cubicBezTo>
                    <a:pt x="455" y="535"/>
                    <a:pt x="455" y="503"/>
                    <a:pt x="445" y="480"/>
                  </a:cubicBezTo>
                  <a:cubicBezTo>
                    <a:pt x="400" y="369"/>
                    <a:pt x="366" y="258"/>
                    <a:pt x="322" y="147"/>
                  </a:cubicBezTo>
                  <a:cubicBezTo>
                    <a:pt x="293" y="74"/>
                    <a:pt x="273" y="0"/>
                    <a:pt x="237"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30"/>
            <p:cNvSpPr/>
            <p:nvPr/>
          </p:nvSpPr>
          <p:spPr>
            <a:xfrm>
              <a:off x="5608725" y="4616250"/>
              <a:ext cx="8350" cy="11000"/>
            </a:xfrm>
            <a:custGeom>
              <a:avLst/>
              <a:gdLst/>
              <a:ahLst/>
              <a:cxnLst/>
              <a:rect l="l" t="t" r="r" b="b"/>
              <a:pathLst>
                <a:path w="334" h="440" extrusionOk="0">
                  <a:moveTo>
                    <a:pt x="217" y="0"/>
                  </a:moveTo>
                  <a:cubicBezTo>
                    <a:pt x="203" y="0"/>
                    <a:pt x="184" y="11"/>
                    <a:pt x="156" y="39"/>
                  </a:cubicBezTo>
                  <a:cubicBezTo>
                    <a:pt x="101" y="106"/>
                    <a:pt x="45" y="184"/>
                    <a:pt x="1" y="273"/>
                  </a:cubicBezTo>
                  <a:cubicBezTo>
                    <a:pt x="89" y="350"/>
                    <a:pt x="190" y="406"/>
                    <a:pt x="301" y="439"/>
                  </a:cubicBezTo>
                  <a:lnTo>
                    <a:pt x="323" y="439"/>
                  </a:lnTo>
                  <a:cubicBezTo>
                    <a:pt x="334" y="428"/>
                    <a:pt x="334" y="406"/>
                    <a:pt x="334" y="395"/>
                  </a:cubicBezTo>
                  <a:cubicBezTo>
                    <a:pt x="312" y="295"/>
                    <a:pt x="289" y="206"/>
                    <a:pt x="267" y="117"/>
                  </a:cubicBezTo>
                  <a:cubicBezTo>
                    <a:pt x="252" y="56"/>
                    <a:pt x="247" y="0"/>
                    <a:pt x="217"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30"/>
            <p:cNvSpPr/>
            <p:nvPr/>
          </p:nvSpPr>
          <p:spPr>
            <a:xfrm>
              <a:off x="5450150" y="4405325"/>
              <a:ext cx="11400" cy="21125"/>
            </a:xfrm>
            <a:custGeom>
              <a:avLst/>
              <a:gdLst/>
              <a:ahLst/>
              <a:cxnLst/>
              <a:rect l="l" t="t" r="r" b="b"/>
              <a:pathLst>
                <a:path w="456" h="845" extrusionOk="0">
                  <a:moveTo>
                    <a:pt x="367" y="1"/>
                  </a:moveTo>
                  <a:cubicBezTo>
                    <a:pt x="156" y="223"/>
                    <a:pt x="34" y="522"/>
                    <a:pt x="1" y="833"/>
                  </a:cubicBezTo>
                  <a:lnTo>
                    <a:pt x="123" y="845"/>
                  </a:lnTo>
                  <a:cubicBezTo>
                    <a:pt x="145" y="567"/>
                    <a:pt x="268" y="289"/>
                    <a:pt x="456" y="89"/>
                  </a:cubicBezTo>
                  <a:lnTo>
                    <a:pt x="3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30"/>
            <p:cNvSpPr/>
            <p:nvPr/>
          </p:nvSpPr>
          <p:spPr>
            <a:xfrm>
              <a:off x="5461525" y="4426425"/>
              <a:ext cx="5875" cy="15575"/>
            </a:xfrm>
            <a:custGeom>
              <a:avLst/>
              <a:gdLst/>
              <a:ahLst/>
              <a:cxnLst/>
              <a:rect l="l" t="t" r="r" b="b"/>
              <a:pathLst>
                <a:path w="235" h="623" extrusionOk="0">
                  <a:moveTo>
                    <a:pt x="124" y="1"/>
                  </a:moveTo>
                  <a:cubicBezTo>
                    <a:pt x="35" y="201"/>
                    <a:pt x="1" y="411"/>
                    <a:pt x="23" y="623"/>
                  </a:cubicBezTo>
                  <a:lnTo>
                    <a:pt x="146" y="611"/>
                  </a:lnTo>
                  <a:cubicBezTo>
                    <a:pt x="124" y="423"/>
                    <a:pt x="156" y="223"/>
                    <a:pt x="235" y="45"/>
                  </a:cubicBezTo>
                  <a:lnTo>
                    <a:pt x="124"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30"/>
            <p:cNvSpPr/>
            <p:nvPr/>
          </p:nvSpPr>
          <p:spPr>
            <a:xfrm>
              <a:off x="5449875" y="4444775"/>
              <a:ext cx="3900" cy="6950"/>
            </a:xfrm>
            <a:custGeom>
              <a:avLst/>
              <a:gdLst/>
              <a:ahLst/>
              <a:cxnLst/>
              <a:rect l="l" t="t" r="r" b="b"/>
              <a:pathLst>
                <a:path w="156" h="278" extrusionOk="0">
                  <a:moveTo>
                    <a:pt x="111" y="0"/>
                  </a:moveTo>
                  <a:lnTo>
                    <a:pt x="0" y="44"/>
                  </a:lnTo>
                  <a:cubicBezTo>
                    <a:pt x="23" y="111"/>
                    <a:pt x="34" y="178"/>
                    <a:pt x="12" y="244"/>
                  </a:cubicBezTo>
                  <a:lnTo>
                    <a:pt x="134" y="277"/>
                  </a:lnTo>
                  <a:cubicBezTo>
                    <a:pt x="156" y="188"/>
                    <a:pt x="145" y="89"/>
                    <a:pt x="11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30"/>
            <p:cNvSpPr/>
            <p:nvPr/>
          </p:nvSpPr>
          <p:spPr>
            <a:xfrm>
              <a:off x="5465150" y="4460575"/>
              <a:ext cx="3075" cy="3375"/>
            </a:xfrm>
            <a:custGeom>
              <a:avLst/>
              <a:gdLst/>
              <a:ahLst/>
              <a:cxnLst/>
              <a:rect l="l" t="t" r="r" b="b"/>
              <a:pathLst>
                <a:path w="123" h="135" extrusionOk="0">
                  <a:moveTo>
                    <a:pt x="1" y="1"/>
                  </a:moveTo>
                  <a:lnTo>
                    <a:pt x="1" y="134"/>
                  </a:lnTo>
                  <a:lnTo>
                    <a:pt x="123" y="134"/>
                  </a:lnTo>
                  <a:lnTo>
                    <a:pt x="123"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30"/>
            <p:cNvSpPr/>
            <p:nvPr/>
          </p:nvSpPr>
          <p:spPr>
            <a:xfrm>
              <a:off x="5671225" y="4107325"/>
              <a:ext cx="4175" cy="8075"/>
            </a:xfrm>
            <a:custGeom>
              <a:avLst/>
              <a:gdLst/>
              <a:ahLst/>
              <a:cxnLst/>
              <a:rect l="l" t="t" r="r" b="b"/>
              <a:pathLst>
                <a:path w="167" h="323" extrusionOk="0">
                  <a:moveTo>
                    <a:pt x="100" y="0"/>
                  </a:moveTo>
                  <a:lnTo>
                    <a:pt x="23" y="89"/>
                  </a:lnTo>
                  <a:cubicBezTo>
                    <a:pt x="33" y="101"/>
                    <a:pt x="45" y="134"/>
                    <a:pt x="33" y="156"/>
                  </a:cubicBezTo>
                  <a:cubicBezTo>
                    <a:pt x="33" y="190"/>
                    <a:pt x="23" y="212"/>
                    <a:pt x="1" y="223"/>
                  </a:cubicBezTo>
                  <a:lnTo>
                    <a:pt x="56" y="323"/>
                  </a:lnTo>
                  <a:cubicBezTo>
                    <a:pt x="112" y="301"/>
                    <a:pt x="144" y="245"/>
                    <a:pt x="156" y="178"/>
                  </a:cubicBezTo>
                  <a:cubicBezTo>
                    <a:pt x="167" y="111"/>
                    <a:pt x="144" y="45"/>
                    <a:pt x="10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30"/>
            <p:cNvSpPr/>
            <p:nvPr/>
          </p:nvSpPr>
          <p:spPr>
            <a:xfrm>
              <a:off x="5677050" y="4091775"/>
              <a:ext cx="3650" cy="6675"/>
            </a:xfrm>
            <a:custGeom>
              <a:avLst/>
              <a:gdLst/>
              <a:ahLst/>
              <a:cxnLst/>
              <a:rect l="l" t="t" r="r" b="b"/>
              <a:pathLst>
                <a:path w="146" h="267" extrusionOk="0">
                  <a:moveTo>
                    <a:pt x="89" y="0"/>
                  </a:moveTo>
                  <a:lnTo>
                    <a:pt x="0" y="78"/>
                  </a:lnTo>
                  <a:cubicBezTo>
                    <a:pt x="12" y="89"/>
                    <a:pt x="23" y="111"/>
                    <a:pt x="23" y="134"/>
                  </a:cubicBezTo>
                  <a:cubicBezTo>
                    <a:pt x="23" y="145"/>
                    <a:pt x="12" y="167"/>
                    <a:pt x="0" y="178"/>
                  </a:cubicBezTo>
                  <a:lnTo>
                    <a:pt x="67" y="267"/>
                  </a:lnTo>
                  <a:cubicBezTo>
                    <a:pt x="111" y="245"/>
                    <a:pt x="134" y="190"/>
                    <a:pt x="145" y="134"/>
                  </a:cubicBezTo>
                  <a:cubicBezTo>
                    <a:pt x="145" y="78"/>
                    <a:pt x="123" y="34"/>
                    <a:pt x="8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30"/>
            <p:cNvSpPr/>
            <p:nvPr/>
          </p:nvSpPr>
          <p:spPr>
            <a:xfrm>
              <a:off x="5550400" y="3967900"/>
              <a:ext cx="26975" cy="23925"/>
            </a:xfrm>
            <a:custGeom>
              <a:avLst/>
              <a:gdLst/>
              <a:ahLst/>
              <a:cxnLst/>
              <a:rect l="l" t="t" r="r" b="b"/>
              <a:pathLst>
                <a:path w="1079" h="957" extrusionOk="0">
                  <a:moveTo>
                    <a:pt x="901" y="1"/>
                  </a:moveTo>
                  <a:lnTo>
                    <a:pt x="834" y="45"/>
                  </a:lnTo>
                  <a:cubicBezTo>
                    <a:pt x="934" y="212"/>
                    <a:pt x="990" y="356"/>
                    <a:pt x="990" y="501"/>
                  </a:cubicBezTo>
                  <a:cubicBezTo>
                    <a:pt x="990" y="634"/>
                    <a:pt x="901" y="812"/>
                    <a:pt x="756" y="857"/>
                  </a:cubicBezTo>
                  <a:cubicBezTo>
                    <a:pt x="729" y="864"/>
                    <a:pt x="701" y="867"/>
                    <a:pt x="672" y="867"/>
                  </a:cubicBezTo>
                  <a:cubicBezTo>
                    <a:pt x="568" y="867"/>
                    <a:pt x="454" y="823"/>
                    <a:pt x="368" y="745"/>
                  </a:cubicBezTo>
                  <a:cubicBezTo>
                    <a:pt x="257" y="634"/>
                    <a:pt x="190" y="501"/>
                    <a:pt x="123" y="356"/>
                  </a:cubicBezTo>
                  <a:cubicBezTo>
                    <a:pt x="101" y="334"/>
                    <a:pt x="112" y="323"/>
                    <a:pt x="112" y="323"/>
                  </a:cubicBezTo>
                  <a:lnTo>
                    <a:pt x="45" y="257"/>
                  </a:lnTo>
                  <a:cubicBezTo>
                    <a:pt x="23" y="279"/>
                    <a:pt x="1" y="323"/>
                    <a:pt x="45" y="401"/>
                  </a:cubicBezTo>
                  <a:cubicBezTo>
                    <a:pt x="112" y="534"/>
                    <a:pt x="190" y="689"/>
                    <a:pt x="301" y="801"/>
                  </a:cubicBezTo>
                  <a:cubicBezTo>
                    <a:pt x="390" y="879"/>
                    <a:pt x="523" y="956"/>
                    <a:pt x="657" y="956"/>
                  </a:cubicBezTo>
                  <a:cubicBezTo>
                    <a:pt x="701" y="956"/>
                    <a:pt x="734" y="945"/>
                    <a:pt x="778" y="934"/>
                  </a:cubicBezTo>
                  <a:cubicBezTo>
                    <a:pt x="945" y="879"/>
                    <a:pt x="1067" y="701"/>
                    <a:pt x="1067" y="501"/>
                  </a:cubicBezTo>
                  <a:cubicBezTo>
                    <a:pt x="1079" y="346"/>
                    <a:pt x="1023" y="178"/>
                    <a:pt x="90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30"/>
            <p:cNvSpPr/>
            <p:nvPr/>
          </p:nvSpPr>
          <p:spPr>
            <a:xfrm>
              <a:off x="5615675" y="3942350"/>
              <a:ext cx="26950" cy="23925"/>
            </a:xfrm>
            <a:custGeom>
              <a:avLst/>
              <a:gdLst/>
              <a:ahLst/>
              <a:cxnLst/>
              <a:rect l="l" t="t" r="r" b="b"/>
              <a:pathLst>
                <a:path w="1078" h="957" extrusionOk="0">
                  <a:moveTo>
                    <a:pt x="900" y="1"/>
                  </a:moveTo>
                  <a:lnTo>
                    <a:pt x="823" y="45"/>
                  </a:lnTo>
                  <a:cubicBezTo>
                    <a:pt x="934" y="212"/>
                    <a:pt x="989" y="356"/>
                    <a:pt x="989" y="501"/>
                  </a:cubicBezTo>
                  <a:cubicBezTo>
                    <a:pt x="978" y="645"/>
                    <a:pt x="900" y="812"/>
                    <a:pt x="745" y="857"/>
                  </a:cubicBezTo>
                  <a:cubicBezTo>
                    <a:pt x="718" y="867"/>
                    <a:pt x="689" y="872"/>
                    <a:pt x="659" y="872"/>
                  </a:cubicBezTo>
                  <a:cubicBezTo>
                    <a:pt x="562" y="872"/>
                    <a:pt x="452" y="821"/>
                    <a:pt x="367" y="745"/>
                  </a:cubicBezTo>
                  <a:cubicBezTo>
                    <a:pt x="256" y="634"/>
                    <a:pt x="178" y="501"/>
                    <a:pt x="112" y="356"/>
                  </a:cubicBezTo>
                  <a:cubicBezTo>
                    <a:pt x="100" y="334"/>
                    <a:pt x="100" y="323"/>
                    <a:pt x="100" y="323"/>
                  </a:cubicBezTo>
                  <a:lnTo>
                    <a:pt x="45" y="257"/>
                  </a:lnTo>
                  <a:cubicBezTo>
                    <a:pt x="23" y="279"/>
                    <a:pt x="1" y="323"/>
                    <a:pt x="45" y="401"/>
                  </a:cubicBezTo>
                  <a:cubicBezTo>
                    <a:pt x="112" y="534"/>
                    <a:pt x="178" y="689"/>
                    <a:pt x="300" y="801"/>
                  </a:cubicBezTo>
                  <a:cubicBezTo>
                    <a:pt x="389" y="879"/>
                    <a:pt x="522" y="956"/>
                    <a:pt x="656" y="956"/>
                  </a:cubicBezTo>
                  <a:cubicBezTo>
                    <a:pt x="700" y="956"/>
                    <a:pt x="734" y="945"/>
                    <a:pt x="778" y="934"/>
                  </a:cubicBezTo>
                  <a:cubicBezTo>
                    <a:pt x="945" y="879"/>
                    <a:pt x="1067" y="701"/>
                    <a:pt x="1067" y="501"/>
                  </a:cubicBezTo>
                  <a:cubicBezTo>
                    <a:pt x="1078" y="346"/>
                    <a:pt x="1023" y="178"/>
                    <a:pt x="9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30"/>
            <p:cNvSpPr/>
            <p:nvPr/>
          </p:nvSpPr>
          <p:spPr>
            <a:xfrm>
              <a:off x="5597350" y="4042325"/>
              <a:ext cx="110550" cy="200275"/>
            </a:xfrm>
            <a:custGeom>
              <a:avLst/>
              <a:gdLst/>
              <a:ahLst/>
              <a:cxnLst/>
              <a:rect l="l" t="t" r="r" b="b"/>
              <a:pathLst>
                <a:path w="4422" h="8011" extrusionOk="0">
                  <a:moveTo>
                    <a:pt x="334" y="1"/>
                  </a:moveTo>
                  <a:lnTo>
                    <a:pt x="1" y="346"/>
                  </a:lnTo>
                  <a:cubicBezTo>
                    <a:pt x="934" y="1267"/>
                    <a:pt x="1756" y="2467"/>
                    <a:pt x="2445" y="3901"/>
                  </a:cubicBezTo>
                  <a:cubicBezTo>
                    <a:pt x="3089" y="5244"/>
                    <a:pt x="3555" y="6666"/>
                    <a:pt x="3966" y="8011"/>
                  </a:cubicBezTo>
                  <a:lnTo>
                    <a:pt x="4422" y="7866"/>
                  </a:lnTo>
                  <a:cubicBezTo>
                    <a:pt x="4010" y="6511"/>
                    <a:pt x="3533" y="5066"/>
                    <a:pt x="2877" y="3701"/>
                  </a:cubicBezTo>
                  <a:cubicBezTo>
                    <a:pt x="2156" y="2200"/>
                    <a:pt x="1300" y="968"/>
                    <a:pt x="33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30"/>
            <p:cNvSpPr/>
            <p:nvPr/>
          </p:nvSpPr>
          <p:spPr>
            <a:xfrm>
              <a:off x="5649575" y="4036225"/>
              <a:ext cx="68050" cy="241650"/>
            </a:xfrm>
            <a:custGeom>
              <a:avLst/>
              <a:gdLst/>
              <a:ahLst/>
              <a:cxnLst/>
              <a:rect l="l" t="t" r="r" b="b"/>
              <a:pathLst>
                <a:path w="2722" h="9666" extrusionOk="0">
                  <a:moveTo>
                    <a:pt x="477" y="0"/>
                  </a:moveTo>
                  <a:lnTo>
                    <a:pt x="0" y="79"/>
                  </a:lnTo>
                  <a:cubicBezTo>
                    <a:pt x="578" y="3300"/>
                    <a:pt x="1344" y="6532"/>
                    <a:pt x="2266" y="9665"/>
                  </a:cubicBezTo>
                  <a:lnTo>
                    <a:pt x="2721" y="9532"/>
                  </a:lnTo>
                  <a:cubicBezTo>
                    <a:pt x="1800" y="6411"/>
                    <a:pt x="1044" y="3200"/>
                    <a:pt x="47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30"/>
            <p:cNvSpPr/>
            <p:nvPr/>
          </p:nvSpPr>
          <p:spPr>
            <a:xfrm>
              <a:off x="5690100" y="3998200"/>
              <a:ext cx="42250" cy="304100"/>
            </a:xfrm>
            <a:custGeom>
              <a:avLst/>
              <a:gdLst/>
              <a:ahLst/>
              <a:cxnLst/>
              <a:rect l="l" t="t" r="r" b="b"/>
              <a:pathLst>
                <a:path w="1690" h="12164" extrusionOk="0">
                  <a:moveTo>
                    <a:pt x="478" y="0"/>
                  </a:moveTo>
                  <a:lnTo>
                    <a:pt x="478" y="0"/>
                  </a:lnTo>
                  <a:cubicBezTo>
                    <a:pt x="1" y="4077"/>
                    <a:pt x="245" y="8176"/>
                    <a:pt x="1223" y="12164"/>
                  </a:cubicBezTo>
                  <a:lnTo>
                    <a:pt x="1689" y="12053"/>
                  </a:lnTo>
                  <a:cubicBezTo>
                    <a:pt x="723" y="8120"/>
                    <a:pt x="478" y="4077"/>
                    <a:pt x="956" y="55"/>
                  </a:cubicBezTo>
                  <a:lnTo>
                    <a:pt x="47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30"/>
            <p:cNvSpPr/>
            <p:nvPr/>
          </p:nvSpPr>
          <p:spPr>
            <a:xfrm>
              <a:off x="5646775" y="3990675"/>
              <a:ext cx="75025" cy="319700"/>
            </a:xfrm>
            <a:custGeom>
              <a:avLst/>
              <a:gdLst/>
              <a:ahLst/>
              <a:cxnLst/>
              <a:rect l="l" t="t" r="r" b="b"/>
              <a:pathLst>
                <a:path w="3001" h="12788" extrusionOk="0">
                  <a:moveTo>
                    <a:pt x="468" y="1"/>
                  </a:moveTo>
                  <a:lnTo>
                    <a:pt x="1" y="112"/>
                  </a:lnTo>
                  <a:cubicBezTo>
                    <a:pt x="245" y="1145"/>
                    <a:pt x="490" y="2212"/>
                    <a:pt x="690" y="3278"/>
                  </a:cubicBezTo>
                  <a:cubicBezTo>
                    <a:pt x="856" y="4178"/>
                    <a:pt x="989" y="5100"/>
                    <a:pt x="1122" y="5989"/>
                  </a:cubicBezTo>
                  <a:cubicBezTo>
                    <a:pt x="1234" y="6799"/>
                    <a:pt x="1356" y="7621"/>
                    <a:pt x="1500" y="8443"/>
                  </a:cubicBezTo>
                  <a:cubicBezTo>
                    <a:pt x="1756" y="9910"/>
                    <a:pt x="2100" y="11365"/>
                    <a:pt x="2534" y="12787"/>
                  </a:cubicBezTo>
                  <a:lnTo>
                    <a:pt x="3000" y="12654"/>
                  </a:lnTo>
                  <a:cubicBezTo>
                    <a:pt x="2567" y="11243"/>
                    <a:pt x="2223" y="9799"/>
                    <a:pt x="1967" y="8354"/>
                  </a:cubicBezTo>
                  <a:cubicBezTo>
                    <a:pt x="1823" y="7555"/>
                    <a:pt x="1712" y="6722"/>
                    <a:pt x="1589" y="5922"/>
                  </a:cubicBezTo>
                  <a:cubicBezTo>
                    <a:pt x="1467" y="5033"/>
                    <a:pt x="1334" y="4100"/>
                    <a:pt x="1167" y="3189"/>
                  </a:cubicBezTo>
                  <a:cubicBezTo>
                    <a:pt x="967" y="2123"/>
                    <a:pt x="712" y="1045"/>
                    <a:pt x="46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30"/>
            <p:cNvSpPr/>
            <p:nvPr/>
          </p:nvSpPr>
          <p:spPr>
            <a:xfrm>
              <a:off x="5527075" y="4000975"/>
              <a:ext cx="109175" cy="90475"/>
            </a:xfrm>
            <a:custGeom>
              <a:avLst/>
              <a:gdLst/>
              <a:ahLst/>
              <a:cxnLst/>
              <a:rect l="l" t="t" r="r" b="b"/>
              <a:pathLst>
                <a:path w="4367" h="3619" extrusionOk="0">
                  <a:moveTo>
                    <a:pt x="3426" y="0"/>
                  </a:moveTo>
                  <a:cubicBezTo>
                    <a:pt x="3189" y="0"/>
                    <a:pt x="2948" y="130"/>
                    <a:pt x="2789" y="322"/>
                  </a:cubicBezTo>
                  <a:cubicBezTo>
                    <a:pt x="2578" y="566"/>
                    <a:pt x="2489" y="899"/>
                    <a:pt x="2422" y="1211"/>
                  </a:cubicBezTo>
                  <a:cubicBezTo>
                    <a:pt x="2389" y="1044"/>
                    <a:pt x="2256" y="911"/>
                    <a:pt x="2101" y="855"/>
                  </a:cubicBezTo>
                  <a:cubicBezTo>
                    <a:pt x="2040" y="835"/>
                    <a:pt x="1977" y="825"/>
                    <a:pt x="1915" y="825"/>
                  </a:cubicBezTo>
                  <a:cubicBezTo>
                    <a:pt x="1807" y="825"/>
                    <a:pt x="1699" y="855"/>
                    <a:pt x="1600" y="911"/>
                  </a:cubicBezTo>
                  <a:cubicBezTo>
                    <a:pt x="1556" y="933"/>
                    <a:pt x="1511" y="966"/>
                    <a:pt x="1489" y="1022"/>
                  </a:cubicBezTo>
                  <a:cubicBezTo>
                    <a:pt x="1456" y="1067"/>
                    <a:pt x="1467" y="1133"/>
                    <a:pt x="1467" y="1188"/>
                  </a:cubicBezTo>
                  <a:cubicBezTo>
                    <a:pt x="1489" y="1344"/>
                    <a:pt x="1678" y="1566"/>
                    <a:pt x="1578" y="1699"/>
                  </a:cubicBezTo>
                  <a:cubicBezTo>
                    <a:pt x="1501" y="1810"/>
                    <a:pt x="1178" y="1833"/>
                    <a:pt x="1045" y="1889"/>
                  </a:cubicBezTo>
                  <a:cubicBezTo>
                    <a:pt x="656" y="2055"/>
                    <a:pt x="334" y="2344"/>
                    <a:pt x="123" y="2711"/>
                  </a:cubicBezTo>
                  <a:cubicBezTo>
                    <a:pt x="45" y="2844"/>
                    <a:pt x="1" y="3044"/>
                    <a:pt x="112" y="3155"/>
                  </a:cubicBezTo>
                  <a:cubicBezTo>
                    <a:pt x="168" y="3210"/>
                    <a:pt x="245" y="3222"/>
                    <a:pt x="323" y="3222"/>
                  </a:cubicBezTo>
                  <a:cubicBezTo>
                    <a:pt x="347" y="3224"/>
                    <a:pt x="370" y="3225"/>
                    <a:pt x="393" y="3225"/>
                  </a:cubicBezTo>
                  <a:cubicBezTo>
                    <a:pt x="732" y="3225"/>
                    <a:pt x="1042" y="3007"/>
                    <a:pt x="1323" y="2800"/>
                  </a:cubicBezTo>
                  <a:cubicBezTo>
                    <a:pt x="1508" y="2665"/>
                    <a:pt x="1699" y="2511"/>
                    <a:pt x="1829" y="2319"/>
                  </a:cubicBezTo>
                  <a:lnTo>
                    <a:pt x="1829" y="2319"/>
                  </a:lnTo>
                  <a:cubicBezTo>
                    <a:pt x="1695" y="2589"/>
                    <a:pt x="1591" y="2881"/>
                    <a:pt x="1645" y="3166"/>
                  </a:cubicBezTo>
                  <a:cubicBezTo>
                    <a:pt x="1667" y="3288"/>
                    <a:pt x="1723" y="3399"/>
                    <a:pt x="1812" y="3488"/>
                  </a:cubicBezTo>
                  <a:cubicBezTo>
                    <a:pt x="1902" y="3578"/>
                    <a:pt x="2023" y="3619"/>
                    <a:pt x="2149" y="3619"/>
                  </a:cubicBezTo>
                  <a:cubicBezTo>
                    <a:pt x="2303" y="3619"/>
                    <a:pt x="2462" y="3559"/>
                    <a:pt x="2578" y="3454"/>
                  </a:cubicBezTo>
                  <a:cubicBezTo>
                    <a:pt x="2778" y="3266"/>
                    <a:pt x="2867" y="2977"/>
                    <a:pt x="2889" y="2699"/>
                  </a:cubicBezTo>
                  <a:cubicBezTo>
                    <a:pt x="2911" y="2450"/>
                    <a:pt x="2880" y="2189"/>
                    <a:pt x="2805" y="1939"/>
                  </a:cubicBezTo>
                  <a:lnTo>
                    <a:pt x="2805" y="1939"/>
                  </a:lnTo>
                  <a:cubicBezTo>
                    <a:pt x="2901" y="2240"/>
                    <a:pt x="3216" y="2443"/>
                    <a:pt x="3528" y="2443"/>
                  </a:cubicBezTo>
                  <a:cubicBezTo>
                    <a:pt x="3609" y="2443"/>
                    <a:pt x="3690" y="2429"/>
                    <a:pt x="3767" y="2400"/>
                  </a:cubicBezTo>
                  <a:cubicBezTo>
                    <a:pt x="4155" y="2255"/>
                    <a:pt x="4367" y="1788"/>
                    <a:pt x="4244" y="1400"/>
                  </a:cubicBezTo>
                  <a:cubicBezTo>
                    <a:pt x="4234" y="1333"/>
                    <a:pt x="4200" y="1277"/>
                    <a:pt x="4155" y="1222"/>
                  </a:cubicBezTo>
                  <a:cubicBezTo>
                    <a:pt x="4122" y="1188"/>
                    <a:pt x="4066" y="1155"/>
                    <a:pt x="4011" y="1133"/>
                  </a:cubicBezTo>
                  <a:cubicBezTo>
                    <a:pt x="3903" y="1090"/>
                    <a:pt x="3785" y="1068"/>
                    <a:pt x="3665" y="1068"/>
                  </a:cubicBezTo>
                  <a:cubicBezTo>
                    <a:pt x="3538" y="1068"/>
                    <a:pt x="3409" y="1093"/>
                    <a:pt x="3289" y="1144"/>
                  </a:cubicBezTo>
                  <a:cubicBezTo>
                    <a:pt x="3634" y="966"/>
                    <a:pt x="3834" y="578"/>
                    <a:pt x="3778" y="200"/>
                  </a:cubicBezTo>
                  <a:cubicBezTo>
                    <a:pt x="3767" y="166"/>
                    <a:pt x="3767" y="133"/>
                    <a:pt x="3745" y="111"/>
                  </a:cubicBezTo>
                  <a:cubicBezTo>
                    <a:pt x="3733" y="77"/>
                    <a:pt x="3689" y="67"/>
                    <a:pt x="3656" y="45"/>
                  </a:cubicBezTo>
                  <a:cubicBezTo>
                    <a:pt x="3582" y="14"/>
                    <a:pt x="3504" y="0"/>
                    <a:pt x="3426" y="0"/>
                  </a:cubicBezTo>
                  <a:close/>
                </a:path>
              </a:pathLst>
            </a:custGeom>
            <a:solidFill>
              <a:srgbClr val="194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30"/>
            <p:cNvSpPr/>
            <p:nvPr/>
          </p:nvSpPr>
          <p:spPr>
            <a:xfrm>
              <a:off x="5569575" y="4029275"/>
              <a:ext cx="30025" cy="24275"/>
            </a:xfrm>
            <a:custGeom>
              <a:avLst/>
              <a:gdLst/>
              <a:ahLst/>
              <a:cxnLst/>
              <a:rect l="l" t="t" r="r" b="b"/>
              <a:pathLst>
                <a:path w="1201" h="971" extrusionOk="0">
                  <a:moveTo>
                    <a:pt x="875" y="0"/>
                  </a:moveTo>
                  <a:cubicBezTo>
                    <a:pt x="800" y="0"/>
                    <a:pt x="724" y="13"/>
                    <a:pt x="656" y="34"/>
                  </a:cubicBezTo>
                  <a:cubicBezTo>
                    <a:pt x="445" y="90"/>
                    <a:pt x="256" y="212"/>
                    <a:pt x="145" y="390"/>
                  </a:cubicBezTo>
                  <a:cubicBezTo>
                    <a:pt x="67" y="523"/>
                    <a:pt x="1" y="712"/>
                    <a:pt x="45" y="856"/>
                  </a:cubicBezTo>
                  <a:cubicBezTo>
                    <a:pt x="72" y="941"/>
                    <a:pt x="114" y="970"/>
                    <a:pt x="165" y="970"/>
                  </a:cubicBezTo>
                  <a:cubicBezTo>
                    <a:pt x="241" y="970"/>
                    <a:pt x="336" y="903"/>
                    <a:pt x="423" y="856"/>
                  </a:cubicBezTo>
                  <a:cubicBezTo>
                    <a:pt x="745" y="690"/>
                    <a:pt x="1011" y="434"/>
                    <a:pt x="1200" y="123"/>
                  </a:cubicBezTo>
                  <a:cubicBezTo>
                    <a:pt x="1118" y="34"/>
                    <a:pt x="997" y="0"/>
                    <a:pt x="875"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30"/>
            <p:cNvSpPr/>
            <p:nvPr/>
          </p:nvSpPr>
          <p:spPr>
            <a:xfrm>
              <a:off x="5645675" y="3970025"/>
              <a:ext cx="103900" cy="59475"/>
            </a:xfrm>
            <a:custGeom>
              <a:avLst/>
              <a:gdLst/>
              <a:ahLst/>
              <a:cxnLst/>
              <a:rect l="l" t="t" r="r" b="b"/>
              <a:pathLst>
                <a:path w="4156" h="2379" extrusionOk="0">
                  <a:moveTo>
                    <a:pt x="2249" y="0"/>
                  </a:moveTo>
                  <a:cubicBezTo>
                    <a:pt x="2237" y="0"/>
                    <a:pt x="2224" y="1"/>
                    <a:pt x="2211" y="5"/>
                  </a:cubicBezTo>
                  <a:cubicBezTo>
                    <a:pt x="2156" y="16"/>
                    <a:pt x="2111" y="61"/>
                    <a:pt x="2077" y="105"/>
                  </a:cubicBezTo>
                  <a:cubicBezTo>
                    <a:pt x="2000" y="205"/>
                    <a:pt x="1966" y="460"/>
                    <a:pt x="1822" y="471"/>
                  </a:cubicBezTo>
                  <a:cubicBezTo>
                    <a:pt x="1816" y="472"/>
                    <a:pt x="1809" y="473"/>
                    <a:pt x="1802" y="473"/>
                  </a:cubicBezTo>
                  <a:cubicBezTo>
                    <a:pt x="1678" y="473"/>
                    <a:pt x="1483" y="291"/>
                    <a:pt x="1378" y="238"/>
                  </a:cubicBezTo>
                  <a:cubicBezTo>
                    <a:pt x="1153" y="144"/>
                    <a:pt x="915" y="92"/>
                    <a:pt x="677" y="92"/>
                  </a:cubicBezTo>
                  <a:cubicBezTo>
                    <a:pt x="550" y="92"/>
                    <a:pt x="424" y="107"/>
                    <a:pt x="300" y="138"/>
                  </a:cubicBezTo>
                  <a:cubicBezTo>
                    <a:pt x="156" y="172"/>
                    <a:pt x="1" y="261"/>
                    <a:pt x="1" y="394"/>
                  </a:cubicBezTo>
                  <a:cubicBezTo>
                    <a:pt x="1" y="460"/>
                    <a:pt x="33" y="527"/>
                    <a:pt x="78" y="572"/>
                  </a:cubicBezTo>
                  <a:cubicBezTo>
                    <a:pt x="278" y="827"/>
                    <a:pt x="623" y="905"/>
                    <a:pt x="944" y="971"/>
                  </a:cubicBezTo>
                  <a:cubicBezTo>
                    <a:pt x="1092" y="996"/>
                    <a:pt x="1246" y="1021"/>
                    <a:pt x="1398" y="1021"/>
                  </a:cubicBezTo>
                  <a:cubicBezTo>
                    <a:pt x="1455" y="1021"/>
                    <a:pt x="1512" y="1017"/>
                    <a:pt x="1567" y="1009"/>
                  </a:cubicBezTo>
                  <a:lnTo>
                    <a:pt x="1567" y="1009"/>
                  </a:lnTo>
                  <a:cubicBezTo>
                    <a:pt x="1309" y="1083"/>
                    <a:pt x="1063" y="1190"/>
                    <a:pt x="911" y="1404"/>
                  </a:cubicBezTo>
                  <a:cubicBezTo>
                    <a:pt x="845" y="1482"/>
                    <a:pt x="800" y="1594"/>
                    <a:pt x="800" y="1693"/>
                  </a:cubicBezTo>
                  <a:cubicBezTo>
                    <a:pt x="789" y="1938"/>
                    <a:pt x="1033" y="2149"/>
                    <a:pt x="1278" y="2171"/>
                  </a:cubicBezTo>
                  <a:cubicBezTo>
                    <a:pt x="1299" y="2173"/>
                    <a:pt x="1320" y="2174"/>
                    <a:pt x="1340" y="2174"/>
                  </a:cubicBezTo>
                  <a:cubicBezTo>
                    <a:pt x="1563" y="2174"/>
                    <a:pt x="1783" y="2069"/>
                    <a:pt x="1956" y="1927"/>
                  </a:cubicBezTo>
                  <a:cubicBezTo>
                    <a:pt x="2130" y="1793"/>
                    <a:pt x="2267" y="1630"/>
                    <a:pt x="2375" y="1440"/>
                  </a:cubicBezTo>
                  <a:lnTo>
                    <a:pt x="2375" y="1440"/>
                  </a:lnTo>
                  <a:cubicBezTo>
                    <a:pt x="2225" y="1747"/>
                    <a:pt x="2371" y="2157"/>
                    <a:pt x="2677" y="2315"/>
                  </a:cubicBezTo>
                  <a:cubicBezTo>
                    <a:pt x="2767" y="2358"/>
                    <a:pt x="2864" y="2378"/>
                    <a:pt x="2962" y="2378"/>
                  </a:cubicBezTo>
                  <a:cubicBezTo>
                    <a:pt x="3220" y="2378"/>
                    <a:pt x="3482" y="2241"/>
                    <a:pt x="3610" y="2016"/>
                  </a:cubicBezTo>
                  <a:cubicBezTo>
                    <a:pt x="3644" y="1971"/>
                    <a:pt x="3666" y="1915"/>
                    <a:pt x="3677" y="1860"/>
                  </a:cubicBezTo>
                  <a:cubicBezTo>
                    <a:pt x="3677" y="1804"/>
                    <a:pt x="3666" y="1760"/>
                    <a:pt x="3644" y="1705"/>
                  </a:cubicBezTo>
                  <a:cubicBezTo>
                    <a:pt x="3566" y="1505"/>
                    <a:pt x="3400" y="1338"/>
                    <a:pt x="3200" y="1249"/>
                  </a:cubicBezTo>
                  <a:lnTo>
                    <a:pt x="3200" y="1249"/>
                  </a:lnTo>
                  <a:cubicBezTo>
                    <a:pt x="3287" y="1279"/>
                    <a:pt x="3379" y="1294"/>
                    <a:pt x="3470" y="1294"/>
                  </a:cubicBezTo>
                  <a:cubicBezTo>
                    <a:pt x="3714" y="1294"/>
                    <a:pt x="3957" y="1188"/>
                    <a:pt x="4111" y="994"/>
                  </a:cubicBezTo>
                  <a:cubicBezTo>
                    <a:pt x="4121" y="971"/>
                    <a:pt x="4144" y="949"/>
                    <a:pt x="4144" y="927"/>
                  </a:cubicBezTo>
                  <a:cubicBezTo>
                    <a:pt x="4155" y="893"/>
                    <a:pt x="4144" y="860"/>
                    <a:pt x="4133" y="827"/>
                  </a:cubicBezTo>
                  <a:cubicBezTo>
                    <a:pt x="4047" y="569"/>
                    <a:pt x="3744" y="426"/>
                    <a:pt x="3463" y="426"/>
                  </a:cubicBezTo>
                  <a:cubicBezTo>
                    <a:pt x="3453" y="426"/>
                    <a:pt x="3443" y="426"/>
                    <a:pt x="3433" y="427"/>
                  </a:cubicBezTo>
                  <a:cubicBezTo>
                    <a:pt x="3144" y="438"/>
                    <a:pt x="2877" y="582"/>
                    <a:pt x="2633" y="727"/>
                  </a:cubicBezTo>
                  <a:cubicBezTo>
                    <a:pt x="2722" y="604"/>
                    <a:pt x="2744" y="438"/>
                    <a:pt x="2677" y="293"/>
                  </a:cubicBezTo>
                  <a:cubicBezTo>
                    <a:pt x="2611" y="160"/>
                    <a:pt x="2489" y="61"/>
                    <a:pt x="2344" y="16"/>
                  </a:cubicBezTo>
                  <a:cubicBezTo>
                    <a:pt x="2312" y="8"/>
                    <a:pt x="2281" y="0"/>
                    <a:pt x="2249" y="0"/>
                  </a:cubicBezTo>
                  <a:close/>
                </a:path>
              </a:pathLst>
            </a:custGeom>
            <a:solidFill>
              <a:srgbClr val="194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30"/>
            <p:cNvSpPr/>
            <p:nvPr/>
          </p:nvSpPr>
          <p:spPr>
            <a:xfrm>
              <a:off x="5686500" y="3983225"/>
              <a:ext cx="31975" cy="14250"/>
            </a:xfrm>
            <a:custGeom>
              <a:avLst/>
              <a:gdLst/>
              <a:ahLst/>
              <a:cxnLst/>
              <a:rect l="l" t="t" r="r" b="b"/>
              <a:pathLst>
                <a:path w="1279" h="570" extrusionOk="0">
                  <a:moveTo>
                    <a:pt x="568" y="0"/>
                  </a:moveTo>
                  <a:cubicBezTo>
                    <a:pt x="531" y="0"/>
                    <a:pt x="493" y="3"/>
                    <a:pt x="456" y="10"/>
                  </a:cubicBezTo>
                  <a:cubicBezTo>
                    <a:pt x="333" y="32"/>
                    <a:pt x="167" y="110"/>
                    <a:pt x="100" y="232"/>
                  </a:cubicBezTo>
                  <a:cubicBezTo>
                    <a:pt x="0" y="387"/>
                    <a:pt x="189" y="421"/>
                    <a:pt x="333" y="466"/>
                  </a:cubicBezTo>
                  <a:cubicBezTo>
                    <a:pt x="514" y="535"/>
                    <a:pt x="712" y="570"/>
                    <a:pt x="911" y="570"/>
                  </a:cubicBezTo>
                  <a:cubicBezTo>
                    <a:pt x="1030" y="570"/>
                    <a:pt x="1150" y="557"/>
                    <a:pt x="1266" y="532"/>
                  </a:cubicBezTo>
                  <a:cubicBezTo>
                    <a:pt x="1278" y="355"/>
                    <a:pt x="1145" y="210"/>
                    <a:pt x="1000" y="121"/>
                  </a:cubicBezTo>
                  <a:cubicBezTo>
                    <a:pt x="867" y="50"/>
                    <a:pt x="719" y="0"/>
                    <a:pt x="568"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30"/>
            <p:cNvSpPr/>
            <p:nvPr/>
          </p:nvSpPr>
          <p:spPr>
            <a:xfrm>
              <a:off x="5586500" y="3985950"/>
              <a:ext cx="96975" cy="44275"/>
            </a:xfrm>
            <a:custGeom>
              <a:avLst/>
              <a:gdLst/>
              <a:ahLst/>
              <a:cxnLst/>
              <a:rect l="l" t="t" r="r" b="b"/>
              <a:pathLst>
                <a:path w="3879" h="1771" extrusionOk="0">
                  <a:moveTo>
                    <a:pt x="3600" y="1"/>
                  </a:moveTo>
                  <a:cubicBezTo>
                    <a:pt x="3556" y="1"/>
                    <a:pt x="3511" y="7"/>
                    <a:pt x="3467" y="12"/>
                  </a:cubicBezTo>
                  <a:cubicBezTo>
                    <a:pt x="2934" y="67"/>
                    <a:pt x="2379" y="313"/>
                    <a:pt x="1845" y="313"/>
                  </a:cubicBezTo>
                  <a:cubicBezTo>
                    <a:pt x="1834" y="313"/>
                    <a:pt x="1823" y="312"/>
                    <a:pt x="1812" y="312"/>
                  </a:cubicBezTo>
                  <a:cubicBezTo>
                    <a:pt x="1452" y="305"/>
                    <a:pt x="1113" y="186"/>
                    <a:pt x="775" y="186"/>
                  </a:cubicBezTo>
                  <a:cubicBezTo>
                    <a:pt x="570" y="186"/>
                    <a:pt x="366" y="229"/>
                    <a:pt x="156" y="367"/>
                  </a:cubicBezTo>
                  <a:cubicBezTo>
                    <a:pt x="79" y="412"/>
                    <a:pt x="12" y="478"/>
                    <a:pt x="1" y="557"/>
                  </a:cubicBezTo>
                  <a:cubicBezTo>
                    <a:pt x="1" y="623"/>
                    <a:pt x="35" y="678"/>
                    <a:pt x="79" y="734"/>
                  </a:cubicBezTo>
                  <a:cubicBezTo>
                    <a:pt x="192" y="847"/>
                    <a:pt x="352" y="878"/>
                    <a:pt x="516" y="878"/>
                  </a:cubicBezTo>
                  <a:cubicBezTo>
                    <a:pt x="578" y="878"/>
                    <a:pt x="640" y="874"/>
                    <a:pt x="701" y="868"/>
                  </a:cubicBezTo>
                  <a:cubicBezTo>
                    <a:pt x="1034" y="834"/>
                    <a:pt x="1368" y="767"/>
                    <a:pt x="1689" y="668"/>
                  </a:cubicBezTo>
                  <a:lnTo>
                    <a:pt x="1689" y="668"/>
                  </a:lnTo>
                  <a:cubicBezTo>
                    <a:pt x="1457" y="757"/>
                    <a:pt x="1245" y="890"/>
                    <a:pt x="1057" y="1056"/>
                  </a:cubicBezTo>
                  <a:cubicBezTo>
                    <a:pt x="956" y="1134"/>
                    <a:pt x="867" y="1223"/>
                    <a:pt x="823" y="1345"/>
                  </a:cubicBezTo>
                  <a:cubicBezTo>
                    <a:pt x="779" y="1456"/>
                    <a:pt x="801" y="1601"/>
                    <a:pt x="890" y="1690"/>
                  </a:cubicBezTo>
                  <a:cubicBezTo>
                    <a:pt x="956" y="1745"/>
                    <a:pt x="1045" y="1767"/>
                    <a:pt x="1123" y="1767"/>
                  </a:cubicBezTo>
                  <a:cubicBezTo>
                    <a:pt x="1151" y="1769"/>
                    <a:pt x="1179" y="1771"/>
                    <a:pt x="1207" y="1771"/>
                  </a:cubicBezTo>
                  <a:cubicBezTo>
                    <a:pt x="1689" y="1771"/>
                    <a:pt x="2145" y="1420"/>
                    <a:pt x="2272" y="950"/>
                  </a:cubicBezTo>
                  <a:lnTo>
                    <a:pt x="2272" y="950"/>
                  </a:lnTo>
                  <a:cubicBezTo>
                    <a:pt x="2244" y="1087"/>
                    <a:pt x="2319" y="1229"/>
                    <a:pt x="2434" y="1323"/>
                  </a:cubicBezTo>
                  <a:cubicBezTo>
                    <a:pt x="2545" y="1423"/>
                    <a:pt x="2701" y="1468"/>
                    <a:pt x="2845" y="1500"/>
                  </a:cubicBezTo>
                  <a:cubicBezTo>
                    <a:pt x="2920" y="1515"/>
                    <a:pt x="3002" y="1527"/>
                    <a:pt x="3081" y="1527"/>
                  </a:cubicBezTo>
                  <a:cubicBezTo>
                    <a:pt x="3190" y="1527"/>
                    <a:pt x="3295" y="1504"/>
                    <a:pt x="3378" y="1434"/>
                  </a:cubicBezTo>
                  <a:cubicBezTo>
                    <a:pt x="3545" y="1301"/>
                    <a:pt x="3533" y="1034"/>
                    <a:pt x="3412" y="856"/>
                  </a:cubicBezTo>
                  <a:cubicBezTo>
                    <a:pt x="3289" y="690"/>
                    <a:pt x="3078" y="601"/>
                    <a:pt x="2867" y="567"/>
                  </a:cubicBezTo>
                  <a:lnTo>
                    <a:pt x="2867" y="567"/>
                  </a:lnTo>
                  <a:cubicBezTo>
                    <a:pt x="2929" y="576"/>
                    <a:pt x="2991" y="581"/>
                    <a:pt x="3053" y="581"/>
                  </a:cubicBezTo>
                  <a:cubicBezTo>
                    <a:pt x="3303" y="581"/>
                    <a:pt x="3551" y="508"/>
                    <a:pt x="3756" y="357"/>
                  </a:cubicBezTo>
                  <a:cubicBezTo>
                    <a:pt x="3800" y="334"/>
                    <a:pt x="3845" y="290"/>
                    <a:pt x="3856" y="234"/>
                  </a:cubicBezTo>
                  <a:cubicBezTo>
                    <a:pt x="3878" y="157"/>
                    <a:pt x="3812" y="56"/>
                    <a:pt x="3733" y="23"/>
                  </a:cubicBezTo>
                  <a:cubicBezTo>
                    <a:pt x="3689" y="7"/>
                    <a:pt x="3645" y="1"/>
                    <a:pt x="3600" y="1"/>
                  </a:cubicBezTo>
                  <a:close/>
                </a:path>
              </a:pathLst>
            </a:custGeom>
            <a:solidFill>
              <a:srgbClr val="224E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30"/>
            <p:cNvSpPr/>
            <p:nvPr/>
          </p:nvSpPr>
          <p:spPr>
            <a:xfrm>
              <a:off x="5626225" y="3979500"/>
              <a:ext cx="21400" cy="23900"/>
            </a:xfrm>
            <a:custGeom>
              <a:avLst/>
              <a:gdLst/>
              <a:ahLst/>
              <a:cxnLst/>
              <a:rect l="l" t="t" r="r" b="b"/>
              <a:pathLst>
                <a:path w="856" h="956" extrusionOk="0">
                  <a:moveTo>
                    <a:pt x="392" y="0"/>
                  </a:moveTo>
                  <a:cubicBezTo>
                    <a:pt x="361" y="0"/>
                    <a:pt x="330" y="5"/>
                    <a:pt x="300" y="15"/>
                  </a:cubicBezTo>
                  <a:cubicBezTo>
                    <a:pt x="189" y="59"/>
                    <a:pt x="112" y="159"/>
                    <a:pt x="78" y="270"/>
                  </a:cubicBezTo>
                  <a:cubicBezTo>
                    <a:pt x="34" y="381"/>
                    <a:pt x="34" y="504"/>
                    <a:pt x="34" y="625"/>
                  </a:cubicBezTo>
                  <a:cubicBezTo>
                    <a:pt x="34" y="803"/>
                    <a:pt x="1" y="870"/>
                    <a:pt x="179" y="936"/>
                  </a:cubicBezTo>
                  <a:cubicBezTo>
                    <a:pt x="220" y="950"/>
                    <a:pt x="271" y="955"/>
                    <a:pt x="326" y="955"/>
                  </a:cubicBezTo>
                  <a:cubicBezTo>
                    <a:pt x="448" y="955"/>
                    <a:pt x="590" y="930"/>
                    <a:pt x="690" y="914"/>
                  </a:cubicBezTo>
                  <a:cubicBezTo>
                    <a:pt x="745" y="914"/>
                    <a:pt x="801" y="892"/>
                    <a:pt x="834" y="848"/>
                  </a:cubicBezTo>
                  <a:cubicBezTo>
                    <a:pt x="856" y="815"/>
                    <a:pt x="856" y="770"/>
                    <a:pt x="856" y="736"/>
                  </a:cubicBezTo>
                  <a:cubicBezTo>
                    <a:pt x="845" y="559"/>
                    <a:pt x="823" y="370"/>
                    <a:pt x="745" y="225"/>
                  </a:cubicBezTo>
                  <a:cubicBezTo>
                    <a:pt x="672" y="98"/>
                    <a:pt x="532" y="0"/>
                    <a:pt x="392"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30"/>
            <p:cNvSpPr/>
            <p:nvPr/>
          </p:nvSpPr>
          <p:spPr>
            <a:xfrm>
              <a:off x="5591250" y="4001575"/>
              <a:ext cx="107775" cy="81500"/>
            </a:xfrm>
            <a:custGeom>
              <a:avLst/>
              <a:gdLst/>
              <a:ahLst/>
              <a:cxnLst/>
              <a:rect l="l" t="t" r="r" b="b"/>
              <a:pathLst>
                <a:path w="4311" h="3260" extrusionOk="0">
                  <a:moveTo>
                    <a:pt x="3572" y="0"/>
                  </a:moveTo>
                  <a:cubicBezTo>
                    <a:pt x="3375" y="0"/>
                    <a:pt x="3171" y="85"/>
                    <a:pt x="3022" y="220"/>
                  </a:cubicBezTo>
                  <a:cubicBezTo>
                    <a:pt x="2788" y="431"/>
                    <a:pt x="2655" y="720"/>
                    <a:pt x="2544" y="1020"/>
                  </a:cubicBezTo>
                  <a:cubicBezTo>
                    <a:pt x="2544" y="853"/>
                    <a:pt x="2444" y="698"/>
                    <a:pt x="2299" y="631"/>
                  </a:cubicBezTo>
                  <a:cubicBezTo>
                    <a:pt x="2221" y="589"/>
                    <a:pt x="2133" y="570"/>
                    <a:pt x="2044" y="570"/>
                  </a:cubicBezTo>
                  <a:cubicBezTo>
                    <a:pt x="1969" y="570"/>
                    <a:pt x="1893" y="584"/>
                    <a:pt x="1822" y="609"/>
                  </a:cubicBezTo>
                  <a:cubicBezTo>
                    <a:pt x="1778" y="631"/>
                    <a:pt x="1733" y="653"/>
                    <a:pt x="1699" y="698"/>
                  </a:cubicBezTo>
                  <a:cubicBezTo>
                    <a:pt x="1667" y="742"/>
                    <a:pt x="1655" y="809"/>
                    <a:pt x="1655" y="865"/>
                  </a:cubicBezTo>
                  <a:cubicBezTo>
                    <a:pt x="1655" y="998"/>
                    <a:pt x="1800" y="1242"/>
                    <a:pt x="1689" y="1354"/>
                  </a:cubicBezTo>
                  <a:cubicBezTo>
                    <a:pt x="1588" y="1453"/>
                    <a:pt x="1289" y="1420"/>
                    <a:pt x="1155" y="1453"/>
                  </a:cubicBezTo>
                  <a:cubicBezTo>
                    <a:pt x="766" y="1564"/>
                    <a:pt x="411" y="1786"/>
                    <a:pt x="166" y="2097"/>
                  </a:cubicBezTo>
                  <a:cubicBezTo>
                    <a:pt x="77" y="2220"/>
                    <a:pt x="0" y="2398"/>
                    <a:pt x="89" y="2520"/>
                  </a:cubicBezTo>
                  <a:cubicBezTo>
                    <a:pt x="133" y="2576"/>
                    <a:pt x="211" y="2608"/>
                    <a:pt x="277" y="2620"/>
                  </a:cubicBezTo>
                  <a:cubicBezTo>
                    <a:pt x="337" y="2633"/>
                    <a:pt x="397" y="2640"/>
                    <a:pt x="457" y="2640"/>
                  </a:cubicBezTo>
                  <a:cubicBezTo>
                    <a:pt x="741" y="2640"/>
                    <a:pt x="1020" y="2502"/>
                    <a:pt x="1277" y="2364"/>
                  </a:cubicBezTo>
                  <a:cubicBezTo>
                    <a:pt x="1474" y="2258"/>
                    <a:pt x="1677" y="2146"/>
                    <a:pt x="1823" y="1991"/>
                  </a:cubicBezTo>
                  <a:lnTo>
                    <a:pt x="1823" y="1991"/>
                  </a:lnTo>
                  <a:cubicBezTo>
                    <a:pt x="1664" y="2224"/>
                    <a:pt x="1535" y="2482"/>
                    <a:pt x="1544" y="2753"/>
                  </a:cubicBezTo>
                  <a:cubicBezTo>
                    <a:pt x="1544" y="2875"/>
                    <a:pt x="1578" y="2986"/>
                    <a:pt x="1644" y="3075"/>
                  </a:cubicBezTo>
                  <a:cubicBezTo>
                    <a:pt x="1739" y="3201"/>
                    <a:pt x="1891" y="3260"/>
                    <a:pt x="2046" y="3260"/>
                  </a:cubicBezTo>
                  <a:cubicBezTo>
                    <a:pt x="2163" y="3260"/>
                    <a:pt x="2282" y="3226"/>
                    <a:pt x="2377" y="3164"/>
                  </a:cubicBezTo>
                  <a:cubicBezTo>
                    <a:pt x="2600" y="3008"/>
                    <a:pt x="2721" y="2753"/>
                    <a:pt x="2788" y="2487"/>
                  </a:cubicBezTo>
                  <a:cubicBezTo>
                    <a:pt x="2842" y="2250"/>
                    <a:pt x="2844" y="2002"/>
                    <a:pt x="2813" y="1765"/>
                  </a:cubicBezTo>
                  <a:lnTo>
                    <a:pt x="2813" y="1765"/>
                  </a:lnTo>
                  <a:cubicBezTo>
                    <a:pt x="2864" y="2098"/>
                    <a:pt x="3193" y="2344"/>
                    <a:pt x="3525" y="2344"/>
                  </a:cubicBezTo>
                  <a:cubicBezTo>
                    <a:pt x="3568" y="2344"/>
                    <a:pt x="3612" y="2340"/>
                    <a:pt x="3655" y="2331"/>
                  </a:cubicBezTo>
                  <a:cubicBezTo>
                    <a:pt x="4044" y="2242"/>
                    <a:pt x="4310" y="1831"/>
                    <a:pt x="4254" y="1453"/>
                  </a:cubicBezTo>
                  <a:cubicBezTo>
                    <a:pt x="4244" y="1386"/>
                    <a:pt x="4232" y="1331"/>
                    <a:pt x="4199" y="1275"/>
                  </a:cubicBezTo>
                  <a:cubicBezTo>
                    <a:pt x="4166" y="1231"/>
                    <a:pt x="4110" y="1198"/>
                    <a:pt x="4066" y="1164"/>
                  </a:cubicBezTo>
                  <a:cubicBezTo>
                    <a:pt x="3930" y="1089"/>
                    <a:pt x="3768" y="1049"/>
                    <a:pt x="3608" y="1049"/>
                  </a:cubicBezTo>
                  <a:cubicBezTo>
                    <a:pt x="3533" y="1049"/>
                    <a:pt x="3459" y="1058"/>
                    <a:pt x="3388" y="1075"/>
                  </a:cubicBezTo>
                  <a:cubicBezTo>
                    <a:pt x="3733" y="954"/>
                    <a:pt x="3977" y="609"/>
                    <a:pt x="3977" y="253"/>
                  </a:cubicBezTo>
                  <a:cubicBezTo>
                    <a:pt x="3977" y="220"/>
                    <a:pt x="3977" y="187"/>
                    <a:pt x="3966" y="164"/>
                  </a:cubicBezTo>
                  <a:cubicBezTo>
                    <a:pt x="3943" y="132"/>
                    <a:pt x="3921" y="109"/>
                    <a:pt x="3888" y="87"/>
                  </a:cubicBezTo>
                  <a:cubicBezTo>
                    <a:pt x="3792" y="27"/>
                    <a:pt x="3683" y="0"/>
                    <a:pt x="357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30"/>
            <p:cNvSpPr/>
            <p:nvPr/>
          </p:nvSpPr>
          <p:spPr>
            <a:xfrm>
              <a:off x="5635675" y="4025250"/>
              <a:ext cx="30575" cy="20650"/>
            </a:xfrm>
            <a:custGeom>
              <a:avLst/>
              <a:gdLst/>
              <a:ahLst/>
              <a:cxnLst/>
              <a:rect l="l" t="t" r="r" b="b"/>
              <a:pathLst>
                <a:path w="1223" h="826" extrusionOk="0">
                  <a:moveTo>
                    <a:pt x="816" y="0"/>
                  </a:moveTo>
                  <a:cubicBezTo>
                    <a:pt x="781" y="0"/>
                    <a:pt x="746" y="3"/>
                    <a:pt x="712" y="7"/>
                  </a:cubicBezTo>
                  <a:cubicBezTo>
                    <a:pt x="512" y="40"/>
                    <a:pt x="322" y="128"/>
                    <a:pt x="189" y="284"/>
                  </a:cubicBezTo>
                  <a:cubicBezTo>
                    <a:pt x="89" y="384"/>
                    <a:pt x="1" y="562"/>
                    <a:pt x="23" y="706"/>
                  </a:cubicBezTo>
                  <a:cubicBezTo>
                    <a:pt x="38" y="796"/>
                    <a:pt x="82" y="825"/>
                    <a:pt x="140" y="825"/>
                  </a:cubicBezTo>
                  <a:cubicBezTo>
                    <a:pt x="211" y="825"/>
                    <a:pt x="303" y="781"/>
                    <a:pt x="389" y="751"/>
                  </a:cubicBezTo>
                  <a:cubicBezTo>
                    <a:pt x="712" y="639"/>
                    <a:pt x="1000" y="439"/>
                    <a:pt x="1223" y="173"/>
                  </a:cubicBezTo>
                  <a:cubicBezTo>
                    <a:pt x="1132" y="46"/>
                    <a:pt x="973" y="0"/>
                    <a:pt x="81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30"/>
            <p:cNvSpPr/>
            <p:nvPr/>
          </p:nvSpPr>
          <p:spPr>
            <a:xfrm>
              <a:off x="5594575" y="4122050"/>
              <a:ext cx="85000" cy="53675"/>
            </a:xfrm>
            <a:custGeom>
              <a:avLst/>
              <a:gdLst/>
              <a:ahLst/>
              <a:cxnLst/>
              <a:rect l="l" t="t" r="r" b="b"/>
              <a:pathLst>
                <a:path w="3400" h="2147" extrusionOk="0">
                  <a:moveTo>
                    <a:pt x="372" y="0"/>
                  </a:moveTo>
                  <a:cubicBezTo>
                    <a:pt x="248" y="0"/>
                    <a:pt x="124" y="8"/>
                    <a:pt x="0" y="23"/>
                  </a:cubicBezTo>
                  <a:cubicBezTo>
                    <a:pt x="344" y="423"/>
                    <a:pt x="700" y="823"/>
                    <a:pt x="1078" y="1200"/>
                  </a:cubicBezTo>
                  <a:cubicBezTo>
                    <a:pt x="1278" y="1411"/>
                    <a:pt x="1478" y="1611"/>
                    <a:pt x="1733" y="1744"/>
                  </a:cubicBezTo>
                  <a:cubicBezTo>
                    <a:pt x="1933" y="1845"/>
                    <a:pt x="2144" y="1900"/>
                    <a:pt x="2366" y="1956"/>
                  </a:cubicBezTo>
                  <a:cubicBezTo>
                    <a:pt x="2529" y="1994"/>
                    <a:pt x="2855" y="2147"/>
                    <a:pt x="3070" y="2147"/>
                  </a:cubicBezTo>
                  <a:cubicBezTo>
                    <a:pt x="3106" y="2147"/>
                    <a:pt x="3138" y="2143"/>
                    <a:pt x="3166" y="2133"/>
                  </a:cubicBezTo>
                  <a:cubicBezTo>
                    <a:pt x="3400" y="2033"/>
                    <a:pt x="3222" y="1800"/>
                    <a:pt x="3133" y="1633"/>
                  </a:cubicBezTo>
                  <a:cubicBezTo>
                    <a:pt x="2877" y="1189"/>
                    <a:pt x="2533" y="800"/>
                    <a:pt x="2111" y="522"/>
                  </a:cubicBezTo>
                  <a:cubicBezTo>
                    <a:pt x="1594" y="181"/>
                    <a:pt x="984" y="0"/>
                    <a:pt x="37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30"/>
            <p:cNvSpPr/>
            <p:nvPr/>
          </p:nvSpPr>
          <p:spPr>
            <a:xfrm>
              <a:off x="5699275" y="4034550"/>
              <a:ext cx="43625" cy="93350"/>
            </a:xfrm>
            <a:custGeom>
              <a:avLst/>
              <a:gdLst/>
              <a:ahLst/>
              <a:cxnLst/>
              <a:rect l="l" t="t" r="r" b="b"/>
              <a:pathLst>
                <a:path w="1745" h="3734" extrusionOk="0">
                  <a:moveTo>
                    <a:pt x="1378" y="1"/>
                  </a:moveTo>
                  <a:cubicBezTo>
                    <a:pt x="945" y="534"/>
                    <a:pt x="545" y="1112"/>
                    <a:pt x="300" y="1745"/>
                  </a:cubicBezTo>
                  <a:cubicBezTo>
                    <a:pt x="178" y="2079"/>
                    <a:pt x="89" y="2423"/>
                    <a:pt x="56" y="2767"/>
                  </a:cubicBezTo>
                  <a:cubicBezTo>
                    <a:pt x="45" y="2923"/>
                    <a:pt x="0" y="3701"/>
                    <a:pt x="200" y="3733"/>
                  </a:cubicBezTo>
                  <a:cubicBezTo>
                    <a:pt x="203" y="3734"/>
                    <a:pt x="205" y="3734"/>
                    <a:pt x="208" y="3734"/>
                  </a:cubicBezTo>
                  <a:cubicBezTo>
                    <a:pt x="370" y="3734"/>
                    <a:pt x="791" y="3087"/>
                    <a:pt x="878" y="2967"/>
                  </a:cubicBezTo>
                  <a:cubicBezTo>
                    <a:pt x="1089" y="2678"/>
                    <a:pt x="1278" y="2378"/>
                    <a:pt x="1411" y="2056"/>
                  </a:cubicBezTo>
                  <a:cubicBezTo>
                    <a:pt x="1689" y="1401"/>
                    <a:pt x="1745" y="612"/>
                    <a:pt x="137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30"/>
            <p:cNvSpPr/>
            <p:nvPr/>
          </p:nvSpPr>
          <p:spPr>
            <a:xfrm>
              <a:off x="5664550" y="4070650"/>
              <a:ext cx="30300" cy="79525"/>
            </a:xfrm>
            <a:custGeom>
              <a:avLst/>
              <a:gdLst/>
              <a:ahLst/>
              <a:cxnLst/>
              <a:rect l="l" t="t" r="r" b="b"/>
              <a:pathLst>
                <a:path w="1212" h="3181" extrusionOk="0">
                  <a:moveTo>
                    <a:pt x="767" y="1"/>
                  </a:moveTo>
                  <a:cubicBezTo>
                    <a:pt x="234" y="679"/>
                    <a:pt x="1" y="1578"/>
                    <a:pt x="112" y="2423"/>
                  </a:cubicBezTo>
                  <a:cubicBezTo>
                    <a:pt x="139" y="2630"/>
                    <a:pt x="246" y="3180"/>
                    <a:pt x="487" y="3180"/>
                  </a:cubicBezTo>
                  <a:cubicBezTo>
                    <a:pt x="543" y="3180"/>
                    <a:pt x="607" y="3150"/>
                    <a:pt x="678" y="3079"/>
                  </a:cubicBezTo>
                  <a:cubicBezTo>
                    <a:pt x="945" y="2812"/>
                    <a:pt x="1067" y="2145"/>
                    <a:pt x="1122" y="1778"/>
                  </a:cubicBezTo>
                  <a:cubicBezTo>
                    <a:pt x="1211" y="1168"/>
                    <a:pt x="1112" y="512"/>
                    <a:pt x="7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30"/>
            <p:cNvSpPr/>
            <p:nvPr/>
          </p:nvSpPr>
          <p:spPr>
            <a:xfrm>
              <a:off x="5603175" y="4080750"/>
              <a:ext cx="37525" cy="21875"/>
            </a:xfrm>
            <a:custGeom>
              <a:avLst/>
              <a:gdLst/>
              <a:ahLst/>
              <a:cxnLst/>
              <a:rect l="l" t="t" r="r" b="b"/>
              <a:pathLst>
                <a:path w="1501" h="875" extrusionOk="0">
                  <a:moveTo>
                    <a:pt x="170" y="0"/>
                  </a:moveTo>
                  <a:cubicBezTo>
                    <a:pt x="113" y="0"/>
                    <a:pt x="56" y="9"/>
                    <a:pt x="0" y="31"/>
                  </a:cubicBezTo>
                  <a:cubicBezTo>
                    <a:pt x="334" y="386"/>
                    <a:pt x="934" y="853"/>
                    <a:pt x="1434" y="875"/>
                  </a:cubicBezTo>
                  <a:cubicBezTo>
                    <a:pt x="1501" y="631"/>
                    <a:pt x="867" y="297"/>
                    <a:pt x="689" y="186"/>
                  </a:cubicBezTo>
                  <a:cubicBezTo>
                    <a:pt x="529" y="93"/>
                    <a:pt x="349" y="0"/>
                    <a:pt x="17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30"/>
            <p:cNvSpPr/>
            <p:nvPr/>
          </p:nvSpPr>
          <p:spPr>
            <a:xfrm>
              <a:off x="5642600" y="4104700"/>
              <a:ext cx="87525" cy="89900"/>
            </a:xfrm>
            <a:custGeom>
              <a:avLst/>
              <a:gdLst/>
              <a:ahLst/>
              <a:cxnLst/>
              <a:rect l="l" t="t" r="r" b="b"/>
              <a:pathLst>
                <a:path w="3501" h="3596" extrusionOk="0">
                  <a:moveTo>
                    <a:pt x="2300" y="1"/>
                  </a:moveTo>
                  <a:cubicBezTo>
                    <a:pt x="2197" y="1"/>
                    <a:pt x="2101" y="79"/>
                    <a:pt x="2012" y="150"/>
                  </a:cubicBezTo>
                  <a:cubicBezTo>
                    <a:pt x="1756" y="372"/>
                    <a:pt x="1501" y="606"/>
                    <a:pt x="1234" y="828"/>
                  </a:cubicBezTo>
                  <a:cubicBezTo>
                    <a:pt x="1090" y="727"/>
                    <a:pt x="1267" y="461"/>
                    <a:pt x="1146" y="328"/>
                  </a:cubicBezTo>
                  <a:cubicBezTo>
                    <a:pt x="1116" y="298"/>
                    <a:pt x="1074" y="285"/>
                    <a:pt x="1032" y="285"/>
                  </a:cubicBezTo>
                  <a:cubicBezTo>
                    <a:pt x="994" y="285"/>
                    <a:pt x="955" y="296"/>
                    <a:pt x="923" y="317"/>
                  </a:cubicBezTo>
                  <a:cubicBezTo>
                    <a:pt x="857" y="350"/>
                    <a:pt x="801" y="416"/>
                    <a:pt x="756" y="483"/>
                  </a:cubicBezTo>
                  <a:cubicBezTo>
                    <a:pt x="501" y="850"/>
                    <a:pt x="245" y="1216"/>
                    <a:pt x="1" y="1594"/>
                  </a:cubicBezTo>
                  <a:cubicBezTo>
                    <a:pt x="423" y="1694"/>
                    <a:pt x="690" y="2116"/>
                    <a:pt x="867" y="2527"/>
                  </a:cubicBezTo>
                  <a:cubicBezTo>
                    <a:pt x="1033" y="2869"/>
                    <a:pt x="1247" y="3595"/>
                    <a:pt x="1697" y="3595"/>
                  </a:cubicBezTo>
                  <a:cubicBezTo>
                    <a:pt x="1730" y="3595"/>
                    <a:pt x="1765" y="3591"/>
                    <a:pt x="1800" y="3583"/>
                  </a:cubicBezTo>
                  <a:cubicBezTo>
                    <a:pt x="2378" y="3427"/>
                    <a:pt x="3045" y="3050"/>
                    <a:pt x="3378" y="2539"/>
                  </a:cubicBezTo>
                  <a:cubicBezTo>
                    <a:pt x="3456" y="2438"/>
                    <a:pt x="3501" y="2260"/>
                    <a:pt x="3378" y="2205"/>
                  </a:cubicBezTo>
                  <a:cubicBezTo>
                    <a:pt x="3357" y="2197"/>
                    <a:pt x="3335" y="2193"/>
                    <a:pt x="3314" y="2193"/>
                  </a:cubicBezTo>
                  <a:cubicBezTo>
                    <a:pt x="3280" y="2193"/>
                    <a:pt x="3246" y="2202"/>
                    <a:pt x="3212" y="2216"/>
                  </a:cubicBezTo>
                  <a:cubicBezTo>
                    <a:pt x="3008" y="2313"/>
                    <a:pt x="2813" y="2519"/>
                    <a:pt x="2605" y="2519"/>
                  </a:cubicBezTo>
                  <a:cubicBezTo>
                    <a:pt x="2574" y="2519"/>
                    <a:pt x="2543" y="2515"/>
                    <a:pt x="2511" y="2505"/>
                  </a:cubicBezTo>
                  <a:cubicBezTo>
                    <a:pt x="2823" y="2305"/>
                    <a:pt x="3089" y="2050"/>
                    <a:pt x="3289" y="1749"/>
                  </a:cubicBezTo>
                  <a:cubicBezTo>
                    <a:pt x="3334" y="1672"/>
                    <a:pt x="3378" y="1583"/>
                    <a:pt x="3356" y="1494"/>
                  </a:cubicBezTo>
                  <a:cubicBezTo>
                    <a:pt x="3325" y="1410"/>
                    <a:pt x="3231" y="1373"/>
                    <a:pt x="3135" y="1373"/>
                  </a:cubicBezTo>
                  <a:cubicBezTo>
                    <a:pt x="3092" y="1373"/>
                    <a:pt x="3049" y="1380"/>
                    <a:pt x="3012" y="1394"/>
                  </a:cubicBezTo>
                  <a:cubicBezTo>
                    <a:pt x="2845" y="1461"/>
                    <a:pt x="2711" y="1594"/>
                    <a:pt x="2578" y="1705"/>
                  </a:cubicBezTo>
                  <a:cubicBezTo>
                    <a:pt x="2465" y="1784"/>
                    <a:pt x="2331" y="1856"/>
                    <a:pt x="2198" y="1856"/>
                  </a:cubicBezTo>
                  <a:cubicBezTo>
                    <a:pt x="2161" y="1856"/>
                    <a:pt x="2125" y="1850"/>
                    <a:pt x="2089" y="1838"/>
                  </a:cubicBezTo>
                  <a:cubicBezTo>
                    <a:pt x="2345" y="1616"/>
                    <a:pt x="2600" y="1383"/>
                    <a:pt x="2845" y="1150"/>
                  </a:cubicBezTo>
                  <a:cubicBezTo>
                    <a:pt x="2967" y="1038"/>
                    <a:pt x="3089" y="850"/>
                    <a:pt x="2990" y="717"/>
                  </a:cubicBezTo>
                  <a:cubicBezTo>
                    <a:pt x="2950" y="661"/>
                    <a:pt x="2883" y="640"/>
                    <a:pt x="2812" y="640"/>
                  </a:cubicBezTo>
                  <a:cubicBezTo>
                    <a:pt x="2782" y="640"/>
                    <a:pt x="2752" y="644"/>
                    <a:pt x="2723" y="650"/>
                  </a:cubicBezTo>
                  <a:cubicBezTo>
                    <a:pt x="2334" y="705"/>
                    <a:pt x="2101" y="1127"/>
                    <a:pt x="1756" y="1317"/>
                  </a:cubicBezTo>
                  <a:cubicBezTo>
                    <a:pt x="1736" y="1332"/>
                    <a:pt x="1710" y="1340"/>
                    <a:pt x="1688" y="1340"/>
                  </a:cubicBezTo>
                  <a:cubicBezTo>
                    <a:pt x="1662" y="1340"/>
                    <a:pt x="1640" y="1329"/>
                    <a:pt x="1634" y="1305"/>
                  </a:cubicBezTo>
                  <a:cubicBezTo>
                    <a:pt x="1856" y="1083"/>
                    <a:pt x="2067" y="861"/>
                    <a:pt x="2289" y="639"/>
                  </a:cubicBezTo>
                  <a:cubicBezTo>
                    <a:pt x="2378" y="550"/>
                    <a:pt x="2467" y="461"/>
                    <a:pt x="2511" y="339"/>
                  </a:cubicBezTo>
                  <a:cubicBezTo>
                    <a:pt x="2545" y="216"/>
                    <a:pt x="2501" y="50"/>
                    <a:pt x="2378" y="16"/>
                  </a:cubicBezTo>
                  <a:cubicBezTo>
                    <a:pt x="2352" y="5"/>
                    <a:pt x="2325" y="1"/>
                    <a:pt x="230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30"/>
            <p:cNvSpPr/>
            <p:nvPr/>
          </p:nvSpPr>
          <p:spPr>
            <a:xfrm>
              <a:off x="5406825" y="4061325"/>
              <a:ext cx="291650" cy="237000"/>
            </a:xfrm>
            <a:custGeom>
              <a:avLst/>
              <a:gdLst/>
              <a:ahLst/>
              <a:cxnLst/>
              <a:rect l="l" t="t" r="r" b="b"/>
              <a:pathLst>
                <a:path w="11666" h="9480" extrusionOk="0">
                  <a:moveTo>
                    <a:pt x="9089" y="7662"/>
                  </a:moveTo>
                  <a:cubicBezTo>
                    <a:pt x="9084" y="7673"/>
                    <a:pt x="9080" y="7684"/>
                    <a:pt x="9076" y="7695"/>
                  </a:cubicBezTo>
                  <a:cubicBezTo>
                    <a:pt x="9081" y="7684"/>
                    <a:pt x="9085" y="7673"/>
                    <a:pt x="9089" y="7662"/>
                  </a:cubicBezTo>
                  <a:close/>
                  <a:moveTo>
                    <a:pt x="1594" y="0"/>
                  </a:moveTo>
                  <a:cubicBezTo>
                    <a:pt x="1439" y="0"/>
                    <a:pt x="1273" y="42"/>
                    <a:pt x="1090" y="141"/>
                  </a:cubicBezTo>
                  <a:cubicBezTo>
                    <a:pt x="634" y="386"/>
                    <a:pt x="356" y="897"/>
                    <a:pt x="234" y="1408"/>
                  </a:cubicBezTo>
                  <a:cubicBezTo>
                    <a:pt x="1" y="2374"/>
                    <a:pt x="334" y="3318"/>
                    <a:pt x="734" y="4185"/>
                  </a:cubicBezTo>
                  <a:cubicBezTo>
                    <a:pt x="1201" y="5217"/>
                    <a:pt x="1722" y="6239"/>
                    <a:pt x="2356" y="7162"/>
                  </a:cubicBezTo>
                  <a:cubicBezTo>
                    <a:pt x="2600" y="7506"/>
                    <a:pt x="2855" y="7828"/>
                    <a:pt x="3134" y="8128"/>
                  </a:cubicBezTo>
                  <a:cubicBezTo>
                    <a:pt x="3511" y="8528"/>
                    <a:pt x="3933" y="8883"/>
                    <a:pt x="4400" y="9172"/>
                  </a:cubicBezTo>
                  <a:cubicBezTo>
                    <a:pt x="4655" y="9317"/>
                    <a:pt x="4922" y="9450"/>
                    <a:pt x="5211" y="9473"/>
                  </a:cubicBezTo>
                  <a:cubicBezTo>
                    <a:pt x="5254" y="9477"/>
                    <a:pt x="5298" y="9479"/>
                    <a:pt x="5341" y="9479"/>
                  </a:cubicBezTo>
                  <a:cubicBezTo>
                    <a:pt x="5505" y="9479"/>
                    <a:pt x="5663" y="9447"/>
                    <a:pt x="5822" y="9394"/>
                  </a:cubicBezTo>
                  <a:cubicBezTo>
                    <a:pt x="6099" y="9317"/>
                    <a:pt x="6355" y="9184"/>
                    <a:pt x="6600" y="9028"/>
                  </a:cubicBezTo>
                  <a:lnTo>
                    <a:pt x="6600" y="9061"/>
                  </a:lnTo>
                  <a:cubicBezTo>
                    <a:pt x="7010" y="8883"/>
                    <a:pt x="7410" y="8683"/>
                    <a:pt x="7788" y="8473"/>
                  </a:cubicBezTo>
                  <a:lnTo>
                    <a:pt x="7788" y="8473"/>
                  </a:lnTo>
                  <a:cubicBezTo>
                    <a:pt x="7666" y="8650"/>
                    <a:pt x="7555" y="8839"/>
                    <a:pt x="7432" y="9017"/>
                  </a:cubicBezTo>
                  <a:cubicBezTo>
                    <a:pt x="8066" y="8528"/>
                    <a:pt x="8666" y="7972"/>
                    <a:pt x="9199" y="7362"/>
                  </a:cubicBezTo>
                  <a:lnTo>
                    <a:pt x="9199" y="7362"/>
                  </a:lnTo>
                  <a:cubicBezTo>
                    <a:pt x="9159" y="7462"/>
                    <a:pt x="9128" y="7562"/>
                    <a:pt x="9089" y="7662"/>
                  </a:cubicBezTo>
                  <a:lnTo>
                    <a:pt x="9089" y="7662"/>
                  </a:lnTo>
                  <a:cubicBezTo>
                    <a:pt x="9169" y="7485"/>
                    <a:pt x="9386" y="7401"/>
                    <a:pt x="9543" y="7306"/>
                  </a:cubicBezTo>
                  <a:cubicBezTo>
                    <a:pt x="9732" y="7195"/>
                    <a:pt x="9888" y="7039"/>
                    <a:pt x="10076" y="6906"/>
                  </a:cubicBezTo>
                  <a:cubicBezTo>
                    <a:pt x="10565" y="6562"/>
                    <a:pt x="11032" y="6173"/>
                    <a:pt x="11454" y="5762"/>
                  </a:cubicBezTo>
                  <a:cubicBezTo>
                    <a:pt x="11554" y="5662"/>
                    <a:pt x="11665" y="5506"/>
                    <a:pt x="11587" y="5384"/>
                  </a:cubicBezTo>
                  <a:cubicBezTo>
                    <a:pt x="11537" y="5306"/>
                    <a:pt x="11444" y="5298"/>
                    <a:pt x="11344" y="5298"/>
                  </a:cubicBezTo>
                  <a:cubicBezTo>
                    <a:pt x="11318" y="5298"/>
                    <a:pt x="11291" y="5299"/>
                    <a:pt x="11265" y="5299"/>
                  </a:cubicBezTo>
                  <a:cubicBezTo>
                    <a:pt x="11190" y="5299"/>
                    <a:pt x="11115" y="5294"/>
                    <a:pt x="11054" y="5262"/>
                  </a:cubicBezTo>
                  <a:cubicBezTo>
                    <a:pt x="11187" y="5217"/>
                    <a:pt x="11332" y="5162"/>
                    <a:pt x="11431" y="5062"/>
                  </a:cubicBezTo>
                  <a:cubicBezTo>
                    <a:pt x="11532" y="4962"/>
                    <a:pt x="11587" y="4795"/>
                    <a:pt x="11520" y="4674"/>
                  </a:cubicBezTo>
                  <a:cubicBezTo>
                    <a:pt x="11465" y="4551"/>
                    <a:pt x="11320" y="4506"/>
                    <a:pt x="11187" y="4484"/>
                  </a:cubicBezTo>
                  <a:cubicBezTo>
                    <a:pt x="11152" y="4481"/>
                    <a:pt x="11118" y="4479"/>
                    <a:pt x="11083" y="4479"/>
                  </a:cubicBezTo>
                  <a:cubicBezTo>
                    <a:pt x="10874" y="4479"/>
                    <a:pt x="10670" y="4537"/>
                    <a:pt x="10498" y="4651"/>
                  </a:cubicBezTo>
                  <a:cubicBezTo>
                    <a:pt x="10676" y="4496"/>
                    <a:pt x="10799" y="4284"/>
                    <a:pt x="10854" y="4051"/>
                  </a:cubicBezTo>
                  <a:cubicBezTo>
                    <a:pt x="10876" y="3929"/>
                    <a:pt x="10865" y="3773"/>
                    <a:pt x="10754" y="3718"/>
                  </a:cubicBezTo>
                  <a:cubicBezTo>
                    <a:pt x="10730" y="3706"/>
                    <a:pt x="10703" y="3701"/>
                    <a:pt x="10676" y="3701"/>
                  </a:cubicBezTo>
                  <a:cubicBezTo>
                    <a:pt x="10630" y="3701"/>
                    <a:pt x="10581" y="3715"/>
                    <a:pt x="10532" y="3729"/>
                  </a:cubicBezTo>
                  <a:cubicBezTo>
                    <a:pt x="10365" y="3795"/>
                    <a:pt x="10199" y="3896"/>
                    <a:pt x="10066" y="4029"/>
                  </a:cubicBezTo>
                  <a:cubicBezTo>
                    <a:pt x="10187" y="3840"/>
                    <a:pt x="10288" y="3640"/>
                    <a:pt x="10354" y="3429"/>
                  </a:cubicBezTo>
                  <a:cubicBezTo>
                    <a:pt x="10387" y="3351"/>
                    <a:pt x="10399" y="3262"/>
                    <a:pt x="10343" y="3207"/>
                  </a:cubicBezTo>
                  <a:cubicBezTo>
                    <a:pt x="10315" y="3186"/>
                    <a:pt x="10282" y="3178"/>
                    <a:pt x="10248" y="3178"/>
                  </a:cubicBezTo>
                  <a:cubicBezTo>
                    <a:pt x="10228" y="3178"/>
                    <a:pt x="10208" y="3181"/>
                    <a:pt x="10187" y="3185"/>
                  </a:cubicBezTo>
                  <a:cubicBezTo>
                    <a:pt x="9921" y="3240"/>
                    <a:pt x="9666" y="3373"/>
                    <a:pt x="9488" y="3573"/>
                  </a:cubicBezTo>
                  <a:cubicBezTo>
                    <a:pt x="9632" y="3296"/>
                    <a:pt x="9654" y="2963"/>
                    <a:pt x="9555" y="2674"/>
                  </a:cubicBezTo>
                  <a:lnTo>
                    <a:pt x="9555" y="2674"/>
                  </a:lnTo>
                  <a:cubicBezTo>
                    <a:pt x="8743" y="3318"/>
                    <a:pt x="7866" y="3829"/>
                    <a:pt x="6943" y="4240"/>
                  </a:cubicBezTo>
                  <a:cubicBezTo>
                    <a:pt x="6632" y="4385"/>
                    <a:pt x="6299" y="4518"/>
                    <a:pt x="5977" y="4640"/>
                  </a:cubicBezTo>
                  <a:cubicBezTo>
                    <a:pt x="5422" y="3929"/>
                    <a:pt x="4877" y="3207"/>
                    <a:pt x="4444" y="2430"/>
                  </a:cubicBezTo>
                  <a:cubicBezTo>
                    <a:pt x="3944" y="1751"/>
                    <a:pt x="3366" y="1119"/>
                    <a:pt x="2711" y="585"/>
                  </a:cubicBezTo>
                  <a:cubicBezTo>
                    <a:pt x="2347" y="302"/>
                    <a:pt x="2011" y="0"/>
                    <a:pt x="1594"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30"/>
            <p:cNvSpPr/>
            <p:nvPr/>
          </p:nvSpPr>
          <p:spPr>
            <a:xfrm>
              <a:off x="5470150" y="4204800"/>
              <a:ext cx="201925" cy="77250"/>
            </a:xfrm>
            <a:custGeom>
              <a:avLst/>
              <a:gdLst/>
              <a:ahLst/>
              <a:cxnLst/>
              <a:rect l="l" t="t" r="r" b="b"/>
              <a:pathLst>
                <a:path w="8077" h="3090" extrusionOk="0">
                  <a:moveTo>
                    <a:pt x="7965" y="1"/>
                  </a:moveTo>
                  <a:cubicBezTo>
                    <a:pt x="7488" y="967"/>
                    <a:pt x="6499" y="1690"/>
                    <a:pt x="5422" y="1833"/>
                  </a:cubicBezTo>
                  <a:cubicBezTo>
                    <a:pt x="5409" y="1830"/>
                    <a:pt x="5397" y="1829"/>
                    <a:pt x="5386" y="1829"/>
                  </a:cubicBezTo>
                  <a:cubicBezTo>
                    <a:pt x="5358" y="1829"/>
                    <a:pt x="5334" y="1837"/>
                    <a:pt x="5311" y="1845"/>
                  </a:cubicBezTo>
                  <a:lnTo>
                    <a:pt x="5077" y="1989"/>
                  </a:lnTo>
                  <a:lnTo>
                    <a:pt x="5344" y="1956"/>
                  </a:lnTo>
                  <a:lnTo>
                    <a:pt x="5422" y="1956"/>
                  </a:lnTo>
                  <a:cubicBezTo>
                    <a:pt x="5444" y="1967"/>
                    <a:pt x="5466" y="2001"/>
                    <a:pt x="5466" y="2033"/>
                  </a:cubicBezTo>
                  <a:cubicBezTo>
                    <a:pt x="5477" y="2112"/>
                    <a:pt x="5410" y="2178"/>
                    <a:pt x="5366" y="2223"/>
                  </a:cubicBezTo>
                  <a:cubicBezTo>
                    <a:pt x="5133" y="2433"/>
                    <a:pt x="4810" y="2500"/>
                    <a:pt x="4499" y="2544"/>
                  </a:cubicBezTo>
                  <a:cubicBezTo>
                    <a:pt x="4455" y="2556"/>
                    <a:pt x="4410" y="2556"/>
                    <a:pt x="4366" y="2556"/>
                  </a:cubicBezTo>
                  <a:cubicBezTo>
                    <a:pt x="4289" y="2459"/>
                    <a:pt x="4161" y="2396"/>
                    <a:pt x="4034" y="2396"/>
                  </a:cubicBezTo>
                  <a:cubicBezTo>
                    <a:pt x="4015" y="2396"/>
                    <a:pt x="3996" y="2398"/>
                    <a:pt x="3978" y="2400"/>
                  </a:cubicBezTo>
                  <a:lnTo>
                    <a:pt x="3889" y="2411"/>
                  </a:lnTo>
                  <a:lnTo>
                    <a:pt x="3933" y="2489"/>
                  </a:lnTo>
                  <a:cubicBezTo>
                    <a:pt x="3966" y="2567"/>
                    <a:pt x="4055" y="2656"/>
                    <a:pt x="4233" y="2678"/>
                  </a:cubicBezTo>
                  <a:cubicBezTo>
                    <a:pt x="3924" y="2865"/>
                    <a:pt x="3548" y="2964"/>
                    <a:pt x="3148" y="2964"/>
                  </a:cubicBezTo>
                  <a:cubicBezTo>
                    <a:pt x="2886" y="2964"/>
                    <a:pt x="2613" y="2921"/>
                    <a:pt x="2344" y="2833"/>
                  </a:cubicBezTo>
                  <a:cubicBezTo>
                    <a:pt x="1767" y="2656"/>
                    <a:pt x="1211" y="2267"/>
                    <a:pt x="633" y="1678"/>
                  </a:cubicBezTo>
                  <a:cubicBezTo>
                    <a:pt x="445" y="1500"/>
                    <a:pt x="245" y="1278"/>
                    <a:pt x="112" y="1011"/>
                  </a:cubicBezTo>
                  <a:lnTo>
                    <a:pt x="1" y="1067"/>
                  </a:lnTo>
                  <a:cubicBezTo>
                    <a:pt x="145" y="1345"/>
                    <a:pt x="356" y="1578"/>
                    <a:pt x="545" y="1767"/>
                  </a:cubicBezTo>
                  <a:cubicBezTo>
                    <a:pt x="1134" y="2367"/>
                    <a:pt x="1711" y="2756"/>
                    <a:pt x="2311" y="2956"/>
                  </a:cubicBezTo>
                  <a:cubicBezTo>
                    <a:pt x="2589" y="3045"/>
                    <a:pt x="2867" y="3089"/>
                    <a:pt x="3144" y="3089"/>
                  </a:cubicBezTo>
                  <a:cubicBezTo>
                    <a:pt x="3611" y="3089"/>
                    <a:pt x="4044" y="2956"/>
                    <a:pt x="4400" y="2712"/>
                  </a:cubicBezTo>
                  <a:lnTo>
                    <a:pt x="4444" y="2678"/>
                  </a:lnTo>
                  <a:lnTo>
                    <a:pt x="4433" y="2678"/>
                  </a:lnTo>
                  <a:cubicBezTo>
                    <a:pt x="4466" y="2667"/>
                    <a:pt x="4489" y="2667"/>
                    <a:pt x="4522" y="2667"/>
                  </a:cubicBezTo>
                  <a:cubicBezTo>
                    <a:pt x="4833" y="2611"/>
                    <a:pt x="5188" y="2544"/>
                    <a:pt x="5444" y="2312"/>
                  </a:cubicBezTo>
                  <a:cubicBezTo>
                    <a:pt x="5544" y="2223"/>
                    <a:pt x="5600" y="2122"/>
                    <a:pt x="5588" y="2023"/>
                  </a:cubicBezTo>
                  <a:cubicBezTo>
                    <a:pt x="5588" y="1989"/>
                    <a:pt x="5577" y="1956"/>
                    <a:pt x="5555" y="1934"/>
                  </a:cubicBezTo>
                  <a:cubicBezTo>
                    <a:pt x="6622" y="1745"/>
                    <a:pt x="7599" y="1023"/>
                    <a:pt x="8076" y="45"/>
                  </a:cubicBezTo>
                  <a:lnTo>
                    <a:pt x="796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30"/>
            <p:cNvSpPr/>
            <p:nvPr/>
          </p:nvSpPr>
          <p:spPr>
            <a:xfrm>
              <a:off x="5541250" y="4185375"/>
              <a:ext cx="6950" cy="34725"/>
            </a:xfrm>
            <a:custGeom>
              <a:avLst/>
              <a:gdLst/>
              <a:ahLst/>
              <a:cxnLst/>
              <a:rect l="l" t="t" r="r" b="b"/>
              <a:pathLst>
                <a:path w="278" h="1389" extrusionOk="0">
                  <a:moveTo>
                    <a:pt x="167" y="0"/>
                  </a:moveTo>
                  <a:cubicBezTo>
                    <a:pt x="33" y="356"/>
                    <a:pt x="1" y="744"/>
                    <a:pt x="78" y="1111"/>
                  </a:cubicBezTo>
                  <a:lnTo>
                    <a:pt x="134" y="1389"/>
                  </a:lnTo>
                  <a:lnTo>
                    <a:pt x="211" y="1045"/>
                  </a:lnTo>
                  <a:lnTo>
                    <a:pt x="189" y="1033"/>
                  </a:lnTo>
                  <a:cubicBezTo>
                    <a:pt x="122" y="711"/>
                    <a:pt x="156" y="356"/>
                    <a:pt x="278" y="45"/>
                  </a:cubicBezTo>
                  <a:lnTo>
                    <a:pt x="16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30"/>
            <p:cNvSpPr/>
            <p:nvPr/>
          </p:nvSpPr>
          <p:spPr>
            <a:xfrm>
              <a:off x="5554850" y="4185925"/>
              <a:ext cx="8100" cy="26400"/>
            </a:xfrm>
            <a:custGeom>
              <a:avLst/>
              <a:gdLst/>
              <a:ahLst/>
              <a:cxnLst/>
              <a:rect l="l" t="t" r="r" b="b"/>
              <a:pathLst>
                <a:path w="324" h="1056" extrusionOk="0">
                  <a:moveTo>
                    <a:pt x="79" y="1"/>
                  </a:moveTo>
                  <a:lnTo>
                    <a:pt x="79" y="1"/>
                  </a:lnTo>
                  <a:cubicBezTo>
                    <a:pt x="0" y="345"/>
                    <a:pt x="45" y="734"/>
                    <a:pt x="223" y="1055"/>
                  </a:cubicBezTo>
                  <a:lnTo>
                    <a:pt x="323" y="1000"/>
                  </a:lnTo>
                  <a:cubicBezTo>
                    <a:pt x="168" y="700"/>
                    <a:pt x="123" y="345"/>
                    <a:pt x="200" y="23"/>
                  </a:cubicBezTo>
                  <a:lnTo>
                    <a:pt x="7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30"/>
            <p:cNvSpPr/>
            <p:nvPr/>
          </p:nvSpPr>
          <p:spPr>
            <a:xfrm>
              <a:off x="5418775" y="4093175"/>
              <a:ext cx="6975" cy="18050"/>
            </a:xfrm>
            <a:custGeom>
              <a:avLst/>
              <a:gdLst/>
              <a:ahLst/>
              <a:cxnLst/>
              <a:rect l="l" t="t" r="r" b="b"/>
              <a:pathLst>
                <a:path w="279" h="722" extrusionOk="0">
                  <a:moveTo>
                    <a:pt x="101" y="0"/>
                  </a:moveTo>
                  <a:lnTo>
                    <a:pt x="101" y="0"/>
                  </a:lnTo>
                  <a:cubicBezTo>
                    <a:pt x="0" y="233"/>
                    <a:pt x="34" y="522"/>
                    <a:pt x="189" y="722"/>
                  </a:cubicBezTo>
                  <a:lnTo>
                    <a:pt x="278" y="655"/>
                  </a:lnTo>
                  <a:cubicBezTo>
                    <a:pt x="145" y="489"/>
                    <a:pt x="123" y="245"/>
                    <a:pt x="212" y="45"/>
                  </a:cubicBezTo>
                  <a:lnTo>
                    <a:pt x="101"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30"/>
            <p:cNvSpPr/>
            <p:nvPr/>
          </p:nvSpPr>
          <p:spPr>
            <a:xfrm>
              <a:off x="5423500" y="4122325"/>
              <a:ext cx="6125" cy="8900"/>
            </a:xfrm>
            <a:custGeom>
              <a:avLst/>
              <a:gdLst/>
              <a:ahLst/>
              <a:cxnLst/>
              <a:rect l="l" t="t" r="r" b="b"/>
              <a:pathLst>
                <a:path w="245" h="356" extrusionOk="0">
                  <a:moveTo>
                    <a:pt x="112" y="0"/>
                  </a:moveTo>
                  <a:lnTo>
                    <a:pt x="0" y="45"/>
                  </a:lnTo>
                  <a:lnTo>
                    <a:pt x="134" y="356"/>
                  </a:lnTo>
                  <a:lnTo>
                    <a:pt x="245" y="311"/>
                  </a:lnTo>
                  <a:lnTo>
                    <a:pt x="112"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30"/>
            <p:cNvSpPr/>
            <p:nvPr/>
          </p:nvSpPr>
          <p:spPr>
            <a:xfrm>
              <a:off x="5431825" y="4114550"/>
              <a:ext cx="5025" cy="5850"/>
            </a:xfrm>
            <a:custGeom>
              <a:avLst/>
              <a:gdLst/>
              <a:ahLst/>
              <a:cxnLst/>
              <a:rect l="l" t="t" r="r" b="b"/>
              <a:pathLst>
                <a:path w="201" h="234" extrusionOk="0">
                  <a:moveTo>
                    <a:pt x="100" y="0"/>
                  </a:moveTo>
                  <a:lnTo>
                    <a:pt x="1" y="56"/>
                  </a:lnTo>
                  <a:lnTo>
                    <a:pt x="100" y="234"/>
                  </a:lnTo>
                  <a:lnTo>
                    <a:pt x="201" y="178"/>
                  </a:lnTo>
                  <a:lnTo>
                    <a:pt x="10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30"/>
            <p:cNvSpPr/>
            <p:nvPr/>
          </p:nvSpPr>
          <p:spPr>
            <a:xfrm>
              <a:off x="5668450" y="4201725"/>
              <a:ext cx="87775" cy="88225"/>
            </a:xfrm>
            <a:custGeom>
              <a:avLst/>
              <a:gdLst/>
              <a:ahLst/>
              <a:cxnLst/>
              <a:rect l="l" t="t" r="r" b="b"/>
              <a:pathLst>
                <a:path w="3511" h="3529" extrusionOk="0">
                  <a:moveTo>
                    <a:pt x="1986" y="0"/>
                  </a:moveTo>
                  <a:cubicBezTo>
                    <a:pt x="1761" y="0"/>
                    <a:pt x="1514" y="61"/>
                    <a:pt x="1211" y="112"/>
                  </a:cubicBezTo>
                  <a:cubicBezTo>
                    <a:pt x="1134" y="124"/>
                    <a:pt x="1045" y="135"/>
                    <a:pt x="978" y="191"/>
                  </a:cubicBezTo>
                  <a:cubicBezTo>
                    <a:pt x="900" y="235"/>
                    <a:pt x="855" y="324"/>
                    <a:pt x="889" y="401"/>
                  </a:cubicBezTo>
                  <a:cubicBezTo>
                    <a:pt x="944" y="579"/>
                    <a:pt x="1289" y="535"/>
                    <a:pt x="1311" y="724"/>
                  </a:cubicBezTo>
                  <a:cubicBezTo>
                    <a:pt x="978" y="857"/>
                    <a:pt x="645" y="990"/>
                    <a:pt x="311" y="1134"/>
                  </a:cubicBezTo>
                  <a:cubicBezTo>
                    <a:pt x="178" y="1190"/>
                    <a:pt x="33" y="1268"/>
                    <a:pt x="11" y="1401"/>
                  </a:cubicBezTo>
                  <a:cubicBezTo>
                    <a:pt x="0" y="1534"/>
                    <a:pt x="122" y="1657"/>
                    <a:pt x="255" y="1679"/>
                  </a:cubicBezTo>
                  <a:cubicBezTo>
                    <a:pt x="280" y="1683"/>
                    <a:pt x="304" y="1685"/>
                    <a:pt x="329" y="1685"/>
                  </a:cubicBezTo>
                  <a:cubicBezTo>
                    <a:pt x="437" y="1685"/>
                    <a:pt x="545" y="1649"/>
                    <a:pt x="645" y="1613"/>
                  </a:cubicBezTo>
                  <a:cubicBezTo>
                    <a:pt x="956" y="1512"/>
                    <a:pt x="1267" y="1413"/>
                    <a:pt x="1566" y="1312"/>
                  </a:cubicBezTo>
                  <a:lnTo>
                    <a:pt x="1566" y="1312"/>
                  </a:lnTo>
                  <a:cubicBezTo>
                    <a:pt x="1611" y="1346"/>
                    <a:pt x="1578" y="1401"/>
                    <a:pt x="1533" y="1435"/>
                  </a:cubicBezTo>
                  <a:cubicBezTo>
                    <a:pt x="1189" y="1668"/>
                    <a:pt x="689" y="1690"/>
                    <a:pt x="445" y="2023"/>
                  </a:cubicBezTo>
                  <a:cubicBezTo>
                    <a:pt x="389" y="2112"/>
                    <a:pt x="344" y="2223"/>
                    <a:pt x="389" y="2312"/>
                  </a:cubicBezTo>
                  <a:cubicBezTo>
                    <a:pt x="431" y="2396"/>
                    <a:pt x="519" y="2425"/>
                    <a:pt x="615" y="2425"/>
                  </a:cubicBezTo>
                  <a:cubicBezTo>
                    <a:pt x="696" y="2425"/>
                    <a:pt x="784" y="2404"/>
                    <a:pt x="855" y="2379"/>
                  </a:cubicBezTo>
                  <a:cubicBezTo>
                    <a:pt x="1200" y="2257"/>
                    <a:pt x="1533" y="2124"/>
                    <a:pt x="1867" y="1979"/>
                  </a:cubicBezTo>
                  <a:lnTo>
                    <a:pt x="1867" y="1979"/>
                  </a:lnTo>
                  <a:cubicBezTo>
                    <a:pt x="1833" y="2168"/>
                    <a:pt x="1667" y="2301"/>
                    <a:pt x="1500" y="2379"/>
                  </a:cubicBezTo>
                  <a:cubicBezTo>
                    <a:pt x="1333" y="2457"/>
                    <a:pt x="1156" y="2512"/>
                    <a:pt x="1011" y="2645"/>
                  </a:cubicBezTo>
                  <a:cubicBezTo>
                    <a:pt x="911" y="2734"/>
                    <a:pt x="845" y="2912"/>
                    <a:pt x="956" y="3012"/>
                  </a:cubicBezTo>
                  <a:cubicBezTo>
                    <a:pt x="1003" y="3059"/>
                    <a:pt x="1066" y="3073"/>
                    <a:pt x="1131" y="3073"/>
                  </a:cubicBezTo>
                  <a:cubicBezTo>
                    <a:pt x="1158" y="3073"/>
                    <a:pt x="1185" y="3071"/>
                    <a:pt x="1211" y="3067"/>
                  </a:cubicBezTo>
                  <a:cubicBezTo>
                    <a:pt x="1589" y="3023"/>
                    <a:pt x="1956" y="2890"/>
                    <a:pt x="2277" y="2690"/>
                  </a:cubicBezTo>
                  <a:lnTo>
                    <a:pt x="2277" y="2690"/>
                  </a:lnTo>
                  <a:cubicBezTo>
                    <a:pt x="2244" y="2968"/>
                    <a:pt x="1900" y="3045"/>
                    <a:pt x="1689" y="3212"/>
                  </a:cubicBezTo>
                  <a:cubicBezTo>
                    <a:pt x="1645" y="3257"/>
                    <a:pt x="1600" y="3301"/>
                    <a:pt x="1600" y="3368"/>
                  </a:cubicBezTo>
                  <a:cubicBezTo>
                    <a:pt x="1600" y="3479"/>
                    <a:pt x="1725" y="3529"/>
                    <a:pt x="1844" y="3529"/>
                  </a:cubicBezTo>
                  <a:cubicBezTo>
                    <a:pt x="1867" y="3529"/>
                    <a:pt x="1890" y="3527"/>
                    <a:pt x="1911" y="3523"/>
                  </a:cubicBezTo>
                  <a:cubicBezTo>
                    <a:pt x="2467" y="3457"/>
                    <a:pt x="3255" y="3090"/>
                    <a:pt x="3444" y="2512"/>
                  </a:cubicBezTo>
                  <a:cubicBezTo>
                    <a:pt x="3511" y="2301"/>
                    <a:pt x="3511" y="2068"/>
                    <a:pt x="3477" y="1835"/>
                  </a:cubicBezTo>
                  <a:cubicBezTo>
                    <a:pt x="3400" y="1279"/>
                    <a:pt x="3133" y="757"/>
                    <a:pt x="2744" y="357"/>
                  </a:cubicBezTo>
                  <a:cubicBezTo>
                    <a:pt x="2481" y="82"/>
                    <a:pt x="2248" y="0"/>
                    <a:pt x="198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13">
          <a:extLst>
            <a:ext uri="{FF2B5EF4-FFF2-40B4-BE49-F238E27FC236}">
              <a16:creationId xmlns:a16="http://schemas.microsoft.com/office/drawing/2014/main" id="{0B59D4B9-4E96-C30A-8C8D-2DDE88BFB21B}"/>
            </a:ext>
          </a:extLst>
        </p:cNvPr>
        <p:cNvGrpSpPr/>
        <p:nvPr/>
      </p:nvGrpSpPr>
      <p:grpSpPr>
        <a:xfrm>
          <a:off x="0" y="0"/>
          <a:ext cx="0" cy="0"/>
          <a:chOff x="0" y="0"/>
          <a:chExt cx="0" cy="0"/>
        </a:xfrm>
      </p:grpSpPr>
      <p:sp>
        <p:nvSpPr>
          <p:cNvPr id="614" name="Google Shape;614;p32">
            <a:extLst>
              <a:ext uri="{FF2B5EF4-FFF2-40B4-BE49-F238E27FC236}">
                <a16:creationId xmlns:a16="http://schemas.microsoft.com/office/drawing/2014/main" id="{B8EE2EA2-0289-17C6-E04C-DF9295DF3957}"/>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615" name="Google Shape;615;p32">
            <a:extLst>
              <a:ext uri="{FF2B5EF4-FFF2-40B4-BE49-F238E27FC236}">
                <a16:creationId xmlns:a16="http://schemas.microsoft.com/office/drawing/2014/main" id="{89411911-FD07-F043-C615-0ACAA48FB22C}"/>
              </a:ext>
            </a:extLst>
          </p:cNvPr>
          <p:cNvSpPr/>
          <p:nvPr/>
        </p:nvSpPr>
        <p:spPr>
          <a:xfrm>
            <a:off x="748363" y="1695738"/>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6" name="Google Shape;616;p32">
            <a:extLst>
              <a:ext uri="{FF2B5EF4-FFF2-40B4-BE49-F238E27FC236}">
                <a16:creationId xmlns:a16="http://schemas.microsoft.com/office/drawing/2014/main" id="{2EB72C48-1784-752E-3854-D25F50A0AC01}"/>
              </a:ext>
            </a:extLst>
          </p:cNvPr>
          <p:cNvSpPr/>
          <p:nvPr/>
        </p:nvSpPr>
        <p:spPr>
          <a:xfrm rot="10800000" flipH="1">
            <a:off x="4659013" y="1695738"/>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7" name="Google Shape;617;p32">
            <a:extLst>
              <a:ext uri="{FF2B5EF4-FFF2-40B4-BE49-F238E27FC236}">
                <a16:creationId xmlns:a16="http://schemas.microsoft.com/office/drawing/2014/main" id="{7C5E2756-7CE1-92E1-2948-3E69A2091534}"/>
              </a:ext>
            </a:extLst>
          </p:cNvPr>
          <p:cNvSpPr/>
          <p:nvPr/>
        </p:nvSpPr>
        <p:spPr>
          <a:xfrm flipH="1">
            <a:off x="748363" y="3177000"/>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8" name="Google Shape;618;p32">
            <a:extLst>
              <a:ext uri="{FF2B5EF4-FFF2-40B4-BE49-F238E27FC236}">
                <a16:creationId xmlns:a16="http://schemas.microsoft.com/office/drawing/2014/main" id="{37C8BF54-F653-A65F-74F3-3F1CF37F999E}"/>
              </a:ext>
            </a:extLst>
          </p:cNvPr>
          <p:cNvSpPr/>
          <p:nvPr/>
        </p:nvSpPr>
        <p:spPr>
          <a:xfrm rot="10800000">
            <a:off x="4659013" y="3177000"/>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9" name="Google Shape;619;p32">
            <a:extLst>
              <a:ext uri="{FF2B5EF4-FFF2-40B4-BE49-F238E27FC236}">
                <a16:creationId xmlns:a16="http://schemas.microsoft.com/office/drawing/2014/main" id="{31B6A015-BCC6-B45C-B3B6-4C98BE227E87}"/>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 of Contents</a:t>
            </a:r>
            <a:endParaRPr/>
          </a:p>
        </p:txBody>
      </p:sp>
      <p:sp>
        <p:nvSpPr>
          <p:cNvPr id="620" name="Google Shape;620;p32">
            <a:extLst>
              <a:ext uri="{FF2B5EF4-FFF2-40B4-BE49-F238E27FC236}">
                <a16:creationId xmlns:a16="http://schemas.microsoft.com/office/drawing/2014/main" id="{E15D8310-48FF-A1FF-629C-3687C16F5F70}"/>
              </a:ext>
            </a:extLst>
          </p:cNvPr>
          <p:cNvSpPr txBox="1">
            <a:spLocks noGrp="1"/>
          </p:cNvSpPr>
          <p:nvPr>
            <p:ph type="subTitle" idx="1"/>
          </p:nvPr>
        </p:nvSpPr>
        <p:spPr>
          <a:xfrm>
            <a:off x="2107350" y="22316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What</a:t>
            </a:r>
            <a:r>
              <a:rPr lang="pl-PL" dirty="0"/>
              <a:t> I </a:t>
            </a:r>
            <a:r>
              <a:rPr lang="pl-PL" dirty="0" err="1"/>
              <a:t>decided</a:t>
            </a:r>
            <a:r>
              <a:rPr lang="pl-PL" dirty="0"/>
              <a:t> to </a:t>
            </a:r>
            <a:r>
              <a:rPr lang="pl-PL" dirty="0" err="1"/>
              <a:t>work</a:t>
            </a:r>
            <a:r>
              <a:rPr lang="pl-PL" dirty="0"/>
              <a:t> on?</a:t>
            </a:r>
            <a:endParaRPr dirty="0"/>
          </a:p>
        </p:txBody>
      </p:sp>
      <p:sp>
        <p:nvSpPr>
          <p:cNvPr id="621" name="Google Shape;621;p32">
            <a:extLst>
              <a:ext uri="{FF2B5EF4-FFF2-40B4-BE49-F238E27FC236}">
                <a16:creationId xmlns:a16="http://schemas.microsoft.com/office/drawing/2014/main" id="{B9813FD2-B24B-DB4D-3C7C-5FD242841054}"/>
              </a:ext>
            </a:extLst>
          </p:cNvPr>
          <p:cNvSpPr txBox="1">
            <a:spLocks noGrp="1"/>
          </p:cNvSpPr>
          <p:nvPr>
            <p:ph type="title" idx="2"/>
          </p:nvPr>
        </p:nvSpPr>
        <p:spPr>
          <a:xfrm>
            <a:off x="820500" y="1880150"/>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622" name="Google Shape;622;p32">
            <a:extLst>
              <a:ext uri="{FF2B5EF4-FFF2-40B4-BE49-F238E27FC236}">
                <a16:creationId xmlns:a16="http://schemas.microsoft.com/office/drawing/2014/main" id="{9516F0C6-AD15-229A-5057-037264E04966}"/>
              </a:ext>
            </a:extLst>
          </p:cNvPr>
          <p:cNvSpPr txBox="1">
            <a:spLocks noGrp="1"/>
          </p:cNvSpPr>
          <p:nvPr>
            <p:ph type="subTitle" idx="3"/>
          </p:nvPr>
        </p:nvSpPr>
        <p:spPr>
          <a:xfrm>
            <a:off x="2107350" y="18096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Introduction</a:t>
            </a:r>
            <a:endParaRPr dirty="0"/>
          </a:p>
        </p:txBody>
      </p:sp>
      <p:sp>
        <p:nvSpPr>
          <p:cNvPr id="623" name="Google Shape;623;p32">
            <a:extLst>
              <a:ext uri="{FF2B5EF4-FFF2-40B4-BE49-F238E27FC236}">
                <a16:creationId xmlns:a16="http://schemas.microsoft.com/office/drawing/2014/main" id="{FBE937FD-0CF1-CB8C-6231-B4EAF34E7C4D}"/>
              </a:ext>
            </a:extLst>
          </p:cNvPr>
          <p:cNvSpPr txBox="1">
            <a:spLocks noGrp="1"/>
          </p:cNvSpPr>
          <p:nvPr>
            <p:ph type="title" idx="4"/>
          </p:nvPr>
        </p:nvSpPr>
        <p:spPr>
          <a:xfrm>
            <a:off x="4731150" y="1880150"/>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624" name="Google Shape;624;p32">
            <a:extLst>
              <a:ext uri="{FF2B5EF4-FFF2-40B4-BE49-F238E27FC236}">
                <a16:creationId xmlns:a16="http://schemas.microsoft.com/office/drawing/2014/main" id="{A8657BBF-E7C4-ADF7-39D9-F4EA544D1730}"/>
              </a:ext>
            </a:extLst>
          </p:cNvPr>
          <p:cNvSpPr txBox="1">
            <a:spLocks noGrp="1"/>
          </p:cNvSpPr>
          <p:nvPr>
            <p:ph type="subTitle" idx="5"/>
          </p:nvPr>
        </p:nvSpPr>
        <p:spPr>
          <a:xfrm>
            <a:off x="6018000" y="2382249"/>
            <a:ext cx="2364000" cy="641375"/>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What</a:t>
            </a:r>
            <a:r>
              <a:rPr lang="pl-PL" dirty="0"/>
              <a:t> </a:t>
            </a:r>
            <a:r>
              <a:rPr lang="pl-PL" dirty="0" err="1"/>
              <a:t>Topic</a:t>
            </a:r>
            <a:r>
              <a:rPr lang="pl-PL" dirty="0"/>
              <a:t> </a:t>
            </a:r>
            <a:r>
              <a:rPr lang="pl-PL" dirty="0" err="1"/>
              <a:t>Modelling</a:t>
            </a:r>
            <a:r>
              <a:rPr lang="pl-PL" dirty="0"/>
              <a:t> </a:t>
            </a:r>
            <a:r>
              <a:rPr lang="pl-PL" dirty="0" err="1"/>
              <a:t>Methods</a:t>
            </a:r>
            <a:r>
              <a:rPr lang="pl-PL" dirty="0"/>
              <a:t> </a:t>
            </a:r>
            <a:r>
              <a:rPr lang="pl-PL" dirty="0" err="1"/>
              <a:t>have</a:t>
            </a:r>
            <a:r>
              <a:rPr lang="pl-PL" dirty="0"/>
              <a:t> </a:t>
            </a:r>
            <a:r>
              <a:rPr lang="pl-PL" dirty="0" err="1"/>
              <a:t>been</a:t>
            </a:r>
            <a:r>
              <a:rPr lang="pl-PL" dirty="0"/>
              <a:t> </a:t>
            </a:r>
            <a:r>
              <a:rPr lang="pl-PL" dirty="0" err="1"/>
              <a:t>used</a:t>
            </a:r>
            <a:r>
              <a:rPr lang="pl-PL" dirty="0"/>
              <a:t>?</a:t>
            </a:r>
            <a:endParaRPr dirty="0"/>
          </a:p>
        </p:txBody>
      </p:sp>
      <p:sp>
        <p:nvSpPr>
          <p:cNvPr id="625" name="Google Shape;625;p32">
            <a:extLst>
              <a:ext uri="{FF2B5EF4-FFF2-40B4-BE49-F238E27FC236}">
                <a16:creationId xmlns:a16="http://schemas.microsoft.com/office/drawing/2014/main" id="{A013FB51-D8A0-C5C2-2E4B-6AF2E6FADB4D}"/>
              </a:ext>
            </a:extLst>
          </p:cNvPr>
          <p:cNvSpPr txBox="1">
            <a:spLocks noGrp="1"/>
          </p:cNvSpPr>
          <p:nvPr>
            <p:ph type="subTitle" idx="6"/>
          </p:nvPr>
        </p:nvSpPr>
        <p:spPr>
          <a:xfrm>
            <a:off x="6018000" y="18096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Technicals</a:t>
            </a:r>
            <a:endParaRPr dirty="0"/>
          </a:p>
        </p:txBody>
      </p:sp>
      <p:sp>
        <p:nvSpPr>
          <p:cNvPr id="626" name="Google Shape;626;p32">
            <a:extLst>
              <a:ext uri="{FF2B5EF4-FFF2-40B4-BE49-F238E27FC236}">
                <a16:creationId xmlns:a16="http://schemas.microsoft.com/office/drawing/2014/main" id="{5BFD0760-07A5-6301-57EC-9B16694F697E}"/>
              </a:ext>
            </a:extLst>
          </p:cNvPr>
          <p:cNvSpPr txBox="1">
            <a:spLocks noGrp="1"/>
          </p:cNvSpPr>
          <p:nvPr>
            <p:ph type="title" idx="7"/>
          </p:nvPr>
        </p:nvSpPr>
        <p:spPr>
          <a:xfrm>
            <a:off x="820500" y="3411425"/>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627" name="Google Shape;627;p32">
            <a:extLst>
              <a:ext uri="{FF2B5EF4-FFF2-40B4-BE49-F238E27FC236}">
                <a16:creationId xmlns:a16="http://schemas.microsoft.com/office/drawing/2014/main" id="{5FEC6ADF-4033-ABD5-82D8-47443BD215AC}"/>
              </a:ext>
            </a:extLst>
          </p:cNvPr>
          <p:cNvSpPr txBox="1">
            <a:spLocks noGrp="1"/>
          </p:cNvSpPr>
          <p:nvPr>
            <p:ph type="subTitle" idx="8"/>
          </p:nvPr>
        </p:nvSpPr>
        <p:spPr>
          <a:xfrm>
            <a:off x="2107350" y="37448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What</a:t>
            </a:r>
            <a:r>
              <a:rPr lang="pl-PL" dirty="0"/>
              <a:t> I was </a:t>
            </a:r>
            <a:r>
              <a:rPr lang="pl-PL" dirty="0" err="1"/>
              <a:t>able</a:t>
            </a:r>
            <a:r>
              <a:rPr lang="pl-PL" dirty="0"/>
              <a:t> to </a:t>
            </a:r>
            <a:r>
              <a:rPr lang="pl-PL" dirty="0" err="1"/>
              <a:t>achieve</a:t>
            </a:r>
            <a:endParaRPr dirty="0"/>
          </a:p>
        </p:txBody>
      </p:sp>
      <p:sp>
        <p:nvSpPr>
          <p:cNvPr id="628" name="Google Shape;628;p32">
            <a:extLst>
              <a:ext uri="{FF2B5EF4-FFF2-40B4-BE49-F238E27FC236}">
                <a16:creationId xmlns:a16="http://schemas.microsoft.com/office/drawing/2014/main" id="{FBC4499B-517A-7144-EDFA-606A681F87B7}"/>
              </a:ext>
            </a:extLst>
          </p:cNvPr>
          <p:cNvSpPr txBox="1">
            <a:spLocks noGrp="1"/>
          </p:cNvSpPr>
          <p:nvPr>
            <p:ph type="subTitle" idx="9"/>
          </p:nvPr>
        </p:nvSpPr>
        <p:spPr>
          <a:xfrm>
            <a:off x="2107350" y="33228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Results</a:t>
            </a:r>
            <a:endParaRPr dirty="0"/>
          </a:p>
        </p:txBody>
      </p:sp>
      <p:sp>
        <p:nvSpPr>
          <p:cNvPr id="629" name="Google Shape;629;p32">
            <a:extLst>
              <a:ext uri="{FF2B5EF4-FFF2-40B4-BE49-F238E27FC236}">
                <a16:creationId xmlns:a16="http://schemas.microsoft.com/office/drawing/2014/main" id="{3F9F5D5B-3574-E856-C4D9-E4C695EEBB0C}"/>
              </a:ext>
            </a:extLst>
          </p:cNvPr>
          <p:cNvSpPr txBox="1">
            <a:spLocks noGrp="1"/>
          </p:cNvSpPr>
          <p:nvPr>
            <p:ph type="title" idx="13"/>
          </p:nvPr>
        </p:nvSpPr>
        <p:spPr>
          <a:xfrm>
            <a:off x="4731150" y="3411425"/>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630" name="Google Shape;630;p32">
            <a:extLst>
              <a:ext uri="{FF2B5EF4-FFF2-40B4-BE49-F238E27FC236}">
                <a16:creationId xmlns:a16="http://schemas.microsoft.com/office/drawing/2014/main" id="{9157DCBD-852F-4160-6B84-16545F4FCC16}"/>
              </a:ext>
            </a:extLst>
          </p:cNvPr>
          <p:cNvSpPr txBox="1">
            <a:spLocks noGrp="1"/>
          </p:cNvSpPr>
          <p:nvPr>
            <p:ph type="subTitle" idx="14"/>
          </p:nvPr>
        </p:nvSpPr>
        <p:spPr>
          <a:xfrm>
            <a:off x="6018000" y="37448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What</a:t>
            </a:r>
            <a:r>
              <a:rPr lang="pl-PL" dirty="0"/>
              <a:t> </a:t>
            </a:r>
            <a:r>
              <a:rPr lang="pl-PL" dirty="0" err="1"/>
              <a:t>can</a:t>
            </a:r>
            <a:r>
              <a:rPr lang="pl-PL" dirty="0"/>
              <a:t> we </a:t>
            </a:r>
            <a:r>
              <a:rPr lang="pl-PL" dirty="0" err="1"/>
              <a:t>get</a:t>
            </a:r>
            <a:r>
              <a:rPr lang="pl-PL" dirty="0"/>
              <a:t> from </a:t>
            </a:r>
            <a:r>
              <a:rPr lang="pl-PL" dirty="0" err="1"/>
              <a:t>such</a:t>
            </a:r>
            <a:r>
              <a:rPr lang="pl-PL" dirty="0"/>
              <a:t> </a:t>
            </a:r>
            <a:r>
              <a:rPr lang="pl-PL" dirty="0" err="1"/>
              <a:t>analysis</a:t>
            </a:r>
            <a:endParaRPr dirty="0"/>
          </a:p>
        </p:txBody>
      </p:sp>
      <p:sp>
        <p:nvSpPr>
          <p:cNvPr id="631" name="Google Shape;631;p32">
            <a:extLst>
              <a:ext uri="{FF2B5EF4-FFF2-40B4-BE49-F238E27FC236}">
                <a16:creationId xmlns:a16="http://schemas.microsoft.com/office/drawing/2014/main" id="{734F73F8-938C-CDBA-F841-63D80CF638CA}"/>
              </a:ext>
            </a:extLst>
          </p:cNvPr>
          <p:cNvSpPr txBox="1">
            <a:spLocks noGrp="1"/>
          </p:cNvSpPr>
          <p:nvPr>
            <p:ph type="subTitle" idx="15"/>
          </p:nvPr>
        </p:nvSpPr>
        <p:spPr>
          <a:xfrm>
            <a:off x="6018000" y="33228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Conclusions</a:t>
            </a:r>
            <a:endParaRPr dirty="0"/>
          </a:p>
        </p:txBody>
      </p:sp>
    </p:spTree>
    <p:extLst>
      <p:ext uri="{BB962C8B-B14F-4D97-AF65-F5344CB8AC3E}">
        <p14:creationId xmlns:p14="http://schemas.microsoft.com/office/powerpoint/2010/main" val="3849789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12">
          <a:extLst>
            <a:ext uri="{FF2B5EF4-FFF2-40B4-BE49-F238E27FC236}">
              <a16:creationId xmlns:a16="http://schemas.microsoft.com/office/drawing/2014/main" id="{82BCB595-B296-3A91-CA16-69CE6D1DEA01}"/>
            </a:ext>
          </a:extLst>
        </p:cNvPr>
        <p:cNvGrpSpPr/>
        <p:nvPr/>
      </p:nvGrpSpPr>
      <p:grpSpPr>
        <a:xfrm>
          <a:off x="0" y="0"/>
          <a:ext cx="0" cy="0"/>
          <a:chOff x="0" y="0"/>
          <a:chExt cx="0" cy="0"/>
        </a:xfrm>
      </p:grpSpPr>
      <p:sp>
        <p:nvSpPr>
          <p:cNvPr id="713" name="Google Shape;713;p35">
            <a:extLst>
              <a:ext uri="{FF2B5EF4-FFF2-40B4-BE49-F238E27FC236}">
                <a16:creationId xmlns:a16="http://schemas.microsoft.com/office/drawing/2014/main" id="{2271A053-69C7-7EC2-7AC1-8ABE27462008}"/>
              </a:ext>
            </a:extLst>
          </p:cNvPr>
          <p:cNvSpPr/>
          <p:nvPr/>
        </p:nvSpPr>
        <p:spPr>
          <a:xfrm flipH="1">
            <a:off x="157797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714" name="Google Shape;714;p35">
            <a:extLst>
              <a:ext uri="{FF2B5EF4-FFF2-40B4-BE49-F238E27FC236}">
                <a16:creationId xmlns:a16="http://schemas.microsoft.com/office/drawing/2014/main" id="{7E9FB5E6-A4DC-637F-4CD0-99F1C3EC21EF}"/>
              </a:ext>
            </a:extLst>
          </p:cNvPr>
          <p:cNvSpPr txBox="1">
            <a:spLocks noGrp="1"/>
          </p:cNvSpPr>
          <p:nvPr>
            <p:ph type="title"/>
          </p:nvPr>
        </p:nvSpPr>
        <p:spPr>
          <a:xfrm>
            <a:off x="1413450"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Introduction</a:t>
            </a:r>
            <a:endParaRPr dirty="0"/>
          </a:p>
        </p:txBody>
      </p:sp>
      <p:sp>
        <p:nvSpPr>
          <p:cNvPr id="715" name="Google Shape;715;p35">
            <a:extLst>
              <a:ext uri="{FF2B5EF4-FFF2-40B4-BE49-F238E27FC236}">
                <a16:creationId xmlns:a16="http://schemas.microsoft.com/office/drawing/2014/main" id="{48857DEC-AC77-BA8B-A6EC-CE3EE9A2D13D}"/>
              </a:ext>
            </a:extLst>
          </p:cNvPr>
          <p:cNvSpPr txBox="1">
            <a:spLocks noGrp="1"/>
          </p:cNvSpPr>
          <p:nvPr>
            <p:ph type="title" idx="2"/>
          </p:nvPr>
        </p:nvSpPr>
        <p:spPr>
          <a:xfrm>
            <a:off x="1413461"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716" name="Google Shape;716;p35">
            <a:extLst>
              <a:ext uri="{FF2B5EF4-FFF2-40B4-BE49-F238E27FC236}">
                <a16:creationId xmlns:a16="http://schemas.microsoft.com/office/drawing/2014/main" id="{B24C3600-9937-1E1E-9380-C17BE1E98256}"/>
              </a:ext>
            </a:extLst>
          </p:cNvPr>
          <p:cNvSpPr txBox="1">
            <a:spLocks noGrp="1"/>
          </p:cNvSpPr>
          <p:nvPr>
            <p:ph type="subTitle" idx="1"/>
          </p:nvPr>
        </p:nvSpPr>
        <p:spPr>
          <a:xfrm>
            <a:off x="1544325"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Can you really find ‘bigfoot’?</a:t>
            </a:r>
            <a:endParaRPr dirty="0"/>
          </a:p>
        </p:txBody>
      </p:sp>
      <p:grpSp>
        <p:nvGrpSpPr>
          <p:cNvPr id="717" name="Google Shape;717;p35">
            <a:extLst>
              <a:ext uri="{FF2B5EF4-FFF2-40B4-BE49-F238E27FC236}">
                <a16:creationId xmlns:a16="http://schemas.microsoft.com/office/drawing/2014/main" id="{A26A13E7-BDC0-FFB5-8970-B83186FBE2C4}"/>
              </a:ext>
            </a:extLst>
          </p:cNvPr>
          <p:cNvGrpSpPr/>
          <p:nvPr/>
        </p:nvGrpSpPr>
        <p:grpSpPr>
          <a:xfrm flipH="1">
            <a:off x="4650766" y="1851100"/>
            <a:ext cx="2824598" cy="3090010"/>
            <a:chOff x="5072800" y="1574175"/>
            <a:chExt cx="1165600" cy="1275125"/>
          </a:xfrm>
        </p:grpSpPr>
        <p:sp>
          <p:nvSpPr>
            <p:cNvPr id="718" name="Google Shape;718;p35">
              <a:extLst>
                <a:ext uri="{FF2B5EF4-FFF2-40B4-BE49-F238E27FC236}">
                  <a16:creationId xmlns:a16="http://schemas.microsoft.com/office/drawing/2014/main" id="{4A9904B1-454F-C952-778B-7D5AD17DE573}"/>
                </a:ext>
              </a:extLst>
            </p:cNvPr>
            <p:cNvSpPr/>
            <p:nvPr/>
          </p:nvSpPr>
          <p:spPr>
            <a:xfrm>
              <a:off x="5087825" y="2414425"/>
              <a:ext cx="468850" cy="392825"/>
            </a:xfrm>
            <a:custGeom>
              <a:avLst/>
              <a:gdLst/>
              <a:ahLst/>
              <a:cxnLst/>
              <a:rect l="l" t="t" r="r" b="b"/>
              <a:pathLst>
                <a:path w="18754" h="15713" extrusionOk="0">
                  <a:moveTo>
                    <a:pt x="10978" y="0"/>
                  </a:moveTo>
                  <a:cubicBezTo>
                    <a:pt x="10219" y="0"/>
                    <a:pt x="9370" y="59"/>
                    <a:pt x="8420" y="187"/>
                  </a:cubicBezTo>
                  <a:cubicBezTo>
                    <a:pt x="5203" y="615"/>
                    <a:pt x="3102" y="3117"/>
                    <a:pt x="2144" y="5390"/>
                  </a:cubicBezTo>
                  <a:cubicBezTo>
                    <a:pt x="1187" y="7663"/>
                    <a:pt x="0" y="11551"/>
                    <a:pt x="2144" y="13695"/>
                  </a:cubicBezTo>
                  <a:cubicBezTo>
                    <a:pt x="3230" y="14795"/>
                    <a:pt x="5460" y="15309"/>
                    <a:pt x="7690" y="15538"/>
                  </a:cubicBezTo>
                  <a:cubicBezTo>
                    <a:pt x="8947" y="15671"/>
                    <a:pt x="10208" y="15712"/>
                    <a:pt x="11265" y="15712"/>
                  </a:cubicBezTo>
                  <a:cubicBezTo>
                    <a:pt x="12024" y="15712"/>
                    <a:pt x="12678" y="15691"/>
                    <a:pt x="13150" y="15667"/>
                  </a:cubicBezTo>
                  <a:cubicBezTo>
                    <a:pt x="13765" y="15638"/>
                    <a:pt x="14351" y="15581"/>
                    <a:pt x="14894" y="15496"/>
                  </a:cubicBezTo>
                  <a:cubicBezTo>
                    <a:pt x="16323" y="15252"/>
                    <a:pt x="17396" y="14795"/>
                    <a:pt x="17739" y="14009"/>
                  </a:cubicBezTo>
                  <a:cubicBezTo>
                    <a:pt x="18225" y="12923"/>
                    <a:pt x="18753" y="6790"/>
                    <a:pt x="17739" y="4303"/>
                  </a:cubicBezTo>
                  <a:cubicBezTo>
                    <a:pt x="16880" y="2157"/>
                    <a:pt x="15569" y="0"/>
                    <a:pt x="10978"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35">
              <a:extLst>
                <a:ext uri="{FF2B5EF4-FFF2-40B4-BE49-F238E27FC236}">
                  <a16:creationId xmlns:a16="http://schemas.microsoft.com/office/drawing/2014/main" id="{B2693D7B-92B0-B78C-1728-19E92E571BE2}"/>
                </a:ext>
              </a:extLst>
            </p:cNvPr>
            <p:cNvSpPr/>
            <p:nvPr/>
          </p:nvSpPr>
          <p:spPr>
            <a:xfrm>
              <a:off x="5087825" y="2414425"/>
              <a:ext cx="468850" cy="388450"/>
            </a:xfrm>
            <a:custGeom>
              <a:avLst/>
              <a:gdLst/>
              <a:ahLst/>
              <a:cxnLst/>
              <a:rect l="l" t="t" r="r" b="b"/>
              <a:pathLst>
                <a:path w="18754" h="15538" extrusionOk="0">
                  <a:moveTo>
                    <a:pt x="10978" y="0"/>
                  </a:moveTo>
                  <a:cubicBezTo>
                    <a:pt x="10219" y="0"/>
                    <a:pt x="9370" y="59"/>
                    <a:pt x="8420" y="187"/>
                  </a:cubicBezTo>
                  <a:cubicBezTo>
                    <a:pt x="5203" y="615"/>
                    <a:pt x="3102" y="3117"/>
                    <a:pt x="2144" y="5390"/>
                  </a:cubicBezTo>
                  <a:cubicBezTo>
                    <a:pt x="1187" y="7663"/>
                    <a:pt x="0" y="11551"/>
                    <a:pt x="2144" y="13695"/>
                  </a:cubicBezTo>
                  <a:cubicBezTo>
                    <a:pt x="3230" y="14795"/>
                    <a:pt x="5460" y="15309"/>
                    <a:pt x="7690" y="15538"/>
                  </a:cubicBezTo>
                  <a:cubicBezTo>
                    <a:pt x="6104" y="12565"/>
                    <a:pt x="5546" y="9063"/>
                    <a:pt x="6146" y="5747"/>
                  </a:cubicBezTo>
                  <a:cubicBezTo>
                    <a:pt x="6361" y="4589"/>
                    <a:pt x="6790" y="3346"/>
                    <a:pt x="7833" y="2803"/>
                  </a:cubicBezTo>
                  <a:cubicBezTo>
                    <a:pt x="8448" y="2489"/>
                    <a:pt x="9177" y="2474"/>
                    <a:pt x="9877" y="2474"/>
                  </a:cubicBezTo>
                  <a:cubicBezTo>
                    <a:pt x="10949" y="2474"/>
                    <a:pt x="12035" y="2460"/>
                    <a:pt x="13122" y="2460"/>
                  </a:cubicBezTo>
                  <a:cubicBezTo>
                    <a:pt x="13479" y="2460"/>
                    <a:pt x="13865" y="2460"/>
                    <a:pt x="14165" y="2631"/>
                  </a:cubicBezTo>
                  <a:cubicBezTo>
                    <a:pt x="14637" y="2902"/>
                    <a:pt x="14823" y="3446"/>
                    <a:pt x="14937" y="3960"/>
                  </a:cubicBezTo>
                  <a:cubicBezTo>
                    <a:pt x="15623" y="7105"/>
                    <a:pt x="14379" y="11751"/>
                    <a:pt x="14894" y="15496"/>
                  </a:cubicBezTo>
                  <a:cubicBezTo>
                    <a:pt x="16323" y="15252"/>
                    <a:pt x="17396" y="14795"/>
                    <a:pt x="17739" y="14009"/>
                  </a:cubicBezTo>
                  <a:cubicBezTo>
                    <a:pt x="18225" y="12923"/>
                    <a:pt x="18753" y="6790"/>
                    <a:pt x="17739" y="4303"/>
                  </a:cubicBezTo>
                  <a:cubicBezTo>
                    <a:pt x="16880" y="2157"/>
                    <a:pt x="15569" y="0"/>
                    <a:pt x="1097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35">
              <a:extLst>
                <a:ext uri="{FF2B5EF4-FFF2-40B4-BE49-F238E27FC236}">
                  <a16:creationId xmlns:a16="http://schemas.microsoft.com/office/drawing/2014/main" id="{C611539F-92E3-7AA2-4844-05E14677CD9A}"/>
                </a:ext>
              </a:extLst>
            </p:cNvPr>
            <p:cNvSpPr/>
            <p:nvPr/>
          </p:nvSpPr>
          <p:spPr>
            <a:xfrm>
              <a:off x="5722825" y="2132950"/>
              <a:ext cx="120425" cy="105100"/>
            </a:xfrm>
            <a:custGeom>
              <a:avLst/>
              <a:gdLst/>
              <a:ahLst/>
              <a:cxnLst/>
              <a:rect l="l" t="t" r="r" b="b"/>
              <a:pathLst>
                <a:path w="4817" h="4204" extrusionOk="0">
                  <a:moveTo>
                    <a:pt x="3102" y="0"/>
                  </a:moveTo>
                  <a:cubicBezTo>
                    <a:pt x="2875" y="0"/>
                    <a:pt x="2659" y="106"/>
                    <a:pt x="2316" y="254"/>
                  </a:cubicBezTo>
                  <a:cubicBezTo>
                    <a:pt x="1687" y="540"/>
                    <a:pt x="658" y="1055"/>
                    <a:pt x="658" y="1055"/>
                  </a:cubicBezTo>
                  <a:cubicBezTo>
                    <a:pt x="0" y="2384"/>
                    <a:pt x="315" y="4070"/>
                    <a:pt x="315" y="4070"/>
                  </a:cubicBezTo>
                  <a:cubicBezTo>
                    <a:pt x="915" y="4171"/>
                    <a:pt x="1450" y="4204"/>
                    <a:pt x="1897" y="4204"/>
                  </a:cubicBezTo>
                  <a:cubicBezTo>
                    <a:pt x="2790" y="4204"/>
                    <a:pt x="3330" y="4070"/>
                    <a:pt x="3330" y="4070"/>
                  </a:cubicBezTo>
                  <a:lnTo>
                    <a:pt x="3116" y="1026"/>
                  </a:lnTo>
                  <a:lnTo>
                    <a:pt x="3116" y="1026"/>
                  </a:lnTo>
                  <a:cubicBezTo>
                    <a:pt x="3116" y="1026"/>
                    <a:pt x="3578" y="1497"/>
                    <a:pt x="3996" y="1497"/>
                  </a:cubicBezTo>
                  <a:cubicBezTo>
                    <a:pt x="4132" y="1497"/>
                    <a:pt x="4264" y="1446"/>
                    <a:pt x="4374" y="1312"/>
                  </a:cubicBezTo>
                  <a:cubicBezTo>
                    <a:pt x="4816" y="754"/>
                    <a:pt x="4402" y="655"/>
                    <a:pt x="3774" y="254"/>
                  </a:cubicBezTo>
                  <a:cubicBezTo>
                    <a:pt x="3488" y="73"/>
                    <a:pt x="3291" y="0"/>
                    <a:pt x="31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35">
              <a:extLst>
                <a:ext uri="{FF2B5EF4-FFF2-40B4-BE49-F238E27FC236}">
                  <a16:creationId xmlns:a16="http://schemas.microsoft.com/office/drawing/2014/main" id="{CBCF363C-A9CF-7E39-BD22-39625B232C98}"/>
                </a:ext>
              </a:extLst>
            </p:cNvPr>
            <p:cNvSpPr/>
            <p:nvPr/>
          </p:nvSpPr>
          <p:spPr>
            <a:xfrm>
              <a:off x="5787125" y="2149650"/>
              <a:ext cx="38250" cy="82200"/>
            </a:xfrm>
            <a:custGeom>
              <a:avLst/>
              <a:gdLst/>
              <a:ahLst/>
              <a:cxnLst/>
              <a:rect l="l" t="t" r="r" b="b"/>
              <a:pathLst>
                <a:path w="1530" h="3288" extrusionOk="0">
                  <a:moveTo>
                    <a:pt x="773" y="0"/>
                  </a:moveTo>
                  <a:cubicBezTo>
                    <a:pt x="344" y="0"/>
                    <a:pt x="1" y="744"/>
                    <a:pt x="1" y="1645"/>
                  </a:cubicBezTo>
                  <a:cubicBezTo>
                    <a:pt x="1" y="2560"/>
                    <a:pt x="344" y="3288"/>
                    <a:pt x="773" y="3288"/>
                  </a:cubicBezTo>
                  <a:cubicBezTo>
                    <a:pt x="1187" y="3288"/>
                    <a:pt x="1530" y="2560"/>
                    <a:pt x="1530" y="1645"/>
                  </a:cubicBezTo>
                  <a:cubicBezTo>
                    <a:pt x="1530" y="744"/>
                    <a:pt x="1187" y="0"/>
                    <a:pt x="7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35">
              <a:extLst>
                <a:ext uri="{FF2B5EF4-FFF2-40B4-BE49-F238E27FC236}">
                  <a16:creationId xmlns:a16="http://schemas.microsoft.com/office/drawing/2014/main" id="{5FD5CF8D-3DC7-B6E0-7FD5-18DF2E93E984}"/>
                </a:ext>
              </a:extLst>
            </p:cNvPr>
            <p:cNvSpPr/>
            <p:nvPr/>
          </p:nvSpPr>
          <p:spPr>
            <a:xfrm>
              <a:off x="5743875" y="2132875"/>
              <a:ext cx="92950" cy="105425"/>
            </a:xfrm>
            <a:custGeom>
              <a:avLst/>
              <a:gdLst/>
              <a:ahLst/>
              <a:cxnLst/>
              <a:rect l="l" t="t" r="r" b="b"/>
              <a:pathLst>
                <a:path w="3718" h="4217" extrusionOk="0">
                  <a:moveTo>
                    <a:pt x="1" y="0"/>
                  </a:moveTo>
                  <a:lnTo>
                    <a:pt x="1" y="4216"/>
                  </a:lnTo>
                  <a:lnTo>
                    <a:pt x="3717" y="4216"/>
                  </a:lnTo>
                  <a:lnTo>
                    <a:pt x="3717" y="0"/>
                  </a:lnTo>
                  <a:close/>
                </a:path>
              </a:pathLst>
            </a:custGeom>
            <a:solidFill>
              <a:srgbClr val="E08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35">
              <a:extLst>
                <a:ext uri="{FF2B5EF4-FFF2-40B4-BE49-F238E27FC236}">
                  <a16:creationId xmlns:a16="http://schemas.microsoft.com/office/drawing/2014/main" id="{ECE03E19-8044-6CB5-CC46-CA04E41B71CA}"/>
                </a:ext>
              </a:extLst>
            </p:cNvPr>
            <p:cNvSpPr/>
            <p:nvPr/>
          </p:nvSpPr>
          <p:spPr>
            <a:xfrm>
              <a:off x="5787125" y="2149650"/>
              <a:ext cx="38250" cy="82200"/>
            </a:xfrm>
            <a:custGeom>
              <a:avLst/>
              <a:gdLst/>
              <a:ahLst/>
              <a:cxnLst/>
              <a:rect l="l" t="t" r="r" b="b"/>
              <a:pathLst>
                <a:path w="1530" h="3288" extrusionOk="0">
                  <a:moveTo>
                    <a:pt x="1530" y="1601"/>
                  </a:moveTo>
                  <a:lnTo>
                    <a:pt x="1430" y="2459"/>
                  </a:lnTo>
                  <a:cubicBezTo>
                    <a:pt x="1487" y="2216"/>
                    <a:pt x="1530" y="1944"/>
                    <a:pt x="1530" y="1645"/>
                  </a:cubicBezTo>
                  <a:lnTo>
                    <a:pt x="1530" y="1601"/>
                  </a:lnTo>
                  <a:close/>
                  <a:moveTo>
                    <a:pt x="773" y="0"/>
                  </a:moveTo>
                  <a:cubicBezTo>
                    <a:pt x="344" y="0"/>
                    <a:pt x="1" y="744"/>
                    <a:pt x="1" y="1645"/>
                  </a:cubicBezTo>
                  <a:cubicBezTo>
                    <a:pt x="1" y="2531"/>
                    <a:pt x="329" y="3259"/>
                    <a:pt x="744" y="3288"/>
                  </a:cubicBezTo>
                  <a:lnTo>
                    <a:pt x="786" y="3288"/>
                  </a:lnTo>
                  <a:lnTo>
                    <a:pt x="1001" y="72"/>
                  </a:lnTo>
                  <a:cubicBezTo>
                    <a:pt x="929" y="29"/>
                    <a:pt x="844" y="0"/>
                    <a:pt x="773" y="0"/>
                  </a:cubicBezTo>
                  <a:close/>
                </a:path>
              </a:pathLst>
            </a:custGeom>
            <a:solidFill>
              <a:srgbClr val="E08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35">
              <a:extLst>
                <a:ext uri="{FF2B5EF4-FFF2-40B4-BE49-F238E27FC236}">
                  <a16:creationId xmlns:a16="http://schemas.microsoft.com/office/drawing/2014/main" id="{519473C7-3D48-03A4-93CA-60C72DE87C68}"/>
                </a:ext>
              </a:extLst>
            </p:cNvPr>
            <p:cNvSpPr/>
            <p:nvPr/>
          </p:nvSpPr>
          <p:spPr>
            <a:xfrm>
              <a:off x="5783900" y="2092125"/>
              <a:ext cx="52925" cy="181150"/>
            </a:xfrm>
            <a:custGeom>
              <a:avLst/>
              <a:gdLst/>
              <a:ahLst/>
              <a:cxnLst/>
              <a:rect l="l" t="t" r="r" b="b"/>
              <a:pathLst>
                <a:path w="2117" h="7246" extrusionOk="0">
                  <a:moveTo>
                    <a:pt x="1287" y="1"/>
                  </a:moveTo>
                  <a:lnTo>
                    <a:pt x="858" y="6304"/>
                  </a:lnTo>
                  <a:cubicBezTo>
                    <a:pt x="858" y="6304"/>
                    <a:pt x="1" y="6461"/>
                    <a:pt x="229" y="6961"/>
                  </a:cubicBezTo>
                  <a:cubicBezTo>
                    <a:pt x="307" y="7132"/>
                    <a:pt x="408" y="7198"/>
                    <a:pt x="512" y="7198"/>
                  </a:cubicBezTo>
                  <a:cubicBezTo>
                    <a:pt x="712" y="7198"/>
                    <a:pt x="921" y="6950"/>
                    <a:pt x="988" y="6732"/>
                  </a:cubicBezTo>
                  <a:cubicBezTo>
                    <a:pt x="988" y="6732"/>
                    <a:pt x="1212" y="7246"/>
                    <a:pt x="1513" y="7246"/>
                  </a:cubicBezTo>
                  <a:cubicBezTo>
                    <a:pt x="1560" y="7246"/>
                    <a:pt x="1609" y="7233"/>
                    <a:pt x="1659" y="7205"/>
                  </a:cubicBezTo>
                  <a:cubicBezTo>
                    <a:pt x="2030" y="6990"/>
                    <a:pt x="1744" y="6504"/>
                    <a:pt x="1373" y="6389"/>
                  </a:cubicBezTo>
                  <a:lnTo>
                    <a:pt x="2116" y="1"/>
                  </a:lnTo>
                  <a:close/>
                </a:path>
              </a:pathLst>
            </a:custGeom>
            <a:solidFill>
              <a:srgbClr val="FCD9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35">
              <a:extLst>
                <a:ext uri="{FF2B5EF4-FFF2-40B4-BE49-F238E27FC236}">
                  <a16:creationId xmlns:a16="http://schemas.microsoft.com/office/drawing/2014/main" id="{0E6EC99C-93F5-9261-9A81-81E3CEA72AE0}"/>
                </a:ext>
              </a:extLst>
            </p:cNvPr>
            <p:cNvSpPr/>
            <p:nvPr/>
          </p:nvSpPr>
          <p:spPr>
            <a:xfrm>
              <a:off x="5785000" y="1978800"/>
              <a:ext cx="101125" cy="153075"/>
            </a:xfrm>
            <a:custGeom>
              <a:avLst/>
              <a:gdLst/>
              <a:ahLst/>
              <a:cxnLst/>
              <a:rect l="l" t="t" r="r" b="b"/>
              <a:pathLst>
                <a:path w="4045" h="6123" extrusionOk="0">
                  <a:moveTo>
                    <a:pt x="2013" y="1"/>
                  </a:moveTo>
                  <a:cubicBezTo>
                    <a:pt x="1057" y="1"/>
                    <a:pt x="0" y="821"/>
                    <a:pt x="0" y="2175"/>
                  </a:cubicBezTo>
                  <a:cubicBezTo>
                    <a:pt x="0" y="4162"/>
                    <a:pt x="715" y="4677"/>
                    <a:pt x="801" y="4833"/>
                  </a:cubicBezTo>
                  <a:cubicBezTo>
                    <a:pt x="929" y="5077"/>
                    <a:pt x="300" y="5834"/>
                    <a:pt x="600" y="5877"/>
                  </a:cubicBezTo>
                  <a:cubicBezTo>
                    <a:pt x="608" y="5878"/>
                    <a:pt x="615" y="5878"/>
                    <a:pt x="621" y="5878"/>
                  </a:cubicBezTo>
                  <a:cubicBezTo>
                    <a:pt x="753" y="5878"/>
                    <a:pt x="847" y="5757"/>
                    <a:pt x="929" y="5634"/>
                  </a:cubicBezTo>
                  <a:cubicBezTo>
                    <a:pt x="1006" y="5504"/>
                    <a:pt x="1060" y="5387"/>
                    <a:pt x="1112" y="5387"/>
                  </a:cubicBezTo>
                  <a:cubicBezTo>
                    <a:pt x="1118" y="5387"/>
                    <a:pt x="1123" y="5389"/>
                    <a:pt x="1129" y="5391"/>
                  </a:cubicBezTo>
                  <a:cubicBezTo>
                    <a:pt x="1229" y="5434"/>
                    <a:pt x="1144" y="6063"/>
                    <a:pt x="1357" y="6120"/>
                  </a:cubicBezTo>
                  <a:cubicBezTo>
                    <a:pt x="1364" y="6122"/>
                    <a:pt x="1371" y="6123"/>
                    <a:pt x="1378" y="6123"/>
                  </a:cubicBezTo>
                  <a:cubicBezTo>
                    <a:pt x="1571" y="6123"/>
                    <a:pt x="1762" y="5362"/>
                    <a:pt x="1887" y="5334"/>
                  </a:cubicBezTo>
                  <a:cubicBezTo>
                    <a:pt x="1890" y="5333"/>
                    <a:pt x="1892" y="5333"/>
                    <a:pt x="1895" y="5333"/>
                  </a:cubicBezTo>
                  <a:cubicBezTo>
                    <a:pt x="1948" y="5333"/>
                    <a:pt x="1989" y="5469"/>
                    <a:pt x="2044" y="5605"/>
                  </a:cubicBezTo>
                  <a:cubicBezTo>
                    <a:pt x="2098" y="5728"/>
                    <a:pt x="2178" y="5864"/>
                    <a:pt x="2284" y="5864"/>
                  </a:cubicBezTo>
                  <a:cubicBezTo>
                    <a:pt x="2290" y="5864"/>
                    <a:pt x="2295" y="5863"/>
                    <a:pt x="2301" y="5862"/>
                  </a:cubicBezTo>
                  <a:cubicBezTo>
                    <a:pt x="2558" y="5834"/>
                    <a:pt x="2358" y="5262"/>
                    <a:pt x="2358" y="5091"/>
                  </a:cubicBezTo>
                  <a:cubicBezTo>
                    <a:pt x="2358" y="4963"/>
                    <a:pt x="2558" y="4791"/>
                    <a:pt x="2873" y="4433"/>
                  </a:cubicBezTo>
                  <a:cubicBezTo>
                    <a:pt x="3002" y="4290"/>
                    <a:pt x="3145" y="4105"/>
                    <a:pt x="3316" y="3876"/>
                  </a:cubicBezTo>
                  <a:cubicBezTo>
                    <a:pt x="3859" y="3133"/>
                    <a:pt x="4045" y="1775"/>
                    <a:pt x="3158" y="560"/>
                  </a:cubicBezTo>
                  <a:cubicBezTo>
                    <a:pt x="3015" y="360"/>
                    <a:pt x="2815" y="202"/>
                    <a:pt x="2602" y="117"/>
                  </a:cubicBezTo>
                  <a:cubicBezTo>
                    <a:pt x="2417" y="38"/>
                    <a:pt x="2217" y="1"/>
                    <a:pt x="2013"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35">
              <a:extLst>
                <a:ext uri="{FF2B5EF4-FFF2-40B4-BE49-F238E27FC236}">
                  <a16:creationId xmlns:a16="http://schemas.microsoft.com/office/drawing/2014/main" id="{348A273B-499C-A678-3A32-1A1257B67CC0}"/>
                </a:ext>
              </a:extLst>
            </p:cNvPr>
            <p:cNvSpPr/>
            <p:nvPr/>
          </p:nvSpPr>
          <p:spPr>
            <a:xfrm>
              <a:off x="5840025" y="2004575"/>
              <a:ext cx="27525" cy="47550"/>
            </a:xfrm>
            <a:custGeom>
              <a:avLst/>
              <a:gdLst/>
              <a:ahLst/>
              <a:cxnLst/>
              <a:rect l="l" t="t" r="r" b="b"/>
              <a:pathLst>
                <a:path w="1101" h="1902" extrusionOk="0">
                  <a:moveTo>
                    <a:pt x="529" y="0"/>
                  </a:moveTo>
                  <a:cubicBezTo>
                    <a:pt x="0" y="86"/>
                    <a:pt x="86" y="972"/>
                    <a:pt x="100" y="1344"/>
                  </a:cubicBezTo>
                  <a:cubicBezTo>
                    <a:pt x="115" y="1530"/>
                    <a:pt x="143" y="1730"/>
                    <a:pt x="286" y="1830"/>
                  </a:cubicBezTo>
                  <a:cubicBezTo>
                    <a:pt x="343" y="1887"/>
                    <a:pt x="414" y="1902"/>
                    <a:pt x="500" y="1902"/>
                  </a:cubicBezTo>
                  <a:cubicBezTo>
                    <a:pt x="643" y="1902"/>
                    <a:pt x="801" y="1830"/>
                    <a:pt x="900" y="1702"/>
                  </a:cubicBezTo>
                  <a:cubicBezTo>
                    <a:pt x="1043" y="1515"/>
                    <a:pt x="1072" y="1273"/>
                    <a:pt x="1087" y="1029"/>
                  </a:cubicBezTo>
                  <a:cubicBezTo>
                    <a:pt x="1100" y="686"/>
                    <a:pt x="1087" y="0"/>
                    <a:pt x="601" y="0"/>
                  </a:cubicBezTo>
                  <a:close/>
                </a:path>
              </a:pathLst>
            </a:custGeom>
            <a:solidFill>
              <a:srgbClr val="AE79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35">
              <a:extLst>
                <a:ext uri="{FF2B5EF4-FFF2-40B4-BE49-F238E27FC236}">
                  <a16:creationId xmlns:a16="http://schemas.microsoft.com/office/drawing/2014/main" id="{D9F86AAC-61EF-5D2D-42BE-919CBD250656}"/>
                </a:ext>
              </a:extLst>
            </p:cNvPr>
            <p:cNvSpPr/>
            <p:nvPr/>
          </p:nvSpPr>
          <p:spPr>
            <a:xfrm>
              <a:off x="5785000" y="1978850"/>
              <a:ext cx="71825" cy="152950"/>
            </a:xfrm>
            <a:custGeom>
              <a:avLst/>
              <a:gdLst/>
              <a:ahLst/>
              <a:cxnLst/>
              <a:rect l="l" t="t" r="r" b="b"/>
              <a:pathLst>
                <a:path w="2873" h="6118" extrusionOk="0">
                  <a:moveTo>
                    <a:pt x="2015" y="0"/>
                  </a:moveTo>
                  <a:cubicBezTo>
                    <a:pt x="1058" y="0"/>
                    <a:pt x="0" y="815"/>
                    <a:pt x="0" y="2173"/>
                  </a:cubicBezTo>
                  <a:cubicBezTo>
                    <a:pt x="0" y="4160"/>
                    <a:pt x="715" y="4675"/>
                    <a:pt x="801" y="4831"/>
                  </a:cubicBezTo>
                  <a:cubicBezTo>
                    <a:pt x="814" y="4860"/>
                    <a:pt x="814" y="4875"/>
                    <a:pt x="814" y="4903"/>
                  </a:cubicBezTo>
                  <a:cubicBezTo>
                    <a:pt x="814" y="5146"/>
                    <a:pt x="515" y="5589"/>
                    <a:pt x="515" y="5775"/>
                  </a:cubicBezTo>
                  <a:cubicBezTo>
                    <a:pt x="515" y="5832"/>
                    <a:pt x="528" y="5875"/>
                    <a:pt x="600" y="5875"/>
                  </a:cubicBezTo>
                  <a:lnTo>
                    <a:pt x="614" y="5875"/>
                  </a:lnTo>
                  <a:cubicBezTo>
                    <a:pt x="757" y="5875"/>
                    <a:pt x="858" y="5761"/>
                    <a:pt x="929" y="5632"/>
                  </a:cubicBezTo>
                  <a:cubicBezTo>
                    <a:pt x="1014" y="5504"/>
                    <a:pt x="1072" y="5389"/>
                    <a:pt x="1115" y="5389"/>
                  </a:cubicBezTo>
                  <a:lnTo>
                    <a:pt x="1129" y="5389"/>
                  </a:lnTo>
                  <a:cubicBezTo>
                    <a:pt x="1229" y="5432"/>
                    <a:pt x="1144" y="6061"/>
                    <a:pt x="1357" y="6118"/>
                  </a:cubicBezTo>
                  <a:lnTo>
                    <a:pt x="1372" y="6118"/>
                  </a:lnTo>
                  <a:cubicBezTo>
                    <a:pt x="1572" y="6118"/>
                    <a:pt x="1758" y="5361"/>
                    <a:pt x="1887" y="5332"/>
                  </a:cubicBezTo>
                  <a:cubicBezTo>
                    <a:pt x="1958" y="5332"/>
                    <a:pt x="2001" y="5460"/>
                    <a:pt x="2044" y="5603"/>
                  </a:cubicBezTo>
                  <a:cubicBezTo>
                    <a:pt x="2101" y="5732"/>
                    <a:pt x="2173" y="5860"/>
                    <a:pt x="2287" y="5860"/>
                  </a:cubicBezTo>
                  <a:lnTo>
                    <a:pt x="2301" y="5860"/>
                  </a:lnTo>
                  <a:cubicBezTo>
                    <a:pt x="2401" y="5847"/>
                    <a:pt x="2430" y="5761"/>
                    <a:pt x="2430" y="5647"/>
                  </a:cubicBezTo>
                  <a:cubicBezTo>
                    <a:pt x="2430" y="5447"/>
                    <a:pt x="2358" y="5189"/>
                    <a:pt x="2358" y="5089"/>
                  </a:cubicBezTo>
                  <a:cubicBezTo>
                    <a:pt x="2358" y="4961"/>
                    <a:pt x="2558" y="4789"/>
                    <a:pt x="2873" y="4431"/>
                  </a:cubicBezTo>
                  <a:cubicBezTo>
                    <a:pt x="2444" y="4417"/>
                    <a:pt x="2001" y="4417"/>
                    <a:pt x="1658" y="4202"/>
                  </a:cubicBezTo>
                  <a:cubicBezTo>
                    <a:pt x="1100" y="3874"/>
                    <a:pt x="944" y="3131"/>
                    <a:pt x="986" y="2487"/>
                  </a:cubicBezTo>
                  <a:cubicBezTo>
                    <a:pt x="1043" y="1744"/>
                    <a:pt x="1344" y="972"/>
                    <a:pt x="1929" y="486"/>
                  </a:cubicBezTo>
                  <a:cubicBezTo>
                    <a:pt x="2144" y="301"/>
                    <a:pt x="2373" y="187"/>
                    <a:pt x="2602" y="115"/>
                  </a:cubicBezTo>
                  <a:cubicBezTo>
                    <a:pt x="2415" y="44"/>
                    <a:pt x="2215" y="0"/>
                    <a:pt x="2015" y="0"/>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35">
              <a:extLst>
                <a:ext uri="{FF2B5EF4-FFF2-40B4-BE49-F238E27FC236}">
                  <a16:creationId xmlns:a16="http://schemas.microsoft.com/office/drawing/2014/main" id="{E77AD239-8629-58BE-C714-81259295C3A0}"/>
                </a:ext>
              </a:extLst>
            </p:cNvPr>
            <p:cNvSpPr/>
            <p:nvPr/>
          </p:nvSpPr>
          <p:spPr>
            <a:xfrm>
              <a:off x="5796425" y="2175850"/>
              <a:ext cx="61475" cy="42725"/>
            </a:xfrm>
            <a:custGeom>
              <a:avLst/>
              <a:gdLst/>
              <a:ahLst/>
              <a:cxnLst/>
              <a:rect l="l" t="t" r="r" b="b"/>
              <a:pathLst>
                <a:path w="2459" h="1709" extrusionOk="0">
                  <a:moveTo>
                    <a:pt x="1802" y="1"/>
                  </a:moveTo>
                  <a:cubicBezTo>
                    <a:pt x="1538" y="1"/>
                    <a:pt x="1226" y="198"/>
                    <a:pt x="1001" y="382"/>
                  </a:cubicBezTo>
                  <a:cubicBezTo>
                    <a:pt x="601" y="696"/>
                    <a:pt x="1" y="625"/>
                    <a:pt x="43" y="1311"/>
                  </a:cubicBezTo>
                  <a:cubicBezTo>
                    <a:pt x="62" y="1584"/>
                    <a:pt x="328" y="1708"/>
                    <a:pt x="643" y="1708"/>
                  </a:cubicBezTo>
                  <a:cubicBezTo>
                    <a:pt x="806" y="1708"/>
                    <a:pt x="983" y="1675"/>
                    <a:pt x="1144" y="1611"/>
                  </a:cubicBezTo>
                  <a:cubicBezTo>
                    <a:pt x="1615" y="1426"/>
                    <a:pt x="2459" y="1068"/>
                    <a:pt x="2244" y="382"/>
                  </a:cubicBezTo>
                  <a:cubicBezTo>
                    <a:pt x="2155" y="102"/>
                    <a:pt x="1991" y="1"/>
                    <a:pt x="180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35">
              <a:extLst>
                <a:ext uri="{FF2B5EF4-FFF2-40B4-BE49-F238E27FC236}">
                  <a16:creationId xmlns:a16="http://schemas.microsoft.com/office/drawing/2014/main" id="{EC241E7E-9594-6514-93D6-9E7EA0E3C034}"/>
                </a:ext>
              </a:extLst>
            </p:cNvPr>
            <p:cNvSpPr/>
            <p:nvPr/>
          </p:nvSpPr>
          <p:spPr>
            <a:xfrm>
              <a:off x="5796425" y="2203025"/>
              <a:ext cx="61475" cy="42700"/>
            </a:xfrm>
            <a:custGeom>
              <a:avLst/>
              <a:gdLst/>
              <a:ahLst/>
              <a:cxnLst/>
              <a:rect l="l" t="t" r="r" b="b"/>
              <a:pathLst>
                <a:path w="2459" h="1708" extrusionOk="0">
                  <a:moveTo>
                    <a:pt x="1802" y="0"/>
                  </a:moveTo>
                  <a:cubicBezTo>
                    <a:pt x="1538" y="0"/>
                    <a:pt x="1226" y="198"/>
                    <a:pt x="1001" y="381"/>
                  </a:cubicBezTo>
                  <a:cubicBezTo>
                    <a:pt x="601" y="710"/>
                    <a:pt x="1" y="625"/>
                    <a:pt x="43" y="1311"/>
                  </a:cubicBezTo>
                  <a:cubicBezTo>
                    <a:pt x="62" y="1583"/>
                    <a:pt x="328" y="1708"/>
                    <a:pt x="643" y="1708"/>
                  </a:cubicBezTo>
                  <a:cubicBezTo>
                    <a:pt x="806" y="1708"/>
                    <a:pt x="983" y="1674"/>
                    <a:pt x="1144" y="1610"/>
                  </a:cubicBezTo>
                  <a:cubicBezTo>
                    <a:pt x="1615" y="1425"/>
                    <a:pt x="2459" y="1067"/>
                    <a:pt x="2244" y="381"/>
                  </a:cubicBezTo>
                  <a:cubicBezTo>
                    <a:pt x="2155" y="101"/>
                    <a:pt x="1991" y="0"/>
                    <a:pt x="18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35">
              <a:extLst>
                <a:ext uri="{FF2B5EF4-FFF2-40B4-BE49-F238E27FC236}">
                  <a16:creationId xmlns:a16="http://schemas.microsoft.com/office/drawing/2014/main" id="{1DFF018E-70A6-34C8-DBF5-568229649E98}"/>
                </a:ext>
              </a:extLst>
            </p:cNvPr>
            <p:cNvSpPr/>
            <p:nvPr/>
          </p:nvSpPr>
          <p:spPr>
            <a:xfrm>
              <a:off x="5794625" y="2150225"/>
              <a:ext cx="61150" cy="42950"/>
            </a:xfrm>
            <a:custGeom>
              <a:avLst/>
              <a:gdLst/>
              <a:ahLst/>
              <a:cxnLst/>
              <a:rect l="l" t="t" r="r" b="b"/>
              <a:pathLst>
                <a:path w="2446" h="1718" extrusionOk="0">
                  <a:moveTo>
                    <a:pt x="1786" y="1"/>
                  </a:moveTo>
                  <a:cubicBezTo>
                    <a:pt x="1522" y="1"/>
                    <a:pt x="1211" y="201"/>
                    <a:pt x="987" y="393"/>
                  </a:cubicBezTo>
                  <a:cubicBezTo>
                    <a:pt x="601" y="707"/>
                    <a:pt x="0" y="621"/>
                    <a:pt x="29" y="1307"/>
                  </a:cubicBezTo>
                  <a:cubicBezTo>
                    <a:pt x="48" y="1591"/>
                    <a:pt x="317" y="1718"/>
                    <a:pt x="633" y="1718"/>
                  </a:cubicBezTo>
                  <a:cubicBezTo>
                    <a:pt x="796" y="1718"/>
                    <a:pt x="970" y="1685"/>
                    <a:pt x="1130" y="1622"/>
                  </a:cubicBezTo>
                  <a:cubicBezTo>
                    <a:pt x="1601" y="1435"/>
                    <a:pt x="2445" y="1064"/>
                    <a:pt x="2230" y="393"/>
                  </a:cubicBezTo>
                  <a:cubicBezTo>
                    <a:pt x="2141" y="105"/>
                    <a:pt x="1976" y="1"/>
                    <a:pt x="178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35">
              <a:extLst>
                <a:ext uri="{FF2B5EF4-FFF2-40B4-BE49-F238E27FC236}">
                  <a16:creationId xmlns:a16="http://schemas.microsoft.com/office/drawing/2014/main" id="{29DFE0FD-67BB-D81E-ED9C-82B34E598026}"/>
                </a:ext>
              </a:extLst>
            </p:cNvPr>
            <p:cNvSpPr/>
            <p:nvPr/>
          </p:nvSpPr>
          <p:spPr>
            <a:xfrm>
              <a:off x="5579500" y="1867350"/>
              <a:ext cx="195850" cy="396650"/>
            </a:xfrm>
            <a:custGeom>
              <a:avLst/>
              <a:gdLst/>
              <a:ahLst/>
              <a:cxnLst/>
              <a:rect l="l" t="t" r="r" b="b"/>
              <a:pathLst>
                <a:path w="7834" h="15866" extrusionOk="0">
                  <a:moveTo>
                    <a:pt x="130" y="1"/>
                  </a:moveTo>
                  <a:lnTo>
                    <a:pt x="130" y="1"/>
                  </a:lnTo>
                  <a:cubicBezTo>
                    <a:pt x="130" y="1"/>
                    <a:pt x="759" y="1445"/>
                    <a:pt x="1131" y="4117"/>
                  </a:cubicBezTo>
                  <a:cubicBezTo>
                    <a:pt x="1487" y="6791"/>
                    <a:pt x="515" y="9706"/>
                    <a:pt x="230" y="12737"/>
                  </a:cubicBezTo>
                  <a:cubicBezTo>
                    <a:pt x="0" y="15157"/>
                    <a:pt x="959" y="15865"/>
                    <a:pt x="2293" y="15865"/>
                  </a:cubicBezTo>
                  <a:cubicBezTo>
                    <a:pt x="2621" y="15865"/>
                    <a:pt x="2971" y="15823"/>
                    <a:pt x="3332" y="15752"/>
                  </a:cubicBezTo>
                  <a:cubicBezTo>
                    <a:pt x="3942" y="15638"/>
                    <a:pt x="4602" y="15600"/>
                    <a:pt x="5212" y="15600"/>
                  </a:cubicBezTo>
                  <a:cubicBezTo>
                    <a:pt x="6432" y="15600"/>
                    <a:pt x="7448" y="15752"/>
                    <a:pt x="7448" y="15752"/>
                  </a:cubicBezTo>
                  <a:cubicBezTo>
                    <a:pt x="7134" y="15195"/>
                    <a:pt x="6576" y="15052"/>
                    <a:pt x="6576" y="15052"/>
                  </a:cubicBezTo>
                  <a:cubicBezTo>
                    <a:pt x="6705" y="15009"/>
                    <a:pt x="6862" y="14923"/>
                    <a:pt x="7005" y="14837"/>
                  </a:cubicBezTo>
                  <a:cubicBezTo>
                    <a:pt x="7262" y="14681"/>
                    <a:pt x="7491" y="14523"/>
                    <a:pt x="7491" y="14523"/>
                  </a:cubicBezTo>
                  <a:cubicBezTo>
                    <a:pt x="6962" y="14208"/>
                    <a:pt x="6576" y="13766"/>
                    <a:pt x="6576" y="13766"/>
                  </a:cubicBezTo>
                  <a:cubicBezTo>
                    <a:pt x="7162" y="13608"/>
                    <a:pt x="7834" y="12937"/>
                    <a:pt x="7834" y="12937"/>
                  </a:cubicBezTo>
                  <a:cubicBezTo>
                    <a:pt x="7233" y="12693"/>
                    <a:pt x="6576" y="12207"/>
                    <a:pt x="6576" y="12207"/>
                  </a:cubicBezTo>
                  <a:cubicBezTo>
                    <a:pt x="7205" y="11565"/>
                    <a:pt x="7662" y="10879"/>
                    <a:pt x="7662" y="10878"/>
                  </a:cubicBezTo>
                  <a:lnTo>
                    <a:pt x="7662" y="10878"/>
                  </a:lnTo>
                  <a:cubicBezTo>
                    <a:pt x="7662" y="10879"/>
                    <a:pt x="7008" y="10980"/>
                    <a:pt x="6496" y="10980"/>
                  </a:cubicBezTo>
                  <a:cubicBezTo>
                    <a:pt x="6240" y="10980"/>
                    <a:pt x="6019" y="10955"/>
                    <a:pt x="5933" y="10878"/>
                  </a:cubicBezTo>
                  <a:cubicBezTo>
                    <a:pt x="5690" y="10650"/>
                    <a:pt x="4704" y="10650"/>
                    <a:pt x="4317" y="7347"/>
                  </a:cubicBezTo>
                  <a:cubicBezTo>
                    <a:pt x="4218" y="6505"/>
                    <a:pt x="4003" y="5676"/>
                    <a:pt x="3717" y="4889"/>
                  </a:cubicBezTo>
                  <a:lnTo>
                    <a:pt x="3717" y="4875"/>
                  </a:lnTo>
                  <a:cubicBezTo>
                    <a:pt x="2903" y="2617"/>
                    <a:pt x="1430" y="759"/>
                    <a:pt x="13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35">
              <a:extLst>
                <a:ext uri="{FF2B5EF4-FFF2-40B4-BE49-F238E27FC236}">
                  <a16:creationId xmlns:a16="http://schemas.microsoft.com/office/drawing/2014/main" id="{06B04AA6-B421-0B05-13CD-17216E191A73}"/>
                </a:ext>
              </a:extLst>
            </p:cNvPr>
            <p:cNvSpPr/>
            <p:nvPr/>
          </p:nvSpPr>
          <p:spPr>
            <a:xfrm>
              <a:off x="5582750" y="1867350"/>
              <a:ext cx="182975" cy="395250"/>
            </a:xfrm>
            <a:custGeom>
              <a:avLst/>
              <a:gdLst/>
              <a:ahLst/>
              <a:cxnLst/>
              <a:rect l="l" t="t" r="r" b="b"/>
              <a:pathLst>
                <a:path w="7319" h="15810" extrusionOk="0">
                  <a:moveTo>
                    <a:pt x="0" y="1"/>
                  </a:moveTo>
                  <a:cubicBezTo>
                    <a:pt x="400" y="315"/>
                    <a:pt x="757" y="658"/>
                    <a:pt x="1072" y="1001"/>
                  </a:cubicBezTo>
                  <a:cubicBezTo>
                    <a:pt x="3444" y="3675"/>
                    <a:pt x="3573" y="7233"/>
                    <a:pt x="3702" y="9063"/>
                  </a:cubicBezTo>
                  <a:cubicBezTo>
                    <a:pt x="3802" y="10564"/>
                    <a:pt x="3859" y="13294"/>
                    <a:pt x="2887" y="15809"/>
                  </a:cubicBezTo>
                  <a:cubicBezTo>
                    <a:pt x="2987" y="15795"/>
                    <a:pt x="3101" y="15781"/>
                    <a:pt x="3202" y="15752"/>
                  </a:cubicBezTo>
                  <a:cubicBezTo>
                    <a:pt x="3802" y="15638"/>
                    <a:pt x="4473" y="15595"/>
                    <a:pt x="5074" y="15595"/>
                  </a:cubicBezTo>
                  <a:cubicBezTo>
                    <a:pt x="6303" y="15595"/>
                    <a:pt x="7318" y="15752"/>
                    <a:pt x="7318" y="15752"/>
                  </a:cubicBezTo>
                  <a:cubicBezTo>
                    <a:pt x="7004" y="15195"/>
                    <a:pt x="6446" y="15052"/>
                    <a:pt x="6446" y="15052"/>
                  </a:cubicBezTo>
                  <a:cubicBezTo>
                    <a:pt x="6575" y="15009"/>
                    <a:pt x="6732" y="14923"/>
                    <a:pt x="6875" y="14837"/>
                  </a:cubicBezTo>
                  <a:cubicBezTo>
                    <a:pt x="6461" y="14694"/>
                    <a:pt x="6003" y="14609"/>
                    <a:pt x="5560" y="14566"/>
                  </a:cubicBezTo>
                  <a:cubicBezTo>
                    <a:pt x="5146" y="14538"/>
                    <a:pt x="4702" y="14523"/>
                    <a:pt x="4416" y="14237"/>
                  </a:cubicBezTo>
                  <a:cubicBezTo>
                    <a:pt x="4102" y="13909"/>
                    <a:pt x="4130" y="13394"/>
                    <a:pt x="4174" y="12950"/>
                  </a:cubicBezTo>
                  <a:cubicBezTo>
                    <a:pt x="4388" y="10278"/>
                    <a:pt x="4231" y="7505"/>
                    <a:pt x="3587" y="4889"/>
                  </a:cubicBezTo>
                  <a:lnTo>
                    <a:pt x="3587" y="4875"/>
                  </a:lnTo>
                  <a:cubicBezTo>
                    <a:pt x="2773" y="2617"/>
                    <a:pt x="1300" y="759"/>
                    <a:pt x="0"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35">
              <a:extLst>
                <a:ext uri="{FF2B5EF4-FFF2-40B4-BE49-F238E27FC236}">
                  <a16:creationId xmlns:a16="http://schemas.microsoft.com/office/drawing/2014/main" id="{2FBA0129-584C-62FC-782F-DE55DB05AB76}"/>
                </a:ext>
              </a:extLst>
            </p:cNvPr>
            <p:cNvSpPr/>
            <p:nvPr/>
          </p:nvSpPr>
          <p:spPr>
            <a:xfrm>
              <a:off x="5825725" y="2706350"/>
              <a:ext cx="68725" cy="59275"/>
            </a:xfrm>
            <a:custGeom>
              <a:avLst/>
              <a:gdLst/>
              <a:ahLst/>
              <a:cxnLst/>
              <a:rect l="l" t="t" r="r" b="b"/>
              <a:pathLst>
                <a:path w="2749" h="2371" extrusionOk="0">
                  <a:moveTo>
                    <a:pt x="1593" y="1"/>
                  </a:moveTo>
                  <a:cubicBezTo>
                    <a:pt x="1581" y="1"/>
                    <a:pt x="1570" y="1"/>
                    <a:pt x="1558" y="2"/>
                  </a:cubicBezTo>
                  <a:cubicBezTo>
                    <a:pt x="643" y="45"/>
                    <a:pt x="129" y="631"/>
                    <a:pt x="129" y="631"/>
                  </a:cubicBezTo>
                  <a:lnTo>
                    <a:pt x="1" y="1989"/>
                  </a:lnTo>
                  <a:cubicBezTo>
                    <a:pt x="1" y="1989"/>
                    <a:pt x="644" y="2370"/>
                    <a:pt x="1292" y="2370"/>
                  </a:cubicBezTo>
                  <a:cubicBezTo>
                    <a:pt x="1540" y="2370"/>
                    <a:pt x="1788" y="2315"/>
                    <a:pt x="2002" y="2161"/>
                  </a:cubicBezTo>
                  <a:cubicBezTo>
                    <a:pt x="2749" y="1596"/>
                    <a:pt x="2480" y="1"/>
                    <a:pt x="159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35">
              <a:extLst>
                <a:ext uri="{FF2B5EF4-FFF2-40B4-BE49-F238E27FC236}">
                  <a16:creationId xmlns:a16="http://schemas.microsoft.com/office/drawing/2014/main" id="{28B33358-FA33-017F-D66D-D2DDD2B74250}"/>
                </a:ext>
              </a:extLst>
            </p:cNvPr>
            <p:cNvSpPr/>
            <p:nvPr/>
          </p:nvSpPr>
          <p:spPr>
            <a:xfrm>
              <a:off x="5775700" y="2700650"/>
              <a:ext cx="77200" cy="62325"/>
            </a:xfrm>
            <a:custGeom>
              <a:avLst/>
              <a:gdLst/>
              <a:ahLst/>
              <a:cxnLst/>
              <a:rect l="l" t="t" r="r" b="b"/>
              <a:pathLst>
                <a:path w="3088" h="2493" extrusionOk="0">
                  <a:moveTo>
                    <a:pt x="1823" y="0"/>
                  </a:moveTo>
                  <a:cubicBezTo>
                    <a:pt x="970" y="0"/>
                    <a:pt x="243" y="716"/>
                    <a:pt x="243" y="716"/>
                  </a:cubicBezTo>
                  <a:lnTo>
                    <a:pt x="1" y="1960"/>
                  </a:lnTo>
                  <a:cubicBezTo>
                    <a:pt x="1" y="1960"/>
                    <a:pt x="681" y="2492"/>
                    <a:pt x="1493" y="2492"/>
                  </a:cubicBezTo>
                  <a:cubicBezTo>
                    <a:pt x="1659" y="2492"/>
                    <a:pt x="1830" y="2470"/>
                    <a:pt x="2002" y="2417"/>
                  </a:cubicBezTo>
                  <a:cubicBezTo>
                    <a:pt x="3016" y="2088"/>
                    <a:pt x="3088" y="216"/>
                    <a:pt x="2116" y="30"/>
                  </a:cubicBezTo>
                  <a:cubicBezTo>
                    <a:pt x="2017" y="9"/>
                    <a:pt x="1919" y="0"/>
                    <a:pt x="182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35">
              <a:extLst>
                <a:ext uri="{FF2B5EF4-FFF2-40B4-BE49-F238E27FC236}">
                  <a16:creationId xmlns:a16="http://schemas.microsoft.com/office/drawing/2014/main" id="{7A1A5294-6720-9E99-5250-BF32AFD498FA}"/>
                </a:ext>
              </a:extLst>
            </p:cNvPr>
            <p:cNvSpPr/>
            <p:nvPr/>
          </p:nvSpPr>
          <p:spPr>
            <a:xfrm>
              <a:off x="5642050" y="2647900"/>
              <a:ext cx="163325" cy="110575"/>
            </a:xfrm>
            <a:custGeom>
              <a:avLst/>
              <a:gdLst/>
              <a:ahLst/>
              <a:cxnLst/>
              <a:rect l="l" t="t" r="r" b="b"/>
              <a:pathLst>
                <a:path w="6533" h="4423" extrusionOk="0">
                  <a:moveTo>
                    <a:pt x="3801" y="1"/>
                  </a:moveTo>
                  <a:cubicBezTo>
                    <a:pt x="3105" y="1"/>
                    <a:pt x="2094" y="103"/>
                    <a:pt x="1259" y="596"/>
                  </a:cubicBezTo>
                  <a:cubicBezTo>
                    <a:pt x="872" y="825"/>
                    <a:pt x="529" y="1125"/>
                    <a:pt x="258" y="1539"/>
                  </a:cubicBezTo>
                  <a:cubicBezTo>
                    <a:pt x="258" y="1539"/>
                    <a:pt x="115" y="1911"/>
                    <a:pt x="58" y="2368"/>
                  </a:cubicBezTo>
                  <a:lnTo>
                    <a:pt x="43" y="2397"/>
                  </a:lnTo>
                  <a:cubicBezTo>
                    <a:pt x="1" y="2812"/>
                    <a:pt x="29" y="3254"/>
                    <a:pt x="300" y="3555"/>
                  </a:cubicBezTo>
                  <a:cubicBezTo>
                    <a:pt x="544" y="3812"/>
                    <a:pt x="973" y="3883"/>
                    <a:pt x="1472" y="3898"/>
                  </a:cubicBezTo>
                  <a:cubicBezTo>
                    <a:pt x="1531" y="3901"/>
                    <a:pt x="1590" y="3902"/>
                    <a:pt x="1649" y="3902"/>
                  </a:cubicBezTo>
                  <a:cubicBezTo>
                    <a:pt x="1909" y="3902"/>
                    <a:pt x="2177" y="3881"/>
                    <a:pt x="2444" y="3870"/>
                  </a:cubicBezTo>
                  <a:cubicBezTo>
                    <a:pt x="2703" y="3855"/>
                    <a:pt x="2959" y="3844"/>
                    <a:pt x="3196" y="3844"/>
                  </a:cubicBezTo>
                  <a:cubicBezTo>
                    <a:pt x="3430" y="3844"/>
                    <a:pt x="3647" y="3855"/>
                    <a:pt x="3831" y="3883"/>
                  </a:cubicBezTo>
                  <a:cubicBezTo>
                    <a:pt x="4524" y="3999"/>
                    <a:pt x="4975" y="4422"/>
                    <a:pt x="5446" y="4422"/>
                  </a:cubicBezTo>
                  <a:cubicBezTo>
                    <a:pt x="5558" y="4422"/>
                    <a:pt x="5671" y="4398"/>
                    <a:pt x="5789" y="4341"/>
                  </a:cubicBezTo>
                  <a:cubicBezTo>
                    <a:pt x="5890" y="4284"/>
                    <a:pt x="5989" y="4213"/>
                    <a:pt x="6103" y="4098"/>
                  </a:cubicBezTo>
                  <a:cubicBezTo>
                    <a:pt x="6519" y="3698"/>
                    <a:pt x="6532" y="3054"/>
                    <a:pt x="6233" y="2612"/>
                  </a:cubicBezTo>
                  <a:cubicBezTo>
                    <a:pt x="6189" y="2555"/>
                    <a:pt x="6147" y="2497"/>
                    <a:pt x="6090" y="2454"/>
                  </a:cubicBezTo>
                  <a:cubicBezTo>
                    <a:pt x="5902" y="2267"/>
                    <a:pt x="5641" y="2147"/>
                    <a:pt x="5323" y="2147"/>
                  </a:cubicBezTo>
                  <a:cubicBezTo>
                    <a:pt x="5155" y="2147"/>
                    <a:pt x="4972" y="2180"/>
                    <a:pt x="4775" y="2254"/>
                  </a:cubicBezTo>
                  <a:lnTo>
                    <a:pt x="4746" y="1939"/>
                  </a:lnTo>
                  <a:lnTo>
                    <a:pt x="4674" y="696"/>
                  </a:lnTo>
                  <a:lnTo>
                    <a:pt x="4632" y="53"/>
                  </a:lnTo>
                  <a:cubicBezTo>
                    <a:pt x="4632" y="53"/>
                    <a:pt x="4296" y="1"/>
                    <a:pt x="38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35">
              <a:extLst>
                <a:ext uri="{FF2B5EF4-FFF2-40B4-BE49-F238E27FC236}">
                  <a16:creationId xmlns:a16="http://schemas.microsoft.com/office/drawing/2014/main" id="{3323B9E1-E7E6-2D5B-8D72-273CBA6FD47B}"/>
                </a:ext>
              </a:extLst>
            </p:cNvPr>
            <p:cNvSpPr/>
            <p:nvPr/>
          </p:nvSpPr>
          <p:spPr>
            <a:xfrm>
              <a:off x="5643125" y="2661075"/>
              <a:ext cx="173675" cy="52850"/>
            </a:xfrm>
            <a:custGeom>
              <a:avLst/>
              <a:gdLst/>
              <a:ahLst/>
              <a:cxnLst/>
              <a:rect l="l" t="t" r="r" b="b"/>
              <a:pathLst>
                <a:path w="6947" h="2114" extrusionOk="0">
                  <a:moveTo>
                    <a:pt x="2901" y="1"/>
                  </a:moveTo>
                  <a:cubicBezTo>
                    <a:pt x="2306" y="1"/>
                    <a:pt x="1699" y="35"/>
                    <a:pt x="1216" y="69"/>
                  </a:cubicBezTo>
                  <a:cubicBezTo>
                    <a:pt x="615" y="112"/>
                    <a:pt x="200" y="169"/>
                    <a:pt x="200" y="169"/>
                  </a:cubicBezTo>
                  <a:lnTo>
                    <a:pt x="15" y="1841"/>
                  </a:lnTo>
                  <a:lnTo>
                    <a:pt x="0" y="1870"/>
                  </a:lnTo>
                  <a:lnTo>
                    <a:pt x="1559" y="1927"/>
                  </a:lnTo>
                  <a:lnTo>
                    <a:pt x="2130" y="1942"/>
                  </a:lnTo>
                  <a:lnTo>
                    <a:pt x="2601" y="1970"/>
                  </a:lnTo>
                  <a:lnTo>
                    <a:pt x="5818" y="2085"/>
                  </a:lnTo>
                  <a:lnTo>
                    <a:pt x="6190" y="2085"/>
                  </a:lnTo>
                  <a:lnTo>
                    <a:pt x="6947" y="2113"/>
                  </a:lnTo>
                  <a:cubicBezTo>
                    <a:pt x="6947" y="2113"/>
                    <a:pt x="6632" y="2013"/>
                    <a:pt x="6261" y="1813"/>
                  </a:cubicBezTo>
                  <a:cubicBezTo>
                    <a:pt x="6089" y="1713"/>
                    <a:pt x="5918" y="1584"/>
                    <a:pt x="5746" y="1441"/>
                  </a:cubicBezTo>
                  <a:cubicBezTo>
                    <a:pt x="5504" y="1227"/>
                    <a:pt x="5304" y="941"/>
                    <a:pt x="5246" y="612"/>
                  </a:cubicBezTo>
                  <a:cubicBezTo>
                    <a:pt x="5203" y="398"/>
                    <a:pt x="4974" y="269"/>
                    <a:pt x="4631" y="169"/>
                  </a:cubicBezTo>
                  <a:cubicBezTo>
                    <a:pt x="4190" y="42"/>
                    <a:pt x="3553" y="1"/>
                    <a:pt x="29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35">
              <a:extLst>
                <a:ext uri="{FF2B5EF4-FFF2-40B4-BE49-F238E27FC236}">
                  <a16:creationId xmlns:a16="http://schemas.microsoft.com/office/drawing/2014/main" id="{E01238A8-FED2-E678-4E3D-FBB31EDF8D83}"/>
                </a:ext>
              </a:extLst>
            </p:cNvPr>
            <p:cNvSpPr/>
            <p:nvPr/>
          </p:nvSpPr>
          <p:spPr>
            <a:xfrm>
              <a:off x="5642050" y="2647900"/>
              <a:ext cx="144750" cy="97475"/>
            </a:xfrm>
            <a:custGeom>
              <a:avLst/>
              <a:gdLst/>
              <a:ahLst/>
              <a:cxnLst/>
              <a:rect l="l" t="t" r="r" b="b"/>
              <a:pathLst>
                <a:path w="5790" h="3899" extrusionOk="0">
                  <a:moveTo>
                    <a:pt x="3801" y="1"/>
                  </a:moveTo>
                  <a:cubicBezTo>
                    <a:pt x="3105" y="1"/>
                    <a:pt x="2094" y="103"/>
                    <a:pt x="1259" y="596"/>
                  </a:cubicBezTo>
                  <a:cubicBezTo>
                    <a:pt x="658" y="639"/>
                    <a:pt x="243" y="696"/>
                    <a:pt x="243" y="696"/>
                  </a:cubicBezTo>
                  <a:lnTo>
                    <a:pt x="58" y="2368"/>
                  </a:lnTo>
                  <a:lnTo>
                    <a:pt x="43" y="2397"/>
                  </a:lnTo>
                  <a:cubicBezTo>
                    <a:pt x="1" y="2812"/>
                    <a:pt x="29" y="3254"/>
                    <a:pt x="300" y="3555"/>
                  </a:cubicBezTo>
                  <a:cubicBezTo>
                    <a:pt x="544" y="3812"/>
                    <a:pt x="973" y="3883"/>
                    <a:pt x="1472" y="3898"/>
                  </a:cubicBezTo>
                  <a:cubicBezTo>
                    <a:pt x="1459" y="3412"/>
                    <a:pt x="1472" y="2911"/>
                    <a:pt x="1602" y="2454"/>
                  </a:cubicBezTo>
                  <a:cubicBezTo>
                    <a:pt x="1630" y="2297"/>
                    <a:pt x="1687" y="2154"/>
                    <a:pt x="1758" y="2011"/>
                  </a:cubicBezTo>
                  <a:cubicBezTo>
                    <a:pt x="1901" y="2168"/>
                    <a:pt x="2030" y="2326"/>
                    <a:pt x="2173" y="2469"/>
                  </a:cubicBezTo>
                  <a:cubicBezTo>
                    <a:pt x="2202" y="2511"/>
                    <a:pt x="2231" y="2540"/>
                    <a:pt x="2259" y="2568"/>
                  </a:cubicBezTo>
                  <a:cubicBezTo>
                    <a:pt x="2306" y="2627"/>
                    <a:pt x="2371" y="2694"/>
                    <a:pt x="2447" y="2694"/>
                  </a:cubicBezTo>
                  <a:cubicBezTo>
                    <a:pt x="2465" y="2694"/>
                    <a:pt x="2483" y="2691"/>
                    <a:pt x="2502" y="2683"/>
                  </a:cubicBezTo>
                  <a:cubicBezTo>
                    <a:pt x="2559" y="2669"/>
                    <a:pt x="2587" y="2597"/>
                    <a:pt x="2616" y="2540"/>
                  </a:cubicBezTo>
                  <a:cubicBezTo>
                    <a:pt x="2631" y="2526"/>
                    <a:pt x="2631" y="2511"/>
                    <a:pt x="2644" y="2497"/>
                  </a:cubicBezTo>
                  <a:cubicBezTo>
                    <a:pt x="2816" y="2168"/>
                    <a:pt x="2988" y="1854"/>
                    <a:pt x="3145" y="1525"/>
                  </a:cubicBezTo>
                  <a:cubicBezTo>
                    <a:pt x="3288" y="1811"/>
                    <a:pt x="3445" y="2082"/>
                    <a:pt x="3616" y="2326"/>
                  </a:cubicBezTo>
                  <a:cubicBezTo>
                    <a:pt x="3845" y="2183"/>
                    <a:pt x="4045" y="1968"/>
                    <a:pt x="4188" y="1726"/>
                  </a:cubicBezTo>
                  <a:cubicBezTo>
                    <a:pt x="4388" y="1825"/>
                    <a:pt x="4575" y="1897"/>
                    <a:pt x="4746" y="1939"/>
                  </a:cubicBezTo>
                  <a:cubicBezTo>
                    <a:pt x="4961" y="2001"/>
                    <a:pt x="5159" y="2029"/>
                    <a:pt x="5342" y="2029"/>
                  </a:cubicBezTo>
                  <a:cubicBezTo>
                    <a:pt x="5502" y="2029"/>
                    <a:pt x="5650" y="2008"/>
                    <a:pt x="5789" y="1968"/>
                  </a:cubicBezTo>
                  <a:cubicBezTo>
                    <a:pt x="5547" y="1754"/>
                    <a:pt x="5347" y="1468"/>
                    <a:pt x="5289" y="1139"/>
                  </a:cubicBezTo>
                  <a:cubicBezTo>
                    <a:pt x="5246" y="925"/>
                    <a:pt x="5017" y="796"/>
                    <a:pt x="4674" y="696"/>
                  </a:cubicBezTo>
                  <a:lnTo>
                    <a:pt x="4632" y="53"/>
                  </a:lnTo>
                  <a:cubicBezTo>
                    <a:pt x="4632" y="53"/>
                    <a:pt x="4296" y="1"/>
                    <a:pt x="380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35">
              <a:extLst>
                <a:ext uri="{FF2B5EF4-FFF2-40B4-BE49-F238E27FC236}">
                  <a16:creationId xmlns:a16="http://schemas.microsoft.com/office/drawing/2014/main" id="{562DCE25-C5A7-F1BF-F731-2A1BF0BA413B}"/>
                </a:ext>
              </a:extLst>
            </p:cNvPr>
            <p:cNvSpPr/>
            <p:nvPr/>
          </p:nvSpPr>
          <p:spPr>
            <a:xfrm>
              <a:off x="5336525" y="2255575"/>
              <a:ext cx="475275" cy="449400"/>
            </a:xfrm>
            <a:custGeom>
              <a:avLst/>
              <a:gdLst/>
              <a:ahLst/>
              <a:cxnLst/>
              <a:rect l="l" t="t" r="r" b="b"/>
              <a:pathLst>
                <a:path w="19011" h="17976" extrusionOk="0">
                  <a:moveTo>
                    <a:pt x="5322" y="1"/>
                  </a:moveTo>
                  <a:cubicBezTo>
                    <a:pt x="2286" y="1"/>
                    <a:pt x="273" y="166"/>
                    <a:pt x="273" y="166"/>
                  </a:cubicBezTo>
                  <a:cubicBezTo>
                    <a:pt x="187" y="2053"/>
                    <a:pt x="0" y="5083"/>
                    <a:pt x="3631" y="5498"/>
                  </a:cubicBezTo>
                  <a:cubicBezTo>
                    <a:pt x="7276" y="5912"/>
                    <a:pt x="11549" y="5584"/>
                    <a:pt x="12350" y="6655"/>
                  </a:cubicBezTo>
                  <a:cubicBezTo>
                    <a:pt x="13137" y="7728"/>
                    <a:pt x="12350" y="17562"/>
                    <a:pt x="12350" y="17562"/>
                  </a:cubicBezTo>
                  <a:cubicBezTo>
                    <a:pt x="12350" y="17562"/>
                    <a:pt x="13236" y="17276"/>
                    <a:pt x="13693" y="16632"/>
                  </a:cubicBezTo>
                  <a:cubicBezTo>
                    <a:pt x="13693" y="16632"/>
                    <a:pt x="14280" y="17518"/>
                    <a:pt x="14380" y="17975"/>
                  </a:cubicBezTo>
                  <a:cubicBezTo>
                    <a:pt x="14380" y="17975"/>
                    <a:pt x="15123" y="17604"/>
                    <a:pt x="15409" y="16718"/>
                  </a:cubicBezTo>
                  <a:cubicBezTo>
                    <a:pt x="15409" y="16718"/>
                    <a:pt x="15695" y="17461"/>
                    <a:pt x="16167" y="17975"/>
                  </a:cubicBezTo>
                  <a:cubicBezTo>
                    <a:pt x="16167" y="17975"/>
                    <a:pt x="16224" y="17876"/>
                    <a:pt x="16310" y="17733"/>
                  </a:cubicBezTo>
                  <a:cubicBezTo>
                    <a:pt x="16466" y="17476"/>
                    <a:pt x="16710" y="17061"/>
                    <a:pt x="16924" y="16775"/>
                  </a:cubicBezTo>
                  <a:cubicBezTo>
                    <a:pt x="16924" y="16775"/>
                    <a:pt x="17324" y="17975"/>
                    <a:pt x="18397" y="17975"/>
                  </a:cubicBezTo>
                  <a:cubicBezTo>
                    <a:pt x="18397" y="17975"/>
                    <a:pt x="18082" y="17232"/>
                    <a:pt x="18397" y="15603"/>
                  </a:cubicBezTo>
                  <a:cubicBezTo>
                    <a:pt x="18725" y="13973"/>
                    <a:pt x="19011" y="6255"/>
                    <a:pt x="18397" y="4126"/>
                  </a:cubicBezTo>
                  <a:cubicBezTo>
                    <a:pt x="17939" y="2496"/>
                    <a:pt x="16924" y="1252"/>
                    <a:pt x="13894" y="595"/>
                  </a:cubicBezTo>
                  <a:cubicBezTo>
                    <a:pt x="12979" y="395"/>
                    <a:pt x="11864" y="252"/>
                    <a:pt x="10520" y="166"/>
                  </a:cubicBezTo>
                  <a:cubicBezTo>
                    <a:pt x="8615" y="42"/>
                    <a:pt x="6841" y="1"/>
                    <a:pt x="53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35">
              <a:extLst>
                <a:ext uri="{FF2B5EF4-FFF2-40B4-BE49-F238E27FC236}">
                  <a16:creationId xmlns:a16="http://schemas.microsoft.com/office/drawing/2014/main" id="{6CA93CE7-1D12-ED9B-4D0E-01C971F66BE5}"/>
                </a:ext>
              </a:extLst>
            </p:cNvPr>
            <p:cNvSpPr/>
            <p:nvPr/>
          </p:nvSpPr>
          <p:spPr>
            <a:xfrm>
              <a:off x="5598450" y="2265075"/>
              <a:ext cx="145825" cy="439900"/>
            </a:xfrm>
            <a:custGeom>
              <a:avLst/>
              <a:gdLst/>
              <a:ahLst/>
              <a:cxnLst/>
              <a:rect l="l" t="t" r="r" b="b"/>
              <a:pathLst>
                <a:path w="5833" h="17596" extrusionOk="0">
                  <a:moveTo>
                    <a:pt x="2231" y="1"/>
                  </a:moveTo>
                  <a:cubicBezTo>
                    <a:pt x="1759" y="1201"/>
                    <a:pt x="1044" y="2330"/>
                    <a:pt x="1" y="3260"/>
                  </a:cubicBezTo>
                  <a:cubicBezTo>
                    <a:pt x="716" y="3860"/>
                    <a:pt x="1101" y="4588"/>
                    <a:pt x="1330" y="5417"/>
                  </a:cubicBezTo>
                  <a:cubicBezTo>
                    <a:pt x="1373" y="5560"/>
                    <a:pt x="1415" y="5747"/>
                    <a:pt x="1444" y="5961"/>
                  </a:cubicBezTo>
                  <a:cubicBezTo>
                    <a:pt x="1630" y="6046"/>
                    <a:pt x="1773" y="6161"/>
                    <a:pt x="1873" y="6275"/>
                  </a:cubicBezTo>
                  <a:cubicBezTo>
                    <a:pt x="2130" y="6633"/>
                    <a:pt x="2216" y="7977"/>
                    <a:pt x="2216" y="9591"/>
                  </a:cubicBezTo>
                  <a:cubicBezTo>
                    <a:pt x="2216" y="12808"/>
                    <a:pt x="1873" y="17182"/>
                    <a:pt x="1873" y="17182"/>
                  </a:cubicBezTo>
                  <a:cubicBezTo>
                    <a:pt x="1873" y="17182"/>
                    <a:pt x="2759" y="16896"/>
                    <a:pt x="3216" y="16252"/>
                  </a:cubicBezTo>
                  <a:cubicBezTo>
                    <a:pt x="3216" y="16252"/>
                    <a:pt x="3803" y="17138"/>
                    <a:pt x="3903" y="17595"/>
                  </a:cubicBezTo>
                  <a:cubicBezTo>
                    <a:pt x="3903" y="17595"/>
                    <a:pt x="4646" y="17224"/>
                    <a:pt x="4932" y="16338"/>
                  </a:cubicBezTo>
                  <a:cubicBezTo>
                    <a:pt x="4932" y="16338"/>
                    <a:pt x="5218" y="17081"/>
                    <a:pt x="5690" y="17595"/>
                  </a:cubicBezTo>
                  <a:cubicBezTo>
                    <a:pt x="5690" y="17595"/>
                    <a:pt x="5747" y="17496"/>
                    <a:pt x="5833" y="17353"/>
                  </a:cubicBezTo>
                  <a:cubicBezTo>
                    <a:pt x="5561" y="16667"/>
                    <a:pt x="5303" y="15981"/>
                    <a:pt x="5347" y="15266"/>
                  </a:cubicBezTo>
                  <a:lnTo>
                    <a:pt x="5347" y="15266"/>
                  </a:lnTo>
                  <a:cubicBezTo>
                    <a:pt x="4960" y="15638"/>
                    <a:pt x="4589" y="16023"/>
                    <a:pt x="4203" y="16395"/>
                  </a:cubicBezTo>
                  <a:cubicBezTo>
                    <a:pt x="4003" y="15737"/>
                    <a:pt x="3874" y="15051"/>
                    <a:pt x="3788" y="14351"/>
                  </a:cubicBezTo>
                  <a:cubicBezTo>
                    <a:pt x="3546" y="14437"/>
                    <a:pt x="3288" y="14508"/>
                    <a:pt x="3031" y="14594"/>
                  </a:cubicBezTo>
                  <a:cubicBezTo>
                    <a:pt x="3317" y="12293"/>
                    <a:pt x="3603" y="10006"/>
                    <a:pt x="3874" y="7719"/>
                  </a:cubicBezTo>
                  <a:cubicBezTo>
                    <a:pt x="4032" y="6447"/>
                    <a:pt x="4160" y="5003"/>
                    <a:pt x="3346" y="4003"/>
                  </a:cubicBezTo>
                  <a:cubicBezTo>
                    <a:pt x="2888" y="3431"/>
                    <a:pt x="2187" y="3102"/>
                    <a:pt x="1516" y="2802"/>
                  </a:cubicBezTo>
                  <a:cubicBezTo>
                    <a:pt x="2273" y="2116"/>
                    <a:pt x="2917" y="1230"/>
                    <a:pt x="3417" y="215"/>
                  </a:cubicBezTo>
                  <a:cubicBezTo>
                    <a:pt x="3060" y="144"/>
                    <a:pt x="2660" y="72"/>
                    <a:pt x="2231"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35">
              <a:extLst>
                <a:ext uri="{FF2B5EF4-FFF2-40B4-BE49-F238E27FC236}">
                  <a16:creationId xmlns:a16="http://schemas.microsoft.com/office/drawing/2014/main" id="{71EAD409-530E-3B9F-2CB0-5A47029D6984}"/>
                </a:ext>
              </a:extLst>
            </p:cNvPr>
            <p:cNvSpPr/>
            <p:nvPr/>
          </p:nvSpPr>
          <p:spPr>
            <a:xfrm>
              <a:off x="5112125" y="1809100"/>
              <a:ext cx="568550" cy="591300"/>
            </a:xfrm>
            <a:custGeom>
              <a:avLst/>
              <a:gdLst/>
              <a:ahLst/>
              <a:cxnLst/>
              <a:rect l="l" t="t" r="r" b="b"/>
              <a:pathLst>
                <a:path w="22742" h="23652" extrusionOk="0">
                  <a:moveTo>
                    <a:pt x="10551" y="0"/>
                  </a:moveTo>
                  <a:cubicBezTo>
                    <a:pt x="10479" y="0"/>
                    <a:pt x="10407" y="1"/>
                    <a:pt x="10335" y="1"/>
                  </a:cubicBezTo>
                  <a:cubicBezTo>
                    <a:pt x="5060" y="44"/>
                    <a:pt x="0" y="2902"/>
                    <a:pt x="315" y="11078"/>
                  </a:cubicBezTo>
                  <a:cubicBezTo>
                    <a:pt x="587" y="18225"/>
                    <a:pt x="3017" y="22671"/>
                    <a:pt x="9948" y="23513"/>
                  </a:cubicBezTo>
                  <a:cubicBezTo>
                    <a:pt x="10750" y="23605"/>
                    <a:pt x="11616" y="23651"/>
                    <a:pt x="12547" y="23651"/>
                  </a:cubicBezTo>
                  <a:cubicBezTo>
                    <a:pt x="12777" y="23651"/>
                    <a:pt x="13012" y="23648"/>
                    <a:pt x="13251" y="23643"/>
                  </a:cubicBezTo>
                  <a:cubicBezTo>
                    <a:pt x="22741" y="23371"/>
                    <a:pt x="22741" y="14566"/>
                    <a:pt x="22527" y="11393"/>
                  </a:cubicBezTo>
                  <a:cubicBezTo>
                    <a:pt x="22398" y="9563"/>
                    <a:pt x="22269" y="6005"/>
                    <a:pt x="19897" y="3331"/>
                  </a:cubicBezTo>
                  <a:cubicBezTo>
                    <a:pt x="18193" y="1430"/>
                    <a:pt x="15350" y="0"/>
                    <a:pt x="1055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35">
              <a:extLst>
                <a:ext uri="{FF2B5EF4-FFF2-40B4-BE49-F238E27FC236}">
                  <a16:creationId xmlns:a16="http://schemas.microsoft.com/office/drawing/2014/main" id="{BC867823-5109-7F11-644A-F4A7A385B378}"/>
                </a:ext>
              </a:extLst>
            </p:cNvPr>
            <p:cNvSpPr/>
            <p:nvPr/>
          </p:nvSpPr>
          <p:spPr>
            <a:xfrm>
              <a:off x="5172150" y="1821625"/>
              <a:ext cx="437400" cy="479550"/>
            </a:xfrm>
            <a:custGeom>
              <a:avLst/>
              <a:gdLst/>
              <a:ahLst/>
              <a:cxnLst/>
              <a:rect l="l" t="t" r="r" b="b"/>
              <a:pathLst>
                <a:path w="17496" h="19182" extrusionOk="0">
                  <a:moveTo>
                    <a:pt x="15952" y="1487"/>
                  </a:moveTo>
                  <a:cubicBezTo>
                    <a:pt x="15980" y="1601"/>
                    <a:pt x="15995" y="1702"/>
                    <a:pt x="16009" y="1816"/>
                  </a:cubicBezTo>
                  <a:cubicBezTo>
                    <a:pt x="16066" y="2073"/>
                    <a:pt x="16110" y="2287"/>
                    <a:pt x="16152" y="2487"/>
                  </a:cubicBezTo>
                  <a:cubicBezTo>
                    <a:pt x="16609" y="2588"/>
                    <a:pt x="17053" y="2702"/>
                    <a:pt x="17496" y="2830"/>
                  </a:cubicBezTo>
                  <a:cubicBezTo>
                    <a:pt x="17181" y="2487"/>
                    <a:pt x="16824" y="2144"/>
                    <a:pt x="16424" y="1830"/>
                  </a:cubicBezTo>
                  <a:cubicBezTo>
                    <a:pt x="16266" y="1715"/>
                    <a:pt x="16123" y="1601"/>
                    <a:pt x="15952" y="1487"/>
                  </a:cubicBezTo>
                  <a:close/>
                  <a:moveTo>
                    <a:pt x="4418" y="0"/>
                  </a:moveTo>
                  <a:cubicBezTo>
                    <a:pt x="3503" y="272"/>
                    <a:pt x="2630" y="658"/>
                    <a:pt x="1845" y="1187"/>
                  </a:cubicBezTo>
                  <a:cubicBezTo>
                    <a:pt x="2702" y="2258"/>
                    <a:pt x="2960" y="4246"/>
                    <a:pt x="2960" y="6304"/>
                  </a:cubicBezTo>
                  <a:lnTo>
                    <a:pt x="2960" y="6504"/>
                  </a:lnTo>
                  <a:cubicBezTo>
                    <a:pt x="2931" y="9863"/>
                    <a:pt x="2230" y="13365"/>
                    <a:pt x="2230" y="13365"/>
                  </a:cubicBezTo>
                  <a:cubicBezTo>
                    <a:pt x="2230" y="13365"/>
                    <a:pt x="3160" y="13579"/>
                    <a:pt x="5018" y="13636"/>
                  </a:cubicBezTo>
                  <a:cubicBezTo>
                    <a:pt x="5047" y="13036"/>
                    <a:pt x="5075" y="12435"/>
                    <a:pt x="5117" y="11835"/>
                  </a:cubicBezTo>
                  <a:cubicBezTo>
                    <a:pt x="5275" y="9106"/>
                    <a:pt x="5418" y="6804"/>
                    <a:pt x="6890" y="4389"/>
                  </a:cubicBezTo>
                  <a:lnTo>
                    <a:pt x="6890" y="4389"/>
                  </a:lnTo>
                  <a:cubicBezTo>
                    <a:pt x="6661" y="4446"/>
                    <a:pt x="6432" y="4488"/>
                    <a:pt x="6247" y="4488"/>
                  </a:cubicBezTo>
                  <a:cubicBezTo>
                    <a:pt x="6161" y="4488"/>
                    <a:pt x="6076" y="4474"/>
                    <a:pt x="6019" y="4446"/>
                  </a:cubicBezTo>
                  <a:cubicBezTo>
                    <a:pt x="5889" y="4374"/>
                    <a:pt x="5847" y="4231"/>
                    <a:pt x="5847" y="4059"/>
                  </a:cubicBezTo>
                  <a:cubicBezTo>
                    <a:pt x="5847" y="3703"/>
                    <a:pt x="6019" y="3202"/>
                    <a:pt x="6019" y="2802"/>
                  </a:cubicBezTo>
                  <a:lnTo>
                    <a:pt x="6019" y="2802"/>
                  </a:lnTo>
                  <a:cubicBezTo>
                    <a:pt x="6018" y="2802"/>
                    <a:pt x="5403" y="3516"/>
                    <a:pt x="4989" y="3516"/>
                  </a:cubicBezTo>
                  <a:cubicBezTo>
                    <a:pt x="4961" y="3516"/>
                    <a:pt x="4917" y="3516"/>
                    <a:pt x="4889" y="3503"/>
                  </a:cubicBezTo>
                  <a:cubicBezTo>
                    <a:pt x="4631" y="3417"/>
                    <a:pt x="4460" y="1744"/>
                    <a:pt x="4418" y="0"/>
                  </a:cubicBezTo>
                  <a:close/>
                  <a:moveTo>
                    <a:pt x="5432" y="18796"/>
                  </a:moveTo>
                  <a:cubicBezTo>
                    <a:pt x="4989" y="18810"/>
                    <a:pt x="4574" y="18825"/>
                    <a:pt x="4160" y="18854"/>
                  </a:cubicBezTo>
                  <a:cubicBezTo>
                    <a:pt x="3274" y="18882"/>
                    <a:pt x="2459" y="18925"/>
                    <a:pt x="1702" y="18925"/>
                  </a:cubicBezTo>
                  <a:cubicBezTo>
                    <a:pt x="1087" y="18925"/>
                    <a:pt x="530" y="18896"/>
                    <a:pt x="0" y="18825"/>
                  </a:cubicBezTo>
                  <a:lnTo>
                    <a:pt x="0" y="18825"/>
                  </a:lnTo>
                  <a:cubicBezTo>
                    <a:pt x="86" y="18953"/>
                    <a:pt x="172" y="19068"/>
                    <a:pt x="258" y="19182"/>
                  </a:cubicBezTo>
                  <a:cubicBezTo>
                    <a:pt x="258" y="19182"/>
                    <a:pt x="2274" y="19025"/>
                    <a:pt x="5318" y="19025"/>
                  </a:cubicBezTo>
                  <a:lnTo>
                    <a:pt x="5489" y="19025"/>
                  </a:lnTo>
                  <a:cubicBezTo>
                    <a:pt x="5475" y="18953"/>
                    <a:pt x="5447" y="18867"/>
                    <a:pt x="5432" y="18796"/>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35">
              <a:extLst>
                <a:ext uri="{FF2B5EF4-FFF2-40B4-BE49-F238E27FC236}">
                  <a16:creationId xmlns:a16="http://schemas.microsoft.com/office/drawing/2014/main" id="{2786EF3D-F0D7-7DE8-E3C4-82FC7BBF4D84}"/>
                </a:ext>
              </a:extLst>
            </p:cNvPr>
            <p:cNvSpPr/>
            <p:nvPr/>
          </p:nvSpPr>
          <p:spPr>
            <a:xfrm>
              <a:off x="5558450" y="2192900"/>
              <a:ext cx="47175" cy="39325"/>
            </a:xfrm>
            <a:custGeom>
              <a:avLst/>
              <a:gdLst/>
              <a:ahLst/>
              <a:cxnLst/>
              <a:rect l="l" t="t" r="r" b="b"/>
              <a:pathLst>
                <a:path w="1887" h="1573" extrusionOk="0">
                  <a:moveTo>
                    <a:pt x="858" y="1"/>
                  </a:moveTo>
                  <a:cubicBezTo>
                    <a:pt x="0" y="1"/>
                    <a:pt x="86" y="1386"/>
                    <a:pt x="814" y="1558"/>
                  </a:cubicBezTo>
                  <a:cubicBezTo>
                    <a:pt x="843" y="1573"/>
                    <a:pt x="886" y="1573"/>
                    <a:pt x="929" y="1573"/>
                  </a:cubicBezTo>
                  <a:cubicBezTo>
                    <a:pt x="1601" y="1573"/>
                    <a:pt x="1887" y="129"/>
                    <a:pt x="972" y="14"/>
                  </a:cubicBezTo>
                  <a:cubicBezTo>
                    <a:pt x="929" y="1"/>
                    <a:pt x="886" y="1"/>
                    <a:pt x="858"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35">
              <a:extLst>
                <a:ext uri="{FF2B5EF4-FFF2-40B4-BE49-F238E27FC236}">
                  <a16:creationId xmlns:a16="http://schemas.microsoft.com/office/drawing/2014/main" id="{7F9D26B8-F366-81B4-067F-D84FEB902B4C}"/>
                </a:ext>
              </a:extLst>
            </p:cNvPr>
            <p:cNvSpPr/>
            <p:nvPr/>
          </p:nvSpPr>
          <p:spPr>
            <a:xfrm>
              <a:off x="5581650" y="2255425"/>
              <a:ext cx="32200" cy="41850"/>
            </a:xfrm>
            <a:custGeom>
              <a:avLst/>
              <a:gdLst/>
              <a:ahLst/>
              <a:cxnLst/>
              <a:rect l="l" t="t" r="r" b="b"/>
              <a:pathLst>
                <a:path w="1288" h="1674" extrusionOk="0">
                  <a:moveTo>
                    <a:pt x="687" y="0"/>
                  </a:moveTo>
                  <a:cubicBezTo>
                    <a:pt x="673" y="0"/>
                    <a:pt x="644" y="0"/>
                    <a:pt x="616" y="15"/>
                  </a:cubicBezTo>
                  <a:cubicBezTo>
                    <a:pt x="73" y="57"/>
                    <a:pt x="1" y="1673"/>
                    <a:pt x="616" y="1673"/>
                  </a:cubicBezTo>
                  <a:cubicBezTo>
                    <a:pt x="915" y="1673"/>
                    <a:pt x="1173" y="1258"/>
                    <a:pt x="1230" y="844"/>
                  </a:cubicBezTo>
                  <a:cubicBezTo>
                    <a:pt x="1287" y="429"/>
                    <a:pt x="1144" y="0"/>
                    <a:pt x="687"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35">
              <a:extLst>
                <a:ext uri="{FF2B5EF4-FFF2-40B4-BE49-F238E27FC236}">
                  <a16:creationId xmlns:a16="http://schemas.microsoft.com/office/drawing/2014/main" id="{DC150B44-167E-A2C0-0757-6C934AA110B8}"/>
                </a:ext>
              </a:extLst>
            </p:cNvPr>
            <p:cNvSpPr/>
            <p:nvPr/>
          </p:nvSpPr>
          <p:spPr>
            <a:xfrm>
              <a:off x="5617750" y="2212200"/>
              <a:ext cx="21100" cy="20025"/>
            </a:xfrm>
            <a:custGeom>
              <a:avLst/>
              <a:gdLst/>
              <a:ahLst/>
              <a:cxnLst/>
              <a:rect l="l" t="t" r="r" b="b"/>
              <a:pathLst>
                <a:path w="844" h="801" extrusionOk="0">
                  <a:moveTo>
                    <a:pt x="430" y="0"/>
                  </a:moveTo>
                  <a:cubicBezTo>
                    <a:pt x="215" y="0"/>
                    <a:pt x="72" y="200"/>
                    <a:pt x="29" y="401"/>
                  </a:cubicBezTo>
                  <a:cubicBezTo>
                    <a:pt x="1" y="601"/>
                    <a:pt x="72" y="801"/>
                    <a:pt x="300" y="801"/>
                  </a:cubicBezTo>
                  <a:lnTo>
                    <a:pt x="315" y="801"/>
                  </a:lnTo>
                  <a:cubicBezTo>
                    <a:pt x="815" y="786"/>
                    <a:pt x="844" y="115"/>
                    <a:pt x="558" y="14"/>
                  </a:cubicBezTo>
                  <a:cubicBezTo>
                    <a:pt x="515" y="0"/>
                    <a:pt x="472" y="0"/>
                    <a:pt x="430"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35">
              <a:extLst>
                <a:ext uri="{FF2B5EF4-FFF2-40B4-BE49-F238E27FC236}">
                  <a16:creationId xmlns:a16="http://schemas.microsoft.com/office/drawing/2014/main" id="{FC7AF97B-C70A-93A5-1213-220C5E0E62EB}"/>
                </a:ext>
              </a:extLst>
            </p:cNvPr>
            <p:cNvSpPr/>
            <p:nvPr/>
          </p:nvSpPr>
          <p:spPr>
            <a:xfrm>
              <a:off x="5596650" y="2160025"/>
              <a:ext cx="32200" cy="30750"/>
            </a:xfrm>
            <a:custGeom>
              <a:avLst/>
              <a:gdLst/>
              <a:ahLst/>
              <a:cxnLst/>
              <a:rect l="l" t="t" r="r" b="b"/>
              <a:pathLst>
                <a:path w="1288" h="1230" extrusionOk="0">
                  <a:moveTo>
                    <a:pt x="773" y="1"/>
                  </a:moveTo>
                  <a:cubicBezTo>
                    <a:pt x="458" y="1"/>
                    <a:pt x="1" y="1201"/>
                    <a:pt x="516" y="1230"/>
                  </a:cubicBezTo>
                  <a:lnTo>
                    <a:pt x="544" y="1230"/>
                  </a:lnTo>
                  <a:cubicBezTo>
                    <a:pt x="1087" y="1230"/>
                    <a:pt x="1287" y="486"/>
                    <a:pt x="873" y="43"/>
                  </a:cubicBezTo>
                  <a:cubicBezTo>
                    <a:pt x="845" y="14"/>
                    <a:pt x="801" y="1"/>
                    <a:pt x="773"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35">
              <a:extLst>
                <a:ext uri="{FF2B5EF4-FFF2-40B4-BE49-F238E27FC236}">
                  <a16:creationId xmlns:a16="http://schemas.microsoft.com/office/drawing/2014/main" id="{8AE9E7C3-3A7F-2745-2BFE-C5137467F5D2}"/>
                </a:ext>
              </a:extLst>
            </p:cNvPr>
            <p:cNvSpPr/>
            <p:nvPr/>
          </p:nvSpPr>
          <p:spPr>
            <a:xfrm>
              <a:off x="5663850" y="2748125"/>
              <a:ext cx="67800" cy="59825"/>
            </a:xfrm>
            <a:custGeom>
              <a:avLst/>
              <a:gdLst/>
              <a:ahLst/>
              <a:cxnLst/>
              <a:rect l="l" t="t" r="r" b="b"/>
              <a:pathLst>
                <a:path w="2712" h="2393" extrusionOk="0">
                  <a:moveTo>
                    <a:pt x="1527" y="0"/>
                  </a:moveTo>
                  <a:cubicBezTo>
                    <a:pt x="1504" y="0"/>
                    <a:pt x="1481" y="1"/>
                    <a:pt x="1458" y="4"/>
                  </a:cubicBezTo>
                  <a:cubicBezTo>
                    <a:pt x="543" y="89"/>
                    <a:pt x="57" y="703"/>
                    <a:pt x="57" y="703"/>
                  </a:cubicBezTo>
                  <a:lnTo>
                    <a:pt x="0" y="2076"/>
                  </a:lnTo>
                  <a:cubicBezTo>
                    <a:pt x="0" y="2076"/>
                    <a:pt x="592" y="2392"/>
                    <a:pt x="1204" y="2392"/>
                  </a:cubicBezTo>
                  <a:cubicBezTo>
                    <a:pt x="1484" y="2392"/>
                    <a:pt x="1768" y="2326"/>
                    <a:pt x="2001" y="2133"/>
                  </a:cubicBezTo>
                  <a:cubicBezTo>
                    <a:pt x="2712" y="1548"/>
                    <a:pt x="2378" y="0"/>
                    <a:pt x="152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35">
              <a:extLst>
                <a:ext uri="{FF2B5EF4-FFF2-40B4-BE49-F238E27FC236}">
                  <a16:creationId xmlns:a16="http://schemas.microsoft.com/office/drawing/2014/main" id="{7B792A37-E80A-1DD9-E0DA-683791DA91F7}"/>
                </a:ext>
              </a:extLst>
            </p:cNvPr>
            <p:cNvSpPr/>
            <p:nvPr/>
          </p:nvSpPr>
          <p:spPr>
            <a:xfrm>
              <a:off x="5613475" y="2744600"/>
              <a:ext cx="75775" cy="62900"/>
            </a:xfrm>
            <a:custGeom>
              <a:avLst/>
              <a:gdLst/>
              <a:ahLst/>
              <a:cxnLst/>
              <a:rect l="l" t="t" r="r" b="b"/>
              <a:pathLst>
                <a:path w="3031" h="2516" extrusionOk="0">
                  <a:moveTo>
                    <a:pt x="1806" y="0"/>
                  </a:moveTo>
                  <a:cubicBezTo>
                    <a:pt x="913" y="0"/>
                    <a:pt x="186" y="802"/>
                    <a:pt x="186" y="802"/>
                  </a:cubicBezTo>
                  <a:lnTo>
                    <a:pt x="0" y="2060"/>
                  </a:lnTo>
                  <a:cubicBezTo>
                    <a:pt x="0" y="2060"/>
                    <a:pt x="644" y="2515"/>
                    <a:pt x="1408" y="2515"/>
                  </a:cubicBezTo>
                  <a:cubicBezTo>
                    <a:pt x="1610" y="2515"/>
                    <a:pt x="1821" y="2484"/>
                    <a:pt x="2030" y="2403"/>
                  </a:cubicBezTo>
                  <a:cubicBezTo>
                    <a:pt x="3031" y="2031"/>
                    <a:pt x="3002" y="158"/>
                    <a:pt x="2015" y="15"/>
                  </a:cubicBezTo>
                  <a:cubicBezTo>
                    <a:pt x="1945" y="5"/>
                    <a:pt x="1875" y="0"/>
                    <a:pt x="180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35">
              <a:extLst>
                <a:ext uri="{FF2B5EF4-FFF2-40B4-BE49-F238E27FC236}">
                  <a16:creationId xmlns:a16="http://schemas.microsoft.com/office/drawing/2014/main" id="{9242B5BE-38FC-C9B0-1118-BB49F3EF5201}"/>
                </a:ext>
              </a:extLst>
            </p:cNvPr>
            <p:cNvSpPr/>
            <p:nvPr/>
          </p:nvSpPr>
          <p:spPr>
            <a:xfrm>
              <a:off x="5478400" y="2696200"/>
              <a:ext cx="164025" cy="108500"/>
            </a:xfrm>
            <a:custGeom>
              <a:avLst/>
              <a:gdLst/>
              <a:ahLst/>
              <a:cxnLst/>
              <a:rect l="l" t="t" r="r" b="b"/>
              <a:pathLst>
                <a:path w="6561" h="4340" extrusionOk="0">
                  <a:moveTo>
                    <a:pt x="3981" y="1"/>
                  </a:moveTo>
                  <a:cubicBezTo>
                    <a:pt x="3307" y="1"/>
                    <a:pt x="2092" y="101"/>
                    <a:pt x="1144" y="737"/>
                  </a:cubicBezTo>
                  <a:cubicBezTo>
                    <a:pt x="772" y="979"/>
                    <a:pt x="443" y="1309"/>
                    <a:pt x="201" y="1723"/>
                  </a:cubicBezTo>
                  <a:cubicBezTo>
                    <a:pt x="201" y="1723"/>
                    <a:pt x="71" y="2109"/>
                    <a:pt x="29" y="2567"/>
                  </a:cubicBezTo>
                  <a:lnTo>
                    <a:pt x="29" y="2595"/>
                  </a:lnTo>
                  <a:cubicBezTo>
                    <a:pt x="0" y="3009"/>
                    <a:pt x="58" y="3453"/>
                    <a:pt x="343" y="3739"/>
                  </a:cubicBezTo>
                  <a:cubicBezTo>
                    <a:pt x="564" y="3959"/>
                    <a:pt x="951" y="4026"/>
                    <a:pt x="1395" y="4026"/>
                  </a:cubicBezTo>
                  <a:cubicBezTo>
                    <a:pt x="1440" y="4026"/>
                    <a:pt x="1484" y="4026"/>
                    <a:pt x="1529" y="4024"/>
                  </a:cubicBezTo>
                  <a:cubicBezTo>
                    <a:pt x="2190" y="4000"/>
                    <a:pt x="2961" y="3865"/>
                    <a:pt x="3564" y="3865"/>
                  </a:cubicBezTo>
                  <a:cubicBezTo>
                    <a:pt x="3679" y="3865"/>
                    <a:pt x="3788" y="3870"/>
                    <a:pt x="3888" y="3882"/>
                  </a:cubicBezTo>
                  <a:cubicBezTo>
                    <a:pt x="4558" y="3971"/>
                    <a:pt x="5019" y="4339"/>
                    <a:pt x="5474" y="4339"/>
                  </a:cubicBezTo>
                  <a:cubicBezTo>
                    <a:pt x="5602" y="4339"/>
                    <a:pt x="5729" y="4310"/>
                    <a:pt x="5861" y="4238"/>
                  </a:cubicBezTo>
                  <a:cubicBezTo>
                    <a:pt x="5960" y="4181"/>
                    <a:pt x="6061" y="4095"/>
                    <a:pt x="6160" y="3981"/>
                  </a:cubicBezTo>
                  <a:cubicBezTo>
                    <a:pt x="6561" y="3567"/>
                    <a:pt x="6547" y="2923"/>
                    <a:pt x="6217" y="2494"/>
                  </a:cubicBezTo>
                  <a:cubicBezTo>
                    <a:pt x="6175" y="2437"/>
                    <a:pt x="6132" y="2380"/>
                    <a:pt x="6075" y="2338"/>
                  </a:cubicBezTo>
                  <a:cubicBezTo>
                    <a:pt x="5893" y="2173"/>
                    <a:pt x="5647" y="2071"/>
                    <a:pt x="5354" y="2071"/>
                  </a:cubicBezTo>
                  <a:cubicBezTo>
                    <a:pt x="5165" y="2071"/>
                    <a:pt x="4955" y="2113"/>
                    <a:pt x="4731" y="2209"/>
                  </a:cubicBezTo>
                  <a:lnTo>
                    <a:pt x="4702" y="1894"/>
                  </a:lnTo>
                  <a:lnTo>
                    <a:pt x="4559" y="665"/>
                  </a:lnTo>
                  <a:lnTo>
                    <a:pt x="4489" y="22"/>
                  </a:lnTo>
                  <a:cubicBezTo>
                    <a:pt x="4489" y="22"/>
                    <a:pt x="4293" y="1"/>
                    <a:pt x="398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35">
              <a:extLst>
                <a:ext uri="{FF2B5EF4-FFF2-40B4-BE49-F238E27FC236}">
                  <a16:creationId xmlns:a16="http://schemas.microsoft.com/office/drawing/2014/main" id="{6A5060D5-E74C-4BB1-CA6F-B569CB85ECA0}"/>
                </a:ext>
              </a:extLst>
            </p:cNvPr>
            <p:cNvSpPr/>
            <p:nvPr/>
          </p:nvSpPr>
          <p:spPr>
            <a:xfrm>
              <a:off x="5479125" y="2710325"/>
              <a:ext cx="173675" cy="50775"/>
            </a:xfrm>
            <a:custGeom>
              <a:avLst/>
              <a:gdLst/>
              <a:ahLst/>
              <a:cxnLst/>
              <a:rect l="l" t="t" r="r" b="b"/>
              <a:pathLst>
                <a:path w="6947" h="2031" extrusionOk="0">
                  <a:moveTo>
                    <a:pt x="3400" y="1"/>
                  </a:moveTo>
                  <a:cubicBezTo>
                    <a:pt x="2634" y="1"/>
                    <a:pt x="1766" y="89"/>
                    <a:pt x="1115" y="172"/>
                  </a:cubicBezTo>
                  <a:cubicBezTo>
                    <a:pt x="528" y="243"/>
                    <a:pt x="114" y="315"/>
                    <a:pt x="114" y="315"/>
                  </a:cubicBezTo>
                  <a:lnTo>
                    <a:pt x="0" y="2002"/>
                  </a:lnTo>
                  <a:lnTo>
                    <a:pt x="0" y="2030"/>
                  </a:lnTo>
                  <a:lnTo>
                    <a:pt x="1544" y="2015"/>
                  </a:lnTo>
                  <a:lnTo>
                    <a:pt x="2129" y="2002"/>
                  </a:lnTo>
                  <a:lnTo>
                    <a:pt x="2601" y="1987"/>
                  </a:lnTo>
                  <a:lnTo>
                    <a:pt x="5817" y="1944"/>
                  </a:lnTo>
                  <a:lnTo>
                    <a:pt x="6188" y="1929"/>
                  </a:lnTo>
                  <a:lnTo>
                    <a:pt x="6947" y="1916"/>
                  </a:lnTo>
                  <a:cubicBezTo>
                    <a:pt x="6947" y="1916"/>
                    <a:pt x="6617" y="1830"/>
                    <a:pt x="6246" y="1644"/>
                  </a:cubicBezTo>
                  <a:cubicBezTo>
                    <a:pt x="6074" y="1558"/>
                    <a:pt x="5889" y="1443"/>
                    <a:pt x="5717" y="1315"/>
                  </a:cubicBezTo>
                  <a:cubicBezTo>
                    <a:pt x="5460" y="1100"/>
                    <a:pt x="5245" y="843"/>
                    <a:pt x="5159" y="500"/>
                  </a:cubicBezTo>
                  <a:cubicBezTo>
                    <a:pt x="5117" y="300"/>
                    <a:pt x="4873" y="172"/>
                    <a:pt x="4530" y="100"/>
                  </a:cubicBezTo>
                  <a:cubicBezTo>
                    <a:pt x="4223" y="28"/>
                    <a:pt x="3827" y="1"/>
                    <a:pt x="340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35">
              <a:extLst>
                <a:ext uri="{FF2B5EF4-FFF2-40B4-BE49-F238E27FC236}">
                  <a16:creationId xmlns:a16="http://schemas.microsoft.com/office/drawing/2014/main" id="{0E652198-A21B-339D-3D7D-A5229EBB638A}"/>
                </a:ext>
              </a:extLst>
            </p:cNvPr>
            <p:cNvSpPr/>
            <p:nvPr/>
          </p:nvSpPr>
          <p:spPr>
            <a:xfrm>
              <a:off x="5478400" y="2696200"/>
              <a:ext cx="143675" cy="100675"/>
            </a:xfrm>
            <a:custGeom>
              <a:avLst/>
              <a:gdLst/>
              <a:ahLst/>
              <a:cxnLst/>
              <a:rect l="l" t="t" r="r" b="b"/>
              <a:pathLst>
                <a:path w="5747" h="4027" extrusionOk="0">
                  <a:moveTo>
                    <a:pt x="3981" y="1"/>
                  </a:moveTo>
                  <a:cubicBezTo>
                    <a:pt x="3307" y="1"/>
                    <a:pt x="2092" y="101"/>
                    <a:pt x="1144" y="737"/>
                  </a:cubicBezTo>
                  <a:cubicBezTo>
                    <a:pt x="557" y="808"/>
                    <a:pt x="143" y="880"/>
                    <a:pt x="143" y="880"/>
                  </a:cubicBezTo>
                  <a:lnTo>
                    <a:pt x="29" y="2567"/>
                  </a:lnTo>
                  <a:lnTo>
                    <a:pt x="29" y="2595"/>
                  </a:lnTo>
                  <a:cubicBezTo>
                    <a:pt x="0" y="3009"/>
                    <a:pt x="58" y="3453"/>
                    <a:pt x="343" y="3739"/>
                  </a:cubicBezTo>
                  <a:cubicBezTo>
                    <a:pt x="564" y="3959"/>
                    <a:pt x="951" y="4026"/>
                    <a:pt x="1395" y="4026"/>
                  </a:cubicBezTo>
                  <a:cubicBezTo>
                    <a:pt x="1440" y="4026"/>
                    <a:pt x="1484" y="4026"/>
                    <a:pt x="1529" y="4024"/>
                  </a:cubicBezTo>
                  <a:cubicBezTo>
                    <a:pt x="1487" y="3524"/>
                    <a:pt x="1472" y="3038"/>
                    <a:pt x="1573" y="2580"/>
                  </a:cubicBezTo>
                  <a:cubicBezTo>
                    <a:pt x="1615" y="2424"/>
                    <a:pt x="1658" y="2266"/>
                    <a:pt x="1716" y="2123"/>
                  </a:cubicBezTo>
                  <a:lnTo>
                    <a:pt x="2158" y="2567"/>
                  </a:lnTo>
                  <a:lnTo>
                    <a:pt x="2244" y="2652"/>
                  </a:lnTo>
                  <a:cubicBezTo>
                    <a:pt x="2305" y="2712"/>
                    <a:pt x="2376" y="2773"/>
                    <a:pt x="2448" y="2773"/>
                  </a:cubicBezTo>
                  <a:cubicBezTo>
                    <a:pt x="2461" y="2773"/>
                    <a:pt x="2474" y="2771"/>
                    <a:pt x="2487" y="2767"/>
                  </a:cubicBezTo>
                  <a:cubicBezTo>
                    <a:pt x="2545" y="2738"/>
                    <a:pt x="2573" y="2666"/>
                    <a:pt x="2602" y="2609"/>
                  </a:cubicBezTo>
                  <a:cubicBezTo>
                    <a:pt x="2616" y="2595"/>
                    <a:pt x="2616" y="2580"/>
                    <a:pt x="2630" y="2552"/>
                  </a:cubicBezTo>
                  <a:cubicBezTo>
                    <a:pt x="2773" y="2223"/>
                    <a:pt x="2930" y="1894"/>
                    <a:pt x="3073" y="1566"/>
                  </a:cubicBezTo>
                  <a:cubicBezTo>
                    <a:pt x="3231" y="1837"/>
                    <a:pt x="3402" y="2109"/>
                    <a:pt x="3587" y="2352"/>
                  </a:cubicBezTo>
                  <a:cubicBezTo>
                    <a:pt x="3802" y="2180"/>
                    <a:pt x="3988" y="1966"/>
                    <a:pt x="4117" y="1709"/>
                  </a:cubicBezTo>
                  <a:cubicBezTo>
                    <a:pt x="4331" y="1795"/>
                    <a:pt x="4517" y="1852"/>
                    <a:pt x="4702" y="1894"/>
                  </a:cubicBezTo>
                  <a:cubicBezTo>
                    <a:pt x="4887" y="1934"/>
                    <a:pt x="5059" y="1952"/>
                    <a:pt x="5220" y="1952"/>
                  </a:cubicBezTo>
                  <a:cubicBezTo>
                    <a:pt x="5409" y="1952"/>
                    <a:pt x="5584" y="1927"/>
                    <a:pt x="5746" y="1880"/>
                  </a:cubicBezTo>
                  <a:cubicBezTo>
                    <a:pt x="5489" y="1665"/>
                    <a:pt x="5274" y="1408"/>
                    <a:pt x="5188" y="1065"/>
                  </a:cubicBezTo>
                  <a:cubicBezTo>
                    <a:pt x="5146" y="865"/>
                    <a:pt x="4902" y="737"/>
                    <a:pt x="4559" y="665"/>
                  </a:cubicBezTo>
                  <a:lnTo>
                    <a:pt x="4489" y="22"/>
                  </a:lnTo>
                  <a:cubicBezTo>
                    <a:pt x="4489" y="22"/>
                    <a:pt x="4293" y="1"/>
                    <a:pt x="398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35">
              <a:extLst>
                <a:ext uri="{FF2B5EF4-FFF2-40B4-BE49-F238E27FC236}">
                  <a16:creationId xmlns:a16="http://schemas.microsoft.com/office/drawing/2014/main" id="{327B5196-83F5-4E4B-834F-76DB5AC5CDA2}"/>
                </a:ext>
              </a:extLst>
            </p:cNvPr>
            <p:cNvSpPr/>
            <p:nvPr/>
          </p:nvSpPr>
          <p:spPr>
            <a:xfrm>
              <a:off x="5171800" y="2297325"/>
              <a:ext cx="475275" cy="449475"/>
            </a:xfrm>
            <a:custGeom>
              <a:avLst/>
              <a:gdLst/>
              <a:ahLst/>
              <a:cxnLst/>
              <a:rect l="l" t="t" r="r" b="b"/>
              <a:pathLst>
                <a:path w="19011" h="17979" extrusionOk="0">
                  <a:moveTo>
                    <a:pt x="5234" y="0"/>
                  </a:moveTo>
                  <a:cubicBezTo>
                    <a:pt x="2241" y="0"/>
                    <a:pt x="272" y="154"/>
                    <a:pt x="272" y="154"/>
                  </a:cubicBezTo>
                  <a:cubicBezTo>
                    <a:pt x="186" y="2041"/>
                    <a:pt x="1" y="5071"/>
                    <a:pt x="3631" y="5486"/>
                  </a:cubicBezTo>
                  <a:cubicBezTo>
                    <a:pt x="7262" y="5915"/>
                    <a:pt x="11550" y="5585"/>
                    <a:pt x="12335" y="6658"/>
                  </a:cubicBezTo>
                  <a:cubicBezTo>
                    <a:pt x="13136" y="7729"/>
                    <a:pt x="12335" y="17550"/>
                    <a:pt x="12335" y="17550"/>
                  </a:cubicBezTo>
                  <a:cubicBezTo>
                    <a:pt x="12335" y="17550"/>
                    <a:pt x="13236" y="17277"/>
                    <a:pt x="13694" y="16620"/>
                  </a:cubicBezTo>
                  <a:cubicBezTo>
                    <a:pt x="13694" y="16620"/>
                    <a:pt x="14279" y="17506"/>
                    <a:pt x="14380" y="17978"/>
                  </a:cubicBezTo>
                  <a:cubicBezTo>
                    <a:pt x="14380" y="17978"/>
                    <a:pt x="15123" y="17592"/>
                    <a:pt x="15409" y="16721"/>
                  </a:cubicBezTo>
                  <a:cubicBezTo>
                    <a:pt x="15409" y="16721"/>
                    <a:pt x="15695" y="17464"/>
                    <a:pt x="16166" y="17978"/>
                  </a:cubicBezTo>
                  <a:cubicBezTo>
                    <a:pt x="16166" y="17978"/>
                    <a:pt x="16595" y="17220"/>
                    <a:pt x="16909" y="16763"/>
                  </a:cubicBezTo>
                  <a:cubicBezTo>
                    <a:pt x="16909" y="16763"/>
                    <a:pt x="17324" y="17978"/>
                    <a:pt x="18396" y="17978"/>
                  </a:cubicBezTo>
                  <a:cubicBezTo>
                    <a:pt x="18396" y="17978"/>
                    <a:pt x="18367" y="17906"/>
                    <a:pt x="18339" y="17763"/>
                  </a:cubicBezTo>
                  <a:cubicBezTo>
                    <a:pt x="18268" y="17449"/>
                    <a:pt x="18167" y="16734"/>
                    <a:pt x="18396" y="15591"/>
                  </a:cubicBezTo>
                  <a:cubicBezTo>
                    <a:pt x="18725" y="13961"/>
                    <a:pt x="19011" y="6243"/>
                    <a:pt x="18396" y="4127"/>
                  </a:cubicBezTo>
                  <a:cubicBezTo>
                    <a:pt x="17795" y="1998"/>
                    <a:pt x="16238" y="525"/>
                    <a:pt x="10521" y="154"/>
                  </a:cubicBezTo>
                  <a:cubicBezTo>
                    <a:pt x="9406" y="83"/>
                    <a:pt x="8348" y="40"/>
                    <a:pt x="7347" y="26"/>
                  </a:cubicBezTo>
                  <a:cubicBezTo>
                    <a:pt x="6600" y="8"/>
                    <a:pt x="5892" y="0"/>
                    <a:pt x="52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35">
              <a:extLst>
                <a:ext uri="{FF2B5EF4-FFF2-40B4-BE49-F238E27FC236}">
                  <a16:creationId xmlns:a16="http://schemas.microsoft.com/office/drawing/2014/main" id="{18904648-4552-A314-A806-C70DE537DF85}"/>
                </a:ext>
              </a:extLst>
            </p:cNvPr>
            <p:cNvSpPr/>
            <p:nvPr/>
          </p:nvSpPr>
          <p:spPr>
            <a:xfrm>
              <a:off x="5177525" y="2297250"/>
              <a:ext cx="454175" cy="449550"/>
            </a:xfrm>
            <a:custGeom>
              <a:avLst/>
              <a:gdLst/>
              <a:ahLst/>
              <a:cxnLst/>
              <a:rect l="l" t="t" r="r" b="b"/>
              <a:pathLst>
                <a:path w="18167" h="17982" extrusionOk="0">
                  <a:moveTo>
                    <a:pt x="5103" y="0"/>
                  </a:moveTo>
                  <a:cubicBezTo>
                    <a:pt x="2059" y="0"/>
                    <a:pt x="43" y="157"/>
                    <a:pt x="43" y="157"/>
                  </a:cubicBezTo>
                  <a:cubicBezTo>
                    <a:pt x="29" y="486"/>
                    <a:pt x="0" y="843"/>
                    <a:pt x="0" y="1215"/>
                  </a:cubicBezTo>
                  <a:cubicBezTo>
                    <a:pt x="0" y="3016"/>
                    <a:pt x="386" y="5146"/>
                    <a:pt x="3402" y="5489"/>
                  </a:cubicBezTo>
                  <a:cubicBezTo>
                    <a:pt x="7033" y="5918"/>
                    <a:pt x="11321" y="5588"/>
                    <a:pt x="12106" y="6661"/>
                  </a:cubicBezTo>
                  <a:cubicBezTo>
                    <a:pt x="12378" y="7018"/>
                    <a:pt x="12464" y="8348"/>
                    <a:pt x="12464" y="9962"/>
                  </a:cubicBezTo>
                  <a:cubicBezTo>
                    <a:pt x="12464" y="13192"/>
                    <a:pt x="12106" y="17553"/>
                    <a:pt x="12106" y="17553"/>
                  </a:cubicBezTo>
                  <a:cubicBezTo>
                    <a:pt x="12106" y="17553"/>
                    <a:pt x="13007" y="17280"/>
                    <a:pt x="13465" y="16623"/>
                  </a:cubicBezTo>
                  <a:cubicBezTo>
                    <a:pt x="13465" y="16623"/>
                    <a:pt x="14050" y="17509"/>
                    <a:pt x="14151" y="17981"/>
                  </a:cubicBezTo>
                  <a:cubicBezTo>
                    <a:pt x="14151" y="17981"/>
                    <a:pt x="14894" y="17595"/>
                    <a:pt x="15180" y="16724"/>
                  </a:cubicBezTo>
                  <a:cubicBezTo>
                    <a:pt x="15180" y="16724"/>
                    <a:pt x="15466" y="17467"/>
                    <a:pt x="15937" y="17981"/>
                  </a:cubicBezTo>
                  <a:cubicBezTo>
                    <a:pt x="15937" y="17981"/>
                    <a:pt x="16366" y="17223"/>
                    <a:pt x="16680" y="16766"/>
                  </a:cubicBezTo>
                  <a:cubicBezTo>
                    <a:pt x="16680" y="16766"/>
                    <a:pt x="17095" y="17981"/>
                    <a:pt x="18167" y="17981"/>
                  </a:cubicBezTo>
                  <a:cubicBezTo>
                    <a:pt x="18167" y="17981"/>
                    <a:pt x="18138" y="17909"/>
                    <a:pt x="18110" y="17766"/>
                  </a:cubicBezTo>
                  <a:cubicBezTo>
                    <a:pt x="17524" y="17166"/>
                    <a:pt x="16838" y="16609"/>
                    <a:pt x="16909" y="15822"/>
                  </a:cubicBezTo>
                  <a:lnTo>
                    <a:pt x="16909" y="15822"/>
                  </a:lnTo>
                  <a:cubicBezTo>
                    <a:pt x="16652" y="16009"/>
                    <a:pt x="16394" y="16209"/>
                    <a:pt x="16123" y="16394"/>
                  </a:cubicBezTo>
                  <a:cubicBezTo>
                    <a:pt x="15994" y="16066"/>
                    <a:pt x="15851" y="15737"/>
                    <a:pt x="15708" y="15409"/>
                  </a:cubicBezTo>
                  <a:cubicBezTo>
                    <a:pt x="15337" y="15794"/>
                    <a:pt x="14908" y="16108"/>
                    <a:pt x="14422" y="16323"/>
                  </a:cubicBezTo>
                  <a:cubicBezTo>
                    <a:pt x="14365" y="15809"/>
                    <a:pt x="14193" y="15323"/>
                    <a:pt x="13894" y="14908"/>
                  </a:cubicBezTo>
                  <a:cubicBezTo>
                    <a:pt x="13707" y="15037"/>
                    <a:pt x="13465" y="15108"/>
                    <a:pt x="13221" y="15108"/>
                  </a:cubicBezTo>
                  <a:cubicBezTo>
                    <a:pt x="13122" y="15108"/>
                    <a:pt x="13021" y="15094"/>
                    <a:pt x="12922" y="15065"/>
                  </a:cubicBezTo>
                  <a:cubicBezTo>
                    <a:pt x="13135" y="13236"/>
                    <a:pt x="13808" y="11477"/>
                    <a:pt x="13922" y="9648"/>
                  </a:cubicBezTo>
                  <a:cubicBezTo>
                    <a:pt x="14036" y="7804"/>
                    <a:pt x="13393" y="5731"/>
                    <a:pt x="11750" y="4917"/>
                  </a:cubicBezTo>
                  <a:cubicBezTo>
                    <a:pt x="10848" y="4460"/>
                    <a:pt x="9791" y="4473"/>
                    <a:pt x="8790" y="4359"/>
                  </a:cubicBezTo>
                  <a:cubicBezTo>
                    <a:pt x="7919" y="4260"/>
                    <a:pt x="7046" y="4060"/>
                    <a:pt x="6217" y="3759"/>
                  </a:cubicBezTo>
                  <a:cubicBezTo>
                    <a:pt x="5661" y="3559"/>
                    <a:pt x="5089" y="3288"/>
                    <a:pt x="4803" y="2787"/>
                  </a:cubicBezTo>
                  <a:cubicBezTo>
                    <a:pt x="4359" y="1986"/>
                    <a:pt x="4874" y="929"/>
                    <a:pt x="5661" y="471"/>
                  </a:cubicBezTo>
                  <a:cubicBezTo>
                    <a:pt x="6103" y="200"/>
                    <a:pt x="6604" y="86"/>
                    <a:pt x="7118" y="29"/>
                  </a:cubicBezTo>
                  <a:cubicBezTo>
                    <a:pt x="6404" y="0"/>
                    <a:pt x="5731" y="0"/>
                    <a:pt x="5103"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35">
              <a:extLst>
                <a:ext uri="{FF2B5EF4-FFF2-40B4-BE49-F238E27FC236}">
                  <a16:creationId xmlns:a16="http://schemas.microsoft.com/office/drawing/2014/main" id="{DE729BBA-984D-73D5-88E7-A9162E142502}"/>
                </a:ext>
              </a:extLst>
            </p:cNvPr>
            <p:cNvSpPr/>
            <p:nvPr/>
          </p:nvSpPr>
          <p:spPr>
            <a:xfrm>
              <a:off x="5452675" y="1954900"/>
              <a:ext cx="99700" cy="356825"/>
            </a:xfrm>
            <a:custGeom>
              <a:avLst/>
              <a:gdLst/>
              <a:ahLst/>
              <a:cxnLst/>
              <a:rect l="l" t="t" r="r" b="b"/>
              <a:pathLst>
                <a:path w="3988" h="14273" extrusionOk="0">
                  <a:moveTo>
                    <a:pt x="3804" y="1"/>
                  </a:moveTo>
                  <a:cubicBezTo>
                    <a:pt x="3721" y="1"/>
                    <a:pt x="3638" y="55"/>
                    <a:pt x="3616" y="144"/>
                  </a:cubicBezTo>
                  <a:lnTo>
                    <a:pt x="14" y="13965"/>
                  </a:lnTo>
                  <a:cubicBezTo>
                    <a:pt x="0" y="14066"/>
                    <a:pt x="57" y="14165"/>
                    <a:pt x="143" y="14194"/>
                  </a:cubicBezTo>
                  <a:lnTo>
                    <a:pt x="414" y="14266"/>
                  </a:lnTo>
                  <a:cubicBezTo>
                    <a:pt x="429" y="14270"/>
                    <a:pt x="444" y="14272"/>
                    <a:pt x="459" y="14272"/>
                  </a:cubicBezTo>
                  <a:cubicBezTo>
                    <a:pt x="543" y="14272"/>
                    <a:pt x="619" y="14208"/>
                    <a:pt x="643" y="14123"/>
                  </a:cubicBezTo>
                  <a:lnTo>
                    <a:pt x="3974" y="230"/>
                  </a:lnTo>
                  <a:cubicBezTo>
                    <a:pt x="3988" y="144"/>
                    <a:pt x="3945" y="58"/>
                    <a:pt x="3873" y="15"/>
                  </a:cubicBezTo>
                  <a:cubicBezTo>
                    <a:pt x="3851" y="5"/>
                    <a:pt x="3827" y="1"/>
                    <a:pt x="3804" y="1"/>
                  </a:cubicBezTo>
                  <a:close/>
                </a:path>
              </a:pathLst>
            </a:custGeom>
            <a:solidFill>
              <a:srgbClr val="C67F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35">
              <a:extLst>
                <a:ext uri="{FF2B5EF4-FFF2-40B4-BE49-F238E27FC236}">
                  <a16:creationId xmlns:a16="http://schemas.microsoft.com/office/drawing/2014/main" id="{D6C13C75-3BE3-2311-B038-0112E2A7CF69}"/>
                </a:ext>
              </a:extLst>
            </p:cNvPr>
            <p:cNvSpPr/>
            <p:nvPr/>
          </p:nvSpPr>
          <p:spPr>
            <a:xfrm>
              <a:off x="5488025" y="1978750"/>
              <a:ext cx="92600" cy="86800"/>
            </a:xfrm>
            <a:custGeom>
              <a:avLst/>
              <a:gdLst/>
              <a:ahLst/>
              <a:cxnLst/>
              <a:rect l="l" t="t" r="r" b="b"/>
              <a:pathLst>
                <a:path w="3704" h="3472" extrusionOk="0">
                  <a:moveTo>
                    <a:pt x="1195" y="0"/>
                  </a:moveTo>
                  <a:cubicBezTo>
                    <a:pt x="761" y="0"/>
                    <a:pt x="378" y="277"/>
                    <a:pt x="244" y="690"/>
                  </a:cubicBezTo>
                  <a:cubicBezTo>
                    <a:pt x="87" y="1262"/>
                    <a:pt x="29" y="1820"/>
                    <a:pt x="16" y="2234"/>
                  </a:cubicBezTo>
                  <a:cubicBezTo>
                    <a:pt x="1" y="2634"/>
                    <a:pt x="244" y="3021"/>
                    <a:pt x="630" y="3164"/>
                  </a:cubicBezTo>
                  <a:cubicBezTo>
                    <a:pt x="1270" y="3408"/>
                    <a:pt x="1853" y="3472"/>
                    <a:pt x="2295" y="3472"/>
                  </a:cubicBezTo>
                  <a:cubicBezTo>
                    <a:pt x="2395" y="3472"/>
                    <a:pt x="2489" y="3468"/>
                    <a:pt x="2574" y="3463"/>
                  </a:cubicBezTo>
                  <a:cubicBezTo>
                    <a:pt x="2874" y="3449"/>
                    <a:pt x="3145" y="3307"/>
                    <a:pt x="3317" y="3063"/>
                  </a:cubicBezTo>
                  <a:cubicBezTo>
                    <a:pt x="3360" y="3006"/>
                    <a:pt x="3389" y="2935"/>
                    <a:pt x="3417" y="2878"/>
                  </a:cubicBezTo>
                  <a:cubicBezTo>
                    <a:pt x="3675" y="2263"/>
                    <a:pt x="3703" y="1677"/>
                    <a:pt x="3688" y="1262"/>
                  </a:cubicBezTo>
                  <a:cubicBezTo>
                    <a:pt x="3660" y="905"/>
                    <a:pt x="3446" y="591"/>
                    <a:pt x="3117" y="433"/>
                  </a:cubicBezTo>
                  <a:cubicBezTo>
                    <a:pt x="2560" y="191"/>
                    <a:pt x="1845" y="76"/>
                    <a:pt x="1302" y="4"/>
                  </a:cubicBezTo>
                  <a:lnTo>
                    <a:pt x="1287" y="4"/>
                  </a:lnTo>
                  <a:cubicBezTo>
                    <a:pt x="1256" y="1"/>
                    <a:pt x="1226" y="0"/>
                    <a:pt x="1195"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35">
              <a:extLst>
                <a:ext uri="{FF2B5EF4-FFF2-40B4-BE49-F238E27FC236}">
                  <a16:creationId xmlns:a16="http://schemas.microsoft.com/office/drawing/2014/main" id="{6FEDE0A0-2652-0251-3468-65C9946B24CB}"/>
                </a:ext>
              </a:extLst>
            </p:cNvPr>
            <p:cNvSpPr/>
            <p:nvPr/>
          </p:nvSpPr>
          <p:spPr>
            <a:xfrm>
              <a:off x="5488025" y="1978750"/>
              <a:ext cx="82925" cy="86800"/>
            </a:xfrm>
            <a:custGeom>
              <a:avLst/>
              <a:gdLst/>
              <a:ahLst/>
              <a:cxnLst/>
              <a:rect l="l" t="t" r="r" b="b"/>
              <a:pathLst>
                <a:path w="3317" h="3472" extrusionOk="0">
                  <a:moveTo>
                    <a:pt x="1195" y="0"/>
                  </a:moveTo>
                  <a:cubicBezTo>
                    <a:pt x="761" y="0"/>
                    <a:pt x="378" y="277"/>
                    <a:pt x="244" y="690"/>
                  </a:cubicBezTo>
                  <a:cubicBezTo>
                    <a:pt x="87" y="1262"/>
                    <a:pt x="29" y="1820"/>
                    <a:pt x="16" y="2234"/>
                  </a:cubicBezTo>
                  <a:cubicBezTo>
                    <a:pt x="1" y="2634"/>
                    <a:pt x="244" y="3021"/>
                    <a:pt x="630" y="3164"/>
                  </a:cubicBezTo>
                  <a:cubicBezTo>
                    <a:pt x="1270" y="3408"/>
                    <a:pt x="1853" y="3472"/>
                    <a:pt x="2295" y="3472"/>
                  </a:cubicBezTo>
                  <a:cubicBezTo>
                    <a:pt x="2395" y="3472"/>
                    <a:pt x="2489" y="3468"/>
                    <a:pt x="2574" y="3463"/>
                  </a:cubicBezTo>
                  <a:cubicBezTo>
                    <a:pt x="2874" y="3449"/>
                    <a:pt x="3145" y="3307"/>
                    <a:pt x="3317" y="3063"/>
                  </a:cubicBezTo>
                  <a:cubicBezTo>
                    <a:pt x="2659" y="2891"/>
                    <a:pt x="1817" y="2920"/>
                    <a:pt x="1344" y="2420"/>
                  </a:cubicBezTo>
                  <a:cubicBezTo>
                    <a:pt x="916" y="1963"/>
                    <a:pt x="959" y="1262"/>
                    <a:pt x="1102" y="648"/>
                  </a:cubicBezTo>
                  <a:cubicBezTo>
                    <a:pt x="1159" y="433"/>
                    <a:pt x="1230" y="219"/>
                    <a:pt x="1302" y="4"/>
                  </a:cubicBezTo>
                  <a:lnTo>
                    <a:pt x="1287" y="4"/>
                  </a:lnTo>
                  <a:cubicBezTo>
                    <a:pt x="1256" y="1"/>
                    <a:pt x="1226" y="0"/>
                    <a:pt x="1195"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35">
              <a:extLst>
                <a:ext uri="{FF2B5EF4-FFF2-40B4-BE49-F238E27FC236}">
                  <a16:creationId xmlns:a16="http://schemas.microsoft.com/office/drawing/2014/main" id="{09C591BD-7364-DF57-E42E-1DDE29BF5FF3}"/>
                </a:ext>
              </a:extLst>
            </p:cNvPr>
            <p:cNvSpPr/>
            <p:nvPr/>
          </p:nvSpPr>
          <p:spPr>
            <a:xfrm>
              <a:off x="5367250" y="2139450"/>
              <a:ext cx="166550" cy="144250"/>
            </a:xfrm>
            <a:custGeom>
              <a:avLst/>
              <a:gdLst/>
              <a:ahLst/>
              <a:cxnLst/>
              <a:rect l="l" t="t" r="r" b="b"/>
              <a:pathLst>
                <a:path w="6662" h="5770" extrusionOk="0">
                  <a:moveTo>
                    <a:pt x="4606" y="1"/>
                  </a:moveTo>
                  <a:cubicBezTo>
                    <a:pt x="4037" y="1"/>
                    <a:pt x="3507" y="263"/>
                    <a:pt x="3059" y="666"/>
                  </a:cubicBezTo>
                  <a:cubicBezTo>
                    <a:pt x="2974" y="738"/>
                    <a:pt x="2888" y="809"/>
                    <a:pt x="2802" y="866"/>
                  </a:cubicBezTo>
                  <a:cubicBezTo>
                    <a:pt x="2288" y="1209"/>
                    <a:pt x="1802" y="1252"/>
                    <a:pt x="1802" y="1252"/>
                  </a:cubicBezTo>
                  <a:cubicBezTo>
                    <a:pt x="1" y="3782"/>
                    <a:pt x="1001" y="5540"/>
                    <a:pt x="1001" y="5540"/>
                  </a:cubicBezTo>
                  <a:cubicBezTo>
                    <a:pt x="1973" y="5697"/>
                    <a:pt x="2817" y="5769"/>
                    <a:pt x="3503" y="5769"/>
                  </a:cubicBezTo>
                  <a:cubicBezTo>
                    <a:pt x="5375" y="5754"/>
                    <a:pt x="6276" y="5254"/>
                    <a:pt x="6375" y="4740"/>
                  </a:cubicBezTo>
                  <a:cubicBezTo>
                    <a:pt x="6505" y="4039"/>
                    <a:pt x="6047" y="3882"/>
                    <a:pt x="6047" y="3882"/>
                  </a:cubicBezTo>
                  <a:cubicBezTo>
                    <a:pt x="6047" y="3882"/>
                    <a:pt x="6505" y="3753"/>
                    <a:pt x="6576" y="3153"/>
                  </a:cubicBezTo>
                  <a:cubicBezTo>
                    <a:pt x="6633" y="2552"/>
                    <a:pt x="6233" y="2281"/>
                    <a:pt x="6233" y="2281"/>
                  </a:cubicBezTo>
                  <a:cubicBezTo>
                    <a:pt x="6505" y="2152"/>
                    <a:pt x="6661" y="1595"/>
                    <a:pt x="6505" y="995"/>
                  </a:cubicBezTo>
                  <a:cubicBezTo>
                    <a:pt x="6430" y="732"/>
                    <a:pt x="6237" y="658"/>
                    <a:pt x="6043" y="658"/>
                  </a:cubicBezTo>
                  <a:cubicBezTo>
                    <a:pt x="5795" y="658"/>
                    <a:pt x="5546" y="780"/>
                    <a:pt x="5546" y="780"/>
                  </a:cubicBezTo>
                  <a:lnTo>
                    <a:pt x="5346" y="1409"/>
                  </a:lnTo>
                  <a:cubicBezTo>
                    <a:pt x="5161" y="1452"/>
                    <a:pt x="4761" y="1567"/>
                    <a:pt x="4761" y="1567"/>
                  </a:cubicBezTo>
                  <a:lnTo>
                    <a:pt x="5146" y="80"/>
                  </a:lnTo>
                  <a:cubicBezTo>
                    <a:pt x="4963" y="26"/>
                    <a:pt x="4783" y="1"/>
                    <a:pt x="460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35">
              <a:extLst>
                <a:ext uri="{FF2B5EF4-FFF2-40B4-BE49-F238E27FC236}">
                  <a16:creationId xmlns:a16="http://schemas.microsoft.com/office/drawing/2014/main" id="{156DB459-2FAD-E2F8-2A6A-CA2A973D6B08}"/>
                </a:ext>
              </a:extLst>
            </p:cNvPr>
            <p:cNvSpPr/>
            <p:nvPr/>
          </p:nvSpPr>
          <p:spPr>
            <a:xfrm>
              <a:off x="5367250" y="2161075"/>
              <a:ext cx="89350" cy="122625"/>
            </a:xfrm>
            <a:custGeom>
              <a:avLst/>
              <a:gdLst/>
              <a:ahLst/>
              <a:cxnLst/>
              <a:rect l="l" t="t" r="r" b="b"/>
              <a:pathLst>
                <a:path w="3574" h="4905" extrusionOk="0">
                  <a:moveTo>
                    <a:pt x="2802" y="1"/>
                  </a:moveTo>
                  <a:lnTo>
                    <a:pt x="2802" y="1"/>
                  </a:lnTo>
                  <a:cubicBezTo>
                    <a:pt x="2288" y="344"/>
                    <a:pt x="1802" y="387"/>
                    <a:pt x="1802" y="387"/>
                  </a:cubicBezTo>
                  <a:cubicBezTo>
                    <a:pt x="1" y="2917"/>
                    <a:pt x="1001" y="4675"/>
                    <a:pt x="1001" y="4675"/>
                  </a:cubicBezTo>
                  <a:cubicBezTo>
                    <a:pt x="1973" y="4832"/>
                    <a:pt x="2817" y="4904"/>
                    <a:pt x="3503" y="4904"/>
                  </a:cubicBezTo>
                  <a:cubicBezTo>
                    <a:pt x="3488" y="4889"/>
                    <a:pt x="3474" y="4861"/>
                    <a:pt x="3460" y="4847"/>
                  </a:cubicBezTo>
                  <a:cubicBezTo>
                    <a:pt x="3259" y="4632"/>
                    <a:pt x="3160" y="4317"/>
                    <a:pt x="3189" y="4018"/>
                  </a:cubicBezTo>
                  <a:cubicBezTo>
                    <a:pt x="3202" y="3818"/>
                    <a:pt x="3288" y="3631"/>
                    <a:pt x="3303" y="3431"/>
                  </a:cubicBezTo>
                  <a:cubicBezTo>
                    <a:pt x="3317" y="3246"/>
                    <a:pt x="3259" y="3017"/>
                    <a:pt x="3088" y="2932"/>
                  </a:cubicBezTo>
                  <a:cubicBezTo>
                    <a:pt x="2916" y="2846"/>
                    <a:pt x="2645" y="2817"/>
                    <a:pt x="2674" y="2631"/>
                  </a:cubicBezTo>
                  <a:cubicBezTo>
                    <a:pt x="2688" y="2574"/>
                    <a:pt x="2731" y="2516"/>
                    <a:pt x="2774" y="2488"/>
                  </a:cubicBezTo>
                  <a:cubicBezTo>
                    <a:pt x="2974" y="2316"/>
                    <a:pt x="3174" y="2131"/>
                    <a:pt x="3360" y="1960"/>
                  </a:cubicBezTo>
                  <a:cubicBezTo>
                    <a:pt x="3431" y="1902"/>
                    <a:pt x="3503" y="1830"/>
                    <a:pt x="3532" y="1745"/>
                  </a:cubicBezTo>
                  <a:cubicBezTo>
                    <a:pt x="3574" y="1573"/>
                    <a:pt x="3446" y="1402"/>
                    <a:pt x="3288" y="1316"/>
                  </a:cubicBezTo>
                  <a:cubicBezTo>
                    <a:pt x="3145" y="1230"/>
                    <a:pt x="2960" y="1188"/>
                    <a:pt x="2831" y="1059"/>
                  </a:cubicBezTo>
                  <a:cubicBezTo>
                    <a:pt x="2545" y="801"/>
                    <a:pt x="2617" y="359"/>
                    <a:pt x="2802"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35">
              <a:extLst>
                <a:ext uri="{FF2B5EF4-FFF2-40B4-BE49-F238E27FC236}">
                  <a16:creationId xmlns:a16="http://schemas.microsoft.com/office/drawing/2014/main" id="{8B2D54CB-8846-1A2A-039B-EF2CBCC87132}"/>
                </a:ext>
              </a:extLst>
            </p:cNvPr>
            <p:cNvSpPr/>
            <p:nvPr/>
          </p:nvSpPr>
          <p:spPr>
            <a:xfrm>
              <a:off x="5072800" y="1851275"/>
              <a:ext cx="365600" cy="443575"/>
            </a:xfrm>
            <a:custGeom>
              <a:avLst/>
              <a:gdLst/>
              <a:ahLst/>
              <a:cxnLst/>
              <a:rect l="l" t="t" r="r" b="b"/>
              <a:pathLst>
                <a:path w="14624" h="17743" extrusionOk="0">
                  <a:moveTo>
                    <a:pt x="5819" y="1"/>
                  </a:moveTo>
                  <a:cubicBezTo>
                    <a:pt x="5819" y="1"/>
                    <a:pt x="2945" y="373"/>
                    <a:pt x="1474" y="5633"/>
                  </a:cubicBezTo>
                  <a:cubicBezTo>
                    <a:pt x="1" y="10893"/>
                    <a:pt x="243" y="16210"/>
                    <a:pt x="2560" y="17253"/>
                  </a:cubicBezTo>
                  <a:cubicBezTo>
                    <a:pt x="3427" y="17638"/>
                    <a:pt x="4474" y="17742"/>
                    <a:pt x="5711" y="17742"/>
                  </a:cubicBezTo>
                  <a:cubicBezTo>
                    <a:pt x="6450" y="17742"/>
                    <a:pt x="7257" y="17705"/>
                    <a:pt x="8134" y="17668"/>
                  </a:cubicBezTo>
                  <a:cubicBezTo>
                    <a:pt x="9041" y="17626"/>
                    <a:pt x="10028" y="17585"/>
                    <a:pt x="11096" y="17585"/>
                  </a:cubicBezTo>
                  <a:cubicBezTo>
                    <a:pt x="11880" y="17585"/>
                    <a:pt x="12708" y="17607"/>
                    <a:pt x="13580" y="17668"/>
                  </a:cubicBezTo>
                  <a:cubicBezTo>
                    <a:pt x="13580" y="17668"/>
                    <a:pt x="13065" y="16767"/>
                    <a:pt x="12765" y="16252"/>
                  </a:cubicBezTo>
                  <a:cubicBezTo>
                    <a:pt x="12765" y="16252"/>
                    <a:pt x="13808" y="16010"/>
                    <a:pt x="14195" y="15781"/>
                  </a:cubicBezTo>
                  <a:cubicBezTo>
                    <a:pt x="14195" y="15781"/>
                    <a:pt x="14138" y="15724"/>
                    <a:pt x="14023" y="15638"/>
                  </a:cubicBezTo>
                  <a:cubicBezTo>
                    <a:pt x="13837" y="15480"/>
                    <a:pt x="13509" y="15209"/>
                    <a:pt x="13179" y="14880"/>
                  </a:cubicBezTo>
                  <a:cubicBezTo>
                    <a:pt x="13179" y="14880"/>
                    <a:pt x="14338" y="14409"/>
                    <a:pt x="14624" y="14165"/>
                  </a:cubicBezTo>
                  <a:cubicBezTo>
                    <a:pt x="14624" y="14165"/>
                    <a:pt x="13923" y="13651"/>
                    <a:pt x="13580" y="13308"/>
                  </a:cubicBezTo>
                  <a:cubicBezTo>
                    <a:pt x="13580" y="13308"/>
                    <a:pt x="14138" y="12936"/>
                    <a:pt x="14509" y="12036"/>
                  </a:cubicBezTo>
                  <a:lnTo>
                    <a:pt x="14509" y="12036"/>
                  </a:lnTo>
                  <a:cubicBezTo>
                    <a:pt x="14509" y="12036"/>
                    <a:pt x="11458" y="12468"/>
                    <a:pt x="9455" y="12468"/>
                  </a:cubicBezTo>
                  <a:cubicBezTo>
                    <a:pt x="9365" y="12468"/>
                    <a:pt x="9277" y="12467"/>
                    <a:pt x="9192" y="12465"/>
                  </a:cubicBezTo>
                  <a:cubicBezTo>
                    <a:pt x="7205" y="12408"/>
                    <a:pt x="6204" y="12179"/>
                    <a:pt x="6204" y="12179"/>
                  </a:cubicBezTo>
                  <a:cubicBezTo>
                    <a:pt x="6204" y="12179"/>
                    <a:pt x="6905" y="8677"/>
                    <a:pt x="6934" y="5318"/>
                  </a:cubicBezTo>
                  <a:cubicBezTo>
                    <a:pt x="6947" y="3188"/>
                    <a:pt x="6705" y="1101"/>
                    <a:pt x="581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35">
              <a:extLst>
                <a:ext uri="{FF2B5EF4-FFF2-40B4-BE49-F238E27FC236}">
                  <a16:creationId xmlns:a16="http://schemas.microsoft.com/office/drawing/2014/main" id="{6DBF973D-62EE-E57B-9B7B-2B16C86E6A9A}"/>
                </a:ext>
              </a:extLst>
            </p:cNvPr>
            <p:cNvSpPr/>
            <p:nvPr/>
          </p:nvSpPr>
          <p:spPr>
            <a:xfrm>
              <a:off x="5086400" y="1851275"/>
              <a:ext cx="341275" cy="443475"/>
            </a:xfrm>
            <a:custGeom>
              <a:avLst/>
              <a:gdLst/>
              <a:ahLst/>
              <a:cxnLst/>
              <a:rect l="l" t="t" r="r" b="b"/>
              <a:pathLst>
                <a:path w="13651" h="17739" extrusionOk="0">
                  <a:moveTo>
                    <a:pt x="5275" y="1"/>
                  </a:moveTo>
                  <a:cubicBezTo>
                    <a:pt x="5275" y="1"/>
                    <a:pt x="2401" y="373"/>
                    <a:pt x="930" y="5633"/>
                  </a:cubicBezTo>
                  <a:cubicBezTo>
                    <a:pt x="314" y="7805"/>
                    <a:pt x="0" y="9978"/>
                    <a:pt x="0" y="11865"/>
                  </a:cubicBezTo>
                  <a:cubicBezTo>
                    <a:pt x="0" y="14552"/>
                    <a:pt x="657" y="16639"/>
                    <a:pt x="2016" y="17253"/>
                  </a:cubicBezTo>
                  <a:cubicBezTo>
                    <a:pt x="2874" y="17639"/>
                    <a:pt x="3916" y="17739"/>
                    <a:pt x="5132" y="17739"/>
                  </a:cubicBezTo>
                  <a:cubicBezTo>
                    <a:pt x="5889" y="17739"/>
                    <a:pt x="6704" y="17696"/>
                    <a:pt x="7590" y="17668"/>
                  </a:cubicBezTo>
                  <a:cubicBezTo>
                    <a:pt x="8477" y="17624"/>
                    <a:pt x="9434" y="17582"/>
                    <a:pt x="10478" y="17582"/>
                  </a:cubicBezTo>
                  <a:cubicBezTo>
                    <a:pt x="11278" y="17582"/>
                    <a:pt x="12136" y="17610"/>
                    <a:pt x="13036" y="17668"/>
                  </a:cubicBezTo>
                  <a:cubicBezTo>
                    <a:pt x="13036" y="17668"/>
                    <a:pt x="12521" y="16767"/>
                    <a:pt x="12221" y="16252"/>
                  </a:cubicBezTo>
                  <a:cubicBezTo>
                    <a:pt x="12221" y="16252"/>
                    <a:pt x="13264" y="16010"/>
                    <a:pt x="13651" y="15781"/>
                  </a:cubicBezTo>
                  <a:cubicBezTo>
                    <a:pt x="13651" y="15781"/>
                    <a:pt x="13594" y="15724"/>
                    <a:pt x="13479" y="15638"/>
                  </a:cubicBezTo>
                  <a:cubicBezTo>
                    <a:pt x="13407" y="15623"/>
                    <a:pt x="13336" y="15623"/>
                    <a:pt x="13279" y="15623"/>
                  </a:cubicBezTo>
                  <a:lnTo>
                    <a:pt x="11435" y="15581"/>
                  </a:lnTo>
                  <a:lnTo>
                    <a:pt x="11435" y="15581"/>
                  </a:lnTo>
                  <a:cubicBezTo>
                    <a:pt x="11478" y="15981"/>
                    <a:pt x="11535" y="16381"/>
                    <a:pt x="11578" y="16781"/>
                  </a:cubicBezTo>
                  <a:cubicBezTo>
                    <a:pt x="10163" y="16724"/>
                    <a:pt x="8762" y="16624"/>
                    <a:pt x="7347" y="16467"/>
                  </a:cubicBezTo>
                  <a:cubicBezTo>
                    <a:pt x="5532" y="16267"/>
                    <a:pt x="3560" y="15880"/>
                    <a:pt x="2416" y="14451"/>
                  </a:cubicBezTo>
                  <a:cubicBezTo>
                    <a:pt x="1387" y="13180"/>
                    <a:pt x="1344" y="11379"/>
                    <a:pt x="1458" y="9749"/>
                  </a:cubicBezTo>
                  <a:cubicBezTo>
                    <a:pt x="1601" y="7905"/>
                    <a:pt x="1987" y="5932"/>
                    <a:pt x="3316" y="4661"/>
                  </a:cubicBezTo>
                  <a:cubicBezTo>
                    <a:pt x="3731" y="4260"/>
                    <a:pt x="4331" y="3960"/>
                    <a:pt x="4888" y="3960"/>
                  </a:cubicBezTo>
                  <a:cubicBezTo>
                    <a:pt x="5189" y="3960"/>
                    <a:pt x="5460" y="4045"/>
                    <a:pt x="5689" y="4260"/>
                  </a:cubicBezTo>
                  <a:cubicBezTo>
                    <a:pt x="6032" y="4560"/>
                    <a:pt x="6247" y="4918"/>
                    <a:pt x="6390" y="5318"/>
                  </a:cubicBezTo>
                  <a:lnTo>
                    <a:pt x="6390" y="5118"/>
                  </a:lnTo>
                  <a:cubicBezTo>
                    <a:pt x="6390" y="3060"/>
                    <a:pt x="6132" y="1072"/>
                    <a:pt x="5275"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35">
              <a:extLst>
                <a:ext uri="{FF2B5EF4-FFF2-40B4-BE49-F238E27FC236}">
                  <a16:creationId xmlns:a16="http://schemas.microsoft.com/office/drawing/2014/main" id="{FD432708-4BFA-E6A4-EEFD-6434A476E6B7}"/>
                </a:ext>
              </a:extLst>
            </p:cNvPr>
            <p:cNvSpPr/>
            <p:nvPr/>
          </p:nvSpPr>
          <p:spPr>
            <a:xfrm>
              <a:off x="5557000" y="1729475"/>
              <a:ext cx="43075" cy="62175"/>
            </a:xfrm>
            <a:custGeom>
              <a:avLst/>
              <a:gdLst/>
              <a:ahLst/>
              <a:cxnLst/>
              <a:rect l="l" t="t" r="r" b="b"/>
              <a:pathLst>
                <a:path w="1723" h="2487" extrusionOk="0">
                  <a:moveTo>
                    <a:pt x="531" y="0"/>
                  </a:moveTo>
                  <a:cubicBezTo>
                    <a:pt x="243" y="0"/>
                    <a:pt x="1" y="152"/>
                    <a:pt x="1" y="413"/>
                  </a:cubicBezTo>
                  <a:cubicBezTo>
                    <a:pt x="1" y="1027"/>
                    <a:pt x="115" y="2485"/>
                    <a:pt x="115" y="2485"/>
                  </a:cubicBezTo>
                  <a:cubicBezTo>
                    <a:pt x="140" y="2486"/>
                    <a:pt x="165" y="2487"/>
                    <a:pt x="190" y="2487"/>
                  </a:cubicBezTo>
                  <a:cubicBezTo>
                    <a:pt x="1279" y="2487"/>
                    <a:pt x="1723" y="1550"/>
                    <a:pt x="1402" y="642"/>
                  </a:cubicBezTo>
                  <a:cubicBezTo>
                    <a:pt x="1242" y="194"/>
                    <a:pt x="857" y="0"/>
                    <a:pt x="53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35">
              <a:extLst>
                <a:ext uri="{FF2B5EF4-FFF2-40B4-BE49-F238E27FC236}">
                  <a16:creationId xmlns:a16="http://schemas.microsoft.com/office/drawing/2014/main" id="{39394298-88F6-4ED7-AA01-02F003E904FA}"/>
                </a:ext>
              </a:extLst>
            </p:cNvPr>
            <p:cNvSpPr/>
            <p:nvPr/>
          </p:nvSpPr>
          <p:spPr>
            <a:xfrm>
              <a:off x="5565600" y="1745500"/>
              <a:ext cx="20575" cy="24025"/>
            </a:xfrm>
            <a:custGeom>
              <a:avLst/>
              <a:gdLst/>
              <a:ahLst/>
              <a:cxnLst/>
              <a:rect l="l" t="t" r="r" b="b"/>
              <a:pathLst>
                <a:path w="823" h="961" extrusionOk="0">
                  <a:moveTo>
                    <a:pt x="422" y="1"/>
                  </a:moveTo>
                  <a:cubicBezTo>
                    <a:pt x="419" y="1"/>
                    <a:pt x="417" y="1"/>
                    <a:pt x="414" y="1"/>
                  </a:cubicBezTo>
                  <a:cubicBezTo>
                    <a:pt x="86" y="1"/>
                    <a:pt x="0" y="901"/>
                    <a:pt x="414" y="958"/>
                  </a:cubicBezTo>
                  <a:cubicBezTo>
                    <a:pt x="425" y="960"/>
                    <a:pt x="436" y="960"/>
                    <a:pt x="447" y="960"/>
                  </a:cubicBezTo>
                  <a:cubicBezTo>
                    <a:pt x="823" y="960"/>
                    <a:pt x="763" y="1"/>
                    <a:pt x="422"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35">
              <a:extLst>
                <a:ext uri="{FF2B5EF4-FFF2-40B4-BE49-F238E27FC236}">
                  <a16:creationId xmlns:a16="http://schemas.microsoft.com/office/drawing/2014/main" id="{145E8AB6-4825-935B-A2CD-5BA69EEC6E5F}"/>
                </a:ext>
              </a:extLst>
            </p:cNvPr>
            <p:cNvSpPr/>
            <p:nvPr/>
          </p:nvSpPr>
          <p:spPr>
            <a:xfrm>
              <a:off x="5279725" y="1574175"/>
              <a:ext cx="299500" cy="386975"/>
            </a:xfrm>
            <a:custGeom>
              <a:avLst/>
              <a:gdLst/>
              <a:ahLst/>
              <a:cxnLst/>
              <a:rect l="l" t="t" r="r" b="b"/>
              <a:pathLst>
                <a:path w="11980" h="15479" extrusionOk="0">
                  <a:moveTo>
                    <a:pt x="8373" y="1"/>
                  </a:moveTo>
                  <a:cubicBezTo>
                    <a:pt x="8039" y="1"/>
                    <a:pt x="7531" y="74"/>
                    <a:pt x="6775" y="279"/>
                  </a:cubicBezTo>
                  <a:cubicBezTo>
                    <a:pt x="4946" y="765"/>
                    <a:pt x="4088" y="2094"/>
                    <a:pt x="4088" y="2094"/>
                  </a:cubicBezTo>
                  <a:cubicBezTo>
                    <a:pt x="4203" y="1293"/>
                    <a:pt x="5217" y="651"/>
                    <a:pt x="5017" y="321"/>
                  </a:cubicBezTo>
                  <a:cubicBezTo>
                    <a:pt x="5003" y="293"/>
                    <a:pt x="4974" y="279"/>
                    <a:pt x="4931" y="279"/>
                  </a:cubicBezTo>
                  <a:cubicBezTo>
                    <a:pt x="4915" y="277"/>
                    <a:pt x="4897" y="276"/>
                    <a:pt x="4878" y="276"/>
                  </a:cubicBezTo>
                  <a:cubicBezTo>
                    <a:pt x="4189" y="276"/>
                    <a:pt x="1445" y="1498"/>
                    <a:pt x="986" y="2680"/>
                  </a:cubicBezTo>
                  <a:cubicBezTo>
                    <a:pt x="486" y="4009"/>
                    <a:pt x="258" y="5482"/>
                    <a:pt x="143" y="7311"/>
                  </a:cubicBezTo>
                  <a:cubicBezTo>
                    <a:pt x="0" y="9427"/>
                    <a:pt x="186" y="13271"/>
                    <a:pt x="586" y="13401"/>
                  </a:cubicBezTo>
                  <a:cubicBezTo>
                    <a:pt x="617" y="13412"/>
                    <a:pt x="650" y="13417"/>
                    <a:pt x="685" y="13417"/>
                  </a:cubicBezTo>
                  <a:cubicBezTo>
                    <a:pt x="1095" y="13417"/>
                    <a:pt x="1715" y="12700"/>
                    <a:pt x="1716" y="12700"/>
                  </a:cubicBezTo>
                  <a:lnTo>
                    <a:pt x="1716" y="12700"/>
                  </a:lnTo>
                  <a:cubicBezTo>
                    <a:pt x="1716" y="13300"/>
                    <a:pt x="1315" y="14129"/>
                    <a:pt x="1716" y="14344"/>
                  </a:cubicBezTo>
                  <a:cubicBezTo>
                    <a:pt x="1773" y="14374"/>
                    <a:pt x="1852" y="14387"/>
                    <a:pt x="1947" y="14387"/>
                  </a:cubicBezTo>
                  <a:cubicBezTo>
                    <a:pt x="2517" y="14387"/>
                    <a:pt x="3631" y="13915"/>
                    <a:pt x="3631" y="13915"/>
                  </a:cubicBezTo>
                  <a:cubicBezTo>
                    <a:pt x="3631" y="13915"/>
                    <a:pt x="3670" y="15478"/>
                    <a:pt x="4086" y="15478"/>
                  </a:cubicBezTo>
                  <a:cubicBezTo>
                    <a:pt x="4101" y="15478"/>
                    <a:pt x="4115" y="15476"/>
                    <a:pt x="4131" y="15472"/>
                  </a:cubicBezTo>
                  <a:cubicBezTo>
                    <a:pt x="4588" y="15358"/>
                    <a:pt x="5617" y="14315"/>
                    <a:pt x="5617" y="14315"/>
                  </a:cubicBezTo>
                  <a:cubicBezTo>
                    <a:pt x="5617" y="14315"/>
                    <a:pt x="6230" y="15467"/>
                    <a:pt x="6673" y="15467"/>
                  </a:cubicBezTo>
                  <a:cubicBezTo>
                    <a:pt x="6708" y="15467"/>
                    <a:pt x="6742" y="15460"/>
                    <a:pt x="6775" y="15444"/>
                  </a:cubicBezTo>
                  <a:cubicBezTo>
                    <a:pt x="7218" y="15230"/>
                    <a:pt x="7332" y="14272"/>
                    <a:pt x="7332" y="14272"/>
                  </a:cubicBezTo>
                  <a:cubicBezTo>
                    <a:pt x="7332" y="14272"/>
                    <a:pt x="8740" y="15096"/>
                    <a:pt x="9256" y="15096"/>
                  </a:cubicBezTo>
                  <a:cubicBezTo>
                    <a:pt x="9305" y="15096"/>
                    <a:pt x="9346" y="15088"/>
                    <a:pt x="9377" y="15072"/>
                  </a:cubicBezTo>
                  <a:cubicBezTo>
                    <a:pt x="9748" y="14887"/>
                    <a:pt x="9377" y="13887"/>
                    <a:pt x="9377" y="13886"/>
                  </a:cubicBezTo>
                  <a:lnTo>
                    <a:pt x="9377" y="13886"/>
                  </a:lnTo>
                  <a:cubicBezTo>
                    <a:pt x="9861" y="14339"/>
                    <a:pt x="10678" y="14582"/>
                    <a:pt x="11121" y="14582"/>
                  </a:cubicBezTo>
                  <a:cubicBezTo>
                    <a:pt x="11279" y="14582"/>
                    <a:pt x="11390" y="14551"/>
                    <a:pt x="11420" y="14487"/>
                  </a:cubicBezTo>
                  <a:cubicBezTo>
                    <a:pt x="11521" y="14243"/>
                    <a:pt x="11178" y="13157"/>
                    <a:pt x="11178" y="13157"/>
                  </a:cubicBezTo>
                  <a:lnTo>
                    <a:pt x="11178" y="13157"/>
                  </a:lnTo>
                  <a:cubicBezTo>
                    <a:pt x="11380" y="13196"/>
                    <a:pt x="11535" y="13217"/>
                    <a:pt x="11651" y="13217"/>
                  </a:cubicBezTo>
                  <a:cubicBezTo>
                    <a:pt x="11918" y="13217"/>
                    <a:pt x="11979" y="13106"/>
                    <a:pt x="11950" y="12857"/>
                  </a:cubicBezTo>
                  <a:cubicBezTo>
                    <a:pt x="11921" y="12614"/>
                    <a:pt x="11807" y="12242"/>
                    <a:pt x="11706" y="11714"/>
                  </a:cubicBezTo>
                  <a:cubicBezTo>
                    <a:pt x="11464" y="10399"/>
                    <a:pt x="11263" y="8741"/>
                    <a:pt x="11220" y="5696"/>
                  </a:cubicBezTo>
                  <a:cubicBezTo>
                    <a:pt x="11179" y="2762"/>
                    <a:pt x="9677" y="2709"/>
                    <a:pt x="9568" y="2709"/>
                  </a:cubicBezTo>
                  <a:cubicBezTo>
                    <a:pt x="9564" y="2709"/>
                    <a:pt x="9562" y="2709"/>
                    <a:pt x="9562" y="2709"/>
                  </a:cubicBezTo>
                  <a:cubicBezTo>
                    <a:pt x="9905" y="1979"/>
                    <a:pt x="10448" y="1966"/>
                    <a:pt x="10963" y="1823"/>
                  </a:cubicBezTo>
                  <a:cubicBezTo>
                    <a:pt x="11464" y="1694"/>
                    <a:pt x="11277" y="1293"/>
                    <a:pt x="9920" y="1208"/>
                  </a:cubicBezTo>
                  <a:cubicBezTo>
                    <a:pt x="9852" y="1203"/>
                    <a:pt x="9783" y="1201"/>
                    <a:pt x="9712" y="1201"/>
                  </a:cubicBezTo>
                  <a:cubicBezTo>
                    <a:pt x="8374" y="1201"/>
                    <a:pt x="6632" y="1937"/>
                    <a:pt x="6632" y="1937"/>
                  </a:cubicBezTo>
                  <a:cubicBezTo>
                    <a:pt x="7304" y="508"/>
                    <a:pt x="8891" y="479"/>
                    <a:pt x="8948" y="279"/>
                  </a:cubicBezTo>
                  <a:cubicBezTo>
                    <a:pt x="8973" y="152"/>
                    <a:pt x="8854" y="1"/>
                    <a:pt x="837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35">
              <a:extLst>
                <a:ext uri="{FF2B5EF4-FFF2-40B4-BE49-F238E27FC236}">
                  <a16:creationId xmlns:a16="http://schemas.microsoft.com/office/drawing/2014/main" id="{43D352C0-3B44-0B53-82CD-23C938EADC69}"/>
                </a:ext>
              </a:extLst>
            </p:cNvPr>
            <p:cNvSpPr/>
            <p:nvPr/>
          </p:nvSpPr>
          <p:spPr>
            <a:xfrm>
              <a:off x="5282200" y="1581150"/>
              <a:ext cx="296625" cy="379850"/>
            </a:xfrm>
            <a:custGeom>
              <a:avLst/>
              <a:gdLst/>
              <a:ahLst/>
              <a:cxnLst/>
              <a:rect l="l" t="t" r="r" b="b"/>
              <a:pathLst>
                <a:path w="11865" h="15194" extrusionOk="0">
                  <a:moveTo>
                    <a:pt x="4775" y="0"/>
                  </a:moveTo>
                  <a:cubicBezTo>
                    <a:pt x="4089" y="0"/>
                    <a:pt x="1359" y="1229"/>
                    <a:pt x="887" y="2401"/>
                  </a:cubicBezTo>
                  <a:cubicBezTo>
                    <a:pt x="387" y="3730"/>
                    <a:pt x="159" y="5203"/>
                    <a:pt x="44" y="7032"/>
                  </a:cubicBezTo>
                  <a:cubicBezTo>
                    <a:pt x="16" y="7490"/>
                    <a:pt x="1" y="8033"/>
                    <a:pt x="1" y="8605"/>
                  </a:cubicBezTo>
                  <a:cubicBezTo>
                    <a:pt x="1" y="10648"/>
                    <a:pt x="172" y="13021"/>
                    <a:pt x="487" y="13122"/>
                  </a:cubicBezTo>
                  <a:cubicBezTo>
                    <a:pt x="515" y="13135"/>
                    <a:pt x="559" y="13135"/>
                    <a:pt x="587" y="13135"/>
                  </a:cubicBezTo>
                  <a:cubicBezTo>
                    <a:pt x="1001" y="13135"/>
                    <a:pt x="1616" y="12421"/>
                    <a:pt x="1617" y="12421"/>
                  </a:cubicBezTo>
                  <a:lnTo>
                    <a:pt x="1617" y="12421"/>
                  </a:lnTo>
                  <a:cubicBezTo>
                    <a:pt x="1617" y="12821"/>
                    <a:pt x="1445" y="13322"/>
                    <a:pt x="1445" y="13678"/>
                  </a:cubicBezTo>
                  <a:cubicBezTo>
                    <a:pt x="1445" y="13850"/>
                    <a:pt x="1487" y="13993"/>
                    <a:pt x="1617" y="14065"/>
                  </a:cubicBezTo>
                  <a:cubicBezTo>
                    <a:pt x="1674" y="14093"/>
                    <a:pt x="1759" y="14107"/>
                    <a:pt x="1845" y="14107"/>
                  </a:cubicBezTo>
                  <a:cubicBezTo>
                    <a:pt x="2417" y="14107"/>
                    <a:pt x="3532" y="13636"/>
                    <a:pt x="3532" y="13636"/>
                  </a:cubicBezTo>
                  <a:cubicBezTo>
                    <a:pt x="3532" y="13636"/>
                    <a:pt x="3574" y="15193"/>
                    <a:pt x="3989" y="15193"/>
                  </a:cubicBezTo>
                  <a:lnTo>
                    <a:pt x="4032" y="15193"/>
                  </a:lnTo>
                  <a:cubicBezTo>
                    <a:pt x="4489" y="15079"/>
                    <a:pt x="5518" y="14036"/>
                    <a:pt x="5518" y="14036"/>
                  </a:cubicBezTo>
                  <a:cubicBezTo>
                    <a:pt x="5518" y="14036"/>
                    <a:pt x="6133" y="15193"/>
                    <a:pt x="6576" y="15193"/>
                  </a:cubicBezTo>
                  <a:cubicBezTo>
                    <a:pt x="6619" y="15193"/>
                    <a:pt x="6648" y="15180"/>
                    <a:pt x="6676" y="15165"/>
                  </a:cubicBezTo>
                  <a:cubicBezTo>
                    <a:pt x="7119" y="14951"/>
                    <a:pt x="7233" y="13993"/>
                    <a:pt x="7233" y="13993"/>
                  </a:cubicBezTo>
                  <a:cubicBezTo>
                    <a:pt x="7233" y="13993"/>
                    <a:pt x="8649" y="14822"/>
                    <a:pt x="9163" y="14822"/>
                  </a:cubicBezTo>
                  <a:cubicBezTo>
                    <a:pt x="9206" y="14822"/>
                    <a:pt x="9249" y="14808"/>
                    <a:pt x="9278" y="14793"/>
                  </a:cubicBezTo>
                  <a:cubicBezTo>
                    <a:pt x="9406" y="14722"/>
                    <a:pt x="9449" y="14579"/>
                    <a:pt x="9449" y="14408"/>
                  </a:cubicBezTo>
                  <a:cubicBezTo>
                    <a:pt x="9449" y="14050"/>
                    <a:pt x="9278" y="13608"/>
                    <a:pt x="9278" y="13607"/>
                  </a:cubicBezTo>
                  <a:lnTo>
                    <a:pt x="9278" y="13607"/>
                  </a:lnTo>
                  <a:cubicBezTo>
                    <a:pt x="9764" y="14065"/>
                    <a:pt x="10578" y="14294"/>
                    <a:pt x="11007" y="14294"/>
                  </a:cubicBezTo>
                  <a:cubicBezTo>
                    <a:pt x="11178" y="14294"/>
                    <a:pt x="11293" y="14265"/>
                    <a:pt x="11321" y="14208"/>
                  </a:cubicBezTo>
                  <a:cubicBezTo>
                    <a:pt x="11336" y="14164"/>
                    <a:pt x="11336" y="14122"/>
                    <a:pt x="11336" y="14065"/>
                  </a:cubicBezTo>
                  <a:cubicBezTo>
                    <a:pt x="11336" y="13693"/>
                    <a:pt x="11079" y="12878"/>
                    <a:pt x="11079" y="12878"/>
                  </a:cubicBezTo>
                  <a:lnTo>
                    <a:pt x="11079" y="12878"/>
                  </a:lnTo>
                  <a:cubicBezTo>
                    <a:pt x="11279" y="12921"/>
                    <a:pt x="11435" y="12935"/>
                    <a:pt x="11550" y="12935"/>
                  </a:cubicBezTo>
                  <a:cubicBezTo>
                    <a:pt x="11779" y="12935"/>
                    <a:pt x="11864" y="12849"/>
                    <a:pt x="11864" y="12678"/>
                  </a:cubicBezTo>
                  <a:cubicBezTo>
                    <a:pt x="11864" y="12649"/>
                    <a:pt x="11864" y="12621"/>
                    <a:pt x="11851" y="12578"/>
                  </a:cubicBezTo>
                  <a:cubicBezTo>
                    <a:pt x="11450" y="12563"/>
                    <a:pt x="11035" y="12563"/>
                    <a:pt x="10635" y="12550"/>
                  </a:cubicBezTo>
                  <a:lnTo>
                    <a:pt x="10635" y="12550"/>
                  </a:lnTo>
                  <a:cubicBezTo>
                    <a:pt x="10707" y="12921"/>
                    <a:pt x="10707" y="13322"/>
                    <a:pt x="10635" y="13707"/>
                  </a:cubicBezTo>
                  <a:cubicBezTo>
                    <a:pt x="10035" y="13421"/>
                    <a:pt x="9392" y="13221"/>
                    <a:pt x="8748" y="13107"/>
                  </a:cubicBezTo>
                  <a:lnTo>
                    <a:pt x="8748" y="14265"/>
                  </a:lnTo>
                  <a:cubicBezTo>
                    <a:pt x="8377" y="14021"/>
                    <a:pt x="7991" y="13764"/>
                    <a:pt x="7548" y="13722"/>
                  </a:cubicBezTo>
                  <a:cubicBezTo>
                    <a:pt x="7505" y="13722"/>
                    <a:pt x="7462" y="13707"/>
                    <a:pt x="7420" y="13707"/>
                  </a:cubicBezTo>
                  <a:cubicBezTo>
                    <a:pt x="7019" y="13707"/>
                    <a:pt x="6619" y="13922"/>
                    <a:pt x="6490" y="14279"/>
                  </a:cubicBezTo>
                  <a:cubicBezTo>
                    <a:pt x="6562" y="13993"/>
                    <a:pt x="6219" y="13793"/>
                    <a:pt x="5890" y="13793"/>
                  </a:cubicBezTo>
                  <a:cubicBezTo>
                    <a:pt x="5804" y="13793"/>
                    <a:pt x="5733" y="13808"/>
                    <a:pt x="5647" y="13836"/>
                  </a:cubicBezTo>
                  <a:cubicBezTo>
                    <a:pt x="5289" y="13979"/>
                    <a:pt x="4975" y="14294"/>
                    <a:pt x="4590" y="14294"/>
                  </a:cubicBezTo>
                  <a:lnTo>
                    <a:pt x="4546" y="14294"/>
                  </a:lnTo>
                  <a:cubicBezTo>
                    <a:pt x="4060" y="14265"/>
                    <a:pt x="3761" y="13593"/>
                    <a:pt x="4060" y="13221"/>
                  </a:cubicBezTo>
                  <a:lnTo>
                    <a:pt x="4060" y="13221"/>
                  </a:lnTo>
                  <a:cubicBezTo>
                    <a:pt x="3475" y="13293"/>
                    <a:pt x="2888" y="13364"/>
                    <a:pt x="2303" y="13450"/>
                  </a:cubicBezTo>
                  <a:cubicBezTo>
                    <a:pt x="2231" y="13135"/>
                    <a:pt x="2402" y="12821"/>
                    <a:pt x="2459" y="12521"/>
                  </a:cubicBezTo>
                  <a:cubicBezTo>
                    <a:pt x="2531" y="12207"/>
                    <a:pt x="2402" y="11778"/>
                    <a:pt x="2088" y="11763"/>
                  </a:cubicBezTo>
                  <a:lnTo>
                    <a:pt x="2045" y="11763"/>
                  </a:lnTo>
                  <a:cubicBezTo>
                    <a:pt x="1859" y="11763"/>
                    <a:pt x="1731" y="11807"/>
                    <a:pt x="1602" y="11849"/>
                  </a:cubicBezTo>
                  <a:cubicBezTo>
                    <a:pt x="1487" y="11906"/>
                    <a:pt x="1402" y="11949"/>
                    <a:pt x="1316" y="11949"/>
                  </a:cubicBezTo>
                  <a:cubicBezTo>
                    <a:pt x="1188" y="11949"/>
                    <a:pt x="1073" y="11849"/>
                    <a:pt x="930" y="11534"/>
                  </a:cubicBezTo>
                  <a:cubicBezTo>
                    <a:pt x="759" y="11163"/>
                    <a:pt x="759" y="10148"/>
                    <a:pt x="702" y="9705"/>
                  </a:cubicBezTo>
                  <a:cubicBezTo>
                    <a:pt x="502" y="8247"/>
                    <a:pt x="715" y="6747"/>
                    <a:pt x="930" y="5289"/>
                  </a:cubicBezTo>
                  <a:cubicBezTo>
                    <a:pt x="1116" y="4088"/>
                    <a:pt x="1344" y="2844"/>
                    <a:pt x="2059" y="1872"/>
                  </a:cubicBezTo>
                  <a:cubicBezTo>
                    <a:pt x="2259" y="1601"/>
                    <a:pt x="2488" y="1357"/>
                    <a:pt x="2717" y="1157"/>
                  </a:cubicBezTo>
                  <a:cubicBezTo>
                    <a:pt x="3345" y="643"/>
                    <a:pt x="4075" y="315"/>
                    <a:pt x="4832"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35">
              <a:extLst>
                <a:ext uri="{FF2B5EF4-FFF2-40B4-BE49-F238E27FC236}">
                  <a16:creationId xmlns:a16="http://schemas.microsoft.com/office/drawing/2014/main" id="{AEA1D9C0-D48C-63F6-DD26-9BD9CD04CD47}"/>
                </a:ext>
              </a:extLst>
            </p:cNvPr>
            <p:cNvSpPr/>
            <p:nvPr/>
          </p:nvSpPr>
          <p:spPr>
            <a:xfrm>
              <a:off x="5242075" y="1729425"/>
              <a:ext cx="49825" cy="71550"/>
            </a:xfrm>
            <a:custGeom>
              <a:avLst/>
              <a:gdLst/>
              <a:ahLst/>
              <a:cxnLst/>
              <a:rect l="l" t="t" r="r" b="b"/>
              <a:pathLst>
                <a:path w="1993" h="2862" extrusionOk="0">
                  <a:moveTo>
                    <a:pt x="1375" y="1"/>
                  </a:moveTo>
                  <a:cubicBezTo>
                    <a:pt x="1000" y="1"/>
                    <a:pt x="558" y="222"/>
                    <a:pt x="377" y="744"/>
                  </a:cubicBezTo>
                  <a:cubicBezTo>
                    <a:pt x="1" y="1789"/>
                    <a:pt x="508" y="2861"/>
                    <a:pt x="1752" y="2861"/>
                  </a:cubicBezTo>
                  <a:cubicBezTo>
                    <a:pt x="1784" y="2861"/>
                    <a:pt x="1816" y="2860"/>
                    <a:pt x="1849" y="2859"/>
                  </a:cubicBezTo>
                  <a:cubicBezTo>
                    <a:pt x="1849" y="2859"/>
                    <a:pt x="1992" y="1187"/>
                    <a:pt x="1992" y="473"/>
                  </a:cubicBezTo>
                  <a:cubicBezTo>
                    <a:pt x="1992" y="176"/>
                    <a:pt x="1710" y="1"/>
                    <a:pt x="137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35">
              <a:extLst>
                <a:ext uri="{FF2B5EF4-FFF2-40B4-BE49-F238E27FC236}">
                  <a16:creationId xmlns:a16="http://schemas.microsoft.com/office/drawing/2014/main" id="{4C9A6E49-7BAD-AF84-35DB-3D90B3029516}"/>
                </a:ext>
              </a:extLst>
            </p:cNvPr>
            <p:cNvSpPr/>
            <p:nvPr/>
          </p:nvSpPr>
          <p:spPr>
            <a:xfrm>
              <a:off x="5258425" y="1748000"/>
              <a:ext cx="23475" cy="27600"/>
            </a:xfrm>
            <a:custGeom>
              <a:avLst/>
              <a:gdLst/>
              <a:ahLst/>
              <a:cxnLst/>
              <a:rect l="l" t="t" r="r" b="b"/>
              <a:pathLst>
                <a:path w="939" h="1104" extrusionOk="0">
                  <a:moveTo>
                    <a:pt x="459" y="0"/>
                  </a:moveTo>
                  <a:cubicBezTo>
                    <a:pt x="61" y="0"/>
                    <a:pt x="0" y="1104"/>
                    <a:pt x="433" y="1104"/>
                  </a:cubicBezTo>
                  <a:cubicBezTo>
                    <a:pt x="444" y="1104"/>
                    <a:pt x="455" y="1103"/>
                    <a:pt x="466" y="1102"/>
                  </a:cubicBezTo>
                  <a:cubicBezTo>
                    <a:pt x="938" y="1030"/>
                    <a:pt x="837" y="1"/>
                    <a:pt x="466" y="1"/>
                  </a:cubicBezTo>
                  <a:cubicBezTo>
                    <a:pt x="463" y="1"/>
                    <a:pt x="461" y="0"/>
                    <a:pt x="459"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35">
              <a:extLst>
                <a:ext uri="{FF2B5EF4-FFF2-40B4-BE49-F238E27FC236}">
                  <a16:creationId xmlns:a16="http://schemas.microsoft.com/office/drawing/2014/main" id="{09A4FE82-0494-A554-C12F-618F6A68EF45}"/>
                </a:ext>
              </a:extLst>
            </p:cNvPr>
            <p:cNvSpPr/>
            <p:nvPr/>
          </p:nvSpPr>
          <p:spPr>
            <a:xfrm>
              <a:off x="5293300" y="1698925"/>
              <a:ext cx="279100" cy="204175"/>
            </a:xfrm>
            <a:custGeom>
              <a:avLst/>
              <a:gdLst/>
              <a:ahLst/>
              <a:cxnLst/>
              <a:rect l="l" t="t" r="r" b="b"/>
              <a:pathLst>
                <a:path w="11164" h="8167" extrusionOk="0">
                  <a:moveTo>
                    <a:pt x="8115" y="1"/>
                  </a:moveTo>
                  <a:cubicBezTo>
                    <a:pt x="6924" y="1"/>
                    <a:pt x="6301" y="792"/>
                    <a:pt x="6098" y="792"/>
                  </a:cubicBezTo>
                  <a:cubicBezTo>
                    <a:pt x="6095" y="792"/>
                    <a:pt x="6092" y="792"/>
                    <a:pt x="6089" y="792"/>
                  </a:cubicBezTo>
                  <a:cubicBezTo>
                    <a:pt x="5778" y="749"/>
                    <a:pt x="5203" y="96"/>
                    <a:pt x="4038" y="96"/>
                  </a:cubicBezTo>
                  <a:cubicBezTo>
                    <a:pt x="3649" y="96"/>
                    <a:pt x="3193" y="169"/>
                    <a:pt x="2659" y="363"/>
                  </a:cubicBezTo>
                  <a:cubicBezTo>
                    <a:pt x="243" y="1235"/>
                    <a:pt x="0" y="5009"/>
                    <a:pt x="1615" y="6838"/>
                  </a:cubicBezTo>
                  <a:cubicBezTo>
                    <a:pt x="2391" y="7726"/>
                    <a:pt x="3998" y="8167"/>
                    <a:pt x="5629" y="8167"/>
                  </a:cubicBezTo>
                  <a:cubicBezTo>
                    <a:pt x="6702" y="8167"/>
                    <a:pt x="7785" y="7976"/>
                    <a:pt x="8647" y="7595"/>
                  </a:cubicBezTo>
                  <a:cubicBezTo>
                    <a:pt x="9177" y="7367"/>
                    <a:pt x="9606" y="7067"/>
                    <a:pt x="9920" y="6709"/>
                  </a:cubicBezTo>
                  <a:cubicBezTo>
                    <a:pt x="11163" y="5237"/>
                    <a:pt x="10849" y="2321"/>
                    <a:pt x="9848" y="892"/>
                  </a:cubicBezTo>
                  <a:cubicBezTo>
                    <a:pt x="9562" y="477"/>
                    <a:pt x="9219" y="191"/>
                    <a:pt x="8834" y="92"/>
                  </a:cubicBezTo>
                  <a:cubicBezTo>
                    <a:pt x="8574" y="28"/>
                    <a:pt x="8335" y="1"/>
                    <a:pt x="811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35">
              <a:extLst>
                <a:ext uri="{FF2B5EF4-FFF2-40B4-BE49-F238E27FC236}">
                  <a16:creationId xmlns:a16="http://schemas.microsoft.com/office/drawing/2014/main" id="{F448F852-98BB-A5C0-BB59-4620C8DAA27B}"/>
                </a:ext>
              </a:extLst>
            </p:cNvPr>
            <p:cNvSpPr/>
            <p:nvPr/>
          </p:nvSpPr>
          <p:spPr>
            <a:xfrm>
              <a:off x="5293300" y="1698925"/>
              <a:ext cx="246225" cy="204175"/>
            </a:xfrm>
            <a:custGeom>
              <a:avLst/>
              <a:gdLst/>
              <a:ahLst/>
              <a:cxnLst/>
              <a:rect l="l" t="t" r="r" b="b"/>
              <a:pathLst>
                <a:path w="9849" h="8167" extrusionOk="0">
                  <a:moveTo>
                    <a:pt x="8115" y="1"/>
                  </a:moveTo>
                  <a:cubicBezTo>
                    <a:pt x="6924" y="1"/>
                    <a:pt x="6301" y="792"/>
                    <a:pt x="6098" y="792"/>
                  </a:cubicBezTo>
                  <a:cubicBezTo>
                    <a:pt x="6095" y="792"/>
                    <a:pt x="6092" y="792"/>
                    <a:pt x="6089" y="792"/>
                  </a:cubicBezTo>
                  <a:cubicBezTo>
                    <a:pt x="5778" y="749"/>
                    <a:pt x="5203" y="96"/>
                    <a:pt x="4038" y="96"/>
                  </a:cubicBezTo>
                  <a:cubicBezTo>
                    <a:pt x="3649" y="96"/>
                    <a:pt x="3193" y="169"/>
                    <a:pt x="2659" y="363"/>
                  </a:cubicBezTo>
                  <a:cubicBezTo>
                    <a:pt x="243" y="1235"/>
                    <a:pt x="0" y="5009"/>
                    <a:pt x="1615" y="6838"/>
                  </a:cubicBezTo>
                  <a:cubicBezTo>
                    <a:pt x="2391" y="7726"/>
                    <a:pt x="3998" y="8167"/>
                    <a:pt x="5629" y="8167"/>
                  </a:cubicBezTo>
                  <a:cubicBezTo>
                    <a:pt x="6702" y="8167"/>
                    <a:pt x="7785" y="7976"/>
                    <a:pt x="8647" y="7595"/>
                  </a:cubicBezTo>
                  <a:lnTo>
                    <a:pt x="8647" y="7595"/>
                  </a:lnTo>
                  <a:cubicBezTo>
                    <a:pt x="8504" y="7624"/>
                    <a:pt x="8362" y="7667"/>
                    <a:pt x="8219" y="7696"/>
                  </a:cubicBezTo>
                  <a:cubicBezTo>
                    <a:pt x="7533" y="7856"/>
                    <a:pt x="6830" y="7935"/>
                    <a:pt x="6124" y="7935"/>
                  </a:cubicBezTo>
                  <a:cubicBezTo>
                    <a:pt x="5315" y="7935"/>
                    <a:pt x="4503" y="7830"/>
                    <a:pt x="3717" y="7624"/>
                  </a:cubicBezTo>
                  <a:cubicBezTo>
                    <a:pt x="3088" y="7467"/>
                    <a:pt x="2444" y="7210"/>
                    <a:pt x="1987" y="6738"/>
                  </a:cubicBezTo>
                  <a:cubicBezTo>
                    <a:pt x="1344" y="6066"/>
                    <a:pt x="1186" y="5266"/>
                    <a:pt x="1129" y="4365"/>
                  </a:cubicBezTo>
                  <a:cubicBezTo>
                    <a:pt x="1087" y="3822"/>
                    <a:pt x="1043" y="3293"/>
                    <a:pt x="1129" y="2750"/>
                  </a:cubicBezTo>
                  <a:cubicBezTo>
                    <a:pt x="1215" y="2221"/>
                    <a:pt x="1430" y="1693"/>
                    <a:pt x="1830" y="1335"/>
                  </a:cubicBezTo>
                  <a:cubicBezTo>
                    <a:pt x="2403" y="821"/>
                    <a:pt x="3168" y="580"/>
                    <a:pt x="3930" y="580"/>
                  </a:cubicBezTo>
                  <a:cubicBezTo>
                    <a:pt x="4270" y="580"/>
                    <a:pt x="4609" y="628"/>
                    <a:pt x="4931" y="721"/>
                  </a:cubicBezTo>
                  <a:cubicBezTo>
                    <a:pt x="5259" y="816"/>
                    <a:pt x="5600" y="950"/>
                    <a:pt x="5941" y="950"/>
                  </a:cubicBezTo>
                  <a:cubicBezTo>
                    <a:pt x="5957" y="950"/>
                    <a:pt x="5973" y="950"/>
                    <a:pt x="5989" y="949"/>
                  </a:cubicBezTo>
                  <a:cubicBezTo>
                    <a:pt x="6389" y="921"/>
                    <a:pt x="6732" y="706"/>
                    <a:pt x="7104" y="563"/>
                  </a:cubicBezTo>
                  <a:cubicBezTo>
                    <a:pt x="7437" y="431"/>
                    <a:pt x="7791" y="369"/>
                    <a:pt x="8147" y="369"/>
                  </a:cubicBezTo>
                  <a:cubicBezTo>
                    <a:pt x="8602" y="369"/>
                    <a:pt x="9059" y="471"/>
                    <a:pt x="9476" y="663"/>
                  </a:cubicBezTo>
                  <a:cubicBezTo>
                    <a:pt x="9606" y="721"/>
                    <a:pt x="9734" y="806"/>
                    <a:pt x="9848" y="892"/>
                  </a:cubicBezTo>
                  <a:cubicBezTo>
                    <a:pt x="9562" y="477"/>
                    <a:pt x="9219" y="191"/>
                    <a:pt x="8834" y="92"/>
                  </a:cubicBezTo>
                  <a:cubicBezTo>
                    <a:pt x="8574" y="28"/>
                    <a:pt x="8335" y="1"/>
                    <a:pt x="8115"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35">
              <a:extLst>
                <a:ext uri="{FF2B5EF4-FFF2-40B4-BE49-F238E27FC236}">
                  <a16:creationId xmlns:a16="http://schemas.microsoft.com/office/drawing/2014/main" id="{4471A646-7E2A-22FD-10A8-52F609B0306E}"/>
                </a:ext>
              </a:extLst>
            </p:cNvPr>
            <p:cNvSpPr/>
            <p:nvPr/>
          </p:nvSpPr>
          <p:spPr>
            <a:xfrm>
              <a:off x="5401550" y="1835500"/>
              <a:ext cx="29325" cy="20825"/>
            </a:xfrm>
            <a:custGeom>
              <a:avLst/>
              <a:gdLst/>
              <a:ahLst/>
              <a:cxnLst/>
              <a:rect l="l" t="t" r="r" b="b"/>
              <a:pathLst>
                <a:path w="1173" h="833" extrusionOk="0">
                  <a:moveTo>
                    <a:pt x="320" y="0"/>
                  </a:moveTo>
                  <a:cubicBezTo>
                    <a:pt x="290" y="0"/>
                    <a:pt x="260" y="5"/>
                    <a:pt x="229" y="17"/>
                  </a:cubicBezTo>
                  <a:cubicBezTo>
                    <a:pt x="130" y="60"/>
                    <a:pt x="87" y="146"/>
                    <a:pt x="29" y="232"/>
                  </a:cubicBezTo>
                  <a:cubicBezTo>
                    <a:pt x="16" y="260"/>
                    <a:pt x="1" y="289"/>
                    <a:pt x="1" y="318"/>
                  </a:cubicBezTo>
                  <a:cubicBezTo>
                    <a:pt x="1" y="375"/>
                    <a:pt x="58" y="417"/>
                    <a:pt x="101" y="446"/>
                  </a:cubicBezTo>
                  <a:cubicBezTo>
                    <a:pt x="287" y="589"/>
                    <a:pt x="487" y="703"/>
                    <a:pt x="702" y="803"/>
                  </a:cubicBezTo>
                  <a:cubicBezTo>
                    <a:pt x="742" y="824"/>
                    <a:pt x="780" y="833"/>
                    <a:pt x="815" y="833"/>
                  </a:cubicBezTo>
                  <a:cubicBezTo>
                    <a:pt x="932" y="833"/>
                    <a:pt x="1028" y="735"/>
                    <a:pt x="1116" y="603"/>
                  </a:cubicBezTo>
                  <a:cubicBezTo>
                    <a:pt x="1144" y="560"/>
                    <a:pt x="1173" y="503"/>
                    <a:pt x="1159" y="446"/>
                  </a:cubicBezTo>
                  <a:cubicBezTo>
                    <a:pt x="1159" y="403"/>
                    <a:pt x="1116" y="375"/>
                    <a:pt x="1087" y="346"/>
                  </a:cubicBezTo>
                  <a:cubicBezTo>
                    <a:pt x="902" y="175"/>
                    <a:pt x="687" y="74"/>
                    <a:pt x="444" y="17"/>
                  </a:cubicBezTo>
                  <a:cubicBezTo>
                    <a:pt x="403" y="9"/>
                    <a:pt x="361" y="0"/>
                    <a:pt x="32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35">
              <a:extLst>
                <a:ext uri="{FF2B5EF4-FFF2-40B4-BE49-F238E27FC236}">
                  <a16:creationId xmlns:a16="http://schemas.microsoft.com/office/drawing/2014/main" id="{F61F6A98-995E-A4DD-47EC-06F8FEBE6943}"/>
                </a:ext>
              </a:extLst>
            </p:cNvPr>
            <p:cNvSpPr/>
            <p:nvPr/>
          </p:nvSpPr>
          <p:spPr>
            <a:xfrm>
              <a:off x="5347950" y="1765150"/>
              <a:ext cx="65450" cy="40575"/>
            </a:xfrm>
            <a:custGeom>
              <a:avLst/>
              <a:gdLst/>
              <a:ahLst/>
              <a:cxnLst/>
              <a:rect l="l" t="t" r="r" b="b"/>
              <a:pathLst>
                <a:path w="2618" h="1623" extrusionOk="0">
                  <a:moveTo>
                    <a:pt x="359" y="1"/>
                  </a:moveTo>
                  <a:lnTo>
                    <a:pt x="359" y="1"/>
                  </a:lnTo>
                  <a:cubicBezTo>
                    <a:pt x="1" y="301"/>
                    <a:pt x="216" y="1087"/>
                    <a:pt x="515" y="1373"/>
                  </a:cubicBezTo>
                  <a:cubicBezTo>
                    <a:pt x="630" y="1487"/>
                    <a:pt x="801" y="1544"/>
                    <a:pt x="959" y="1588"/>
                  </a:cubicBezTo>
                  <a:cubicBezTo>
                    <a:pt x="1072" y="1609"/>
                    <a:pt x="1188" y="1623"/>
                    <a:pt x="1304" y="1623"/>
                  </a:cubicBezTo>
                  <a:cubicBezTo>
                    <a:pt x="1496" y="1623"/>
                    <a:pt x="1685" y="1586"/>
                    <a:pt x="1845" y="1487"/>
                  </a:cubicBezTo>
                  <a:cubicBezTo>
                    <a:pt x="2303" y="1245"/>
                    <a:pt x="2488" y="687"/>
                    <a:pt x="2617" y="172"/>
                  </a:cubicBezTo>
                  <a:cubicBezTo>
                    <a:pt x="1874" y="158"/>
                    <a:pt x="1087" y="16"/>
                    <a:pt x="35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35">
              <a:extLst>
                <a:ext uri="{FF2B5EF4-FFF2-40B4-BE49-F238E27FC236}">
                  <a16:creationId xmlns:a16="http://schemas.microsoft.com/office/drawing/2014/main" id="{96443726-57BB-ADED-1B14-EA07F52944B0}"/>
                </a:ext>
              </a:extLst>
            </p:cNvPr>
            <p:cNvSpPr/>
            <p:nvPr/>
          </p:nvSpPr>
          <p:spPr>
            <a:xfrm>
              <a:off x="5485550" y="1768375"/>
              <a:ext cx="47200" cy="28500"/>
            </a:xfrm>
            <a:custGeom>
              <a:avLst/>
              <a:gdLst/>
              <a:ahLst/>
              <a:cxnLst/>
              <a:rect l="l" t="t" r="r" b="b"/>
              <a:pathLst>
                <a:path w="1888" h="1140" extrusionOk="0">
                  <a:moveTo>
                    <a:pt x="0" y="1"/>
                  </a:moveTo>
                  <a:cubicBezTo>
                    <a:pt x="57" y="386"/>
                    <a:pt x="143" y="786"/>
                    <a:pt x="443" y="1001"/>
                  </a:cubicBezTo>
                  <a:cubicBezTo>
                    <a:pt x="586" y="1100"/>
                    <a:pt x="755" y="1140"/>
                    <a:pt x="929" y="1140"/>
                  </a:cubicBezTo>
                  <a:cubicBezTo>
                    <a:pt x="981" y="1140"/>
                    <a:pt x="1034" y="1136"/>
                    <a:pt x="1087" y="1129"/>
                  </a:cubicBezTo>
                  <a:cubicBezTo>
                    <a:pt x="1201" y="1116"/>
                    <a:pt x="1329" y="1087"/>
                    <a:pt x="1430" y="1015"/>
                  </a:cubicBezTo>
                  <a:cubicBezTo>
                    <a:pt x="1658" y="830"/>
                    <a:pt x="1887" y="287"/>
                    <a:pt x="1658" y="43"/>
                  </a:cubicBezTo>
                  <a:cubicBezTo>
                    <a:pt x="1447" y="20"/>
                    <a:pt x="1228" y="16"/>
                    <a:pt x="1005" y="16"/>
                  </a:cubicBezTo>
                  <a:cubicBezTo>
                    <a:pt x="853" y="16"/>
                    <a:pt x="699" y="18"/>
                    <a:pt x="546" y="18"/>
                  </a:cubicBezTo>
                  <a:cubicBezTo>
                    <a:pt x="362" y="18"/>
                    <a:pt x="179" y="15"/>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35">
              <a:extLst>
                <a:ext uri="{FF2B5EF4-FFF2-40B4-BE49-F238E27FC236}">
                  <a16:creationId xmlns:a16="http://schemas.microsoft.com/office/drawing/2014/main" id="{3B4CA96F-426A-5F8D-ABDB-A83A95547DCC}"/>
                </a:ext>
              </a:extLst>
            </p:cNvPr>
            <p:cNvSpPr/>
            <p:nvPr/>
          </p:nvSpPr>
          <p:spPr>
            <a:xfrm>
              <a:off x="5468025" y="1724675"/>
              <a:ext cx="71850" cy="32650"/>
            </a:xfrm>
            <a:custGeom>
              <a:avLst/>
              <a:gdLst/>
              <a:ahLst/>
              <a:cxnLst/>
              <a:rect l="l" t="t" r="r" b="b"/>
              <a:pathLst>
                <a:path w="2874" h="1306" extrusionOk="0">
                  <a:moveTo>
                    <a:pt x="305" y="0"/>
                  </a:moveTo>
                  <a:cubicBezTo>
                    <a:pt x="260" y="0"/>
                    <a:pt x="216" y="2"/>
                    <a:pt x="172" y="5"/>
                  </a:cubicBezTo>
                  <a:lnTo>
                    <a:pt x="0" y="948"/>
                  </a:lnTo>
                  <a:cubicBezTo>
                    <a:pt x="72" y="962"/>
                    <a:pt x="143" y="962"/>
                    <a:pt x="215" y="962"/>
                  </a:cubicBezTo>
                  <a:cubicBezTo>
                    <a:pt x="1087" y="991"/>
                    <a:pt x="2001" y="962"/>
                    <a:pt x="2802" y="1305"/>
                  </a:cubicBezTo>
                  <a:cubicBezTo>
                    <a:pt x="2817" y="1234"/>
                    <a:pt x="2845" y="1177"/>
                    <a:pt x="2874" y="1120"/>
                  </a:cubicBezTo>
                  <a:cubicBezTo>
                    <a:pt x="2416" y="691"/>
                    <a:pt x="1873" y="377"/>
                    <a:pt x="1302" y="190"/>
                  </a:cubicBezTo>
                  <a:cubicBezTo>
                    <a:pt x="999" y="89"/>
                    <a:pt x="640" y="0"/>
                    <a:pt x="30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35">
              <a:extLst>
                <a:ext uri="{FF2B5EF4-FFF2-40B4-BE49-F238E27FC236}">
                  <a16:creationId xmlns:a16="http://schemas.microsoft.com/office/drawing/2014/main" id="{8B3E4B4C-AAC2-DBC3-F9E0-8623EA7F050A}"/>
                </a:ext>
              </a:extLst>
            </p:cNvPr>
            <p:cNvSpPr/>
            <p:nvPr/>
          </p:nvSpPr>
          <p:spPr>
            <a:xfrm>
              <a:off x="5342600" y="1715850"/>
              <a:ext cx="81850" cy="38600"/>
            </a:xfrm>
            <a:custGeom>
              <a:avLst/>
              <a:gdLst/>
              <a:ahLst/>
              <a:cxnLst/>
              <a:rect l="l" t="t" r="r" b="b"/>
              <a:pathLst>
                <a:path w="3274" h="1544" extrusionOk="0">
                  <a:moveTo>
                    <a:pt x="3073" y="0"/>
                  </a:moveTo>
                  <a:cubicBezTo>
                    <a:pt x="2645" y="0"/>
                    <a:pt x="2174" y="143"/>
                    <a:pt x="1773" y="286"/>
                  </a:cubicBezTo>
                  <a:cubicBezTo>
                    <a:pt x="1130" y="530"/>
                    <a:pt x="515" y="901"/>
                    <a:pt x="1" y="1372"/>
                  </a:cubicBezTo>
                  <a:lnTo>
                    <a:pt x="87" y="1544"/>
                  </a:lnTo>
                  <a:cubicBezTo>
                    <a:pt x="987" y="1130"/>
                    <a:pt x="2031" y="1073"/>
                    <a:pt x="3031" y="972"/>
                  </a:cubicBezTo>
                  <a:cubicBezTo>
                    <a:pt x="3117" y="972"/>
                    <a:pt x="3203" y="958"/>
                    <a:pt x="3274" y="930"/>
                  </a:cubicBezTo>
                  <a:cubicBezTo>
                    <a:pt x="3203" y="615"/>
                    <a:pt x="3131" y="315"/>
                    <a:pt x="307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35">
              <a:extLst>
                <a:ext uri="{FF2B5EF4-FFF2-40B4-BE49-F238E27FC236}">
                  <a16:creationId xmlns:a16="http://schemas.microsoft.com/office/drawing/2014/main" id="{EFC95015-01D8-A0DB-7119-26755929B5BF}"/>
                </a:ext>
              </a:extLst>
            </p:cNvPr>
            <p:cNvSpPr/>
            <p:nvPr/>
          </p:nvSpPr>
          <p:spPr>
            <a:xfrm>
              <a:off x="5355475" y="1766575"/>
              <a:ext cx="21475" cy="22575"/>
            </a:xfrm>
            <a:custGeom>
              <a:avLst/>
              <a:gdLst/>
              <a:ahLst/>
              <a:cxnLst/>
              <a:rect l="l" t="t" r="r" b="b"/>
              <a:pathLst>
                <a:path w="859" h="903" extrusionOk="0">
                  <a:moveTo>
                    <a:pt x="423" y="0"/>
                  </a:moveTo>
                  <a:cubicBezTo>
                    <a:pt x="416" y="0"/>
                    <a:pt x="408" y="0"/>
                    <a:pt x="401" y="1"/>
                  </a:cubicBezTo>
                  <a:cubicBezTo>
                    <a:pt x="172" y="29"/>
                    <a:pt x="0" y="230"/>
                    <a:pt x="14" y="473"/>
                  </a:cubicBezTo>
                  <a:cubicBezTo>
                    <a:pt x="14" y="708"/>
                    <a:pt x="228" y="903"/>
                    <a:pt x="437" y="903"/>
                  </a:cubicBezTo>
                  <a:cubicBezTo>
                    <a:pt x="444" y="903"/>
                    <a:pt x="451" y="902"/>
                    <a:pt x="458" y="902"/>
                  </a:cubicBezTo>
                  <a:cubicBezTo>
                    <a:pt x="700" y="873"/>
                    <a:pt x="858" y="673"/>
                    <a:pt x="858" y="430"/>
                  </a:cubicBezTo>
                  <a:cubicBezTo>
                    <a:pt x="844" y="195"/>
                    <a:pt x="643" y="0"/>
                    <a:pt x="4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35">
              <a:extLst>
                <a:ext uri="{FF2B5EF4-FFF2-40B4-BE49-F238E27FC236}">
                  <a16:creationId xmlns:a16="http://schemas.microsoft.com/office/drawing/2014/main" id="{76252F90-6F5E-4CB1-852E-D38596C812D5}"/>
                </a:ext>
              </a:extLst>
            </p:cNvPr>
            <p:cNvSpPr/>
            <p:nvPr/>
          </p:nvSpPr>
          <p:spPr>
            <a:xfrm>
              <a:off x="5486975" y="1771025"/>
              <a:ext cx="23950" cy="21525"/>
            </a:xfrm>
            <a:custGeom>
              <a:avLst/>
              <a:gdLst/>
              <a:ahLst/>
              <a:cxnLst/>
              <a:rect l="l" t="t" r="r" b="b"/>
              <a:pathLst>
                <a:path w="958" h="861" extrusionOk="0">
                  <a:moveTo>
                    <a:pt x="496" y="1"/>
                  </a:moveTo>
                  <a:cubicBezTo>
                    <a:pt x="335" y="1"/>
                    <a:pt x="186" y="105"/>
                    <a:pt x="100" y="267"/>
                  </a:cubicBezTo>
                  <a:cubicBezTo>
                    <a:pt x="0" y="467"/>
                    <a:pt x="100" y="738"/>
                    <a:pt x="300" y="823"/>
                  </a:cubicBezTo>
                  <a:cubicBezTo>
                    <a:pt x="354" y="849"/>
                    <a:pt x="409" y="860"/>
                    <a:pt x="462" y="860"/>
                  </a:cubicBezTo>
                  <a:cubicBezTo>
                    <a:pt x="623" y="860"/>
                    <a:pt x="772" y="756"/>
                    <a:pt x="858" y="595"/>
                  </a:cubicBezTo>
                  <a:cubicBezTo>
                    <a:pt x="958" y="395"/>
                    <a:pt x="858" y="124"/>
                    <a:pt x="658" y="38"/>
                  </a:cubicBezTo>
                  <a:cubicBezTo>
                    <a:pt x="604" y="13"/>
                    <a:pt x="549" y="1"/>
                    <a:pt x="49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35">
              <a:extLst>
                <a:ext uri="{FF2B5EF4-FFF2-40B4-BE49-F238E27FC236}">
                  <a16:creationId xmlns:a16="http://schemas.microsoft.com/office/drawing/2014/main" id="{FA6BC431-BC21-BB18-22BF-BAB60EFBC603}"/>
                </a:ext>
              </a:extLst>
            </p:cNvPr>
            <p:cNvSpPr/>
            <p:nvPr/>
          </p:nvSpPr>
          <p:spPr>
            <a:xfrm>
              <a:off x="5372250" y="1810475"/>
              <a:ext cx="21850" cy="33700"/>
            </a:xfrm>
            <a:custGeom>
              <a:avLst/>
              <a:gdLst/>
              <a:ahLst/>
              <a:cxnLst/>
              <a:rect l="l" t="t" r="r" b="b"/>
              <a:pathLst>
                <a:path w="874" h="1348" extrusionOk="0">
                  <a:moveTo>
                    <a:pt x="749" y="0"/>
                  </a:moveTo>
                  <a:cubicBezTo>
                    <a:pt x="734" y="0"/>
                    <a:pt x="718" y="5"/>
                    <a:pt x="702" y="17"/>
                  </a:cubicBezTo>
                  <a:cubicBezTo>
                    <a:pt x="458" y="175"/>
                    <a:pt x="244" y="389"/>
                    <a:pt x="58" y="618"/>
                  </a:cubicBezTo>
                  <a:cubicBezTo>
                    <a:pt x="29" y="646"/>
                    <a:pt x="1" y="690"/>
                    <a:pt x="1" y="732"/>
                  </a:cubicBezTo>
                  <a:cubicBezTo>
                    <a:pt x="16" y="732"/>
                    <a:pt x="16" y="732"/>
                    <a:pt x="29" y="747"/>
                  </a:cubicBezTo>
                  <a:cubicBezTo>
                    <a:pt x="229" y="961"/>
                    <a:pt x="444" y="1147"/>
                    <a:pt x="715" y="1275"/>
                  </a:cubicBezTo>
                  <a:cubicBezTo>
                    <a:pt x="773" y="1304"/>
                    <a:pt x="816" y="1319"/>
                    <a:pt x="873" y="1347"/>
                  </a:cubicBezTo>
                  <a:cubicBezTo>
                    <a:pt x="845" y="1147"/>
                    <a:pt x="816" y="932"/>
                    <a:pt x="816" y="718"/>
                  </a:cubicBezTo>
                  <a:cubicBezTo>
                    <a:pt x="816" y="646"/>
                    <a:pt x="801" y="303"/>
                    <a:pt x="816" y="74"/>
                  </a:cubicBezTo>
                  <a:cubicBezTo>
                    <a:pt x="816" y="33"/>
                    <a:pt x="787" y="0"/>
                    <a:pt x="74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35">
              <a:extLst>
                <a:ext uri="{FF2B5EF4-FFF2-40B4-BE49-F238E27FC236}">
                  <a16:creationId xmlns:a16="http://schemas.microsoft.com/office/drawing/2014/main" id="{275DCBC5-1619-4B15-14B6-9B7B2621C373}"/>
                </a:ext>
              </a:extLst>
            </p:cNvPr>
            <p:cNvSpPr/>
            <p:nvPr/>
          </p:nvSpPr>
          <p:spPr>
            <a:xfrm>
              <a:off x="5438725" y="1835025"/>
              <a:ext cx="28600" cy="27350"/>
            </a:xfrm>
            <a:custGeom>
              <a:avLst/>
              <a:gdLst/>
              <a:ahLst/>
              <a:cxnLst/>
              <a:rect l="l" t="t" r="r" b="b"/>
              <a:pathLst>
                <a:path w="1144" h="1094" extrusionOk="0">
                  <a:moveTo>
                    <a:pt x="986" y="1"/>
                  </a:moveTo>
                  <a:cubicBezTo>
                    <a:pt x="964" y="1"/>
                    <a:pt x="942" y="12"/>
                    <a:pt x="930" y="36"/>
                  </a:cubicBezTo>
                  <a:cubicBezTo>
                    <a:pt x="787" y="207"/>
                    <a:pt x="543" y="451"/>
                    <a:pt x="501" y="508"/>
                  </a:cubicBezTo>
                  <a:cubicBezTo>
                    <a:pt x="343" y="665"/>
                    <a:pt x="187" y="808"/>
                    <a:pt x="29" y="951"/>
                  </a:cubicBezTo>
                  <a:lnTo>
                    <a:pt x="0" y="979"/>
                  </a:lnTo>
                  <a:cubicBezTo>
                    <a:pt x="30" y="977"/>
                    <a:pt x="59" y="976"/>
                    <a:pt x="89" y="976"/>
                  </a:cubicBezTo>
                  <a:cubicBezTo>
                    <a:pt x="231" y="976"/>
                    <a:pt x="373" y="1001"/>
                    <a:pt x="515" y="1036"/>
                  </a:cubicBezTo>
                  <a:cubicBezTo>
                    <a:pt x="701" y="1065"/>
                    <a:pt x="886" y="1080"/>
                    <a:pt x="1058" y="1093"/>
                  </a:cubicBezTo>
                  <a:cubicBezTo>
                    <a:pt x="1073" y="1093"/>
                    <a:pt x="1087" y="1080"/>
                    <a:pt x="1087" y="1080"/>
                  </a:cubicBezTo>
                  <a:cubicBezTo>
                    <a:pt x="1115" y="1036"/>
                    <a:pt x="1130" y="994"/>
                    <a:pt x="1130" y="951"/>
                  </a:cubicBezTo>
                  <a:cubicBezTo>
                    <a:pt x="1144" y="651"/>
                    <a:pt x="1115" y="350"/>
                    <a:pt x="1058" y="64"/>
                  </a:cubicBezTo>
                  <a:cubicBezTo>
                    <a:pt x="1050" y="23"/>
                    <a:pt x="1017" y="1"/>
                    <a:pt x="986"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35">
              <a:extLst>
                <a:ext uri="{FF2B5EF4-FFF2-40B4-BE49-F238E27FC236}">
                  <a16:creationId xmlns:a16="http://schemas.microsoft.com/office/drawing/2014/main" id="{D105021C-A1C4-28DA-4E07-3E5959A3B6F9}"/>
                </a:ext>
              </a:extLst>
            </p:cNvPr>
            <p:cNvSpPr/>
            <p:nvPr/>
          </p:nvSpPr>
          <p:spPr>
            <a:xfrm>
              <a:off x="5356200" y="1762300"/>
              <a:ext cx="58250" cy="8750"/>
            </a:xfrm>
            <a:custGeom>
              <a:avLst/>
              <a:gdLst/>
              <a:ahLst/>
              <a:cxnLst/>
              <a:rect l="l" t="t" r="r" b="b"/>
              <a:pathLst>
                <a:path w="2330" h="350" extrusionOk="0">
                  <a:moveTo>
                    <a:pt x="29" y="0"/>
                  </a:moveTo>
                  <a:lnTo>
                    <a:pt x="0" y="143"/>
                  </a:lnTo>
                  <a:cubicBezTo>
                    <a:pt x="660" y="278"/>
                    <a:pt x="1320" y="350"/>
                    <a:pt x="1988" y="350"/>
                  </a:cubicBezTo>
                  <a:cubicBezTo>
                    <a:pt x="2102" y="350"/>
                    <a:pt x="2215" y="348"/>
                    <a:pt x="2329" y="343"/>
                  </a:cubicBezTo>
                  <a:lnTo>
                    <a:pt x="2316" y="200"/>
                  </a:lnTo>
                  <a:cubicBezTo>
                    <a:pt x="2206" y="205"/>
                    <a:pt x="2095" y="207"/>
                    <a:pt x="1985" y="207"/>
                  </a:cubicBezTo>
                  <a:cubicBezTo>
                    <a:pt x="1334" y="207"/>
                    <a:pt x="676" y="135"/>
                    <a:pt x="2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35">
              <a:extLst>
                <a:ext uri="{FF2B5EF4-FFF2-40B4-BE49-F238E27FC236}">
                  <a16:creationId xmlns:a16="http://schemas.microsoft.com/office/drawing/2014/main" id="{AEC5EAE0-8EF2-4486-597A-2E58D04E5DB2}"/>
                </a:ext>
              </a:extLst>
            </p:cNvPr>
            <p:cNvSpPr/>
            <p:nvPr/>
          </p:nvSpPr>
          <p:spPr>
            <a:xfrm>
              <a:off x="5483400" y="1766575"/>
              <a:ext cx="44675" cy="5150"/>
            </a:xfrm>
            <a:custGeom>
              <a:avLst/>
              <a:gdLst/>
              <a:ahLst/>
              <a:cxnLst/>
              <a:rect l="l" t="t" r="r" b="b"/>
              <a:pathLst>
                <a:path w="1787" h="206" extrusionOk="0">
                  <a:moveTo>
                    <a:pt x="29" y="1"/>
                  </a:moveTo>
                  <a:lnTo>
                    <a:pt x="1" y="144"/>
                  </a:lnTo>
                  <a:cubicBezTo>
                    <a:pt x="322" y="183"/>
                    <a:pt x="648" y="205"/>
                    <a:pt x="977" y="205"/>
                  </a:cubicBezTo>
                  <a:cubicBezTo>
                    <a:pt x="1246" y="205"/>
                    <a:pt x="1516" y="191"/>
                    <a:pt x="1787" y="159"/>
                  </a:cubicBezTo>
                  <a:lnTo>
                    <a:pt x="1773" y="16"/>
                  </a:lnTo>
                  <a:cubicBezTo>
                    <a:pt x="1497" y="43"/>
                    <a:pt x="1220" y="57"/>
                    <a:pt x="946" y="57"/>
                  </a:cubicBezTo>
                  <a:cubicBezTo>
                    <a:pt x="638" y="57"/>
                    <a:pt x="331" y="39"/>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35">
              <a:extLst>
                <a:ext uri="{FF2B5EF4-FFF2-40B4-BE49-F238E27FC236}">
                  <a16:creationId xmlns:a16="http://schemas.microsoft.com/office/drawing/2014/main" id="{751EEA8C-1172-BA50-CB27-3B0AC53E5CA4}"/>
                </a:ext>
              </a:extLst>
            </p:cNvPr>
            <p:cNvSpPr/>
            <p:nvPr/>
          </p:nvSpPr>
          <p:spPr>
            <a:xfrm>
              <a:off x="5417650" y="1780850"/>
              <a:ext cx="55400" cy="40075"/>
            </a:xfrm>
            <a:custGeom>
              <a:avLst/>
              <a:gdLst/>
              <a:ahLst/>
              <a:cxnLst/>
              <a:rect l="l" t="t" r="r" b="b"/>
              <a:pathLst>
                <a:path w="2216" h="1603" extrusionOk="0">
                  <a:moveTo>
                    <a:pt x="1741" y="0"/>
                  </a:moveTo>
                  <a:cubicBezTo>
                    <a:pt x="1582" y="0"/>
                    <a:pt x="1422" y="81"/>
                    <a:pt x="1316" y="188"/>
                  </a:cubicBezTo>
                  <a:cubicBezTo>
                    <a:pt x="1258" y="274"/>
                    <a:pt x="1201" y="359"/>
                    <a:pt x="1173" y="445"/>
                  </a:cubicBezTo>
                  <a:cubicBezTo>
                    <a:pt x="998" y="208"/>
                    <a:pt x="716" y="48"/>
                    <a:pt x="429" y="48"/>
                  </a:cubicBezTo>
                  <a:cubicBezTo>
                    <a:pt x="386" y="48"/>
                    <a:pt x="343" y="51"/>
                    <a:pt x="300" y="59"/>
                  </a:cubicBezTo>
                  <a:cubicBezTo>
                    <a:pt x="258" y="59"/>
                    <a:pt x="201" y="74"/>
                    <a:pt x="157" y="116"/>
                  </a:cubicBezTo>
                  <a:cubicBezTo>
                    <a:pt x="100" y="145"/>
                    <a:pt x="71" y="202"/>
                    <a:pt x="58" y="274"/>
                  </a:cubicBezTo>
                  <a:cubicBezTo>
                    <a:pt x="1" y="488"/>
                    <a:pt x="100" y="688"/>
                    <a:pt x="214" y="859"/>
                  </a:cubicBezTo>
                  <a:cubicBezTo>
                    <a:pt x="401" y="1160"/>
                    <a:pt x="601" y="1460"/>
                    <a:pt x="944" y="1532"/>
                  </a:cubicBezTo>
                  <a:lnTo>
                    <a:pt x="986" y="1303"/>
                  </a:lnTo>
                  <a:cubicBezTo>
                    <a:pt x="744" y="1246"/>
                    <a:pt x="572" y="988"/>
                    <a:pt x="414" y="745"/>
                  </a:cubicBezTo>
                  <a:cubicBezTo>
                    <a:pt x="329" y="602"/>
                    <a:pt x="243" y="459"/>
                    <a:pt x="286" y="331"/>
                  </a:cubicBezTo>
                  <a:cubicBezTo>
                    <a:pt x="286" y="316"/>
                    <a:pt x="300" y="302"/>
                    <a:pt x="300" y="302"/>
                  </a:cubicBezTo>
                  <a:lnTo>
                    <a:pt x="329" y="287"/>
                  </a:lnTo>
                  <a:cubicBezTo>
                    <a:pt x="355" y="284"/>
                    <a:pt x="382" y="282"/>
                    <a:pt x="408" y="282"/>
                  </a:cubicBezTo>
                  <a:cubicBezTo>
                    <a:pt x="711" y="282"/>
                    <a:pt x="1007" y="499"/>
                    <a:pt x="1072" y="788"/>
                  </a:cubicBezTo>
                  <a:lnTo>
                    <a:pt x="1173" y="1246"/>
                  </a:lnTo>
                  <a:lnTo>
                    <a:pt x="1301" y="802"/>
                  </a:lnTo>
                  <a:cubicBezTo>
                    <a:pt x="1344" y="645"/>
                    <a:pt x="1386" y="474"/>
                    <a:pt x="1501" y="345"/>
                  </a:cubicBezTo>
                  <a:cubicBezTo>
                    <a:pt x="1563" y="283"/>
                    <a:pt x="1654" y="236"/>
                    <a:pt x="1743" y="236"/>
                  </a:cubicBezTo>
                  <a:cubicBezTo>
                    <a:pt x="1778" y="236"/>
                    <a:pt x="1812" y="243"/>
                    <a:pt x="1844" y="259"/>
                  </a:cubicBezTo>
                  <a:cubicBezTo>
                    <a:pt x="1944" y="331"/>
                    <a:pt x="1958" y="474"/>
                    <a:pt x="1958" y="602"/>
                  </a:cubicBezTo>
                  <a:cubicBezTo>
                    <a:pt x="1930" y="916"/>
                    <a:pt x="1744" y="1217"/>
                    <a:pt x="1587" y="1474"/>
                  </a:cubicBezTo>
                  <a:lnTo>
                    <a:pt x="1787" y="1602"/>
                  </a:lnTo>
                  <a:cubicBezTo>
                    <a:pt x="1958" y="1317"/>
                    <a:pt x="2158" y="1002"/>
                    <a:pt x="2187" y="630"/>
                  </a:cubicBezTo>
                  <a:cubicBezTo>
                    <a:pt x="2215" y="373"/>
                    <a:pt x="2130" y="159"/>
                    <a:pt x="1958" y="59"/>
                  </a:cubicBezTo>
                  <a:cubicBezTo>
                    <a:pt x="1890" y="18"/>
                    <a:pt x="1816" y="0"/>
                    <a:pt x="174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35">
              <a:extLst>
                <a:ext uri="{FF2B5EF4-FFF2-40B4-BE49-F238E27FC236}">
                  <a16:creationId xmlns:a16="http://schemas.microsoft.com/office/drawing/2014/main" id="{E921A2F6-8841-D19D-886D-AE5B0CA7302B}"/>
                </a:ext>
              </a:extLst>
            </p:cNvPr>
            <p:cNvSpPr/>
            <p:nvPr/>
          </p:nvSpPr>
          <p:spPr>
            <a:xfrm>
              <a:off x="5370100" y="1825900"/>
              <a:ext cx="96175" cy="39000"/>
            </a:xfrm>
            <a:custGeom>
              <a:avLst/>
              <a:gdLst/>
              <a:ahLst/>
              <a:cxnLst/>
              <a:rect l="l" t="t" r="r" b="b"/>
              <a:pathLst>
                <a:path w="3847" h="1560" extrusionOk="0">
                  <a:moveTo>
                    <a:pt x="102" y="1"/>
                  </a:moveTo>
                  <a:cubicBezTo>
                    <a:pt x="73" y="29"/>
                    <a:pt x="30" y="58"/>
                    <a:pt x="1" y="86"/>
                  </a:cubicBezTo>
                  <a:cubicBezTo>
                    <a:pt x="773" y="801"/>
                    <a:pt x="1731" y="1273"/>
                    <a:pt x="2745" y="1458"/>
                  </a:cubicBezTo>
                  <a:cubicBezTo>
                    <a:pt x="3103" y="1531"/>
                    <a:pt x="3460" y="1559"/>
                    <a:pt x="3832" y="1559"/>
                  </a:cubicBezTo>
                  <a:cubicBezTo>
                    <a:pt x="3832" y="1502"/>
                    <a:pt x="3846" y="1458"/>
                    <a:pt x="3846" y="1416"/>
                  </a:cubicBezTo>
                  <a:lnTo>
                    <a:pt x="3846" y="1416"/>
                  </a:lnTo>
                  <a:cubicBezTo>
                    <a:pt x="3828" y="1416"/>
                    <a:pt x="3810" y="1416"/>
                    <a:pt x="3791" y="1416"/>
                  </a:cubicBezTo>
                  <a:cubicBezTo>
                    <a:pt x="2438" y="1416"/>
                    <a:pt x="1117" y="918"/>
                    <a:pt x="10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35">
              <a:extLst>
                <a:ext uri="{FF2B5EF4-FFF2-40B4-BE49-F238E27FC236}">
                  <a16:creationId xmlns:a16="http://schemas.microsoft.com/office/drawing/2014/main" id="{F2B45B2E-8084-DA63-0EAF-B0F1130E5476}"/>
                </a:ext>
              </a:extLst>
            </p:cNvPr>
            <p:cNvSpPr/>
            <p:nvPr/>
          </p:nvSpPr>
          <p:spPr>
            <a:xfrm>
              <a:off x="6023325" y="2719250"/>
              <a:ext cx="196200" cy="77925"/>
            </a:xfrm>
            <a:custGeom>
              <a:avLst/>
              <a:gdLst/>
              <a:ahLst/>
              <a:cxnLst/>
              <a:rect l="l" t="t" r="r" b="b"/>
              <a:pathLst>
                <a:path w="7848" h="3117" extrusionOk="0">
                  <a:moveTo>
                    <a:pt x="1873" y="0"/>
                  </a:moveTo>
                  <a:cubicBezTo>
                    <a:pt x="1873" y="0"/>
                    <a:pt x="0" y="772"/>
                    <a:pt x="987" y="1559"/>
                  </a:cubicBezTo>
                  <a:cubicBezTo>
                    <a:pt x="987" y="1559"/>
                    <a:pt x="4002" y="2245"/>
                    <a:pt x="5847" y="3116"/>
                  </a:cubicBezTo>
                  <a:lnTo>
                    <a:pt x="7848" y="858"/>
                  </a:lnTo>
                  <a:lnTo>
                    <a:pt x="7133" y="530"/>
                  </a:lnTo>
                  <a:lnTo>
                    <a:pt x="18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35">
              <a:extLst>
                <a:ext uri="{FF2B5EF4-FFF2-40B4-BE49-F238E27FC236}">
                  <a16:creationId xmlns:a16="http://schemas.microsoft.com/office/drawing/2014/main" id="{99420472-C1DC-638D-D022-7390CEA67333}"/>
                </a:ext>
              </a:extLst>
            </p:cNvPr>
            <p:cNvSpPr/>
            <p:nvPr/>
          </p:nvSpPr>
          <p:spPr>
            <a:xfrm>
              <a:off x="6137925" y="2732450"/>
              <a:ext cx="100475" cy="67025"/>
            </a:xfrm>
            <a:custGeom>
              <a:avLst/>
              <a:gdLst/>
              <a:ahLst/>
              <a:cxnLst/>
              <a:rect l="l" t="t" r="r" b="b"/>
              <a:pathLst>
                <a:path w="4019" h="2681" extrusionOk="0">
                  <a:moveTo>
                    <a:pt x="2446" y="0"/>
                  </a:moveTo>
                  <a:cubicBezTo>
                    <a:pt x="1300" y="0"/>
                    <a:pt x="1" y="1438"/>
                    <a:pt x="905" y="2331"/>
                  </a:cubicBezTo>
                  <a:cubicBezTo>
                    <a:pt x="1154" y="2577"/>
                    <a:pt x="1444" y="2680"/>
                    <a:pt x="1738" y="2680"/>
                  </a:cubicBezTo>
                  <a:cubicBezTo>
                    <a:pt x="2845" y="2680"/>
                    <a:pt x="4018" y="1221"/>
                    <a:pt x="3363" y="430"/>
                  </a:cubicBezTo>
                  <a:cubicBezTo>
                    <a:pt x="3112" y="126"/>
                    <a:pt x="2786" y="0"/>
                    <a:pt x="244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35">
              <a:extLst>
                <a:ext uri="{FF2B5EF4-FFF2-40B4-BE49-F238E27FC236}">
                  <a16:creationId xmlns:a16="http://schemas.microsoft.com/office/drawing/2014/main" id="{25620AA5-4687-F94A-2A9E-F004086D0443}"/>
                </a:ext>
              </a:extLst>
            </p:cNvPr>
            <p:cNvSpPr/>
            <p:nvPr/>
          </p:nvSpPr>
          <p:spPr>
            <a:xfrm>
              <a:off x="5991575" y="2714050"/>
              <a:ext cx="159700" cy="120650"/>
            </a:xfrm>
            <a:custGeom>
              <a:avLst/>
              <a:gdLst/>
              <a:ahLst/>
              <a:cxnLst/>
              <a:rect l="l" t="t" r="r" b="b"/>
              <a:pathLst>
                <a:path w="6388" h="4826" extrusionOk="0">
                  <a:moveTo>
                    <a:pt x="1241" y="1"/>
                  </a:moveTo>
                  <a:cubicBezTo>
                    <a:pt x="689" y="1"/>
                    <a:pt x="1" y="140"/>
                    <a:pt x="241" y="881"/>
                  </a:cubicBezTo>
                  <a:cubicBezTo>
                    <a:pt x="241" y="881"/>
                    <a:pt x="2400" y="3095"/>
                    <a:pt x="3486" y="4826"/>
                  </a:cubicBezTo>
                  <a:lnTo>
                    <a:pt x="6387" y="4025"/>
                  </a:lnTo>
                  <a:lnTo>
                    <a:pt x="5958" y="3368"/>
                  </a:lnTo>
                  <a:lnTo>
                    <a:pt x="1857" y="52"/>
                  </a:lnTo>
                  <a:cubicBezTo>
                    <a:pt x="1857" y="52"/>
                    <a:pt x="1574" y="1"/>
                    <a:pt x="12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35">
              <a:extLst>
                <a:ext uri="{FF2B5EF4-FFF2-40B4-BE49-F238E27FC236}">
                  <a16:creationId xmlns:a16="http://schemas.microsoft.com/office/drawing/2014/main" id="{60A512FD-441B-F774-0018-C6CB37FA2F37}"/>
                </a:ext>
              </a:extLst>
            </p:cNvPr>
            <p:cNvSpPr/>
            <p:nvPr/>
          </p:nvSpPr>
          <p:spPr>
            <a:xfrm>
              <a:off x="6069750" y="2790250"/>
              <a:ext cx="84500" cy="59050"/>
            </a:xfrm>
            <a:custGeom>
              <a:avLst/>
              <a:gdLst/>
              <a:ahLst/>
              <a:cxnLst/>
              <a:rect l="l" t="t" r="r" b="b"/>
              <a:pathLst>
                <a:path w="3380" h="2362" extrusionOk="0">
                  <a:moveTo>
                    <a:pt x="1759" y="1"/>
                  </a:moveTo>
                  <a:cubicBezTo>
                    <a:pt x="885" y="1"/>
                    <a:pt x="0" y="508"/>
                    <a:pt x="188" y="1391"/>
                  </a:cubicBezTo>
                  <a:cubicBezTo>
                    <a:pt x="341" y="2077"/>
                    <a:pt x="961" y="2362"/>
                    <a:pt x="1607" y="2362"/>
                  </a:cubicBezTo>
                  <a:cubicBezTo>
                    <a:pt x="2470" y="2362"/>
                    <a:pt x="3379" y="1855"/>
                    <a:pt x="3289" y="1120"/>
                  </a:cubicBezTo>
                  <a:cubicBezTo>
                    <a:pt x="3198" y="349"/>
                    <a:pt x="2483" y="1"/>
                    <a:pt x="175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35">
              <a:extLst>
                <a:ext uri="{FF2B5EF4-FFF2-40B4-BE49-F238E27FC236}">
                  <a16:creationId xmlns:a16="http://schemas.microsoft.com/office/drawing/2014/main" id="{B6582750-26C7-04F5-4A82-6AC956512B07}"/>
                </a:ext>
              </a:extLst>
            </p:cNvPr>
            <p:cNvSpPr/>
            <p:nvPr/>
          </p:nvSpPr>
          <p:spPr>
            <a:xfrm>
              <a:off x="5887900" y="2714050"/>
              <a:ext cx="159550" cy="120650"/>
            </a:xfrm>
            <a:custGeom>
              <a:avLst/>
              <a:gdLst/>
              <a:ahLst/>
              <a:cxnLst/>
              <a:rect l="l" t="t" r="r" b="b"/>
              <a:pathLst>
                <a:path w="6382" h="4826" extrusionOk="0">
                  <a:moveTo>
                    <a:pt x="5146" y="1"/>
                  </a:moveTo>
                  <a:cubicBezTo>
                    <a:pt x="4814" y="1"/>
                    <a:pt x="4531" y="52"/>
                    <a:pt x="4531" y="52"/>
                  </a:cubicBezTo>
                  <a:lnTo>
                    <a:pt x="415" y="3368"/>
                  </a:lnTo>
                  <a:lnTo>
                    <a:pt x="1" y="4025"/>
                  </a:lnTo>
                  <a:lnTo>
                    <a:pt x="2902" y="4826"/>
                  </a:lnTo>
                  <a:cubicBezTo>
                    <a:pt x="3988" y="3095"/>
                    <a:pt x="6132" y="881"/>
                    <a:pt x="6132" y="881"/>
                  </a:cubicBezTo>
                  <a:cubicBezTo>
                    <a:pt x="6382" y="140"/>
                    <a:pt x="5697" y="1"/>
                    <a:pt x="5146"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35">
              <a:extLst>
                <a:ext uri="{FF2B5EF4-FFF2-40B4-BE49-F238E27FC236}">
                  <a16:creationId xmlns:a16="http://schemas.microsoft.com/office/drawing/2014/main" id="{92626B82-0D40-4C34-92DF-A447D18227E9}"/>
                </a:ext>
              </a:extLst>
            </p:cNvPr>
            <p:cNvSpPr/>
            <p:nvPr/>
          </p:nvSpPr>
          <p:spPr>
            <a:xfrm>
              <a:off x="5884925" y="2790250"/>
              <a:ext cx="84350" cy="59050"/>
            </a:xfrm>
            <a:custGeom>
              <a:avLst/>
              <a:gdLst/>
              <a:ahLst/>
              <a:cxnLst/>
              <a:rect l="l" t="t" r="r" b="b"/>
              <a:pathLst>
                <a:path w="3374" h="2362" extrusionOk="0">
                  <a:moveTo>
                    <a:pt x="1620" y="1"/>
                  </a:moveTo>
                  <a:cubicBezTo>
                    <a:pt x="897" y="1"/>
                    <a:pt x="182" y="349"/>
                    <a:pt x="91" y="1120"/>
                  </a:cubicBezTo>
                  <a:cubicBezTo>
                    <a:pt x="1" y="1855"/>
                    <a:pt x="910" y="2362"/>
                    <a:pt x="1770" y="2362"/>
                  </a:cubicBezTo>
                  <a:cubicBezTo>
                    <a:pt x="2415" y="2362"/>
                    <a:pt x="3031" y="2077"/>
                    <a:pt x="3178" y="1391"/>
                  </a:cubicBezTo>
                  <a:cubicBezTo>
                    <a:pt x="3374" y="508"/>
                    <a:pt x="2492" y="1"/>
                    <a:pt x="162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35">
              <a:extLst>
                <a:ext uri="{FF2B5EF4-FFF2-40B4-BE49-F238E27FC236}">
                  <a16:creationId xmlns:a16="http://schemas.microsoft.com/office/drawing/2014/main" id="{C5AE753E-5096-91DF-76ED-B407302DF924}"/>
                </a:ext>
              </a:extLst>
            </p:cNvPr>
            <p:cNvSpPr/>
            <p:nvPr/>
          </p:nvSpPr>
          <p:spPr>
            <a:xfrm>
              <a:off x="5808575" y="2720675"/>
              <a:ext cx="189400" cy="81150"/>
            </a:xfrm>
            <a:custGeom>
              <a:avLst/>
              <a:gdLst/>
              <a:ahLst/>
              <a:cxnLst/>
              <a:rect l="l" t="t" r="r" b="b"/>
              <a:pathLst>
                <a:path w="7576" h="3246" extrusionOk="0">
                  <a:moveTo>
                    <a:pt x="5674" y="0"/>
                  </a:moveTo>
                  <a:lnTo>
                    <a:pt x="372" y="730"/>
                  </a:lnTo>
                  <a:lnTo>
                    <a:pt x="1" y="944"/>
                  </a:lnTo>
                  <a:lnTo>
                    <a:pt x="1815" y="3246"/>
                  </a:lnTo>
                  <a:cubicBezTo>
                    <a:pt x="3631" y="2316"/>
                    <a:pt x="6618" y="1544"/>
                    <a:pt x="6618" y="1544"/>
                  </a:cubicBezTo>
                  <a:cubicBezTo>
                    <a:pt x="7576" y="730"/>
                    <a:pt x="5674" y="0"/>
                    <a:pt x="5674"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35">
              <a:extLst>
                <a:ext uri="{FF2B5EF4-FFF2-40B4-BE49-F238E27FC236}">
                  <a16:creationId xmlns:a16="http://schemas.microsoft.com/office/drawing/2014/main" id="{D9468098-3609-6AAC-FEEF-255ADACF9117}"/>
                </a:ext>
              </a:extLst>
            </p:cNvPr>
            <p:cNvSpPr/>
            <p:nvPr/>
          </p:nvSpPr>
          <p:spPr>
            <a:xfrm>
              <a:off x="5784275" y="2738250"/>
              <a:ext cx="100075" cy="66450"/>
            </a:xfrm>
            <a:custGeom>
              <a:avLst/>
              <a:gdLst/>
              <a:ahLst/>
              <a:cxnLst/>
              <a:rect l="l" t="t" r="r" b="b"/>
              <a:pathLst>
                <a:path w="4003" h="2658" extrusionOk="0">
                  <a:moveTo>
                    <a:pt x="1557" y="0"/>
                  </a:moveTo>
                  <a:cubicBezTo>
                    <a:pt x="1203" y="0"/>
                    <a:pt x="865" y="134"/>
                    <a:pt x="615" y="456"/>
                  </a:cubicBezTo>
                  <a:cubicBezTo>
                    <a:pt x="1" y="1260"/>
                    <a:pt x="1184" y="2657"/>
                    <a:pt x="2276" y="2657"/>
                  </a:cubicBezTo>
                  <a:cubicBezTo>
                    <a:pt x="2582" y="2657"/>
                    <a:pt x="2880" y="2548"/>
                    <a:pt x="3130" y="2285"/>
                  </a:cubicBezTo>
                  <a:cubicBezTo>
                    <a:pt x="4003" y="1380"/>
                    <a:pt x="2695" y="0"/>
                    <a:pt x="155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35">
              <a:extLst>
                <a:ext uri="{FF2B5EF4-FFF2-40B4-BE49-F238E27FC236}">
                  <a16:creationId xmlns:a16="http://schemas.microsoft.com/office/drawing/2014/main" id="{AF1D1A7A-C17B-C087-4919-31CFB4AFEF75}"/>
                </a:ext>
              </a:extLst>
            </p:cNvPr>
            <p:cNvSpPr/>
            <p:nvPr/>
          </p:nvSpPr>
          <p:spPr>
            <a:xfrm>
              <a:off x="5873250" y="2329400"/>
              <a:ext cx="290175" cy="433875"/>
            </a:xfrm>
            <a:custGeom>
              <a:avLst/>
              <a:gdLst/>
              <a:ahLst/>
              <a:cxnLst/>
              <a:rect l="l" t="t" r="r" b="b"/>
              <a:pathLst>
                <a:path w="11607" h="17355" extrusionOk="0">
                  <a:moveTo>
                    <a:pt x="6118" y="1"/>
                  </a:moveTo>
                  <a:lnTo>
                    <a:pt x="6118" y="1"/>
                  </a:lnTo>
                  <a:cubicBezTo>
                    <a:pt x="6161" y="229"/>
                    <a:pt x="6889" y="4388"/>
                    <a:pt x="4760" y="7205"/>
                  </a:cubicBezTo>
                  <a:cubicBezTo>
                    <a:pt x="3459" y="8905"/>
                    <a:pt x="2916" y="10220"/>
                    <a:pt x="2673" y="11007"/>
                  </a:cubicBezTo>
                  <a:cubicBezTo>
                    <a:pt x="2874" y="9048"/>
                    <a:pt x="1559" y="7576"/>
                    <a:pt x="1473" y="7476"/>
                  </a:cubicBezTo>
                  <a:lnTo>
                    <a:pt x="1473" y="7476"/>
                  </a:lnTo>
                  <a:cubicBezTo>
                    <a:pt x="1501" y="7576"/>
                    <a:pt x="1973" y="9320"/>
                    <a:pt x="800" y="11306"/>
                  </a:cubicBezTo>
                  <a:cubicBezTo>
                    <a:pt x="0" y="12636"/>
                    <a:pt x="343" y="14851"/>
                    <a:pt x="1616" y="16195"/>
                  </a:cubicBezTo>
                  <a:cubicBezTo>
                    <a:pt x="2268" y="16889"/>
                    <a:pt x="3176" y="17354"/>
                    <a:pt x="4302" y="17354"/>
                  </a:cubicBezTo>
                  <a:cubicBezTo>
                    <a:pt x="4335" y="17354"/>
                    <a:pt x="4369" y="17354"/>
                    <a:pt x="4402" y="17353"/>
                  </a:cubicBezTo>
                  <a:cubicBezTo>
                    <a:pt x="6346" y="17309"/>
                    <a:pt x="10678" y="17353"/>
                    <a:pt x="11177" y="11849"/>
                  </a:cubicBezTo>
                  <a:cubicBezTo>
                    <a:pt x="11606" y="7247"/>
                    <a:pt x="7804" y="2087"/>
                    <a:pt x="6533" y="487"/>
                  </a:cubicBezTo>
                  <a:cubicBezTo>
                    <a:pt x="6289" y="201"/>
                    <a:pt x="6146" y="29"/>
                    <a:pt x="611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35">
              <a:extLst>
                <a:ext uri="{FF2B5EF4-FFF2-40B4-BE49-F238E27FC236}">
                  <a16:creationId xmlns:a16="http://schemas.microsoft.com/office/drawing/2014/main" id="{10EDBB5C-C9DC-8FC2-F078-AAD1C842E22D}"/>
                </a:ext>
              </a:extLst>
            </p:cNvPr>
            <p:cNvSpPr/>
            <p:nvPr/>
          </p:nvSpPr>
          <p:spPr>
            <a:xfrm>
              <a:off x="5941300" y="2527700"/>
              <a:ext cx="203525" cy="220200"/>
            </a:xfrm>
            <a:custGeom>
              <a:avLst/>
              <a:gdLst/>
              <a:ahLst/>
              <a:cxnLst/>
              <a:rect l="l" t="t" r="r" b="b"/>
              <a:pathLst>
                <a:path w="8141" h="8808" extrusionOk="0">
                  <a:moveTo>
                    <a:pt x="4668" y="1"/>
                  </a:moveTo>
                  <a:cubicBezTo>
                    <a:pt x="4668" y="1"/>
                    <a:pt x="4510" y="931"/>
                    <a:pt x="2795" y="2888"/>
                  </a:cubicBezTo>
                  <a:cubicBezTo>
                    <a:pt x="1095" y="4847"/>
                    <a:pt x="1438" y="6890"/>
                    <a:pt x="1438" y="6890"/>
                  </a:cubicBezTo>
                  <a:cubicBezTo>
                    <a:pt x="1348" y="6909"/>
                    <a:pt x="1263" y="6917"/>
                    <a:pt x="1183" y="6917"/>
                  </a:cubicBezTo>
                  <a:cubicBezTo>
                    <a:pt x="446" y="6917"/>
                    <a:pt x="108" y="6219"/>
                    <a:pt x="108" y="6219"/>
                  </a:cubicBezTo>
                  <a:lnTo>
                    <a:pt x="108" y="6219"/>
                  </a:lnTo>
                  <a:cubicBezTo>
                    <a:pt x="0" y="7380"/>
                    <a:pt x="1383" y="8807"/>
                    <a:pt x="2597" y="8807"/>
                  </a:cubicBezTo>
                  <a:cubicBezTo>
                    <a:pt x="2669" y="8807"/>
                    <a:pt x="2740" y="8802"/>
                    <a:pt x="2810" y="8792"/>
                  </a:cubicBezTo>
                  <a:cubicBezTo>
                    <a:pt x="8141" y="8020"/>
                    <a:pt x="4668" y="1"/>
                    <a:pt x="4668"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7103423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871">
          <a:extLst>
            <a:ext uri="{FF2B5EF4-FFF2-40B4-BE49-F238E27FC236}">
              <a16:creationId xmlns:a16="http://schemas.microsoft.com/office/drawing/2014/main" id="{061EDF7B-0728-7DF4-802B-5A671E803B24}"/>
            </a:ext>
          </a:extLst>
        </p:cNvPr>
        <p:cNvGrpSpPr/>
        <p:nvPr/>
      </p:nvGrpSpPr>
      <p:grpSpPr>
        <a:xfrm>
          <a:off x="0" y="0"/>
          <a:ext cx="0" cy="0"/>
          <a:chOff x="0" y="0"/>
          <a:chExt cx="0" cy="0"/>
        </a:xfrm>
      </p:grpSpPr>
      <p:grpSp>
        <p:nvGrpSpPr>
          <p:cNvPr id="1872" name="Google Shape;1872;p58">
            <a:extLst>
              <a:ext uri="{FF2B5EF4-FFF2-40B4-BE49-F238E27FC236}">
                <a16:creationId xmlns:a16="http://schemas.microsoft.com/office/drawing/2014/main" id="{473BCE88-8A41-1758-CB5D-E26097340DB0}"/>
              </a:ext>
            </a:extLst>
          </p:cNvPr>
          <p:cNvGrpSpPr/>
          <p:nvPr/>
        </p:nvGrpSpPr>
        <p:grpSpPr>
          <a:xfrm>
            <a:off x="3319449" y="1590901"/>
            <a:ext cx="5554273" cy="2528127"/>
            <a:chOff x="3319449" y="1590901"/>
            <a:chExt cx="5554273" cy="2528127"/>
          </a:xfrm>
        </p:grpSpPr>
        <p:sp>
          <p:nvSpPr>
            <p:cNvPr id="1873" name="Google Shape;1873;p58">
              <a:extLst>
                <a:ext uri="{FF2B5EF4-FFF2-40B4-BE49-F238E27FC236}">
                  <a16:creationId xmlns:a16="http://schemas.microsoft.com/office/drawing/2014/main" id="{C4FF6B03-6723-40F8-3945-BDD5E0EBCABF}"/>
                </a:ext>
              </a:extLst>
            </p:cNvPr>
            <p:cNvSpPr/>
            <p:nvPr/>
          </p:nvSpPr>
          <p:spPr>
            <a:xfrm>
              <a:off x="3319449" y="1590901"/>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8">
              <a:extLst>
                <a:ext uri="{FF2B5EF4-FFF2-40B4-BE49-F238E27FC236}">
                  <a16:creationId xmlns:a16="http://schemas.microsoft.com/office/drawing/2014/main" id="{70FAD262-7F0D-937A-5643-6FE601D2C71A}"/>
                </a:ext>
              </a:extLst>
            </p:cNvPr>
            <p:cNvSpPr/>
            <p:nvPr/>
          </p:nvSpPr>
          <p:spPr>
            <a:xfrm>
              <a:off x="7335449" y="35103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75" name="Google Shape;1875;p58">
            <a:extLst>
              <a:ext uri="{FF2B5EF4-FFF2-40B4-BE49-F238E27FC236}">
                <a16:creationId xmlns:a16="http://schemas.microsoft.com/office/drawing/2014/main" id="{5270E0D5-5B81-D854-CBA1-074D3B467AC2}"/>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76" name="Google Shape;1876;p58">
            <a:extLst>
              <a:ext uri="{FF2B5EF4-FFF2-40B4-BE49-F238E27FC236}">
                <a16:creationId xmlns:a16="http://schemas.microsoft.com/office/drawing/2014/main" id="{E4A49343-03A6-EBBD-38C6-7BF7D4835FED}"/>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Introduction</a:t>
            </a:r>
            <a:endParaRPr dirty="0"/>
          </a:p>
        </p:txBody>
      </p:sp>
      <p:sp>
        <p:nvSpPr>
          <p:cNvPr id="1877" name="Google Shape;1877;p58">
            <a:extLst>
              <a:ext uri="{FF2B5EF4-FFF2-40B4-BE49-F238E27FC236}">
                <a16:creationId xmlns:a16="http://schemas.microsoft.com/office/drawing/2014/main" id="{3F78F50B-FC9E-0640-B01D-7CF81985CB69}"/>
              </a:ext>
            </a:extLst>
          </p:cNvPr>
          <p:cNvSpPr txBox="1">
            <a:spLocks noGrp="1"/>
          </p:cNvSpPr>
          <p:nvPr>
            <p:ph type="subTitle" idx="1"/>
          </p:nvPr>
        </p:nvSpPr>
        <p:spPr>
          <a:xfrm>
            <a:off x="775369" y="1510235"/>
            <a:ext cx="4118488" cy="2942940"/>
          </a:xfrm>
          <a:prstGeom prst="rect">
            <a:avLst/>
          </a:prstGeom>
        </p:spPr>
        <p:txBody>
          <a:bodyPr spcFirstLastPara="1" wrap="square" lIns="91425" tIns="91425" rIns="91425" bIns="91425" anchor="ctr" anchorCtr="0">
            <a:noAutofit/>
          </a:bodyPr>
          <a:lstStyle/>
          <a:p>
            <a:pPr marL="285750" lvl="0" indent="-285750" algn="l" rtl="0">
              <a:spcBef>
                <a:spcPts val="0"/>
              </a:spcBef>
              <a:spcAft>
                <a:spcPts val="0"/>
              </a:spcAft>
              <a:buFont typeface="Arial" panose="020B0604020202020204" pitchFamily="34" charset="0"/>
              <a:buChar char="•"/>
            </a:pPr>
            <a:r>
              <a:rPr lang="en-US" dirty="0"/>
              <a:t>The Bigfoot Field Researchers Organization (BFRO) is a</a:t>
            </a:r>
            <a:r>
              <a:rPr lang="pl-PL" dirty="0"/>
              <a:t>n </a:t>
            </a:r>
            <a:r>
              <a:rPr lang="en-US" dirty="0"/>
              <a:t>organization aiming to uncover the truth about mysterious occurrences in the natural world. </a:t>
            </a:r>
            <a:endParaRPr lang="pl-PL" dirty="0"/>
          </a:p>
          <a:p>
            <a:pPr marL="285750" lvl="0" indent="-285750" algn="l" rtl="0">
              <a:spcBef>
                <a:spcPts val="0"/>
              </a:spcBef>
              <a:spcAft>
                <a:spcPts val="0"/>
              </a:spcAft>
              <a:buFont typeface="Arial" panose="020B0604020202020204" pitchFamily="34" charset="0"/>
              <a:buChar char="•"/>
            </a:pPr>
            <a:r>
              <a:rPr lang="en-US" dirty="0"/>
              <a:t>This dataset contains</a:t>
            </a:r>
            <a:r>
              <a:rPr lang="pl-PL" dirty="0"/>
              <a:t> </a:t>
            </a:r>
            <a:r>
              <a:rPr lang="en-US" dirty="0"/>
              <a:t>various reports of bigfoot and sasquatch sightings in different parts of the world. </a:t>
            </a:r>
            <a:endParaRPr lang="pl-PL" dirty="0"/>
          </a:p>
          <a:p>
            <a:pPr marL="285750" lvl="0" indent="-285750" algn="l" rtl="0">
              <a:spcBef>
                <a:spcPts val="0"/>
              </a:spcBef>
              <a:spcAft>
                <a:spcPts val="0"/>
              </a:spcAft>
              <a:buFont typeface="Arial" panose="020B0604020202020204" pitchFamily="34" charset="0"/>
              <a:buChar char="•"/>
            </a:pPr>
            <a:r>
              <a:rPr lang="pl-PL" dirty="0"/>
              <a:t>I </a:t>
            </a:r>
            <a:r>
              <a:rPr lang="pl-PL" dirty="0" err="1"/>
              <a:t>decided</a:t>
            </a:r>
            <a:r>
              <a:rPr lang="pl-PL" dirty="0"/>
              <a:t> to </a:t>
            </a:r>
            <a:r>
              <a:rPr lang="pl-PL" dirty="0" err="1"/>
              <a:t>look</a:t>
            </a:r>
            <a:r>
              <a:rPr lang="pl-PL" dirty="0"/>
              <a:t> for </a:t>
            </a:r>
            <a:r>
              <a:rPr lang="pl-PL" dirty="0" err="1"/>
              <a:t>some</a:t>
            </a:r>
            <a:r>
              <a:rPr lang="pl-PL" dirty="0"/>
              <a:t> </a:t>
            </a:r>
            <a:r>
              <a:rPr lang="pl-PL" dirty="0" err="1"/>
              <a:t>familiarities</a:t>
            </a:r>
            <a:r>
              <a:rPr lang="pl-PL" dirty="0"/>
              <a:t> and </a:t>
            </a:r>
            <a:r>
              <a:rPr lang="pl-PL" dirty="0" err="1"/>
              <a:t>patterns</a:t>
            </a:r>
            <a:r>
              <a:rPr lang="pl-PL" dirty="0"/>
              <a:t> </a:t>
            </a:r>
            <a:r>
              <a:rPr lang="pl-PL" dirty="0" err="1"/>
              <a:t>between</a:t>
            </a:r>
            <a:r>
              <a:rPr lang="pl-PL" dirty="0"/>
              <a:t> </a:t>
            </a:r>
            <a:r>
              <a:rPr lang="pl-PL" dirty="0" err="1"/>
              <a:t>such</a:t>
            </a:r>
            <a:r>
              <a:rPr lang="pl-PL" dirty="0"/>
              <a:t> </a:t>
            </a:r>
            <a:r>
              <a:rPr lang="pl-PL" dirty="0" err="1"/>
              <a:t>sightings</a:t>
            </a:r>
            <a:endParaRPr dirty="0"/>
          </a:p>
        </p:txBody>
      </p:sp>
      <p:grpSp>
        <p:nvGrpSpPr>
          <p:cNvPr id="1878" name="Google Shape;1878;p58">
            <a:extLst>
              <a:ext uri="{FF2B5EF4-FFF2-40B4-BE49-F238E27FC236}">
                <a16:creationId xmlns:a16="http://schemas.microsoft.com/office/drawing/2014/main" id="{03681741-2AA4-CB1E-50A5-73538826A1F9}"/>
              </a:ext>
            </a:extLst>
          </p:cNvPr>
          <p:cNvGrpSpPr/>
          <p:nvPr/>
        </p:nvGrpSpPr>
        <p:grpSpPr>
          <a:xfrm>
            <a:off x="5001910" y="1806928"/>
            <a:ext cx="3814500" cy="2312100"/>
            <a:chOff x="4368575" y="1866375"/>
            <a:chExt cx="3814500" cy="2312100"/>
          </a:xfrm>
        </p:grpSpPr>
        <p:sp>
          <p:nvSpPr>
            <p:cNvPr id="1879" name="Google Shape;1879;p58">
              <a:extLst>
                <a:ext uri="{FF2B5EF4-FFF2-40B4-BE49-F238E27FC236}">
                  <a16:creationId xmlns:a16="http://schemas.microsoft.com/office/drawing/2014/main" id="{95E37D4C-E08C-C2F5-49BC-98EA0FFC9446}"/>
                </a:ext>
              </a:extLst>
            </p:cNvPr>
            <p:cNvSpPr/>
            <p:nvPr/>
          </p:nvSpPr>
          <p:spPr>
            <a:xfrm>
              <a:off x="4571875" y="1866375"/>
              <a:ext cx="3407700" cy="2100900"/>
            </a:xfrm>
            <a:prstGeom prst="round2SameRect">
              <a:avLst>
                <a:gd name="adj1" fmla="val 3947"/>
                <a:gd name="adj2" fmla="val 0"/>
              </a:avLst>
            </a:prstGeom>
            <a:solidFill>
              <a:schemeClr val="accent5"/>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8">
              <a:extLst>
                <a:ext uri="{FF2B5EF4-FFF2-40B4-BE49-F238E27FC236}">
                  <a16:creationId xmlns:a16="http://schemas.microsoft.com/office/drawing/2014/main" id="{F4C38CAF-0A6A-C370-A7AC-56683F28D6D8}"/>
                </a:ext>
              </a:extLst>
            </p:cNvPr>
            <p:cNvSpPr/>
            <p:nvPr/>
          </p:nvSpPr>
          <p:spPr>
            <a:xfrm>
              <a:off x="4368575" y="3967275"/>
              <a:ext cx="3814500" cy="211200"/>
            </a:xfrm>
            <a:prstGeom prst="round2SameRect">
              <a:avLst>
                <a:gd name="adj1" fmla="val 3947"/>
                <a:gd name="adj2" fmla="val 25197"/>
              </a:avLst>
            </a:prstGeom>
            <a:solidFill>
              <a:schemeClr val="accent4"/>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58">
              <a:extLst>
                <a:ext uri="{FF2B5EF4-FFF2-40B4-BE49-F238E27FC236}">
                  <a16:creationId xmlns:a16="http://schemas.microsoft.com/office/drawing/2014/main" id="{4D5F3208-F67B-C83B-3C63-11C6A0779A47}"/>
                </a:ext>
              </a:extLst>
            </p:cNvPr>
            <p:cNvSpPr/>
            <p:nvPr/>
          </p:nvSpPr>
          <p:spPr>
            <a:xfrm>
              <a:off x="6244525" y="1958350"/>
              <a:ext cx="62400" cy="62400"/>
            </a:xfrm>
            <a:prstGeom prst="ellipse">
              <a:avLst/>
            </a:prstGeom>
            <a:solidFill>
              <a:schemeClr val="lt1"/>
            </a:solidFill>
            <a:ln w="28575" cap="flat" cmpd="sng">
              <a:solidFill>
                <a:schemeClr val="accent6"/>
              </a:solidFill>
              <a:prstDash val="solid"/>
              <a:round/>
              <a:headEnd type="none" w="sm" len="sm"/>
              <a:tailEnd type="none" w="sm" len="sm"/>
            </a:ln>
            <a:effectLst>
              <a:outerShdw dist="19050" dir="918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82" name="Google Shape;1882;p58">
            <a:extLst>
              <a:ext uri="{FF2B5EF4-FFF2-40B4-BE49-F238E27FC236}">
                <a16:creationId xmlns:a16="http://schemas.microsoft.com/office/drawing/2014/main" id="{2F5051BC-2FD6-BCB7-CDF9-A3356618D3A2}"/>
              </a:ext>
            </a:extLst>
          </p:cNvPr>
          <p:cNvPicPr preferRelativeResize="0"/>
          <p:nvPr/>
        </p:nvPicPr>
        <p:blipFill>
          <a:blip r:embed="rId3">
            <a:alphaModFix/>
          </a:blip>
          <a:srcRect l="889" r="889"/>
          <a:stretch/>
        </p:blipFill>
        <p:spPr>
          <a:xfrm>
            <a:off x="5331360" y="2038128"/>
            <a:ext cx="3152700" cy="1767300"/>
          </a:xfrm>
          <a:prstGeom prst="round2SameRect">
            <a:avLst>
              <a:gd name="adj1" fmla="val 3652"/>
              <a:gd name="adj2" fmla="val 0"/>
            </a:avLst>
          </a:prstGeom>
          <a:noFill/>
          <a:ln w="28575" cap="flat" cmpd="sng">
            <a:solidFill>
              <a:schemeClr val="accent6"/>
            </a:solidFill>
            <a:prstDash val="solid"/>
            <a:round/>
            <a:headEnd type="none" w="sm" len="sm"/>
            <a:tailEnd type="none" w="sm" len="sm"/>
          </a:ln>
        </p:spPr>
      </p:pic>
    </p:spTree>
    <p:extLst>
      <p:ext uri="{BB962C8B-B14F-4D97-AF65-F5344CB8AC3E}">
        <p14:creationId xmlns:p14="http://schemas.microsoft.com/office/powerpoint/2010/main" val="26681942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91"/>
        <p:cNvGrpSpPr/>
        <p:nvPr/>
      </p:nvGrpSpPr>
      <p:grpSpPr>
        <a:xfrm>
          <a:off x="0" y="0"/>
          <a:ext cx="0" cy="0"/>
          <a:chOff x="0" y="0"/>
          <a:chExt cx="0" cy="0"/>
        </a:xfrm>
      </p:grpSpPr>
      <p:sp>
        <p:nvSpPr>
          <p:cNvPr id="1492" name="Google Shape;1492;p50"/>
          <p:cNvSpPr/>
          <p:nvPr/>
        </p:nvSpPr>
        <p:spPr>
          <a:xfrm>
            <a:off x="1683750" y="1348627"/>
            <a:ext cx="5776499" cy="1599025"/>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93" name="Google Shape;1493;p50"/>
          <p:cNvSpPr txBox="1">
            <a:spLocks noGrp="1"/>
          </p:cNvSpPr>
          <p:nvPr>
            <p:ph type="title"/>
          </p:nvPr>
        </p:nvSpPr>
        <p:spPr>
          <a:xfrm>
            <a:off x="1655550" y="1538952"/>
            <a:ext cx="5832900" cy="114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5,000</a:t>
            </a:r>
            <a:endParaRPr dirty="0"/>
          </a:p>
        </p:txBody>
      </p:sp>
      <p:sp>
        <p:nvSpPr>
          <p:cNvPr id="1494" name="Google Shape;1494;p50"/>
          <p:cNvSpPr txBox="1">
            <a:spLocks noGrp="1"/>
          </p:cNvSpPr>
          <p:nvPr>
            <p:ph type="subTitle" idx="1"/>
          </p:nvPr>
        </p:nvSpPr>
        <p:spPr>
          <a:xfrm>
            <a:off x="2863200" y="3131077"/>
            <a:ext cx="3417600" cy="633600"/>
          </a:xfrm>
          <a:prstGeom prst="rect">
            <a:avLst/>
          </a:prstGeom>
        </p:spPr>
        <p:txBody>
          <a:bodyPr spcFirstLastPara="1" wrap="square" lIns="91425" tIns="91425" rIns="91425" bIns="91425" anchor="t" anchorCtr="0">
            <a:noAutofit/>
          </a:bodyPr>
          <a:lstStyle/>
          <a:p>
            <a:pPr marL="0" lvl="0" indent="0"/>
            <a:r>
              <a:rPr lang="pl-PL" dirty="0" err="1"/>
              <a:t>Various</a:t>
            </a:r>
            <a:r>
              <a:rPr lang="pl-PL" dirty="0"/>
              <a:t> </a:t>
            </a:r>
            <a:r>
              <a:rPr lang="en-US" dirty="0"/>
              <a:t>reports of bigfoot and sasquatch sightings</a:t>
            </a:r>
            <a:endParaRPr dirty="0"/>
          </a:p>
        </p:txBody>
      </p:sp>
      <p:grpSp>
        <p:nvGrpSpPr>
          <p:cNvPr id="1495" name="Google Shape;1495;p50"/>
          <p:cNvGrpSpPr/>
          <p:nvPr/>
        </p:nvGrpSpPr>
        <p:grpSpPr>
          <a:xfrm flipH="1">
            <a:off x="-386648" y="1389407"/>
            <a:ext cx="2688530" cy="3410596"/>
            <a:chOff x="-705675" y="1389407"/>
            <a:chExt cx="2688530" cy="3410596"/>
          </a:xfrm>
        </p:grpSpPr>
        <p:sp>
          <p:nvSpPr>
            <p:cNvPr id="1496" name="Google Shape;1496;p50"/>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50"/>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50"/>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50"/>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50"/>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50"/>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50"/>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50"/>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50"/>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50"/>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50"/>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50"/>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50"/>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50"/>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50"/>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50"/>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50"/>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 name="Google Shape;1513;p50"/>
          <p:cNvGrpSpPr/>
          <p:nvPr/>
        </p:nvGrpSpPr>
        <p:grpSpPr>
          <a:xfrm>
            <a:off x="6721689" y="1350800"/>
            <a:ext cx="2327978" cy="3502413"/>
            <a:chOff x="7256414" y="1350800"/>
            <a:chExt cx="2327978" cy="3502413"/>
          </a:xfrm>
        </p:grpSpPr>
        <p:sp>
          <p:nvSpPr>
            <p:cNvPr id="1514" name="Google Shape;1514;p50"/>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50"/>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50"/>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50"/>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50"/>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50"/>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50"/>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50"/>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50"/>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50"/>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50"/>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50"/>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50"/>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50"/>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50"/>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50"/>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50"/>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27">
          <a:extLst>
            <a:ext uri="{FF2B5EF4-FFF2-40B4-BE49-F238E27FC236}">
              <a16:creationId xmlns:a16="http://schemas.microsoft.com/office/drawing/2014/main" id="{1E9BA9B0-385B-3D84-ADB1-78721240FD0D}"/>
            </a:ext>
          </a:extLst>
        </p:cNvPr>
        <p:cNvGrpSpPr/>
        <p:nvPr/>
      </p:nvGrpSpPr>
      <p:grpSpPr>
        <a:xfrm>
          <a:off x="0" y="0"/>
          <a:ext cx="0" cy="0"/>
          <a:chOff x="0" y="0"/>
          <a:chExt cx="0" cy="0"/>
        </a:xfrm>
      </p:grpSpPr>
      <p:sp>
        <p:nvSpPr>
          <p:cNvPr id="1028" name="Google Shape;1028;p42">
            <a:extLst>
              <a:ext uri="{FF2B5EF4-FFF2-40B4-BE49-F238E27FC236}">
                <a16:creationId xmlns:a16="http://schemas.microsoft.com/office/drawing/2014/main" id="{63AA26A0-5416-02A6-2A39-90CBFB813747}"/>
              </a:ext>
            </a:extLst>
          </p:cNvPr>
          <p:cNvSpPr/>
          <p:nvPr/>
        </p:nvSpPr>
        <p:spPr>
          <a:xfrm>
            <a:off x="489882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29" name="Google Shape;1029;p42">
            <a:extLst>
              <a:ext uri="{FF2B5EF4-FFF2-40B4-BE49-F238E27FC236}">
                <a16:creationId xmlns:a16="http://schemas.microsoft.com/office/drawing/2014/main" id="{F3594302-90C9-9FE3-C9BE-CFFC8B50AAD5}"/>
              </a:ext>
            </a:extLst>
          </p:cNvPr>
          <p:cNvSpPr txBox="1">
            <a:spLocks noGrp="1"/>
          </p:cNvSpPr>
          <p:nvPr>
            <p:ph type="title"/>
          </p:nvPr>
        </p:nvSpPr>
        <p:spPr>
          <a:xfrm>
            <a:off x="4734175"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Technicals</a:t>
            </a:r>
            <a:endParaRPr dirty="0"/>
          </a:p>
        </p:txBody>
      </p:sp>
      <p:sp>
        <p:nvSpPr>
          <p:cNvPr id="1030" name="Google Shape;1030;p42">
            <a:extLst>
              <a:ext uri="{FF2B5EF4-FFF2-40B4-BE49-F238E27FC236}">
                <a16:creationId xmlns:a16="http://schemas.microsoft.com/office/drawing/2014/main" id="{F24F6510-37AD-4C69-737C-28349D2EBF67}"/>
              </a:ext>
            </a:extLst>
          </p:cNvPr>
          <p:cNvSpPr txBox="1">
            <a:spLocks noGrp="1"/>
          </p:cNvSpPr>
          <p:nvPr>
            <p:ph type="title" idx="2"/>
          </p:nvPr>
        </p:nvSpPr>
        <p:spPr>
          <a:xfrm>
            <a:off x="4734186"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02</a:t>
            </a:r>
            <a:endParaRPr dirty="0"/>
          </a:p>
        </p:txBody>
      </p:sp>
      <p:sp>
        <p:nvSpPr>
          <p:cNvPr id="1031" name="Google Shape;1031;p42">
            <a:extLst>
              <a:ext uri="{FF2B5EF4-FFF2-40B4-BE49-F238E27FC236}">
                <a16:creationId xmlns:a16="http://schemas.microsoft.com/office/drawing/2014/main" id="{7058162E-D70D-D80B-B554-73A7AD50BA67}"/>
              </a:ext>
            </a:extLst>
          </p:cNvPr>
          <p:cNvSpPr txBox="1">
            <a:spLocks noGrp="1"/>
          </p:cNvSpPr>
          <p:nvPr>
            <p:ph type="subTitle" idx="1"/>
          </p:nvPr>
        </p:nvSpPr>
        <p:spPr>
          <a:xfrm>
            <a:off x="4865050"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a:t>The "How"</a:t>
            </a:r>
            <a:endParaRPr dirty="0"/>
          </a:p>
        </p:txBody>
      </p:sp>
      <p:grpSp>
        <p:nvGrpSpPr>
          <p:cNvPr id="1032" name="Google Shape;1032;p42">
            <a:extLst>
              <a:ext uri="{FF2B5EF4-FFF2-40B4-BE49-F238E27FC236}">
                <a16:creationId xmlns:a16="http://schemas.microsoft.com/office/drawing/2014/main" id="{056A385A-FFB1-B80F-1B45-6A162C99E7FE}"/>
              </a:ext>
            </a:extLst>
          </p:cNvPr>
          <p:cNvGrpSpPr/>
          <p:nvPr/>
        </p:nvGrpSpPr>
        <p:grpSpPr>
          <a:xfrm>
            <a:off x="1338593" y="1678171"/>
            <a:ext cx="2926862" cy="3410599"/>
            <a:chOff x="6185050" y="3191500"/>
            <a:chExt cx="682650" cy="795475"/>
          </a:xfrm>
        </p:grpSpPr>
        <p:sp>
          <p:nvSpPr>
            <p:cNvPr id="1033" name="Google Shape;1033;p42">
              <a:extLst>
                <a:ext uri="{FF2B5EF4-FFF2-40B4-BE49-F238E27FC236}">
                  <a16:creationId xmlns:a16="http://schemas.microsoft.com/office/drawing/2014/main" id="{56C94FD8-9FFD-D012-3CEF-794D8960AAB3}"/>
                </a:ext>
              </a:extLst>
            </p:cNvPr>
            <p:cNvSpPr/>
            <p:nvPr/>
          </p:nvSpPr>
          <p:spPr>
            <a:xfrm>
              <a:off x="6688100" y="3402525"/>
              <a:ext cx="105175" cy="211475"/>
            </a:xfrm>
            <a:custGeom>
              <a:avLst/>
              <a:gdLst/>
              <a:ahLst/>
              <a:cxnLst/>
              <a:rect l="l" t="t" r="r" b="b"/>
              <a:pathLst>
                <a:path w="4207" h="8459" extrusionOk="0">
                  <a:moveTo>
                    <a:pt x="736" y="1"/>
                  </a:moveTo>
                  <a:cubicBezTo>
                    <a:pt x="1" y="1"/>
                    <a:pt x="554" y="3047"/>
                    <a:pt x="585" y="3427"/>
                  </a:cubicBezTo>
                  <a:cubicBezTo>
                    <a:pt x="629" y="4138"/>
                    <a:pt x="563" y="4849"/>
                    <a:pt x="607" y="5560"/>
                  </a:cubicBezTo>
                  <a:cubicBezTo>
                    <a:pt x="629" y="5871"/>
                    <a:pt x="674" y="6182"/>
                    <a:pt x="796" y="6470"/>
                  </a:cubicBezTo>
                  <a:cubicBezTo>
                    <a:pt x="985" y="6882"/>
                    <a:pt x="1330" y="7193"/>
                    <a:pt x="1685" y="7470"/>
                  </a:cubicBezTo>
                  <a:cubicBezTo>
                    <a:pt x="2196" y="7848"/>
                    <a:pt x="2752" y="8171"/>
                    <a:pt x="3340" y="8415"/>
                  </a:cubicBezTo>
                  <a:cubicBezTo>
                    <a:pt x="3384" y="8437"/>
                    <a:pt x="3437" y="8458"/>
                    <a:pt x="3487" y="8458"/>
                  </a:cubicBezTo>
                  <a:cubicBezTo>
                    <a:pt x="3514" y="8458"/>
                    <a:pt x="3539" y="8452"/>
                    <a:pt x="3562" y="8437"/>
                  </a:cubicBezTo>
                  <a:cubicBezTo>
                    <a:pt x="3607" y="8415"/>
                    <a:pt x="3640" y="8370"/>
                    <a:pt x="3663" y="8315"/>
                  </a:cubicBezTo>
                  <a:cubicBezTo>
                    <a:pt x="4029" y="7581"/>
                    <a:pt x="4206" y="6693"/>
                    <a:pt x="3863" y="5949"/>
                  </a:cubicBezTo>
                  <a:cubicBezTo>
                    <a:pt x="3673" y="5549"/>
                    <a:pt x="3352" y="5226"/>
                    <a:pt x="3096" y="4871"/>
                  </a:cubicBezTo>
                  <a:cubicBezTo>
                    <a:pt x="2707" y="4338"/>
                    <a:pt x="2473" y="3715"/>
                    <a:pt x="2263" y="3093"/>
                  </a:cubicBezTo>
                  <a:cubicBezTo>
                    <a:pt x="2074" y="2549"/>
                    <a:pt x="1918" y="1982"/>
                    <a:pt x="1696" y="1449"/>
                  </a:cubicBezTo>
                  <a:cubicBezTo>
                    <a:pt x="1563" y="1105"/>
                    <a:pt x="1241" y="172"/>
                    <a:pt x="863" y="27"/>
                  </a:cubicBezTo>
                  <a:cubicBezTo>
                    <a:pt x="817" y="9"/>
                    <a:pt x="774" y="1"/>
                    <a:pt x="736"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42">
              <a:extLst>
                <a:ext uri="{FF2B5EF4-FFF2-40B4-BE49-F238E27FC236}">
                  <a16:creationId xmlns:a16="http://schemas.microsoft.com/office/drawing/2014/main" id="{BDDD2A04-D3E4-1037-28F8-8B461C05AF6A}"/>
                </a:ext>
              </a:extLst>
            </p:cNvPr>
            <p:cNvSpPr/>
            <p:nvPr/>
          </p:nvSpPr>
          <p:spPr>
            <a:xfrm>
              <a:off x="6699125" y="3841050"/>
              <a:ext cx="168575" cy="95825"/>
            </a:xfrm>
            <a:custGeom>
              <a:avLst/>
              <a:gdLst/>
              <a:ahLst/>
              <a:cxnLst/>
              <a:rect l="l" t="t" r="r" b="b"/>
              <a:pathLst>
                <a:path w="6743" h="3833" extrusionOk="0">
                  <a:moveTo>
                    <a:pt x="145" y="1"/>
                  </a:moveTo>
                  <a:cubicBezTo>
                    <a:pt x="88" y="1"/>
                    <a:pt x="38" y="5"/>
                    <a:pt x="0" y="16"/>
                  </a:cubicBezTo>
                  <a:cubicBezTo>
                    <a:pt x="211" y="894"/>
                    <a:pt x="555" y="2360"/>
                    <a:pt x="766" y="3227"/>
                  </a:cubicBezTo>
                  <a:cubicBezTo>
                    <a:pt x="800" y="3393"/>
                    <a:pt x="844" y="3560"/>
                    <a:pt x="966" y="3682"/>
                  </a:cubicBezTo>
                  <a:cubicBezTo>
                    <a:pt x="1079" y="3795"/>
                    <a:pt x="1232" y="3833"/>
                    <a:pt x="1391" y="3833"/>
                  </a:cubicBezTo>
                  <a:cubicBezTo>
                    <a:pt x="1498" y="3833"/>
                    <a:pt x="1608" y="3816"/>
                    <a:pt x="1711" y="3793"/>
                  </a:cubicBezTo>
                  <a:cubicBezTo>
                    <a:pt x="2266" y="3682"/>
                    <a:pt x="2799" y="3482"/>
                    <a:pt x="3288" y="3193"/>
                  </a:cubicBezTo>
                  <a:cubicBezTo>
                    <a:pt x="3621" y="2993"/>
                    <a:pt x="3943" y="2760"/>
                    <a:pt x="4310" y="2627"/>
                  </a:cubicBezTo>
                  <a:cubicBezTo>
                    <a:pt x="4460" y="2577"/>
                    <a:pt x="4621" y="2547"/>
                    <a:pt x="4779" y="2547"/>
                  </a:cubicBezTo>
                  <a:cubicBezTo>
                    <a:pt x="5007" y="2547"/>
                    <a:pt x="5228" y="2609"/>
                    <a:pt x="5399" y="2760"/>
                  </a:cubicBezTo>
                  <a:cubicBezTo>
                    <a:pt x="5498" y="2838"/>
                    <a:pt x="5587" y="2960"/>
                    <a:pt x="5698" y="3015"/>
                  </a:cubicBezTo>
                  <a:cubicBezTo>
                    <a:pt x="5739" y="3040"/>
                    <a:pt x="5789" y="3052"/>
                    <a:pt x="5838" y="3052"/>
                  </a:cubicBezTo>
                  <a:cubicBezTo>
                    <a:pt x="5924" y="3052"/>
                    <a:pt x="6008" y="3015"/>
                    <a:pt x="6043" y="2938"/>
                  </a:cubicBezTo>
                  <a:cubicBezTo>
                    <a:pt x="6088" y="2838"/>
                    <a:pt x="6043" y="2727"/>
                    <a:pt x="5987" y="2638"/>
                  </a:cubicBezTo>
                  <a:cubicBezTo>
                    <a:pt x="5809" y="2327"/>
                    <a:pt x="5554" y="2072"/>
                    <a:pt x="5243" y="1894"/>
                  </a:cubicBezTo>
                  <a:lnTo>
                    <a:pt x="5243" y="1894"/>
                  </a:lnTo>
                  <a:cubicBezTo>
                    <a:pt x="5565" y="2060"/>
                    <a:pt x="5888" y="2227"/>
                    <a:pt x="6199" y="2393"/>
                  </a:cubicBezTo>
                  <a:cubicBezTo>
                    <a:pt x="6240" y="2414"/>
                    <a:pt x="6289" y="2434"/>
                    <a:pt x="6331" y="2434"/>
                  </a:cubicBezTo>
                  <a:cubicBezTo>
                    <a:pt x="6358" y="2434"/>
                    <a:pt x="6381" y="2426"/>
                    <a:pt x="6399" y="2405"/>
                  </a:cubicBezTo>
                  <a:cubicBezTo>
                    <a:pt x="6432" y="2360"/>
                    <a:pt x="6421" y="2294"/>
                    <a:pt x="6409" y="2249"/>
                  </a:cubicBezTo>
                  <a:cubicBezTo>
                    <a:pt x="6298" y="1905"/>
                    <a:pt x="6043" y="1627"/>
                    <a:pt x="5721" y="1494"/>
                  </a:cubicBezTo>
                  <a:lnTo>
                    <a:pt x="5721" y="1494"/>
                  </a:lnTo>
                  <a:cubicBezTo>
                    <a:pt x="5977" y="1594"/>
                    <a:pt x="6243" y="1694"/>
                    <a:pt x="6510" y="1793"/>
                  </a:cubicBezTo>
                  <a:cubicBezTo>
                    <a:pt x="6533" y="1802"/>
                    <a:pt x="6557" y="1809"/>
                    <a:pt x="6580" y="1809"/>
                  </a:cubicBezTo>
                  <a:cubicBezTo>
                    <a:pt x="6590" y="1809"/>
                    <a:pt x="6600" y="1808"/>
                    <a:pt x="6609" y="1805"/>
                  </a:cubicBezTo>
                  <a:cubicBezTo>
                    <a:pt x="6720" y="1793"/>
                    <a:pt x="6743" y="1638"/>
                    <a:pt x="6720" y="1527"/>
                  </a:cubicBezTo>
                  <a:cubicBezTo>
                    <a:pt x="6609" y="1083"/>
                    <a:pt x="6199" y="805"/>
                    <a:pt x="5765" y="739"/>
                  </a:cubicBezTo>
                  <a:cubicBezTo>
                    <a:pt x="5687" y="728"/>
                    <a:pt x="5609" y="724"/>
                    <a:pt x="5530" y="724"/>
                  </a:cubicBezTo>
                  <a:cubicBezTo>
                    <a:pt x="5183" y="724"/>
                    <a:pt x="4832" y="814"/>
                    <a:pt x="4488" y="905"/>
                  </a:cubicBezTo>
                  <a:cubicBezTo>
                    <a:pt x="3799" y="1083"/>
                    <a:pt x="3121" y="1260"/>
                    <a:pt x="2432" y="1438"/>
                  </a:cubicBezTo>
                  <a:cubicBezTo>
                    <a:pt x="2334" y="1468"/>
                    <a:pt x="2224" y="1491"/>
                    <a:pt x="2121" y="1491"/>
                  </a:cubicBezTo>
                  <a:cubicBezTo>
                    <a:pt x="1992" y="1491"/>
                    <a:pt x="1874" y="1454"/>
                    <a:pt x="1800" y="1349"/>
                  </a:cubicBezTo>
                  <a:cubicBezTo>
                    <a:pt x="1744" y="1282"/>
                    <a:pt x="1733" y="1194"/>
                    <a:pt x="1711" y="1116"/>
                  </a:cubicBezTo>
                  <a:cubicBezTo>
                    <a:pt x="1644" y="783"/>
                    <a:pt x="1666" y="349"/>
                    <a:pt x="1366" y="260"/>
                  </a:cubicBezTo>
                  <a:cubicBezTo>
                    <a:pt x="1146" y="184"/>
                    <a:pt x="497" y="1"/>
                    <a:pt x="14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42">
              <a:extLst>
                <a:ext uri="{FF2B5EF4-FFF2-40B4-BE49-F238E27FC236}">
                  <a16:creationId xmlns:a16="http://schemas.microsoft.com/office/drawing/2014/main" id="{BFAB59AC-9EBF-44B5-9838-DDA1B77FED2A}"/>
                </a:ext>
              </a:extLst>
            </p:cNvPr>
            <p:cNvSpPr/>
            <p:nvPr/>
          </p:nvSpPr>
          <p:spPr>
            <a:xfrm>
              <a:off x="6742150" y="3869500"/>
              <a:ext cx="1700" cy="5025"/>
            </a:xfrm>
            <a:custGeom>
              <a:avLst/>
              <a:gdLst/>
              <a:ahLst/>
              <a:cxnLst/>
              <a:rect l="l" t="t" r="r" b="b"/>
              <a:pathLst>
                <a:path w="68" h="201" extrusionOk="0">
                  <a:moveTo>
                    <a:pt x="0" y="1"/>
                  </a:moveTo>
                  <a:cubicBezTo>
                    <a:pt x="12" y="67"/>
                    <a:pt x="23" y="145"/>
                    <a:pt x="67" y="200"/>
                  </a:cubicBezTo>
                  <a:cubicBezTo>
                    <a:pt x="34" y="145"/>
                    <a:pt x="12" y="67"/>
                    <a:pt x="0"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42">
              <a:extLst>
                <a:ext uri="{FF2B5EF4-FFF2-40B4-BE49-F238E27FC236}">
                  <a16:creationId xmlns:a16="http://schemas.microsoft.com/office/drawing/2014/main" id="{5EE79D5F-86C6-1D0C-F183-4C3B8C0BC40F}"/>
                </a:ext>
              </a:extLst>
            </p:cNvPr>
            <p:cNvSpPr/>
            <p:nvPr/>
          </p:nvSpPr>
          <p:spPr>
            <a:xfrm>
              <a:off x="6699125" y="3841175"/>
              <a:ext cx="44725" cy="36125"/>
            </a:xfrm>
            <a:custGeom>
              <a:avLst/>
              <a:gdLst/>
              <a:ahLst/>
              <a:cxnLst/>
              <a:rect l="l" t="t" r="r" b="b"/>
              <a:pathLst>
                <a:path w="1789" h="1445" extrusionOk="0">
                  <a:moveTo>
                    <a:pt x="144" y="0"/>
                  </a:moveTo>
                  <a:cubicBezTo>
                    <a:pt x="89" y="0"/>
                    <a:pt x="44" y="0"/>
                    <a:pt x="0" y="11"/>
                  </a:cubicBezTo>
                  <a:cubicBezTo>
                    <a:pt x="100" y="411"/>
                    <a:pt x="222" y="922"/>
                    <a:pt x="344" y="1445"/>
                  </a:cubicBezTo>
                  <a:cubicBezTo>
                    <a:pt x="411" y="1311"/>
                    <a:pt x="477" y="1166"/>
                    <a:pt x="544" y="1011"/>
                  </a:cubicBezTo>
                  <a:cubicBezTo>
                    <a:pt x="566" y="956"/>
                    <a:pt x="622" y="922"/>
                    <a:pt x="667" y="922"/>
                  </a:cubicBezTo>
                  <a:cubicBezTo>
                    <a:pt x="699" y="922"/>
                    <a:pt x="733" y="934"/>
                    <a:pt x="755" y="966"/>
                  </a:cubicBezTo>
                  <a:cubicBezTo>
                    <a:pt x="1010" y="1233"/>
                    <a:pt x="1266" y="1400"/>
                    <a:pt x="1511" y="1400"/>
                  </a:cubicBezTo>
                  <a:cubicBezTo>
                    <a:pt x="1600" y="1400"/>
                    <a:pt x="1699" y="1378"/>
                    <a:pt x="1788" y="1333"/>
                  </a:cubicBezTo>
                  <a:cubicBezTo>
                    <a:pt x="1744" y="1277"/>
                    <a:pt x="1733" y="1200"/>
                    <a:pt x="1721" y="1133"/>
                  </a:cubicBezTo>
                  <a:cubicBezTo>
                    <a:pt x="1721" y="1122"/>
                    <a:pt x="1711" y="1111"/>
                    <a:pt x="1711" y="1111"/>
                  </a:cubicBezTo>
                  <a:cubicBezTo>
                    <a:pt x="1655" y="833"/>
                    <a:pt x="1666" y="478"/>
                    <a:pt x="1489" y="322"/>
                  </a:cubicBezTo>
                  <a:cubicBezTo>
                    <a:pt x="1455" y="289"/>
                    <a:pt x="1410" y="267"/>
                    <a:pt x="1366" y="255"/>
                  </a:cubicBezTo>
                  <a:cubicBezTo>
                    <a:pt x="1155" y="178"/>
                    <a:pt x="499" y="0"/>
                    <a:pt x="144"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42">
              <a:extLst>
                <a:ext uri="{FF2B5EF4-FFF2-40B4-BE49-F238E27FC236}">
                  <a16:creationId xmlns:a16="http://schemas.microsoft.com/office/drawing/2014/main" id="{23DCD2A8-B29D-EA5B-5196-314846F61F7F}"/>
                </a:ext>
              </a:extLst>
            </p:cNvPr>
            <p:cNvSpPr/>
            <p:nvPr/>
          </p:nvSpPr>
          <p:spPr>
            <a:xfrm>
              <a:off x="6646050" y="3716175"/>
              <a:ext cx="125850" cy="149925"/>
            </a:xfrm>
            <a:custGeom>
              <a:avLst/>
              <a:gdLst/>
              <a:ahLst/>
              <a:cxnLst/>
              <a:rect l="l" t="t" r="r" b="b"/>
              <a:pathLst>
                <a:path w="5034" h="5997" extrusionOk="0">
                  <a:moveTo>
                    <a:pt x="3687" y="0"/>
                  </a:moveTo>
                  <a:cubicBezTo>
                    <a:pt x="3622" y="0"/>
                    <a:pt x="2221" y="1713"/>
                    <a:pt x="2123" y="1745"/>
                  </a:cubicBezTo>
                  <a:cubicBezTo>
                    <a:pt x="1845" y="1834"/>
                    <a:pt x="1600" y="1957"/>
                    <a:pt x="1301" y="1989"/>
                  </a:cubicBezTo>
                  <a:cubicBezTo>
                    <a:pt x="634" y="2078"/>
                    <a:pt x="168" y="2245"/>
                    <a:pt x="201" y="3045"/>
                  </a:cubicBezTo>
                  <a:cubicBezTo>
                    <a:pt x="212" y="3401"/>
                    <a:pt x="346" y="3745"/>
                    <a:pt x="467" y="4078"/>
                  </a:cubicBezTo>
                  <a:cubicBezTo>
                    <a:pt x="334" y="3967"/>
                    <a:pt x="168" y="3900"/>
                    <a:pt x="1" y="3890"/>
                  </a:cubicBezTo>
                  <a:lnTo>
                    <a:pt x="1" y="3890"/>
                  </a:lnTo>
                  <a:cubicBezTo>
                    <a:pt x="245" y="4312"/>
                    <a:pt x="556" y="4700"/>
                    <a:pt x="912" y="5045"/>
                  </a:cubicBezTo>
                  <a:cubicBezTo>
                    <a:pt x="712" y="4934"/>
                    <a:pt x="501" y="4856"/>
                    <a:pt x="279" y="4811"/>
                  </a:cubicBezTo>
                  <a:lnTo>
                    <a:pt x="279" y="4811"/>
                  </a:lnTo>
                  <a:cubicBezTo>
                    <a:pt x="490" y="5189"/>
                    <a:pt x="801" y="5522"/>
                    <a:pt x="1168" y="5756"/>
                  </a:cubicBezTo>
                  <a:cubicBezTo>
                    <a:pt x="1374" y="5890"/>
                    <a:pt x="1625" y="5996"/>
                    <a:pt x="1872" y="5996"/>
                  </a:cubicBezTo>
                  <a:cubicBezTo>
                    <a:pt x="1930" y="5996"/>
                    <a:pt x="1988" y="5991"/>
                    <a:pt x="2045" y="5978"/>
                  </a:cubicBezTo>
                  <a:cubicBezTo>
                    <a:pt x="2356" y="5922"/>
                    <a:pt x="2622" y="5611"/>
                    <a:pt x="2545" y="5311"/>
                  </a:cubicBezTo>
                  <a:lnTo>
                    <a:pt x="2545" y="5311"/>
                  </a:lnTo>
                  <a:cubicBezTo>
                    <a:pt x="2725" y="5466"/>
                    <a:pt x="2958" y="5561"/>
                    <a:pt x="3188" y="5561"/>
                  </a:cubicBezTo>
                  <a:cubicBezTo>
                    <a:pt x="3271" y="5561"/>
                    <a:pt x="3354" y="5549"/>
                    <a:pt x="3434" y="5522"/>
                  </a:cubicBezTo>
                  <a:cubicBezTo>
                    <a:pt x="3656" y="5445"/>
                    <a:pt x="3834" y="5223"/>
                    <a:pt x="3856" y="4989"/>
                  </a:cubicBezTo>
                  <a:cubicBezTo>
                    <a:pt x="3867" y="4912"/>
                    <a:pt x="3856" y="4833"/>
                    <a:pt x="3834" y="4767"/>
                  </a:cubicBezTo>
                  <a:lnTo>
                    <a:pt x="3834" y="4767"/>
                  </a:lnTo>
                  <a:cubicBezTo>
                    <a:pt x="3918" y="4905"/>
                    <a:pt x="4081" y="4984"/>
                    <a:pt x="4244" y="4984"/>
                  </a:cubicBezTo>
                  <a:cubicBezTo>
                    <a:pt x="4317" y="4984"/>
                    <a:pt x="4390" y="4968"/>
                    <a:pt x="4456" y="4934"/>
                  </a:cubicBezTo>
                  <a:cubicBezTo>
                    <a:pt x="5034" y="4633"/>
                    <a:pt x="4444" y="3756"/>
                    <a:pt x="4278" y="3379"/>
                  </a:cubicBezTo>
                  <a:cubicBezTo>
                    <a:pt x="4000" y="2723"/>
                    <a:pt x="3967" y="656"/>
                    <a:pt x="3689" y="1"/>
                  </a:cubicBezTo>
                  <a:cubicBezTo>
                    <a:pt x="3689" y="1"/>
                    <a:pt x="3688" y="0"/>
                    <a:pt x="3687"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42">
              <a:extLst>
                <a:ext uri="{FF2B5EF4-FFF2-40B4-BE49-F238E27FC236}">
                  <a16:creationId xmlns:a16="http://schemas.microsoft.com/office/drawing/2014/main" id="{26EB6ED0-E9DA-9A29-4D76-883085E67B7F}"/>
                </a:ext>
              </a:extLst>
            </p:cNvPr>
            <p:cNvSpPr/>
            <p:nvPr/>
          </p:nvSpPr>
          <p:spPr>
            <a:xfrm>
              <a:off x="6668575" y="3821725"/>
              <a:ext cx="62500" cy="36975"/>
            </a:xfrm>
            <a:custGeom>
              <a:avLst/>
              <a:gdLst/>
              <a:ahLst/>
              <a:cxnLst/>
              <a:rect l="l" t="t" r="r" b="b"/>
              <a:pathLst>
                <a:path w="2500" h="1479" extrusionOk="0">
                  <a:moveTo>
                    <a:pt x="1444" y="112"/>
                  </a:moveTo>
                  <a:cubicBezTo>
                    <a:pt x="1511" y="156"/>
                    <a:pt x="1555" y="234"/>
                    <a:pt x="1566" y="312"/>
                  </a:cubicBezTo>
                  <a:lnTo>
                    <a:pt x="1566" y="456"/>
                  </a:lnTo>
                  <a:cubicBezTo>
                    <a:pt x="1511" y="345"/>
                    <a:pt x="1477" y="234"/>
                    <a:pt x="1444" y="112"/>
                  </a:cubicBezTo>
                  <a:close/>
                  <a:moveTo>
                    <a:pt x="1355" y="1"/>
                  </a:moveTo>
                  <a:lnTo>
                    <a:pt x="1366" y="56"/>
                  </a:lnTo>
                  <a:cubicBezTo>
                    <a:pt x="1388" y="245"/>
                    <a:pt x="1455" y="423"/>
                    <a:pt x="1544" y="578"/>
                  </a:cubicBezTo>
                  <a:cubicBezTo>
                    <a:pt x="1544" y="601"/>
                    <a:pt x="1544" y="623"/>
                    <a:pt x="1533" y="645"/>
                  </a:cubicBezTo>
                  <a:cubicBezTo>
                    <a:pt x="1511" y="745"/>
                    <a:pt x="1489" y="856"/>
                    <a:pt x="1433" y="945"/>
                  </a:cubicBezTo>
                  <a:cubicBezTo>
                    <a:pt x="1394" y="1002"/>
                    <a:pt x="1314" y="1060"/>
                    <a:pt x="1236" y="1060"/>
                  </a:cubicBezTo>
                  <a:cubicBezTo>
                    <a:pt x="1224" y="1060"/>
                    <a:pt x="1212" y="1059"/>
                    <a:pt x="1200" y="1056"/>
                  </a:cubicBezTo>
                  <a:cubicBezTo>
                    <a:pt x="1155" y="1045"/>
                    <a:pt x="1122" y="1011"/>
                    <a:pt x="1089" y="978"/>
                  </a:cubicBezTo>
                  <a:cubicBezTo>
                    <a:pt x="1089" y="889"/>
                    <a:pt x="1055" y="811"/>
                    <a:pt x="1022" y="734"/>
                  </a:cubicBezTo>
                  <a:lnTo>
                    <a:pt x="922" y="578"/>
                  </a:lnTo>
                  <a:lnTo>
                    <a:pt x="944" y="756"/>
                  </a:lnTo>
                  <a:cubicBezTo>
                    <a:pt x="955" y="856"/>
                    <a:pt x="988" y="934"/>
                    <a:pt x="1022" y="1001"/>
                  </a:cubicBezTo>
                  <a:cubicBezTo>
                    <a:pt x="1022" y="1078"/>
                    <a:pt x="1010" y="1156"/>
                    <a:pt x="978" y="1223"/>
                  </a:cubicBezTo>
                  <a:cubicBezTo>
                    <a:pt x="924" y="1330"/>
                    <a:pt x="804" y="1402"/>
                    <a:pt x="696" y="1402"/>
                  </a:cubicBezTo>
                  <a:cubicBezTo>
                    <a:pt x="671" y="1402"/>
                    <a:pt x="646" y="1397"/>
                    <a:pt x="622" y="1389"/>
                  </a:cubicBezTo>
                  <a:cubicBezTo>
                    <a:pt x="499" y="1356"/>
                    <a:pt x="422" y="1223"/>
                    <a:pt x="366" y="1122"/>
                  </a:cubicBezTo>
                  <a:cubicBezTo>
                    <a:pt x="211" y="833"/>
                    <a:pt x="111" y="500"/>
                    <a:pt x="67" y="167"/>
                  </a:cubicBezTo>
                  <a:lnTo>
                    <a:pt x="0" y="167"/>
                  </a:lnTo>
                  <a:cubicBezTo>
                    <a:pt x="33" y="512"/>
                    <a:pt x="133" y="856"/>
                    <a:pt x="300" y="1156"/>
                  </a:cubicBezTo>
                  <a:cubicBezTo>
                    <a:pt x="356" y="1278"/>
                    <a:pt x="444" y="1423"/>
                    <a:pt x="600" y="1467"/>
                  </a:cubicBezTo>
                  <a:lnTo>
                    <a:pt x="611" y="1467"/>
                  </a:lnTo>
                  <a:cubicBezTo>
                    <a:pt x="639" y="1475"/>
                    <a:pt x="669" y="1479"/>
                    <a:pt x="698" y="1479"/>
                  </a:cubicBezTo>
                  <a:cubicBezTo>
                    <a:pt x="839" y="1479"/>
                    <a:pt x="980" y="1394"/>
                    <a:pt x="1044" y="1256"/>
                  </a:cubicBezTo>
                  <a:cubicBezTo>
                    <a:pt x="1066" y="1201"/>
                    <a:pt x="1089" y="1145"/>
                    <a:pt x="1089" y="1089"/>
                  </a:cubicBezTo>
                  <a:cubicBezTo>
                    <a:pt x="1122" y="1112"/>
                    <a:pt x="1144" y="1122"/>
                    <a:pt x="1178" y="1134"/>
                  </a:cubicBezTo>
                  <a:cubicBezTo>
                    <a:pt x="1195" y="1139"/>
                    <a:pt x="1213" y="1141"/>
                    <a:pt x="1231" y="1141"/>
                  </a:cubicBezTo>
                  <a:cubicBezTo>
                    <a:pt x="1337" y="1141"/>
                    <a:pt x="1442" y="1065"/>
                    <a:pt x="1499" y="989"/>
                  </a:cubicBezTo>
                  <a:cubicBezTo>
                    <a:pt x="1555" y="889"/>
                    <a:pt x="1588" y="778"/>
                    <a:pt x="1610" y="678"/>
                  </a:cubicBezTo>
                  <a:cubicBezTo>
                    <a:pt x="1800" y="967"/>
                    <a:pt x="2088" y="1189"/>
                    <a:pt x="2422" y="1289"/>
                  </a:cubicBezTo>
                  <a:lnTo>
                    <a:pt x="2466" y="1300"/>
                  </a:lnTo>
                  <a:lnTo>
                    <a:pt x="2499" y="767"/>
                  </a:lnTo>
                  <a:lnTo>
                    <a:pt x="2422" y="767"/>
                  </a:lnTo>
                  <a:lnTo>
                    <a:pt x="2400" y="1201"/>
                  </a:lnTo>
                  <a:cubicBezTo>
                    <a:pt x="2077" y="1089"/>
                    <a:pt x="1800" y="867"/>
                    <a:pt x="1622" y="567"/>
                  </a:cubicBezTo>
                  <a:cubicBezTo>
                    <a:pt x="1644" y="478"/>
                    <a:pt x="1655" y="389"/>
                    <a:pt x="1633" y="300"/>
                  </a:cubicBezTo>
                  <a:cubicBezTo>
                    <a:pt x="1622" y="179"/>
                    <a:pt x="1544" y="45"/>
                    <a:pt x="1410" y="11"/>
                  </a:cubicBezTo>
                  <a:lnTo>
                    <a:pt x="135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42">
              <a:extLst>
                <a:ext uri="{FF2B5EF4-FFF2-40B4-BE49-F238E27FC236}">
                  <a16:creationId xmlns:a16="http://schemas.microsoft.com/office/drawing/2014/main" id="{05F8BB4F-5A5B-8D7D-769C-074A30AB451C}"/>
                </a:ext>
              </a:extLst>
            </p:cNvPr>
            <p:cNvSpPr/>
            <p:nvPr/>
          </p:nvSpPr>
          <p:spPr>
            <a:xfrm>
              <a:off x="6856575" y="3870775"/>
              <a:ext cx="10025" cy="13450"/>
            </a:xfrm>
            <a:custGeom>
              <a:avLst/>
              <a:gdLst/>
              <a:ahLst/>
              <a:cxnLst/>
              <a:rect l="l" t="t" r="r" b="b"/>
              <a:pathLst>
                <a:path w="401" h="538" extrusionOk="0">
                  <a:moveTo>
                    <a:pt x="305" y="1"/>
                  </a:moveTo>
                  <a:cubicBezTo>
                    <a:pt x="286" y="1"/>
                    <a:pt x="260" y="15"/>
                    <a:pt x="222" y="49"/>
                  </a:cubicBezTo>
                  <a:cubicBezTo>
                    <a:pt x="145" y="127"/>
                    <a:pt x="67" y="216"/>
                    <a:pt x="0" y="316"/>
                  </a:cubicBezTo>
                  <a:cubicBezTo>
                    <a:pt x="101" y="416"/>
                    <a:pt x="212" y="493"/>
                    <a:pt x="345" y="538"/>
                  </a:cubicBezTo>
                  <a:lnTo>
                    <a:pt x="378" y="538"/>
                  </a:lnTo>
                  <a:cubicBezTo>
                    <a:pt x="390" y="527"/>
                    <a:pt x="400" y="505"/>
                    <a:pt x="390" y="483"/>
                  </a:cubicBezTo>
                  <a:lnTo>
                    <a:pt x="356" y="149"/>
                  </a:lnTo>
                  <a:cubicBezTo>
                    <a:pt x="348" y="73"/>
                    <a:pt x="346" y="1"/>
                    <a:pt x="30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42">
              <a:extLst>
                <a:ext uri="{FF2B5EF4-FFF2-40B4-BE49-F238E27FC236}">
                  <a16:creationId xmlns:a16="http://schemas.microsoft.com/office/drawing/2014/main" id="{655FA393-0FF6-6D09-5C53-1EF8C015E15E}"/>
                </a:ext>
              </a:extLst>
            </p:cNvPr>
            <p:cNvSpPr/>
            <p:nvPr/>
          </p:nvSpPr>
          <p:spPr>
            <a:xfrm>
              <a:off x="6850200" y="3888525"/>
              <a:ext cx="8350" cy="9875"/>
            </a:xfrm>
            <a:custGeom>
              <a:avLst/>
              <a:gdLst/>
              <a:ahLst/>
              <a:cxnLst/>
              <a:rect l="l" t="t" r="r" b="b"/>
              <a:pathLst>
                <a:path w="334" h="395" extrusionOk="0">
                  <a:moveTo>
                    <a:pt x="183" y="0"/>
                  </a:moveTo>
                  <a:cubicBezTo>
                    <a:pt x="169" y="0"/>
                    <a:pt x="150" y="15"/>
                    <a:pt x="122" y="50"/>
                  </a:cubicBezTo>
                  <a:cubicBezTo>
                    <a:pt x="78" y="128"/>
                    <a:pt x="33" y="206"/>
                    <a:pt x="0" y="284"/>
                  </a:cubicBezTo>
                  <a:cubicBezTo>
                    <a:pt x="89" y="350"/>
                    <a:pt x="189" y="383"/>
                    <a:pt x="300" y="395"/>
                  </a:cubicBezTo>
                  <a:lnTo>
                    <a:pt x="322" y="395"/>
                  </a:lnTo>
                  <a:cubicBezTo>
                    <a:pt x="333" y="383"/>
                    <a:pt x="333" y="361"/>
                    <a:pt x="322" y="350"/>
                  </a:cubicBezTo>
                  <a:cubicBezTo>
                    <a:pt x="300" y="272"/>
                    <a:pt x="267" y="183"/>
                    <a:pt x="233" y="106"/>
                  </a:cubicBezTo>
                  <a:cubicBezTo>
                    <a:pt x="219" y="49"/>
                    <a:pt x="209" y="0"/>
                    <a:pt x="183"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42">
              <a:extLst>
                <a:ext uri="{FF2B5EF4-FFF2-40B4-BE49-F238E27FC236}">
                  <a16:creationId xmlns:a16="http://schemas.microsoft.com/office/drawing/2014/main" id="{6FC18727-E3BE-8E8E-2F9E-97397FBD34AA}"/>
                </a:ext>
              </a:extLst>
            </p:cNvPr>
            <p:cNvSpPr/>
            <p:nvPr/>
          </p:nvSpPr>
          <p:spPr>
            <a:xfrm>
              <a:off x="6839350" y="3904300"/>
              <a:ext cx="9750" cy="11600"/>
            </a:xfrm>
            <a:custGeom>
              <a:avLst/>
              <a:gdLst/>
              <a:ahLst/>
              <a:cxnLst/>
              <a:rect l="l" t="t" r="r" b="b"/>
              <a:pathLst>
                <a:path w="390" h="464" extrusionOk="0">
                  <a:moveTo>
                    <a:pt x="212" y="1"/>
                  </a:moveTo>
                  <a:cubicBezTo>
                    <a:pt x="196" y="1"/>
                    <a:pt x="175" y="16"/>
                    <a:pt x="145" y="53"/>
                  </a:cubicBezTo>
                  <a:cubicBezTo>
                    <a:pt x="89" y="142"/>
                    <a:pt x="45" y="230"/>
                    <a:pt x="1" y="330"/>
                  </a:cubicBezTo>
                  <a:cubicBezTo>
                    <a:pt x="101" y="408"/>
                    <a:pt x="223" y="453"/>
                    <a:pt x="345" y="463"/>
                  </a:cubicBezTo>
                  <a:cubicBezTo>
                    <a:pt x="356" y="463"/>
                    <a:pt x="368" y="463"/>
                    <a:pt x="368" y="453"/>
                  </a:cubicBezTo>
                  <a:cubicBezTo>
                    <a:pt x="390" y="453"/>
                    <a:pt x="378" y="419"/>
                    <a:pt x="378" y="408"/>
                  </a:cubicBezTo>
                  <a:cubicBezTo>
                    <a:pt x="345" y="308"/>
                    <a:pt x="312" y="219"/>
                    <a:pt x="279" y="119"/>
                  </a:cubicBezTo>
                  <a:cubicBezTo>
                    <a:pt x="256" y="60"/>
                    <a:pt x="244" y="1"/>
                    <a:pt x="212"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42">
              <a:extLst>
                <a:ext uri="{FF2B5EF4-FFF2-40B4-BE49-F238E27FC236}">
                  <a16:creationId xmlns:a16="http://schemas.microsoft.com/office/drawing/2014/main" id="{058A8D03-4A6B-0A70-42FF-FE36AC663CBA}"/>
                </a:ext>
              </a:extLst>
            </p:cNvPr>
            <p:cNvSpPr/>
            <p:nvPr/>
          </p:nvSpPr>
          <p:spPr>
            <a:xfrm>
              <a:off x="6408875" y="3332475"/>
              <a:ext cx="339400" cy="457925"/>
            </a:xfrm>
            <a:custGeom>
              <a:avLst/>
              <a:gdLst/>
              <a:ahLst/>
              <a:cxnLst/>
              <a:rect l="l" t="t" r="r" b="b"/>
              <a:pathLst>
                <a:path w="13576" h="18317" extrusionOk="0">
                  <a:moveTo>
                    <a:pt x="7202" y="1"/>
                  </a:moveTo>
                  <a:cubicBezTo>
                    <a:pt x="6600" y="1"/>
                    <a:pt x="6004" y="100"/>
                    <a:pt x="5434" y="363"/>
                  </a:cubicBezTo>
                  <a:cubicBezTo>
                    <a:pt x="4567" y="763"/>
                    <a:pt x="3834" y="1397"/>
                    <a:pt x="3190" y="2108"/>
                  </a:cubicBezTo>
                  <a:cubicBezTo>
                    <a:pt x="1645" y="3829"/>
                    <a:pt x="612" y="6051"/>
                    <a:pt x="534" y="8362"/>
                  </a:cubicBezTo>
                  <a:cubicBezTo>
                    <a:pt x="534" y="8551"/>
                    <a:pt x="534" y="8761"/>
                    <a:pt x="634" y="8929"/>
                  </a:cubicBezTo>
                  <a:lnTo>
                    <a:pt x="1001" y="8561"/>
                  </a:lnTo>
                  <a:lnTo>
                    <a:pt x="1001" y="8561"/>
                  </a:lnTo>
                  <a:cubicBezTo>
                    <a:pt x="368" y="10017"/>
                    <a:pt x="1" y="11617"/>
                    <a:pt x="123" y="13205"/>
                  </a:cubicBezTo>
                  <a:cubicBezTo>
                    <a:pt x="190" y="13983"/>
                    <a:pt x="379" y="14760"/>
                    <a:pt x="679" y="15471"/>
                  </a:cubicBezTo>
                  <a:cubicBezTo>
                    <a:pt x="956" y="16115"/>
                    <a:pt x="1401" y="16994"/>
                    <a:pt x="2000" y="17416"/>
                  </a:cubicBezTo>
                  <a:cubicBezTo>
                    <a:pt x="3036" y="18133"/>
                    <a:pt x="4422" y="18316"/>
                    <a:pt x="5701" y="18316"/>
                  </a:cubicBezTo>
                  <a:cubicBezTo>
                    <a:pt x="5985" y="18316"/>
                    <a:pt x="6264" y="18307"/>
                    <a:pt x="6533" y="18293"/>
                  </a:cubicBezTo>
                  <a:cubicBezTo>
                    <a:pt x="7133" y="18271"/>
                    <a:pt x="7722" y="18204"/>
                    <a:pt x="8310" y="18149"/>
                  </a:cubicBezTo>
                  <a:cubicBezTo>
                    <a:pt x="9221" y="18048"/>
                    <a:pt x="10132" y="17860"/>
                    <a:pt x="11032" y="17793"/>
                  </a:cubicBezTo>
                  <a:cubicBezTo>
                    <a:pt x="11854" y="17727"/>
                    <a:pt x="12632" y="17360"/>
                    <a:pt x="13020" y="16594"/>
                  </a:cubicBezTo>
                  <a:cubicBezTo>
                    <a:pt x="13308" y="16029"/>
                    <a:pt x="13340" y="15379"/>
                    <a:pt x="13323" y="14741"/>
                  </a:cubicBezTo>
                  <a:lnTo>
                    <a:pt x="13323" y="14741"/>
                  </a:lnTo>
                  <a:cubicBezTo>
                    <a:pt x="13332" y="14766"/>
                    <a:pt x="13342" y="14791"/>
                    <a:pt x="13354" y="14816"/>
                  </a:cubicBezTo>
                  <a:cubicBezTo>
                    <a:pt x="13432" y="14627"/>
                    <a:pt x="13454" y="14416"/>
                    <a:pt x="13465" y="14216"/>
                  </a:cubicBezTo>
                  <a:cubicBezTo>
                    <a:pt x="13576" y="11817"/>
                    <a:pt x="11887" y="9773"/>
                    <a:pt x="11821" y="7428"/>
                  </a:cubicBezTo>
                  <a:cubicBezTo>
                    <a:pt x="11810" y="7062"/>
                    <a:pt x="11832" y="6695"/>
                    <a:pt x="11910" y="6317"/>
                  </a:cubicBezTo>
                  <a:cubicBezTo>
                    <a:pt x="11976" y="5996"/>
                    <a:pt x="12087" y="5695"/>
                    <a:pt x="12143" y="5374"/>
                  </a:cubicBezTo>
                  <a:cubicBezTo>
                    <a:pt x="12354" y="4273"/>
                    <a:pt x="11998" y="3130"/>
                    <a:pt x="11443" y="2163"/>
                  </a:cubicBezTo>
                  <a:cubicBezTo>
                    <a:pt x="10865" y="1163"/>
                    <a:pt x="10110" y="474"/>
                    <a:pt x="8977" y="230"/>
                  </a:cubicBezTo>
                  <a:cubicBezTo>
                    <a:pt x="8392" y="98"/>
                    <a:pt x="7794" y="1"/>
                    <a:pt x="7202"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42">
              <a:extLst>
                <a:ext uri="{FF2B5EF4-FFF2-40B4-BE49-F238E27FC236}">
                  <a16:creationId xmlns:a16="http://schemas.microsoft.com/office/drawing/2014/main" id="{803AC2D8-C9B3-1A3D-90CC-8278B8667451}"/>
                </a:ext>
              </a:extLst>
            </p:cNvPr>
            <p:cNvSpPr/>
            <p:nvPr/>
          </p:nvSpPr>
          <p:spPr>
            <a:xfrm>
              <a:off x="6425825" y="3546500"/>
              <a:ext cx="8075" cy="20575"/>
            </a:xfrm>
            <a:custGeom>
              <a:avLst/>
              <a:gdLst/>
              <a:ahLst/>
              <a:cxnLst/>
              <a:rect l="l" t="t" r="r" b="b"/>
              <a:pathLst>
                <a:path w="323" h="823" extrusionOk="0">
                  <a:moveTo>
                    <a:pt x="323" y="0"/>
                  </a:moveTo>
                  <a:cubicBezTo>
                    <a:pt x="134" y="178"/>
                    <a:pt x="68" y="511"/>
                    <a:pt x="1" y="823"/>
                  </a:cubicBezTo>
                  <a:cubicBezTo>
                    <a:pt x="100" y="545"/>
                    <a:pt x="201" y="267"/>
                    <a:pt x="323" y="0"/>
                  </a:cubicBezTo>
                  <a:close/>
                </a:path>
              </a:pathLst>
            </a:custGeom>
            <a:solidFill>
              <a:srgbClr val="CAB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42">
              <a:extLst>
                <a:ext uri="{FF2B5EF4-FFF2-40B4-BE49-F238E27FC236}">
                  <a16:creationId xmlns:a16="http://schemas.microsoft.com/office/drawing/2014/main" id="{74C3C7AC-79C7-BA44-C9AD-5A81413A8C01}"/>
                </a:ext>
              </a:extLst>
            </p:cNvPr>
            <p:cNvSpPr/>
            <p:nvPr/>
          </p:nvSpPr>
          <p:spPr>
            <a:xfrm>
              <a:off x="6399175" y="3409300"/>
              <a:ext cx="297450" cy="292750"/>
            </a:xfrm>
            <a:custGeom>
              <a:avLst/>
              <a:gdLst/>
              <a:ahLst/>
              <a:cxnLst/>
              <a:rect l="l" t="t" r="r" b="b"/>
              <a:pathLst>
                <a:path w="11898" h="11710" extrusionOk="0">
                  <a:moveTo>
                    <a:pt x="2800" y="1"/>
                  </a:moveTo>
                  <a:cubicBezTo>
                    <a:pt x="1744" y="1479"/>
                    <a:pt x="1055" y="3200"/>
                    <a:pt x="944" y="5000"/>
                  </a:cubicBezTo>
                  <a:lnTo>
                    <a:pt x="944" y="5011"/>
                  </a:lnTo>
                  <a:cubicBezTo>
                    <a:pt x="944" y="5011"/>
                    <a:pt x="944" y="5022"/>
                    <a:pt x="934" y="5022"/>
                  </a:cubicBezTo>
                  <a:lnTo>
                    <a:pt x="934" y="5056"/>
                  </a:lnTo>
                  <a:lnTo>
                    <a:pt x="934" y="5066"/>
                  </a:lnTo>
                  <a:lnTo>
                    <a:pt x="934" y="5078"/>
                  </a:lnTo>
                  <a:lnTo>
                    <a:pt x="934" y="5089"/>
                  </a:lnTo>
                  <a:lnTo>
                    <a:pt x="934" y="5100"/>
                  </a:lnTo>
                  <a:lnTo>
                    <a:pt x="934" y="5111"/>
                  </a:lnTo>
                  <a:lnTo>
                    <a:pt x="934" y="5122"/>
                  </a:lnTo>
                  <a:lnTo>
                    <a:pt x="934" y="5133"/>
                  </a:lnTo>
                  <a:lnTo>
                    <a:pt x="934" y="5145"/>
                  </a:lnTo>
                  <a:lnTo>
                    <a:pt x="934" y="5155"/>
                  </a:lnTo>
                  <a:lnTo>
                    <a:pt x="934" y="5167"/>
                  </a:lnTo>
                  <a:lnTo>
                    <a:pt x="934" y="5177"/>
                  </a:lnTo>
                  <a:lnTo>
                    <a:pt x="934" y="5189"/>
                  </a:lnTo>
                  <a:lnTo>
                    <a:pt x="934" y="5200"/>
                  </a:lnTo>
                  <a:lnTo>
                    <a:pt x="934" y="5211"/>
                  </a:lnTo>
                  <a:lnTo>
                    <a:pt x="934" y="5222"/>
                  </a:lnTo>
                  <a:lnTo>
                    <a:pt x="934" y="5233"/>
                  </a:lnTo>
                  <a:lnTo>
                    <a:pt x="934" y="5244"/>
                  </a:lnTo>
                  <a:lnTo>
                    <a:pt x="922" y="5244"/>
                  </a:lnTo>
                  <a:lnTo>
                    <a:pt x="922" y="5256"/>
                  </a:lnTo>
                  <a:lnTo>
                    <a:pt x="922" y="5266"/>
                  </a:lnTo>
                  <a:lnTo>
                    <a:pt x="922" y="5278"/>
                  </a:lnTo>
                  <a:lnTo>
                    <a:pt x="922" y="5289"/>
                  </a:lnTo>
                  <a:lnTo>
                    <a:pt x="922" y="5333"/>
                  </a:lnTo>
                  <a:cubicBezTo>
                    <a:pt x="922" y="5511"/>
                    <a:pt x="934" y="5700"/>
                    <a:pt x="1022" y="5856"/>
                  </a:cubicBezTo>
                  <a:lnTo>
                    <a:pt x="1389" y="5488"/>
                  </a:lnTo>
                  <a:lnTo>
                    <a:pt x="1389" y="5488"/>
                  </a:lnTo>
                  <a:cubicBezTo>
                    <a:pt x="1267" y="5755"/>
                    <a:pt x="1166" y="6033"/>
                    <a:pt x="1067" y="6311"/>
                  </a:cubicBezTo>
                  <a:cubicBezTo>
                    <a:pt x="1033" y="6466"/>
                    <a:pt x="1000" y="6622"/>
                    <a:pt x="967" y="6755"/>
                  </a:cubicBezTo>
                  <a:cubicBezTo>
                    <a:pt x="867" y="7066"/>
                    <a:pt x="0" y="9877"/>
                    <a:pt x="922" y="11709"/>
                  </a:cubicBezTo>
                  <a:cubicBezTo>
                    <a:pt x="1322" y="11398"/>
                    <a:pt x="1956" y="11043"/>
                    <a:pt x="2489" y="11043"/>
                  </a:cubicBezTo>
                  <a:cubicBezTo>
                    <a:pt x="2556" y="11043"/>
                    <a:pt x="2622" y="11054"/>
                    <a:pt x="2677" y="11065"/>
                  </a:cubicBezTo>
                  <a:cubicBezTo>
                    <a:pt x="2933" y="11110"/>
                    <a:pt x="3144" y="11143"/>
                    <a:pt x="3410" y="11143"/>
                  </a:cubicBezTo>
                  <a:lnTo>
                    <a:pt x="3489" y="11143"/>
                  </a:lnTo>
                  <a:cubicBezTo>
                    <a:pt x="3721" y="11143"/>
                    <a:pt x="3966" y="11154"/>
                    <a:pt x="4121" y="11343"/>
                  </a:cubicBezTo>
                  <a:cubicBezTo>
                    <a:pt x="4321" y="11565"/>
                    <a:pt x="4632" y="11643"/>
                    <a:pt x="4933" y="11643"/>
                  </a:cubicBezTo>
                  <a:cubicBezTo>
                    <a:pt x="4988" y="11643"/>
                    <a:pt x="5044" y="11643"/>
                    <a:pt x="5099" y="11632"/>
                  </a:cubicBezTo>
                  <a:cubicBezTo>
                    <a:pt x="5399" y="11598"/>
                    <a:pt x="5688" y="11499"/>
                    <a:pt x="5977" y="11432"/>
                  </a:cubicBezTo>
                  <a:cubicBezTo>
                    <a:pt x="6155" y="11388"/>
                    <a:pt x="6333" y="11365"/>
                    <a:pt x="6521" y="11365"/>
                  </a:cubicBezTo>
                  <a:cubicBezTo>
                    <a:pt x="6632" y="11365"/>
                    <a:pt x="6743" y="11376"/>
                    <a:pt x="6854" y="11398"/>
                  </a:cubicBezTo>
                  <a:cubicBezTo>
                    <a:pt x="7165" y="11465"/>
                    <a:pt x="7454" y="11588"/>
                    <a:pt x="7765" y="11632"/>
                  </a:cubicBezTo>
                  <a:cubicBezTo>
                    <a:pt x="7854" y="11643"/>
                    <a:pt x="7943" y="11654"/>
                    <a:pt x="8032" y="11654"/>
                  </a:cubicBezTo>
                  <a:cubicBezTo>
                    <a:pt x="8454" y="11654"/>
                    <a:pt x="8898" y="11521"/>
                    <a:pt x="9298" y="11410"/>
                  </a:cubicBezTo>
                  <a:cubicBezTo>
                    <a:pt x="9831" y="11243"/>
                    <a:pt x="10354" y="11032"/>
                    <a:pt x="10820" y="10732"/>
                  </a:cubicBezTo>
                  <a:cubicBezTo>
                    <a:pt x="11243" y="10455"/>
                    <a:pt x="11698" y="10065"/>
                    <a:pt x="11820" y="9554"/>
                  </a:cubicBezTo>
                  <a:cubicBezTo>
                    <a:pt x="11898" y="9233"/>
                    <a:pt x="11764" y="8977"/>
                    <a:pt x="11564" y="8732"/>
                  </a:cubicBezTo>
                  <a:cubicBezTo>
                    <a:pt x="11387" y="8510"/>
                    <a:pt x="11243" y="8299"/>
                    <a:pt x="11109" y="8044"/>
                  </a:cubicBezTo>
                  <a:cubicBezTo>
                    <a:pt x="10964" y="7777"/>
                    <a:pt x="10843" y="7500"/>
                    <a:pt x="10665" y="7266"/>
                  </a:cubicBezTo>
                  <a:cubicBezTo>
                    <a:pt x="10509" y="7044"/>
                    <a:pt x="10320" y="6944"/>
                    <a:pt x="10054" y="6900"/>
                  </a:cubicBezTo>
                  <a:cubicBezTo>
                    <a:pt x="9898" y="6878"/>
                    <a:pt x="9720" y="6866"/>
                    <a:pt x="9554" y="6866"/>
                  </a:cubicBezTo>
                  <a:cubicBezTo>
                    <a:pt x="9365" y="6866"/>
                    <a:pt x="9165" y="6878"/>
                    <a:pt x="8965" y="6888"/>
                  </a:cubicBezTo>
                  <a:cubicBezTo>
                    <a:pt x="8776" y="6900"/>
                    <a:pt x="8576" y="6922"/>
                    <a:pt x="8387" y="6922"/>
                  </a:cubicBezTo>
                  <a:lnTo>
                    <a:pt x="8377" y="6922"/>
                  </a:lnTo>
                  <a:cubicBezTo>
                    <a:pt x="7387" y="6922"/>
                    <a:pt x="6444" y="6355"/>
                    <a:pt x="5943" y="5500"/>
                  </a:cubicBezTo>
                  <a:cubicBezTo>
                    <a:pt x="5477" y="4711"/>
                    <a:pt x="5355" y="3778"/>
                    <a:pt x="5022" y="2945"/>
                  </a:cubicBezTo>
                  <a:cubicBezTo>
                    <a:pt x="4622" y="1945"/>
                    <a:pt x="3855" y="512"/>
                    <a:pt x="2800" y="1"/>
                  </a:cubicBezTo>
                  <a:close/>
                </a:path>
              </a:pathLst>
            </a:custGeom>
            <a:solidFill>
              <a:srgbClr val="6E3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42">
              <a:extLst>
                <a:ext uri="{FF2B5EF4-FFF2-40B4-BE49-F238E27FC236}">
                  <a16:creationId xmlns:a16="http://schemas.microsoft.com/office/drawing/2014/main" id="{C582FA14-FC93-58CE-B79E-FB0BC5D8DB86}"/>
                </a:ext>
              </a:extLst>
            </p:cNvPr>
            <p:cNvSpPr/>
            <p:nvPr/>
          </p:nvSpPr>
          <p:spPr>
            <a:xfrm>
              <a:off x="6704375" y="3405425"/>
              <a:ext cx="14750" cy="35850"/>
            </a:xfrm>
            <a:custGeom>
              <a:avLst/>
              <a:gdLst/>
              <a:ahLst/>
              <a:cxnLst/>
              <a:rect l="l" t="t" r="r" b="b"/>
              <a:pathLst>
                <a:path w="590" h="1434" extrusionOk="0">
                  <a:moveTo>
                    <a:pt x="1" y="0"/>
                  </a:moveTo>
                  <a:cubicBezTo>
                    <a:pt x="190" y="467"/>
                    <a:pt x="323" y="945"/>
                    <a:pt x="368" y="1434"/>
                  </a:cubicBezTo>
                  <a:lnTo>
                    <a:pt x="590" y="1434"/>
                  </a:lnTo>
                  <a:cubicBezTo>
                    <a:pt x="512" y="1145"/>
                    <a:pt x="412" y="867"/>
                    <a:pt x="301" y="589"/>
                  </a:cubicBezTo>
                  <a:cubicBezTo>
                    <a:pt x="212" y="389"/>
                    <a:pt x="112" y="189"/>
                    <a:pt x="1" y="0"/>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42">
              <a:extLst>
                <a:ext uri="{FF2B5EF4-FFF2-40B4-BE49-F238E27FC236}">
                  <a16:creationId xmlns:a16="http://schemas.microsoft.com/office/drawing/2014/main" id="{C0D30763-3E71-D852-BA6F-C30EDF50CDA3}"/>
                </a:ext>
              </a:extLst>
            </p:cNvPr>
            <p:cNvSpPr/>
            <p:nvPr/>
          </p:nvSpPr>
          <p:spPr>
            <a:xfrm>
              <a:off x="6501075" y="3342950"/>
              <a:ext cx="212500" cy="162475"/>
            </a:xfrm>
            <a:custGeom>
              <a:avLst/>
              <a:gdLst/>
              <a:ahLst/>
              <a:cxnLst/>
              <a:rect l="l" t="t" r="r" b="b"/>
              <a:pathLst>
                <a:path w="8500" h="6499" extrusionOk="0">
                  <a:moveTo>
                    <a:pt x="3967" y="0"/>
                  </a:moveTo>
                  <a:cubicBezTo>
                    <a:pt x="3311" y="0"/>
                    <a:pt x="2790" y="222"/>
                    <a:pt x="2190" y="600"/>
                  </a:cubicBezTo>
                  <a:cubicBezTo>
                    <a:pt x="1201" y="1244"/>
                    <a:pt x="412" y="2210"/>
                    <a:pt x="1" y="3311"/>
                  </a:cubicBezTo>
                  <a:cubicBezTo>
                    <a:pt x="13" y="3432"/>
                    <a:pt x="35" y="3566"/>
                    <a:pt x="57" y="3688"/>
                  </a:cubicBezTo>
                  <a:cubicBezTo>
                    <a:pt x="134" y="4022"/>
                    <a:pt x="312" y="4277"/>
                    <a:pt x="579" y="4499"/>
                  </a:cubicBezTo>
                  <a:cubicBezTo>
                    <a:pt x="756" y="4632"/>
                    <a:pt x="845" y="4799"/>
                    <a:pt x="1012" y="4932"/>
                  </a:cubicBezTo>
                  <a:cubicBezTo>
                    <a:pt x="1146" y="5054"/>
                    <a:pt x="1323" y="5110"/>
                    <a:pt x="1445" y="5232"/>
                  </a:cubicBezTo>
                  <a:cubicBezTo>
                    <a:pt x="1546" y="5332"/>
                    <a:pt x="1612" y="5454"/>
                    <a:pt x="1679" y="5577"/>
                  </a:cubicBezTo>
                  <a:cubicBezTo>
                    <a:pt x="1978" y="6043"/>
                    <a:pt x="2479" y="6387"/>
                    <a:pt x="3023" y="6476"/>
                  </a:cubicBezTo>
                  <a:cubicBezTo>
                    <a:pt x="3134" y="6498"/>
                    <a:pt x="3245" y="6498"/>
                    <a:pt x="3345" y="6498"/>
                  </a:cubicBezTo>
                  <a:cubicBezTo>
                    <a:pt x="3800" y="6498"/>
                    <a:pt x="4245" y="6354"/>
                    <a:pt x="4589" y="6076"/>
                  </a:cubicBezTo>
                  <a:cubicBezTo>
                    <a:pt x="4733" y="5965"/>
                    <a:pt x="4867" y="5821"/>
                    <a:pt x="5044" y="5799"/>
                  </a:cubicBezTo>
                  <a:lnTo>
                    <a:pt x="5100" y="5799"/>
                  </a:lnTo>
                  <a:cubicBezTo>
                    <a:pt x="5178" y="5799"/>
                    <a:pt x="5256" y="5821"/>
                    <a:pt x="5333" y="5832"/>
                  </a:cubicBezTo>
                  <a:lnTo>
                    <a:pt x="5422" y="5832"/>
                  </a:lnTo>
                  <a:cubicBezTo>
                    <a:pt x="5834" y="5832"/>
                    <a:pt x="6200" y="5565"/>
                    <a:pt x="6500" y="5288"/>
                  </a:cubicBezTo>
                  <a:cubicBezTo>
                    <a:pt x="6833" y="4977"/>
                    <a:pt x="7133" y="4644"/>
                    <a:pt x="7488" y="4377"/>
                  </a:cubicBezTo>
                  <a:cubicBezTo>
                    <a:pt x="7777" y="4143"/>
                    <a:pt x="8133" y="3966"/>
                    <a:pt x="8500" y="3933"/>
                  </a:cubicBezTo>
                  <a:cubicBezTo>
                    <a:pt x="8455" y="3444"/>
                    <a:pt x="8322" y="2966"/>
                    <a:pt x="8133" y="2499"/>
                  </a:cubicBezTo>
                  <a:cubicBezTo>
                    <a:pt x="7799" y="1944"/>
                    <a:pt x="7377" y="1433"/>
                    <a:pt x="6888" y="1011"/>
                  </a:cubicBezTo>
                  <a:cubicBezTo>
                    <a:pt x="6177" y="411"/>
                    <a:pt x="5278" y="133"/>
                    <a:pt x="4367" y="22"/>
                  </a:cubicBezTo>
                  <a:cubicBezTo>
                    <a:pt x="4222" y="11"/>
                    <a:pt x="4089" y="0"/>
                    <a:pt x="3967"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42">
              <a:extLst>
                <a:ext uri="{FF2B5EF4-FFF2-40B4-BE49-F238E27FC236}">
                  <a16:creationId xmlns:a16="http://schemas.microsoft.com/office/drawing/2014/main" id="{6957D6A3-84AD-EFDB-AD45-9A1D2F111A26}"/>
                </a:ext>
              </a:extLst>
            </p:cNvPr>
            <p:cNvSpPr/>
            <p:nvPr/>
          </p:nvSpPr>
          <p:spPr>
            <a:xfrm>
              <a:off x="6631900" y="3662575"/>
              <a:ext cx="87500" cy="97800"/>
            </a:xfrm>
            <a:custGeom>
              <a:avLst/>
              <a:gdLst/>
              <a:ahLst/>
              <a:cxnLst/>
              <a:rect l="l" t="t" r="r" b="b"/>
              <a:pathLst>
                <a:path w="3500" h="3912" extrusionOk="0">
                  <a:moveTo>
                    <a:pt x="3400" y="1"/>
                  </a:moveTo>
                  <a:cubicBezTo>
                    <a:pt x="3378" y="13"/>
                    <a:pt x="3356" y="23"/>
                    <a:pt x="3333" y="23"/>
                  </a:cubicBezTo>
                  <a:cubicBezTo>
                    <a:pt x="3400" y="212"/>
                    <a:pt x="3411" y="401"/>
                    <a:pt x="3411" y="534"/>
                  </a:cubicBezTo>
                  <a:cubicBezTo>
                    <a:pt x="3422" y="1323"/>
                    <a:pt x="3055" y="2123"/>
                    <a:pt x="2455" y="2623"/>
                  </a:cubicBezTo>
                  <a:cubicBezTo>
                    <a:pt x="2422" y="2512"/>
                    <a:pt x="2400" y="2390"/>
                    <a:pt x="2400" y="2267"/>
                  </a:cubicBezTo>
                  <a:cubicBezTo>
                    <a:pt x="2411" y="2201"/>
                    <a:pt x="2411" y="2123"/>
                    <a:pt x="2400" y="2057"/>
                  </a:cubicBezTo>
                  <a:lnTo>
                    <a:pt x="2356" y="1701"/>
                  </a:lnTo>
                  <a:lnTo>
                    <a:pt x="2322" y="2057"/>
                  </a:lnTo>
                  <a:cubicBezTo>
                    <a:pt x="2322" y="2123"/>
                    <a:pt x="2311" y="2190"/>
                    <a:pt x="2322" y="2267"/>
                  </a:cubicBezTo>
                  <a:cubicBezTo>
                    <a:pt x="2267" y="2545"/>
                    <a:pt x="2067" y="2790"/>
                    <a:pt x="1878" y="2956"/>
                  </a:cubicBezTo>
                  <a:cubicBezTo>
                    <a:pt x="1455" y="3334"/>
                    <a:pt x="912" y="3600"/>
                    <a:pt x="356" y="3701"/>
                  </a:cubicBezTo>
                  <a:cubicBezTo>
                    <a:pt x="234" y="3723"/>
                    <a:pt x="67" y="3745"/>
                    <a:pt x="1" y="3878"/>
                  </a:cubicBezTo>
                  <a:lnTo>
                    <a:pt x="67" y="3911"/>
                  </a:lnTo>
                  <a:cubicBezTo>
                    <a:pt x="122" y="3812"/>
                    <a:pt x="256" y="3790"/>
                    <a:pt x="367" y="3767"/>
                  </a:cubicBezTo>
                  <a:cubicBezTo>
                    <a:pt x="944" y="3667"/>
                    <a:pt x="1500" y="3400"/>
                    <a:pt x="1922" y="3012"/>
                  </a:cubicBezTo>
                  <a:cubicBezTo>
                    <a:pt x="2078" y="2879"/>
                    <a:pt x="2245" y="2689"/>
                    <a:pt x="2344" y="2467"/>
                  </a:cubicBezTo>
                  <a:cubicBezTo>
                    <a:pt x="2356" y="2545"/>
                    <a:pt x="2378" y="2623"/>
                    <a:pt x="2400" y="2701"/>
                  </a:cubicBezTo>
                  <a:lnTo>
                    <a:pt x="2411" y="2756"/>
                  </a:lnTo>
                  <a:lnTo>
                    <a:pt x="2455" y="2723"/>
                  </a:lnTo>
                  <a:cubicBezTo>
                    <a:pt x="3111" y="2201"/>
                    <a:pt x="3500" y="1368"/>
                    <a:pt x="3489" y="534"/>
                  </a:cubicBezTo>
                  <a:cubicBezTo>
                    <a:pt x="3489" y="401"/>
                    <a:pt x="3467" y="201"/>
                    <a:pt x="34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42">
              <a:extLst>
                <a:ext uri="{FF2B5EF4-FFF2-40B4-BE49-F238E27FC236}">
                  <a16:creationId xmlns:a16="http://schemas.microsoft.com/office/drawing/2014/main" id="{EEABD435-AC15-F964-72ED-1424F7CBEE2D}"/>
                </a:ext>
              </a:extLst>
            </p:cNvPr>
            <p:cNvSpPr/>
            <p:nvPr/>
          </p:nvSpPr>
          <p:spPr>
            <a:xfrm>
              <a:off x="6510525" y="3191500"/>
              <a:ext cx="249700" cy="288025"/>
            </a:xfrm>
            <a:custGeom>
              <a:avLst/>
              <a:gdLst/>
              <a:ahLst/>
              <a:cxnLst/>
              <a:rect l="l" t="t" r="r" b="b"/>
              <a:pathLst>
                <a:path w="9988" h="11521" extrusionOk="0">
                  <a:moveTo>
                    <a:pt x="4071" y="1"/>
                  </a:moveTo>
                  <a:cubicBezTo>
                    <a:pt x="3818" y="1"/>
                    <a:pt x="3568" y="30"/>
                    <a:pt x="3345" y="104"/>
                  </a:cubicBezTo>
                  <a:cubicBezTo>
                    <a:pt x="3178" y="148"/>
                    <a:pt x="3022" y="259"/>
                    <a:pt x="2911" y="393"/>
                  </a:cubicBezTo>
                  <a:cubicBezTo>
                    <a:pt x="2756" y="581"/>
                    <a:pt x="2701" y="837"/>
                    <a:pt x="2901" y="1070"/>
                  </a:cubicBezTo>
                  <a:cubicBezTo>
                    <a:pt x="2667" y="1114"/>
                    <a:pt x="2445" y="1215"/>
                    <a:pt x="2256" y="1370"/>
                  </a:cubicBezTo>
                  <a:cubicBezTo>
                    <a:pt x="2323" y="1470"/>
                    <a:pt x="2434" y="1559"/>
                    <a:pt x="2545" y="1592"/>
                  </a:cubicBezTo>
                  <a:cubicBezTo>
                    <a:pt x="1489" y="2148"/>
                    <a:pt x="745" y="3281"/>
                    <a:pt x="667" y="4481"/>
                  </a:cubicBezTo>
                  <a:cubicBezTo>
                    <a:pt x="657" y="4647"/>
                    <a:pt x="701" y="4780"/>
                    <a:pt x="845" y="4858"/>
                  </a:cubicBezTo>
                  <a:cubicBezTo>
                    <a:pt x="768" y="5069"/>
                    <a:pt x="146" y="7135"/>
                    <a:pt x="1" y="7135"/>
                  </a:cubicBezTo>
                  <a:lnTo>
                    <a:pt x="368" y="7135"/>
                  </a:lnTo>
                  <a:cubicBezTo>
                    <a:pt x="323" y="7824"/>
                    <a:pt x="279" y="8502"/>
                    <a:pt x="234" y="9179"/>
                  </a:cubicBezTo>
                  <a:cubicBezTo>
                    <a:pt x="212" y="9480"/>
                    <a:pt x="190" y="9801"/>
                    <a:pt x="334" y="10068"/>
                  </a:cubicBezTo>
                  <a:cubicBezTo>
                    <a:pt x="435" y="10278"/>
                    <a:pt x="662" y="10431"/>
                    <a:pt x="882" y="10431"/>
                  </a:cubicBezTo>
                  <a:cubicBezTo>
                    <a:pt x="953" y="10431"/>
                    <a:pt x="1024" y="10415"/>
                    <a:pt x="1089" y="10379"/>
                  </a:cubicBezTo>
                  <a:cubicBezTo>
                    <a:pt x="1248" y="11074"/>
                    <a:pt x="1993" y="11521"/>
                    <a:pt x="2713" y="11521"/>
                  </a:cubicBezTo>
                  <a:cubicBezTo>
                    <a:pt x="2798" y="11521"/>
                    <a:pt x="2883" y="11514"/>
                    <a:pt x="2967" y="11501"/>
                  </a:cubicBezTo>
                  <a:cubicBezTo>
                    <a:pt x="3755" y="11368"/>
                    <a:pt x="4422" y="10791"/>
                    <a:pt x="4844" y="10102"/>
                  </a:cubicBezTo>
                  <a:lnTo>
                    <a:pt x="4844" y="10102"/>
                  </a:lnTo>
                  <a:cubicBezTo>
                    <a:pt x="4767" y="10324"/>
                    <a:pt x="4977" y="10557"/>
                    <a:pt x="5211" y="10579"/>
                  </a:cubicBezTo>
                  <a:cubicBezTo>
                    <a:pt x="5230" y="10581"/>
                    <a:pt x="5249" y="10582"/>
                    <a:pt x="5267" y="10582"/>
                  </a:cubicBezTo>
                  <a:cubicBezTo>
                    <a:pt x="5478" y="10582"/>
                    <a:pt x="5672" y="10470"/>
                    <a:pt x="5855" y="10368"/>
                  </a:cubicBezTo>
                  <a:cubicBezTo>
                    <a:pt x="6377" y="10057"/>
                    <a:pt x="6888" y="9702"/>
                    <a:pt x="7277" y="9235"/>
                  </a:cubicBezTo>
                  <a:cubicBezTo>
                    <a:pt x="7399" y="9102"/>
                    <a:pt x="7544" y="8713"/>
                    <a:pt x="7700" y="8646"/>
                  </a:cubicBezTo>
                  <a:cubicBezTo>
                    <a:pt x="7708" y="8641"/>
                    <a:pt x="7717" y="8639"/>
                    <a:pt x="7727" y="8639"/>
                  </a:cubicBezTo>
                  <a:cubicBezTo>
                    <a:pt x="7796" y="8639"/>
                    <a:pt x="7899" y="8745"/>
                    <a:pt x="8002" y="8745"/>
                  </a:cubicBezTo>
                  <a:cubicBezTo>
                    <a:pt x="8020" y="8745"/>
                    <a:pt x="8038" y="8742"/>
                    <a:pt x="8055" y="8735"/>
                  </a:cubicBezTo>
                  <a:cubicBezTo>
                    <a:pt x="8760" y="8493"/>
                    <a:pt x="9563" y="6765"/>
                    <a:pt x="9187" y="6065"/>
                  </a:cubicBezTo>
                  <a:lnTo>
                    <a:pt x="9187" y="6065"/>
                  </a:lnTo>
                  <a:cubicBezTo>
                    <a:pt x="9295" y="6258"/>
                    <a:pt x="9414" y="6442"/>
                    <a:pt x="9521" y="6636"/>
                  </a:cubicBezTo>
                  <a:cubicBezTo>
                    <a:pt x="9988" y="5858"/>
                    <a:pt x="9754" y="4858"/>
                    <a:pt x="9388" y="4025"/>
                  </a:cubicBezTo>
                  <a:cubicBezTo>
                    <a:pt x="9255" y="3703"/>
                    <a:pt x="9088" y="3380"/>
                    <a:pt x="8899" y="3081"/>
                  </a:cubicBezTo>
                  <a:cubicBezTo>
                    <a:pt x="8766" y="2859"/>
                    <a:pt x="8399" y="2548"/>
                    <a:pt x="8344" y="2292"/>
                  </a:cubicBezTo>
                  <a:cubicBezTo>
                    <a:pt x="8304" y="2134"/>
                    <a:pt x="8762" y="1174"/>
                    <a:pt x="8465" y="1174"/>
                  </a:cubicBezTo>
                  <a:cubicBezTo>
                    <a:pt x="8426" y="1174"/>
                    <a:pt x="8376" y="1190"/>
                    <a:pt x="8310" y="1225"/>
                  </a:cubicBezTo>
                  <a:cubicBezTo>
                    <a:pt x="8110" y="1336"/>
                    <a:pt x="7932" y="1470"/>
                    <a:pt x="7766" y="1625"/>
                  </a:cubicBezTo>
                  <a:cubicBezTo>
                    <a:pt x="7866" y="1459"/>
                    <a:pt x="7844" y="1237"/>
                    <a:pt x="7710" y="1104"/>
                  </a:cubicBezTo>
                  <a:cubicBezTo>
                    <a:pt x="7511" y="1225"/>
                    <a:pt x="7510" y="1524"/>
                    <a:pt x="7378" y="1691"/>
                  </a:cubicBezTo>
                  <a:lnTo>
                    <a:pt x="7378" y="1691"/>
                  </a:lnTo>
                  <a:cubicBezTo>
                    <a:pt x="7483" y="1554"/>
                    <a:pt x="6466" y="748"/>
                    <a:pt x="6355" y="681"/>
                  </a:cubicBezTo>
                  <a:cubicBezTo>
                    <a:pt x="5911" y="381"/>
                    <a:pt x="5411" y="181"/>
                    <a:pt x="4878" y="82"/>
                  </a:cubicBezTo>
                  <a:cubicBezTo>
                    <a:pt x="4628" y="35"/>
                    <a:pt x="4348" y="1"/>
                    <a:pt x="4071"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42">
              <a:extLst>
                <a:ext uri="{FF2B5EF4-FFF2-40B4-BE49-F238E27FC236}">
                  <a16:creationId xmlns:a16="http://schemas.microsoft.com/office/drawing/2014/main" id="{DD6F1296-0AAE-FA25-63D8-F6E8D0844C05}"/>
                </a:ext>
              </a:extLst>
            </p:cNvPr>
            <p:cNvSpPr/>
            <p:nvPr/>
          </p:nvSpPr>
          <p:spPr>
            <a:xfrm>
              <a:off x="6533850" y="3237175"/>
              <a:ext cx="153900" cy="134150"/>
            </a:xfrm>
            <a:custGeom>
              <a:avLst/>
              <a:gdLst/>
              <a:ahLst/>
              <a:cxnLst/>
              <a:rect l="l" t="t" r="r" b="b"/>
              <a:pathLst>
                <a:path w="6156" h="5366" extrusionOk="0">
                  <a:moveTo>
                    <a:pt x="2741" y="0"/>
                  </a:moveTo>
                  <a:cubicBezTo>
                    <a:pt x="2705" y="0"/>
                    <a:pt x="2670" y="3"/>
                    <a:pt x="2634" y="10"/>
                  </a:cubicBezTo>
                  <a:cubicBezTo>
                    <a:pt x="2345" y="65"/>
                    <a:pt x="2111" y="276"/>
                    <a:pt x="1901" y="499"/>
                  </a:cubicBezTo>
                  <a:cubicBezTo>
                    <a:pt x="1390" y="1042"/>
                    <a:pt x="934" y="1632"/>
                    <a:pt x="523" y="2264"/>
                  </a:cubicBezTo>
                  <a:cubicBezTo>
                    <a:pt x="257" y="2698"/>
                    <a:pt x="1" y="3231"/>
                    <a:pt x="223" y="3686"/>
                  </a:cubicBezTo>
                  <a:cubicBezTo>
                    <a:pt x="334" y="3920"/>
                    <a:pt x="546" y="4076"/>
                    <a:pt x="746" y="4220"/>
                  </a:cubicBezTo>
                  <a:cubicBezTo>
                    <a:pt x="1378" y="4653"/>
                    <a:pt x="2067" y="5019"/>
                    <a:pt x="2812" y="5209"/>
                  </a:cubicBezTo>
                  <a:cubicBezTo>
                    <a:pt x="3188" y="5310"/>
                    <a:pt x="3579" y="5366"/>
                    <a:pt x="3967" y="5366"/>
                  </a:cubicBezTo>
                  <a:cubicBezTo>
                    <a:pt x="4345" y="5366"/>
                    <a:pt x="4721" y="5313"/>
                    <a:pt x="5078" y="5197"/>
                  </a:cubicBezTo>
                  <a:cubicBezTo>
                    <a:pt x="5466" y="5075"/>
                    <a:pt x="5856" y="4864"/>
                    <a:pt x="6033" y="4498"/>
                  </a:cubicBezTo>
                  <a:cubicBezTo>
                    <a:pt x="6155" y="4253"/>
                    <a:pt x="6155" y="3975"/>
                    <a:pt x="6133" y="3698"/>
                  </a:cubicBezTo>
                  <a:cubicBezTo>
                    <a:pt x="6111" y="3464"/>
                    <a:pt x="6066" y="3231"/>
                    <a:pt x="6044" y="3009"/>
                  </a:cubicBezTo>
                  <a:cubicBezTo>
                    <a:pt x="6000" y="2620"/>
                    <a:pt x="6033" y="2232"/>
                    <a:pt x="5944" y="1854"/>
                  </a:cubicBezTo>
                  <a:cubicBezTo>
                    <a:pt x="5811" y="1242"/>
                    <a:pt x="5345" y="721"/>
                    <a:pt x="4755" y="521"/>
                  </a:cubicBezTo>
                  <a:cubicBezTo>
                    <a:pt x="4601" y="467"/>
                    <a:pt x="4442" y="434"/>
                    <a:pt x="4285" y="434"/>
                  </a:cubicBezTo>
                  <a:cubicBezTo>
                    <a:pt x="4216" y="434"/>
                    <a:pt x="4146" y="440"/>
                    <a:pt x="4078" y="454"/>
                  </a:cubicBezTo>
                  <a:cubicBezTo>
                    <a:pt x="3947" y="486"/>
                    <a:pt x="3731" y="776"/>
                    <a:pt x="3618" y="776"/>
                  </a:cubicBezTo>
                  <a:cubicBezTo>
                    <a:pt x="3616" y="776"/>
                    <a:pt x="3614" y="776"/>
                    <a:pt x="3612" y="776"/>
                  </a:cubicBezTo>
                  <a:cubicBezTo>
                    <a:pt x="3456" y="765"/>
                    <a:pt x="3478" y="554"/>
                    <a:pt x="3412" y="420"/>
                  </a:cubicBezTo>
                  <a:cubicBezTo>
                    <a:pt x="3283" y="184"/>
                    <a:pt x="3016" y="0"/>
                    <a:pt x="274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42">
              <a:extLst>
                <a:ext uri="{FF2B5EF4-FFF2-40B4-BE49-F238E27FC236}">
                  <a16:creationId xmlns:a16="http://schemas.microsoft.com/office/drawing/2014/main" id="{9A9172E2-F1C9-20E3-E206-A471D6A6DE24}"/>
                </a:ext>
              </a:extLst>
            </p:cNvPr>
            <p:cNvSpPr/>
            <p:nvPr/>
          </p:nvSpPr>
          <p:spPr>
            <a:xfrm>
              <a:off x="6604700" y="3324450"/>
              <a:ext cx="14725" cy="8550"/>
            </a:xfrm>
            <a:custGeom>
              <a:avLst/>
              <a:gdLst/>
              <a:ahLst/>
              <a:cxnLst/>
              <a:rect l="l" t="t" r="r" b="b"/>
              <a:pathLst>
                <a:path w="589" h="342" extrusionOk="0">
                  <a:moveTo>
                    <a:pt x="319" y="1"/>
                  </a:moveTo>
                  <a:cubicBezTo>
                    <a:pt x="235" y="1"/>
                    <a:pt x="150" y="13"/>
                    <a:pt x="67" y="51"/>
                  </a:cubicBezTo>
                  <a:cubicBezTo>
                    <a:pt x="55" y="62"/>
                    <a:pt x="33" y="74"/>
                    <a:pt x="22" y="84"/>
                  </a:cubicBezTo>
                  <a:cubicBezTo>
                    <a:pt x="0" y="118"/>
                    <a:pt x="11" y="140"/>
                    <a:pt x="11" y="173"/>
                  </a:cubicBezTo>
                  <a:cubicBezTo>
                    <a:pt x="42" y="267"/>
                    <a:pt x="73" y="341"/>
                    <a:pt x="160" y="341"/>
                  </a:cubicBezTo>
                  <a:cubicBezTo>
                    <a:pt x="166" y="341"/>
                    <a:pt x="172" y="341"/>
                    <a:pt x="178" y="340"/>
                  </a:cubicBezTo>
                  <a:cubicBezTo>
                    <a:pt x="289" y="329"/>
                    <a:pt x="411" y="296"/>
                    <a:pt x="522" y="262"/>
                  </a:cubicBezTo>
                  <a:cubicBezTo>
                    <a:pt x="544" y="262"/>
                    <a:pt x="578" y="251"/>
                    <a:pt x="588" y="218"/>
                  </a:cubicBezTo>
                  <a:lnTo>
                    <a:pt x="588" y="173"/>
                  </a:lnTo>
                  <a:cubicBezTo>
                    <a:pt x="578" y="129"/>
                    <a:pt x="566" y="74"/>
                    <a:pt x="533" y="40"/>
                  </a:cubicBezTo>
                  <a:cubicBezTo>
                    <a:pt x="511" y="18"/>
                    <a:pt x="467" y="7"/>
                    <a:pt x="433" y="7"/>
                  </a:cubicBezTo>
                  <a:cubicBezTo>
                    <a:pt x="395" y="3"/>
                    <a:pt x="357" y="1"/>
                    <a:pt x="31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42">
              <a:extLst>
                <a:ext uri="{FF2B5EF4-FFF2-40B4-BE49-F238E27FC236}">
                  <a16:creationId xmlns:a16="http://schemas.microsoft.com/office/drawing/2014/main" id="{D87E2177-37DB-A9BD-0B0F-8349D986D4C2}"/>
                </a:ext>
              </a:extLst>
            </p:cNvPr>
            <p:cNvSpPr/>
            <p:nvPr/>
          </p:nvSpPr>
          <p:spPr>
            <a:xfrm>
              <a:off x="6625500" y="3292650"/>
              <a:ext cx="31425" cy="24100"/>
            </a:xfrm>
            <a:custGeom>
              <a:avLst/>
              <a:gdLst/>
              <a:ahLst/>
              <a:cxnLst/>
              <a:rect l="l" t="t" r="r" b="b"/>
              <a:pathLst>
                <a:path w="1257" h="964" extrusionOk="0">
                  <a:moveTo>
                    <a:pt x="34" y="1"/>
                  </a:moveTo>
                  <a:lnTo>
                    <a:pt x="34" y="1"/>
                  </a:lnTo>
                  <a:cubicBezTo>
                    <a:pt x="12" y="279"/>
                    <a:pt x="1" y="568"/>
                    <a:pt x="178" y="768"/>
                  </a:cubicBezTo>
                  <a:cubicBezTo>
                    <a:pt x="279" y="879"/>
                    <a:pt x="434" y="934"/>
                    <a:pt x="590" y="956"/>
                  </a:cubicBezTo>
                  <a:cubicBezTo>
                    <a:pt x="618" y="961"/>
                    <a:pt x="649" y="963"/>
                    <a:pt x="679" y="963"/>
                  </a:cubicBezTo>
                  <a:cubicBezTo>
                    <a:pt x="731" y="963"/>
                    <a:pt x="785" y="955"/>
                    <a:pt x="834" y="934"/>
                  </a:cubicBezTo>
                  <a:cubicBezTo>
                    <a:pt x="1023" y="845"/>
                    <a:pt x="1256" y="512"/>
                    <a:pt x="1134" y="312"/>
                  </a:cubicBezTo>
                  <a:cubicBezTo>
                    <a:pt x="790" y="190"/>
                    <a:pt x="390" y="124"/>
                    <a:pt x="3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42">
              <a:extLst>
                <a:ext uri="{FF2B5EF4-FFF2-40B4-BE49-F238E27FC236}">
                  <a16:creationId xmlns:a16="http://schemas.microsoft.com/office/drawing/2014/main" id="{3198F837-5DA5-6BA3-9B8C-5A9942937881}"/>
                </a:ext>
              </a:extLst>
            </p:cNvPr>
            <p:cNvSpPr/>
            <p:nvPr/>
          </p:nvSpPr>
          <p:spPr>
            <a:xfrm>
              <a:off x="6568575" y="3273500"/>
              <a:ext cx="23625" cy="16925"/>
            </a:xfrm>
            <a:custGeom>
              <a:avLst/>
              <a:gdLst/>
              <a:ahLst/>
              <a:cxnLst/>
              <a:rect l="l" t="t" r="r" b="b"/>
              <a:pathLst>
                <a:path w="945" h="677" extrusionOk="0">
                  <a:moveTo>
                    <a:pt x="156" y="1"/>
                  </a:moveTo>
                  <a:cubicBezTo>
                    <a:pt x="1" y="78"/>
                    <a:pt x="23" y="379"/>
                    <a:pt x="100" y="500"/>
                  </a:cubicBezTo>
                  <a:cubicBezTo>
                    <a:pt x="134" y="556"/>
                    <a:pt x="189" y="589"/>
                    <a:pt x="245" y="623"/>
                  </a:cubicBezTo>
                  <a:cubicBezTo>
                    <a:pt x="318" y="656"/>
                    <a:pt x="397" y="676"/>
                    <a:pt x="478" y="676"/>
                  </a:cubicBezTo>
                  <a:cubicBezTo>
                    <a:pt x="507" y="676"/>
                    <a:pt x="537" y="673"/>
                    <a:pt x="567" y="667"/>
                  </a:cubicBezTo>
                  <a:cubicBezTo>
                    <a:pt x="745" y="623"/>
                    <a:pt x="856" y="434"/>
                    <a:pt x="945" y="268"/>
                  </a:cubicBezTo>
                  <a:cubicBezTo>
                    <a:pt x="690" y="189"/>
                    <a:pt x="423" y="68"/>
                    <a:pt x="156"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42">
              <a:extLst>
                <a:ext uri="{FF2B5EF4-FFF2-40B4-BE49-F238E27FC236}">
                  <a16:creationId xmlns:a16="http://schemas.microsoft.com/office/drawing/2014/main" id="{15EAED5A-4618-A632-47D7-F75E636A0AD8}"/>
                </a:ext>
              </a:extLst>
            </p:cNvPr>
            <p:cNvSpPr/>
            <p:nvPr/>
          </p:nvSpPr>
          <p:spPr>
            <a:xfrm>
              <a:off x="6569150" y="3259025"/>
              <a:ext cx="36950" cy="14500"/>
            </a:xfrm>
            <a:custGeom>
              <a:avLst/>
              <a:gdLst/>
              <a:ahLst/>
              <a:cxnLst/>
              <a:rect l="l" t="t" r="r" b="b"/>
              <a:pathLst>
                <a:path w="1478" h="580" extrusionOk="0">
                  <a:moveTo>
                    <a:pt x="823" y="1"/>
                  </a:moveTo>
                  <a:cubicBezTo>
                    <a:pt x="549" y="1"/>
                    <a:pt x="274" y="58"/>
                    <a:pt x="0" y="180"/>
                  </a:cubicBezTo>
                  <a:cubicBezTo>
                    <a:pt x="11" y="213"/>
                    <a:pt x="11" y="247"/>
                    <a:pt x="11" y="280"/>
                  </a:cubicBezTo>
                  <a:cubicBezTo>
                    <a:pt x="48" y="277"/>
                    <a:pt x="86" y="275"/>
                    <a:pt x="123" y="275"/>
                  </a:cubicBezTo>
                  <a:cubicBezTo>
                    <a:pt x="518" y="275"/>
                    <a:pt x="903" y="425"/>
                    <a:pt x="1289" y="558"/>
                  </a:cubicBezTo>
                  <a:cubicBezTo>
                    <a:pt x="1322" y="568"/>
                    <a:pt x="1355" y="580"/>
                    <a:pt x="1400" y="580"/>
                  </a:cubicBezTo>
                  <a:cubicBezTo>
                    <a:pt x="1422" y="424"/>
                    <a:pt x="1444" y="269"/>
                    <a:pt x="1477" y="102"/>
                  </a:cubicBezTo>
                  <a:cubicBezTo>
                    <a:pt x="1299" y="24"/>
                    <a:pt x="1089" y="2"/>
                    <a:pt x="899" y="2"/>
                  </a:cubicBezTo>
                  <a:cubicBezTo>
                    <a:pt x="874" y="1"/>
                    <a:pt x="849" y="1"/>
                    <a:pt x="82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42">
              <a:extLst>
                <a:ext uri="{FF2B5EF4-FFF2-40B4-BE49-F238E27FC236}">
                  <a16:creationId xmlns:a16="http://schemas.microsoft.com/office/drawing/2014/main" id="{70B262B4-DAC5-EC38-3DE7-D6407162C303}"/>
                </a:ext>
              </a:extLst>
            </p:cNvPr>
            <p:cNvSpPr/>
            <p:nvPr/>
          </p:nvSpPr>
          <p:spPr>
            <a:xfrm>
              <a:off x="6626350" y="3266550"/>
              <a:ext cx="36950" cy="30875"/>
            </a:xfrm>
            <a:custGeom>
              <a:avLst/>
              <a:gdLst/>
              <a:ahLst/>
              <a:cxnLst/>
              <a:rect l="l" t="t" r="r" b="b"/>
              <a:pathLst>
                <a:path w="1478" h="1235" extrusionOk="0">
                  <a:moveTo>
                    <a:pt x="245" y="1"/>
                  </a:moveTo>
                  <a:cubicBezTo>
                    <a:pt x="167" y="134"/>
                    <a:pt x="78" y="267"/>
                    <a:pt x="0" y="401"/>
                  </a:cubicBezTo>
                  <a:cubicBezTo>
                    <a:pt x="23" y="423"/>
                    <a:pt x="67" y="445"/>
                    <a:pt x="100" y="467"/>
                  </a:cubicBezTo>
                  <a:cubicBezTo>
                    <a:pt x="567" y="679"/>
                    <a:pt x="1045" y="889"/>
                    <a:pt x="1411" y="1234"/>
                  </a:cubicBezTo>
                  <a:lnTo>
                    <a:pt x="1478" y="1168"/>
                  </a:lnTo>
                  <a:cubicBezTo>
                    <a:pt x="1311" y="857"/>
                    <a:pt x="1089" y="578"/>
                    <a:pt x="811" y="356"/>
                  </a:cubicBezTo>
                  <a:cubicBezTo>
                    <a:pt x="655" y="212"/>
                    <a:pt x="456" y="67"/>
                    <a:pt x="2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42">
              <a:extLst>
                <a:ext uri="{FF2B5EF4-FFF2-40B4-BE49-F238E27FC236}">
                  <a16:creationId xmlns:a16="http://schemas.microsoft.com/office/drawing/2014/main" id="{64CD3204-E753-9DC0-513D-560173D2226F}"/>
                </a:ext>
              </a:extLst>
            </p:cNvPr>
            <p:cNvSpPr/>
            <p:nvPr/>
          </p:nvSpPr>
          <p:spPr>
            <a:xfrm>
              <a:off x="6641350" y="3299225"/>
              <a:ext cx="11950" cy="11175"/>
            </a:xfrm>
            <a:custGeom>
              <a:avLst/>
              <a:gdLst/>
              <a:ahLst/>
              <a:cxnLst/>
              <a:rect l="l" t="t" r="r" b="b"/>
              <a:pathLst>
                <a:path w="478" h="447" extrusionOk="0">
                  <a:moveTo>
                    <a:pt x="257" y="1"/>
                  </a:moveTo>
                  <a:cubicBezTo>
                    <a:pt x="171" y="1"/>
                    <a:pt x="79" y="53"/>
                    <a:pt x="45" y="138"/>
                  </a:cubicBezTo>
                  <a:cubicBezTo>
                    <a:pt x="0" y="261"/>
                    <a:pt x="45" y="382"/>
                    <a:pt x="144" y="427"/>
                  </a:cubicBezTo>
                  <a:cubicBezTo>
                    <a:pt x="169" y="441"/>
                    <a:pt x="197" y="447"/>
                    <a:pt x="225" y="447"/>
                  </a:cubicBezTo>
                  <a:cubicBezTo>
                    <a:pt x="310" y="447"/>
                    <a:pt x="400" y="389"/>
                    <a:pt x="433" y="305"/>
                  </a:cubicBezTo>
                  <a:cubicBezTo>
                    <a:pt x="478" y="194"/>
                    <a:pt x="433" y="71"/>
                    <a:pt x="334" y="16"/>
                  </a:cubicBezTo>
                  <a:cubicBezTo>
                    <a:pt x="310" y="6"/>
                    <a:pt x="284" y="1"/>
                    <a:pt x="25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42">
              <a:extLst>
                <a:ext uri="{FF2B5EF4-FFF2-40B4-BE49-F238E27FC236}">
                  <a16:creationId xmlns:a16="http://schemas.microsoft.com/office/drawing/2014/main" id="{795DBFB9-E7FA-65D1-C4E7-97E7B2005E73}"/>
                </a:ext>
              </a:extLst>
            </p:cNvPr>
            <p:cNvSpPr/>
            <p:nvPr/>
          </p:nvSpPr>
          <p:spPr>
            <a:xfrm>
              <a:off x="6578025" y="3278750"/>
              <a:ext cx="11125" cy="10925"/>
            </a:xfrm>
            <a:custGeom>
              <a:avLst/>
              <a:gdLst/>
              <a:ahLst/>
              <a:cxnLst/>
              <a:rect l="l" t="t" r="r" b="b"/>
              <a:pathLst>
                <a:path w="445" h="437" extrusionOk="0">
                  <a:moveTo>
                    <a:pt x="229" y="1"/>
                  </a:moveTo>
                  <a:cubicBezTo>
                    <a:pt x="223" y="1"/>
                    <a:pt x="217" y="1"/>
                    <a:pt x="211" y="2"/>
                  </a:cubicBezTo>
                  <a:cubicBezTo>
                    <a:pt x="100" y="13"/>
                    <a:pt x="1" y="124"/>
                    <a:pt x="23" y="235"/>
                  </a:cubicBezTo>
                  <a:cubicBezTo>
                    <a:pt x="33" y="350"/>
                    <a:pt x="123" y="436"/>
                    <a:pt x="227" y="436"/>
                  </a:cubicBezTo>
                  <a:cubicBezTo>
                    <a:pt x="233" y="436"/>
                    <a:pt x="239" y="436"/>
                    <a:pt x="245" y="435"/>
                  </a:cubicBezTo>
                  <a:cubicBezTo>
                    <a:pt x="356" y="435"/>
                    <a:pt x="445" y="324"/>
                    <a:pt x="433" y="202"/>
                  </a:cubicBezTo>
                  <a:cubicBezTo>
                    <a:pt x="423" y="86"/>
                    <a:pt x="333" y="1"/>
                    <a:pt x="2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42">
              <a:extLst>
                <a:ext uri="{FF2B5EF4-FFF2-40B4-BE49-F238E27FC236}">
                  <a16:creationId xmlns:a16="http://schemas.microsoft.com/office/drawing/2014/main" id="{CCB286FE-48DE-48B9-280C-BA68CCC5B2B0}"/>
                </a:ext>
              </a:extLst>
            </p:cNvPr>
            <p:cNvSpPr/>
            <p:nvPr/>
          </p:nvSpPr>
          <p:spPr>
            <a:xfrm>
              <a:off x="6623025" y="3316050"/>
              <a:ext cx="13050" cy="15525"/>
            </a:xfrm>
            <a:custGeom>
              <a:avLst/>
              <a:gdLst/>
              <a:ahLst/>
              <a:cxnLst/>
              <a:rect l="l" t="t" r="r" b="b"/>
              <a:pathLst>
                <a:path w="522" h="621" extrusionOk="0">
                  <a:moveTo>
                    <a:pt x="273" y="0"/>
                  </a:moveTo>
                  <a:cubicBezTo>
                    <a:pt x="258" y="0"/>
                    <a:pt x="240" y="12"/>
                    <a:pt x="233" y="32"/>
                  </a:cubicBezTo>
                  <a:cubicBezTo>
                    <a:pt x="211" y="131"/>
                    <a:pt x="133" y="299"/>
                    <a:pt x="122" y="331"/>
                  </a:cubicBezTo>
                  <a:cubicBezTo>
                    <a:pt x="89" y="432"/>
                    <a:pt x="45" y="531"/>
                    <a:pt x="0" y="620"/>
                  </a:cubicBezTo>
                  <a:cubicBezTo>
                    <a:pt x="22" y="620"/>
                    <a:pt x="55" y="620"/>
                    <a:pt x="78" y="610"/>
                  </a:cubicBezTo>
                  <a:cubicBezTo>
                    <a:pt x="233" y="598"/>
                    <a:pt x="366" y="543"/>
                    <a:pt x="500" y="476"/>
                  </a:cubicBezTo>
                  <a:lnTo>
                    <a:pt x="511" y="476"/>
                  </a:lnTo>
                  <a:cubicBezTo>
                    <a:pt x="522" y="454"/>
                    <a:pt x="511" y="432"/>
                    <a:pt x="500" y="410"/>
                  </a:cubicBezTo>
                  <a:cubicBezTo>
                    <a:pt x="455" y="276"/>
                    <a:pt x="389" y="143"/>
                    <a:pt x="300" y="20"/>
                  </a:cubicBezTo>
                  <a:cubicBezTo>
                    <a:pt x="295" y="7"/>
                    <a:pt x="285" y="0"/>
                    <a:pt x="27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42">
              <a:extLst>
                <a:ext uri="{FF2B5EF4-FFF2-40B4-BE49-F238E27FC236}">
                  <a16:creationId xmlns:a16="http://schemas.microsoft.com/office/drawing/2014/main" id="{2AC2732C-E098-E032-B3FB-E3C2221A6DA7}"/>
                </a:ext>
              </a:extLst>
            </p:cNvPr>
            <p:cNvSpPr/>
            <p:nvPr/>
          </p:nvSpPr>
          <p:spPr>
            <a:xfrm>
              <a:off x="6585525" y="3315475"/>
              <a:ext cx="13625" cy="15825"/>
            </a:xfrm>
            <a:custGeom>
              <a:avLst/>
              <a:gdLst/>
              <a:ahLst/>
              <a:cxnLst/>
              <a:rect l="l" t="t" r="r" b="b"/>
              <a:pathLst>
                <a:path w="545" h="633" extrusionOk="0">
                  <a:moveTo>
                    <a:pt x="230" y="0"/>
                  </a:moveTo>
                  <a:cubicBezTo>
                    <a:pt x="217" y="0"/>
                    <a:pt x="205" y="6"/>
                    <a:pt x="200" y="21"/>
                  </a:cubicBezTo>
                  <a:cubicBezTo>
                    <a:pt x="123" y="144"/>
                    <a:pt x="56" y="288"/>
                    <a:pt x="12" y="433"/>
                  </a:cubicBezTo>
                  <a:cubicBezTo>
                    <a:pt x="12" y="443"/>
                    <a:pt x="0" y="477"/>
                    <a:pt x="12" y="488"/>
                  </a:cubicBezTo>
                  <a:cubicBezTo>
                    <a:pt x="12" y="499"/>
                    <a:pt x="12" y="510"/>
                    <a:pt x="22" y="510"/>
                  </a:cubicBezTo>
                  <a:cubicBezTo>
                    <a:pt x="111" y="532"/>
                    <a:pt x="200" y="554"/>
                    <a:pt x="289" y="566"/>
                  </a:cubicBezTo>
                  <a:cubicBezTo>
                    <a:pt x="378" y="588"/>
                    <a:pt x="467" y="599"/>
                    <a:pt x="545" y="633"/>
                  </a:cubicBezTo>
                  <a:cubicBezTo>
                    <a:pt x="545" y="633"/>
                    <a:pt x="533" y="621"/>
                    <a:pt x="533" y="610"/>
                  </a:cubicBezTo>
                  <a:cubicBezTo>
                    <a:pt x="489" y="521"/>
                    <a:pt x="434" y="421"/>
                    <a:pt x="389" y="322"/>
                  </a:cubicBezTo>
                  <a:cubicBezTo>
                    <a:pt x="378" y="288"/>
                    <a:pt x="300" y="132"/>
                    <a:pt x="267" y="21"/>
                  </a:cubicBezTo>
                  <a:cubicBezTo>
                    <a:pt x="261" y="9"/>
                    <a:pt x="245" y="0"/>
                    <a:pt x="23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42">
              <a:extLst>
                <a:ext uri="{FF2B5EF4-FFF2-40B4-BE49-F238E27FC236}">
                  <a16:creationId xmlns:a16="http://schemas.microsoft.com/office/drawing/2014/main" id="{47037934-53E2-8BA0-C01C-076D2C7A39FB}"/>
                </a:ext>
              </a:extLst>
            </p:cNvPr>
            <p:cNvSpPr/>
            <p:nvPr/>
          </p:nvSpPr>
          <p:spPr>
            <a:xfrm>
              <a:off x="6625800" y="3291850"/>
              <a:ext cx="28625" cy="8900"/>
            </a:xfrm>
            <a:custGeom>
              <a:avLst/>
              <a:gdLst/>
              <a:ahLst/>
              <a:cxnLst/>
              <a:rect l="l" t="t" r="r" b="b"/>
              <a:pathLst>
                <a:path w="1145" h="356" extrusionOk="0">
                  <a:moveTo>
                    <a:pt x="22" y="0"/>
                  </a:moveTo>
                  <a:lnTo>
                    <a:pt x="0" y="67"/>
                  </a:lnTo>
                  <a:cubicBezTo>
                    <a:pt x="356" y="211"/>
                    <a:pt x="744" y="311"/>
                    <a:pt x="1133" y="356"/>
                  </a:cubicBezTo>
                  <a:lnTo>
                    <a:pt x="1144" y="289"/>
                  </a:lnTo>
                  <a:cubicBezTo>
                    <a:pt x="756" y="233"/>
                    <a:pt x="378" y="133"/>
                    <a:pt x="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42">
              <a:extLst>
                <a:ext uri="{FF2B5EF4-FFF2-40B4-BE49-F238E27FC236}">
                  <a16:creationId xmlns:a16="http://schemas.microsoft.com/office/drawing/2014/main" id="{6546C68B-CAAD-5B3D-80E0-F4AEADBCFE0E}"/>
                </a:ext>
              </a:extLst>
            </p:cNvPr>
            <p:cNvSpPr/>
            <p:nvPr/>
          </p:nvSpPr>
          <p:spPr>
            <a:xfrm>
              <a:off x="6571925" y="3272400"/>
              <a:ext cx="21400" cy="8900"/>
            </a:xfrm>
            <a:custGeom>
              <a:avLst/>
              <a:gdLst/>
              <a:ahLst/>
              <a:cxnLst/>
              <a:rect l="l" t="t" r="r" b="b"/>
              <a:pathLst>
                <a:path w="856" h="356" extrusionOk="0">
                  <a:moveTo>
                    <a:pt x="22" y="0"/>
                  </a:moveTo>
                  <a:lnTo>
                    <a:pt x="0" y="67"/>
                  </a:lnTo>
                  <a:cubicBezTo>
                    <a:pt x="267" y="189"/>
                    <a:pt x="556" y="289"/>
                    <a:pt x="844" y="356"/>
                  </a:cubicBezTo>
                  <a:lnTo>
                    <a:pt x="855" y="289"/>
                  </a:lnTo>
                  <a:cubicBezTo>
                    <a:pt x="578" y="223"/>
                    <a:pt x="289" y="122"/>
                    <a:pt x="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42">
              <a:extLst>
                <a:ext uri="{FF2B5EF4-FFF2-40B4-BE49-F238E27FC236}">
                  <a16:creationId xmlns:a16="http://schemas.microsoft.com/office/drawing/2014/main" id="{B4A99C2E-1B0A-E79D-6C63-6A37A6246536}"/>
                </a:ext>
              </a:extLst>
            </p:cNvPr>
            <p:cNvSpPr/>
            <p:nvPr/>
          </p:nvSpPr>
          <p:spPr>
            <a:xfrm>
              <a:off x="6592475" y="3289800"/>
              <a:ext cx="28350" cy="22050"/>
            </a:xfrm>
            <a:custGeom>
              <a:avLst/>
              <a:gdLst/>
              <a:ahLst/>
              <a:cxnLst/>
              <a:rect l="l" t="t" r="r" b="b"/>
              <a:pathLst>
                <a:path w="1134" h="882" extrusionOk="0">
                  <a:moveTo>
                    <a:pt x="294" y="0"/>
                  </a:moveTo>
                  <a:cubicBezTo>
                    <a:pt x="281" y="0"/>
                    <a:pt x="268" y="2"/>
                    <a:pt x="255" y="4"/>
                  </a:cubicBezTo>
                  <a:cubicBezTo>
                    <a:pt x="166" y="26"/>
                    <a:pt x="89" y="115"/>
                    <a:pt x="55" y="238"/>
                  </a:cubicBezTo>
                  <a:cubicBezTo>
                    <a:pt x="0" y="415"/>
                    <a:pt x="45" y="604"/>
                    <a:pt x="78" y="771"/>
                  </a:cubicBezTo>
                  <a:lnTo>
                    <a:pt x="200" y="749"/>
                  </a:lnTo>
                  <a:cubicBezTo>
                    <a:pt x="166" y="593"/>
                    <a:pt x="134" y="426"/>
                    <a:pt x="166" y="271"/>
                  </a:cubicBezTo>
                  <a:cubicBezTo>
                    <a:pt x="189" y="204"/>
                    <a:pt x="222" y="137"/>
                    <a:pt x="277" y="127"/>
                  </a:cubicBezTo>
                  <a:cubicBezTo>
                    <a:pt x="285" y="125"/>
                    <a:pt x="292" y="125"/>
                    <a:pt x="298" y="125"/>
                  </a:cubicBezTo>
                  <a:cubicBezTo>
                    <a:pt x="356" y="125"/>
                    <a:pt x="404" y="167"/>
                    <a:pt x="433" y="226"/>
                  </a:cubicBezTo>
                  <a:cubicBezTo>
                    <a:pt x="455" y="293"/>
                    <a:pt x="455" y="382"/>
                    <a:pt x="445" y="470"/>
                  </a:cubicBezTo>
                  <a:lnTo>
                    <a:pt x="433" y="704"/>
                  </a:lnTo>
                  <a:lnTo>
                    <a:pt x="556" y="504"/>
                  </a:lnTo>
                  <a:cubicBezTo>
                    <a:pt x="617" y="413"/>
                    <a:pt x="731" y="357"/>
                    <a:pt x="842" y="357"/>
                  </a:cubicBezTo>
                  <a:cubicBezTo>
                    <a:pt x="893" y="357"/>
                    <a:pt x="944" y="369"/>
                    <a:pt x="988" y="393"/>
                  </a:cubicBezTo>
                  <a:cubicBezTo>
                    <a:pt x="1000" y="404"/>
                    <a:pt x="1011" y="404"/>
                    <a:pt x="1011" y="404"/>
                  </a:cubicBezTo>
                  <a:lnTo>
                    <a:pt x="1011" y="426"/>
                  </a:lnTo>
                  <a:cubicBezTo>
                    <a:pt x="1000" y="482"/>
                    <a:pt x="944" y="537"/>
                    <a:pt x="877" y="593"/>
                  </a:cubicBezTo>
                  <a:cubicBezTo>
                    <a:pt x="763" y="677"/>
                    <a:pt x="648" y="760"/>
                    <a:pt x="533" y="760"/>
                  </a:cubicBezTo>
                  <a:cubicBezTo>
                    <a:pt x="526" y="760"/>
                    <a:pt x="518" y="760"/>
                    <a:pt x="511" y="759"/>
                  </a:cubicBezTo>
                  <a:lnTo>
                    <a:pt x="489" y="882"/>
                  </a:lnTo>
                  <a:lnTo>
                    <a:pt x="533" y="882"/>
                  </a:lnTo>
                  <a:cubicBezTo>
                    <a:pt x="689" y="882"/>
                    <a:pt x="822" y="782"/>
                    <a:pt x="956" y="682"/>
                  </a:cubicBezTo>
                  <a:cubicBezTo>
                    <a:pt x="1011" y="638"/>
                    <a:pt x="1122" y="549"/>
                    <a:pt x="1122" y="438"/>
                  </a:cubicBezTo>
                  <a:cubicBezTo>
                    <a:pt x="1133" y="393"/>
                    <a:pt x="1122" y="359"/>
                    <a:pt x="1111" y="337"/>
                  </a:cubicBezTo>
                  <a:cubicBezTo>
                    <a:pt x="1089" y="315"/>
                    <a:pt x="1067" y="293"/>
                    <a:pt x="1044" y="282"/>
                  </a:cubicBezTo>
                  <a:cubicBezTo>
                    <a:pt x="985" y="250"/>
                    <a:pt x="919" y="235"/>
                    <a:pt x="851" y="235"/>
                  </a:cubicBezTo>
                  <a:cubicBezTo>
                    <a:pt x="753" y="235"/>
                    <a:pt x="652" y="267"/>
                    <a:pt x="566" y="327"/>
                  </a:cubicBezTo>
                  <a:cubicBezTo>
                    <a:pt x="566" y="271"/>
                    <a:pt x="556" y="226"/>
                    <a:pt x="533" y="182"/>
                  </a:cubicBezTo>
                  <a:cubicBezTo>
                    <a:pt x="503" y="82"/>
                    <a:pt x="402" y="0"/>
                    <a:pt x="29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42">
              <a:extLst>
                <a:ext uri="{FF2B5EF4-FFF2-40B4-BE49-F238E27FC236}">
                  <a16:creationId xmlns:a16="http://schemas.microsoft.com/office/drawing/2014/main" id="{90A61E5F-21F1-B8C0-4897-DA3E34D457C7}"/>
                </a:ext>
              </a:extLst>
            </p:cNvPr>
            <p:cNvSpPr/>
            <p:nvPr/>
          </p:nvSpPr>
          <p:spPr>
            <a:xfrm>
              <a:off x="6585250" y="3326550"/>
              <a:ext cx="51675" cy="7100"/>
            </a:xfrm>
            <a:custGeom>
              <a:avLst/>
              <a:gdLst/>
              <a:ahLst/>
              <a:cxnLst/>
              <a:rect l="l" t="t" r="r" b="b"/>
              <a:pathLst>
                <a:path w="2067" h="284" extrusionOk="0">
                  <a:moveTo>
                    <a:pt x="2033" y="0"/>
                  </a:moveTo>
                  <a:cubicBezTo>
                    <a:pt x="1696" y="139"/>
                    <a:pt x="1339" y="209"/>
                    <a:pt x="982" y="209"/>
                  </a:cubicBezTo>
                  <a:cubicBezTo>
                    <a:pt x="656" y="209"/>
                    <a:pt x="330" y="151"/>
                    <a:pt x="23" y="34"/>
                  </a:cubicBezTo>
                  <a:cubicBezTo>
                    <a:pt x="11" y="56"/>
                    <a:pt x="11" y="78"/>
                    <a:pt x="0" y="101"/>
                  </a:cubicBezTo>
                  <a:cubicBezTo>
                    <a:pt x="178" y="167"/>
                    <a:pt x="356" y="222"/>
                    <a:pt x="534" y="245"/>
                  </a:cubicBezTo>
                  <a:cubicBezTo>
                    <a:pt x="683" y="271"/>
                    <a:pt x="835" y="283"/>
                    <a:pt x="987" y="283"/>
                  </a:cubicBezTo>
                  <a:cubicBezTo>
                    <a:pt x="1356" y="283"/>
                    <a:pt x="1728" y="209"/>
                    <a:pt x="2067" y="67"/>
                  </a:cubicBezTo>
                  <a:lnTo>
                    <a:pt x="203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42">
              <a:extLst>
                <a:ext uri="{FF2B5EF4-FFF2-40B4-BE49-F238E27FC236}">
                  <a16:creationId xmlns:a16="http://schemas.microsoft.com/office/drawing/2014/main" id="{5B958B0A-995B-BFE0-45C2-E2D85394776B}"/>
                </a:ext>
              </a:extLst>
            </p:cNvPr>
            <p:cNvSpPr/>
            <p:nvPr/>
          </p:nvSpPr>
          <p:spPr>
            <a:xfrm>
              <a:off x="6676625" y="3303025"/>
              <a:ext cx="53875" cy="51625"/>
            </a:xfrm>
            <a:custGeom>
              <a:avLst/>
              <a:gdLst/>
              <a:ahLst/>
              <a:cxnLst/>
              <a:rect l="l" t="t" r="r" b="b"/>
              <a:pathLst>
                <a:path w="2155" h="2065" extrusionOk="0">
                  <a:moveTo>
                    <a:pt x="1535" y="1"/>
                  </a:moveTo>
                  <a:cubicBezTo>
                    <a:pt x="1378" y="1"/>
                    <a:pt x="1220" y="56"/>
                    <a:pt x="1078" y="131"/>
                  </a:cubicBezTo>
                  <a:cubicBezTo>
                    <a:pt x="577" y="408"/>
                    <a:pt x="233" y="975"/>
                    <a:pt x="100" y="1519"/>
                  </a:cubicBezTo>
                  <a:cubicBezTo>
                    <a:pt x="0" y="1891"/>
                    <a:pt x="190" y="2065"/>
                    <a:pt x="450" y="2065"/>
                  </a:cubicBezTo>
                  <a:cubicBezTo>
                    <a:pt x="594" y="2065"/>
                    <a:pt x="760" y="2011"/>
                    <a:pt x="911" y="1908"/>
                  </a:cubicBezTo>
                  <a:cubicBezTo>
                    <a:pt x="1078" y="1808"/>
                    <a:pt x="1233" y="1664"/>
                    <a:pt x="1399" y="1553"/>
                  </a:cubicBezTo>
                  <a:cubicBezTo>
                    <a:pt x="1488" y="1497"/>
                    <a:pt x="1589" y="1442"/>
                    <a:pt x="1678" y="1375"/>
                  </a:cubicBezTo>
                  <a:cubicBezTo>
                    <a:pt x="1910" y="1219"/>
                    <a:pt x="2088" y="986"/>
                    <a:pt x="2122" y="708"/>
                  </a:cubicBezTo>
                  <a:cubicBezTo>
                    <a:pt x="2155" y="442"/>
                    <a:pt x="2011" y="141"/>
                    <a:pt x="1755" y="42"/>
                  </a:cubicBezTo>
                  <a:cubicBezTo>
                    <a:pt x="1683" y="13"/>
                    <a:pt x="1609" y="1"/>
                    <a:pt x="153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42">
              <a:extLst>
                <a:ext uri="{FF2B5EF4-FFF2-40B4-BE49-F238E27FC236}">
                  <a16:creationId xmlns:a16="http://schemas.microsoft.com/office/drawing/2014/main" id="{BFEBFC9D-96FF-0529-7646-4A1BB1C153F1}"/>
                </a:ext>
              </a:extLst>
            </p:cNvPr>
            <p:cNvSpPr/>
            <p:nvPr/>
          </p:nvSpPr>
          <p:spPr>
            <a:xfrm>
              <a:off x="6685275" y="3311200"/>
              <a:ext cx="37200" cy="35675"/>
            </a:xfrm>
            <a:custGeom>
              <a:avLst/>
              <a:gdLst/>
              <a:ahLst/>
              <a:cxnLst/>
              <a:rect l="l" t="t" r="r" b="b"/>
              <a:pathLst>
                <a:path w="1488" h="1427" extrusionOk="0">
                  <a:moveTo>
                    <a:pt x="1067" y="1"/>
                  </a:moveTo>
                  <a:cubicBezTo>
                    <a:pt x="959" y="1"/>
                    <a:pt x="846" y="39"/>
                    <a:pt x="754" y="93"/>
                  </a:cubicBezTo>
                  <a:cubicBezTo>
                    <a:pt x="409" y="293"/>
                    <a:pt x="165" y="670"/>
                    <a:pt x="65" y="1048"/>
                  </a:cubicBezTo>
                  <a:cubicBezTo>
                    <a:pt x="0" y="1307"/>
                    <a:pt x="132" y="1427"/>
                    <a:pt x="314" y="1427"/>
                  </a:cubicBezTo>
                  <a:cubicBezTo>
                    <a:pt x="413" y="1427"/>
                    <a:pt x="526" y="1392"/>
                    <a:pt x="631" y="1325"/>
                  </a:cubicBezTo>
                  <a:cubicBezTo>
                    <a:pt x="754" y="1248"/>
                    <a:pt x="854" y="1147"/>
                    <a:pt x="965" y="1070"/>
                  </a:cubicBezTo>
                  <a:cubicBezTo>
                    <a:pt x="1031" y="1036"/>
                    <a:pt x="1098" y="1004"/>
                    <a:pt x="1165" y="959"/>
                  </a:cubicBezTo>
                  <a:cubicBezTo>
                    <a:pt x="1320" y="848"/>
                    <a:pt x="1443" y="681"/>
                    <a:pt x="1465" y="493"/>
                  </a:cubicBezTo>
                  <a:cubicBezTo>
                    <a:pt x="1487" y="303"/>
                    <a:pt x="1387" y="103"/>
                    <a:pt x="1209" y="26"/>
                  </a:cubicBezTo>
                  <a:cubicBezTo>
                    <a:pt x="1164" y="9"/>
                    <a:pt x="1116" y="1"/>
                    <a:pt x="1067"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42">
              <a:extLst>
                <a:ext uri="{FF2B5EF4-FFF2-40B4-BE49-F238E27FC236}">
                  <a16:creationId xmlns:a16="http://schemas.microsoft.com/office/drawing/2014/main" id="{377E59BF-933C-1298-42BF-E80335159AC0}"/>
                </a:ext>
              </a:extLst>
            </p:cNvPr>
            <p:cNvSpPr/>
            <p:nvPr/>
          </p:nvSpPr>
          <p:spPr>
            <a:xfrm>
              <a:off x="6692450" y="3316825"/>
              <a:ext cx="23900" cy="23075"/>
            </a:xfrm>
            <a:custGeom>
              <a:avLst/>
              <a:gdLst/>
              <a:ahLst/>
              <a:cxnLst/>
              <a:rect l="l" t="t" r="r" b="b"/>
              <a:pathLst>
                <a:path w="956" h="923" extrusionOk="0">
                  <a:moveTo>
                    <a:pt x="67" y="801"/>
                  </a:moveTo>
                  <a:lnTo>
                    <a:pt x="78" y="845"/>
                  </a:lnTo>
                  <a:lnTo>
                    <a:pt x="33" y="845"/>
                  </a:lnTo>
                  <a:cubicBezTo>
                    <a:pt x="33" y="823"/>
                    <a:pt x="45" y="811"/>
                    <a:pt x="67" y="801"/>
                  </a:cubicBezTo>
                  <a:close/>
                  <a:moveTo>
                    <a:pt x="956" y="1"/>
                  </a:moveTo>
                  <a:cubicBezTo>
                    <a:pt x="845" y="1"/>
                    <a:pt x="744" y="56"/>
                    <a:pt x="655" y="112"/>
                  </a:cubicBezTo>
                  <a:cubicBezTo>
                    <a:pt x="400" y="290"/>
                    <a:pt x="189" y="523"/>
                    <a:pt x="23" y="801"/>
                  </a:cubicBezTo>
                  <a:cubicBezTo>
                    <a:pt x="0" y="845"/>
                    <a:pt x="23" y="878"/>
                    <a:pt x="33" y="900"/>
                  </a:cubicBezTo>
                  <a:cubicBezTo>
                    <a:pt x="45" y="912"/>
                    <a:pt x="55" y="922"/>
                    <a:pt x="78" y="922"/>
                  </a:cubicBezTo>
                  <a:cubicBezTo>
                    <a:pt x="89" y="922"/>
                    <a:pt x="100" y="922"/>
                    <a:pt x="100" y="912"/>
                  </a:cubicBezTo>
                  <a:lnTo>
                    <a:pt x="156" y="856"/>
                  </a:lnTo>
                  <a:lnTo>
                    <a:pt x="144" y="834"/>
                  </a:lnTo>
                  <a:cubicBezTo>
                    <a:pt x="289" y="589"/>
                    <a:pt x="489" y="379"/>
                    <a:pt x="722" y="212"/>
                  </a:cubicBezTo>
                  <a:cubicBezTo>
                    <a:pt x="800" y="167"/>
                    <a:pt x="878" y="112"/>
                    <a:pt x="956" y="112"/>
                  </a:cubicBezTo>
                  <a:lnTo>
                    <a:pt x="9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42">
              <a:extLst>
                <a:ext uri="{FF2B5EF4-FFF2-40B4-BE49-F238E27FC236}">
                  <a16:creationId xmlns:a16="http://schemas.microsoft.com/office/drawing/2014/main" id="{606473DD-2F2F-5F9D-7568-21A7E799A916}"/>
                </a:ext>
              </a:extLst>
            </p:cNvPr>
            <p:cNvSpPr/>
            <p:nvPr/>
          </p:nvSpPr>
          <p:spPr>
            <a:xfrm>
              <a:off x="6698825" y="3327100"/>
              <a:ext cx="13100" cy="5300"/>
            </a:xfrm>
            <a:custGeom>
              <a:avLst/>
              <a:gdLst/>
              <a:ahLst/>
              <a:cxnLst/>
              <a:rect l="l" t="t" r="r" b="b"/>
              <a:pathLst>
                <a:path w="524" h="212" extrusionOk="0">
                  <a:moveTo>
                    <a:pt x="523" y="0"/>
                  </a:moveTo>
                  <a:cubicBezTo>
                    <a:pt x="345" y="0"/>
                    <a:pt x="168" y="45"/>
                    <a:pt x="0" y="101"/>
                  </a:cubicBezTo>
                  <a:lnTo>
                    <a:pt x="45" y="212"/>
                  </a:lnTo>
                  <a:cubicBezTo>
                    <a:pt x="200" y="156"/>
                    <a:pt x="356" y="123"/>
                    <a:pt x="523" y="112"/>
                  </a:cubicBezTo>
                  <a:lnTo>
                    <a:pt x="5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42">
              <a:extLst>
                <a:ext uri="{FF2B5EF4-FFF2-40B4-BE49-F238E27FC236}">
                  <a16:creationId xmlns:a16="http://schemas.microsoft.com/office/drawing/2014/main" id="{475B09AD-A91F-939E-4D20-37FCF1BFC9AF}"/>
                </a:ext>
              </a:extLst>
            </p:cNvPr>
            <p:cNvSpPr/>
            <p:nvPr/>
          </p:nvSpPr>
          <p:spPr>
            <a:xfrm>
              <a:off x="6572475" y="3354875"/>
              <a:ext cx="151375" cy="103325"/>
            </a:xfrm>
            <a:custGeom>
              <a:avLst/>
              <a:gdLst/>
              <a:ahLst/>
              <a:cxnLst/>
              <a:rect l="l" t="t" r="r" b="b"/>
              <a:pathLst>
                <a:path w="6055" h="4133" extrusionOk="0">
                  <a:moveTo>
                    <a:pt x="5943" y="0"/>
                  </a:moveTo>
                  <a:cubicBezTo>
                    <a:pt x="5866" y="501"/>
                    <a:pt x="5632" y="978"/>
                    <a:pt x="5288" y="1333"/>
                  </a:cubicBezTo>
                  <a:cubicBezTo>
                    <a:pt x="5254" y="1367"/>
                    <a:pt x="5232" y="1389"/>
                    <a:pt x="5199" y="1400"/>
                  </a:cubicBezTo>
                  <a:cubicBezTo>
                    <a:pt x="5189" y="1403"/>
                    <a:pt x="5179" y="1405"/>
                    <a:pt x="5170" y="1405"/>
                  </a:cubicBezTo>
                  <a:cubicBezTo>
                    <a:pt x="5148" y="1405"/>
                    <a:pt x="5129" y="1397"/>
                    <a:pt x="5121" y="1389"/>
                  </a:cubicBezTo>
                  <a:cubicBezTo>
                    <a:pt x="5077" y="1356"/>
                    <a:pt x="5044" y="1311"/>
                    <a:pt x="5032" y="1267"/>
                  </a:cubicBezTo>
                  <a:cubicBezTo>
                    <a:pt x="5032" y="1222"/>
                    <a:pt x="5032" y="1189"/>
                    <a:pt x="5044" y="1145"/>
                  </a:cubicBezTo>
                  <a:cubicBezTo>
                    <a:pt x="5066" y="1089"/>
                    <a:pt x="5088" y="1034"/>
                    <a:pt x="5110" y="967"/>
                  </a:cubicBezTo>
                  <a:lnTo>
                    <a:pt x="4999" y="934"/>
                  </a:lnTo>
                  <a:cubicBezTo>
                    <a:pt x="4977" y="990"/>
                    <a:pt x="4943" y="1045"/>
                    <a:pt x="4933" y="1111"/>
                  </a:cubicBezTo>
                  <a:cubicBezTo>
                    <a:pt x="4632" y="1867"/>
                    <a:pt x="4088" y="2533"/>
                    <a:pt x="3400" y="2955"/>
                  </a:cubicBezTo>
                  <a:cubicBezTo>
                    <a:pt x="3356" y="2982"/>
                    <a:pt x="3285" y="3021"/>
                    <a:pt x="3224" y="3021"/>
                  </a:cubicBezTo>
                  <a:cubicBezTo>
                    <a:pt x="3208" y="3021"/>
                    <a:pt x="3192" y="3018"/>
                    <a:pt x="3178" y="3011"/>
                  </a:cubicBezTo>
                  <a:cubicBezTo>
                    <a:pt x="3133" y="2989"/>
                    <a:pt x="3111" y="2933"/>
                    <a:pt x="3089" y="2834"/>
                  </a:cubicBezTo>
                  <a:cubicBezTo>
                    <a:pt x="3066" y="2711"/>
                    <a:pt x="3066" y="2589"/>
                    <a:pt x="3077" y="2478"/>
                  </a:cubicBezTo>
                  <a:cubicBezTo>
                    <a:pt x="3144" y="2355"/>
                    <a:pt x="3178" y="2234"/>
                    <a:pt x="3155" y="2100"/>
                  </a:cubicBezTo>
                  <a:lnTo>
                    <a:pt x="3133" y="1867"/>
                  </a:lnTo>
                  <a:lnTo>
                    <a:pt x="3044" y="2089"/>
                  </a:lnTo>
                  <a:cubicBezTo>
                    <a:pt x="3000" y="2200"/>
                    <a:pt x="2978" y="2311"/>
                    <a:pt x="2955" y="2434"/>
                  </a:cubicBezTo>
                  <a:cubicBezTo>
                    <a:pt x="2911" y="2523"/>
                    <a:pt x="2833" y="2600"/>
                    <a:pt x="2766" y="2678"/>
                  </a:cubicBezTo>
                  <a:cubicBezTo>
                    <a:pt x="2411" y="3089"/>
                    <a:pt x="2044" y="3500"/>
                    <a:pt x="1578" y="3767"/>
                  </a:cubicBezTo>
                  <a:cubicBezTo>
                    <a:pt x="1326" y="3909"/>
                    <a:pt x="1000" y="4019"/>
                    <a:pt x="673" y="4019"/>
                  </a:cubicBezTo>
                  <a:cubicBezTo>
                    <a:pt x="465" y="4019"/>
                    <a:pt x="257" y="3974"/>
                    <a:pt x="67" y="3866"/>
                  </a:cubicBezTo>
                  <a:lnTo>
                    <a:pt x="0" y="3967"/>
                  </a:lnTo>
                  <a:cubicBezTo>
                    <a:pt x="200" y="4078"/>
                    <a:pt x="433" y="4133"/>
                    <a:pt x="678" y="4133"/>
                  </a:cubicBezTo>
                  <a:cubicBezTo>
                    <a:pt x="989" y="4133"/>
                    <a:pt x="1322" y="4044"/>
                    <a:pt x="1633" y="3878"/>
                  </a:cubicBezTo>
                  <a:cubicBezTo>
                    <a:pt x="2122" y="3600"/>
                    <a:pt x="2499" y="3167"/>
                    <a:pt x="2855" y="2755"/>
                  </a:cubicBezTo>
                  <a:lnTo>
                    <a:pt x="2955" y="2656"/>
                  </a:lnTo>
                  <a:cubicBezTo>
                    <a:pt x="2955" y="2722"/>
                    <a:pt x="2955" y="2789"/>
                    <a:pt x="2966" y="2856"/>
                  </a:cubicBezTo>
                  <a:cubicBezTo>
                    <a:pt x="3000" y="2989"/>
                    <a:pt x="3044" y="3078"/>
                    <a:pt x="3133" y="3122"/>
                  </a:cubicBezTo>
                  <a:cubicBezTo>
                    <a:pt x="3165" y="3137"/>
                    <a:pt x="3198" y="3143"/>
                    <a:pt x="3229" y="3143"/>
                  </a:cubicBezTo>
                  <a:cubicBezTo>
                    <a:pt x="3317" y="3143"/>
                    <a:pt x="3401" y="3096"/>
                    <a:pt x="3466" y="3056"/>
                  </a:cubicBezTo>
                  <a:cubicBezTo>
                    <a:pt x="4111" y="2656"/>
                    <a:pt x="4632" y="2056"/>
                    <a:pt x="4943" y="1378"/>
                  </a:cubicBezTo>
                  <a:cubicBezTo>
                    <a:pt x="4977" y="1422"/>
                    <a:pt x="5010" y="1456"/>
                    <a:pt x="5054" y="1489"/>
                  </a:cubicBezTo>
                  <a:cubicBezTo>
                    <a:pt x="5097" y="1514"/>
                    <a:pt x="5138" y="1527"/>
                    <a:pt x="5185" y="1527"/>
                  </a:cubicBezTo>
                  <a:cubicBezTo>
                    <a:pt x="5200" y="1527"/>
                    <a:pt x="5216" y="1525"/>
                    <a:pt x="5232" y="1523"/>
                  </a:cubicBezTo>
                  <a:cubicBezTo>
                    <a:pt x="5288" y="1501"/>
                    <a:pt x="5333" y="1456"/>
                    <a:pt x="5377" y="1412"/>
                  </a:cubicBezTo>
                  <a:cubicBezTo>
                    <a:pt x="5743" y="1034"/>
                    <a:pt x="5988" y="545"/>
                    <a:pt x="6054" y="23"/>
                  </a:cubicBezTo>
                  <a:lnTo>
                    <a:pt x="594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42">
              <a:extLst>
                <a:ext uri="{FF2B5EF4-FFF2-40B4-BE49-F238E27FC236}">
                  <a16:creationId xmlns:a16="http://schemas.microsoft.com/office/drawing/2014/main" id="{0CDFA20F-CC65-6621-DC9C-CD61582DECB0}"/>
                </a:ext>
              </a:extLst>
            </p:cNvPr>
            <p:cNvSpPr/>
            <p:nvPr/>
          </p:nvSpPr>
          <p:spPr>
            <a:xfrm>
              <a:off x="6381950" y="3826450"/>
              <a:ext cx="148900" cy="160525"/>
            </a:xfrm>
            <a:custGeom>
              <a:avLst/>
              <a:gdLst/>
              <a:ahLst/>
              <a:cxnLst/>
              <a:rect l="l" t="t" r="r" b="b"/>
              <a:pathLst>
                <a:path w="5956" h="6421" extrusionOk="0">
                  <a:moveTo>
                    <a:pt x="1534" y="0"/>
                  </a:moveTo>
                  <a:cubicBezTo>
                    <a:pt x="1178" y="644"/>
                    <a:pt x="823" y="1278"/>
                    <a:pt x="467" y="1922"/>
                  </a:cubicBezTo>
                  <a:cubicBezTo>
                    <a:pt x="178" y="2456"/>
                    <a:pt x="1" y="2811"/>
                    <a:pt x="490" y="3300"/>
                  </a:cubicBezTo>
                  <a:cubicBezTo>
                    <a:pt x="1011" y="3799"/>
                    <a:pt x="1678" y="4078"/>
                    <a:pt x="2289" y="4421"/>
                  </a:cubicBezTo>
                  <a:cubicBezTo>
                    <a:pt x="2911" y="4777"/>
                    <a:pt x="3522" y="5233"/>
                    <a:pt x="3788" y="5910"/>
                  </a:cubicBezTo>
                  <a:cubicBezTo>
                    <a:pt x="3833" y="6033"/>
                    <a:pt x="3877" y="6154"/>
                    <a:pt x="3955" y="6255"/>
                  </a:cubicBezTo>
                  <a:cubicBezTo>
                    <a:pt x="4043" y="6372"/>
                    <a:pt x="4114" y="6421"/>
                    <a:pt x="4173" y="6421"/>
                  </a:cubicBezTo>
                  <a:cubicBezTo>
                    <a:pt x="4465" y="6421"/>
                    <a:pt x="4433" y="5194"/>
                    <a:pt x="4378" y="4999"/>
                  </a:cubicBezTo>
                  <a:lnTo>
                    <a:pt x="4378" y="4999"/>
                  </a:lnTo>
                  <a:cubicBezTo>
                    <a:pt x="4489" y="5377"/>
                    <a:pt x="4610" y="5755"/>
                    <a:pt x="4722" y="6132"/>
                  </a:cubicBezTo>
                  <a:cubicBezTo>
                    <a:pt x="4744" y="6199"/>
                    <a:pt x="4788" y="6288"/>
                    <a:pt x="4866" y="6288"/>
                  </a:cubicBezTo>
                  <a:cubicBezTo>
                    <a:pt x="4921" y="6277"/>
                    <a:pt x="4955" y="6221"/>
                    <a:pt x="4977" y="6177"/>
                  </a:cubicBezTo>
                  <a:cubicBezTo>
                    <a:pt x="5144" y="5821"/>
                    <a:pt x="5155" y="5411"/>
                    <a:pt x="5010" y="5055"/>
                  </a:cubicBezTo>
                  <a:lnTo>
                    <a:pt x="5010" y="5055"/>
                  </a:lnTo>
                  <a:cubicBezTo>
                    <a:pt x="5133" y="5332"/>
                    <a:pt x="5255" y="5621"/>
                    <a:pt x="5377" y="5899"/>
                  </a:cubicBezTo>
                  <a:cubicBezTo>
                    <a:pt x="5388" y="5932"/>
                    <a:pt x="5410" y="5977"/>
                    <a:pt x="5444" y="5999"/>
                  </a:cubicBezTo>
                  <a:cubicBezTo>
                    <a:pt x="5464" y="6014"/>
                    <a:pt x="5486" y="6021"/>
                    <a:pt x="5508" y="6021"/>
                  </a:cubicBezTo>
                  <a:cubicBezTo>
                    <a:pt x="5585" y="6021"/>
                    <a:pt x="5670" y="5943"/>
                    <a:pt x="5721" y="5866"/>
                  </a:cubicBezTo>
                  <a:cubicBezTo>
                    <a:pt x="5955" y="5444"/>
                    <a:pt x="5844" y="4900"/>
                    <a:pt x="5577" y="4510"/>
                  </a:cubicBezTo>
                  <a:cubicBezTo>
                    <a:pt x="5311" y="4133"/>
                    <a:pt x="4911" y="3878"/>
                    <a:pt x="4522" y="3633"/>
                  </a:cubicBezTo>
                  <a:cubicBezTo>
                    <a:pt x="3889" y="3233"/>
                    <a:pt x="3267" y="2833"/>
                    <a:pt x="2633" y="2444"/>
                  </a:cubicBezTo>
                  <a:cubicBezTo>
                    <a:pt x="2433" y="2311"/>
                    <a:pt x="2189" y="2122"/>
                    <a:pt x="2233" y="1866"/>
                  </a:cubicBezTo>
                  <a:cubicBezTo>
                    <a:pt x="2245" y="1778"/>
                    <a:pt x="2289" y="1700"/>
                    <a:pt x="2344" y="1622"/>
                  </a:cubicBezTo>
                  <a:cubicBezTo>
                    <a:pt x="2522" y="1323"/>
                    <a:pt x="2845" y="1012"/>
                    <a:pt x="2700" y="700"/>
                  </a:cubicBezTo>
                  <a:cubicBezTo>
                    <a:pt x="2566" y="434"/>
                    <a:pt x="1789" y="156"/>
                    <a:pt x="1534"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42">
              <a:extLst>
                <a:ext uri="{FF2B5EF4-FFF2-40B4-BE49-F238E27FC236}">
                  <a16:creationId xmlns:a16="http://schemas.microsoft.com/office/drawing/2014/main" id="{FA92736F-2DD2-1F51-836A-CC733A0E3551}"/>
                </a:ext>
              </a:extLst>
            </p:cNvPr>
            <p:cNvSpPr/>
            <p:nvPr/>
          </p:nvSpPr>
          <p:spPr>
            <a:xfrm>
              <a:off x="6480525" y="3971675"/>
              <a:ext cx="9775" cy="13100"/>
            </a:xfrm>
            <a:custGeom>
              <a:avLst/>
              <a:gdLst/>
              <a:ahLst/>
              <a:cxnLst/>
              <a:rect l="l" t="t" r="r" b="b"/>
              <a:pathLst>
                <a:path w="391" h="524" extrusionOk="0">
                  <a:moveTo>
                    <a:pt x="339" y="1"/>
                  </a:moveTo>
                  <a:cubicBezTo>
                    <a:pt x="323" y="1"/>
                    <a:pt x="300" y="8"/>
                    <a:pt x="268" y="24"/>
                  </a:cubicBezTo>
                  <a:cubicBezTo>
                    <a:pt x="179" y="68"/>
                    <a:pt x="90" y="135"/>
                    <a:pt x="1" y="202"/>
                  </a:cubicBezTo>
                  <a:cubicBezTo>
                    <a:pt x="68" y="323"/>
                    <a:pt x="156" y="434"/>
                    <a:pt x="268" y="513"/>
                  </a:cubicBezTo>
                  <a:cubicBezTo>
                    <a:pt x="268" y="513"/>
                    <a:pt x="279" y="523"/>
                    <a:pt x="290" y="523"/>
                  </a:cubicBezTo>
                  <a:cubicBezTo>
                    <a:pt x="301" y="523"/>
                    <a:pt x="312" y="490"/>
                    <a:pt x="312" y="468"/>
                  </a:cubicBezTo>
                  <a:cubicBezTo>
                    <a:pt x="334" y="368"/>
                    <a:pt x="346" y="257"/>
                    <a:pt x="368" y="146"/>
                  </a:cubicBezTo>
                  <a:cubicBezTo>
                    <a:pt x="376" y="70"/>
                    <a:pt x="391" y="1"/>
                    <a:pt x="339"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42">
              <a:extLst>
                <a:ext uri="{FF2B5EF4-FFF2-40B4-BE49-F238E27FC236}">
                  <a16:creationId xmlns:a16="http://schemas.microsoft.com/office/drawing/2014/main" id="{2CEA0166-6D34-2C03-6F32-01D54AD90172}"/>
                </a:ext>
              </a:extLst>
            </p:cNvPr>
            <p:cNvSpPr/>
            <p:nvPr/>
          </p:nvSpPr>
          <p:spPr>
            <a:xfrm>
              <a:off x="6408875" y="3826450"/>
              <a:ext cx="44200" cy="49450"/>
            </a:xfrm>
            <a:custGeom>
              <a:avLst/>
              <a:gdLst/>
              <a:ahLst/>
              <a:cxnLst/>
              <a:rect l="l" t="t" r="r" b="b"/>
              <a:pathLst>
                <a:path w="1768" h="1978" extrusionOk="0">
                  <a:moveTo>
                    <a:pt x="1267" y="1622"/>
                  </a:moveTo>
                  <a:cubicBezTo>
                    <a:pt x="1212" y="1700"/>
                    <a:pt x="1168" y="1778"/>
                    <a:pt x="1156" y="1866"/>
                  </a:cubicBezTo>
                  <a:cubicBezTo>
                    <a:pt x="1145" y="1911"/>
                    <a:pt x="1145" y="1945"/>
                    <a:pt x="1156" y="1978"/>
                  </a:cubicBezTo>
                  <a:lnTo>
                    <a:pt x="1156" y="1978"/>
                  </a:lnTo>
                  <a:cubicBezTo>
                    <a:pt x="1145" y="1945"/>
                    <a:pt x="1145" y="1911"/>
                    <a:pt x="1156" y="1866"/>
                  </a:cubicBezTo>
                  <a:cubicBezTo>
                    <a:pt x="1168" y="1778"/>
                    <a:pt x="1212" y="1700"/>
                    <a:pt x="1267" y="1622"/>
                  </a:cubicBezTo>
                  <a:close/>
                  <a:moveTo>
                    <a:pt x="346" y="200"/>
                  </a:moveTo>
                  <a:cubicBezTo>
                    <a:pt x="235" y="412"/>
                    <a:pt x="112" y="622"/>
                    <a:pt x="1" y="822"/>
                  </a:cubicBezTo>
                  <a:lnTo>
                    <a:pt x="1" y="822"/>
                  </a:lnTo>
                  <a:cubicBezTo>
                    <a:pt x="112" y="622"/>
                    <a:pt x="235" y="412"/>
                    <a:pt x="346" y="200"/>
                  </a:cubicBezTo>
                  <a:close/>
                  <a:moveTo>
                    <a:pt x="457" y="0"/>
                  </a:moveTo>
                  <a:lnTo>
                    <a:pt x="457" y="0"/>
                  </a:lnTo>
                  <a:lnTo>
                    <a:pt x="457" y="0"/>
                  </a:lnTo>
                  <a:cubicBezTo>
                    <a:pt x="712" y="156"/>
                    <a:pt x="1489" y="434"/>
                    <a:pt x="1623" y="700"/>
                  </a:cubicBezTo>
                  <a:cubicBezTo>
                    <a:pt x="1768" y="1000"/>
                    <a:pt x="1457" y="1311"/>
                    <a:pt x="1267" y="1611"/>
                  </a:cubicBezTo>
                  <a:cubicBezTo>
                    <a:pt x="1457" y="1311"/>
                    <a:pt x="1768" y="1000"/>
                    <a:pt x="1623" y="700"/>
                  </a:cubicBezTo>
                  <a:cubicBezTo>
                    <a:pt x="1489" y="434"/>
                    <a:pt x="712" y="156"/>
                    <a:pt x="457" y="0"/>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42">
              <a:extLst>
                <a:ext uri="{FF2B5EF4-FFF2-40B4-BE49-F238E27FC236}">
                  <a16:creationId xmlns:a16="http://schemas.microsoft.com/office/drawing/2014/main" id="{96C7B427-4B03-63BF-F1E4-04FDB33D341A}"/>
                </a:ext>
              </a:extLst>
            </p:cNvPr>
            <p:cNvSpPr/>
            <p:nvPr/>
          </p:nvSpPr>
          <p:spPr>
            <a:xfrm>
              <a:off x="6403325" y="3826450"/>
              <a:ext cx="49750" cy="56125"/>
            </a:xfrm>
            <a:custGeom>
              <a:avLst/>
              <a:gdLst/>
              <a:ahLst/>
              <a:cxnLst/>
              <a:rect l="l" t="t" r="r" b="b"/>
              <a:pathLst>
                <a:path w="1990" h="2245" extrusionOk="0">
                  <a:moveTo>
                    <a:pt x="679" y="0"/>
                  </a:moveTo>
                  <a:cubicBezTo>
                    <a:pt x="645" y="67"/>
                    <a:pt x="601" y="133"/>
                    <a:pt x="568" y="200"/>
                  </a:cubicBezTo>
                  <a:cubicBezTo>
                    <a:pt x="457" y="412"/>
                    <a:pt x="334" y="622"/>
                    <a:pt x="223" y="822"/>
                  </a:cubicBezTo>
                  <a:cubicBezTo>
                    <a:pt x="134" y="1234"/>
                    <a:pt x="1" y="1767"/>
                    <a:pt x="279" y="2066"/>
                  </a:cubicBezTo>
                  <a:cubicBezTo>
                    <a:pt x="390" y="2189"/>
                    <a:pt x="534" y="2244"/>
                    <a:pt x="679" y="2244"/>
                  </a:cubicBezTo>
                  <a:cubicBezTo>
                    <a:pt x="901" y="2244"/>
                    <a:pt x="1156" y="2122"/>
                    <a:pt x="1378" y="1978"/>
                  </a:cubicBezTo>
                  <a:cubicBezTo>
                    <a:pt x="1367" y="1945"/>
                    <a:pt x="1367" y="1911"/>
                    <a:pt x="1378" y="1866"/>
                  </a:cubicBezTo>
                  <a:cubicBezTo>
                    <a:pt x="1390" y="1778"/>
                    <a:pt x="1434" y="1700"/>
                    <a:pt x="1489" y="1622"/>
                  </a:cubicBezTo>
                  <a:lnTo>
                    <a:pt x="1489" y="1611"/>
                  </a:lnTo>
                  <a:cubicBezTo>
                    <a:pt x="1679" y="1311"/>
                    <a:pt x="1990" y="1000"/>
                    <a:pt x="1845" y="700"/>
                  </a:cubicBezTo>
                  <a:cubicBezTo>
                    <a:pt x="1711" y="434"/>
                    <a:pt x="934" y="156"/>
                    <a:pt x="679"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42">
              <a:extLst>
                <a:ext uri="{FF2B5EF4-FFF2-40B4-BE49-F238E27FC236}">
                  <a16:creationId xmlns:a16="http://schemas.microsoft.com/office/drawing/2014/main" id="{248830AD-6E85-EFBF-5F45-F300C734157B}"/>
                </a:ext>
              </a:extLst>
            </p:cNvPr>
            <p:cNvSpPr/>
            <p:nvPr/>
          </p:nvSpPr>
          <p:spPr>
            <a:xfrm>
              <a:off x="6382500" y="3697025"/>
              <a:ext cx="148600" cy="167175"/>
            </a:xfrm>
            <a:custGeom>
              <a:avLst/>
              <a:gdLst/>
              <a:ahLst/>
              <a:cxnLst/>
              <a:rect l="l" t="t" r="r" b="b"/>
              <a:pathLst>
                <a:path w="5944" h="6687" extrusionOk="0">
                  <a:moveTo>
                    <a:pt x="2794" y="1"/>
                  </a:moveTo>
                  <a:cubicBezTo>
                    <a:pt x="2593" y="1"/>
                    <a:pt x="2385" y="121"/>
                    <a:pt x="2167" y="412"/>
                  </a:cubicBezTo>
                  <a:cubicBezTo>
                    <a:pt x="1845" y="823"/>
                    <a:pt x="1223" y="2456"/>
                    <a:pt x="967" y="2911"/>
                  </a:cubicBezTo>
                  <a:cubicBezTo>
                    <a:pt x="890" y="2723"/>
                    <a:pt x="856" y="2523"/>
                    <a:pt x="856" y="2323"/>
                  </a:cubicBezTo>
                  <a:cubicBezTo>
                    <a:pt x="534" y="2755"/>
                    <a:pt x="379" y="3311"/>
                    <a:pt x="423" y="3844"/>
                  </a:cubicBezTo>
                  <a:cubicBezTo>
                    <a:pt x="345" y="3678"/>
                    <a:pt x="300" y="3500"/>
                    <a:pt x="278" y="3322"/>
                  </a:cubicBezTo>
                  <a:lnTo>
                    <a:pt x="278" y="3322"/>
                  </a:lnTo>
                  <a:cubicBezTo>
                    <a:pt x="1" y="3789"/>
                    <a:pt x="123" y="4389"/>
                    <a:pt x="290" y="4911"/>
                  </a:cubicBezTo>
                  <a:cubicBezTo>
                    <a:pt x="470" y="5472"/>
                    <a:pt x="1325" y="6138"/>
                    <a:pt x="1966" y="6138"/>
                  </a:cubicBezTo>
                  <a:cubicBezTo>
                    <a:pt x="2074" y="6138"/>
                    <a:pt x="2176" y="6119"/>
                    <a:pt x="2267" y="6077"/>
                  </a:cubicBezTo>
                  <a:lnTo>
                    <a:pt x="2267" y="6077"/>
                  </a:lnTo>
                  <a:cubicBezTo>
                    <a:pt x="2245" y="6155"/>
                    <a:pt x="2256" y="6233"/>
                    <a:pt x="2278" y="6310"/>
                  </a:cubicBezTo>
                  <a:cubicBezTo>
                    <a:pt x="2322" y="6477"/>
                    <a:pt x="2467" y="6611"/>
                    <a:pt x="2645" y="6666"/>
                  </a:cubicBezTo>
                  <a:cubicBezTo>
                    <a:pt x="2698" y="6680"/>
                    <a:pt x="2751" y="6687"/>
                    <a:pt x="2805" y="6687"/>
                  </a:cubicBezTo>
                  <a:cubicBezTo>
                    <a:pt x="3001" y="6687"/>
                    <a:pt x="3199" y="6599"/>
                    <a:pt x="3356" y="6477"/>
                  </a:cubicBezTo>
                  <a:cubicBezTo>
                    <a:pt x="3556" y="6310"/>
                    <a:pt x="3700" y="6088"/>
                    <a:pt x="3845" y="5877"/>
                  </a:cubicBezTo>
                  <a:cubicBezTo>
                    <a:pt x="4356" y="5088"/>
                    <a:pt x="5944" y="3456"/>
                    <a:pt x="5033" y="2634"/>
                  </a:cubicBezTo>
                  <a:cubicBezTo>
                    <a:pt x="4302" y="1975"/>
                    <a:pt x="3608" y="1"/>
                    <a:pt x="279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42">
              <a:extLst>
                <a:ext uri="{FF2B5EF4-FFF2-40B4-BE49-F238E27FC236}">
                  <a16:creationId xmlns:a16="http://schemas.microsoft.com/office/drawing/2014/main" id="{22FB5136-626B-1AEE-61E0-6B99E79174D2}"/>
                </a:ext>
              </a:extLst>
            </p:cNvPr>
            <p:cNvSpPr/>
            <p:nvPr/>
          </p:nvSpPr>
          <p:spPr>
            <a:xfrm>
              <a:off x="6398625" y="3765900"/>
              <a:ext cx="41125" cy="81400"/>
            </a:xfrm>
            <a:custGeom>
              <a:avLst/>
              <a:gdLst/>
              <a:ahLst/>
              <a:cxnLst/>
              <a:rect l="l" t="t" r="r" b="b"/>
              <a:pathLst>
                <a:path w="1645" h="3256" extrusionOk="0">
                  <a:moveTo>
                    <a:pt x="1444" y="2000"/>
                  </a:moveTo>
                  <a:cubicBezTo>
                    <a:pt x="1467" y="2000"/>
                    <a:pt x="1477" y="2012"/>
                    <a:pt x="1489" y="2022"/>
                  </a:cubicBezTo>
                  <a:cubicBezTo>
                    <a:pt x="1522" y="2056"/>
                    <a:pt x="1533" y="2111"/>
                    <a:pt x="1522" y="2156"/>
                  </a:cubicBezTo>
                  <a:cubicBezTo>
                    <a:pt x="1489" y="2234"/>
                    <a:pt x="1411" y="2289"/>
                    <a:pt x="1333" y="2333"/>
                  </a:cubicBezTo>
                  <a:lnTo>
                    <a:pt x="1267" y="2367"/>
                  </a:lnTo>
                  <a:lnTo>
                    <a:pt x="1333" y="2133"/>
                  </a:lnTo>
                  <a:cubicBezTo>
                    <a:pt x="1356" y="2056"/>
                    <a:pt x="1388" y="2012"/>
                    <a:pt x="1422" y="2000"/>
                  </a:cubicBezTo>
                  <a:close/>
                  <a:moveTo>
                    <a:pt x="956" y="0"/>
                  </a:moveTo>
                  <a:cubicBezTo>
                    <a:pt x="389" y="501"/>
                    <a:pt x="33" y="1256"/>
                    <a:pt x="11" y="2022"/>
                  </a:cubicBezTo>
                  <a:cubicBezTo>
                    <a:pt x="0" y="2267"/>
                    <a:pt x="67" y="2422"/>
                    <a:pt x="200" y="2489"/>
                  </a:cubicBezTo>
                  <a:cubicBezTo>
                    <a:pt x="241" y="2510"/>
                    <a:pt x="282" y="2520"/>
                    <a:pt x="323" y="2520"/>
                  </a:cubicBezTo>
                  <a:cubicBezTo>
                    <a:pt x="450" y="2520"/>
                    <a:pt x="577" y="2431"/>
                    <a:pt x="677" y="2356"/>
                  </a:cubicBezTo>
                  <a:cubicBezTo>
                    <a:pt x="722" y="2323"/>
                    <a:pt x="778" y="2278"/>
                    <a:pt x="833" y="2222"/>
                  </a:cubicBezTo>
                  <a:cubicBezTo>
                    <a:pt x="845" y="2323"/>
                    <a:pt x="889" y="2422"/>
                    <a:pt x="989" y="2467"/>
                  </a:cubicBezTo>
                  <a:cubicBezTo>
                    <a:pt x="1024" y="2488"/>
                    <a:pt x="1063" y="2496"/>
                    <a:pt x="1102" y="2496"/>
                  </a:cubicBezTo>
                  <a:cubicBezTo>
                    <a:pt x="1124" y="2496"/>
                    <a:pt x="1146" y="2493"/>
                    <a:pt x="1166" y="2489"/>
                  </a:cubicBezTo>
                  <a:lnTo>
                    <a:pt x="1166" y="2489"/>
                  </a:lnTo>
                  <a:cubicBezTo>
                    <a:pt x="1156" y="2578"/>
                    <a:pt x="1144" y="2678"/>
                    <a:pt x="1144" y="2767"/>
                  </a:cubicBezTo>
                  <a:cubicBezTo>
                    <a:pt x="1144" y="2867"/>
                    <a:pt x="1144" y="2989"/>
                    <a:pt x="1188" y="3089"/>
                  </a:cubicBezTo>
                  <a:cubicBezTo>
                    <a:pt x="1233" y="3178"/>
                    <a:pt x="1311" y="3244"/>
                    <a:pt x="1388" y="3256"/>
                  </a:cubicBezTo>
                  <a:lnTo>
                    <a:pt x="1455" y="3256"/>
                  </a:lnTo>
                  <a:cubicBezTo>
                    <a:pt x="1522" y="3244"/>
                    <a:pt x="1578" y="3200"/>
                    <a:pt x="1611" y="3145"/>
                  </a:cubicBezTo>
                  <a:cubicBezTo>
                    <a:pt x="1644" y="3089"/>
                    <a:pt x="1644" y="3022"/>
                    <a:pt x="1611" y="2978"/>
                  </a:cubicBezTo>
                  <a:lnTo>
                    <a:pt x="1544" y="3011"/>
                  </a:lnTo>
                  <a:cubicBezTo>
                    <a:pt x="1566" y="3044"/>
                    <a:pt x="1555" y="3078"/>
                    <a:pt x="1544" y="3111"/>
                  </a:cubicBezTo>
                  <a:cubicBezTo>
                    <a:pt x="1522" y="3145"/>
                    <a:pt x="1489" y="3178"/>
                    <a:pt x="1444" y="3178"/>
                  </a:cubicBezTo>
                  <a:cubicBezTo>
                    <a:pt x="1435" y="3180"/>
                    <a:pt x="1426" y="3181"/>
                    <a:pt x="1416" y="3181"/>
                  </a:cubicBezTo>
                  <a:cubicBezTo>
                    <a:pt x="1348" y="3181"/>
                    <a:pt x="1285" y="3115"/>
                    <a:pt x="1255" y="3056"/>
                  </a:cubicBezTo>
                  <a:cubicBezTo>
                    <a:pt x="1211" y="2967"/>
                    <a:pt x="1211" y="2867"/>
                    <a:pt x="1222" y="2778"/>
                  </a:cubicBezTo>
                  <a:cubicBezTo>
                    <a:pt x="1222" y="2667"/>
                    <a:pt x="1233" y="2567"/>
                    <a:pt x="1255" y="2456"/>
                  </a:cubicBezTo>
                  <a:cubicBezTo>
                    <a:pt x="1289" y="2444"/>
                    <a:pt x="1333" y="2422"/>
                    <a:pt x="1366" y="2400"/>
                  </a:cubicBezTo>
                  <a:cubicBezTo>
                    <a:pt x="1467" y="2345"/>
                    <a:pt x="1555" y="2278"/>
                    <a:pt x="1588" y="2178"/>
                  </a:cubicBezTo>
                  <a:cubicBezTo>
                    <a:pt x="1611" y="2111"/>
                    <a:pt x="1588" y="2022"/>
                    <a:pt x="1544" y="1967"/>
                  </a:cubicBezTo>
                  <a:cubicBezTo>
                    <a:pt x="1508" y="1940"/>
                    <a:pt x="1471" y="1920"/>
                    <a:pt x="1435" y="1920"/>
                  </a:cubicBezTo>
                  <a:cubicBezTo>
                    <a:pt x="1427" y="1920"/>
                    <a:pt x="1419" y="1921"/>
                    <a:pt x="1411" y="1923"/>
                  </a:cubicBezTo>
                  <a:cubicBezTo>
                    <a:pt x="1322" y="1945"/>
                    <a:pt x="1277" y="2044"/>
                    <a:pt x="1255" y="2111"/>
                  </a:cubicBezTo>
                  <a:cubicBezTo>
                    <a:pt x="1233" y="2212"/>
                    <a:pt x="1200" y="2300"/>
                    <a:pt x="1188" y="2400"/>
                  </a:cubicBezTo>
                  <a:cubicBezTo>
                    <a:pt x="1161" y="2411"/>
                    <a:pt x="1130" y="2417"/>
                    <a:pt x="1101" y="2417"/>
                  </a:cubicBezTo>
                  <a:cubicBezTo>
                    <a:pt x="1072" y="2417"/>
                    <a:pt x="1044" y="2411"/>
                    <a:pt x="1022" y="2400"/>
                  </a:cubicBezTo>
                  <a:cubicBezTo>
                    <a:pt x="933" y="2356"/>
                    <a:pt x="900" y="2244"/>
                    <a:pt x="911" y="2156"/>
                  </a:cubicBezTo>
                  <a:lnTo>
                    <a:pt x="911" y="2133"/>
                  </a:lnTo>
                  <a:cubicBezTo>
                    <a:pt x="978" y="2044"/>
                    <a:pt x="1011" y="1945"/>
                    <a:pt x="1011" y="1834"/>
                  </a:cubicBezTo>
                  <a:lnTo>
                    <a:pt x="1000" y="1689"/>
                  </a:lnTo>
                  <a:lnTo>
                    <a:pt x="933" y="1822"/>
                  </a:lnTo>
                  <a:cubicBezTo>
                    <a:pt x="900" y="1901"/>
                    <a:pt x="855" y="2000"/>
                    <a:pt x="833" y="2100"/>
                  </a:cubicBezTo>
                  <a:cubicBezTo>
                    <a:pt x="778" y="2178"/>
                    <a:pt x="700" y="2244"/>
                    <a:pt x="633" y="2300"/>
                  </a:cubicBezTo>
                  <a:cubicBezTo>
                    <a:pt x="506" y="2396"/>
                    <a:pt x="407" y="2446"/>
                    <a:pt x="324" y="2446"/>
                  </a:cubicBezTo>
                  <a:cubicBezTo>
                    <a:pt x="292" y="2446"/>
                    <a:pt x="262" y="2438"/>
                    <a:pt x="233" y="2422"/>
                  </a:cubicBezTo>
                  <a:cubicBezTo>
                    <a:pt x="100" y="2356"/>
                    <a:pt x="78" y="2178"/>
                    <a:pt x="89" y="2022"/>
                  </a:cubicBezTo>
                  <a:cubicBezTo>
                    <a:pt x="111" y="1278"/>
                    <a:pt x="455" y="545"/>
                    <a:pt x="1011" y="56"/>
                  </a:cubicBezTo>
                  <a:lnTo>
                    <a:pt x="956"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42">
              <a:extLst>
                <a:ext uri="{FF2B5EF4-FFF2-40B4-BE49-F238E27FC236}">
                  <a16:creationId xmlns:a16="http://schemas.microsoft.com/office/drawing/2014/main" id="{8B13B9AE-4B47-A681-A0BF-2566F6910D2F}"/>
                </a:ext>
              </a:extLst>
            </p:cNvPr>
            <p:cNvSpPr/>
            <p:nvPr/>
          </p:nvSpPr>
          <p:spPr>
            <a:xfrm>
              <a:off x="6515525" y="3958125"/>
              <a:ext cx="10575" cy="14425"/>
            </a:xfrm>
            <a:custGeom>
              <a:avLst/>
              <a:gdLst/>
              <a:ahLst/>
              <a:cxnLst/>
              <a:rect l="l" t="t" r="r" b="b"/>
              <a:pathLst>
                <a:path w="423" h="577" extrusionOk="0">
                  <a:moveTo>
                    <a:pt x="370" y="0"/>
                  </a:moveTo>
                  <a:cubicBezTo>
                    <a:pt x="352" y="0"/>
                    <a:pt x="326" y="10"/>
                    <a:pt x="289" y="33"/>
                  </a:cubicBezTo>
                  <a:cubicBezTo>
                    <a:pt x="190" y="88"/>
                    <a:pt x="90" y="154"/>
                    <a:pt x="1" y="243"/>
                  </a:cubicBezTo>
                  <a:cubicBezTo>
                    <a:pt x="67" y="376"/>
                    <a:pt x="168" y="488"/>
                    <a:pt x="289" y="566"/>
                  </a:cubicBezTo>
                  <a:cubicBezTo>
                    <a:pt x="301" y="576"/>
                    <a:pt x="301" y="576"/>
                    <a:pt x="312" y="576"/>
                  </a:cubicBezTo>
                  <a:cubicBezTo>
                    <a:pt x="334" y="576"/>
                    <a:pt x="345" y="554"/>
                    <a:pt x="345" y="532"/>
                  </a:cubicBezTo>
                  <a:cubicBezTo>
                    <a:pt x="368" y="410"/>
                    <a:pt x="378" y="288"/>
                    <a:pt x="390" y="166"/>
                  </a:cubicBezTo>
                  <a:cubicBezTo>
                    <a:pt x="406" y="83"/>
                    <a:pt x="423" y="0"/>
                    <a:pt x="370"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42">
              <a:extLst>
                <a:ext uri="{FF2B5EF4-FFF2-40B4-BE49-F238E27FC236}">
                  <a16:creationId xmlns:a16="http://schemas.microsoft.com/office/drawing/2014/main" id="{66F604AB-E0F9-517D-C913-C5911FB4D96C}"/>
                </a:ext>
              </a:extLst>
            </p:cNvPr>
            <p:cNvSpPr/>
            <p:nvPr/>
          </p:nvSpPr>
          <p:spPr>
            <a:xfrm>
              <a:off x="6499425" y="3967750"/>
              <a:ext cx="8875" cy="11200"/>
            </a:xfrm>
            <a:custGeom>
              <a:avLst/>
              <a:gdLst/>
              <a:ahLst/>
              <a:cxnLst/>
              <a:rect l="l" t="t" r="r" b="b"/>
              <a:pathLst>
                <a:path w="355" h="448" extrusionOk="0">
                  <a:moveTo>
                    <a:pt x="301" y="1"/>
                  </a:moveTo>
                  <a:cubicBezTo>
                    <a:pt x="287" y="1"/>
                    <a:pt x="269" y="5"/>
                    <a:pt x="245" y="14"/>
                  </a:cubicBezTo>
                  <a:cubicBezTo>
                    <a:pt x="156" y="47"/>
                    <a:pt x="79" y="92"/>
                    <a:pt x="0" y="147"/>
                  </a:cubicBezTo>
                  <a:cubicBezTo>
                    <a:pt x="34" y="258"/>
                    <a:pt x="101" y="359"/>
                    <a:pt x="190" y="436"/>
                  </a:cubicBezTo>
                  <a:cubicBezTo>
                    <a:pt x="200" y="447"/>
                    <a:pt x="200" y="447"/>
                    <a:pt x="212" y="447"/>
                  </a:cubicBezTo>
                  <a:cubicBezTo>
                    <a:pt x="222" y="447"/>
                    <a:pt x="234" y="425"/>
                    <a:pt x="245" y="414"/>
                  </a:cubicBezTo>
                  <a:cubicBezTo>
                    <a:pt x="267" y="325"/>
                    <a:pt x="289" y="225"/>
                    <a:pt x="311" y="136"/>
                  </a:cubicBezTo>
                  <a:cubicBezTo>
                    <a:pt x="329" y="65"/>
                    <a:pt x="354" y="1"/>
                    <a:pt x="301"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42">
              <a:extLst>
                <a:ext uri="{FF2B5EF4-FFF2-40B4-BE49-F238E27FC236}">
                  <a16:creationId xmlns:a16="http://schemas.microsoft.com/office/drawing/2014/main" id="{07021262-D074-7546-31A4-5027A495B9FC}"/>
                </a:ext>
              </a:extLst>
            </p:cNvPr>
            <p:cNvSpPr/>
            <p:nvPr/>
          </p:nvSpPr>
          <p:spPr>
            <a:xfrm>
              <a:off x="6447775" y="3709800"/>
              <a:ext cx="18625" cy="15875"/>
            </a:xfrm>
            <a:custGeom>
              <a:avLst/>
              <a:gdLst/>
              <a:ahLst/>
              <a:cxnLst/>
              <a:rect l="l" t="t" r="r" b="b"/>
              <a:pathLst>
                <a:path w="745" h="635" extrusionOk="0">
                  <a:moveTo>
                    <a:pt x="711" y="0"/>
                  </a:moveTo>
                  <a:cubicBezTo>
                    <a:pt x="412" y="101"/>
                    <a:pt x="167" y="312"/>
                    <a:pt x="0" y="578"/>
                  </a:cubicBezTo>
                  <a:lnTo>
                    <a:pt x="101" y="634"/>
                  </a:lnTo>
                  <a:cubicBezTo>
                    <a:pt x="244" y="400"/>
                    <a:pt x="489" y="212"/>
                    <a:pt x="745" y="112"/>
                  </a:cubicBezTo>
                  <a:lnTo>
                    <a:pt x="711"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42">
              <a:extLst>
                <a:ext uri="{FF2B5EF4-FFF2-40B4-BE49-F238E27FC236}">
                  <a16:creationId xmlns:a16="http://schemas.microsoft.com/office/drawing/2014/main" id="{E86BB65C-C503-A469-20C3-0F76683FF074}"/>
                </a:ext>
              </a:extLst>
            </p:cNvPr>
            <p:cNvSpPr/>
            <p:nvPr/>
          </p:nvSpPr>
          <p:spPr>
            <a:xfrm>
              <a:off x="6451100" y="3730900"/>
              <a:ext cx="11125" cy="13925"/>
            </a:xfrm>
            <a:custGeom>
              <a:avLst/>
              <a:gdLst/>
              <a:ahLst/>
              <a:cxnLst/>
              <a:rect l="l" t="t" r="r" b="b"/>
              <a:pathLst>
                <a:path w="445" h="557" extrusionOk="0">
                  <a:moveTo>
                    <a:pt x="367" y="1"/>
                  </a:moveTo>
                  <a:cubicBezTo>
                    <a:pt x="200" y="134"/>
                    <a:pt x="79" y="312"/>
                    <a:pt x="0" y="512"/>
                  </a:cubicBezTo>
                  <a:lnTo>
                    <a:pt x="111" y="556"/>
                  </a:lnTo>
                  <a:cubicBezTo>
                    <a:pt x="178" y="378"/>
                    <a:pt x="301" y="212"/>
                    <a:pt x="445" y="90"/>
                  </a:cubicBezTo>
                  <a:lnTo>
                    <a:pt x="3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42">
              <a:extLst>
                <a:ext uri="{FF2B5EF4-FFF2-40B4-BE49-F238E27FC236}">
                  <a16:creationId xmlns:a16="http://schemas.microsoft.com/office/drawing/2014/main" id="{C096C3DB-3212-5E19-FEEF-63455F7DC142}"/>
                </a:ext>
              </a:extLst>
            </p:cNvPr>
            <p:cNvSpPr/>
            <p:nvPr/>
          </p:nvSpPr>
          <p:spPr>
            <a:xfrm>
              <a:off x="6436400" y="3741450"/>
              <a:ext cx="5275" cy="6700"/>
            </a:xfrm>
            <a:custGeom>
              <a:avLst/>
              <a:gdLst/>
              <a:ahLst/>
              <a:cxnLst/>
              <a:rect l="l" t="t" r="r" b="b"/>
              <a:pathLst>
                <a:path w="211" h="268" extrusionOk="0">
                  <a:moveTo>
                    <a:pt x="89" y="1"/>
                  </a:moveTo>
                  <a:cubicBezTo>
                    <a:pt x="77" y="68"/>
                    <a:pt x="44" y="134"/>
                    <a:pt x="0" y="190"/>
                  </a:cubicBezTo>
                  <a:lnTo>
                    <a:pt x="100" y="267"/>
                  </a:lnTo>
                  <a:cubicBezTo>
                    <a:pt x="156" y="201"/>
                    <a:pt x="188" y="112"/>
                    <a:pt x="211" y="23"/>
                  </a:cubicBezTo>
                  <a:lnTo>
                    <a:pt x="8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42">
              <a:extLst>
                <a:ext uri="{FF2B5EF4-FFF2-40B4-BE49-F238E27FC236}">
                  <a16:creationId xmlns:a16="http://schemas.microsoft.com/office/drawing/2014/main" id="{6F58F013-76A3-47A8-50C8-0B14A0A9475F}"/>
                </a:ext>
              </a:extLst>
            </p:cNvPr>
            <p:cNvSpPr/>
            <p:nvPr/>
          </p:nvSpPr>
          <p:spPr>
            <a:xfrm>
              <a:off x="6443875" y="3761750"/>
              <a:ext cx="4200" cy="4175"/>
            </a:xfrm>
            <a:custGeom>
              <a:avLst/>
              <a:gdLst/>
              <a:ahLst/>
              <a:cxnLst/>
              <a:rect l="l" t="t" r="r" b="b"/>
              <a:pathLst>
                <a:path w="168" h="167" extrusionOk="0">
                  <a:moveTo>
                    <a:pt x="57" y="0"/>
                  </a:moveTo>
                  <a:lnTo>
                    <a:pt x="1" y="111"/>
                  </a:lnTo>
                  <a:lnTo>
                    <a:pt x="101" y="166"/>
                  </a:lnTo>
                  <a:lnTo>
                    <a:pt x="168" y="55"/>
                  </a:lnTo>
                  <a:lnTo>
                    <a:pt x="5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42">
              <a:extLst>
                <a:ext uri="{FF2B5EF4-FFF2-40B4-BE49-F238E27FC236}">
                  <a16:creationId xmlns:a16="http://schemas.microsoft.com/office/drawing/2014/main" id="{1B694E04-CDF3-FA8C-9733-D6CA0039021F}"/>
                </a:ext>
              </a:extLst>
            </p:cNvPr>
            <p:cNvSpPr/>
            <p:nvPr/>
          </p:nvSpPr>
          <p:spPr>
            <a:xfrm>
              <a:off x="6531925" y="3433750"/>
              <a:ext cx="4175" cy="8075"/>
            </a:xfrm>
            <a:custGeom>
              <a:avLst/>
              <a:gdLst/>
              <a:ahLst/>
              <a:cxnLst/>
              <a:rect l="l" t="t" r="r" b="b"/>
              <a:pathLst>
                <a:path w="167" h="323" extrusionOk="0">
                  <a:moveTo>
                    <a:pt x="67" y="0"/>
                  </a:moveTo>
                  <a:cubicBezTo>
                    <a:pt x="23" y="45"/>
                    <a:pt x="0" y="111"/>
                    <a:pt x="11" y="178"/>
                  </a:cubicBezTo>
                  <a:cubicBezTo>
                    <a:pt x="23" y="234"/>
                    <a:pt x="56" y="289"/>
                    <a:pt x="112" y="323"/>
                  </a:cubicBezTo>
                  <a:lnTo>
                    <a:pt x="167" y="222"/>
                  </a:lnTo>
                  <a:cubicBezTo>
                    <a:pt x="156" y="212"/>
                    <a:pt x="134" y="178"/>
                    <a:pt x="134" y="156"/>
                  </a:cubicBezTo>
                  <a:cubicBezTo>
                    <a:pt x="134" y="123"/>
                    <a:pt x="134" y="101"/>
                    <a:pt x="156" y="78"/>
                  </a:cubicBezTo>
                  <a:lnTo>
                    <a:pt x="6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42">
              <a:extLst>
                <a:ext uri="{FF2B5EF4-FFF2-40B4-BE49-F238E27FC236}">
                  <a16:creationId xmlns:a16="http://schemas.microsoft.com/office/drawing/2014/main" id="{4BE988C3-37C0-6E6C-77AD-8491B810AC98}"/>
                </a:ext>
              </a:extLst>
            </p:cNvPr>
            <p:cNvSpPr/>
            <p:nvPr/>
          </p:nvSpPr>
          <p:spPr>
            <a:xfrm>
              <a:off x="6526625" y="3417925"/>
              <a:ext cx="3650" cy="6950"/>
            </a:xfrm>
            <a:custGeom>
              <a:avLst/>
              <a:gdLst/>
              <a:ahLst/>
              <a:cxnLst/>
              <a:rect l="l" t="t" r="r" b="b"/>
              <a:pathLst>
                <a:path w="146" h="278" extrusionOk="0">
                  <a:moveTo>
                    <a:pt x="68" y="1"/>
                  </a:moveTo>
                  <a:cubicBezTo>
                    <a:pt x="23" y="33"/>
                    <a:pt x="1" y="89"/>
                    <a:pt x="13" y="144"/>
                  </a:cubicBezTo>
                  <a:cubicBezTo>
                    <a:pt x="13" y="200"/>
                    <a:pt x="35" y="245"/>
                    <a:pt x="79" y="278"/>
                  </a:cubicBezTo>
                  <a:lnTo>
                    <a:pt x="146" y="178"/>
                  </a:lnTo>
                  <a:cubicBezTo>
                    <a:pt x="134" y="167"/>
                    <a:pt x="134" y="156"/>
                    <a:pt x="124" y="134"/>
                  </a:cubicBezTo>
                  <a:cubicBezTo>
                    <a:pt x="124" y="122"/>
                    <a:pt x="134" y="100"/>
                    <a:pt x="146" y="89"/>
                  </a:cubicBezTo>
                  <a:lnTo>
                    <a:pt x="68"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42">
              <a:extLst>
                <a:ext uri="{FF2B5EF4-FFF2-40B4-BE49-F238E27FC236}">
                  <a16:creationId xmlns:a16="http://schemas.microsoft.com/office/drawing/2014/main" id="{59F37983-25A9-8D06-0996-13F609090D7D}"/>
                </a:ext>
              </a:extLst>
            </p:cNvPr>
            <p:cNvSpPr/>
            <p:nvPr/>
          </p:nvSpPr>
          <p:spPr>
            <a:xfrm>
              <a:off x="6185050" y="3499850"/>
              <a:ext cx="480750" cy="153175"/>
            </a:xfrm>
            <a:custGeom>
              <a:avLst/>
              <a:gdLst/>
              <a:ahLst/>
              <a:cxnLst/>
              <a:rect l="l" t="t" r="r" b="b"/>
              <a:pathLst>
                <a:path w="19230" h="6127" extrusionOk="0">
                  <a:moveTo>
                    <a:pt x="19074" y="0"/>
                  </a:moveTo>
                  <a:lnTo>
                    <a:pt x="1900" y="501"/>
                  </a:lnTo>
                  <a:lnTo>
                    <a:pt x="1900" y="656"/>
                  </a:lnTo>
                  <a:cubicBezTo>
                    <a:pt x="1456" y="800"/>
                    <a:pt x="1044" y="1022"/>
                    <a:pt x="678" y="1355"/>
                  </a:cubicBezTo>
                  <a:cubicBezTo>
                    <a:pt x="634" y="1400"/>
                    <a:pt x="589" y="1444"/>
                    <a:pt x="578" y="1500"/>
                  </a:cubicBezTo>
                  <a:cubicBezTo>
                    <a:pt x="568" y="1562"/>
                    <a:pt x="614" y="1623"/>
                    <a:pt x="674" y="1623"/>
                  </a:cubicBezTo>
                  <a:cubicBezTo>
                    <a:pt x="679" y="1623"/>
                    <a:pt x="684" y="1623"/>
                    <a:pt x="689" y="1622"/>
                  </a:cubicBezTo>
                  <a:lnTo>
                    <a:pt x="689" y="1622"/>
                  </a:lnTo>
                  <a:cubicBezTo>
                    <a:pt x="333" y="1922"/>
                    <a:pt x="111" y="2355"/>
                    <a:pt x="67" y="2800"/>
                  </a:cubicBezTo>
                  <a:cubicBezTo>
                    <a:pt x="56" y="2844"/>
                    <a:pt x="56" y="2900"/>
                    <a:pt x="78" y="2933"/>
                  </a:cubicBezTo>
                  <a:cubicBezTo>
                    <a:pt x="102" y="2965"/>
                    <a:pt x="139" y="2986"/>
                    <a:pt x="174" y="2986"/>
                  </a:cubicBezTo>
                  <a:cubicBezTo>
                    <a:pt x="187" y="2986"/>
                    <a:pt x="200" y="2983"/>
                    <a:pt x="212" y="2977"/>
                  </a:cubicBezTo>
                  <a:lnTo>
                    <a:pt x="212" y="2977"/>
                  </a:lnTo>
                  <a:cubicBezTo>
                    <a:pt x="101" y="3100"/>
                    <a:pt x="45" y="3244"/>
                    <a:pt x="22" y="3389"/>
                  </a:cubicBezTo>
                  <a:cubicBezTo>
                    <a:pt x="0" y="3577"/>
                    <a:pt x="22" y="3767"/>
                    <a:pt x="56" y="3955"/>
                  </a:cubicBezTo>
                  <a:cubicBezTo>
                    <a:pt x="133" y="4344"/>
                    <a:pt x="267" y="4722"/>
                    <a:pt x="389" y="5100"/>
                  </a:cubicBezTo>
                  <a:cubicBezTo>
                    <a:pt x="422" y="5166"/>
                    <a:pt x="456" y="5255"/>
                    <a:pt x="523" y="5288"/>
                  </a:cubicBezTo>
                  <a:cubicBezTo>
                    <a:pt x="538" y="5295"/>
                    <a:pt x="556" y="5298"/>
                    <a:pt x="574" y="5298"/>
                  </a:cubicBezTo>
                  <a:cubicBezTo>
                    <a:pt x="644" y="5298"/>
                    <a:pt x="718" y="5250"/>
                    <a:pt x="700" y="5188"/>
                  </a:cubicBezTo>
                  <a:lnTo>
                    <a:pt x="700" y="5188"/>
                  </a:lnTo>
                  <a:cubicBezTo>
                    <a:pt x="945" y="5444"/>
                    <a:pt x="1200" y="5699"/>
                    <a:pt x="1545" y="5799"/>
                  </a:cubicBezTo>
                  <a:cubicBezTo>
                    <a:pt x="1711" y="5843"/>
                    <a:pt x="1889" y="5866"/>
                    <a:pt x="2056" y="5932"/>
                  </a:cubicBezTo>
                  <a:lnTo>
                    <a:pt x="2056" y="6110"/>
                  </a:lnTo>
                  <a:lnTo>
                    <a:pt x="2511" y="6088"/>
                  </a:lnTo>
                  <a:cubicBezTo>
                    <a:pt x="2544" y="6099"/>
                    <a:pt x="2589" y="6110"/>
                    <a:pt x="2622" y="6110"/>
                  </a:cubicBezTo>
                  <a:cubicBezTo>
                    <a:pt x="2702" y="6122"/>
                    <a:pt x="2785" y="6127"/>
                    <a:pt x="2870" y="6127"/>
                  </a:cubicBezTo>
                  <a:cubicBezTo>
                    <a:pt x="3103" y="6127"/>
                    <a:pt x="3349" y="6090"/>
                    <a:pt x="3577" y="6066"/>
                  </a:cubicBezTo>
                  <a:lnTo>
                    <a:pt x="19230" y="5611"/>
                  </a:lnTo>
                  <a:lnTo>
                    <a:pt x="19074"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42">
              <a:extLst>
                <a:ext uri="{FF2B5EF4-FFF2-40B4-BE49-F238E27FC236}">
                  <a16:creationId xmlns:a16="http://schemas.microsoft.com/office/drawing/2014/main" id="{EE3B6392-33EC-57BB-16A7-2E893D032F90}"/>
                </a:ext>
              </a:extLst>
            </p:cNvPr>
            <p:cNvSpPr/>
            <p:nvPr/>
          </p:nvSpPr>
          <p:spPr>
            <a:xfrm>
              <a:off x="6192000" y="3586975"/>
              <a:ext cx="473800" cy="140625"/>
            </a:xfrm>
            <a:custGeom>
              <a:avLst/>
              <a:gdLst/>
              <a:ahLst/>
              <a:cxnLst/>
              <a:rect l="l" t="t" r="r" b="b"/>
              <a:pathLst>
                <a:path w="18952" h="5625" extrusionOk="0">
                  <a:moveTo>
                    <a:pt x="18741" y="0"/>
                  </a:moveTo>
                  <a:cubicBezTo>
                    <a:pt x="18526" y="0"/>
                    <a:pt x="18311" y="15"/>
                    <a:pt x="18096" y="15"/>
                  </a:cubicBezTo>
                  <a:cubicBezTo>
                    <a:pt x="17597" y="15"/>
                    <a:pt x="17096" y="15"/>
                    <a:pt x="16597" y="26"/>
                  </a:cubicBezTo>
                  <a:cubicBezTo>
                    <a:pt x="14819" y="70"/>
                    <a:pt x="13053" y="137"/>
                    <a:pt x="11275" y="181"/>
                  </a:cubicBezTo>
                  <a:cubicBezTo>
                    <a:pt x="10409" y="203"/>
                    <a:pt x="9532" y="226"/>
                    <a:pt x="8665" y="248"/>
                  </a:cubicBezTo>
                  <a:cubicBezTo>
                    <a:pt x="7898" y="259"/>
                    <a:pt x="7121" y="237"/>
                    <a:pt x="6365" y="370"/>
                  </a:cubicBezTo>
                  <a:cubicBezTo>
                    <a:pt x="6565" y="448"/>
                    <a:pt x="6765" y="526"/>
                    <a:pt x="6932" y="648"/>
                  </a:cubicBezTo>
                  <a:cubicBezTo>
                    <a:pt x="6954" y="670"/>
                    <a:pt x="6954" y="704"/>
                    <a:pt x="6932" y="714"/>
                  </a:cubicBezTo>
                  <a:cubicBezTo>
                    <a:pt x="6654" y="825"/>
                    <a:pt x="6365" y="848"/>
                    <a:pt x="6066" y="859"/>
                  </a:cubicBezTo>
                  <a:lnTo>
                    <a:pt x="5032" y="926"/>
                  </a:lnTo>
                  <a:cubicBezTo>
                    <a:pt x="4255" y="981"/>
                    <a:pt x="3477" y="1037"/>
                    <a:pt x="2689" y="1092"/>
                  </a:cubicBezTo>
                  <a:cubicBezTo>
                    <a:pt x="1800" y="1148"/>
                    <a:pt x="900" y="1225"/>
                    <a:pt x="0" y="1281"/>
                  </a:cubicBezTo>
                  <a:cubicBezTo>
                    <a:pt x="45" y="1392"/>
                    <a:pt x="78" y="1503"/>
                    <a:pt x="111" y="1615"/>
                  </a:cubicBezTo>
                  <a:cubicBezTo>
                    <a:pt x="144" y="1681"/>
                    <a:pt x="178" y="1770"/>
                    <a:pt x="245" y="1803"/>
                  </a:cubicBezTo>
                  <a:cubicBezTo>
                    <a:pt x="260" y="1810"/>
                    <a:pt x="278" y="1813"/>
                    <a:pt x="296" y="1813"/>
                  </a:cubicBezTo>
                  <a:cubicBezTo>
                    <a:pt x="366" y="1813"/>
                    <a:pt x="440" y="1765"/>
                    <a:pt x="422" y="1703"/>
                  </a:cubicBezTo>
                  <a:lnTo>
                    <a:pt x="422" y="1703"/>
                  </a:lnTo>
                  <a:cubicBezTo>
                    <a:pt x="667" y="1959"/>
                    <a:pt x="922" y="2214"/>
                    <a:pt x="1267" y="2314"/>
                  </a:cubicBezTo>
                  <a:cubicBezTo>
                    <a:pt x="1433" y="2358"/>
                    <a:pt x="1611" y="2381"/>
                    <a:pt x="1778" y="2447"/>
                  </a:cubicBezTo>
                  <a:lnTo>
                    <a:pt x="1778" y="2625"/>
                  </a:lnTo>
                  <a:lnTo>
                    <a:pt x="2233" y="2603"/>
                  </a:lnTo>
                  <a:cubicBezTo>
                    <a:pt x="2266" y="2614"/>
                    <a:pt x="2311" y="2625"/>
                    <a:pt x="2344" y="2625"/>
                  </a:cubicBezTo>
                  <a:cubicBezTo>
                    <a:pt x="2436" y="2637"/>
                    <a:pt x="2530" y="2642"/>
                    <a:pt x="2624" y="2642"/>
                  </a:cubicBezTo>
                  <a:cubicBezTo>
                    <a:pt x="2982" y="2642"/>
                    <a:pt x="3347" y="2571"/>
                    <a:pt x="3699" y="2536"/>
                  </a:cubicBezTo>
                  <a:cubicBezTo>
                    <a:pt x="3843" y="2526"/>
                    <a:pt x="3986" y="2521"/>
                    <a:pt x="4129" y="2521"/>
                  </a:cubicBezTo>
                  <a:cubicBezTo>
                    <a:pt x="4452" y="2521"/>
                    <a:pt x="4772" y="2546"/>
                    <a:pt x="5088" y="2592"/>
                  </a:cubicBezTo>
                  <a:cubicBezTo>
                    <a:pt x="5098" y="2589"/>
                    <a:pt x="5108" y="2587"/>
                    <a:pt x="5117" y="2587"/>
                  </a:cubicBezTo>
                  <a:cubicBezTo>
                    <a:pt x="5140" y="2587"/>
                    <a:pt x="5161" y="2595"/>
                    <a:pt x="5177" y="2603"/>
                  </a:cubicBezTo>
                  <a:cubicBezTo>
                    <a:pt x="5199" y="2603"/>
                    <a:pt x="5221" y="2614"/>
                    <a:pt x="5244" y="2625"/>
                  </a:cubicBezTo>
                  <a:cubicBezTo>
                    <a:pt x="5266" y="2647"/>
                    <a:pt x="5277" y="2669"/>
                    <a:pt x="5277" y="2692"/>
                  </a:cubicBezTo>
                  <a:cubicBezTo>
                    <a:pt x="5288" y="2725"/>
                    <a:pt x="5288" y="2758"/>
                    <a:pt x="5277" y="2792"/>
                  </a:cubicBezTo>
                  <a:cubicBezTo>
                    <a:pt x="5165" y="3103"/>
                    <a:pt x="4854" y="3292"/>
                    <a:pt x="4577" y="3469"/>
                  </a:cubicBezTo>
                  <a:cubicBezTo>
                    <a:pt x="4277" y="3669"/>
                    <a:pt x="4022" y="3925"/>
                    <a:pt x="3699" y="4103"/>
                  </a:cubicBezTo>
                  <a:cubicBezTo>
                    <a:pt x="3277" y="4336"/>
                    <a:pt x="2866" y="4592"/>
                    <a:pt x="2600" y="4947"/>
                  </a:cubicBezTo>
                  <a:cubicBezTo>
                    <a:pt x="2600" y="4980"/>
                    <a:pt x="2610" y="5014"/>
                    <a:pt x="2622" y="5047"/>
                  </a:cubicBezTo>
                  <a:cubicBezTo>
                    <a:pt x="2810" y="4947"/>
                    <a:pt x="3000" y="4858"/>
                    <a:pt x="3188" y="4758"/>
                  </a:cubicBezTo>
                  <a:cubicBezTo>
                    <a:pt x="3388" y="4636"/>
                    <a:pt x="3632" y="4392"/>
                    <a:pt x="3888" y="4314"/>
                  </a:cubicBezTo>
                  <a:cubicBezTo>
                    <a:pt x="3917" y="4292"/>
                    <a:pt x="3946" y="4275"/>
                    <a:pt x="3975" y="4275"/>
                  </a:cubicBezTo>
                  <a:cubicBezTo>
                    <a:pt x="3991" y="4275"/>
                    <a:pt x="4006" y="4280"/>
                    <a:pt x="4022" y="4291"/>
                  </a:cubicBezTo>
                  <a:lnTo>
                    <a:pt x="4022" y="4303"/>
                  </a:lnTo>
                  <a:cubicBezTo>
                    <a:pt x="4029" y="4299"/>
                    <a:pt x="4037" y="4298"/>
                    <a:pt x="4044" y="4298"/>
                  </a:cubicBezTo>
                  <a:cubicBezTo>
                    <a:pt x="4059" y="4298"/>
                    <a:pt x="4074" y="4303"/>
                    <a:pt x="4088" y="4303"/>
                  </a:cubicBezTo>
                  <a:cubicBezTo>
                    <a:pt x="4121" y="4303"/>
                    <a:pt x="4155" y="4336"/>
                    <a:pt x="4143" y="4370"/>
                  </a:cubicBezTo>
                  <a:cubicBezTo>
                    <a:pt x="4066" y="4714"/>
                    <a:pt x="3943" y="5047"/>
                    <a:pt x="3744" y="5347"/>
                  </a:cubicBezTo>
                  <a:cubicBezTo>
                    <a:pt x="3733" y="5380"/>
                    <a:pt x="3711" y="5414"/>
                    <a:pt x="3699" y="5436"/>
                  </a:cubicBezTo>
                  <a:cubicBezTo>
                    <a:pt x="3699" y="5503"/>
                    <a:pt x="3721" y="5569"/>
                    <a:pt x="3755" y="5624"/>
                  </a:cubicBezTo>
                  <a:cubicBezTo>
                    <a:pt x="4077" y="5214"/>
                    <a:pt x="4311" y="4725"/>
                    <a:pt x="4410" y="4214"/>
                  </a:cubicBezTo>
                  <a:cubicBezTo>
                    <a:pt x="4432" y="4103"/>
                    <a:pt x="4454" y="3992"/>
                    <a:pt x="4543" y="3914"/>
                  </a:cubicBezTo>
                  <a:cubicBezTo>
                    <a:pt x="4588" y="3869"/>
                    <a:pt x="4666" y="3847"/>
                    <a:pt x="4733" y="3814"/>
                  </a:cubicBezTo>
                  <a:cubicBezTo>
                    <a:pt x="4766" y="3803"/>
                    <a:pt x="4810" y="3780"/>
                    <a:pt x="4844" y="3770"/>
                  </a:cubicBezTo>
                  <a:cubicBezTo>
                    <a:pt x="4965" y="3669"/>
                    <a:pt x="5099" y="3570"/>
                    <a:pt x="5210" y="3459"/>
                  </a:cubicBezTo>
                  <a:cubicBezTo>
                    <a:pt x="5399" y="3259"/>
                    <a:pt x="5666" y="2814"/>
                    <a:pt x="5999" y="2714"/>
                  </a:cubicBezTo>
                  <a:cubicBezTo>
                    <a:pt x="6555" y="2425"/>
                    <a:pt x="7143" y="2470"/>
                    <a:pt x="7776" y="2447"/>
                  </a:cubicBezTo>
                  <a:lnTo>
                    <a:pt x="18952" y="2126"/>
                  </a:lnTo>
                  <a:lnTo>
                    <a:pt x="18896" y="3"/>
                  </a:lnTo>
                  <a:cubicBezTo>
                    <a:pt x="18844" y="1"/>
                    <a:pt x="18793" y="0"/>
                    <a:pt x="18741"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42">
              <a:extLst>
                <a:ext uri="{FF2B5EF4-FFF2-40B4-BE49-F238E27FC236}">
                  <a16:creationId xmlns:a16="http://schemas.microsoft.com/office/drawing/2014/main" id="{EE71C0A2-1F9C-E807-1CAA-7A530C89B904}"/>
                </a:ext>
              </a:extLst>
            </p:cNvPr>
            <p:cNvSpPr/>
            <p:nvPr/>
          </p:nvSpPr>
          <p:spPr>
            <a:xfrm>
              <a:off x="6186450" y="3499850"/>
              <a:ext cx="478800" cy="74725"/>
            </a:xfrm>
            <a:custGeom>
              <a:avLst/>
              <a:gdLst/>
              <a:ahLst/>
              <a:cxnLst/>
              <a:rect l="l" t="t" r="r" b="b"/>
              <a:pathLst>
                <a:path w="19152" h="2989" extrusionOk="0">
                  <a:moveTo>
                    <a:pt x="19018" y="0"/>
                  </a:moveTo>
                  <a:lnTo>
                    <a:pt x="1844" y="501"/>
                  </a:lnTo>
                  <a:lnTo>
                    <a:pt x="1844" y="656"/>
                  </a:lnTo>
                  <a:cubicBezTo>
                    <a:pt x="1400" y="800"/>
                    <a:pt x="988" y="1022"/>
                    <a:pt x="622" y="1355"/>
                  </a:cubicBezTo>
                  <a:cubicBezTo>
                    <a:pt x="578" y="1400"/>
                    <a:pt x="533" y="1444"/>
                    <a:pt x="522" y="1500"/>
                  </a:cubicBezTo>
                  <a:cubicBezTo>
                    <a:pt x="512" y="1562"/>
                    <a:pt x="558" y="1623"/>
                    <a:pt x="618" y="1623"/>
                  </a:cubicBezTo>
                  <a:cubicBezTo>
                    <a:pt x="623" y="1623"/>
                    <a:pt x="628" y="1623"/>
                    <a:pt x="633" y="1622"/>
                  </a:cubicBezTo>
                  <a:lnTo>
                    <a:pt x="633" y="1622"/>
                  </a:lnTo>
                  <a:cubicBezTo>
                    <a:pt x="277" y="1922"/>
                    <a:pt x="55" y="2355"/>
                    <a:pt x="11" y="2800"/>
                  </a:cubicBezTo>
                  <a:cubicBezTo>
                    <a:pt x="0" y="2844"/>
                    <a:pt x="0" y="2900"/>
                    <a:pt x="22" y="2933"/>
                  </a:cubicBezTo>
                  <a:cubicBezTo>
                    <a:pt x="46" y="2965"/>
                    <a:pt x="83" y="2986"/>
                    <a:pt x="118" y="2986"/>
                  </a:cubicBezTo>
                  <a:cubicBezTo>
                    <a:pt x="127" y="2986"/>
                    <a:pt x="136" y="2985"/>
                    <a:pt x="144" y="2982"/>
                  </a:cubicBezTo>
                  <a:lnTo>
                    <a:pt x="144" y="2982"/>
                  </a:lnTo>
                  <a:cubicBezTo>
                    <a:pt x="144" y="2984"/>
                    <a:pt x="144" y="2986"/>
                    <a:pt x="144" y="2989"/>
                  </a:cubicBezTo>
                  <a:cubicBezTo>
                    <a:pt x="222" y="2967"/>
                    <a:pt x="311" y="2955"/>
                    <a:pt x="388" y="2944"/>
                  </a:cubicBezTo>
                  <a:cubicBezTo>
                    <a:pt x="1588" y="2911"/>
                    <a:pt x="2777" y="2689"/>
                    <a:pt x="3988" y="2622"/>
                  </a:cubicBezTo>
                  <a:cubicBezTo>
                    <a:pt x="4254" y="2611"/>
                    <a:pt x="4610" y="2500"/>
                    <a:pt x="4577" y="2256"/>
                  </a:cubicBezTo>
                  <a:cubicBezTo>
                    <a:pt x="4221" y="2155"/>
                    <a:pt x="3888" y="2000"/>
                    <a:pt x="3599" y="1778"/>
                  </a:cubicBezTo>
                  <a:cubicBezTo>
                    <a:pt x="6059" y="1554"/>
                    <a:pt x="8537" y="1450"/>
                    <a:pt x="11009" y="1450"/>
                  </a:cubicBezTo>
                  <a:cubicBezTo>
                    <a:pt x="11361" y="1450"/>
                    <a:pt x="11713" y="1452"/>
                    <a:pt x="12064" y="1456"/>
                  </a:cubicBezTo>
                  <a:cubicBezTo>
                    <a:pt x="12075" y="1800"/>
                    <a:pt x="11798" y="2133"/>
                    <a:pt x="11442" y="2200"/>
                  </a:cubicBezTo>
                  <a:cubicBezTo>
                    <a:pt x="13531" y="2145"/>
                    <a:pt x="15630" y="2089"/>
                    <a:pt x="17730" y="2034"/>
                  </a:cubicBezTo>
                  <a:cubicBezTo>
                    <a:pt x="17878" y="2034"/>
                    <a:pt x="18137" y="2055"/>
                    <a:pt x="18390" y="2055"/>
                  </a:cubicBezTo>
                  <a:cubicBezTo>
                    <a:pt x="18686" y="2055"/>
                    <a:pt x="18973" y="2026"/>
                    <a:pt x="19063" y="1900"/>
                  </a:cubicBezTo>
                  <a:cubicBezTo>
                    <a:pt x="19152" y="1789"/>
                    <a:pt x="19051" y="1355"/>
                    <a:pt x="19051" y="1222"/>
                  </a:cubicBezTo>
                  <a:cubicBezTo>
                    <a:pt x="19041" y="812"/>
                    <a:pt x="19029" y="412"/>
                    <a:pt x="19018"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42">
              <a:extLst>
                <a:ext uri="{FF2B5EF4-FFF2-40B4-BE49-F238E27FC236}">
                  <a16:creationId xmlns:a16="http://schemas.microsoft.com/office/drawing/2014/main" id="{1CA712E1-AAC3-9271-E661-9B152E144ADF}"/>
                </a:ext>
              </a:extLst>
            </p:cNvPr>
            <p:cNvSpPr/>
            <p:nvPr/>
          </p:nvSpPr>
          <p:spPr>
            <a:xfrm>
              <a:off x="6595500" y="3500575"/>
              <a:ext cx="151400" cy="140750"/>
            </a:xfrm>
            <a:custGeom>
              <a:avLst/>
              <a:gdLst/>
              <a:ahLst/>
              <a:cxnLst/>
              <a:rect l="l" t="t" r="r" b="b"/>
              <a:pathLst>
                <a:path w="6056" h="5630" extrusionOk="0">
                  <a:moveTo>
                    <a:pt x="2940" y="1"/>
                  </a:moveTo>
                  <a:cubicBezTo>
                    <a:pt x="2123" y="1"/>
                    <a:pt x="1329" y="271"/>
                    <a:pt x="690" y="849"/>
                  </a:cubicBezTo>
                  <a:cubicBezTo>
                    <a:pt x="645" y="894"/>
                    <a:pt x="590" y="938"/>
                    <a:pt x="590" y="1005"/>
                  </a:cubicBezTo>
                  <a:cubicBezTo>
                    <a:pt x="579" y="1056"/>
                    <a:pt x="627" y="1117"/>
                    <a:pt x="678" y="1117"/>
                  </a:cubicBezTo>
                  <a:cubicBezTo>
                    <a:pt x="682" y="1117"/>
                    <a:pt x="686" y="1117"/>
                    <a:pt x="690" y="1116"/>
                  </a:cubicBezTo>
                  <a:lnTo>
                    <a:pt x="690" y="1116"/>
                  </a:lnTo>
                  <a:cubicBezTo>
                    <a:pt x="346" y="1427"/>
                    <a:pt x="124" y="1849"/>
                    <a:pt x="79" y="2304"/>
                  </a:cubicBezTo>
                  <a:cubicBezTo>
                    <a:pt x="68" y="2348"/>
                    <a:pt x="68" y="2393"/>
                    <a:pt x="90" y="2437"/>
                  </a:cubicBezTo>
                  <a:cubicBezTo>
                    <a:pt x="106" y="2462"/>
                    <a:pt x="145" y="2480"/>
                    <a:pt x="178" y="2480"/>
                  </a:cubicBezTo>
                  <a:cubicBezTo>
                    <a:pt x="191" y="2480"/>
                    <a:pt x="203" y="2477"/>
                    <a:pt x="212" y="2471"/>
                  </a:cubicBezTo>
                  <a:lnTo>
                    <a:pt x="212" y="2471"/>
                  </a:lnTo>
                  <a:cubicBezTo>
                    <a:pt x="112" y="2593"/>
                    <a:pt x="57" y="2738"/>
                    <a:pt x="35" y="2893"/>
                  </a:cubicBezTo>
                  <a:cubicBezTo>
                    <a:pt x="1" y="3071"/>
                    <a:pt x="23" y="3271"/>
                    <a:pt x="68" y="3449"/>
                  </a:cubicBezTo>
                  <a:cubicBezTo>
                    <a:pt x="146" y="3837"/>
                    <a:pt x="268" y="4215"/>
                    <a:pt x="401" y="4592"/>
                  </a:cubicBezTo>
                  <a:cubicBezTo>
                    <a:pt x="435" y="4671"/>
                    <a:pt x="468" y="4748"/>
                    <a:pt x="534" y="4792"/>
                  </a:cubicBezTo>
                  <a:cubicBezTo>
                    <a:pt x="550" y="4799"/>
                    <a:pt x="568" y="4802"/>
                    <a:pt x="586" y="4802"/>
                  </a:cubicBezTo>
                  <a:cubicBezTo>
                    <a:pt x="656" y="4802"/>
                    <a:pt x="730" y="4754"/>
                    <a:pt x="712" y="4693"/>
                  </a:cubicBezTo>
                  <a:lnTo>
                    <a:pt x="712" y="4693"/>
                  </a:lnTo>
                  <a:cubicBezTo>
                    <a:pt x="956" y="4937"/>
                    <a:pt x="1212" y="5192"/>
                    <a:pt x="1556" y="5293"/>
                  </a:cubicBezTo>
                  <a:cubicBezTo>
                    <a:pt x="1734" y="5348"/>
                    <a:pt x="1912" y="5370"/>
                    <a:pt x="2089" y="5437"/>
                  </a:cubicBezTo>
                  <a:cubicBezTo>
                    <a:pt x="2267" y="5515"/>
                    <a:pt x="2434" y="5592"/>
                    <a:pt x="2645" y="5614"/>
                  </a:cubicBezTo>
                  <a:cubicBezTo>
                    <a:pt x="2720" y="5625"/>
                    <a:pt x="2797" y="5629"/>
                    <a:pt x="2876" y="5629"/>
                  </a:cubicBezTo>
                  <a:cubicBezTo>
                    <a:pt x="3135" y="5629"/>
                    <a:pt x="3409" y="5582"/>
                    <a:pt x="3656" y="5548"/>
                  </a:cubicBezTo>
                  <a:cubicBezTo>
                    <a:pt x="3856" y="5526"/>
                    <a:pt x="4045" y="5503"/>
                    <a:pt x="4222" y="5426"/>
                  </a:cubicBezTo>
                  <a:cubicBezTo>
                    <a:pt x="4412" y="5348"/>
                    <a:pt x="4567" y="5237"/>
                    <a:pt x="4723" y="5115"/>
                  </a:cubicBezTo>
                  <a:cubicBezTo>
                    <a:pt x="5100" y="4804"/>
                    <a:pt x="5434" y="4448"/>
                    <a:pt x="5678" y="4049"/>
                  </a:cubicBezTo>
                  <a:cubicBezTo>
                    <a:pt x="5955" y="3570"/>
                    <a:pt x="6056" y="3093"/>
                    <a:pt x="6034" y="2548"/>
                  </a:cubicBezTo>
                  <a:cubicBezTo>
                    <a:pt x="6011" y="2205"/>
                    <a:pt x="5933" y="1849"/>
                    <a:pt x="5722" y="1571"/>
                  </a:cubicBezTo>
                  <a:lnTo>
                    <a:pt x="5722" y="1571"/>
                  </a:lnTo>
                  <a:cubicBezTo>
                    <a:pt x="5778" y="1638"/>
                    <a:pt x="5866" y="1682"/>
                    <a:pt x="5967" y="1694"/>
                  </a:cubicBezTo>
                  <a:cubicBezTo>
                    <a:pt x="5967" y="1605"/>
                    <a:pt x="5933" y="1526"/>
                    <a:pt x="5889" y="1460"/>
                  </a:cubicBezTo>
                  <a:cubicBezTo>
                    <a:pt x="5589" y="938"/>
                    <a:pt x="5067" y="549"/>
                    <a:pt x="4489" y="316"/>
                  </a:cubicBezTo>
                  <a:cubicBezTo>
                    <a:pt x="3985" y="109"/>
                    <a:pt x="3458" y="1"/>
                    <a:pt x="2940" y="1"/>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42">
              <a:extLst>
                <a:ext uri="{FF2B5EF4-FFF2-40B4-BE49-F238E27FC236}">
                  <a16:creationId xmlns:a16="http://schemas.microsoft.com/office/drawing/2014/main" id="{EAEEAAA4-0741-7F6C-0379-52C27D29C06C}"/>
                </a:ext>
              </a:extLst>
            </p:cNvPr>
            <p:cNvSpPr/>
            <p:nvPr/>
          </p:nvSpPr>
          <p:spPr>
            <a:xfrm>
              <a:off x="6626625" y="3507925"/>
              <a:ext cx="112500" cy="91375"/>
            </a:xfrm>
            <a:custGeom>
              <a:avLst/>
              <a:gdLst/>
              <a:ahLst/>
              <a:cxnLst/>
              <a:rect l="l" t="t" r="r" b="b"/>
              <a:pathLst>
                <a:path w="4500" h="3655" extrusionOk="0">
                  <a:moveTo>
                    <a:pt x="2084" y="1"/>
                  </a:moveTo>
                  <a:cubicBezTo>
                    <a:pt x="1378" y="1"/>
                    <a:pt x="631" y="266"/>
                    <a:pt x="45" y="744"/>
                  </a:cubicBezTo>
                  <a:lnTo>
                    <a:pt x="0" y="744"/>
                  </a:lnTo>
                  <a:lnTo>
                    <a:pt x="12" y="933"/>
                  </a:lnTo>
                  <a:lnTo>
                    <a:pt x="89" y="866"/>
                  </a:lnTo>
                  <a:lnTo>
                    <a:pt x="123" y="866"/>
                  </a:lnTo>
                  <a:lnTo>
                    <a:pt x="123" y="833"/>
                  </a:lnTo>
                  <a:cubicBezTo>
                    <a:pt x="689" y="383"/>
                    <a:pt x="1402" y="122"/>
                    <a:pt x="2078" y="122"/>
                  </a:cubicBezTo>
                  <a:cubicBezTo>
                    <a:pt x="2236" y="122"/>
                    <a:pt x="2393" y="136"/>
                    <a:pt x="2545" y="166"/>
                  </a:cubicBezTo>
                  <a:cubicBezTo>
                    <a:pt x="3066" y="255"/>
                    <a:pt x="3555" y="511"/>
                    <a:pt x="3910" y="877"/>
                  </a:cubicBezTo>
                  <a:cubicBezTo>
                    <a:pt x="3922" y="888"/>
                    <a:pt x="3944" y="911"/>
                    <a:pt x="3944" y="921"/>
                  </a:cubicBezTo>
                  <a:lnTo>
                    <a:pt x="3678" y="721"/>
                  </a:lnTo>
                  <a:lnTo>
                    <a:pt x="3866" y="1010"/>
                  </a:lnTo>
                  <a:cubicBezTo>
                    <a:pt x="4144" y="1422"/>
                    <a:pt x="4300" y="1866"/>
                    <a:pt x="4333" y="2288"/>
                  </a:cubicBezTo>
                  <a:cubicBezTo>
                    <a:pt x="4377" y="2755"/>
                    <a:pt x="4266" y="3221"/>
                    <a:pt x="4022" y="3587"/>
                  </a:cubicBezTo>
                  <a:lnTo>
                    <a:pt x="4122" y="3654"/>
                  </a:lnTo>
                  <a:cubicBezTo>
                    <a:pt x="4377" y="3266"/>
                    <a:pt x="4500" y="2777"/>
                    <a:pt x="4455" y="2277"/>
                  </a:cubicBezTo>
                  <a:cubicBezTo>
                    <a:pt x="4421" y="1866"/>
                    <a:pt x="4266" y="1432"/>
                    <a:pt x="4022" y="1022"/>
                  </a:cubicBezTo>
                  <a:cubicBezTo>
                    <a:pt x="4044" y="1000"/>
                    <a:pt x="4066" y="966"/>
                    <a:pt x="4066" y="933"/>
                  </a:cubicBezTo>
                  <a:cubicBezTo>
                    <a:pt x="4066" y="866"/>
                    <a:pt x="4022" y="810"/>
                    <a:pt x="3989" y="788"/>
                  </a:cubicBezTo>
                  <a:cubicBezTo>
                    <a:pt x="3622" y="410"/>
                    <a:pt x="3111" y="144"/>
                    <a:pt x="2567" y="44"/>
                  </a:cubicBezTo>
                  <a:cubicBezTo>
                    <a:pt x="2410" y="15"/>
                    <a:pt x="2248" y="1"/>
                    <a:pt x="2084"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42">
              <a:extLst>
                <a:ext uri="{FF2B5EF4-FFF2-40B4-BE49-F238E27FC236}">
                  <a16:creationId xmlns:a16="http://schemas.microsoft.com/office/drawing/2014/main" id="{58079821-899F-5122-F550-3FEAE6586891}"/>
                </a:ext>
              </a:extLst>
            </p:cNvPr>
            <p:cNvSpPr/>
            <p:nvPr/>
          </p:nvSpPr>
          <p:spPr>
            <a:xfrm>
              <a:off x="6615500" y="3535950"/>
              <a:ext cx="108075" cy="81950"/>
            </a:xfrm>
            <a:custGeom>
              <a:avLst/>
              <a:gdLst/>
              <a:ahLst/>
              <a:cxnLst/>
              <a:rect l="l" t="t" r="r" b="b"/>
              <a:pathLst>
                <a:path w="4323" h="3278" extrusionOk="0">
                  <a:moveTo>
                    <a:pt x="667" y="0"/>
                  </a:moveTo>
                  <a:cubicBezTo>
                    <a:pt x="501" y="134"/>
                    <a:pt x="423" y="334"/>
                    <a:pt x="356" y="523"/>
                  </a:cubicBezTo>
                  <a:cubicBezTo>
                    <a:pt x="156" y="1101"/>
                    <a:pt x="1" y="1923"/>
                    <a:pt x="401" y="2589"/>
                  </a:cubicBezTo>
                  <a:cubicBezTo>
                    <a:pt x="442" y="2671"/>
                    <a:pt x="595" y="2883"/>
                    <a:pt x="808" y="2883"/>
                  </a:cubicBezTo>
                  <a:cubicBezTo>
                    <a:pt x="828" y="2883"/>
                    <a:pt x="847" y="2882"/>
                    <a:pt x="867" y="2878"/>
                  </a:cubicBezTo>
                  <a:lnTo>
                    <a:pt x="923" y="2866"/>
                  </a:lnTo>
                  <a:lnTo>
                    <a:pt x="923" y="2745"/>
                  </a:lnTo>
                  <a:cubicBezTo>
                    <a:pt x="1089" y="2978"/>
                    <a:pt x="1368" y="3155"/>
                    <a:pt x="1689" y="3233"/>
                  </a:cubicBezTo>
                  <a:cubicBezTo>
                    <a:pt x="1823" y="3266"/>
                    <a:pt x="1956" y="3278"/>
                    <a:pt x="2111" y="3278"/>
                  </a:cubicBezTo>
                  <a:cubicBezTo>
                    <a:pt x="2345" y="3278"/>
                    <a:pt x="2600" y="3233"/>
                    <a:pt x="2845" y="3155"/>
                  </a:cubicBezTo>
                  <a:cubicBezTo>
                    <a:pt x="3523" y="2933"/>
                    <a:pt x="4067" y="2456"/>
                    <a:pt x="4323" y="1889"/>
                  </a:cubicBezTo>
                  <a:lnTo>
                    <a:pt x="4222" y="1834"/>
                  </a:lnTo>
                  <a:cubicBezTo>
                    <a:pt x="3978" y="2378"/>
                    <a:pt x="3445" y="2834"/>
                    <a:pt x="2812" y="3044"/>
                  </a:cubicBezTo>
                  <a:cubicBezTo>
                    <a:pt x="2634" y="3103"/>
                    <a:pt x="2392" y="3158"/>
                    <a:pt x="2125" y="3158"/>
                  </a:cubicBezTo>
                  <a:cubicBezTo>
                    <a:pt x="1992" y="3158"/>
                    <a:pt x="1852" y="3144"/>
                    <a:pt x="1712" y="3111"/>
                  </a:cubicBezTo>
                  <a:cubicBezTo>
                    <a:pt x="1334" y="3022"/>
                    <a:pt x="1034" y="2789"/>
                    <a:pt x="912" y="2489"/>
                  </a:cubicBezTo>
                  <a:lnTo>
                    <a:pt x="790" y="2189"/>
                  </a:lnTo>
                  <a:lnTo>
                    <a:pt x="801" y="2767"/>
                  </a:lnTo>
                  <a:cubicBezTo>
                    <a:pt x="679" y="2755"/>
                    <a:pt x="568" y="2644"/>
                    <a:pt x="512" y="2533"/>
                  </a:cubicBezTo>
                  <a:cubicBezTo>
                    <a:pt x="134" y="1900"/>
                    <a:pt x="279" y="1111"/>
                    <a:pt x="467" y="567"/>
                  </a:cubicBezTo>
                  <a:cubicBezTo>
                    <a:pt x="534" y="356"/>
                    <a:pt x="612" y="200"/>
                    <a:pt x="746" y="89"/>
                  </a:cubicBezTo>
                  <a:lnTo>
                    <a:pt x="667"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42">
              <a:extLst>
                <a:ext uri="{FF2B5EF4-FFF2-40B4-BE49-F238E27FC236}">
                  <a16:creationId xmlns:a16="http://schemas.microsoft.com/office/drawing/2014/main" id="{B3379FBB-BF5B-4A4D-E425-24188C5548D8}"/>
                </a:ext>
              </a:extLst>
            </p:cNvPr>
            <p:cNvSpPr/>
            <p:nvPr/>
          </p:nvSpPr>
          <p:spPr>
            <a:xfrm>
              <a:off x="6596625" y="3567350"/>
              <a:ext cx="96125" cy="73325"/>
            </a:xfrm>
            <a:custGeom>
              <a:avLst/>
              <a:gdLst/>
              <a:ahLst/>
              <a:cxnLst/>
              <a:rect l="l" t="t" r="r" b="b"/>
              <a:pathLst>
                <a:path w="3845" h="2933" extrusionOk="0">
                  <a:moveTo>
                    <a:pt x="79" y="0"/>
                  </a:moveTo>
                  <a:cubicBezTo>
                    <a:pt x="0" y="267"/>
                    <a:pt x="34" y="544"/>
                    <a:pt x="79" y="788"/>
                  </a:cubicBezTo>
                  <a:cubicBezTo>
                    <a:pt x="134" y="1067"/>
                    <a:pt x="212" y="1410"/>
                    <a:pt x="356" y="1755"/>
                  </a:cubicBezTo>
                  <a:cubicBezTo>
                    <a:pt x="390" y="1844"/>
                    <a:pt x="445" y="1933"/>
                    <a:pt x="545" y="1977"/>
                  </a:cubicBezTo>
                  <a:cubicBezTo>
                    <a:pt x="563" y="1983"/>
                    <a:pt x="583" y="1986"/>
                    <a:pt x="602" y="1986"/>
                  </a:cubicBezTo>
                  <a:cubicBezTo>
                    <a:pt x="657" y="1986"/>
                    <a:pt x="715" y="1966"/>
                    <a:pt x="756" y="1933"/>
                  </a:cubicBezTo>
                  <a:cubicBezTo>
                    <a:pt x="1067" y="2366"/>
                    <a:pt x="1545" y="2699"/>
                    <a:pt x="2089" y="2844"/>
                  </a:cubicBezTo>
                  <a:cubicBezTo>
                    <a:pt x="2300" y="2899"/>
                    <a:pt x="2533" y="2933"/>
                    <a:pt x="2755" y="2933"/>
                  </a:cubicBezTo>
                  <a:cubicBezTo>
                    <a:pt x="3133" y="2933"/>
                    <a:pt x="3511" y="2855"/>
                    <a:pt x="3844" y="2688"/>
                  </a:cubicBezTo>
                  <a:lnTo>
                    <a:pt x="3800" y="2588"/>
                  </a:lnTo>
                  <a:cubicBezTo>
                    <a:pt x="3470" y="2736"/>
                    <a:pt x="3105" y="2812"/>
                    <a:pt x="2744" y="2812"/>
                  </a:cubicBezTo>
                  <a:cubicBezTo>
                    <a:pt x="2533" y="2812"/>
                    <a:pt x="2323" y="2786"/>
                    <a:pt x="2123" y="2733"/>
                  </a:cubicBezTo>
                  <a:cubicBezTo>
                    <a:pt x="1567" y="2577"/>
                    <a:pt x="1089" y="2233"/>
                    <a:pt x="790" y="1777"/>
                  </a:cubicBezTo>
                  <a:lnTo>
                    <a:pt x="556" y="1388"/>
                  </a:lnTo>
                  <a:lnTo>
                    <a:pt x="689" y="1822"/>
                  </a:lnTo>
                  <a:cubicBezTo>
                    <a:pt x="689" y="1822"/>
                    <a:pt x="689" y="1833"/>
                    <a:pt x="678" y="1844"/>
                  </a:cubicBezTo>
                  <a:cubicBezTo>
                    <a:pt x="660" y="1853"/>
                    <a:pt x="635" y="1869"/>
                    <a:pt x="608" y="1869"/>
                  </a:cubicBezTo>
                  <a:cubicBezTo>
                    <a:pt x="602" y="1869"/>
                    <a:pt x="596" y="1868"/>
                    <a:pt x="590" y="1866"/>
                  </a:cubicBezTo>
                  <a:cubicBezTo>
                    <a:pt x="534" y="1833"/>
                    <a:pt x="489" y="1777"/>
                    <a:pt x="467" y="1711"/>
                  </a:cubicBezTo>
                  <a:cubicBezTo>
                    <a:pt x="323" y="1378"/>
                    <a:pt x="245" y="1033"/>
                    <a:pt x="200" y="766"/>
                  </a:cubicBezTo>
                  <a:cubicBezTo>
                    <a:pt x="156" y="544"/>
                    <a:pt x="123" y="277"/>
                    <a:pt x="190" y="33"/>
                  </a:cubicBezTo>
                  <a:lnTo>
                    <a:pt x="79"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42">
              <a:extLst>
                <a:ext uri="{FF2B5EF4-FFF2-40B4-BE49-F238E27FC236}">
                  <a16:creationId xmlns:a16="http://schemas.microsoft.com/office/drawing/2014/main" id="{C006C00E-12E2-DE89-4577-84464FD077E1}"/>
                </a:ext>
              </a:extLst>
            </p:cNvPr>
            <p:cNvSpPr/>
            <p:nvPr/>
          </p:nvSpPr>
          <p:spPr>
            <a:xfrm>
              <a:off x="6622175" y="3501800"/>
              <a:ext cx="48075" cy="20275"/>
            </a:xfrm>
            <a:custGeom>
              <a:avLst/>
              <a:gdLst/>
              <a:ahLst/>
              <a:cxnLst/>
              <a:rect l="l" t="t" r="r" b="b"/>
              <a:pathLst>
                <a:path w="1923" h="811" extrusionOk="0">
                  <a:moveTo>
                    <a:pt x="1911" y="0"/>
                  </a:moveTo>
                  <a:cubicBezTo>
                    <a:pt x="1222" y="78"/>
                    <a:pt x="556" y="322"/>
                    <a:pt x="0" y="722"/>
                  </a:cubicBezTo>
                  <a:lnTo>
                    <a:pt x="67" y="811"/>
                  </a:lnTo>
                  <a:cubicBezTo>
                    <a:pt x="612" y="433"/>
                    <a:pt x="1256" y="189"/>
                    <a:pt x="1923" y="122"/>
                  </a:cubicBezTo>
                  <a:lnTo>
                    <a:pt x="191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42">
              <a:extLst>
                <a:ext uri="{FF2B5EF4-FFF2-40B4-BE49-F238E27FC236}">
                  <a16:creationId xmlns:a16="http://schemas.microsoft.com/office/drawing/2014/main" id="{FD911371-DD4C-DDF1-EC4E-51A380C2DAA0}"/>
                </a:ext>
              </a:extLst>
            </p:cNvPr>
            <p:cNvSpPr/>
            <p:nvPr/>
          </p:nvSpPr>
          <p:spPr>
            <a:xfrm>
              <a:off x="6603025" y="3534025"/>
              <a:ext cx="9725" cy="18600"/>
            </a:xfrm>
            <a:custGeom>
              <a:avLst/>
              <a:gdLst/>
              <a:ahLst/>
              <a:cxnLst/>
              <a:rect l="l" t="t" r="r" b="b"/>
              <a:pathLst>
                <a:path w="389" h="744" extrusionOk="0">
                  <a:moveTo>
                    <a:pt x="311" y="0"/>
                  </a:moveTo>
                  <a:cubicBezTo>
                    <a:pt x="111" y="200"/>
                    <a:pt x="0" y="467"/>
                    <a:pt x="0" y="744"/>
                  </a:cubicBezTo>
                  <a:lnTo>
                    <a:pt x="111" y="744"/>
                  </a:lnTo>
                  <a:cubicBezTo>
                    <a:pt x="122" y="499"/>
                    <a:pt x="223" y="255"/>
                    <a:pt x="389" y="77"/>
                  </a:cubicBezTo>
                  <a:lnTo>
                    <a:pt x="31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42">
              <a:extLst>
                <a:ext uri="{FF2B5EF4-FFF2-40B4-BE49-F238E27FC236}">
                  <a16:creationId xmlns:a16="http://schemas.microsoft.com/office/drawing/2014/main" id="{91D550C5-DE4B-F136-A4FF-6D338AA481E2}"/>
                </a:ext>
              </a:extLst>
            </p:cNvPr>
            <p:cNvSpPr/>
            <p:nvPr/>
          </p:nvSpPr>
          <p:spPr>
            <a:xfrm>
              <a:off x="6662175" y="3562925"/>
              <a:ext cx="22800" cy="23875"/>
            </a:xfrm>
            <a:custGeom>
              <a:avLst/>
              <a:gdLst/>
              <a:ahLst/>
              <a:cxnLst/>
              <a:rect l="l" t="t" r="r" b="b"/>
              <a:pathLst>
                <a:path w="912" h="955" extrusionOk="0">
                  <a:moveTo>
                    <a:pt x="292" y="0"/>
                  </a:moveTo>
                  <a:cubicBezTo>
                    <a:pt x="227" y="0"/>
                    <a:pt x="163" y="20"/>
                    <a:pt x="111" y="66"/>
                  </a:cubicBezTo>
                  <a:cubicBezTo>
                    <a:pt x="0" y="155"/>
                    <a:pt x="22" y="310"/>
                    <a:pt x="89" y="410"/>
                  </a:cubicBezTo>
                  <a:cubicBezTo>
                    <a:pt x="123" y="488"/>
                    <a:pt x="178" y="533"/>
                    <a:pt x="244" y="555"/>
                  </a:cubicBezTo>
                  <a:cubicBezTo>
                    <a:pt x="267" y="564"/>
                    <a:pt x="292" y="569"/>
                    <a:pt x="316" y="569"/>
                  </a:cubicBezTo>
                  <a:cubicBezTo>
                    <a:pt x="376" y="569"/>
                    <a:pt x="435" y="540"/>
                    <a:pt x="467" y="477"/>
                  </a:cubicBezTo>
                  <a:cubicBezTo>
                    <a:pt x="489" y="432"/>
                    <a:pt x="489" y="377"/>
                    <a:pt x="456" y="333"/>
                  </a:cubicBezTo>
                  <a:cubicBezTo>
                    <a:pt x="430" y="299"/>
                    <a:pt x="392" y="284"/>
                    <a:pt x="356" y="284"/>
                  </a:cubicBezTo>
                  <a:cubicBezTo>
                    <a:pt x="344" y="284"/>
                    <a:pt x="333" y="285"/>
                    <a:pt x="323" y="288"/>
                  </a:cubicBezTo>
                  <a:lnTo>
                    <a:pt x="345" y="399"/>
                  </a:lnTo>
                  <a:cubicBezTo>
                    <a:pt x="356" y="399"/>
                    <a:pt x="356" y="399"/>
                    <a:pt x="356" y="410"/>
                  </a:cubicBezTo>
                  <a:cubicBezTo>
                    <a:pt x="367" y="410"/>
                    <a:pt x="367" y="421"/>
                    <a:pt x="367" y="421"/>
                  </a:cubicBezTo>
                  <a:cubicBezTo>
                    <a:pt x="359" y="438"/>
                    <a:pt x="332" y="448"/>
                    <a:pt x="306" y="448"/>
                  </a:cubicBezTo>
                  <a:cubicBezTo>
                    <a:pt x="297" y="448"/>
                    <a:pt x="287" y="447"/>
                    <a:pt x="278" y="444"/>
                  </a:cubicBezTo>
                  <a:cubicBezTo>
                    <a:pt x="244" y="432"/>
                    <a:pt x="212" y="399"/>
                    <a:pt x="189" y="355"/>
                  </a:cubicBezTo>
                  <a:cubicBezTo>
                    <a:pt x="145" y="288"/>
                    <a:pt x="133" y="199"/>
                    <a:pt x="189" y="155"/>
                  </a:cubicBezTo>
                  <a:cubicBezTo>
                    <a:pt x="214" y="130"/>
                    <a:pt x="247" y="121"/>
                    <a:pt x="283" y="121"/>
                  </a:cubicBezTo>
                  <a:cubicBezTo>
                    <a:pt x="329" y="121"/>
                    <a:pt x="379" y="136"/>
                    <a:pt x="422" y="155"/>
                  </a:cubicBezTo>
                  <a:cubicBezTo>
                    <a:pt x="622" y="244"/>
                    <a:pt x="778" y="444"/>
                    <a:pt x="789" y="654"/>
                  </a:cubicBezTo>
                  <a:cubicBezTo>
                    <a:pt x="789" y="710"/>
                    <a:pt x="778" y="765"/>
                    <a:pt x="755" y="799"/>
                  </a:cubicBezTo>
                  <a:cubicBezTo>
                    <a:pt x="731" y="824"/>
                    <a:pt x="700" y="836"/>
                    <a:pt x="672" y="836"/>
                  </a:cubicBezTo>
                  <a:cubicBezTo>
                    <a:pt x="662" y="836"/>
                    <a:pt x="653" y="835"/>
                    <a:pt x="644" y="832"/>
                  </a:cubicBezTo>
                  <a:lnTo>
                    <a:pt x="589" y="932"/>
                  </a:lnTo>
                  <a:cubicBezTo>
                    <a:pt x="612" y="955"/>
                    <a:pt x="644" y="955"/>
                    <a:pt x="667" y="955"/>
                  </a:cubicBezTo>
                  <a:cubicBezTo>
                    <a:pt x="733" y="955"/>
                    <a:pt x="800" y="921"/>
                    <a:pt x="844" y="866"/>
                  </a:cubicBezTo>
                  <a:cubicBezTo>
                    <a:pt x="889" y="810"/>
                    <a:pt x="911" y="733"/>
                    <a:pt x="900" y="644"/>
                  </a:cubicBezTo>
                  <a:cubicBezTo>
                    <a:pt x="889" y="388"/>
                    <a:pt x="711" y="143"/>
                    <a:pt x="467" y="44"/>
                  </a:cubicBezTo>
                  <a:cubicBezTo>
                    <a:pt x="413" y="17"/>
                    <a:pt x="352" y="0"/>
                    <a:pt x="292"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42">
              <a:extLst>
                <a:ext uri="{FF2B5EF4-FFF2-40B4-BE49-F238E27FC236}">
                  <a16:creationId xmlns:a16="http://schemas.microsoft.com/office/drawing/2014/main" id="{14EA0D98-E483-E530-20AA-661B709C1332}"/>
                </a:ext>
              </a:extLst>
            </p:cNvPr>
            <p:cNvSpPr/>
            <p:nvPr/>
          </p:nvSpPr>
          <p:spPr>
            <a:xfrm>
              <a:off x="6646350" y="3540350"/>
              <a:ext cx="66375" cy="59225"/>
            </a:xfrm>
            <a:custGeom>
              <a:avLst/>
              <a:gdLst/>
              <a:ahLst/>
              <a:cxnLst/>
              <a:rect l="l" t="t" r="r" b="b"/>
              <a:pathLst>
                <a:path w="2655" h="2369" extrusionOk="0">
                  <a:moveTo>
                    <a:pt x="985" y="1"/>
                  </a:moveTo>
                  <a:cubicBezTo>
                    <a:pt x="770" y="1"/>
                    <a:pt x="583" y="45"/>
                    <a:pt x="422" y="125"/>
                  </a:cubicBezTo>
                  <a:cubicBezTo>
                    <a:pt x="211" y="224"/>
                    <a:pt x="55" y="391"/>
                    <a:pt x="0" y="580"/>
                  </a:cubicBezTo>
                  <a:lnTo>
                    <a:pt x="111" y="614"/>
                  </a:lnTo>
                  <a:cubicBezTo>
                    <a:pt x="156" y="458"/>
                    <a:pt x="300" y="313"/>
                    <a:pt x="478" y="224"/>
                  </a:cubicBezTo>
                  <a:cubicBezTo>
                    <a:pt x="613" y="157"/>
                    <a:pt x="783" y="123"/>
                    <a:pt x="971" y="123"/>
                  </a:cubicBezTo>
                  <a:cubicBezTo>
                    <a:pt x="999" y="123"/>
                    <a:pt x="1027" y="123"/>
                    <a:pt x="1055" y="125"/>
                  </a:cubicBezTo>
                  <a:cubicBezTo>
                    <a:pt x="1489" y="135"/>
                    <a:pt x="1899" y="302"/>
                    <a:pt x="2155" y="580"/>
                  </a:cubicBezTo>
                  <a:cubicBezTo>
                    <a:pt x="2433" y="869"/>
                    <a:pt x="2533" y="1280"/>
                    <a:pt x="2400" y="1624"/>
                  </a:cubicBezTo>
                  <a:cubicBezTo>
                    <a:pt x="2267" y="1979"/>
                    <a:pt x="1889" y="2246"/>
                    <a:pt x="1489" y="2258"/>
                  </a:cubicBezTo>
                  <a:cubicBezTo>
                    <a:pt x="1233" y="2258"/>
                    <a:pt x="966" y="2169"/>
                    <a:pt x="678" y="1979"/>
                  </a:cubicBezTo>
                  <a:cubicBezTo>
                    <a:pt x="556" y="1891"/>
                    <a:pt x="400" y="1791"/>
                    <a:pt x="322" y="1636"/>
                  </a:cubicBezTo>
                  <a:cubicBezTo>
                    <a:pt x="211" y="1446"/>
                    <a:pt x="223" y="1191"/>
                    <a:pt x="344" y="891"/>
                  </a:cubicBezTo>
                  <a:cubicBezTo>
                    <a:pt x="378" y="802"/>
                    <a:pt x="422" y="702"/>
                    <a:pt x="500" y="646"/>
                  </a:cubicBezTo>
                  <a:cubicBezTo>
                    <a:pt x="557" y="604"/>
                    <a:pt x="632" y="584"/>
                    <a:pt x="728" y="584"/>
                  </a:cubicBezTo>
                  <a:cubicBezTo>
                    <a:pt x="783" y="584"/>
                    <a:pt x="843" y="590"/>
                    <a:pt x="911" y="602"/>
                  </a:cubicBezTo>
                  <a:cubicBezTo>
                    <a:pt x="1277" y="658"/>
                    <a:pt x="1600" y="824"/>
                    <a:pt x="1778" y="1069"/>
                  </a:cubicBezTo>
                  <a:cubicBezTo>
                    <a:pt x="1978" y="1335"/>
                    <a:pt x="1978" y="1691"/>
                    <a:pt x="1800" y="1924"/>
                  </a:cubicBezTo>
                  <a:cubicBezTo>
                    <a:pt x="1710" y="2032"/>
                    <a:pt x="1570" y="2118"/>
                    <a:pt x="1425" y="2118"/>
                  </a:cubicBezTo>
                  <a:cubicBezTo>
                    <a:pt x="1391" y="2118"/>
                    <a:pt x="1356" y="2113"/>
                    <a:pt x="1322" y="2102"/>
                  </a:cubicBezTo>
                  <a:lnTo>
                    <a:pt x="1289" y="2224"/>
                  </a:lnTo>
                  <a:cubicBezTo>
                    <a:pt x="1331" y="2236"/>
                    <a:pt x="1374" y="2241"/>
                    <a:pt x="1416" y="2241"/>
                  </a:cubicBezTo>
                  <a:cubicBezTo>
                    <a:pt x="1606" y="2241"/>
                    <a:pt x="1788" y="2129"/>
                    <a:pt x="1889" y="2002"/>
                  </a:cubicBezTo>
                  <a:cubicBezTo>
                    <a:pt x="2111" y="1724"/>
                    <a:pt x="2099" y="1313"/>
                    <a:pt x="1877" y="991"/>
                  </a:cubicBezTo>
                  <a:cubicBezTo>
                    <a:pt x="1677" y="735"/>
                    <a:pt x="1333" y="547"/>
                    <a:pt x="922" y="480"/>
                  </a:cubicBezTo>
                  <a:cubicBezTo>
                    <a:pt x="858" y="470"/>
                    <a:pt x="800" y="465"/>
                    <a:pt x="746" y="465"/>
                  </a:cubicBezTo>
                  <a:cubicBezTo>
                    <a:pt x="620" y="465"/>
                    <a:pt x="519" y="492"/>
                    <a:pt x="433" y="547"/>
                  </a:cubicBezTo>
                  <a:cubicBezTo>
                    <a:pt x="322" y="624"/>
                    <a:pt x="267" y="735"/>
                    <a:pt x="223" y="846"/>
                  </a:cubicBezTo>
                  <a:cubicBezTo>
                    <a:pt x="100" y="1180"/>
                    <a:pt x="89" y="1468"/>
                    <a:pt x="211" y="1691"/>
                  </a:cubicBezTo>
                  <a:cubicBezTo>
                    <a:pt x="311" y="1868"/>
                    <a:pt x="478" y="1991"/>
                    <a:pt x="611" y="2080"/>
                  </a:cubicBezTo>
                  <a:cubicBezTo>
                    <a:pt x="911" y="2268"/>
                    <a:pt x="1200" y="2369"/>
                    <a:pt x="1477" y="2369"/>
                  </a:cubicBezTo>
                  <a:lnTo>
                    <a:pt x="1489" y="2369"/>
                  </a:lnTo>
                  <a:cubicBezTo>
                    <a:pt x="1933" y="2369"/>
                    <a:pt x="2366" y="2068"/>
                    <a:pt x="2511" y="1658"/>
                  </a:cubicBezTo>
                  <a:cubicBezTo>
                    <a:pt x="2655" y="1280"/>
                    <a:pt x="2555" y="813"/>
                    <a:pt x="2244" y="491"/>
                  </a:cubicBezTo>
                  <a:cubicBezTo>
                    <a:pt x="1966" y="202"/>
                    <a:pt x="1522" y="14"/>
                    <a:pt x="1055" y="2"/>
                  </a:cubicBezTo>
                  <a:cubicBezTo>
                    <a:pt x="1031" y="1"/>
                    <a:pt x="1008" y="1"/>
                    <a:pt x="985"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42">
              <a:extLst>
                <a:ext uri="{FF2B5EF4-FFF2-40B4-BE49-F238E27FC236}">
                  <a16:creationId xmlns:a16="http://schemas.microsoft.com/office/drawing/2014/main" id="{8CFFF707-BBA8-0A0A-C7E0-34EF31D62A31}"/>
                </a:ext>
              </a:extLst>
            </p:cNvPr>
            <p:cNvSpPr/>
            <p:nvPr/>
          </p:nvSpPr>
          <p:spPr>
            <a:xfrm>
              <a:off x="6638575" y="3565675"/>
              <a:ext cx="8900" cy="20575"/>
            </a:xfrm>
            <a:custGeom>
              <a:avLst/>
              <a:gdLst/>
              <a:ahLst/>
              <a:cxnLst/>
              <a:rect l="l" t="t" r="r" b="b"/>
              <a:pathLst>
                <a:path w="356" h="823" extrusionOk="0">
                  <a:moveTo>
                    <a:pt x="78" y="0"/>
                  </a:moveTo>
                  <a:lnTo>
                    <a:pt x="78" y="0"/>
                  </a:lnTo>
                  <a:cubicBezTo>
                    <a:pt x="0" y="278"/>
                    <a:pt x="78" y="589"/>
                    <a:pt x="267" y="822"/>
                  </a:cubicBezTo>
                  <a:lnTo>
                    <a:pt x="356" y="734"/>
                  </a:lnTo>
                  <a:cubicBezTo>
                    <a:pt x="189" y="544"/>
                    <a:pt x="122" y="278"/>
                    <a:pt x="189" y="33"/>
                  </a:cubicBezTo>
                  <a:lnTo>
                    <a:pt x="78"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42">
              <a:extLst>
                <a:ext uri="{FF2B5EF4-FFF2-40B4-BE49-F238E27FC236}">
                  <a16:creationId xmlns:a16="http://schemas.microsoft.com/office/drawing/2014/main" id="{C8E4B81A-F67D-2A90-BF90-7A3C24456145}"/>
                </a:ext>
              </a:extLst>
            </p:cNvPr>
            <p:cNvSpPr/>
            <p:nvPr/>
          </p:nvSpPr>
          <p:spPr>
            <a:xfrm>
              <a:off x="6627175" y="3531800"/>
              <a:ext cx="25300" cy="50275"/>
            </a:xfrm>
            <a:custGeom>
              <a:avLst/>
              <a:gdLst/>
              <a:ahLst/>
              <a:cxnLst/>
              <a:rect l="l" t="t" r="r" b="b"/>
              <a:pathLst>
                <a:path w="1012" h="2011" extrusionOk="0">
                  <a:moveTo>
                    <a:pt x="978" y="0"/>
                  </a:moveTo>
                  <a:cubicBezTo>
                    <a:pt x="523" y="133"/>
                    <a:pt x="289" y="566"/>
                    <a:pt x="167" y="911"/>
                  </a:cubicBezTo>
                  <a:cubicBezTo>
                    <a:pt x="23" y="1322"/>
                    <a:pt x="0" y="1689"/>
                    <a:pt x="79" y="2010"/>
                  </a:cubicBezTo>
                  <a:lnTo>
                    <a:pt x="200" y="1978"/>
                  </a:lnTo>
                  <a:cubicBezTo>
                    <a:pt x="123" y="1677"/>
                    <a:pt x="145" y="1333"/>
                    <a:pt x="279" y="944"/>
                  </a:cubicBezTo>
                  <a:cubicBezTo>
                    <a:pt x="390" y="633"/>
                    <a:pt x="612" y="233"/>
                    <a:pt x="1012" y="122"/>
                  </a:cubicBezTo>
                  <a:lnTo>
                    <a:pt x="978"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42">
              <a:extLst>
                <a:ext uri="{FF2B5EF4-FFF2-40B4-BE49-F238E27FC236}">
                  <a16:creationId xmlns:a16="http://schemas.microsoft.com/office/drawing/2014/main" id="{4197299E-DB03-C6ED-17D0-D3F95CC5BA14}"/>
                </a:ext>
              </a:extLst>
            </p:cNvPr>
            <p:cNvSpPr/>
            <p:nvPr/>
          </p:nvSpPr>
          <p:spPr>
            <a:xfrm>
              <a:off x="6676900" y="3522350"/>
              <a:ext cx="46125" cy="30275"/>
            </a:xfrm>
            <a:custGeom>
              <a:avLst/>
              <a:gdLst/>
              <a:ahLst/>
              <a:cxnLst/>
              <a:rect l="l" t="t" r="r" b="b"/>
              <a:pathLst>
                <a:path w="1845" h="1211" extrusionOk="0">
                  <a:moveTo>
                    <a:pt x="11" y="0"/>
                  </a:moveTo>
                  <a:lnTo>
                    <a:pt x="0" y="112"/>
                  </a:lnTo>
                  <a:cubicBezTo>
                    <a:pt x="744" y="144"/>
                    <a:pt x="1444" y="589"/>
                    <a:pt x="1733" y="1211"/>
                  </a:cubicBezTo>
                  <a:lnTo>
                    <a:pt x="1844" y="1166"/>
                  </a:lnTo>
                  <a:cubicBezTo>
                    <a:pt x="1533" y="500"/>
                    <a:pt x="789" y="33"/>
                    <a:pt x="11"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42">
              <a:extLst>
                <a:ext uri="{FF2B5EF4-FFF2-40B4-BE49-F238E27FC236}">
                  <a16:creationId xmlns:a16="http://schemas.microsoft.com/office/drawing/2014/main" id="{CC22CC10-768C-81DD-3E2B-4D27331DD972}"/>
                </a:ext>
              </a:extLst>
            </p:cNvPr>
            <p:cNvSpPr/>
            <p:nvPr/>
          </p:nvSpPr>
          <p:spPr>
            <a:xfrm>
              <a:off x="6241425" y="3630450"/>
              <a:ext cx="363275" cy="9975"/>
            </a:xfrm>
            <a:custGeom>
              <a:avLst/>
              <a:gdLst/>
              <a:ahLst/>
              <a:cxnLst/>
              <a:rect l="l" t="t" r="r" b="b"/>
              <a:pathLst>
                <a:path w="14531" h="399" extrusionOk="0">
                  <a:moveTo>
                    <a:pt x="12238" y="1"/>
                  </a:moveTo>
                  <a:cubicBezTo>
                    <a:pt x="10601" y="1"/>
                    <a:pt x="8959" y="80"/>
                    <a:pt x="7332" y="231"/>
                  </a:cubicBezTo>
                  <a:cubicBezTo>
                    <a:pt x="7377" y="197"/>
                    <a:pt x="7421" y="153"/>
                    <a:pt x="7454" y="108"/>
                  </a:cubicBezTo>
                  <a:lnTo>
                    <a:pt x="7532" y="20"/>
                  </a:lnTo>
                  <a:lnTo>
                    <a:pt x="7410" y="9"/>
                  </a:lnTo>
                  <a:cubicBezTo>
                    <a:pt x="7213" y="3"/>
                    <a:pt x="7015" y="1"/>
                    <a:pt x="6817" y="1"/>
                  </a:cubicBezTo>
                  <a:cubicBezTo>
                    <a:pt x="5799" y="1"/>
                    <a:pt x="4772" y="68"/>
                    <a:pt x="3778" y="142"/>
                  </a:cubicBezTo>
                  <a:cubicBezTo>
                    <a:pt x="2811" y="212"/>
                    <a:pt x="1819" y="281"/>
                    <a:pt x="830" y="281"/>
                  </a:cubicBezTo>
                  <a:cubicBezTo>
                    <a:pt x="557" y="281"/>
                    <a:pt x="284" y="276"/>
                    <a:pt x="11" y="264"/>
                  </a:cubicBezTo>
                  <a:lnTo>
                    <a:pt x="1" y="387"/>
                  </a:lnTo>
                  <a:cubicBezTo>
                    <a:pt x="235" y="395"/>
                    <a:pt x="470" y="398"/>
                    <a:pt x="705" y="398"/>
                  </a:cubicBezTo>
                  <a:cubicBezTo>
                    <a:pt x="1739" y="398"/>
                    <a:pt x="2773" y="328"/>
                    <a:pt x="3778" y="264"/>
                  </a:cubicBezTo>
                  <a:cubicBezTo>
                    <a:pt x="4738" y="189"/>
                    <a:pt x="5729" y="123"/>
                    <a:pt x="6713" y="123"/>
                  </a:cubicBezTo>
                  <a:cubicBezTo>
                    <a:pt x="6901" y="123"/>
                    <a:pt x="7089" y="125"/>
                    <a:pt x="7277" y="131"/>
                  </a:cubicBezTo>
                  <a:cubicBezTo>
                    <a:pt x="7188" y="209"/>
                    <a:pt x="7066" y="253"/>
                    <a:pt x="6943" y="276"/>
                  </a:cubicBezTo>
                  <a:lnTo>
                    <a:pt x="6888" y="276"/>
                  </a:lnTo>
                  <a:lnTo>
                    <a:pt x="6899" y="397"/>
                  </a:lnTo>
                  <a:cubicBezTo>
                    <a:pt x="6921" y="397"/>
                    <a:pt x="6943" y="397"/>
                    <a:pt x="6965" y="387"/>
                  </a:cubicBezTo>
                  <a:cubicBezTo>
                    <a:pt x="8689" y="210"/>
                    <a:pt x="10432" y="119"/>
                    <a:pt x="12175" y="119"/>
                  </a:cubicBezTo>
                  <a:cubicBezTo>
                    <a:pt x="12961" y="119"/>
                    <a:pt x="13747" y="137"/>
                    <a:pt x="14531" y="175"/>
                  </a:cubicBezTo>
                  <a:lnTo>
                    <a:pt x="14531" y="53"/>
                  </a:lnTo>
                  <a:cubicBezTo>
                    <a:pt x="13769" y="18"/>
                    <a:pt x="13004" y="1"/>
                    <a:pt x="12238" y="1"/>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42">
              <a:extLst>
                <a:ext uri="{FF2B5EF4-FFF2-40B4-BE49-F238E27FC236}">
                  <a16:creationId xmlns:a16="http://schemas.microsoft.com/office/drawing/2014/main" id="{9C8530AE-9B26-2CA6-8A2F-62934DF0EBD6}"/>
                </a:ext>
              </a:extLst>
            </p:cNvPr>
            <p:cNvSpPr/>
            <p:nvPr/>
          </p:nvSpPr>
          <p:spPr>
            <a:xfrm>
              <a:off x="6208650" y="3520625"/>
              <a:ext cx="380500" cy="33125"/>
            </a:xfrm>
            <a:custGeom>
              <a:avLst/>
              <a:gdLst/>
              <a:ahLst/>
              <a:cxnLst/>
              <a:rect l="l" t="t" r="r" b="b"/>
              <a:pathLst>
                <a:path w="15220" h="1325" extrusionOk="0">
                  <a:moveTo>
                    <a:pt x="11915" y="0"/>
                  </a:moveTo>
                  <a:cubicBezTo>
                    <a:pt x="11378" y="0"/>
                    <a:pt x="10850" y="28"/>
                    <a:pt x="10354" y="58"/>
                  </a:cubicBezTo>
                  <a:cubicBezTo>
                    <a:pt x="9410" y="102"/>
                    <a:pt x="8466" y="147"/>
                    <a:pt x="7521" y="203"/>
                  </a:cubicBezTo>
                  <a:lnTo>
                    <a:pt x="1556" y="524"/>
                  </a:lnTo>
                  <a:lnTo>
                    <a:pt x="1556" y="580"/>
                  </a:lnTo>
                  <a:cubicBezTo>
                    <a:pt x="1545" y="769"/>
                    <a:pt x="1667" y="958"/>
                    <a:pt x="1833" y="1080"/>
                  </a:cubicBezTo>
                  <a:lnTo>
                    <a:pt x="1" y="1203"/>
                  </a:lnTo>
                  <a:lnTo>
                    <a:pt x="11" y="1324"/>
                  </a:lnTo>
                  <a:lnTo>
                    <a:pt x="2600" y="1147"/>
                  </a:lnTo>
                  <a:lnTo>
                    <a:pt x="2100" y="1058"/>
                  </a:lnTo>
                  <a:cubicBezTo>
                    <a:pt x="1878" y="1025"/>
                    <a:pt x="1700" y="836"/>
                    <a:pt x="1678" y="636"/>
                  </a:cubicBezTo>
                  <a:lnTo>
                    <a:pt x="7533" y="325"/>
                  </a:lnTo>
                  <a:cubicBezTo>
                    <a:pt x="8476" y="269"/>
                    <a:pt x="9421" y="225"/>
                    <a:pt x="10365" y="169"/>
                  </a:cubicBezTo>
                  <a:cubicBezTo>
                    <a:pt x="10858" y="143"/>
                    <a:pt x="11379" y="117"/>
                    <a:pt x="11910" y="117"/>
                  </a:cubicBezTo>
                  <a:cubicBezTo>
                    <a:pt x="12518" y="117"/>
                    <a:pt x="13138" y="151"/>
                    <a:pt x="13742" y="258"/>
                  </a:cubicBezTo>
                  <a:cubicBezTo>
                    <a:pt x="13465" y="502"/>
                    <a:pt x="13098" y="658"/>
                    <a:pt x="12720" y="692"/>
                  </a:cubicBezTo>
                  <a:lnTo>
                    <a:pt x="12720" y="803"/>
                  </a:lnTo>
                  <a:lnTo>
                    <a:pt x="15220" y="747"/>
                  </a:lnTo>
                  <a:lnTo>
                    <a:pt x="15208" y="625"/>
                  </a:lnTo>
                  <a:lnTo>
                    <a:pt x="13287" y="669"/>
                  </a:lnTo>
                  <a:cubicBezTo>
                    <a:pt x="13520" y="580"/>
                    <a:pt x="13742" y="436"/>
                    <a:pt x="13909" y="269"/>
                  </a:cubicBezTo>
                  <a:lnTo>
                    <a:pt x="13986" y="191"/>
                  </a:lnTo>
                  <a:lnTo>
                    <a:pt x="13875" y="169"/>
                  </a:lnTo>
                  <a:cubicBezTo>
                    <a:pt x="13235" y="41"/>
                    <a:pt x="12568" y="0"/>
                    <a:pt x="11915" y="0"/>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42">
              <a:extLst>
                <a:ext uri="{FF2B5EF4-FFF2-40B4-BE49-F238E27FC236}">
                  <a16:creationId xmlns:a16="http://schemas.microsoft.com/office/drawing/2014/main" id="{FDC445AE-7F68-7D08-0854-BACE7DBDD713}"/>
                </a:ext>
              </a:extLst>
            </p:cNvPr>
            <p:cNvSpPr/>
            <p:nvPr/>
          </p:nvSpPr>
          <p:spPr>
            <a:xfrm>
              <a:off x="6229475" y="3513450"/>
              <a:ext cx="163325" cy="13075"/>
            </a:xfrm>
            <a:custGeom>
              <a:avLst/>
              <a:gdLst/>
              <a:ahLst/>
              <a:cxnLst/>
              <a:rect l="l" t="t" r="r" b="b"/>
              <a:pathLst>
                <a:path w="6533" h="523" extrusionOk="0">
                  <a:moveTo>
                    <a:pt x="6522" y="1"/>
                  </a:moveTo>
                  <a:lnTo>
                    <a:pt x="1" y="401"/>
                  </a:lnTo>
                  <a:lnTo>
                    <a:pt x="12" y="523"/>
                  </a:lnTo>
                  <a:lnTo>
                    <a:pt x="6533" y="123"/>
                  </a:lnTo>
                  <a:lnTo>
                    <a:pt x="6522" y="1"/>
                  </a:ln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42">
              <a:extLst>
                <a:ext uri="{FF2B5EF4-FFF2-40B4-BE49-F238E27FC236}">
                  <a16:creationId xmlns:a16="http://schemas.microsoft.com/office/drawing/2014/main" id="{600C899B-BD36-881F-F42E-FEB5FE02E172}"/>
                </a:ext>
              </a:extLst>
            </p:cNvPr>
            <p:cNvSpPr/>
            <p:nvPr/>
          </p:nvSpPr>
          <p:spPr>
            <a:xfrm>
              <a:off x="6315575" y="3602725"/>
              <a:ext cx="269975" cy="17675"/>
            </a:xfrm>
            <a:custGeom>
              <a:avLst/>
              <a:gdLst/>
              <a:ahLst/>
              <a:cxnLst/>
              <a:rect l="l" t="t" r="r" b="b"/>
              <a:pathLst>
                <a:path w="10799" h="707" extrusionOk="0">
                  <a:moveTo>
                    <a:pt x="7839" y="0"/>
                  </a:moveTo>
                  <a:cubicBezTo>
                    <a:pt x="6568" y="0"/>
                    <a:pt x="5295" y="28"/>
                    <a:pt x="4033" y="84"/>
                  </a:cubicBezTo>
                  <a:lnTo>
                    <a:pt x="3700" y="96"/>
                  </a:lnTo>
                  <a:lnTo>
                    <a:pt x="4022" y="195"/>
                  </a:lnTo>
                  <a:cubicBezTo>
                    <a:pt x="4078" y="218"/>
                    <a:pt x="4122" y="240"/>
                    <a:pt x="4177" y="262"/>
                  </a:cubicBezTo>
                  <a:cubicBezTo>
                    <a:pt x="2789" y="429"/>
                    <a:pt x="1389" y="529"/>
                    <a:pt x="0" y="585"/>
                  </a:cubicBezTo>
                  <a:lnTo>
                    <a:pt x="0" y="706"/>
                  </a:lnTo>
                  <a:cubicBezTo>
                    <a:pt x="1444" y="651"/>
                    <a:pt x="2911" y="540"/>
                    <a:pt x="4344" y="362"/>
                  </a:cubicBezTo>
                  <a:lnTo>
                    <a:pt x="4488" y="351"/>
                  </a:lnTo>
                  <a:lnTo>
                    <a:pt x="4377" y="262"/>
                  </a:lnTo>
                  <a:lnTo>
                    <a:pt x="4278" y="195"/>
                  </a:lnTo>
                  <a:cubicBezTo>
                    <a:pt x="5467" y="147"/>
                    <a:pt x="6664" y="121"/>
                    <a:pt x="7858" y="121"/>
                  </a:cubicBezTo>
                  <a:cubicBezTo>
                    <a:pt x="8838" y="121"/>
                    <a:pt x="9816" y="138"/>
                    <a:pt x="10787" y="173"/>
                  </a:cubicBezTo>
                  <a:lnTo>
                    <a:pt x="10798" y="51"/>
                  </a:lnTo>
                  <a:cubicBezTo>
                    <a:pt x="9816" y="17"/>
                    <a:pt x="8828" y="0"/>
                    <a:pt x="7839" y="0"/>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42">
              <a:extLst>
                <a:ext uri="{FF2B5EF4-FFF2-40B4-BE49-F238E27FC236}">
                  <a16:creationId xmlns:a16="http://schemas.microsoft.com/office/drawing/2014/main" id="{D29D0334-07AD-91B8-484D-1B874DE88EED}"/>
                </a:ext>
              </a:extLst>
            </p:cNvPr>
            <p:cNvSpPr/>
            <p:nvPr/>
          </p:nvSpPr>
          <p:spPr>
            <a:xfrm>
              <a:off x="6410550" y="3637875"/>
              <a:ext cx="100550" cy="92325"/>
            </a:xfrm>
            <a:custGeom>
              <a:avLst/>
              <a:gdLst/>
              <a:ahLst/>
              <a:cxnLst/>
              <a:rect l="l" t="t" r="r" b="b"/>
              <a:pathLst>
                <a:path w="4022" h="3693" extrusionOk="0">
                  <a:moveTo>
                    <a:pt x="1989" y="1"/>
                  </a:moveTo>
                  <a:cubicBezTo>
                    <a:pt x="1956" y="467"/>
                    <a:pt x="1556" y="801"/>
                    <a:pt x="1167" y="1056"/>
                  </a:cubicBezTo>
                  <a:cubicBezTo>
                    <a:pt x="800" y="1289"/>
                    <a:pt x="0" y="1655"/>
                    <a:pt x="223" y="2178"/>
                  </a:cubicBezTo>
                  <a:cubicBezTo>
                    <a:pt x="456" y="2756"/>
                    <a:pt x="967" y="3378"/>
                    <a:pt x="1534" y="3644"/>
                  </a:cubicBezTo>
                  <a:cubicBezTo>
                    <a:pt x="1588" y="3674"/>
                    <a:pt x="1655" y="3692"/>
                    <a:pt x="1717" y="3692"/>
                  </a:cubicBezTo>
                  <a:cubicBezTo>
                    <a:pt x="1795" y="3692"/>
                    <a:pt x="1864" y="3663"/>
                    <a:pt x="1889" y="3588"/>
                  </a:cubicBezTo>
                  <a:cubicBezTo>
                    <a:pt x="1901" y="3533"/>
                    <a:pt x="1878" y="3477"/>
                    <a:pt x="1845" y="3422"/>
                  </a:cubicBezTo>
                  <a:cubicBezTo>
                    <a:pt x="1701" y="3200"/>
                    <a:pt x="1400" y="3011"/>
                    <a:pt x="1445" y="2744"/>
                  </a:cubicBezTo>
                  <a:lnTo>
                    <a:pt x="1445" y="2744"/>
                  </a:lnTo>
                  <a:cubicBezTo>
                    <a:pt x="1689" y="3033"/>
                    <a:pt x="2000" y="3267"/>
                    <a:pt x="2345" y="3422"/>
                  </a:cubicBezTo>
                  <a:cubicBezTo>
                    <a:pt x="2404" y="3452"/>
                    <a:pt x="2468" y="3476"/>
                    <a:pt x="2527" y="3476"/>
                  </a:cubicBezTo>
                  <a:cubicBezTo>
                    <a:pt x="2557" y="3476"/>
                    <a:pt x="2585" y="3470"/>
                    <a:pt x="2612" y="3455"/>
                  </a:cubicBezTo>
                  <a:cubicBezTo>
                    <a:pt x="2733" y="3400"/>
                    <a:pt x="2733" y="3211"/>
                    <a:pt x="2667" y="3089"/>
                  </a:cubicBezTo>
                  <a:cubicBezTo>
                    <a:pt x="2578" y="2922"/>
                    <a:pt x="2412" y="2811"/>
                    <a:pt x="2278" y="2689"/>
                  </a:cubicBezTo>
                  <a:cubicBezTo>
                    <a:pt x="2145" y="2556"/>
                    <a:pt x="2022" y="2378"/>
                    <a:pt x="2056" y="2200"/>
                  </a:cubicBezTo>
                  <a:lnTo>
                    <a:pt x="2056" y="2200"/>
                  </a:lnTo>
                  <a:cubicBezTo>
                    <a:pt x="2333" y="2433"/>
                    <a:pt x="2612" y="2655"/>
                    <a:pt x="2889" y="2877"/>
                  </a:cubicBezTo>
                  <a:cubicBezTo>
                    <a:pt x="2984" y="2951"/>
                    <a:pt x="3108" y="3019"/>
                    <a:pt x="3214" y="3019"/>
                  </a:cubicBezTo>
                  <a:cubicBezTo>
                    <a:pt x="3268" y="3019"/>
                    <a:pt x="3318" y="3001"/>
                    <a:pt x="3355" y="2956"/>
                  </a:cubicBezTo>
                  <a:cubicBezTo>
                    <a:pt x="3434" y="2889"/>
                    <a:pt x="3422" y="2778"/>
                    <a:pt x="3400" y="2678"/>
                  </a:cubicBezTo>
                  <a:cubicBezTo>
                    <a:pt x="3266" y="2278"/>
                    <a:pt x="2800" y="2100"/>
                    <a:pt x="2545" y="1778"/>
                  </a:cubicBezTo>
                  <a:cubicBezTo>
                    <a:pt x="2511" y="1734"/>
                    <a:pt x="2500" y="1667"/>
                    <a:pt x="2545" y="1655"/>
                  </a:cubicBezTo>
                  <a:cubicBezTo>
                    <a:pt x="2800" y="1845"/>
                    <a:pt x="3067" y="2033"/>
                    <a:pt x="3333" y="2222"/>
                  </a:cubicBezTo>
                  <a:cubicBezTo>
                    <a:pt x="3434" y="2300"/>
                    <a:pt x="3555" y="2389"/>
                    <a:pt x="3689" y="2400"/>
                  </a:cubicBezTo>
                  <a:cubicBezTo>
                    <a:pt x="3703" y="2403"/>
                    <a:pt x="3717" y="2404"/>
                    <a:pt x="3731" y="2404"/>
                  </a:cubicBezTo>
                  <a:cubicBezTo>
                    <a:pt x="3845" y="2404"/>
                    <a:pt x="3971" y="2329"/>
                    <a:pt x="4000" y="2211"/>
                  </a:cubicBezTo>
                  <a:cubicBezTo>
                    <a:pt x="4022" y="2078"/>
                    <a:pt x="3900" y="1956"/>
                    <a:pt x="3800" y="1867"/>
                  </a:cubicBezTo>
                  <a:cubicBezTo>
                    <a:pt x="3522" y="1633"/>
                    <a:pt x="3244" y="1400"/>
                    <a:pt x="2978" y="1167"/>
                  </a:cubicBezTo>
                  <a:cubicBezTo>
                    <a:pt x="3056" y="1001"/>
                    <a:pt x="3355" y="1144"/>
                    <a:pt x="3478" y="1001"/>
                  </a:cubicBezTo>
                  <a:cubicBezTo>
                    <a:pt x="3533" y="934"/>
                    <a:pt x="3511" y="833"/>
                    <a:pt x="3456" y="756"/>
                  </a:cubicBezTo>
                  <a:cubicBezTo>
                    <a:pt x="3411" y="689"/>
                    <a:pt x="3333" y="656"/>
                    <a:pt x="3256" y="611"/>
                  </a:cubicBezTo>
                  <a:cubicBezTo>
                    <a:pt x="2834" y="401"/>
                    <a:pt x="2412" y="201"/>
                    <a:pt x="198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42">
              <a:extLst>
                <a:ext uri="{FF2B5EF4-FFF2-40B4-BE49-F238E27FC236}">
                  <a16:creationId xmlns:a16="http://schemas.microsoft.com/office/drawing/2014/main" id="{56227967-71DA-F39E-89C3-AAD22C1F602A}"/>
                </a:ext>
              </a:extLst>
            </p:cNvPr>
            <p:cNvSpPr/>
            <p:nvPr/>
          </p:nvSpPr>
          <p:spPr>
            <a:xfrm>
              <a:off x="6284475" y="3392375"/>
              <a:ext cx="238025" cy="310500"/>
            </a:xfrm>
            <a:custGeom>
              <a:avLst/>
              <a:gdLst/>
              <a:ahLst/>
              <a:cxnLst/>
              <a:rect l="l" t="t" r="r" b="b"/>
              <a:pathLst>
                <a:path w="9521" h="12420" extrusionOk="0">
                  <a:moveTo>
                    <a:pt x="7345" y="1"/>
                  </a:moveTo>
                  <a:cubicBezTo>
                    <a:pt x="6401" y="1"/>
                    <a:pt x="5567" y="465"/>
                    <a:pt x="4788" y="967"/>
                  </a:cubicBezTo>
                  <a:cubicBezTo>
                    <a:pt x="3799" y="1611"/>
                    <a:pt x="2822" y="2311"/>
                    <a:pt x="1967" y="3111"/>
                  </a:cubicBezTo>
                  <a:cubicBezTo>
                    <a:pt x="1656" y="3410"/>
                    <a:pt x="1355" y="3722"/>
                    <a:pt x="1089" y="4066"/>
                  </a:cubicBezTo>
                  <a:cubicBezTo>
                    <a:pt x="733" y="4511"/>
                    <a:pt x="434" y="5010"/>
                    <a:pt x="212" y="5543"/>
                  </a:cubicBezTo>
                  <a:cubicBezTo>
                    <a:pt x="101" y="5822"/>
                    <a:pt x="0" y="6121"/>
                    <a:pt x="22" y="6421"/>
                  </a:cubicBezTo>
                  <a:cubicBezTo>
                    <a:pt x="34" y="6644"/>
                    <a:pt x="111" y="6844"/>
                    <a:pt x="200" y="7044"/>
                  </a:cubicBezTo>
                  <a:cubicBezTo>
                    <a:pt x="323" y="7321"/>
                    <a:pt x="500" y="7565"/>
                    <a:pt x="711" y="7787"/>
                  </a:cubicBezTo>
                  <a:cubicBezTo>
                    <a:pt x="700" y="7787"/>
                    <a:pt x="678" y="7787"/>
                    <a:pt x="667" y="7799"/>
                  </a:cubicBezTo>
                  <a:cubicBezTo>
                    <a:pt x="911" y="8187"/>
                    <a:pt x="1178" y="8565"/>
                    <a:pt x="1466" y="8932"/>
                  </a:cubicBezTo>
                  <a:cubicBezTo>
                    <a:pt x="1256" y="8832"/>
                    <a:pt x="1044" y="8743"/>
                    <a:pt x="844" y="8643"/>
                  </a:cubicBezTo>
                  <a:lnTo>
                    <a:pt x="844" y="8643"/>
                  </a:lnTo>
                  <a:cubicBezTo>
                    <a:pt x="1456" y="9232"/>
                    <a:pt x="2122" y="9754"/>
                    <a:pt x="2833" y="10209"/>
                  </a:cubicBezTo>
                  <a:lnTo>
                    <a:pt x="2466" y="10142"/>
                  </a:lnTo>
                  <a:lnTo>
                    <a:pt x="2466" y="10142"/>
                  </a:lnTo>
                  <a:cubicBezTo>
                    <a:pt x="2678" y="10187"/>
                    <a:pt x="2811" y="10409"/>
                    <a:pt x="2933" y="10554"/>
                  </a:cubicBezTo>
                  <a:cubicBezTo>
                    <a:pt x="3088" y="10742"/>
                    <a:pt x="3278" y="10876"/>
                    <a:pt x="3444" y="11043"/>
                  </a:cubicBezTo>
                  <a:cubicBezTo>
                    <a:pt x="3878" y="11498"/>
                    <a:pt x="4333" y="11920"/>
                    <a:pt x="4844" y="12298"/>
                  </a:cubicBezTo>
                  <a:cubicBezTo>
                    <a:pt x="4920" y="12359"/>
                    <a:pt x="5028" y="12420"/>
                    <a:pt x="5124" y="12420"/>
                  </a:cubicBezTo>
                  <a:cubicBezTo>
                    <a:pt x="5167" y="12420"/>
                    <a:pt x="5209" y="12407"/>
                    <a:pt x="5243" y="12376"/>
                  </a:cubicBezTo>
                  <a:cubicBezTo>
                    <a:pt x="5388" y="12242"/>
                    <a:pt x="5221" y="11998"/>
                    <a:pt x="5288" y="11809"/>
                  </a:cubicBezTo>
                  <a:lnTo>
                    <a:pt x="5288" y="11809"/>
                  </a:lnTo>
                  <a:cubicBezTo>
                    <a:pt x="5355" y="11942"/>
                    <a:pt x="5433" y="12075"/>
                    <a:pt x="5555" y="12164"/>
                  </a:cubicBezTo>
                  <a:cubicBezTo>
                    <a:pt x="5627" y="12217"/>
                    <a:pt x="5719" y="12250"/>
                    <a:pt x="5807" y="12250"/>
                  </a:cubicBezTo>
                  <a:cubicBezTo>
                    <a:pt x="5868" y="12250"/>
                    <a:pt x="5927" y="12234"/>
                    <a:pt x="5977" y="12198"/>
                  </a:cubicBezTo>
                  <a:cubicBezTo>
                    <a:pt x="6088" y="12109"/>
                    <a:pt x="6110" y="11954"/>
                    <a:pt x="6110" y="11820"/>
                  </a:cubicBezTo>
                  <a:cubicBezTo>
                    <a:pt x="6099" y="11564"/>
                    <a:pt x="5999" y="11320"/>
                    <a:pt x="5833" y="11142"/>
                  </a:cubicBezTo>
                  <a:lnTo>
                    <a:pt x="5833" y="11142"/>
                  </a:lnTo>
                  <a:cubicBezTo>
                    <a:pt x="6021" y="11287"/>
                    <a:pt x="6265" y="11387"/>
                    <a:pt x="6510" y="11398"/>
                  </a:cubicBezTo>
                  <a:cubicBezTo>
                    <a:pt x="6525" y="11399"/>
                    <a:pt x="6541" y="11400"/>
                    <a:pt x="6557" y="11400"/>
                  </a:cubicBezTo>
                  <a:cubicBezTo>
                    <a:pt x="6678" y="11400"/>
                    <a:pt x="6804" y="11362"/>
                    <a:pt x="6843" y="11253"/>
                  </a:cubicBezTo>
                  <a:cubicBezTo>
                    <a:pt x="6865" y="11176"/>
                    <a:pt x="6832" y="11098"/>
                    <a:pt x="6788" y="11031"/>
                  </a:cubicBezTo>
                  <a:cubicBezTo>
                    <a:pt x="6688" y="10865"/>
                    <a:pt x="6566" y="10709"/>
                    <a:pt x="6410" y="10587"/>
                  </a:cubicBezTo>
                  <a:lnTo>
                    <a:pt x="6410" y="10587"/>
                  </a:lnTo>
                  <a:cubicBezTo>
                    <a:pt x="6621" y="10687"/>
                    <a:pt x="6843" y="10754"/>
                    <a:pt x="7077" y="10798"/>
                  </a:cubicBezTo>
                  <a:cubicBezTo>
                    <a:pt x="7104" y="10802"/>
                    <a:pt x="7134" y="10806"/>
                    <a:pt x="7164" y="10806"/>
                  </a:cubicBezTo>
                  <a:cubicBezTo>
                    <a:pt x="7218" y="10806"/>
                    <a:pt x="7270" y="10793"/>
                    <a:pt x="7299" y="10742"/>
                  </a:cubicBezTo>
                  <a:cubicBezTo>
                    <a:pt x="7332" y="10698"/>
                    <a:pt x="7321" y="10643"/>
                    <a:pt x="7299" y="10587"/>
                  </a:cubicBezTo>
                  <a:cubicBezTo>
                    <a:pt x="7210" y="10320"/>
                    <a:pt x="7021" y="10076"/>
                    <a:pt x="6788" y="9920"/>
                  </a:cubicBezTo>
                  <a:lnTo>
                    <a:pt x="6788" y="9920"/>
                  </a:lnTo>
                  <a:cubicBezTo>
                    <a:pt x="6915" y="9961"/>
                    <a:pt x="7048" y="9982"/>
                    <a:pt x="7181" y="9982"/>
                  </a:cubicBezTo>
                  <a:cubicBezTo>
                    <a:pt x="7371" y="9982"/>
                    <a:pt x="7561" y="9939"/>
                    <a:pt x="7732" y="9854"/>
                  </a:cubicBezTo>
                  <a:cubicBezTo>
                    <a:pt x="6932" y="9120"/>
                    <a:pt x="6277" y="8288"/>
                    <a:pt x="5699" y="7399"/>
                  </a:cubicBezTo>
                  <a:cubicBezTo>
                    <a:pt x="5499" y="7099"/>
                    <a:pt x="5322" y="6777"/>
                    <a:pt x="5132" y="6454"/>
                  </a:cubicBezTo>
                  <a:cubicBezTo>
                    <a:pt x="5788" y="5777"/>
                    <a:pt x="6455" y="5099"/>
                    <a:pt x="7176" y="4533"/>
                  </a:cubicBezTo>
                  <a:cubicBezTo>
                    <a:pt x="7810" y="3911"/>
                    <a:pt x="8376" y="3211"/>
                    <a:pt x="8820" y="2455"/>
                  </a:cubicBezTo>
                  <a:cubicBezTo>
                    <a:pt x="9143" y="1877"/>
                    <a:pt x="9521" y="1356"/>
                    <a:pt x="9032" y="711"/>
                  </a:cubicBezTo>
                  <a:cubicBezTo>
                    <a:pt x="8699" y="267"/>
                    <a:pt x="8132" y="67"/>
                    <a:pt x="7588" y="11"/>
                  </a:cubicBezTo>
                  <a:cubicBezTo>
                    <a:pt x="7506" y="4"/>
                    <a:pt x="7425" y="1"/>
                    <a:pt x="7345"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42">
              <a:extLst>
                <a:ext uri="{FF2B5EF4-FFF2-40B4-BE49-F238E27FC236}">
                  <a16:creationId xmlns:a16="http://schemas.microsoft.com/office/drawing/2014/main" id="{CADE7D47-FC99-CDFD-00EC-58B177A272EF}"/>
                </a:ext>
              </a:extLst>
            </p:cNvPr>
            <p:cNvSpPr/>
            <p:nvPr/>
          </p:nvSpPr>
          <p:spPr>
            <a:xfrm>
              <a:off x="6300575" y="3473475"/>
              <a:ext cx="101675" cy="204425"/>
            </a:xfrm>
            <a:custGeom>
              <a:avLst/>
              <a:gdLst/>
              <a:ahLst/>
              <a:cxnLst/>
              <a:rect l="l" t="t" r="r" b="b"/>
              <a:pathLst>
                <a:path w="4067" h="8177" extrusionOk="0">
                  <a:moveTo>
                    <a:pt x="1723" y="0"/>
                  </a:moveTo>
                  <a:cubicBezTo>
                    <a:pt x="1456" y="189"/>
                    <a:pt x="1256" y="445"/>
                    <a:pt x="1089" y="667"/>
                  </a:cubicBezTo>
                  <a:cubicBezTo>
                    <a:pt x="556" y="1378"/>
                    <a:pt x="245" y="2033"/>
                    <a:pt x="134" y="2677"/>
                  </a:cubicBezTo>
                  <a:cubicBezTo>
                    <a:pt x="0" y="3488"/>
                    <a:pt x="212" y="4277"/>
                    <a:pt x="711" y="4788"/>
                  </a:cubicBezTo>
                  <a:lnTo>
                    <a:pt x="745" y="4832"/>
                  </a:lnTo>
                  <a:lnTo>
                    <a:pt x="756" y="4822"/>
                  </a:lnTo>
                  <a:cubicBezTo>
                    <a:pt x="756" y="4854"/>
                    <a:pt x="767" y="4888"/>
                    <a:pt x="778" y="4921"/>
                  </a:cubicBezTo>
                  <a:cubicBezTo>
                    <a:pt x="878" y="5232"/>
                    <a:pt x="1012" y="5588"/>
                    <a:pt x="1278" y="5810"/>
                  </a:cubicBezTo>
                  <a:cubicBezTo>
                    <a:pt x="1370" y="5883"/>
                    <a:pt x="1462" y="5927"/>
                    <a:pt x="1548" y="5927"/>
                  </a:cubicBezTo>
                  <a:cubicBezTo>
                    <a:pt x="1566" y="5927"/>
                    <a:pt x="1583" y="5925"/>
                    <a:pt x="1600" y="5921"/>
                  </a:cubicBezTo>
                  <a:cubicBezTo>
                    <a:pt x="1634" y="5910"/>
                    <a:pt x="1667" y="5899"/>
                    <a:pt x="1700" y="5866"/>
                  </a:cubicBezTo>
                  <a:cubicBezTo>
                    <a:pt x="2056" y="6943"/>
                    <a:pt x="2955" y="7832"/>
                    <a:pt x="4033" y="8176"/>
                  </a:cubicBezTo>
                  <a:lnTo>
                    <a:pt x="4066" y="8065"/>
                  </a:lnTo>
                  <a:cubicBezTo>
                    <a:pt x="2989" y="7720"/>
                    <a:pt x="2089" y="6810"/>
                    <a:pt x="1778" y="5721"/>
                  </a:cubicBezTo>
                  <a:cubicBezTo>
                    <a:pt x="1778" y="5676"/>
                    <a:pt x="1767" y="5632"/>
                    <a:pt x="1733" y="5599"/>
                  </a:cubicBezTo>
                  <a:lnTo>
                    <a:pt x="1567" y="5399"/>
                  </a:lnTo>
                  <a:lnTo>
                    <a:pt x="1567" y="5399"/>
                  </a:lnTo>
                  <a:lnTo>
                    <a:pt x="1634" y="5654"/>
                  </a:lnTo>
                  <a:cubicBezTo>
                    <a:pt x="1634" y="5676"/>
                    <a:pt x="1645" y="5699"/>
                    <a:pt x="1656" y="5721"/>
                  </a:cubicBezTo>
                  <a:cubicBezTo>
                    <a:pt x="1656" y="5732"/>
                    <a:pt x="1645" y="5732"/>
                    <a:pt x="1645" y="5732"/>
                  </a:cubicBezTo>
                  <a:cubicBezTo>
                    <a:pt x="1634" y="5765"/>
                    <a:pt x="1600" y="5799"/>
                    <a:pt x="1578" y="5799"/>
                  </a:cubicBezTo>
                  <a:cubicBezTo>
                    <a:pt x="1566" y="5803"/>
                    <a:pt x="1553" y="5804"/>
                    <a:pt x="1541" y="5804"/>
                  </a:cubicBezTo>
                  <a:cubicBezTo>
                    <a:pt x="1474" y="5804"/>
                    <a:pt x="1403" y="5758"/>
                    <a:pt x="1356" y="5721"/>
                  </a:cubicBezTo>
                  <a:cubicBezTo>
                    <a:pt x="1111" y="5510"/>
                    <a:pt x="990" y="5177"/>
                    <a:pt x="889" y="4877"/>
                  </a:cubicBezTo>
                  <a:cubicBezTo>
                    <a:pt x="878" y="4832"/>
                    <a:pt x="867" y="4788"/>
                    <a:pt x="856" y="4733"/>
                  </a:cubicBezTo>
                  <a:cubicBezTo>
                    <a:pt x="956" y="4622"/>
                    <a:pt x="1000" y="4454"/>
                    <a:pt x="956" y="4311"/>
                  </a:cubicBezTo>
                  <a:lnTo>
                    <a:pt x="934" y="4232"/>
                  </a:lnTo>
                  <a:lnTo>
                    <a:pt x="867" y="4277"/>
                  </a:lnTo>
                  <a:cubicBezTo>
                    <a:pt x="790" y="4333"/>
                    <a:pt x="711" y="4432"/>
                    <a:pt x="723" y="4632"/>
                  </a:cubicBezTo>
                  <a:cubicBezTo>
                    <a:pt x="311" y="4143"/>
                    <a:pt x="134" y="3432"/>
                    <a:pt x="256" y="2699"/>
                  </a:cubicBezTo>
                  <a:cubicBezTo>
                    <a:pt x="356" y="2067"/>
                    <a:pt x="656" y="1433"/>
                    <a:pt x="1178" y="733"/>
                  </a:cubicBezTo>
                  <a:cubicBezTo>
                    <a:pt x="1345" y="522"/>
                    <a:pt x="1545" y="278"/>
                    <a:pt x="1789" y="100"/>
                  </a:cubicBezTo>
                  <a:lnTo>
                    <a:pt x="17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42">
              <a:extLst>
                <a:ext uri="{FF2B5EF4-FFF2-40B4-BE49-F238E27FC236}">
                  <a16:creationId xmlns:a16="http://schemas.microsoft.com/office/drawing/2014/main" id="{174FD6D9-8488-93E7-3688-A4E903F97D72}"/>
                </a:ext>
              </a:extLst>
            </p:cNvPr>
            <p:cNvSpPr/>
            <p:nvPr/>
          </p:nvSpPr>
          <p:spPr>
            <a:xfrm>
              <a:off x="6367525" y="3542875"/>
              <a:ext cx="35275" cy="6150"/>
            </a:xfrm>
            <a:custGeom>
              <a:avLst/>
              <a:gdLst/>
              <a:ahLst/>
              <a:cxnLst/>
              <a:rect l="l" t="t" r="r" b="b"/>
              <a:pathLst>
                <a:path w="1411" h="246" extrusionOk="0">
                  <a:moveTo>
                    <a:pt x="968" y="1"/>
                  </a:moveTo>
                  <a:cubicBezTo>
                    <a:pt x="726" y="1"/>
                    <a:pt x="482" y="41"/>
                    <a:pt x="255" y="123"/>
                  </a:cubicBezTo>
                  <a:lnTo>
                    <a:pt x="0" y="224"/>
                  </a:lnTo>
                  <a:lnTo>
                    <a:pt x="344" y="246"/>
                  </a:lnTo>
                  <a:lnTo>
                    <a:pt x="344" y="224"/>
                  </a:lnTo>
                  <a:cubicBezTo>
                    <a:pt x="545" y="157"/>
                    <a:pt x="758" y="122"/>
                    <a:pt x="971" y="122"/>
                  </a:cubicBezTo>
                  <a:cubicBezTo>
                    <a:pt x="1112" y="122"/>
                    <a:pt x="1252" y="137"/>
                    <a:pt x="1388" y="168"/>
                  </a:cubicBezTo>
                  <a:lnTo>
                    <a:pt x="1410" y="46"/>
                  </a:lnTo>
                  <a:cubicBezTo>
                    <a:pt x="1266" y="16"/>
                    <a:pt x="1117" y="1"/>
                    <a:pt x="96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42">
              <a:extLst>
                <a:ext uri="{FF2B5EF4-FFF2-40B4-BE49-F238E27FC236}">
                  <a16:creationId xmlns:a16="http://schemas.microsoft.com/office/drawing/2014/main" id="{8A19373F-A3D3-B3C3-C8CB-6DB6D959E8AD}"/>
                </a:ext>
              </a:extLst>
            </p:cNvPr>
            <p:cNvSpPr/>
            <p:nvPr/>
          </p:nvSpPr>
          <p:spPr>
            <a:xfrm>
              <a:off x="6377500" y="3555800"/>
              <a:ext cx="26700" cy="10175"/>
            </a:xfrm>
            <a:custGeom>
              <a:avLst/>
              <a:gdLst/>
              <a:ahLst/>
              <a:cxnLst/>
              <a:rect l="l" t="t" r="r" b="b"/>
              <a:pathLst>
                <a:path w="1068" h="407" extrusionOk="0">
                  <a:moveTo>
                    <a:pt x="937" y="1"/>
                  </a:moveTo>
                  <a:cubicBezTo>
                    <a:pt x="601" y="1"/>
                    <a:pt x="266" y="111"/>
                    <a:pt x="1" y="317"/>
                  </a:cubicBezTo>
                  <a:lnTo>
                    <a:pt x="68" y="406"/>
                  </a:lnTo>
                  <a:cubicBezTo>
                    <a:pt x="320" y="222"/>
                    <a:pt x="623" y="122"/>
                    <a:pt x="924" y="122"/>
                  </a:cubicBezTo>
                  <a:cubicBezTo>
                    <a:pt x="968" y="122"/>
                    <a:pt x="1012" y="125"/>
                    <a:pt x="1056" y="129"/>
                  </a:cubicBezTo>
                  <a:lnTo>
                    <a:pt x="1067" y="6"/>
                  </a:lnTo>
                  <a:cubicBezTo>
                    <a:pt x="1024" y="2"/>
                    <a:pt x="980" y="1"/>
                    <a:pt x="93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42">
              <a:extLst>
                <a:ext uri="{FF2B5EF4-FFF2-40B4-BE49-F238E27FC236}">
                  <a16:creationId xmlns:a16="http://schemas.microsoft.com/office/drawing/2014/main" id="{E50B1376-2FB1-C5E0-EA9D-F6E442AE1EDC}"/>
                </a:ext>
              </a:extLst>
            </p:cNvPr>
            <p:cNvSpPr/>
            <p:nvPr/>
          </p:nvSpPr>
          <p:spPr>
            <a:xfrm>
              <a:off x="6460550" y="3400675"/>
              <a:ext cx="18350" cy="7825"/>
            </a:xfrm>
            <a:custGeom>
              <a:avLst/>
              <a:gdLst/>
              <a:ahLst/>
              <a:cxnLst/>
              <a:rect l="l" t="t" r="r" b="b"/>
              <a:pathLst>
                <a:path w="734" h="313" extrusionOk="0">
                  <a:moveTo>
                    <a:pt x="546" y="0"/>
                  </a:moveTo>
                  <a:cubicBezTo>
                    <a:pt x="342" y="0"/>
                    <a:pt x="136" y="80"/>
                    <a:pt x="0" y="224"/>
                  </a:cubicBezTo>
                  <a:lnTo>
                    <a:pt x="89" y="313"/>
                  </a:lnTo>
                  <a:cubicBezTo>
                    <a:pt x="204" y="189"/>
                    <a:pt x="369" y="120"/>
                    <a:pt x="532" y="120"/>
                  </a:cubicBezTo>
                  <a:cubicBezTo>
                    <a:pt x="589" y="120"/>
                    <a:pt x="646" y="129"/>
                    <a:pt x="700" y="146"/>
                  </a:cubicBezTo>
                  <a:lnTo>
                    <a:pt x="733" y="24"/>
                  </a:lnTo>
                  <a:cubicBezTo>
                    <a:pt x="673" y="8"/>
                    <a:pt x="609" y="0"/>
                    <a:pt x="546"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42">
              <a:extLst>
                <a:ext uri="{FF2B5EF4-FFF2-40B4-BE49-F238E27FC236}">
                  <a16:creationId xmlns:a16="http://schemas.microsoft.com/office/drawing/2014/main" id="{F54EBE1D-036A-7B8D-DFB9-C91F0870472E}"/>
                </a:ext>
              </a:extLst>
            </p:cNvPr>
            <p:cNvSpPr/>
            <p:nvPr/>
          </p:nvSpPr>
          <p:spPr>
            <a:xfrm>
              <a:off x="6440275" y="3408200"/>
              <a:ext cx="9175" cy="7525"/>
            </a:xfrm>
            <a:custGeom>
              <a:avLst/>
              <a:gdLst/>
              <a:ahLst/>
              <a:cxnLst/>
              <a:rect l="l" t="t" r="r" b="b"/>
              <a:pathLst>
                <a:path w="367" h="301" extrusionOk="0">
                  <a:moveTo>
                    <a:pt x="312" y="0"/>
                  </a:moveTo>
                  <a:lnTo>
                    <a:pt x="1" y="190"/>
                  </a:lnTo>
                  <a:lnTo>
                    <a:pt x="67" y="301"/>
                  </a:lnTo>
                  <a:lnTo>
                    <a:pt x="367" y="101"/>
                  </a:lnTo>
                  <a:lnTo>
                    <a:pt x="312"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42">
              <a:extLst>
                <a:ext uri="{FF2B5EF4-FFF2-40B4-BE49-F238E27FC236}">
                  <a16:creationId xmlns:a16="http://schemas.microsoft.com/office/drawing/2014/main" id="{0B2BE405-4C84-62F5-9892-153EDD9E5A8B}"/>
                </a:ext>
              </a:extLst>
            </p:cNvPr>
            <p:cNvSpPr/>
            <p:nvPr/>
          </p:nvSpPr>
          <p:spPr>
            <a:xfrm>
              <a:off x="6452775" y="3415700"/>
              <a:ext cx="6125" cy="5575"/>
            </a:xfrm>
            <a:custGeom>
              <a:avLst/>
              <a:gdLst/>
              <a:ahLst/>
              <a:cxnLst/>
              <a:rect l="l" t="t" r="r" b="b"/>
              <a:pathLst>
                <a:path w="245" h="223" extrusionOk="0">
                  <a:moveTo>
                    <a:pt x="167" y="1"/>
                  </a:moveTo>
                  <a:lnTo>
                    <a:pt x="0" y="134"/>
                  </a:lnTo>
                  <a:lnTo>
                    <a:pt x="78" y="223"/>
                  </a:lnTo>
                  <a:lnTo>
                    <a:pt x="244" y="100"/>
                  </a:lnTo>
                  <a:lnTo>
                    <a:pt x="1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42">
              <a:extLst>
                <a:ext uri="{FF2B5EF4-FFF2-40B4-BE49-F238E27FC236}">
                  <a16:creationId xmlns:a16="http://schemas.microsoft.com/office/drawing/2014/main" id="{2D6224B9-8A55-A9C2-21AF-677AF11FB870}"/>
                </a:ext>
              </a:extLst>
            </p:cNvPr>
            <p:cNvSpPr/>
            <p:nvPr/>
          </p:nvSpPr>
          <p:spPr>
            <a:xfrm>
              <a:off x="6701325" y="3539375"/>
              <a:ext cx="87800" cy="88275"/>
            </a:xfrm>
            <a:custGeom>
              <a:avLst/>
              <a:gdLst/>
              <a:ahLst/>
              <a:cxnLst/>
              <a:rect l="l" t="t" r="r" b="b"/>
              <a:pathLst>
                <a:path w="3512" h="3531" extrusionOk="0">
                  <a:moveTo>
                    <a:pt x="1993" y="0"/>
                  </a:moveTo>
                  <a:cubicBezTo>
                    <a:pt x="1766" y="0"/>
                    <a:pt x="1518" y="61"/>
                    <a:pt x="1211" y="108"/>
                  </a:cubicBezTo>
                  <a:cubicBezTo>
                    <a:pt x="1122" y="119"/>
                    <a:pt x="1045" y="142"/>
                    <a:pt x="967" y="186"/>
                  </a:cubicBezTo>
                  <a:cubicBezTo>
                    <a:pt x="900" y="230"/>
                    <a:pt x="856" y="330"/>
                    <a:pt x="878" y="408"/>
                  </a:cubicBezTo>
                  <a:cubicBezTo>
                    <a:pt x="945" y="574"/>
                    <a:pt x="1278" y="541"/>
                    <a:pt x="1312" y="719"/>
                  </a:cubicBezTo>
                  <a:cubicBezTo>
                    <a:pt x="978" y="863"/>
                    <a:pt x="645" y="996"/>
                    <a:pt x="312" y="1130"/>
                  </a:cubicBezTo>
                  <a:cubicBezTo>
                    <a:pt x="179" y="1186"/>
                    <a:pt x="34" y="1263"/>
                    <a:pt x="12" y="1408"/>
                  </a:cubicBezTo>
                  <a:cubicBezTo>
                    <a:pt x="1" y="1541"/>
                    <a:pt x="123" y="1652"/>
                    <a:pt x="256" y="1675"/>
                  </a:cubicBezTo>
                  <a:cubicBezTo>
                    <a:pt x="285" y="1679"/>
                    <a:pt x="314" y="1682"/>
                    <a:pt x="343" y="1682"/>
                  </a:cubicBezTo>
                  <a:cubicBezTo>
                    <a:pt x="447" y="1682"/>
                    <a:pt x="549" y="1653"/>
                    <a:pt x="645" y="1619"/>
                  </a:cubicBezTo>
                  <a:cubicBezTo>
                    <a:pt x="956" y="1519"/>
                    <a:pt x="1256" y="1419"/>
                    <a:pt x="1567" y="1319"/>
                  </a:cubicBezTo>
                  <a:lnTo>
                    <a:pt x="1567" y="1319"/>
                  </a:lnTo>
                  <a:cubicBezTo>
                    <a:pt x="1611" y="1341"/>
                    <a:pt x="1567" y="1408"/>
                    <a:pt x="1534" y="1430"/>
                  </a:cubicBezTo>
                  <a:cubicBezTo>
                    <a:pt x="1178" y="1663"/>
                    <a:pt x="690" y="1685"/>
                    <a:pt x="445" y="2030"/>
                  </a:cubicBezTo>
                  <a:cubicBezTo>
                    <a:pt x="379" y="2107"/>
                    <a:pt x="345" y="2218"/>
                    <a:pt x="389" y="2307"/>
                  </a:cubicBezTo>
                  <a:cubicBezTo>
                    <a:pt x="432" y="2391"/>
                    <a:pt x="516" y="2420"/>
                    <a:pt x="611" y="2420"/>
                  </a:cubicBezTo>
                  <a:cubicBezTo>
                    <a:pt x="692" y="2420"/>
                    <a:pt x="780" y="2400"/>
                    <a:pt x="856" y="2374"/>
                  </a:cubicBezTo>
                  <a:cubicBezTo>
                    <a:pt x="1201" y="2252"/>
                    <a:pt x="1534" y="2119"/>
                    <a:pt x="1867" y="1986"/>
                  </a:cubicBezTo>
                  <a:lnTo>
                    <a:pt x="1867" y="1986"/>
                  </a:lnTo>
                  <a:cubicBezTo>
                    <a:pt x="1833" y="2163"/>
                    <a:pt x="1667" y="2297"/>
                    <a:pt x="1500" y="2374"/>
                  </a:cubicBezTo>
                  <a:cubicBezTo>
                    <a:pt x="1334" y="2463"/>
                    <a:pt x="1145" y="2519"/>
                    <a:pt x="1011" y="2641"/>
                  </a:cubicBezTo>
                  <a:cubicBezTo>
                    <a:pt x="912" y="2741"/>
                    <a:pt x="845" y="2919"/>
                    <a:pt x="945" y="3018"/>
                  </a:cubicBezTo>
                  <a:cubicBezTo>
                    <a:pt x="991" y="3057"/>
                    <a:pt x="1057" y="3069"/>
                    <a:pt x="1124" y="3069"/>
                  </a:cubicBezTo>
                  <a:cubicBezTo>
                    <a:pt x="1154" y="3069"/>
                    <a:pt x="1184" y="3066"/>
                    <a:pt x="1211" y="3063"/>
                  </a:cubicBezTo>
                  <a:cubicBezTo>
                    <a:pt x="1589" y="3018"/>
                    <a:pt x="1956" y="2896"/>
                    <a:pt x="2278" y="2697"/>
                  </a:cubicBezTo>
                  <a:lnTo>
                    <a:pt x="2278" y="2697"/>
                  </a:lnTo>
                  <a:cubicBezTo>
                    <a:pt x="2245" y="2963"/>
                    <a:pt x="1900" y="3040"/>
                    <a:pt x="1689" y="3218"/>
                  </a:cubicBezTo>
                  <a:cubicBezTo>
                    <a:pt x="1645" y="3252"/>
                    <a:pt x="1601" y="3307"/>
                    <a:pt x="1601" y="3363"/>
                  </a:cubicBezTo>
                  <a:cubicBezTo>
                    <a:pt x="1590" y="3483"/>
                    <a:pt x="1742" y="3531"/>
                    <a:pt x="1870" y="3531"/>
                  </a:cubicBezTo>
                  <a:cubicBezTo>
                    <a:pt x="1884" y="3531"/>
                    <a:pt x="1898" y="3530"/>
                    <a:pt x="1912" y="3529"/>
                  </a:cubicBezTo>
                  <a:cubicBezTo>
                    <a:pt x="2467" y="3452"/>
                    <a:pt x="3245" y="3096"/>
                    <a:pt x="3433" y="2519"/>
                  </a:cubicBezTo>
                  <a:cubicBezTo>
                    <a:pt x="3511" y="2297"/>
                    <a:pt x="3500" y="2063"/>
                    <a:pt x="3477" y="1841"/>
                  </a:cubicBezTo>
                  <a:cubicBezTo>
                    <a:pt x="3389" y="1285"/>
                    <a:pt x="3134" y="752"/>
                    <a:pt x="2744" y="352"/>
                  </a:cubicBezTo>
                  <a:cubicBezTo>
                    <a:pt x="2484" y="80"/>
                    <a:pt x="2252" y="0"/>
                    <a:pt x="199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2277225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6">
          <a:extLst>
            <a:ext uri="{FF2B5EF4-FFF2-40B4-BE49-F238E27FC236}">
              <a16:creationId xmlns:a16="http://schemas.microsoft.com/office/drawing/2014/main" id="{8BF542DD-62F8-478E-CFFF-909576B064C4}"/>
            </a:ext>
          </a:extLst>
        </p:cNvPr>
        <p:cNvGrpSpPr/>
        <p:nvPr/>
      </p:nvGrpSpPr>
      <p:grpSpPr>
        <a:xfrm>
          <a:off x="0" y="0"/>
          <a:ext cx="0" cy="0"/>
          <a:chOff x="0" y="0"/>
          <a:chExt cx="0" cy="0"/>
        </a:xfrm>
      </p:grpSpPr>
      <p:cxnSp>
        <p:nvCxnSpPr>
          <p:cNvPr id="1427" name="Google Shape;1427;p49">
            <a:extLst>
              <a:ext uri="{FF2B5EF4-FFF2-40B4-BE49-F238E27FC236}">
                <a16:creationId xmlns:a16="http://schemas.microsoft.com/office/drawing/2014/main" id="{A1E1BE10-7508-3E51-9EAC-1EBDD8BF9D28}"/>
              </a:ext>
            </a:extLst>
          </p:cNvPr>
          <p:cNvCxnSpPr/>
          <p:nvPr/>
        </p:nvCxnSpPr>
        <p:spPr>
          <a:xfrm>
            <a:off x="2085875" y="2597350"/>
            <a:ext cx="1164600" cy="1000500"/>
          </a:xfrm>
          <a:prstGeom prst="straightConnector1">
            <a:avLst/>
          </a:prstGeom>
          <a:noFill/>
          <a:ln w="19050" cap="flat" cmpd="sng">
            <a:solidFill>
              <a:schemeClr val="accent6"/>
            </a:solidFill>
            <a:prstDash val="dot"/>
            <a:round/>
            <a:headEnd type="none" w="med" len="med"/>
            <a:tailEnd type="none" w="med" len="med"/>
          </a:ln>
        </p:spPr>
      </p:cxnSp>
      <p:cxnSp>
        <p:nvCxnSpPr>
          <p:cNvPr id="1428" name="Google Shape;1428;p49">
            <a:extLst>
              <a:ext uri="{FF2B5EF4-FFF2-40B4-BE49-F238E27FC236}">
                <a16:creationId xmlns:a16="http://schemas.microsoft.com/office/drawing/2014/main" id="{482A63D2-25FB-8B55-89EF-77812C3BEFDE}"/>
              </a:ext>
            </a:extLst>
          </p:cNvPr>
          <p:cNvCxnSpPr/>
          <p:nvPr/>
        </p:nvCxnSpPr>
        <p:spPr>
          <a:xfrm flipH="1">
            <a:off x="3990300" y="2597350"/>
            <a:ext cx="1164600" cy="1000500"/>
          </a:xfrm>
          <a:prstGeom prst="straightConnector1">
            <a:avLst/>
          </a:prstGeom>
          <a:noFill/>
          <a:ln w="19050" cap="flat" cmpd="sng">
            <a:solidFill>
              <a:schemeClr val="accent6"/>
            </a:solidFill>
            <a:prstDash val="dot"/>
            <a:round/>
            <a:headEnd type="none" w="med" len="med"/>
            <a:tailEnd type="none" w="med" len="med"/>
          </a:ln>
        </p:spPr>
      </p:cxnSp>
      <p:cxnSp>
        <p:nvCxnSpPr>
          <p:cNvPr id="1429" name="Google Shape;1429;p49">
            <a:extLst>
              <a:ext uri="{FF2B5EF4-FFF2-40B4-BE49-F238E27FC236}">
                <a16:creationId xmlns:a16="http://schemas.microsoft.com/office/drawing/2014/main" id="{9F5B6B8F-E9C2-DAF7-BF21-CF3B610D37C6}"/>
              </a:ext>
            </a:extLst>
          </p:cNvPr>
          <p:cNvCxnSpPr/>
          <p:nvPr/>
        </p:nvCxnSpPr>
        <p:spPr>
          <a:xfrm>
            <a:off x="5894725" y="2597350"/>
            <a:ext cx="1164600" cy="1000500"/>
          </a:xfrm>
          <a:prstGeom prst="straightConnector1">
            <a:avLst/>
          </a:prstGeom>
          <a:noFill/>
          <a:ln w="19050" cap="flat" cmpd="sng">
            <a:solidFill>
              <a:schemeClr val="accent6"/>
            </a:solidFill>
            <a:prstDash val="dot"/>
            <a:round/>
            <a:headEnd type="none" w="med" len="med"/>
            <a:tailEnd type="none" w="med" len="med"/>
          </a:ln>
        </p:spPr>
      </p:cxnSp>
      <p:sp>
        <p:nvSpPr>
          <p:cNvPr id="1430" name="Google Shape;1430;p49">
            <a:extLst>
              <a:ext uri="{FF2B5EF4-FFF2-40B4-BE49-F238E27FC236}">
                <a16:creationId xmlns:a16="http://schemas.microsoft.com/office/drawing/2014/main" id="{F22C4C50-A500-A280-5E1C-740A0B4B1EF7}"/>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31" name="Google Shape;1431;p49">
            <a:extLst>
              <a:ext uri="{FF2B5EF4-FFF2-40B4-BE49-F238E27FC236}">
                <a16:creationId xmlns:a16="http://schemas.microsoft.com/office/drawing/2014/main" id="{FFC2E537-F667-4290-DC51-F5BF2406E9F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a:t>Technical </a:t>
            </a:r>
            <a:r>
              <a:rPr lang="pl-PL" dirty="0" err="1"/>
              <a:t>Pipeline</a:t>
            </a:r>
            <a:endParaRPr dirty="0"/>
          </a:p>
        </p:txBody>
      </p:sp>
      <p:sp>
        <p:nvSpPr>
          <p:cNvPr id="1432" name="Google Shape;1432;p49">
            <a:extLst>
              <a:ext uri="{FF2B5EF4-FFF2-40B4-BE49-F238E27FC236}">
                <a16:creationId xmlns:a16="http://schemas.microsoft.com/office/drawing/2014/main" id="{C202E254-A0D8-83C8-5E8F-4A3118128E1B}"/>
              </a:ext>
            </a:extLst>
          </p:cNvPr>
          <p:cNvSpPr/>
          <p:nvPr/>
        </p:nvSpPr>
        <p:spPr>
          <a:xfrm flipH="1">
            <a:off x="1224907" y="178312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33" name="Google Shape;1433;p49">
            <a:extLst>
              <a:ext uri="{FF2B5EF4-FFF2-40B4-BE49-F238E27FC236}">
                <a16:creationId xmlns:a16="http://schemas.microsoft.com/office/drawing/2014/main" id="{80FF73E8-291F-3D33-7C20-8D8F92DAAB10}"/>
              </a:ext>
            </a:extLst>
          </p:cNvPr>
          <p:cNvSpPr/>
          <p:nvPr/>
        </p:nvSpPr>
        <p:spPr>
          <a:xfrm>
            <a:off x="737219" y="3444500"/>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34" name="Google Shape;1434;p49">
            <a:extLst>
              <a:ext uri="{FF2B5EF4-FFF2-40B4-BE49-F238E27FC236}">
                <a16:creationId xmlns:a16="http://schemas.microsoft.com/office/drawing/2014/main" id="{61DC3095-27DF-88A8-2744-F4311FDEF351}"/>
              </a:ext>
            </a:extLst>
          </p:cNvPr>
          <p:cNvSpPr txBox="1">
            <a:spLocks noGrp="1"/>
          </p:cNvSpPr>
          <p:nvPr>
            <p:ph type="subTitle" idx="4294967295"/>
          </p:nvPr>
        </p:nvSpPr>
        <p:spPr>
          <a:xfrm>
            <a:off x="622949" y="4076146"/>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pl-PL" dirty="0"/>
              <a:t>SBERT (all-MiniLM-L6-v2) for </a:t>
            </a:r>
            <a:r>
              <a:rPr lang="pl-PL" dirty="0" err="1"/>
              <a:t>semantic</a:t>
            </a:r>
            <a:r>
              <a:rPr lang="pl-PL" dirty="0"/>
              <a:t> </a:t>
            </a:r>
            <a:r>
              <a:rPr lang="pl-PL" dirty="0" err="1"/>
              <a:t>understanding</a:t>
            </a:r>
            <a:endParaRPr dirty="0"/>
          </a:p>
        </p:txBody>
      </p:sp>
      <p:sp>
        <p:nvSpPr>
          <p:cNvPr id="1435" name="Google Shape;1435;p49">
            <a:extLst>
              <a:ext uri="{FF2B5EF4-FFF2-40B4-BE49-F238E27FC236}">
                <a16:creationId xmlns:a16="http://schemas.microsoft.com/office/drawing/2014/main" id="{810E1E7F-1353-B289-81C1-086F15E8DB81}"/>
              </a:ext>
            </a:extLst>
          </p:cNvPr>
          <p:cNvSpPr txBox="1">
            <a:spLocks noGrp="1"/>
          </p:cNvSpPr>
          <p:nvPr>
            <p:ph type="subTitle" idx="4294967295"/>
          </p:nvPr>
        </p:nvSpPr>
        <p:spPr>
          <a:xfrm>
            <a:off x="787949" y="3515887"/>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500" dirty="0" err="1">
                <a:solidFill>
                  <a:schemeClr val="lt1"/>
                </a:solidFill>
                <a:latin typeface="Freckle Face"/>
                <a:ea typeface="Freckle Face"/>
                <a:cs typeface="Freckle Face"/>
                <a:sym typeface="Freckle Face"/>
              </a:rPr>
              <a:t>Embeddings</a:t>
            </a:r>
            <a:endParaRPr sz="2500" dirty="0">
              <a:solidFill>
                <a:schemeClr val="lt1"/>
              </a:solidFill>
              <a:latin typeface="Freckle Face"/>
              <a:ea typeface="Freckle Face"/>
              <a:cs typeface="Freckle Face"/>
              <a:sym typeface="Freckle Face"/>
            </a:endParaRPr>
          </a:p>
        </p:txBody>
      </p:sp>
      <p:sp>
        <p:nvSpPr>
          <p:cNvPr id="1436" name="Google Shape;1436;p49">
            <a:extLst>
              <a:ext uri="{FF2B5EF4-FFF2-40B4-BE49-F238E27FC236}">
                <a16:creationId xmlns:a16="http://schemas.microsoft.com/office/drawing/2014/main" id="{5AFDD4DF-F2DC-2852-7495-C8875059D777}"/>
              </a:ext>
            </a:extLst>
          </p:cNvPr>
          <p:cNvSpPr/>
          <p:nvPr/>
        </p:nvSpPr>
        <p:spPr>
          <a:xfrm flipH="1">
            <a:off x="5026507" y="178312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37" name="Google Shape;1437;p49">
            <a:extLst>
              <a:ext uri="{FF2B5EF4-FFF2-40B4-BE49-F238E27FC236}">
                <a16:creationId xmlns:a16="http://schemas.microsoft.com/office/drawing/2014/main" id="{C197E37F-FF8C-28F2-FF57-EB1AFA2DB9C9}"/>
              </a:ext>
            </a:extLst>
          </p:cNvPr>
          <p:cNvSpPr/>
          <p:nvPr/>
        </p:nvSpPr>
        <p:spPr>
          <a:xfrm>
            <a:off x="4538819" y="3444500"/>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38" name="Google Shape;1438;p49">
            <a:extLst>
              <a:ext uri="{FF2B5EF4-FFF2-40B4-BE49-F238E27FC236}">
                <a16:creationId xmlns:a16="http://schemas.microsoft.com/office/drawing/2014/main" id="{120C8706-12EA-7D65-DADB-17353BBBCEDF}"/>
              </a:ext>
            </a:extLst>
          </p:cNvPr>
          <p:cNvSpPr txBox="1">
            <a:spLocks noGrp="1"/>
          </p:cNvSpPr>
          <p:nvPr>
            <p:ph type="subTitle" idx="4294967295"/>
          </p:nvPr>
        </p:nvSpPr>
        <p:spPr>
          <a:xfrm>
            <a:off x="4423649" y="4116504"/>
            <a:ext cx="2198700" cy="487003"/>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dirty="0"/>
              <a:t>HDBSCAN (Density-based clustering to handle noise)</a:t>
            </a:r>
            <a:endParaRPr dirty="0"/>
          </a:p>
        </p:txBody>
      </p:sp>
      <p:sp>
        <p:nvSpPr>
          <p:cNvPr id="1439" name="Google Shape;1439;p49">
            <a:extLst>
              <a:ext uri="{FF2B5EF4-FFF2-40B4-BE49-F238E27FC236}">
                <a16:creationId xmlns:a16="http://schemas.microsoft.com/office/drawing/2014/main" id="{01EC8C6B-B97D-A24E-CA54-36D82E898EEC}"/>
              </a:ext>
            </a:extLst>
          </p:cNvPr>
          <p:cNvSpPr txBox="1">
            <a:spLocks noGrp="1"/>
          </p:cNvSpPr>
          <p:nvPr>
            <p:ph type="subTitle" idx="4294967295"/>
          </p:nvPr>
        </p:nvSpPr>
        <p:spPr>
          <a:xfrm>
            <a:off x="4589541" y="3515887"/>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500" dirty="0">
                <a:solidFill>
                  <a:schemeClr val="lt1"/>
                </a:solidFill>
                <a:latin typeface="Freckle Face"/>
                <a:ea typeface="Freckle Face"/>
                <a:cs typeface="Freckle Face"/>
                <a:sym typeface="Freckle Face"/>
              </a:rPr>
              <a:t>Clustering</a:t>
            </a:r>
            <a:endParaRPr sz="2500" dirty="0">
              <a:solidFill>
                <a:schemeClr val="lt1"/>
              </a:solidFill>
              <a:latin typeface="Freckle Face"/>
              <a:ea typeface="Freckle Face"/>
              <a:cs typeface="Freckle Face"/>
              <a:sym typeface="Freckle Face"/>
            </a:endParaRPr>
          </a:p>
        </p:txBody>
      </p:sp>
      <p:sp>
        <p:nvSpPr>
          <p:cNvPr id="1440" name="Google Shape;1440;p49">
            <a:extLst>
              <a:ext uri="{FF2B5EF4-FFF2-40B4-BE49-F238E27FC236}">
                <a16:creationId xmlns:a16="http://schemas.microsoft.com/office/drawing/2014/main" id="{318175BD-933A-C51D-A4E7-D2C013C89823}"/>
              </a:ext>
            </a:extLst>
          </p:cNvPr>
          <p:cNvSpPr/>
          <p:nvPr/>
        </p:nvSpPr>
        <p:spPr>
          <a:xfrm>
            <a:off x="2643981" y="1700215"/>
            <a:ext cx="1968361" cy="611920"/>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41" name="Google Shape;1441;p49">
            <a:extLst>
              <a:ext uri="{FF2B5EF4-FFF2-40B4-BE49-F238E27FC236}">
                <a16:creationId xmlns:a16="http://schemas.microsoft.com/office/drawing/2014/main" id="{4ADB141B-CE3A-8BA5-F872-93CA3CF0E50E}"/>
              </a:ext>
            </a:extLst>
          </p:cNvPr>
          <p:cNvSpPr txBox="1">
            <a:spLocks noGrp="1"/>
          </p:cNvSpPr>
          <p:nvPr>
            <p:ph type="subTitle" idx="4294967295"/>
          </p:nvPr>
        </p:nvSpPr>
        <p:spPr>
          <a:xfrm>
            <a:off x="2522903" y="2332429"/>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dirty="0"/>
              <a:t>UMAP (Optimized for global structure)</a:t>
            </a:r>
            <a:endParaRPr dirty="0"/>
          </a:p>
        </p:txBody>
      </p:sp>
      <p:sp>
        <p:nvSpPr>
          <p:cNvPr id="1442" name="Google Shape;1442;p49">
            <a:extLst>
              <a:ext uri="{FF2B5EF4-FFF2-40B4-BE49-F238E27FC236}">
                <a16:creationId xmlns:a16="http://schemas.microsoft.com/office/drawing/2014/main" id="{7D120885-10DA-BB8A-7A34-02E8FD4D97D9}"/>
              </a:ext>
            </a:extLst>
          </p:cNvPr>
          <p:cNvSpPr txBox="1">
            <a:spLocks noGrp="1"/>
          </p:cNvSpPr>
          <p:nvPr>
            <p:ph type="subTitle" idx="4294967295"/>
          </p:nvPr>
        </p:nvSpPr>
        <p:spPr>
          <a:xfrm>
            <a:off x="2688745" y="1838224"/>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000" dirty="0" err="1">
                <a:solidFill>
                  <a:schemeClr val="lt1"/>
                </a:solidFill>
                <a:latin typeface="Freckle Face"/>
                <a:ea typeface="Freckle Face"/>
                <a:cs typeface="Freckle Face"/>
                <a:sym typeface="Freckle Face"/>
              </a:rPr>
              <a:t>Dimensionality</a:t>
            </a:r>
            <a:r>
              <a:rPr lang="pl-PL" sz="2000" dirty="0">
                <a:solidFill>
                  <a:schemeClr val="lt1"/>
                </a:solidFill>
                <a:latin typeface="Freckle Face"/>
                <a:ea typeface="Freckle Face"/>
                <a:cs typeface="Freckle Face"/>
                <a:sym typeface="Freckle Face"/>
              </a:rPr>
              <a:t> </a:t>
            </a:r>
            <a:r>
              <a:rPr lang="pl-PL" sz="2000" dirty="0" err="1">
                <a:solidFill>
                  <a:schemeClr val="lt1"/>
                </a:solidFill>
                <a:latin typeface="Freckle Face"/>
                <a:ea typeface="Freckle Face"/>
                <a:cs typeface="Freckle Face"/>
                <a:sym typeface="Freckle Face"/>
              </a:rPr>
              <a:t>Reduction</a:t>
            </a:r>
            <a:endParaRPr sz="2000" dirty="0">
              <a:solidFill>
                <a:schemeClr val="lt1"/>
              </a:solidFill>
              <a:latin typeface="Freckle Face"/>
              <a:ea typeface="Freckle Face"/>
              <a:cs typeface="Freckle Face"/>
              <a:sym typeface="Freckle Face"/>
            </a:endParaRPr>
          </a:p>
        </p:txBody>
      </p:sp>
      <p:sp>
        <p:nvSpPr>
          <p:cNvPr id="1443" name="Google Shape;1443;p49">
            <a:extLst>
              <a:ext uri="{FF2B5EF4-FFF2-40B4-BE49-F238E27FC236}">
                <a16:creationId xmlns:a16="http://schemas.microsoft.com/office/drawing/2014/main" id="{3DB72283-C395-02A6-B3D7-2018FDD213CA}"/>
              </a:ext>
            </a:extLst>
          </p:cNvPr>
          <p:cNvSpPr/>
          <p:nvPr/>
        </p:nvSpPr>
        <p:spPr>
          <a:xfrm>
            <a:off x="3126594" y="351587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44" name="Google Shape;1444;p49">
            <a:extLst>
              <a:ext uri="{FF2B5EF4-FFF2-40B4-BE49-F238E27FC236}">
                <a16:creationId xmlns:a16="http://schemas.microsoft.com/office/drawing/2014/main" id="{E33482F9-D526-9400-D833-98E75E5D4DF7}"/>
              </a:ext>
            </a:extLst>
          </p:cNvPr>
          <p:cNvSpPr/>
          <p:nvPr/>
        </p:nvSpPr>
        <p:spPr>
          <a:xfrm>
            <a:off x="6439606" y="1766838"/>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45" name="Google Shape;1445;p49">
            <a:extLst>
              <a:ext uri="{FF2B5EF4-FFF2-40B4-BE49-F238E27FC236}">
                <a16:creationId xmlns:a16="http://schemas.microsoft.com/office/drawing/2014/main" id="{0910E52B-C154-9C6F-5C15-43F89CFE7CDD}"/>
              </a:ext>
            </a:extLst>
          </p:cNvPr>
          <p:cNvSpPr txBox="1">
            <a:spLocks noGrp="1"/>
          </p:cNvSpPr>
          <p:nvPr>
            <p:ph type="subTitle" idx="4294967295"/>
          </p:nvPr>
        </p:nvSpPr>
        <p:spPr>
          <a:xfrm>
            <a:off x="6324437" y="2218744"/>
            <a:ext cx="2198700" cy="963659"/>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dirty="0"/>
              <a:t>c-TF-IDF &amp; </a:t>
            </a:r>
            <a:r>
              <a:rPr lang="en-US" dirty="0" err="1"/>
              <a:t>KeyBERT</a:t>
            </a:r>
            <a:r>
              <a:rPr lang="en-US" dirty="0"/>
              <a:t> for keyword extraction</a:t>
            </a:r>
            <a:endParaRPr dirty="0"/>
          </a:p>
        </p:txBody>
      </p:sp>
      <p:sp>
        <p:nvSpPr>
          <p:cNvPr id="1446" name="Google Shape;1446;p49">
            <a:extLst>
              <a:ext uri="{FF2B5EF4-FFF2-40B4-BE49-F238E27FC236}">
                <a16:creationId xmlns:a16="http://schemas.microsoft.com/office/drawing/2014/main" id="{12A743F1-5858-E128-28EE-C46DCA12618B}"/>
              </a:ext>
            </a:extLst>
          </p:cNvPr>
          <p:cNvSpPr txBox="1">
            <a:spLocks noGrp="1"/>
          </p:cNvSpPr>
          <p:nvPr>
            <p:ph type="subTitle" idx="4294967295"/>
          </p:nvPr>
        </p:nvSpPr>
        <p:spPr>
          <a:xfrm>
            <a:off x="6490337" y="1838224"/>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000" dirty="0" err="1">
                <a:solidFill>
                  <a:schemeClr val="lt1"/>
                </a:solidFill>
                <a:latin typeface="Freckle Face"/>
                <a:ea typeface="Freckle Face"/>
                <a:cs typeface="Freckle Face"/>
                <a:sym typeface="Freckle Face"/>
              </a:rPr>
              <a:t>Representation</a:t>
            </a:r>
            <a:endParaRPr sz="2000" dirty="0">
              <a:solidFill>
                <a:schemeClr val="lt1"/>
              </a:solidFill>
              <a:latin typeface="Freckle Face"/>
              <a:ea typeface="Freckle Face"/>
              <a:cs typeface="Freckle Face"/>
              <a:sym typeface="Freckle Face"/>
            </a:endParaRPr>
          </a:p>
        </p:txBody>
      </p:sp>
      <p:sp>
        <p:nvSpPr>
          <p:cNvPr id="1447" name="Google Shape;1447;p49">
            <a:extLst>
              <a:ext uri="{FF2B5EF4-FFF2-40B4-BE49-F238E27FC236}">
                <a16:creationId xmlns:a16="http://schemas.microsoft.com/office/drawing/2014/main" id="{36A7EC4D-C297-DE33-2F05-492FEA2F6A2A}"/>
              </a:ext>
            </a:extLst>
          </p:cNvPr>
          <p:cNvSpPr/>
          <p:nvPr/>
        </p:nvSpPr>
        <p:spPr>
          <a:xfrm>
            <a:off x="6927294" y="351587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cxnSp>
        <p:nvCxnSpPr>
          <p:cNvPr id="1448" name="Google Shape;1448;p49">
            <a:extLst>
              <a:ext uri="{FF2B5EF4-FFF2-40B4-BE49-F238E27FC236}">
                <a16:creationId xmlns:a16="http://schemas.microsoft.com/office/drawing/2014/main" id="{AC6EEB03-1DA3-EF20-6BA9-535F56C3F586}"/>
              </a:ext>
            </a:extLst>
          </p:cNvPr>
          <p:cNvCxnSpPr/>
          <p:nvPr/>
        </p:nvCxnSpPr>
        <p:spPr>
          <a:xfrm rot="10800000">
            <a:off x="725675" y="2253425"/>
            <a:ext cx="523800" cy="0"/>
          </a:xfrm>
          <a:prstGeom prst="straightConnector1">
            <a:avLst/>
          </a:prstGeom>
          <a:noFill/>
          <a:ln w="19050" cap="flat" cmpd="sng">
            <a:solidFill>
              <a:schemeClr val="accent6"/>
            </a:solidFill>
            <a:prstDash val="dot"/>
            <a:round/>
            <a:headEnd type="none" w="med" len="med"/>
            <a:tailEnd type="oval" w="med" len="med"/>
          </a:ln>
        </p:spPr>
      </p:cxnSp>
      <p:cxnSp>
        <p:nvCxnSpPr>
          <p:cNvPr id="1449" name="Google Shape;1449;p49">
            <a:extLst>
              <a:ext uri="{FF2B5EF4-FFF2-40B4-BE49-F238E27FC236}">
                <a16:creationId xmlns:a16="http://schemas.microsoft.com/office/drawing/2014/main" id="{0ACC69E7-6C19-8F12-CBAC-33709ED1E961}"/>
              </a:ext>
            </a:extLst>
          </p:cNvPr>
          <p:cNvCxnSpPr/>
          <p:nvPr/>
        </p:nvCxnSpPr>
        <p:spPr>
          <a:xfrm>
            <a:off x="7901625" y="3988750"/>
            <a:ext cx="523800" cy="0"/>
          </a:xfrm>
          <a:prstGeom prst="straightConnector1">
            <a:avLst/>
          </a:prstGeom>
          <a:noFill/>
          <a:ln w="19050" cap="flat" cmpd="sng">
            <a:solidFill>
              <a:schemeClr val="accent6"/>
            </a:solidFill>
            <a:prstDash val="dot"/>
            <a:round/>
            <a:headEnd type="none" w="med" len="med"/>
            <a:tailEnd type="oval" w="med" len="med"/>
          </a:ln>
        </p:spPr>
      </p:cxnSp>
      <p:grpSp>
        <p:nvGrpSpPr>
          <p:cNvPr id="1450" name="Google Shape;1450;p49">
            <a:extLst>
              <a:ext uri="{FF2B5EF4-FFF2-40B4-BE49-F238E27FC236}">
                <a16:creationId xmlns:a16="http://schemas.microsoft.com/office/drawing/2014/main" id="{4EB9B406-73DE-1F96-7436-17183809F4FF}"/>
              </a:ext>
            </a:extLst>
          </p:cNvPr>
          <p:cNvGrpSpPr/>
          <p:nvPr/>
        </p:nvGrpSpPr>
        <p:grpSpPr>
          <a:xfrm>
            <a:off x="1492846" y="2039964"/>
            <a:ext cx="455770" cy="382290"/>
            <a:chOff x="4714890" y="3525775"/>
            <a:chExt cx="397150" cy="333121"/>
          </a:xfrm>
        </p:grpSpPr>
        <p:sp>
          <p:nvSpPr>
            <p:cNvPr id="1451" name="Google Shape;1451;p49">
              <a:extLst>
                <a:ext uri="{FF2B5EF4-FFF2-40B4-BE49-F238E27FC236}">
                  <a16:creationId xmlns:a16="http://schemas.microsoft.com/office/drawing/2014/main" id="{2580FED8-BFF0-F18C-F7C6-9761C8CF0D49}"/>
                </a:ext>
              </a:extLst>
            </p:cNvPr>
            <p:cNvSpPr/>
            <p:nvPr/>
          </p:nvSpPr>
          <p:spPr>
            <a:xfrm>
              <a:off x="4775409" y="3525775"/>
              <a:ext cx="336632" cy="331430"/>
            </a:xfrm>
            <a:custGeom>
              <a:avLst/>
              <a:gdLst/>
              <a:ahLst/>
              <a:cxnLst/>
              <a:rect l="l" t="t" r="r" b="b"/>
              <a:pathLst>
                <a:path w="8349" h="8220" extrusionOk="0">
                  <a:moveTo>
                    <a:pt x="6761" y="0"/>
                  </a:moveTo>
                  <a:cubicBezTo>
                    <a:pt x="6233" y="0"/>
                    <a:pt x="5718" y="200"/>
                    <a:pt x="5332" y="543"/>
                  </a:cubicBezTo>
                  <a:cubicBezTo>
                    <a:pt x="5075" y="343"/>
                    <a:pt x="4760" y="229"/>
                    <a:pt x="4417" y="229"/>
                  </a:cubicBezTo>
                  <a:cubicBezTo>
                    <a:pt x="3902" y="229"/>
                    <a:pt x="3431" y="486"/>
                    <a:pt x="3159" y="930"/>
                  </a:cubicBezTo>
                  <a:lnTo>
                    <a:pt x="2988" y="1216"/>
                  </a:lnTo>
                  <a:cubicBezTo>
                    <a:pt x="2730" y="1044"/>
                    <a:pt x="2445" y="959"/>
                    <a:pt x="2130" y="959"/>
                  </a:cubicBezTo>
                  <a:cubicBezTo>
                    <a:pt x="1616" y="959"/>
                    <a:pt x="1116" y="1216"/>
                    <a:pt x="815" y="1645"/>
                  </a:cubicBezTo>
                  <a:cubicBezTo>
                    <a:pt x="358" y="2316"/>
                    <a:pt x="100" y="3088"/>
                    <a:pt x="43" y="3888"/>
                  </a:cubicBezTo>
                  <a:cubicBezTo>
                    <a:pt x="1" y="4689"/>
                    <a:pt x="172" y="5489"/>
                    <a:pt x="544" y="6204"/>
                  </a:cubicBezTo>
                  <a:lnTo>
                    <a:pt x="1059" y="7190"/>
                  </a:lnTo>
                  <a:lnTo>
                    <a:pt x="2059" y="7705"/>
                  </a:lnTo>
                  <a:cubicBezTo>
                    <a:pt x="2673" y="8048"/>
                    <a:pt x="3388" y="8220"/>
                    <a:pt x="4103" y="8220"/>
                  </a:cubicBezTo>
                  <a:cubicBezTo>
                    <a:pt x="5004" y="8220"/>
                    <a:pt x="5861" y="7947"/>
                    <a:pt x="6605" y="7433"/>
                  </a:cubicBezTo>
                  <a:cubicBezTo>
                    <a:pt x="6990" y="7162"/>
                    <a:pt x="7247" y="6733"/>
                    <a:pt x="7291" y="6261"/>
                  </a:cubicBezTo>
                  <a:cubicBezTo>
                    <a:pt x="7319" y="5904"/>
                    <a:pt x="7233" y="5561"/>
                    <a:pt x="7047" y="5260"/>
                  </a:cubicBezTo>
                  <a:lnTo>
                    <a:pt x="7319" y="5089"/>
                  </a:lnTo>
                  <a:cubicBezTo>
                    <a:pt x="7705" y="4860"/>
                    <a:pt x="7962" y="4460"/>
                    <a:pt x="8019" y="4017"/>
                  </a:cubicBezTo>
                  <a:cubicBezTo>
                    <a:pt x="8062" y="3617"/>
                    <a:pt x="7948" y="3231"/>
                    <a:pt x="7705" y="2916"/>
                  </a:cubicBezTo>
                  <a:cubicBezTo>
                    <a:pt x="8148" y="2416"/>
                    <a:pt x="8348" y="1730"/>
                    <a:pt x="8205" y="1073"/>
                  </a:cubicBezTo>
                  <a:lnTo>
                    <a:pt x="8034" y="215"/>
                  </a:lnTo>
                  <a:lnTo>
                    <a:pt x="7190" y="44"/>
                  </a:lnTo>
                  <a:cubicBezTo>
                    <a:pt x="7047" y="15"/>
                    <a:pt x="6904" y="0"/>
                    <a:pt x="676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49">
              <a:extLst>
                <a:ext uri="{FF2B5EF4-FFF2-40B4-BE49-F238E27FC236}">
                  <a16:creationId xmlns:a16="http://schemas.microsoft.com/office/drawing/2014/main" id="{0BCF0778-4EB9-9CA2-91D7-AED32613098F}"/>
                </a:ext>
              </a:extLst>
            </p:cNvPr>
            <p:cNvSpPr/>
            <p:nvPr/>
          </p:nvSpPr>
          <p:spPr>
            <a:xfrm>
              <a:off x="4818066" y="3534444"/>
              <a:ext cx="293973" cy="322762"/>
            </a:xfrm>
            <a:custGeom>
              <a:avLst/>
              <a:gdLst/>
              <a:ahLst/>
              <a:cxnLst/>
              <a:rect l="l" t="t" r="r" b="b"/>
              <a:pathLst>
                <a:path w="7291" h="8005" extrusionOk="0">
                  <a:moveTo>
                    <a:pt x="6976" y="0"/>
                  </a:moveTo>
                  <a:lnTo>
                    <a:pt x="1" y="6975"/>
                  </a:lnTo>
                  <a:lnTo>
                    <a:pt x="1001" y="7490"/>
                  </a:lnTo>
                  <a:cubicBezTo>
                    <a:pt x="1615" y="7833"/>
                    <a:pt x="2330" y="8005"/>
                    <a:pt x="3045" y="8005"/>
                  </a:cubicBezTo>
                  <a:cubicBezTo>
                    <a:pt x="3946" y="8005"/>
                    <a:pt x="4803" y="7732"/>
                    <a:pt x="5547" y="7218"/>
                  </a:cubicBezTo>
                  <a:cubicBezTo>
                    <a:pt x="5932" y="6947"/>
                    <a:pt x="6189" y="6518"/>
                    <a:pt x="6233" y="6046"/>
                  </a:cubicBezTo>
                  <a:cubicBezTo>
                    <a:pt x="6261" y="5689"/>
                    <a:pt x="6175" y="5346"/>
                    <a:pt x="5989" y="5045"/>
                  </a:cubicBezTo>
                  <a:lnTo>
                    <a:pt x="6261" y="4874"/>
                  </a:lnTo>
                  <a:cubicBezTo>
                    <a:pt x="6647" y="4645"/>
                    <a:pt x="6904" y="4245"/>
                    <a:pt x="6961" y="3802"/>
                  </a:cubicBezTo>
                  <a:cubicBezTo>
                    <a:pt x="7004" y="3402"/>
                    <a:pt x="6890" y="3016"/>
                    <a:pt x="6647" y="2701"/>
                  </a:cubicBezTo>
                  <a:cubicBezTo>
                    <a:pt x="7090" y="2201"/>
                    <a:pt x="7290" y="1515"/>
                    <a:pt x="7147" y="858"/>
                  </a:cubicBezTo>
                  <a:lnTo>
                    <a:pt x="69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49">
              <a:extLst>
                <a:ext uri="{FF2B5EF4-FFF2-40B4-BE49-F238E27FC236}">
                  <a16:creationId xmlns:a16="http://schemas.microsoft.com/office/drawing/2014/main" id="{F1953584-4D5F-AECE-EBF2-2405C32B3DD9}"/>
                </a:ext>
              </a:extLst>
            </p:cNvPr>
            <p:cNvSpPr/>
            <p:nvPr/>
          </p:nvSpPr>
          <p:spPr>
            <a:xfrm>
              <a:off x="4714890" y="3616815"/>
              <a:ext cx="301473" cy="242081"/>
            </a:xfrm>
            <a:custGeom>
              <a:avLst/>
              <a:gdLst/>
              <a:ahLst/>
              <a:cxnLst/>
              <a:rect l="l" t="t" r="r" b="b"/>
              <a:pathLst>
                <a:path w="7477" h="6004" extrusionOk="0">
                  <a:moveTo>
                    <a:pt x="7076" y="1"/>
                  </a:moveTo>
                  <a:lnTo>
                    <a:pt x="6375" y="715"/>
                  </a:lnTo>
                  <a:lnTo>
                    <a:pt x="6375" y="29"/>
                  </a:lnTo>
                  <a:lnTo>
                    <a:pt x="5775" y="29"/>
                  </a:lnTo>
                  <a:lnTo>
                    <a:pt x="5775" y="1302"/>
                  </a:lnTo>
                  <a:lnTo>
                    <a:pt x="5203" y="1887"/>
                  </a:lnTo>
                  <a:lnTo>
                    <a:pt x="5203" y="644"/>
                  </a:lnTo>
                  <a:lnTo>
                    <a:pt x="4632" y="644"/>
                  </a:lnTo>
                  <a:lnTo>
                    <a:pt x="4632" y="2459"/>
                  </a:lnTo>
                  <a:lnTo>
                    <a:pt x="4060" y="3031"/>
                  </a:lnTo>
                  <a:lnTo>
                    <a:pt x="4060" y="1416"/>
                  </a:lnTo>
                  <a:lnTo>
                    <a:pt x="3488" y="1416"/>
                  </a:lnTo>
                  <a:lnTo>
                    <a:pt x="3488" y="3589"/>
                  </a:lnTo>
                  <a:lnTo>
                    <a:pt x="1973" y="5104"/>
                  </a:lnTo>
                  <a:cubicBezTo>
                    <a:pt x="1759" y="5325"/>
                    <a:pt x="1473" y="5436"/>
                    <a:pt x="1187" y="5436"/>
                  </a:cubicBezTo>
                  <a:cubicBezTo>
                    <a:pt x="901" y="5436"/>
                    <a:pt x="615" y="5325"/>
                    <a:pt x="401" y="5104"/>
                  </a:cubicBezTo>
                  <a:lnTo>
                    <a:pt x="1" y="5518"/>
                  </a:lnTo>
                  <a:cubicBezTo>
                    <a:pt x="330" y="5847"/>
                    <a:pt x="759" y="6004"/>
                    <a:pt x="1188" y="6004"/>
                  </a:cubicBezTo>
                  <a:cubicBezTo>
                    <a:pt x="1616" y="6004"/>
                    <a:pt x="2045" y="5847"/>
                    <a:pt x="2373" y="5518"/>
                  </a:cubicBezTo>
                  <a:lnTo>
                    <a:pt x="3903" y="3989"/>
                  </a:lnTo>
                  <a:lnTo>
                    <a:pt x="6061" y="3989"/>
                  </a:lnTo>
                  <a:lnTo>
                    <a:pt x="6061" y="3417"/>
                  </a:lnTo>
                  <a:lnTo>
                    <a:pt x="4446" y="3417"/>
                  </a:lnTo>
                  <a:lnTo>
                    <a:pt x="5032" y="2846"/>
                  </a:lnTo>
                  <a:lnTo>
                    <a:pt x="6848" y="2846"/>
                  </a:lnTo>
                  <a:lnTo>
                    <a:pt x="6848" y="2274"/>
                  </a:lnTo>
                  <a:lnTo>
                    <a:pt x="5618" y="2274"/>
                  </a:lnTo>
                  <a:lnTo>
                    <a:pt x="6190" y="1702"/>
                  </a:lnTo>
                  <a:lnTo>
                    <a:pt x="7462" y="1702"/>
                  </a:lnTo>
                  <a:lnTo>
                    <a:pt x="7462" y="1130"/>
                  </a:lnTo>
                  <a:lnTo>
                    <a:pt x="6762" y="1130"/>
                  </a:lnTo>
                  <a:lnTo>
                    <a:pt x="7477" y="416"/>
                  </a:lnTo>
                  <a:lnTo>
                    <a:pt x="707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 name="Google Shape;1454;p49">
            <a:extLst>
              <a:ext uri="{FF2B5EF4-FFF2-40B4-BE49-F238E27FC236}">
                <a16:creationId xmlns:a16="http://schemas.microsoft.com/office/drawing/2014/main" id="{B7454E06-035B-70A9-1C57-234A2AA1EDCD}"/>
              </a:ext>
            </a:extLst>
          </p:cNvPr>
          <p:cNvGrpSpPr/>
          <p:nvPr/>
        </p:nvGrpSpPr>
        <p:grpSpPr>
          <a:xfrm>
            <a:off x="5297526" y="2005572"/>
            <a:ext cx="451780" cy="451087"/>
            <a:chOff x="5393779" y="3495818"/>
            <a:chExt cx="393674" cy="393070"/>
          </a:xfrm>
        </p:grpSpPr>
        <p:sp>
          <p:nvSpPr>
            <p:cNvPr id="1455" name="Google Shape;1455;p49">
              <a:extLst>
                <a:ext uri="{FF2B5EF4-FFF2-40B4-BE49-F238E27FC236}">
                  <a16:creationId xmlns:a16="http://schemas.microsoft.com/office/drawing/2014/main" id="{753ECE0C-3600-BA6F-02AB-2C1578F7D9A8}"/>
                </a:ext>
              </a:extLst>
            </p:cNvPr>
            <p:cNvSpPr/>
            <p:nvPr/>
          </p:nvSpPr>
          <p:spPr>
            <a:xfrm>
              <a:off x="5495181" y="3597220"/>
              <a:ext cx="190230" cy="190230"/>
            </a:xfrm>
            <a:custGeom>
              <a:avLst/>
              <a:gdLst/>
              <a:ahLst/>
              <a:cxnLst/>
              <a:rect l="l" t="t" r="r" b="b"/>
              <a:pathLst>
                <a:path w="4718" h="4718" extrusionOk="0">
                  <a:moveTo>
                    <a:pt x="2360" y="1"/>
                  </a:moveTo>
                  <a:cubicBezTo>
                    <a:pt x="1059" y="1"/>
                    <a:pt x="1" y="1058"/>
                    <a:pt x="1" y="2360"/>
                  </a:cubicBezTo>
                  <a:cubicBezTo>
                    <a:pt x="1" y="3660"/>
                    <a:pt x="1059" y="4718"/>
                    <a:pt x="2360" y="4718"/>
                  </a:cubicBezTo>
                  <a:cubicBezTo>
                    <a:pt x="3660" y="4718"/>
                    <a:pt x="4718" y="3660"/>
                    <a:pt x="4718" y="2360"/>
                  </a:cubicBezTo>
                  <a:cubicBezTo>
                    <a:pt x="4718" y="1058"/>
                    <a:pt x="3660" y="1"/>
                    <a:pt x="2360"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49">
              <a:extLst>
                <a:ext uri="{FF2B5EF4-FFF2-40B4-BE49-F238E27FC236}">
                  <a16:creationId xmlns:a16="http://schemas.microsoft.com/office/drawing/2014/main" id="{6378BB03-168C-2A25-D927-F1B79C0B7608}"/>
                </a:ext>
              </a:extLst>
            </p:cNvPr>
            <p:cNvSpPr/>
            <p:nvPr/>
          </p:nvSpPr>
          <p:spPr>
            <a:xfrm>
              <a:off x="5579326" y="3526904"/>
              <a:ext cx="23103" cy="49634"/>
            </a:xfrm>
            <a:custGeom>
              <a:avLst/>
              <a:gdLst/>
              <a:ahLst/>
              <a:cxnLst/>
              <a:rect l="l" t="t" r="r" b="b"/>
              <a:pathLst>
                <a:path w="573" h="1231" extrusionOk="0">
                  <a:moveTo>
                    <a:pt x="1" y="1"/>
                  </a:moveTo>
                  <a:lnTo>
                    <a:pt x="1" y="1230"/>
                  </a:lnTo>
                  <a:lnTo>
                    <a:pt x="572" y="1230"/>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49">
              <a:extLst>
                <a:ext uri="{FF2B5EF4-FFF2-40B4-BE49-F238E27FC236}">
                  <a16:creationId xmlns:a16="http://schemas.microsoft.com/office/drawing/2014/main" id="{A8788C47-C7C4-D653-9240-C2EB58369C73}"/>
                </a:ext>
              </a:extLst>
            </p:cNvPr>
            <p:cNvSpPr/>
            <p:nvPr/>
          </p:nvSpPr>
          <p:spPr>
            <a:xfrm>
              <a:off x="5440468" y="3542508"/>
              <a:ext cx="32861" cy="32861"/>
            </a:xfrm>
            <a:custGeom>
              <a:avLst/>
              <a:gdLst/>
              <a:ahLst/>
              <a:cxnLst/>
              <a:rect l="l" t="t" r="r" b="b"/>
              <a:pathLst>
                <a:path w="815" h="815" extrusionOk="0">
                  <a:moveTo>
                    <a:pt x="401" y="0"/>
                  </a:moveTo>
                  <a:lnTo>
                    <a:pt x="1" y="401"/>
                  </a:lnTo>
                  <a:lnTo>
                    <a:pt x="414" y="815"/>
                  </a:lnTo>
                  <a:lnTo>
                    <a:pt x="815" y="414"/>
                  </a:lnTo>
                  <a:lnTo>
                    <a:pt x="4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49">
              <a:extLst>
                <a:ext uri="{FF2B5EF4-FFF2-40B4-BE49-F238E27FC236}">
                  <a16:creationId xmlns:a16="http://schemas.microsoft.com/office/drawing/2014/main" id="{CA9BAEAF-2286-2509-75CF-FC7CB55EB3C2}"/>
                </a:ext>
              </a:extLst>
            </p:cNvPr>
            <p:cNvSpPr/>
            <p:nvPr/>
          </p:nvSpPr>
          <p:spPr>
            <a:xfrm>
              <a:off x="5497519" y="3543072"/>
              <a:ext cx="44433" cy="54190"/>
            </a:xfrm>
            <a:custGeom>
              <a:avLst/>
              <a:gdLst/>
              <a:ahLst/>
              <a:cxnLst/>
              <a:rect l="l" t="t" r="r" b="b"/>
              <a:pathLst>
                <a:path w="1102" h="1344" extrusionOk="0">
                  <a:moveTo>
                    <a:pt x="501" y="0"/>
                  </a:moveTo>
                  <a:lnTo>
                    <a:pt x="0" y="286"/>
                  </a:lnTo>
                  <a:lnTo>
                    <a:pt x="615" y="1344"/>
                  </a:lnTo>
                  <a:lnTo>
                    <a:pt x="1101" y="1058"/>
                  </a:lnTo>
                  <a:lnTo>
                    <a:pt x="5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49">
              <a:extLst>
                <a:ext uri="{FF2B5EF4-FFF2-40B4-BE49-F238E27FC236}">
                  <a16:creationId xmlns:a16="http://schemas.microsoft.com/office/drawing/2014/main" id="{07F807D1-2E04-619D-40F8-0B2CE031FA06}"/>
                </a:ext>
              </a:extLst>
            </p:cNvPr>
            <p:cNvSpPr/>
            <p:nvPr/>
          </p:nvSpPr>
          <p:spPr>
            <a:xfrm>
              <a:off x="5393779" y="3629516"/>
              <a:ext cx="28305" cy="28305"/>
            </a:xfrm>
            <a:custGeom>
              <a:avLst/>
              <a:gdLst/>
              <a:ahLst/>
              <a:cxnLst/>
              <a:rect l="l" t="t" r="r" b="b"/>
              <a:pathLst>
                <a:path w="702" h="702" extrusionOk="0">
                  <a:moveTo>
                    <a:pt x="143" y="0"/>
                  </a:moveTo>
                  <a:lnTo>
                    <a:pt x="0" y="543"/>
                  </a:lnTo>
                  <a:lnTo>
                    <a:pt x="558" y="701"/>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49">
              <a:extLst>
                <a:ext uri="{FF2B5EF4-FFF2-40B4-BE49-F238E27FC236}">
                  <a16:creationId xmlns:a16="http://schemas.microsoft.com/office/drawing/2014/main" id="{7AAB89D1-919F-0B7A-00CE-5106FC282028}"/>
                </a:ext>
              </a:extLst>
            </p:cNvPr>
            <p:cNvSpPr/>
            <p:nvPr/>
          </p:nvSpPr>
          <p:spPr>
            <a:xfrm>
              <a:off x="5441032" y="3599519"/>
              <a:ext cx="54190" cy="44473"/>
            </a:xfrm>
            <a:custGeom>
              <a:avLst/>
              <a:gdLst/>
              <a:ahLst/>
              <a:cxnLst/>
              <a:rect l="l" t="t" r="r" b="b"/>
              <a:pathLst>
                <a:path w="1344" h="1103" extrusionOk="0">
                  <a:moveTo>
                    <a:pt x="286" y="1"/>
                  </a:moveTo>
                  <a:lnTo>
                    <a:pt x="0" y="502"/>
                  </a:lnTo>
                  <a:lnTo>
                    <a:pt x="1058" y="1102"/>
                  </a:lnTo>
                  <a:lnTo>
                    <a:pt x="1344" y="616"/>
                  </a:lnTo>
                  <a:lnTo>
                    <a:pt x="2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49">
              <a:extLst>
                <a:ext uri="{FF2B5EF4-FFF2-40B4-BE49-F238E27FC236}">
                  <a16:creationId xmlns:a16="http://schemas.microsoft.com/office/drawing/2014/main" id="{09B12B88-807E-0243-9AF7-415F74AFCE3D}"/>
                </a:ext>
              </a:extLst>
            </p:cNvPr>
            <p:cNvSpPr/>
            <p:nvPr/>
          </p:nvSpPr>
          <p:spPr>
            <a:xfrm>
              <a:off x="5393779" y="3726926"/>
              <a:ext cx="28829" cy="28264"/>
            </a:xfrm>
            <a:custGeom>
              <a:avLst/>
              <a:gdLst/>
              <a:ahLst/>
              <a:cxnLst/>
              <a:rect l="l" t="t" r="r" b="b"/>
              <a:pathLst>
                <a:path w="715" h="701" extrusionOk="0">
                  <a:moveTo>
                    <a:pt x="558" y="0"/>
                  </a:moveTo>
                  <a:lnTo>
                    <a:pt x="0" y="157"/>
                  </a:lnTo>
                  <a:lnTo>
                    <a:pt x="143" y="700"/>
                  </a:lnTo>
                  <a:lnTo>
                    <a:pt x="715" y="557"/>
                  </a:lnTo>
                  <a:lnTo>
                    <a:pt x="558"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49">
              <a:extLst>
                <a:ext uri="{FF2B5EF4-FFF2-40B4-BE49-F238E27FC236}">
                  <a16:creationId xmlns:a16="http://schemas.microsoft.com/office/drawing/2014/main" id="{F0488780-F107-49BF-513F-1BEF8181D6B9}"/>
                </a:ext>
              </a:extLst>
            </p:cNvPr>
            <p:cNvSpPr/>
            <p:nvPr/>
          </p:nvSpPr>
          <p:spPr>
            <a:xfrm>
              <a:off x="5424905" y="3680802"/>
              <a:ext cx="49029" cy="23103"/>
            </a:xfrm>
            <a:custGeom>
              <a:avLst/>
              <a:gdLst/>
              <a:ahLst/>
              <a:cxnLst/>
              <a:rect l="l" t="t" r="r" b="b"/>
              <a:pathLst>
                <a:path w="1216" h="573" extrusionOk="0">
                  <a:moveTo>
                    <a:pt x="0" y="1"/>
                  </a:moveTo>
                  <a:lnTo>
                    <a:pt x="0" y="573"/>
                  </a:lnTo>
                  <a:lnTo>
                    <a:pt x="1216" y="573"/>
                  </a:lnTo>
                  <a:lnTo>
                    <a:pt x="121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49">
              <a:extLst>
                <a:ext uri="{FF2B5EF4-FFF2-40B4-BE49-F238E27FC236}">
                  <a16:creationId xmlns:a16="http://schemas.microsoft.com/office/drawing/2014/main" id="{01A291E5-00A9-8A04-8315-7E8847C460C1}"/>
                </a:ext>
              </a:extLst>
            </p:cNvPr>
            <p:cNvSpPr/>
            <p:nvPr/>
          </p:nvSpPr>
          <p:spPr>
            <a:xfrm>
              <a:off x="5440468" y="3809298"/>
              <a:ext cx="32861" cy="32901"/>
            </a:xfrm>
            <a:custGeom>
              <a:avLst/>
              <a:gdLst/>
              <a:ahLst/>
              <a:cxnLst/>
              <a:rect l="l" t="t" r="r" b="b"/>
              <a:pathLst>
                <a:path w="815" h="816" extrusionOk="0">
                  <a:moveTo>
                    <a:pt x="414" y="1"/>
                  </a:moveTo>
                  <a:lnTo>
                    <a:pt x="1" y="416"/>
                  </a:lnTo>
                  <a:lnTo>
                    <a:pt x="401" y="816"/>
                  </a:lnTo>
                  <a:lnTo>
                    <a:pt x="815" y="401"/>
                  </a:lnTo>
                  <a:lnTo>
                    <a:pt x="41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49">
              <a:extLst>
                <a:ext uri="{FF2B5EF4-FFF2-40B4-BE49-F238E27FC236}">
                  <a16:creationId xmlns:a16="http://schemas.microsoft.com/office/drawing/2014/main" id="{0200395C-3771-E606-3760-A9F6EF2790D5}"/>
                </a:ext>
              </a:extLst>
            </p:cNvPr>
            <p:cNvSpPr/>
            <p:nvPr/>
          </p:nvSpPr>
          <p:spPr>
            <a:xfrm>
              <a:off x="5441032" y="3740756"/>
              <a:ext cx="54190" cy="44392"/>
            </a:xfrm>
            <a:custGeom>
              <a:avLst/>
              <a:gdLst/>
              <a:ahLst/>
              <a:cxnLst/>
              <a:rect l="l" t="t" r="r" b="b"/>
              <a:pathLst>
                <a:path w="1344" h="1101" extrusionOk="0">
                  <a:moveTo>
                    <a:pt x="1058" y="0"/>
                  </a:moveTo>
                  <a:lnTo>
                    <a:pt x="0" y="601"/>
                  </a:lnTo>
                  <a:lnTo>
                    <a:pt x="286" y="1100"/>
                  </a:lnTo>
                  <a:lnTo>
                    <a:pt x="1344" y="486"/>
                  </a:lnTo>
                  <a:lnTo>
                    <a:pt x="10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49">
              <a:extLst>
                <a:ext uri="{FF2B5EF4-FFF2-40B4-BE49-F238E27FC236}">
                  <a16:creationId xmlns:a16="http://schemas.microsoft.com/office/drawing/2014/main" id="{76CE926E-F30B-43CC-7EAF-CBC75BB49E09}"/>
                </a:ext>
              </a:extLst>
            </p:cNvPr>
            <p:cNvSpPr/>
            <p:nvPr/>
          </p:nvSpPr>
          <p:spPr>
            <a:xfrm>
              <a:off x="5527476" y="3860624"/>
              <a:ext cx="28305" cy="28264"/>
            </a:xfrm>
            <a:custGeom>
              <a:avLst/>
              <a:gdLst/>
              <a:ahLst/>
              <a:cxnLst/>
              <a:rect l="l" t="t" r="r" b="b"/>
              <a:pathLst>
                <a:path w="702" h="701" extrusionOk="0">
                  <a:moveTo>
                    <a:pt x="143" y="0"/>
                  </a:moveTo>
                  <a:lnTo>
                    <a:pt x="0" y="557"/>
                  </a:lnTo>
                  <a:lnTo>
                    <a:pt x="543" y="700"/>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49">
              <a:extLst>
                <a:ext uri="{FF2B5EF4-FFF2-40B4-BE49-F238E27FC236}">
                  <a16:creationId xmlns:a16="http://schemas.microsoft.com/office/drawing/2014/main" id="{3ADC001C-7962-8D1C-E744-1BD11DD1ED51}"/>
                </a:ext>
              </a:extLst>
            </p:cNvPr>
            <p:cNvSpPr/>
            <p:nvPr/>
          </p:nvSpPr>
          <p:spPr>
            <a:xfrm>
              <a:off x="5497519" y="3787405"/>
              <a:ext cx="44433" cy="54230"/>
            </a:xfrm>
            <a:custGeom>
              <a:avLst/>
              <a:gdLst/>
              <a:ahLst/>
              <a:cxnLst/>
              <a:rect l="l" t="t" r="r" b="b"/>
              <a:pathLst>
                <a:path w="1102" h="1345" extrusionOk="0">
                  <a:moveTo>
                    <a:pt x="615" y="1"/>
                  </a:moveTo>
                  <a:lnTo>
                    <a:pt x="0" y="1058"/>
                  </a:lnTo>
                  <a:lnTo>
                    <a:pt x="501" y="1344"/>
                  </a:lnTo>
                  <a:lnTo>
                    <a:pt x="1101" y="286"/>
                  </a:lnTo>
                  <a:lnTo>
                    <a:pt x="615"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49">
              <a:extLst>
                <a:ext uri="{FF2B5EF4-FFF2-40B4-BE49-F238E27FC236}">
                  <a16:creationId xmlns:a16="http://schemas.microsoft.com/office/drawing/2014/main" id="{53A2E666-6FBB-0C24-4EAC-FA63EDD4351C}"/>
                </a:ext>
              </a:extLst>
            </p:cNvPr>
            <p:cNvSpPr/>
            <p:nvPr/>
          </p:nvSpPr>
          <p:spPr>
            <a:xfrm>
              <a:off x="5624886" y="3860624"/>
              <a:ext cx="28869" cy="28264"/>
            </a:xfrm>
            <a:custGeom>
              <a:avLst/>
              <a:gdLst/>
              <a:ahLst/>
              <a:cxnLst/>
              <a:rect l="l" t="t" r="r" b="b"/>
              <a:pathLst>
                <a:path w="716" h="701" extrusionOk="0">
                  <a:moveTo>
                    <a:pt x="557" y="0"/>
                  </a:moveTo>
                  <a:lnTo>
                    <a:pt x="0" y="143"/>
                  </a:lnTo>
                  <a:lnTo>
                    <a:pt x="157" y="700"/>
                  </a:lnTo>
                  <a:lnTo>
                    <a:pt x="715"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49">
              <a:extLst>
                <a:ext uri="{FF2B5EF4-FFF2-40B4-BE49-F238E27FC236}">
                  <a16:creationId xmlns:a16="http://schemas.microsoft.com/office/drawing/2014/main" id="{DEFE4DBD-2B2B-2EFD-6DFF-A8F7CC5E17D5}"/>
                </a:ext>
              </a:extLst>
            </p:cNvPr>
            <p:cNvSpPr/>
            <p:nvPr/>
          </p:nvSpPr>
          <p:spPr>
            <a:xfrm>
              <a:off x="5579326" y="3809298"/>
              <a:ext cx="23103" cy="49069"/>
            </a:xfrm>
            <a:custGeom>
              <a:avLst/>
              <a:gdLst/>
              <a:ahLst/>
              <a:cxnLst/>
              <a:rect l="l" t="t" r="r" b="b"/>
              <a:pathLst>
                <a:path w="573" h="1217" extrusionOk="0">
                  <a:moveTo>
                    <a:pt x="1" y="1"/>
                  </a:moveTo>
                  <a:lnTo>
                    <a:pt x="1" y="1216"/>
                  </a:lnTo>
                  <a:lnTo>
                    <a:pt x="572" y="1216"/>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49">
              <a:extLst>
                <a:ext uri="{FF2B5EF4-FFF2-40B4-BE49-F238E27FC236}">
                  <a16:creationId xmlns:a16="http://schemas.microsoft.com/office/drawing/2014/main" id="{D63C8EBF-B4AD-1787-7908-32D1DE3EBFDC}"/>
                </a:ext>
              </a:extLst>
            </p:cNvPr>
            <p:cNvSpPr/>
            <p:nvPr/>
          </p:nvSpPr>
          <p:spPr>
            <a:xfrm>
              <a:off x="5707258" y="3809298"/>
              <a:ext cx="32941" cy="32901"/>
            </a:xfrm>
            <a:custGeom>
              <a:avLst/>
              <a:gdLst/>
              <a:ahLst/>
              <a:cxnLst/>
              <a:rect l="l" t="t" r="r" b="b"/>
              <a:pathLst>
                <a:path w="817" h="816" extrusionOk="0">
                  <a:moveTo>
                    <a:pt x="401" y="1"/>
                  </a:moveTo>
                  <a:lnTo>
                    <a:pt x="1" y="401"/>
                  </a:lnTo>
                  <a:lnTo>
                    <a:pt x="416" y="816"/>
                  </a:lnTo>
                  <a:lnTo>
                    <a:pt x="816" y="416"/>
                  </a:lnTo>
                  <a:lnTo>
                    <a:pt x="4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49">
              <a:extLst>
                <a:ext uri="{FF2B5EF4-FFF2-40B4-BE49-F238E27FC236}">
                  <a16:creationId xmlns:a16="http://schemas.microsoft.com/office/drawing/2014/main" id="{622CB09E-66BB-BBD3-C526-CD09F710DE0F}"/>
                </a:ext>
              </a:extLst>
            </p:cNvPr>
            <p:cNvSpPr/>
            <p:nvPr/>
          </p:nvSpPr>
          <p:spPr>
            <a:xfrm>
              <a:off x="5638716" y="3787405"/>
              <a:ext cx="44392" cy="54230"/>
            </a:xfrm>
            <a:custGeom>
              <a:avLst/>
              <a:gdLst/>
              <a:ahLst/>
              <a:cxnLst/>
              <a:rect l="l" t="t" r="r" b="b"/>
              <a:pathLst>
                <a:path w="1101" h="1345" extrusionOk="0">
                  <a:moveTo>
                    <a:pt x="486" y="1"/>
                  </a:moveTo>
                  <a:lnTo>
                    <a:pt x="0" y="286"/>
                  </a:lnTo>
                  <a:lnTo>
                    <a:pt x="601" y="1344"/>
                  </a:lnTo>
                  <a:lnTo>
                    <a:pt x="1100" y="1058"/>
                  </a:lnTo>
                  <a:lnTo>
                    <a:pt x="4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49">
              <a:extLst>
                <a:ext uri="{FF2B5EF4-FFF2-40B4-BE49-F238E27FC236}">
                  <a16:creationId xmlns:a16="http://schemas.microsoft.com/office/drawing/2014/main" id="{1CFB5BDC-8D0B-BFAB-5A09-6CEBA0FE1B50}"/>
                </a:ext>
              </a:extLst>
            </p:cNvPr>
            <p:cNvSpPr/>
            <p:nvPr/>
          </p:nvSpPr>
          <p:spPr>
            <a:xfrm>
              <a:off x="5758584" y="3726926"/>
              <a:ext cx="28869" cy="28264"/>
            </a:xfrm>
            <a:custGeom>
              <a:avLst/>
              <a:gdLst/>
              <a:ahLst/>
              <a:cxnLst/>
              <a:rect l="l" t="t" r="r" b="b"/>
              <a:pathLst>
                <a:path w="716" h="701" extrusionOk="0">
                  <a:moveTo>
                    <a:pt x="143" y="0"/>
                  </a:moveTo>
                  <a:lnTo>
                    <a:pt x="0" y="557"/>
                  </a:lnTo>
                  <a:lnTo>
                    <a:pt x="557" y="700"/>
                  </a:lnTo>
                  <a:lnTo>
                    <a:pt x="715" y="157"/>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49">
              <a:extLst>
                <a:ext uri="{FF2B5EF4-FFF2-40B4-BE49-F238E27FC236}">
                  <a16:creationId xmlns:a16="http://schemas.microsoft.com/office/drawing/2014/main" id="{F179979B-11A2-15B0-85B4-BADDEBD5F351}"/>
                </a:ext>
              </a:extLst>
            </p:cNvPr>
            <p:cNvSpPr/>
            <p:nvPr/>
          </p:nvSpPr>
          <p:spPr>
            <a:xfrm>
              <a:off x="5685365" y="3740756"/>
              <a:ext cx="54230" cy="44392"/>
            </a:xfrm>
            <a:custGeom>
              <a:avLst/>
              <a:gdLst/>
              <a:ahLst/>
              <a:cxnLst/>
              <a:rect l="l" t="t" r="r" b="b"/>
              <a:pathLst>
                <a:path w="1345" h="1101" extrusionOk="0">
                  <a:moveTo>
                    <a:pt x="287" y="0"/>
                  </a:moveTo>
                  <a:lnTo>
                    <a:pt x="1" y="486"/>
                  </a:lnTo>
                  <a:lnTo>
                    <a:pt x="1058" y="1100"/>
                  </a:lnTo>
                  <a:lnTo>
                    <a:pt x="1344" y="601"/>
                  </a:lnTo>
                  <a:lnTo>
                    <a:pt x="287"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49">
              <a:extLst>
                <a:ext uri="{FF2B5EF4-FFF2-40B4-BE49-F238E27FC236}">
                  <a16:creationId xmlns:a16="http://schemas.microsoft.com/office/drawing/2014/main" id="{1FBD5D5D-DD86-E5C3-49AE-3AE4F192617E}"/>
                </a:ext>
              </a:extLst>
            </p:cNvPr>
            <p:cNvSpPr/>
            <p:nvPr/>
          </p:nvSpPr>
          <p:spPr>
            <a:xfrm>
              <a:off x="5758584" y="3628951"/>
              <a:ext cx="28264" cy="28869"/>
            </a:xfrm>
            <a:custGeom>
              <a:avLst/>
              <a:gdLst/>
              <a:ahLst/>
              <a:cxnLst/>
              <a:rect l="l" t="t" r="r" b="b"/>
              <a:pathLst>
                <a:path w="701" h="716" extrusionOk="0">
                  <a:moveTo>
                    <a:pt x="557" y="0"/>
                  </a:moveTo>
                  <a:lnTo>
                    <a:pt x="0" y="157"/>
                  </a:lnTo>
                  <a:lnTo>
                    <a:pt x="143" y="715"/>
                  </a:lnTo>
                  <a:lnTo>
                    <a:pt x="700"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49">
              <a:extLst>
                <a:ext uri="{FF2B5EF4-FFF2-40B4-BE49-F238E27FC236}">
                  <a16:creationId xmlns:a16="http://schemas.microsoft.com/office/drawing/2014/main" id="{F9F9FD34-5114-7C09-0F71-CD62CECDD0FC}"/>
                </a:ext>
              </a:extLst>
            </p:cNvPr>
            <p:cNvSpPr/>
            <p:nvPr/>
          </p:nvSpPr>
          <p:spPr>
            <a:xfrm>
              <a:off x="5706734" y="3680802"/>
              <a:ext cx="48989" cy="23103"/>
            </a:xfrm>
            <a:custGeom>
              <a:avLst/>
              <a:gdLst/>
              <a:ahLst/>
              <a:cxnLst/>
              <a:rect l="l" t="t" r="r" b="b"/>
              <a:pathLst>
                <a:path w="1215" h="573" extrusionOk="0">
                  <a:moveTo>
                    <a:pt x="0" y="1"/>
                  </a:moveTo>
                  <a:lnTo>
                    <a:pt x="0" y="573"/>
                  </a:lnTo>
                  <a:lnTo>
                    <a:pt x="1214" y="573"/>
                  </a:lnTo>
                  <a:lnTo>
                    <a:pt x="121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49">
              <a:extLst>
                <a:ext uri="{FF2B5EF4-FFF2-40B4-BE49-F238E27FC236}">
                  <a16:creationId xmlns:a16="http://schemas.microsoft.com/office/drawing/2014/main" id="{9C1EF8E1-CE3F-BEFF-BA6B-A00F808D018A}"/>
                </a:ext>
              </a:extLst>
            </p:cNvPr>
            <p:cNvSpPr/>
            <p:nvPr/>
          </p:nvSpPr>
          <p:spPr>
            <a:xfrm>
              <a:off x="5707258" y="3542508"/>
              <a:ext cx="32941" cy="32861"/>
            </a:xfrm>
            <a:custGeom>
              <a:avLst/>
              <a:gdLst/>
              <a:ahLst/>
              <a:cxnLst/>
              <a:rect l="l" t="t" r="r" b="b"/>
              <a:pathLst>
                <a:path w="817" h="815" extrusionOk="0">
                  <a:moveTo>
                    <a:pt x="416" y="0"/>
                  </a:moveTo>
                  <a:lnTo>
                    <a:pt x="1" y="414"/>
                  </a:lnTo>
                  <a:lnTo>
                    <a:pt x="401" y="815"/>
                  </a:lnTo>
                  <a:lnTo>
                    <a:pt x="816" y="401"/>
                  </a:lnTo>
                  <a:lnTo>
                    <a:pt x="4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49">
              <a:extLst>
                <a:ext uri="{FF2B5EF4-FFF2-40B4-BE49-F238E27FC236}">
                  <a16:creationId xmlns:a16="http://schemas.microsoft.com/office/drawing/2014/main" id="{D26A1BD3-4095-81C4-DB7B-9A4C81A782B8}"/>
                </a:ext>
              </a:extLst>
            </p:cNvPr>
            <p:cNvSpPr/>
            <p:nvPr/>
          </p:nvSpPr>
          <p:spPr>
            <a:xfrm>
              <a:off x="5685365" y="3599519"/>
              <a:ext cx="54230" cy="44473"/>
            </a:xfrm>
            <a:custGeom>
              <a:avLst/>
              <a:gdLst/>
              <a:ahLst/>
              <a:cxnLst/>
              <a:rect l="l" t="t" r="r" b="b"/>
              <a:pathLst>
                <a:path w="1345" h="1103" extrusionOk="0">
                  <a:moveTo>
                    <a:pt x="1058" y="1"/>
                  </a:moveTo>
                  <a:lnTo>
                    <a:pt x="1" y="616"/>
                  </a:lnTo>
                  <a:lnTo>
                    <a:pt x="287" y="1102"/>
                  </a:lnTo>
                  <a:lnTo>
                    <a:pt x="1344" y="502"/>
                  </a:lnTo>
                  <a:lnTo>
                    <a:pt x="1058"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49">
              <a:extLst>
                <a:ext uri="{FF2B5EF4-FFF2-40B4-BE49-F238E27FC236}">
                  <a16:creationId xmlns:a16="http://schemas.microsoft.com/office/drawing/2014/main" id="{E90CD2D5-AD60-34A1-6482-17A1E66F9062}"/>
                </a:ext>
              </a:extLst>
            </p:cNvPr>
            <p:cNvSpPr/>
            <p:nvPr/>
          </p:nvSpPr>
          <p:spPr>
            <a:xfrm>
              <a:off x="5624886" y="3495818"/>
              <a:ext cx="28264" cy="28305"/>
            </a:xfrm>
            <a:custGeom>
              <a:avLst/>
              <a:gdLst/>
              <a:ahLst/>
              <a:cxnLst/>
              <a:rect l="l" t="t" r="r" b="b"/>
              <a:pathLst>
                <a:path w="701" h="702" extrusionOk="0">
                  <a:moveTo>
                    <a:pt x="157" y="0"/>
                  </a:moveTo>
                  <a:lnTo>
                    <a:pt x="0" y="558"/>
                  </a:lnTo>
                  <a:lnTo>
                    <a:pt x="557" y="701"/>
                  </a:lnTo>
                  <a:lnTo>
                    <a:pt x="700" y="143"/>
                  </a:lnTo>
                  <a:lnTo>
                    <a:pt x="1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49">
              <a:extLst>
                <a:ext uri="{FF2B5EF4-FFF2-40B4-BE49-F238E27FC236}">
                  <a16:creationId xmlns:a16="http://schemas.microsoft.com/office/drawing/2014/main" id="{0DC1363F-B646-D20B-6E6A-A46344BFCE9F}"/>
                </a:ext>
              </a:extLst>
            </p:cNvPr>
            <p:cNvSpPr/>
            <p:nvPr/>
          </p:nvSpPr>
          <p:spPr>
            <a:xfrm>
              <a:off x="5638716" y="3543072"/>
              <a:ext cx="44392" cy="54190"/>
            </a:xfrm>
            <a:custGeom>
              <a:avLst/>
              <a:gdLst/>
              <a:ahLst/>
              <a:cxnLst/>
              <a:rect l="l" t="t" r="r" b="b"/>
              <a:pathLst>
                <a:path w="1101" h="1344" extrusionOk="0">
                  <a:moveTo>
                    <a:pt x="601" y="0"/>
                  </a:moveTo>
                  <a:lnTo>
                    <a:pt x="0" y="1058"/>
                  </a:lnTo>
                  <a:lnTo>
                    <a:pt x="486" y="1344"/>
                  </a:lnTo>
                  <a:lnTo>
                    <a:pt x="1100" y="286"/>
                  </a:lnTo>
                  <a:lnTo>
                    <a:pt x="6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49">
              <a:extLst>
                <a:ext uri="{FF2B5EF4-FFF2-40B4-BE49-F238E27FC236}">
                  <a16:creationId xmlns:a16="http://schemas.microsoft.com/office/drawing/2014/main" id="{1123B3A2-FE68-D41B-1F76-38FCCA5A65A1}"/>
                </a:ext>
              </a:extLst>
            </p:cNvPr>
            <p:cNvSpPr/>
            <p:nvPr/>
          </p:nvSpPr>
          <p:spPr>
            <a:xfrm>
              <a:off x="5527476" y="3495818"/>
              <a:ext cx="28305" cy="28305"/>
            </a:xfrm>
            <a:custGeom>
              <a:avLst/>
              <a:gdLst/>
              <a:ahLst/>
              <a:cxnLst/>
              <a:rect l="l" t="t" r="r" b="b"/>
              <a:pathLst>
                <a:path w="702" h="702" extrusionOk="0">
                  <a:moveTo>
                    <a:pt x="543" y="0"/>
                  </a:moveTo>
                  <a:lnTo>
                    <a:pt x="0" y="143"/>
                  </a:lnTo>
                  <a:lnTo>
                    <a:pt x="143" y="701"/>
                  </a:lnTo>
                  <a:lnTo>
                    <a:pt x="701" y="558"/>
                  </a:lnTo>
                  <a:lnTo>
                    <a:pt x="5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 name="Google Shape;1480;p49">
            <a:extLst>
              <a:ext uri="{FF2B5EF4-FFF2-40B4-BE49-F238E27FC236}">
                <a16:creationId xmlns:a16="http://schemas.microsoft.com/office/drawing/2014/main" id="{D49696BF-AA60-9BC7-96F0-A1179F798E86}"/>
              </a:ext>
            </a:extLst>
          </p:cNvPr>
          <p:cNvGrpSpPr/>
          <p:nvPr/>
        </p:nvGrpSpPr>
        <p:grpSpPr>
          <a:xfrm>
            <a:off x="3427742" y="3737645"/>
            <a:ext cx="388910" cy="452437"/>
            <a:chOff x="4741420" y="4209262"/>
            <a:chExt cx="338890" cy="394246"/>
          </a:xfrm>
        </p:grpSpPr>
        <p:sp>
          <p:nvSpPr>
            <p:cNvPr id="1481" name="Google Shape;1481;p49">
              <a:extLst>
                <a:ext uri="{FF2B5EF4-FFF2-40B4-BE49-F238E27FC236}">
                  <a16:creationId xmlns:a16="http://schemas.microsoft.com/office/drawing/2014/main" id="{3949DCAF-D6F5-4B48-3FE8-5E0E8B2B332A}"/>
                </a:ext>
              </a:extLst>
            </p:cNvPr>
            <p:cNvSpPr/>
            <p:nvPr/>
          </p:nvSpPr>
          <p:spPr>
            <a:xfrm>
              <a:off x="4910840" y="4209262"/>
              <a:ext cx="77253" cy="73261"/>
            </a:xfrm>
            <a:custGeom>
              <a:avLst/>
              <a:gdLst/>
              <a:ahLst/>
              <a:cxnLst/>
              <a:rect l="l" t="t" r="r" b="b"/>
              <a:pathLst>
                <a:path w="1916" h="1817" extrusionOk="0">
                  <a:moveTo>
                    <a:pt x="987" y="0"/>
                  </a:moveTo>
                  <a:cubicBezTo>
                    <a:pt x="444" y="0"/>
                    <a:pt x="0" y="444"/>
                    <a:pt x="0" y="987"/>
                  </a:cubicBezTo>
                  <a:lnTo>
                    <a:pt x="0" y="1816"/>
                  </a:lnTo>
                  <a:lnTo>
                    <a:pt x="915" y="1816"/>
                  </a:lnTo>
                  <a:cubicBezTo>
                    <a:pt x="1473" y="1816"/>
                    <a:pt x="1916" y="1373"/>
                    <a:pt x="1916" y="829"/>
                  </a:cubicBezTo>
                  <a:lnTo>
                    <a:pt x="191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49">
              <a:extLst>
                <a:ext uri="{FF2B5EF4-FFF2-40B4-BE49-F238E27FC236}">
                  <a16:creationId xmlns:a16="http://schemas.microsoft.com/office/drawing/2014/main" id="{8EC4A5B9-63D1-7203-CF85-FEA0346C8714}"/>
                </a:ext>
              </a:extLst>
            </p:cNvPr>
            <p:cNvSpPr/>
            <p:nvPr/>
          </p:nvSpPr>
          <p:spPr>
            <a:xfrm>
              <a:off x="4854353" y="4209866"/>
              <a:ext cx="68060" cy="133137"/>
            </a:xfrm>
            <a:custGeom>
              <a:avLst/>
              <a:gdLst/>
              <a:ahLst/>
              <a:cxnLst/>
              <a:rect l="l" t="t" r="r" b="b"/>
              <a:pathLst>
                <a:path w="1688" h="3302" extrusionOk="0">
                  <a:moveTo>
                    <a:pt x="1" y="0"/>
                  </a:moveTo>
                  <a:lnTo>
                    <a:pt x="1" y="572"/>
                  </a:lnTo>
                  <a:cubicBezTo>
                    <a:pt x="616" y="572"/>
                    <a:pt x="1115" y="1087"/>
                    <a:pt x="1115" y="1701"/>
                  </a:cubicBezTo>
                  <a:lnTo>
                    <a:pt x="1115" y="3301"/>
                  </a:lnTo>
                  <a:lnTo>
                    <a:pt x="1687" y="3301"/>
                  </a:lnTo>
                  <a:lnTo>
                    <a:pt x="1687" y="1701"/>
                  </a:lnTo>
                  <a:cubicBezTo>
                    <a:pt x="1687" y="757"/>
                    <a:pt x="930" y="0"/>
                    <a:pt x="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49">
              <a:extLst>
                <a:ext uri="{FF2B5EF4-FFF2-40B4-BE49-F238E27FC236}">
                  <a16:creationId xmlns:a16="http://schemas.microsoft.com/office/drawing/2014/main" id="{6D0A2C0A-700E-6368-1CB2-8583A5786DF5}"/>
                </a:ext>
              </a:extLst>
            </p:cNvPr>
            <p:cNvSpPr/>
            <p:nvPr/>
          </p:nvSpPr>
          <p:spPr>
            <a:xfrm>
              <a:off x="4741420" y="4313607"/>
              <a:ext cx="338890" cy="289901"/>
            </a:xfrm>
            <a:custGeom>
              <a:avLst/>
              <a:gdLst/>
              <a:ahLst/>
              <a:cxnLst/>
              <a:rect l="l" t="t" r="r" b="b"/>
              <a:pathLst>
                <a:path w="8405" h="7190" extrusionOk="0">
                  <a:moveTo>
                    <a:pt x="2459" y="0"/>
                  </a:moveTo>
                  <a:cubicBezTo>
                    <a:pt x="2245" y="0"/>
                    <a:pt x="2045" y="29"/>
                    <a:pt x="1845" y="86"/>
                  </a:cubicBezTo>
                  <a:cubicBezTo>
                    <a:pt x="1187" y="257"/>
                    <a:pt x="644" y="700"/>
                    <a:pt x="329" y="1315"/>
                  </a:cubicBezTo>
                  <a:cubicBezTo>
                    <a:pt x="29" y="1915"/>
                    <a:pt x="0" y="2615"/>
                    <a:pt x="244" y="3244"/>
                  </a:cubicBezTo>
                  <a:lnTo>
                    <a:pt x="1273" y="5874"/>
                  </a:lnTo>
                  <a:cubicBezTo>
                    <a:pt x="1429" y="6274"/>
                    <a:pt x="1687" y="6604"/>
                    <a:pt x="2045" y="6832"/>
                  </a:cubicBezTo>
                  <a:cubicBezTo>
                    <a:pt x="2388" y="7061"/>
                    <a:pt x="2773" y="7189"/>
                    <a:pt x="3188" y="7189"/>
                  </a:cubicBezTo>
                  <a:cubicBezTo>
                    <a:pt x="3373" y="7189"/>
                    <a:pt x="3545" y="7160"/>
                    <a:pt x="3716" y="7118"/>
                  </a:cubicBezTo>
                  <a:cubicBezTo>
                    <a:pt x="3888" y="7075"/>
                    <a:pt x="4046" y="7004"/>
                    <a:pt x="4202" y="6918"/>
                  </a:cubicBezTo>
                  <a:cubicBezTo>
                    <a:pt x="4345" y="7004"/>
                    <a:pt x="4517" y="7075"/>
                    <a:pt x="4675" y="7118"/>
                  </a:cubicBezTo>
                  <a:cubicBezTo>
                    <a:pt x="4846" y="7160"/>
                    <a:pt x="5031" y="7189"/>
                    <a:pt x="5218" y="7189"/>
                  </a:cubicBezTo>
                  <a:cubicBezTo>
                    <a:pt x="5618" y="7189"/>
                    <a:pt x="6018" y="7061"/>
                    <a:pt x="6361" y="6832"/>
                  </a:cubicBezTo>
                  <a:cubicBezTo>
                    <a:pt x="6704" y="6604"/>
                    <a:pt x="6975" y="6274"/>
                    <a:pt x="7133" y="5874"/>
                  </a:cubicBezTo>
                  <a:lnTo>
                    <a:pt x="8162" y="3244"/>
                  </a:lnTo>
                  <a:cubicBezTo>
                    <a:pt x="8405" y="2615"/>
                    <a:pt x="8376" y="1915"/>
                    <a:pt x="8062" y="1315"/>
                  </a:cubicBezTo>
                  <a:cubicBezTo>
                    <a:pt x="7762" y="700"/>
                    <a:pt x="7219" y="257"/>
                    <a:pt x="6561" y="86"/>
                  </a:cubicBezTo>
                  <a:cubicBezTo>
                    <a:pt x="6361" y="29"/>
                    <a:pt x="6146" y="0"/>
                    <a:pt x="5946" y="0"/>
                  </a:cubicBezTo>
                  <a:cubicBezTo>
                    <a:pt x="5561" y="0"/>
                    <a:pt x="5174" y="100"/>
                    <a:pt x="4831" y="286"/>
                  </a:cubicBezTo>
                  <a:cubicBezTo>
                    <a:pt x="4631" y="385"/>
                    <a:pt x="4417" y="443"/>
                    <a:pt x="4202" y="443"/>
                  </a:cubicBezTo>
                  <a:cubicBezTo>
                    <a:pt x="3989" y="443"/>
                    <a:pt x="3760" y="385"/>
                    <a:pt x="3573" y="286"/>
                  </a:cubicBezTo>
                  <a:cubicBezTo>
                    <a:pt x="3230" y="100"/>
                    <a:pt x="2845" y="0"/>
                    <a:pt x="245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 name="Google Shape;1484;p49">
            <a:extLst>
              <a:ext uri="{FF2B5EF4-FFF2-40B4-BE49-F238E27FC236}">
                <a16:creationId xmlns:a16="http://schemas.microsoft.com/office/drawing/2014/main" id="{D89A3540-7139-3A65-425F-C13E7059DBF9}"/>
              </a:ext>
            </a:extLst>
          </p:cNvPr>
          <p:cNvGrpSpPr/>
          <p:nvPr/>
        </p:nvGrpSpPr>
        <p:grpSpPr>
          <a:xfrm>
            <a:off x="7229633" y="3738251"/>
            <a:ext cx="388308" cy="451226"/>
            <a:chOff x="5421437" y="4209745"/>
            <a:chExt cx="338365" cy="393191"/>
          </a:xfrm>
        </p:grpSpPr>
        <p:sp>
          <p:nvSpPr>
            <p:cNvPr id="1485" name="Google Shape;1485;p49">
              <a:extLst>
                <a:ext uri="{FF2B5EF4-FFF2-40B4-BE49-F238E27FC236}">
                  <a16:creationId xmlns:a16="http://schemas.microsoft.com/office/drawing/2014/main" id="{3C03F884-9A0E-2B4C-8A87-0174F031A568}"/>
                </a:ext>
              </a:extLst>
            </p:cNvPr>
            <p:cNvSpPr/>
            <p:nvPr/>
          </p:nvSpPr>
          <p:spPr>
            <a:xfrm>
              <a:off x="5421437" y="4209745"/>
              <a:ext cx="338365" cy="296392"/>
            </a:xfrm>
            <a:custGeom>
              <a:avLst/>
              <a:gdLst/>
              <a:ahLst/>
              <a:cxnLst/>
              <a:rect l="l" t="t" r="r" b="b"/>
              <a:pathLst>
                <a:path w="8392" h="7351" extrusionOk="0">
                  <a:moveTo>
                    <a:pt x="4189" y="0"/>
                  </a:moveTo>
                  <a:cubicBezTo>
                    <a:pt x="4156" y="0"/>
                    <a:pt x="4122" y="1"/>
                    <a:pt x="4088" y="3"/>
                  </a:cubicBezTo>
                  <a:cubicBezTo>
                    <a:pt x="3688" y="32"/>
                    <a:pt x="3303" y="188"/>
                    <a:pt x="3002" y="474"/>
                  </a:cubicBezTo>
                  <a:cubicBezTo>
                    <a:pt x="2702" y="746"/>
                    <a:pt x="2516" y="1103"/>
                    <a:pt x="2459" y="1490"/>
                  </a:cubicBezTo>
                  <a:cubicBezTo>
                    <a:pt x="2045" y="1604"/>
                    <a:pt x="1658" y="1846"/>
                    <a:pt x="1387" y="2176"/>
                  </a:cubicBezTo>
                  <a:cubicBezTo>
                    <a:pt x="1044" y="2576"/>
                    <a:pt x="858" y="3076"/>
                    <a:pt x="858" y="3605"/>
                  </a:cubicBezTo>
                  <a:cubicBezTo>
                    <a:pt x="858" y="3819"/>
                    <a:pt x="886" y="4034"/>
                    <a:pt x="944" y="4234"/>
                  </a:cubicBezTo>
                  <a:cubicBezTo>
                    <a:pt x="715" y="4334"/>
                    <a:pt x="515" y="4491"/>
                    <a:pt x="358" y="4691"/>
                  </a:cubicBezTo>
                  <a:cubicBezTo>
                    <a:pt x="129" y="4977"/>
                    <a:pt x="0" y="5349"/>
                    <a:pt x="0" y="5721"/>
                  </a:cubicBezTo>
                  <a:cubicBezTo>
                    <a:pt x="0" y="6621"/>
                    <a:pt x="730" y="7350"/>
                    <a:pt x="1630" y="7350"/>
                  </a:cubicBezTo>
                  <a:lnTo>
                    <a:pt x="6747" y="7350"/>
                  </a:lnTo>
                  <a:cubicBezTo>
                    <a:pt x="7648" y="7350"/>
                    <a:pt x="8391" y="6621"/>
                    <a:pt x="8391" y="5721"/>
                  </a:cubicBezTo>
                  <a:cubicBezTo>
                    <a:pt x="8391" y="5349"/>
                    <a:pt x="8262" y="4977"/>
                    <a:pt x="8019" y="4691"/>
                  </a:cubicBezTo>
                  <a:cubicBezTo>
                    <a:pt x="7862" y="4491"/>
                    <a:pt x="7662" y="4334"/>
                    <a:pt x="7433" y="4234"/>
                  </a:cubicBezTo>
                  <a:cubicBezTo>
                    <a:pt x="7490" y="4034"/>
                    <a:pt x="7519" y="3819"/>
                    <a:pt x="7519" y="3605"/>
                  </a:cubicBezTo>
                  <a:cubicBezTo>
                    <a:pt x="7519" y="3076"/>
                    <a:pt x="7333" y="2576"/>
                    <a:pt x="7004" y="2176"/>
                  </a:cubicBezTo>
                  <a:cubicBezTo>
                    <a:pt x="6718" y="1846"/>
                    <a:pt x="6333" y="1604"/>
                    <a:pt x="5918" y="1490"/>
                  </a:cubicBezTo>
                  <a:cubicBezTo>
                    <a:pt x="5861" y="1118"/>
                    <a:pt x="5689" y="775"/>
                    <a:pt x="5418" y="503"/>
                  </a:cubicBezTo>
                  <a:cubicBezTo>
                    <a:pt x="5084" y="183"/>
                    <a:pt x="4652" y="0"/>
                    <a:pt x="418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49">
              <a:extLst>
                <a:ext uri="{FF2B5EF4-FFF2-40B4-BE49-F238E27FC236}">
                  <a16:creationId xmlns:a16="http://schemas.microsoft.com/office/drawing/2014/main" id="{ABA3A38C-4195-775C-7F6D-15093C1C9160}"/>
                </a:ext>
              </a:extLst>
            </p:cNvPr>
            <p:cNvSpPr/>
            <p:nvPr/>
          </p:nvSpPr>
          <p:spPr>
            <a:xfrm>
              <a:off x="5536669" y="4310140"/>
              <a:ext cx="107251" cy="281272"/>
            </a:xfrm>
            <a:custGeom>
              <a:avLst/>
              <a:gdLst/>
              <a:ahLst/>
              <a:cxnLst/>
              <a:rect l="l" t="t" r="r" b="b"/>
              <a:pathLst>
                <a:path w="2660" h="6976" extrusionOk="0">
                  <a:moveTo>
                    <a:pt x="1045" y="0"/>
                  </a:moveTo>
                  <a:lnTo>
                    <a:pt x="1045" y="858"/>
                  </a:lnTo>
                  <a:lnTo>
                    <a:pt x="401" y="229"/>
                  </a:lnTo>
                  <a:lnTo>
                    <a:pt x="1" y="629"/>
                  </a:lnTo>
                  <a:lnTo>
                    <a:pt x="1045" y="1672"/>
                  </a:lnTo>
                  <a:lnTo>
                    <a:pt x="1045" y="2916"/>
                  </a:lnTo>
                  <a:lnTo>
                    <a:pt x="401" y="2287"/>
                  </a:lnTo>
                  <a:lnTo>
                    <a:pt x="1" y="2687"/>
                  </a:lnTo>
                  <a:lnTo>
                    <a:pt x="1045" y="3730"/>
                  </a:lnTo>
                  <a:lnTo>
                    <a:pt x="1045" y="6975"/>
                  </a:lnTo>
                  <a:lnTo>
                    <a:pt x="1617" y="6975"/>
                  </a:lnTo>
                  <a:lnTo>
                    <a:pt x="1617" y="2701"/>
                  </a:lnTo>
                  <a:lnTo>
                    <a:pt x="2660" y="1658"/>
                  </a:lnTo>
                  <a:lnTo>
                    <a:pt x="2259" y="1258"/>
                  </a:lnTo>
                  <a:lnTo>
                    <a:pt x="1617" y="1887"/>
                  </a:lnTo>
                  <a:lnTo>
                    <a:pt x="1617"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49">
              <a:extLst>
                <a:ext uri="{FF2B5EF4-FFF2-40B4-BE49-F238E27FC236}">
                  <a16:creationId xmlns:a16="http://schemas.microsoft.com/office/drawing/2014/main" id="{728E9E63-A79F-028E-09E9-7F0547D4EED1}"/>
                </a:ext>
              </a:extLst>
            </p:cNvPr>
            <p:cNvSpPr/>
            <p:nvPr/>
          </p:nvSpPr>
          <p:spPr>
            <a:xfrm>
              <a:off x="5484254" y="4579833"/>
              <a:ext cx="212688" cy="23103"/>
            </a:xfrm>
            <a:custGeom>
              <a:avLst/>
              <a:gdLst/>
              <a:ahLst/>
              <a:cxnLst/>
              <a:rect l="l" t="t" r="r" b="b"/>
              <a:pathLst>
                <a:path w="5275" h="573" extrusionOk="0">
                  <a:moveTo>
                    <a:pt x="1" y="1"/>
                  </a:moveTo>
                  <a:lnTo>
                    <a:pt x="1" y="572"/>
                  </a:lnTo>
                  <a:lnTo>
                    <a:pt x="5275" y="572"/>
                  </a:lnTo>
                  <a:lnTo>
                    <a:pt x="527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1829991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2">
          <a:extLst>
            <a:ext uri="{FF2B5EF4-FFF2-40B4-BE49-F238E27FC236}">
              <a16:creationId xmlns:a16="http://schemas.microsoft.com/office/drawing/2014/main" id="{3496DA97-E80B-22DC-AAC5-9804E84CBC9C}"/>
            </a:ext>
          </a:extLst>
        </p:cNvPr>
        <p:cNvGrpSpPr/>
        <p:nvPr/>
      </p:nvGrpSpPr>
      <p:grpSpPr>
        <a:xfrm>
          <a:off x="0" y="0"/>
          <a:ext cx="0" cy="0"/>
          <a:chOff x="0" y="0"/>
          <a:chExt cx="0" cy="0"/>
        </a:xfrm>
      </p:grpSpPr>
      <p:sp>
        <p:nvSpPr>
          <p:cNvPr id="897" name="Google Shape;897;p37">
            <a:extLst>
              <a:ext uri="{FF2B5EF4-FFF2-40B4-BE49-F238E27FC236}">
                <a16:creationId xmlns:a16="http://schemas.microsoft.com/office/drawing/2014/main" id="{E34F31D3-1436-08D1-9277-778E493CBE92}"/>
              </a:ext>
            </a:extLst>
          </p:cNvPr>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898" name="Google Shape;898;p37">
            <a:extLst>
              <a:ext uri="{FF2B5EF4-FFF2-40B4-BE49-F238E27FC236}">
                <a16:creationId xmlns:a16="http://schemas.microsoft.com/office/drawing/2014/main" id="{AB32DE0E-7522-BCA2-0732-13CA0CC5C862}"/>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Challenges</a:t>
            </a:r>
            <a:endParaRPr dirty="0"/>
          </a:p>
        </p:txBody>
      </p:sp>
      <p:graphicFrame>
        <p:nvGraphicFramePr>
          <p:cNvPr id="2" name="Google Shape;1386;p47">
            <a:extLst>
              <a:ext uri="{FF2B5EF4-FFF2-40B4-BE49-F238E27FC236}">
                <a16:creationId xmlns:a16="http://schemas.microsoft.com/office/drawing/2014/main" id="{E3AC6C4E-815A-DC84-05DE-86A0F9E6E137}"/>
              </a:ext>
            </a:extLst>
          </p:cNvPr>
          <p:cNvGraphicFramePr/>
          <p:nvPr>
            <p:extLst>
              <p:ext uri="{D42A27DB-BD31-4B8C-83A1-F6EECF244321}">
                <p14:modId xmlns:p14="http://schemas.microsoft.com/office/powerpoint/2010/main" val="2445738246"/>
              </p:ext>
            </p:extLst>
          </p:nvPr>
        </p:nvGraphicFramePr>
        <p:xfrm>
          <a:off x="318565" y="1656660"/>
          <a:ext cx="8613057" cy="2914325"/>
        </p:xfrm>
        <a:graphic>
          <a:graphicData uri="http://schemas.openxmlformats.org/drawingml/2006/table">
            <a:tbl>
              <a:tblPr>
                <a:noFill/>
                <a:tableStyleId>{90535294-36AE-4AAC-83D8-889A82E35E47}</a:tableStyleId>
              </a:tblPr>
              <a:tblGrid>
                <a:gridCol w="1126777">
                  <a:extLst>
                    <a:ext uri="{9D8B030D-6E8A-4147-A177-3AD203B41FA5}">
                      <a16:colId xmlns:a16="http://schemas.microsoft.com/office/drawing/2014/main" val="20000"/>
                    </a:ext>
                  </a:extLst>
                </a:gridCol>
                <a:gridCol w="3592707">
                  <a:extLst>
                    <a:ext uri="{9D8B030D-6E8A-4147-A177-3AD203B41FA5}">
                      <a16:colId xmlns:a16="http://schemas.microsoft.com/office/drawing/2014/main" val="20001"/>
                    </a:ext>
                  </a:extLst>
                </a:gridCol>
                <a:gridCol w="3893573">
                  <a:extLst>
                    <a:ext uri="{9D8B030D-6E8A-4147-A177-3AD203B41FA5}">
                      <a16:colId xmlns:a16="http://schemas.microsoft.com/office/drawing/2014/main" val="20002"/>
                    </a:ext>
                  </a:extLst>
                </a:gridCol>
              </a:tblGrid>
              <a:tr h="536945">
                <a:tc>
                  <a:txBody>
                    <a:bodyPr/>
                    <a:lstStyle/>
                    <a:p>
                      <a:pPr marL="0" lvl="0" indent="0" algn="ctr" rtl="0">
                        <a:spcBef>
                          <a:spcPts val="0"/>
                        </a:spcBef>
                        <a:spcAft>
                          <a:spcPts val="0"/>
                        </a:spcAft>
                        <a:buNone/>
                      </a:pPr>
                      <a:endParaRPr sz="1800" dirty="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pl-PL" sz="1800" dirty="0" err="1">
                          <a:solidFill>
                            <a:schemeClr val="lt1"/>
                          </a:solidFill>
                          <a:latin typeface="Freckle Face"/>
                          <a:ea typeface="Freckle Face"/>
                          <a:cs typeface="Freckle Face"/>
                          <a:sym typeface="Freckle Face"/>
                        </a:rPr>
                        <a:t>Narrative</a:t>
                      </a:r>
                      <a:r>
                        <a:rPr lang="pl-PL" sz="1800" dirty="0">
                          <a:solidFill>
                            <a:schemeClr val="lt1"/>
                          </a:solidFill>
                          <a:latin typeface="Freckle Face"/>
                          <a:ea typeface="Freckle Face"/>
                          <a:cs typeface="Freckle Face"/>
                          <a:sym typeface="Freckle Face"/>
                        </a:rPr>
                        <a:t> </a:t>
                      </a:r>
                      <a:r>
                        <a:rPr lang="pl-PL" sz="1800" dirty="0" err="1">
                          <a:solidFill>
                            <a:schemeClr val="lt1"/>
                          </a:solidFill>
                          <a:latin typeface="Freckle Face"/>
                          <a:ea typeface="Freckle Face"/>
                          <a:cs typeface="Freckle Face"/>
                          <a:sym typeface="Freckle Face"/>
                        </a:rPr>
                        <a:t>Noise</a:t>
                      </a:r>
                      <a:endParaRPr lang="pl-PL" sz="1800" dirty="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pl-PL" sz="1800" dirty="0">
                          <a:solidFill>
                            <a:schemeClr val="lt1"/>
                          </a:solidFill>
                          <a:latin typeface="Freckle Face"/>
                          <a:ea typeface="Freckle Face"/>
                          <a:cs typeface="Freckle Face"/>
                          <a:sym typeface="Freckle Face"/>
                        </a:rPr>
                        <a:t>The "Super-Cluster"</a:t>
                      </a: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extLst>
                  <a:ext uri="{0D108BD9-81ED-4DB2-BD59-A6C34878D82A}">
                    <a16:rowId xmlns:a16="http://schemas.microsoft.com/office/drawing/2014/main" val="10000"/>
                  </a:ext>
                </a:extLst>
              </a:tr>
              <a:tr h="786825">
                <a:tc>
                  <a:txBody>
                    <a:bodyPr/>
                    <a:lstStyle/>
                    <a:p>
                      <a:pPr marL="0" lvl="0" indent="0" algn="ctr" rtl="0">
                        <a:spcBef>
                          <a:spcPts val="0"/>
                        </a:spcBef>
                        <a:spcAft>
                          <a:spcPts val="0"/>
                        </a:spcAft>
                        <a:buNone/>
                      </a:pPr>
                      <a:r>
                        <a:rPr kumimoji="0" lang="en-US" sz="1600" b="0" i="0" u="none" strike="noStrike" kern="0" cap="none" spc="0" normalizeH="0" baseline="0" noProof="0" dirty="0">
                          <a:ln>
                            <a:noFill/>
                          </a:ln>
                          <a:solidFill>
                            <a:srgbClr val="093156"/>
                          </a:solidFill>
                          <a:effectLst/>
                          <a:uLnTx/>
                          <a:uFillTx/>
                          <a:latin typeface="Coda"/>
                          <a:sym typeface="Coda"/>
                        </a:rPr>
                        <a:t>Issue</a:t>
                      </a:r>
                      <a:endParaRPr sz="16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285750" marR="0" lvl="0" indent="-285750" algn="ctr" defTabSz="914400" rtl="0" eaLnBrk="1" fontAlgn="auto" latinLnBrk="0" hangingPunct="1">
                        <a:lnSpc>
                          <a:spcPct val="100000"/>
                        </a:lnSpc>
                        <a:spcBef>
                          <a:spcPts val="0"/>
                        </a:spcBef>
                        <a:spcAft>
                          <a:spcPts val="0"/>
                        </a:spcAft>
                        <a:buClr>
                          <a:srgbClr val="093156"/>
                        </a:buClr>
                        <a:buSzPts val="1600"/>
                        <a:buFont typeface="Arial" panose="020B0604020202020204" pitchFamily="34" charset="0"/>
                        <a:buChar char="•"/>
                        <a:tabLst/>
                        <a:defRPr/>
                      </a:pPr>
                      <a:r>
                        <a:rPr kumimoji="0" lang="en-US" sz="1100" b="0" i="0" u="none" strike="noStrike" kern="0" cap="none" spc="0" normalizeH="0" baseline="0" noProof="0" dirty="0">
                          <a:ln>
                            <a:noFill/>
                          </a:ln>
                          <a:solidFill>
                            <a:srgbClr val="093156"/>
                          </a:solidFill>
                          <a:effectLst/>
                          <a:uLnTx/>
                          <a:uFillTx/>
                          <a:latin typeface="Coda"/>
                          <a:sym typeface="Coda"/>
                        </a:rPr>
                        <a:t>Initial models were dominated by common storytelling verbs (went, saw, looked, time). </a:t>
                      </a:r>
                      <a:endParaRPr kumimoji="0" lang="pl-PL" sz="1100" b="0" i="0" u="none" strike="noStrike" kern="0" cap="none" spc="0" normalizeH="0" baseline="0" noProof="0" dirty="0">
                        <a:ln>
                          <a:noFill/>
                        </a:ln>
                        <a:solidFill>
                          <a:srgbClr val="093156"/>
                        </a:solidFill>
                        <a:effectLst/>
                        <a:uLnTx/>
                        <a:uFillTx/>
                        <a:latin typeface="Coda"/>
                        <a:sym typeface="Coda"/>
                      </a:endParaRPr>
                    </a:p>
                    <a:p>
                      <a:pPr marL="285750" marR="0" lvl="0" indent="-285750" algn="ctr" defTabSz="914400" rtl="0" eaLnBrk="1" fontAlgn="auto" latinLnBrk="0" hangingPunct="1">
                        <a:lnSpc>
                          <a:spcPct val="100000"/>
                        </a:lnSpc>
                        <a:spcBef>
                          <a:spcPts val="0"/>
                        </a:spcBef>
                        <a:spcAft>
                          <a:spcPts val="0"/>
                        </a:spcAft>
                        <a:buClr>
                          <a:srgbClr val="093156"/>
                        </a:buClr>
                        <a:buSzPts val="1600"/>
                        <a:buFont typeface="Arial" panose="020B0604020202020204" pitchFamily="34" charset="0"/>
                        <a:buChar char="•"/>
                        <a:tabLst/>
                        <a:defRPr/>
                      </a:pPr>
                      <a:r>
                        <a:rPr kumimoji="0" lang="en-US" sz="1100" b="0" i="0" u="none" strike="noStrike" kern="0" cap="none" spc="0" normalizeH="0" baseline="0" noProof="0" dirty="0">
                          <a:ln>
                            <a:noFill/>
                          </a:ln>
                          <a:solidFill>
                            <a:srgbClr val="093156"/>
                          </a:solidFill>
                          <a:effectLst/>
                          <a:uLnTx/>
                          <a:uFillTx/>
                          <a:latin typeface="Coda"/>
                          <a:sym typeface="Coda"/>
                        </a:rPr>
                        <a:t>The model clustered by writing style rather than content.</a:t>
                      </a:r>
                      <a:endParaRPr kumimoji="0" lang="pl-PL" sz="1100" b="0" i="0" u="none" strike="noStrike" kern="0" cap="none" spc="0" normalizeH="0" baseline="0" noProof="0" dirty="0">
                        <a:ln>
                          <a:noFill/>
                        </a:ln>
                        <a:solidFill>
                          <a:srgbClr val="093156"/>
                        </a:solidFill>
                        <a:effectLst/>
                        <a:uLnTx/>
                        <a:uFillTx/>
                        <a:latin typeface="Coda"/>
                        <a:sym typeface="Coda"/>
                      </a:endParaRPr>
                    </a:p>
                    <a:p>
                      <a:pPr marL="0" lvl="0" indent="0" algn="ctr" rtl="0">
                        <a:spcBef>
                          <a:spcPts val="0"/>
                        </a:spcBef>
                        <a:spcAft>
                          <a:spcPts val="0"/>
                        </a:spcAft>
                        <a:buNone/>
                      </a:pPr>
                      <a:endParaRPr sz="11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285750" marR="0" lvl="0" indent="-285750" algn="ctr" defTabSz="914400" rtl="0" eaLnBrk="1" fontAlgn="auto" latinLnBrk="0" hangingPunct="1">
                        <a:lnSpc>
                          <a:spcPct val="100000"/>
                        </a:lnSpc>
                        <a:spcBef>
                          <a:spcPts val="0"/>
                        </a:spcBef>
                        <a:spcAft>
                          <a:spcPts val="0"/>
                        </a:spcAft>
                        <a:buClr>
                          <a:srgbClr val="093156"/>
                        </a:buClr>
                        <a:buSzPts val="1600"/>
                        <a:buFont typeface="Arial" panose="020B0604020202020204" pitchFamily="34" charset="0"/>
                        <a:buChar char="•"/>
                        <a:tabLst/>
                        <a:defRPr/>
                      </a:pPr>
                      <a:r>
                        <a:rPr kumimoji="0" lang="en-US" sz="1100" b="0" i="0" u="none" strike="noStrike" kern="0" cap="none" spc="0" normalizeH="0" baseline="0" noProof="0" dirty="0">
                          <a:ln>
                            <a:noFill/>
                          </a:ln>
                          <a:solidFill>
                            <a:srgbClr val="093156"/>
                          </a:solidFill>
                          <a:effectLst/>
                          <a:uLnTx/>
                          <a:uFillTx/>
                          <a:latin typeface="Coda"/>
                          <a:sym typeface="Coda"/>
                        </a:rPr>
                        <a:t>Early iterations grouped ~60% of data into one generic "Topic 0".</a:t>
                      </a:r>
                      <a:endParaRPr kumimoji="0" lang="pl-PL" sz="1100" b="0" i="0" u="none" strike="noStrike" kern="0" cap="none" spc="0" normalizeH="0" baseline="0" noProof="0" dirty="0">
                        <a:ln>
                          <a:noFill/>
                        </a:ln>
                        <a:solidFill>
                          <a:srgbClr val="093156"/>
                        </a:solidFill>
                        <a:effectLst/>
                        <a:uLnTx/>
                        <a:uFillTx/>
                        <a:latin typeface="Coda"/>
                        <a:sym typeface="Coda"/>
                      </a:endParaRPr>
                    </a:p>
                    <a:p>
                      <a:pPr marL="0" lvl="0" indent="0" algn="ctr" rtl="0">
                        <a:spcBef>
                          <a:spcPts val="0"/>
                        </a:spcBef>
                        <a:spcAft>
                          <a:spcPts val="0"/>
                        </a:spcAft>
                        <a:buNone/>
                      </a:pPr>
                      <a:endParaRPr sz="11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1"/>
                  </a:ext>
                </a:extLst>
              </a:tr>
              <a:tr h="786825">
                <a:tc>
                  <a:txBody>
                    <a:bodyPr/>
                    <a:lstStyle/>
                    <a:p>
                      <a:pPr marL="0" lvl="0" indent="0" algn="ctr" rtl="0">
                        <a:spcBef>
                          <a:spcPts val="0"/>
                        </a:spcBef>
                        <a:spcAft>
                          <a:spcPts val="0"/>
                        </a:spcAft>
                        <a:buNone/>
                      </a:pPr>
                      <a:r>
                        <a:rPr kumimoji="0" lang="en-US" sz="1600" b="0" i="0" u="none" strike="noStrike" kern="0" cap="none" spc="0" normalizeH="0" baseline="0" noProof="0" dirty="0">
                          <a:ln>
                            <a:noFill/>
                          </a:ln>
                          <a:solidFill>
                            <a:srgbClr val="093156"/>
                          </a:solidFill>
                          <a:effectLst/>
                          <a:uLnTx/>
                          <a:uFillTx/>
                          <a:latin typeface="Coda"/>
                          <a:sym typeface="Coda"/>
                        </a:rPr>
                        <a:t>Solution</a:t>
                      </a:r>
                      <a:endParaRPr sz="16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Engineering a domain-specific </a:t>
                      </a:r>
                      <a:r>
                        <a:rPr kumimoji="0" lang="en-US" sz="1100" b="0" i="0" u="none" strike="noStrike" kern="0" cap="none" spc="0" normalizeH="0" baseline="0" noProof="0" dirty="0" err="1">
                          <a:ln>
                            <a:noFill/>
                          </a:ln>
                          <a:solidFill>
                            <a:srgbClr val="093156"/>
                          </a:solidFill>
                          <a:effectLst/>
                          <a:uLnTx/>
                          <a:uFillTx/>
                          <a:latin typeface="Coda"/>
                          <a:sym typeface="Coda"/>
                        </a:rPr>
                        <a:t>stopword</a:t>
                      </a:r>
                      <a:r>
                        <a:rPr kumimoji="0" lang="en-US" sz="1100" b="0" i="0" u="none" strike="noStrike" kern="0" cap="none" spc="0" normalizeH="0" baseline="0" noProof="0" dirty="0">
                          <a:ln>
                            <a:noFill/>
                          </a:ln>
                          <a:solidFill>
                            <a:srgbClr val="093156"/>
                          </a:solidFill>
                          <a:effectLst/>
                          <a:uLnTx/>
                          <a:uFillTx/>
                          <a:latin typeface="Coda"/>
                          <a:sym typeface="Coda"/>
                        </a:rPr>
                        <a:t> list.</a:t>
                      </a:r>
                      <a:r>
                        <a:rPr kumimoji="0" lang="pl-PL" sz="1100" b="0" i="0" u="none" strike="noStrike" kern="0" cap="none" spc="0" normalizeH="0" baseline="0" noProof="0" dirty="0">
                          <a:ln>
                            <a:noFill/>
                          </a:ln>
                          <a:solidFill>
                            <a:srgbClr val="093156"/>
                          </a:solidFill>
                          <a:effectLst/>
                          <a:uLnTx/>
                          <a:uFillTx/>
                          <a:latin typeface="Coda"/>
                          <a:sym typeface="Coda"/>
                        </a:rPr>
                        <a:t> </a:t>
                      </a:r>
                    </a:p>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Removed generic narrative fillers</a:t>
                      </a:r>
                      <a:r>
                        <a:rPr kumimoji="0" lang="pl-PL" sz="1100" b="0" i="0" u="none" strike="noStrike" kern="0" cap="none" spc="0" normalizeH="0" baseline="0" noProof="0" dirty="0">
                          <a:ln>
                            <a:noFill/>
                          </a:ln>
                          <a:solidFill>
                            <a:srgbClr val="093156"/>
                          </a:solidFill>
                          <a:effectLst/>
                          <a:uLnTx/>
                          <a:uFillTx/>
                          <a:latin typeface="Coda"/>
                          <a:sym typeface="Coda"/>
                        </a:rPr>
                        <a:t>, </a:t>
                      </a:r>
                      <a:r>
                        <a:rPr kumimoji="0" lang="en-US" sz="1100" b="0" i="0" u="none" strike="noStrike" kern="0" cap="none" spc="0" normalizeH="0" baseline="0" noProof="0" dirty="0">
                          <a:ln>
                            <a:noFill/>
                          </a:ln>
                          <a:solidFill>
                            <a:srgbClr val="093156"/>
                          </a:solidFill>
                          <a:effectLst/>
                          <a:uLnTx/>
                          <a:uFillTx/>
                          <a:latin typeface="Coda"/>
                          <a:sym typeface="Coda"/>
                        </a:rPr>
                        <a:t>common background terms (forest, woods) to force the model to focus on unique details.</a:t>
                      </a:r>
                      <a:endParaRPr sz="11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Hyperparameter Tuning</a:t>
                      </a:r>
                      <a:endParaRPr kumimoji="0" lang="pl-PL" sz="1100" b="0" i="0" u="none" strike="noStrike" kern="0" cap="none" spc="0" normalizeH="0" baseline="0" noProof="0" dirty="0">
                        <a:ln>
                          <a:noFill/>
                        </a:ln>
                        <a:solidFill>
                          <a:srgbClr val="093156"/>
                        </a:solidFill>
                        <a:effectLst/>
                        <a:uLnTx/>
                        <a:uFillTx/>
                        <a:latin typeface="Coda"/>
                        <a:sym typeface="Coda"/>
                      </a:endParaRPr>
                    </a:p>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HDBSCAN: Lowered </a:t>
                      </a:r>
                      <a:r>
                        <a:rPr kumimoji="0" lang="en-US" sz="1100" b="0" i="0" u="none" strike="noStrike" kern="0" cap="none" spc="0" normalizeH="0" baseline="0" noProof="0" dirty="0" err="1">
                          <a:ln>
                            <a:noFill/>
                          </a:ln>
                          <a:solidFill>
                            <a:srgbClr val="093156"/>
                          </a:solidFill>
                          <a:effectLst/>
                          <a:uLnTx/>
                          <a:uFillTx/>
                          <a:latin typeface="Coda"/>
                          <a:sym typeface="Coda"/>
                        </a:rPr>
                        <a:t>min_samples</a:t>
                      </a:r>
                      <a:r>
                        <a:rPr kumimoji="0" lang="en-US" sz="1100" b="0" i="0" u="none" strike="noStrike" kern="0" cap="none" spc="0" normalizeH="0" baseline="0" noProof="0" dirty="0">
                          <a:ln>
                            <a:noFill/>
                          </a:ln>
                          <a:solidFill>
                            <a:srgbClr val="093156"/>
                          </a:solidFill>
                          <a:effectLst/>
                          <a:uLnTx/>
                          <a:uFillTx/>
                          <a:latin typeface="Coda"/>
                          <a:sym typeface="Coda"/>
                        </a:rPr>
                        <a:t> (from 7 to 2) to capture smaller, denser micro-clusters.</a:t>
                      </a:r>
                      <a:endParaRPr kumimoji="0" lang="pl-PL" sz="1100" b="0" i="0" u="none" strike="noStrike" kern="0" cap="none" spc="0" normalizeH="0" baseline="0" noProof="0" dirty="0">
                        <a:ln>
                          <a:noFill/>
                        </a:ln>
                        <a:solidFill>
                          <a:srgbClr val="093156"/>
                        </a:solidFill>
                        <a:effectLst/>
                        <a:uLnTx/>
                        <a:uFillTx/>
                        <a:latin typeface="Coda"/>
                        <a:sym typeface="Coda"/>
                      </a:endParaRPr>
                    </a:p>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UMAP: Increased </a:t>
                      </a:r>
                      <a:r>
                        <a:rPr kumimoji="0" lang="en-US" sz="1100" b="0" i="0" u="none" strike="noStrike" kern="0" cap="none" spc="0" normalizeH="0" baseline="0" noProof="0" dirty="0" err="1">
                          <a:ln>
                            <a:noFill/>
                          </a:ln>
                          <a:solidFill>
                            <a:srgbClr val="093156"/>
                          </a:solidFill>
                          <a:effectLst/>
                          <a:uLnTx/>
                          <a:uFillTx/>
                          <a:latin typeface="Coda"/>
                          <a:sym typeface="Coda"/>
                        </a:rPr>
                        <a:t>n_neighbors</a:t>
                      </a:r>
                      <a:r>
                        <a:rPr kumimoji="0" lang="en-US" sz="1100" b="0" i="0" u="none" strike="noStrike" kern="0" cap="none" spc="0" normalizeH="0" baseline="0" noProof="0" dirty="0">
                          <a:ln>
                            <a:noFill/>
                          </a:ln>
                          <a:solidFill>
                            <a:srgbClr val="093156"/>
                          </a:solidFill>
                          <a:effectLst/>
                          <a:uLnTx/>
                          <a:uFillTx/>
                          <a:latin typeface="Coda"/>
                          <a:sym typeface="Coda"/>
                        </a:rPr>
                        <a:t> (from 15 to 50) to preserve the global structure of the data.</a:t>
                      </a:r>
                      <a:endParaRPr kumimoji="0" lang="pl-PL" sz="1100" b="0" i="0" u="none" strike="noStrike" kern="0" cap="none" spc="0" normalizeH="0" baseline="0" noProof="0" dirty="0">
                        <a:ln>
                          <a:noFill/>
                        </a:ln>
                        <a:solidFill>
                          <a:srgbClr val="093156"/>
                        </a:solidFill>
                        <a:effectLst/>
                        <a:uLnTx/>
                        <a:uFillTx/>
                        <a:latin typeface="Coda"/>
                        <a:sym typeface="Coda"/>
                      </a:endParaRPr>
                    </a:p>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Vectorization: Aggressive </a:t>
                      </a:r>
                      <a:r>
                        <a:rPr kumimoji="0" lang="en-US" sz="1100" b="0" i="0" u="none" strike="noStrike" kern="0" cap="none" spc="0" normalizeH="0" baseline="0" noProof="0" dirty="0" err="1">
                          <a:ln>
                            <a:noFill/>
                          </a:ln>
                          <a:solidFill>
                            <a:srgbClr val="093156"/>
                          </a:solidFill>
                          <a:effectLst/>
                          <a:uLnTx/>
                          <a:uFillTx/>
                          <a:latin typeface="Coda"/>
                          <a:sym typeface="Coda"/>
                        </a:rPr>
                        <a:t>max_df</a:t>
                      </a:r>
                      <a:r>
                        <a:rPr kumimoji="0" lang="en-US" sz="1100" b="0" i="0" u="none" strike="noStrike" kern="0" cap="none" spc="0" normalizeH="0" baseline="0" noProof="0" dirty="0">
                          <a:ln>
                            <a:noFill/>
                          </a:ln>
                          <a:solidFill>
                            <a:srgbClr val="093156"/>
                          </a:solidFill>
                          <a:effectLst/>
                          <a:uLnTx/>
                          <a:uFillTx/>
                          <a:latin typeface="Coda"/>
                          <a:sym typeface="Coda"/>
                        </a:rPr>
                        <a:t> filtering (0.6) to remove words appearing in &gt;60% of documents.</a:t>
                      </a:r>
                      <a:endParaRPr sz="11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3281246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sp>
        <p:nvSpPr>
          <p:cNvPr id="713" name="Google Shape;713;p35"/>
          <p:cNvSpPr/>
          <p:nvPr/>
        </p:nvSpPr>
        <p:spPr>
          <a:xfrm flipH="1">
            <a:off x="157797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714" name="Google Shape;714;p35"/>
          <p:cNvSpPr txBox="1">
            <a:spLocks noGrp="1"/>
          </p:cNvSpPr>
          <p:nvPr>
            <p:ph type="title"/>
          </p:nvPr>
        </p:nvSpPr>
        <p:spPr>
          <a:xfrm>
            <a:off x="1413450"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Results</a:t>
            </a:r>
            <a:endParaRPr dirty="0"/>
          </a:p>
        </p:txBody>
      </p:sp>
      <p:sp>
        <p:nvSpPr>
          <p:cNvPr id="715" name="Google Shape;715;p35"/>
          <p:cNvSpPr txBox="1">
            <a:spLocks noGrp="1"/>
          </p:cNvSpPr>
          <p:nvPr>
            <p:ph type="title" idx="2"/>
          </p:nvPr>
        </p:nvSpPr>
        <p:spPr>
          <a:xfrm>
            <a:off x="1413461"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a:t>
            </a:r>
            <a:r>
              <a:rPr lang="pl-PL" dirty="0"/>
              <a:t>3</a:t>
            </a:r>
            <a:endParaRPr dirty="0"/>
          </a:p>
        </p:txBody>
      </p:sp>
      <p:sp>
        <p:nvSpPr>
          <p:cNvPr id="716" name="Google Shape;716;p35"/>
          <p:cNvSpPr txBox="1">
            <a:spLocks noGrp="1"/>
          </p:cNvSpPr>
          <p:nvPr>
            <p:ph type="subTitle" idx="1"/>
          </p:nvPr>
        </p:nvSpPr>
        <p:spPr>
          <a:xfrm>
            <a:off x="1544325"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Here you can describe the topic of the section</a:t>
            </a:r>
            <a:endParaRPr/>
          </a:p>
        </p:txBody>
      </p:sp>
      <p:grpSp>
        <p:nvGrpSpPr>
          <p:cNvPr id="2" name="Google Shape;2435;p62">
            <a:extLst>
              <a:ext uri="{FF2B5EF4-FFF2-40B4-BE49-F238E27FC236}">
                <a16:creationId xmlns:a16="http://schemas.microsoft.com/office/drawing/2014/main" id="{3B437217-EC91-6F45-4363-58E2F62CA580}"/>
              </a:ext>
            </a:extLst>
          </p:cNvPr>
          <p:cNvGrpSpPr/>
          <p:nvPr/>
        </p:nvGrpSpPr>
        <p:grpSpPr>
          <a:xfrm>
            <a:off x="4571998" y="949797"/>
            <a:ext cx="2623757" cy="3829007"/>
            <a:chOff x="3945200" y="172538"/>
            <a:chExt cx="926225" cy="1485075"/>
          </a:xfrm>
        </p:grpSpPr>
        <p:sp>
          <p:nvSpPr>
            <p:cNvPr id="3" name="Google Shape;2436;p62">
              <a:extLst>
                <a:ext uri="{FF2B5EF4-FFF2-40B4-BE49-F238E27FC236}">
                  <a16:creationId xmlns:a16="http://schemas.microsoft.com/office/drawing/2014/main" id="{033B26DD-997A-9D89-2BFC-7F8C74897332}"/>
                </a:ext>
              </a:extLst>
            </p:cNvPr>
            <p:cNvSpPr/>
            <p:nvPr/>
          </p:nvSpPr>
          <p:spPr>
            <a:xfrm>
              <a:off x="4143400" y="1592213"/>
              <a:ext cx="75550" cy="65400"/>
            </a:xfrm>
            <a:custGeom>
              <a:avLst/>
              <a:gdLst/>
              <a:ahLst/>
              <a:cxnLst/>
              <a:rect l="l" t="t" r="r" b="b"/>
              <a:pathLst>
                <a:path w="3022" h="2616" extrusionOk="0">
                  <a:moveTo>
                    <a:pt x="1314" y="1"/>
                  </a:moveTo>
                  <a:cubicBezTo>
                    <a:pt x="340" y="1"/>
                    <a:pt x="0" y="1767"/>
                    <a:pt x="820" y="2374"/>
                  </a:cubicBezTo>
                  <a:cubicBezTo>
                    <a:pt x="1054" y="2551"/>
                    <a:pt x="1331" y="2615"/>
                    <a:pt x="1608" y="2615"/>
                  </a:cubicBezTo>
                  <a:cubicBezTo>
                    <a:pt x="2314" y="2615"/>
                    <a:pt x="3021" y="2202"/>
                    <a:pt x="3021" y="2202"/>
                  </a:cubicBezTo>
                  <a:lnTo>
                    <a:pt x="2907" y="687"/>
                  </a:lnTo>
                  <a:cubicBezTo>
                    <a:pt x="2907" y="687"/>
                    <a:pt x="2349" y="45"/>
                    <a:pt x="1348" y="1"/>
                  </a:cubicBezTo>
                  <a:cubicBezTo>
                    <a:pt x="1337" y="1"/>
                    <a:pt x="1325" y="1"/>
                    <a:pt x="1314"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2437;p62">
              <a:extLst>
                <a:ext uri="{FF2B5EF4-FFF2-40B4-BE49-F238E27FC236}">
                  <a16:creationId xmlns:a16="http://schemas.microsoft.com/office/drawing/2014/main" id="{A0F3DEF2-262C-BE19-F084-815F1660C72D}"/>
                </a:ext>
              </a:extLst>
            </p:cNvPr>
            <p:cNvSpPr/>
            <p:nvPr/>
          </p:nvSpPr>
          <p:spPr>
            <a:xfrm>
              <a:off x="4193175" y="1585638"/>
              <a:ext cx="80800" cy="68950"/>
            </a:xfrm>
            <a:custGeom>
              <a:avLst/>
              <a:gdLst/>
              <a:ahLst/>
              <a:cxnLst/>
              <a:rect l="l" t="t" r="r" b="b"/>
              <a:pathLst>
                <a:path w="3232" h="2758" extrusionOk="0">
                  <a:moveTo>
                    <a:pt x="1272" y="1"/>
                  </a:moveTo>
                  <a:cubicBezTo>
                    <a:pt x="1165" y="1"/>
                    <a:pt x="1056" y="11"/>
                    <a:pt x="944" y="36"/>
                  </a:cubicBezTo>
                  <a:cubicBezTo>
                    <a:pt x="658" y="93"/>
                    <a:pt x="458" y="279"/>
                    <a:pt x="329" y="522"/>
                  </a:cubicBezTo>
                  <a:cubicBezTo>
                    <a:pt x="1" y="1150"/>
                    <a:pt x="158" y="2194"/>
                    <a:pt x="815" y="2580"/>
                  </a:cubicBezTo>
                  <a:cubicBezTo>
                    <a:pt x="872" y="2608"/>
                    <a:pt x="944" y="2652"/>
                    <a:pt x="1015" y="2666"/>
                  </a:cubicBezTo>
                  <a:cubicBezTo>
                    <a:pt x="1215" y="2731"/>
                    <a:pt x="1413" y="2758"/>
                    <a:pt x="1604" y="2758"/>
                  </a:cubicBezTo>
                  <a:cubicBezTo>
                    <a:pt x="2043" y="2758"/>
                    <a:pt x="2447" y="2615"/>
                    <a:pt x="2745" y="2465"/>
                  </a:cubicBezTo>
                  <a:cubicBezTo>
                    <a:pt x="3045" y="2323"/>
                    <a:pt x="3231" y="2166"/>
                    <a:pt x="3231" y="2166"/>
                  </a:cubicBezTo>
                  <a:lnTo>
                    <a:pt x="2988" y="794"/>
                  </a:lnTo>
                  <a:cubicBezTo>
                    <a:pt x="2988" y="794"/>
                    <a:pt x="2888" y="693"/>
                    <a:pt x="2702" y="550"/>
                  </a:cubicBezTo>
                  <a:cubicBezTo>
                    <a:pt x="2631" y="493"/>
                    <a:pt x="2545" y="436"/>
                    <a:pt x="2445" y="379"/>
                  </a:cubicBezTo>
                  <a:cubicBezTo>
                    <a:pt x="2416" y="365"/>
                    <a:pt x="2387" y="350"/>
                    <a:pt x="2359" y="321"/>
                  </a:cubicBezTo>
                  <a:cubicBezTo>
                    <a:pt x="2316" y="308"/>
                    <a:pt x="2273" y="279"/>
                    <a:pt x="2216" y="251"/>
                  </a:cubicBezTo>
                  <a:cubicBezTo>
                    <a:pt x="2202" y="251"/>
                    <a:pt x="2187" y="236"/>
                    <a:pt x="2174" y="236"/>
                  </a:cubicBezTo>
                  <a:lnTo>
                    <a:pt x="2174" y="222"/>
                  </a:lnTo>
                  <a:cubicBezTo>
                    <a:pt x="1903" y="103"/>
                    <a:pt x="1601" y="1"/>
                    <a:pt x="127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2438;p62">
              <a:extLst>
                <a:ext uri="{FF2B5EF4-FFF2-40B4-BE49-F238E27FC236}">
                  <a16:creationId xmlns:a16="http://schemas.microsoft.com/office/drawing/2014/main" id="{468CC495-4571-5FC7-4D73-4A3CF441955F}"/>
                </a:ext>
              </a:extLst>
            </p:cNvPr>
            <p:cNvSpPr/>
            <p:nvPr/>
          </p:nvSpPr>
          <p:spPr>
            <a:xfrm>
              <a:off x="4241775" y="1527488"/>
              <a:ext cx="180125" cy="122200"/>
            </a:xfrm>
            <a:custGeom>
              <a:avLst/>
              <a:gdLst/>
              <a:ahLst/>
              <a:cxnLst/>
              <a:rect l="l" t="t" r="r" b="b"/>
              <a:pathLst>
                <a:path w="7205" h="4888" extrusionOk="0">
                  <a:moveTo>
                    <a:pt x="3101" y="0"/>
                  </a:moveTo>
                  <a:cubicBezTo>
                    <a:pt x="2541" y="0"/>
                    <a:pt x="2159" y="61"/>
                    <a:pt x="2159" y="61"/>
                  </a:cubicBezTo>
                  <a:lnTo>
                    <a:pt x="2116" y="761"/>
                  </a:lnTo>
                  <a:lnTo>
                    <a:pt x="1973" y="2491"/>
                  </a:lnTo>
                  <a:cubicBezTo>
                    <a:pt x="1752" y="2410"/>
                    <a:pt x="1546" y="2374"/>
                    <a:pt x="1358" y="2374"/>
                  </a:cubicBezTo>
                  <a:cubicBezTo>
                    <a:pt x="1013" y="2374"/>
                    <a:pt x="728" y="2496"/>
                    <a:pt x="515" y="2691"/>
                  </a:cubicBezTo>
                  <a:cubicBezTo>
                    <a:pt x="515" y="2691"/>
                    <a:pt x="515" y="2705"/>
                    <a:pt x="501" y="2705"/>
                  </a:cubicBezTo>
                  <a:cubicBezTo>
                    <a:pt x="443" y="2762"/>
                    <a:pt x="386" y="2819"/>
                    <a:pt x="344" y="2891"/>
                  </a:cubicBezTo>
                  <a:cubicBezTo>
                    <a:pt x="1" y="3377"/>
                    <a:pt x="1" y="4092"/>
                    <a:pt x="443" y="4534"/>
                  </a:cubicBezTo>
                  <a:cubicBezTo>
                    <a:pt x="573" y="4649"/>
                    <a:pt x="687" y="4734"/>
                    <a:pt x="801" y="4791"/>
                  </a:cubicBezTo>
                  <a:cubicBezTo>
                    <a:pt x="935" y="4860"/>
                    <a:pt x="1063" y="4888"/>
                    <a:pt x="1190" y="4888"/>
                  </a:cubicBezTo>
                  <a:cubicBezTo>
                    <a:pt x="1704" y="4888"/>
                    <a:pt x="2203" y="4429"/>
                    <a:pt x="2959" y="4292"/>
                  </a:cubicBezTo>
                  <a:cubicBezTo>
                    <a:pt x="3145" y="4259"/>
                    <a:pt x="3361" y="4248"/>
                    <a:pt x="3593" y="4248"/>
                  </a:cubicBezTo>
                  <a:cubicBezTo>
                    <a:pt x="4074" y="4248"/>
                    <a:pt x="4626" y="4296"/>
                    <a:pt x="5146" y="4305"/>
                  </a:cubicBezTo>
                  <a:cubicBezTo>
                    <a:pt x="5212" y="4307"/>
                    <a:pt x="5277" y="4308"/>
                    <a:pt x="5341" y="4308"/>
                  </a:cubicBezTo>
                  <a:cubicBezTo>
                    <a:pt x="5981" y="4308"/>
                    <a:pt x="6561" y="4233"/>
                    <a:pt x="6847" y="3934"/>
                  </a:cubicBezTo>
                  <a:cubicBezTo>
                    <a:pt x="7176" y="3591"/>
                    <a:pt x="7205" y="3048"/>
                    <a:pt x="7148" y="2590"/>
                  </a:cubicBezTo>
                  <a:lnTo>
                    <a:pt x="7148" y="2562"/>
                  </a:lnTo>
                  <a:cubicBezTo>
                    <a:pt x="7090" y="2091"/>
                    <a:pt x="6947" y="1704"/>
                    <a:pt x="6947" y="1704"/>
                  </a:cubicBezTo>
                  <a:cubicBezTo>
                    <a:pt x="6662" y="1247"/>
                    <a:pt x="6290" y="904"/>
                    <a:pt x="5875" y="661"/>
                  </a:cubicBezTo>
                  <a:cubicBezTo>
                    <a:pt x="4973" y="115"/>
                    <a:pt x="3870" y="0"/>
                    <a:pt x="31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439;p62">
              <a:extLst>
                <a:ext uri="{FF2B5EF4-FFF2-40B4-BE49-F238E27FC236}">
                  <a16:creationId xmlns:a16="http://schemas.microsoft.com/office/drawing/2014/main" id="{0A6E3421-ABF9-F4C1-2304-3B5458DDCADE}"/>
                </a:ext>
              </a:extLst>
            </p:cNvPr>
            <p:cNvSpPr/>
            <p:nvPr/>
          </p:nvSpPr>
          <p:spPr>
            <a:xfrm>
              <a:off x="4229625" y="1542038"/>
              <a:ext cx="191200" cy="58450"/>
            </a:xfrm>
            <a:custGeom>
              <a:avLst/>
              <a:gdLst/>
              <a:ahLst/>
              <a:cxnLst/>
              <a:rect l="l" t="t" r="r" b="b"/>
              <a:pathLst>
                <a:path w="7648" h="2338" extrusionOk="0">
                  <a:moveTo>
                    <a:pt x="4501" y="0"/>
                  </a:moveTo>
                  <a:cubicBezTo>
                    <a:pt x="3789" y="0"/>
                    <a:pt x="3093" y="45"/>
                    <a:pt x="2602" y="179"/>
                  </a:cubicBezTo>
                  <a:cubicBezTo>
                    <a:pt x="2216" y="293"/>
                    <a:pt x="1958" y="451"/>
                    <a:pt x="1916" y="680"/>
                  </a:cubicBezTo>
                  <a:cubicBezTo>
                    <a:pt x="1787" y="1294"/>
                    <a:pt x="1244" y="1722"/>
                    <a:pt x="758" y="1995"/>
                  </a:cubicBezTo>
                  <a:cubicBezTo>
                    <a:pt x="358" y="2223"/>
                    <a:pt x="1" y="2338"/>
                    <a:pt x="1" y="2338"/>
                  </a:cubicBezTo>
                  <a:lnTo>
                    <a:pt x="830" y="2309"/>
                  </a:lnTo>
                  <a:lnTo>
                    <a:pt x="1244" y="2294"/>
                  </a:lnTo>
                  <a:lnTo>
                    <a:pt x="3531" y="2208"/>
                  </a:lnTo>
                  <a:lnTo>
                    <a:pt x="4160" y="2195"/>
                  </a:lnTo>
                  <a:lnTo>
                    <a:pt x="4203" y="2195"/>
                  </a:lnTo>
                  <a:lnTo>
                    <a:pt x="7647" y="2065"/>
                  </a:lnTo>
                  <a:lnTo>
                    <a:pt x="7634" y="2008"/>
                  </a:lnTo>
                  <a:lnTo>
                    <a:pt x="7634" y="1980"/>
                  </a:lnTo>
                  <a:lnTo>
                    <a:pt x="7462" y="179"/>
                  </a:lnTo>
                  <a:cubicBezTo>
                    <a:pt x="7462" y="179"/>
                    <a:pt x="7018" y="122"/>
                    <a:pt x="6361" y="79"/>
                  </a:cubicBezTo>
                  <a:cubicBezTo>
                    <a:pt x="5826" y="38"/>
                    <a:pt x="5157" y="0"/>
                    <a:pt x="45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440;p62">
              <a:extLst>
                <a:ext uri="{FF2B5EF4-FFF2-40B4-BE49-F238E27FC236}">
                  <a16:creationId xmlns:a16="http://schemas.microsoft.com/office/drawing/2014/main" id="{6DAE4BC1-4693-4E0C-A71F-388A5A9CD2BC}"/>
                </a:ext>
              </a:extLst>
            </p:cNvPr>
            <p:cNvSpPr/>
            <p:nvPr/>
          </p:nvSpPr>
          <p:spPr>
            <a:xfrm>
              <a:off x="4248550" y="1527488"/>
              <a:ext cx="173350" cy="107700"/>
            </a:xfrm>
            <a:custGeom>
              <a:avLst/>
              <a:gdLst/>
              <a:ahLst/>
              <a:cxnLst/>
              <a:rect l="l" t="t" r="r" b="b"/>
              <a:pathLst>
                <a:path w="6934" h="4308" extrusionOk="0">
                  <a:moveTo>
                    <a:pt x="2830" y="0"/>
                  </a:moveTo>
                  <a:cubicBezTo>
                    <a:pt x="2270" y="0"/>
                    <a:pt x="1888" y="61"/>
                    <a:pt x="1888" y="61"/>
                  </a:cubicBezTo>
                  <a:lnTo>
                    <a:pt x="1845" y="761"/>
                  </a:lnTo>
                  <a:cubicBezTo>
                    <a:pt x="1459" y="875"/>
                    <a:pt x="1201" y="1033"/>
                    <a:pt x="1159" y="1262"/>
                  </a:cubicBezTo>
                  <a:cubicBezTo>
                    <a:pt x="1030" y="1876"/>
                    <a:pt x="487" y="2304"/>
                    <a:pt x="1" y="2577"/>
                  </a:cubicBezTo>
                  <a:cubicBezTo>
                    <a:pt x="44" y="2605"/>
                    <a:pt x="87" y="2634"/>
                    <a:pt x="144" y="2647"/>
                  </a:cubicBezTo>
                  <a:cubicBezTo>
                    <a:pt x="172" y="2662"/>
                    <a:pt x="216" y="2676"/>
                    <a:pt x="244" y="2691"/>
                  </a:cubicBezTo>
                  <a:cubicBezTo>
                    <a:pt x="330" y="2719"/>
                    <a:pt x="430" y="2748"/>
                    <a:pt x="530" y="2762"/>
                  </a:cubicBezTo>
                  <a:cubicBezTo>
                    <a:pt x="637" y="2784"/>
                    <a:pt x="744" y="2794"/>
                    <a:pt x="850" y="2794"/>
                  </a:cubicBezTo>
                  <a:cubicBezTo>
                    <a:pt x="1428" y="2794"/>
                    <a:pt x="1996" y="2495"/>
                    <a:pt x="2503" y="2205"/>
                  </a:cubicBezTo>
                  <a:cubicBezTo>
                    <a:pt x="2589" y="2405"/>
                    <a:pt x="2688" y="2590"/>
                    <a:pt x="2774" y="2790"/>
                  </a:cubicBezTo>
                  <a:cubicBezTo>
                    <a:pt x="2802" y="2848"/>
                    <a:pt x="2831" y="2891"/>
                    <a:pt x="2846" y="2948"/>
                  </a:cubicBezTo>
                  <a:cubicBezTo>
                    <a:pt x="2898" y="2967"/>
                    <a:pt x="2953" y="2975"/>
                    <a:pt x="3007" y="2975"/>
                  </a:cubicBezTo>
                  <a:cubicBezTo>
                    <a:pt x="3163" y="2975"/>
                    <a:pt x="3318" y="2904"/>
                    <a:pt x="3403" y="2777"/>
                  </a:cubicBezTo>
                  <a:cubicBezTo>
                    <a:pt x="3418" y="2762"/>
                    <a:pt x="3431" y="2748"/>
                    <a:pt x="3431" y="2733"/>
                  </a:cubicBezTo>
                  <a:cubicBezTo>
                    <a:pt x="3446" y="2748"/>
                    <a:pt x="3446" y="2762"/>
                    <a:pt x="3446" y="2777"/>
                  </a:cubicBezTo>
                  <a:cubicBezTo>
                    <a:pt x="3560" y="3061"/>
                    <a:pt x="3874" y="3232"/>
                    <a:pt x="4182" y="3232"/>
                  </a:cubicBezTo>
                  <a:cubicBezTo>
                    <a:pt x="4338" y="3232"/>
                    <a:pt x="4493" y="3188"/>
                    <a:pt x="4618" y="3091"/>
                  </a:cubicBezTo>
                  <a:cubicBezTo>
                    <a:pt x="4861" y="3448"/>
                    <a:pt x="4918" y="3863"/>
                    <a:pt x="4875" y="4305"/>
                  </a:cubicBezTo>
                  <a:cubicBezTo>
                    <a:pt x="4941" y="4307"/>
                    <a:pt x="5006" y="4308"/>
                    <a:pt x="5070" y="4308"/>
                  </a:cubicBezTo>
                  <a:cubicBezTo>
                    <a:pt x="5710" y="4308"/>
                    <a:pt x="6290" y="4233"/>
                    <a:pt x="6576" y="3934"/>
                  </a:cubicBezTo>
                  <a:cubicBezTo>
                    <a:pt x="6905" y="3591"/>
                    <a:pt x="6934" y="3048"/>
                    <a:pt x="6877" y="2590"/>
                  </a:cubicBezTo>
                  <a:lnTo>
                    <a:pt x="6877" y="2562"/>
                  </a:lnTo>
                  <a:lnTo>
                    <a:pt x="6705" y="761"/>
                  </a:lnTo>
                  <a:cubicBezTo>
                    <a:pt x="6705" y="761"/>
                    <a:pt x="6261" y="704"/>
                    <a:pt x="5604" y="661"/>
                  </a:cubicBezTo>
                  <a:cubicBezTo>
                    <a:pt x="4702" y="115"/>
                    <a:pt x="3599" y="0"/>
                    <a:pt x="2830"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441;p62">
              <a:extLst>
                <a:ext uri="{FF2B5EF4-FFF2-40B4-BE49-F238E27FC236}">
                  <a16:creationId xmlns:a16="http://schemas.microsoft.com/office/drawing/2014/main" id="{3D778395-A3E9-2FD4-0BCF-8E86AFAB6DC3}"/>
                </a:ext>
              </a:extLst>
            </p:cNvPr>
            <p:cNvSpPr/>
            <p:nvPr/>
          </p:nvSpPr>
          <p:spPr>
            <a:xfrm>
              <a:off x="4260700" y="1094813"/>
              <a:ext cx="166200" cy="491725"/>
            </a:xfrm>
            <a:custGeom>
              <a:avLst/>
              <a:gdLst/>
              <a:ahLst/>
              <a:cxnLst/>
              <a:rect l="l" t="t" r="r" b="b"/>
              <a:pathLst>
                <a:path w="6648" h="19669" extrusionOk="0">
                  <a:moveTo>
                    <a:pt x="1" y="1"/>
                  </a:moveTo>
                  <a:cubicBezTo>
                    <a:pt x="1" y="1"/>
                    <a:pt x="58" y="1445"/>
                    <a:pt x="130" y="3574"/>
                  </a:cubicBezTo>
                  <a:cubicBezTo>
                    <a:pt x="273" y="7963"/>
                    <a:pt x="444" y="15281"/>
                    <a:pt x="230" y="19097"/>
                  </a:cubicBezTo>
                  <a:lnTo>
                    <a:pt x="230" y="19169"/>
                  </a:lnTo>
                  <a:cubicBezTo>
                    <a:pt x="230" y="19169"/>
                    <a:pt x="902" y="19125"/>
                    <a:pt x="1630" y="18283"/>
                  </a:cubicBezTo>
                  <a:cubicBezTo>
                    <a:pt x="1630" y="18283"/>
                    <a:pt x="1973" y="18883"/>
                    <a:pt x="2217" y="19255"/>
                  </a:cubicBezTo>
                  <a:cubicBezTo>
                    <a:pt x="2244" y="19299"/>
                    <a:pt x="2276" y="19319"/>
                    <a:pt x="2310" y="19319"/>
                  </a:cubicBezTo>
                  <a:cubicBezTo>
                    <a:pt x="2559" y="19319"/>
                    <a:pt x="2945" y="18268"/>
                    <a:pt x="2945" y="18268"/>
                  </a:cubicBezTo>
                  <a:lnTo>
                    <a:pt x="3717" y="19669"/>
                  </a:lnTo>
                  <a:cubicBezTo>
                    <a:pt x="3717" y="19669"/>
                    <a:pt x="4247" y="19040"/>
                    <a:pt x="4590" y="18268"/>
                  </a:cubicBezTo>
                  <a:cubicBezTo>
                    <a:pt x="4590" y="18268"/>
                    <a:pt x="5375" y="19312"/>
                    <a:pt x="6433" y="19426"/>
                  </a:cubicBezTo>
                  <a:cubicBezTo>
                    <a:pt x="6433" y="19426"/>
                    <a:pt x="6619" y="7290"/>
                    <a:pt x="6648" y="3103"/>
                  </a:cubicBezTo>
                  <a:lnTo>
                    <a:pt x="6648" y="3103"/>
                  </a:lnTo>
                  <a:cubicBezTo>
                    <a:pt x="6648" y="3103"/>
                    <a:pt x="6574" y="3109"/>
                    <a:pt x="6440" y="3109"/>
                  </a:cubicBezTo>
                  <a:cubicBezTo>
                    <a:pt x="5640" y="3109"/>
                    <a:pt x="2680" y="2900"/>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442;p62">
              <a:extLst>
                <a:ext uri="{FF2B5EF4-FFF2-40B4-BE49-F238E27FC236}">
                  <a16:creationId xmlns:a16="http://schemas.microsoft.com/office/drawing/2014/main" id="{995684A1-0EE2-7071-10D3-0E432A3CBF21}"/>
                </a:ext>
              </a:extLst>
            </p:cNvPr>
            <p:cNvSpPr/>
            <p:nvPr/>
          </p:nvSpPr>
          <p:spPr>
            <a:xfrm>
              <a:off x="4262125" y="1131988"/>
              <a:ext cx="164775" cy="454550"/>
            </a:xfrm>
            <a:custGeom>
              <a:avLst/>
              <a:gdLst/>
              <a:ahLst/>
              <a:cxnLst/>
              <a:rect l="l" t="t" r="r" b="b"/>
              <a:pathLst>
                <a:path w="6591" h="18182" extrusionOk="0">
                  <a:moveTo>
                    <a:pt x="1" y="0"/>
                  </a:moveTo>
                  <a:cubicBezTo>
                    <a:pt x="16" y="572"/>
                    <a:pt x="44" y="1273"/>
                    <a:pt x="73" y="2087"/>
                  </a:cubicBezTo>
                  <a:cubicBezTo>
                    <a:pt x="616" y="2474"/>
                    <a:pt x="1274" y="2788"/>
                    <a:pt x="2059" y="2988"/>
                  </a:cubicBezTo>
                  <a:cubicBezTo>
                    <a:pt x="2846" y="3188"/>
                    <a:pt x="3803" y="3345"/>
                    <a:pt x="4146" y="4103"/>
                  </a:cubicBezTo>
                  <a:cubicBezTo>
                    <a:pt x="4275" y="4360"/>
                    <a:pt x="4289" y="4675"/>
                    <a:pt x="4304" y="4961"/>
                  </a:cubicBezTo>
                  <a:cubicBezTo>
                    <a:pt x="4461" y="8576"/>
                    <a:pt x="4618" y="12178"/>
                    <a:pt x="4790" y="15780"/>
                  </a:cubicBezTo>
                  <a:cubicBezTo>
                    <a:pt x="4546" y="15752"/>
                    <a:pt x="4332" y="15595"/>
                    <a:pt x="4203" y="15395"/>
                  </a:cubicBezTo>
                  <a:cubicBezTo>
                    <a:pt x="4018" y="15923"/>
                    <a:pt x="3832" y="16466"/>
                    <a:pt x="3632" y="17010"/>
                  </a:cubicBezTo>
                  <a:cubicBezTo>
                    <a:pt x="3332" y="16653"/>
                    <a:pt x="3103" y="16238"/>
                    <a:pt x="2960" y="15795"/>
                  </a:cubicBezTo>
                  <a:cubicBezTo>
                    <a:pt x="2903" y="16266"/>
                    <a:pt x="2717" y="16739"/>
                    <a:pt x="2417" y="17124"/>
                  </a:cubicBezTo>
                  <a:cubicBezTo>
                    <a:pt x="2174" y="16767"/>
                    <a:pt x="1931" y="16409"/>
                    <a:pt x="1674" y="16052"/>
                  </a:cubicBezTo>
                  <a:cubicBezTo>
                    <a:pt x="1173" y="16567"/>
                    <a:pt x="673" y="17095"/>
                    <a:pt x="173" y="17610"/>
                  </a:cubicBezTo>
                  <a:lnTo>
                    <a:pt x="173" y="17682"/>
                  </a:lnTo>
                  <a:cubicBezTo>
                    <a:pt x="173" y="17682"/>
                    <a:pt x="845" y="17638"/>
                    <a:pt x="1573" y="16796"/>
                  </a:cubicBezTo>
                  <a:cubicBezTo>
                    <a:pt x="1573" y="16796"/>
                    <a:pt x="1916" y="17396"/>
                    <a:pt x="2160" y="17768"/>
                  </a:cubicBezTo>
                  <a:cubicBezTo>
                    <a:pt x="2188" y="17810"/>
                    <a:pt x="2217" y="17825"/>
                    <a:pt x="2259" y="17825"/>
                  </a:cubicBezTo>
                  <a:cubicBezTo>
                    <a:pt x="2503" y="17825"/>
                    <a:pt x="2888" y="16781"/>
                    <a:pt x="2888" y="16781"/>
                  </a:cubicBezTo>
                  <a:lnTo>
                    <a:pt x="3660" y="18182"/>
                  </a:lnTo>
                  <a:cubicBezTo>
                    <a:pt x="3660" y="18182"/>
                    <a:pt x="4190" y="17553"/>
                    <a:pt x="4533" y="16781"/>
                  </a:cubicBezTo>
                  <a:cubicBezTo>
                    <a:pt x="4533" y="16781"/>
                    <a:pt x="5318" y="17825"/>
                    <a:pt x="6376" y="17939"/>
                  </a:cubicBezTo>
                  <a:cubicBezTo>
                    <a:pt x="6376" y="17939"/>
                    <a:pt x="6547" y="6504"/>
                    <a:pt x="6591" y="2001"/>
                  </a:cubicBezTo>
                  <a:cubicBezTo>
                    <a:pt x="5776" y="1988"/>
                    <a:pt x="5032" y="1930"/>
                    <a:pt x="4346" y="1830"/>
                  </a:cubicBezTo>
                  <a:cubicBezTo>
                    <a:pt x="2474" y="1544"/>
                    <a:pt x="1059" y="930"/>
                    <a:pt x="1"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443;p62">
              <a:extLst>
                <a:ext uri="{FF2B5EF4-FFF2-40B4-BE49-F238E27FC236}">
                  <a16:creationId xmlns:a16="http://schemas.microsoft.com/office/drawing/2014/main" id="{909744FF-C79D-898C-9040-F6E2D8EF165B}"/>
                </a:ext>
              </a:extLst>
            </p:cNvPr>
            <p:cNvSpPr/>
            <p:nvPr/>
          </p:nvSpPr>
          <p:spPr>
            <a:xfrm>
              <a:off x="4662350" y="1592213"/>
              <a:ext cx="75550" cy="65325"/>
            </a:xfrm>
            <a:custGeom>
              <a:avLst/>
              <a:gdLst/>
              <a:ahLst/>
              <a:cxnLst/>
              <a:rect l="l" t="t" r="r" b="b"/>
              <a:pathLst>
                <a:path w="3022" h="2613" extrusionOk="0">
                  <a:moveTo>
                    <a:pt x="1708" y="1"/>
                  </a:moveTo>
                  <a:cubicBezTo>
                    <a:pt x="1697" y="1"/>
                    <a:pt x="1685" y="1"/>
                    <a:pt x="1673" y="1"/>
                  </a:cubicBezTo>
                  <a:cubicBezTo>
                    <a:pt x="1273" y="16"/>
                    <a:pt x="944" y="130"/>
                    <a:pt x="702" y="259"/>
                  </a:cubicBezTo>
                  <a:cubicBezTo>
                    <a:pt x="315" y="459"/>
                    <a:pt x="115" y="687"/>
                    <a:pt x="115" y="687"/>
                  </a:cubicBezTo>
                  <a:lnTo>
                    <a:pt x="1" y="2202"/>
                  </a:lnTo>
                  <a:cubicBezTo>
                    <a:pt x="1" y="2202"/>
                    <a:pt x="73" y="2246"/>
                    <a:pt x="216" y="2317"/>
                  </a:cubicBezTo>
                  <a:cubicBezTo>
                    <a:pt x="485" y="2434"/>
                    <a:pt x="951" y="2613"/>
                    <a:pt x="1416" y="2613"/>
                  </a:cubicBezTo>
                  <a:cubicBezTo>
                    <a:pt x="1692" y="2613"/>
                    <a:pt x="1968" y="2550"/>
                    <a:pt x="2202" y="2374"/>
                  </a:cubicBezTo>
                  <a:cubicBezTo>
                    <a:pt x="3021" y="1767"/>
                    <a:pt x="2682" y="1"/>
                    <a:pt x="170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444;p62">
              <a:extLst>
                <a:ext uri="{FF2B5EF4-FFF2-40B4-BE49-F238E27FC236}">
                  <a16:creationId xmlns:a16="http://schemas.microsoft.com/office/drawing/2014/main" id="{88B07E75-67F2-4945-1163-D52BF761A1E4}"/>
                </a:ext>
              </a:extLst>
            </p:cNvPr>
            <p:cNvSpPr/>
            <p:nvPr/>
          </p:nvSpPr>
          <p:spPr>
            <a:xfrm>
              <a:off x="4606975" y="1585638"/>
              <a:ext cx="81125" cy="68950"/>
            </a:xfrm>
            <a:custGeom>
              <a:avLst/>
              <a:gdLst/>
              <a:ahLst/>
              <a:cxnLst/>
              <a:rect l="l" t="t" r="r" b="b"/>
              <a:pathLst>
                <a:path w="3245" h="2758" extrusionOk="0">
                  <a:moveTo>
                    <a:pt x="1953" y="1"/>
                  </a:moveTo>
                  <a:cubicBezTo>
                    <a:pt x="1608" y="1"/>
                    <a:pt x="1287" y="109"/>
                    <a:pt x="1015" y="251"/>
                  </a:cubicBezTo>
                  <a:cubicBezTo>
                    <a:pt x="944" y="293"/>
                    <a:pt x="858" y="336"/>
                    <a:pt x="786" y="379"/>
                  </a:cubicBezTo>
                  <a:cubicBezTo>
                    <a:pt x="700" y="436"/>
                    <a:pt x="615" y="493"/>
                    <a:pt x="544" y="550"/>
                  </a:cubicBezTo>
                  <a:cubicBezTo>
                    <a:pt x="386" y="679"/>
                    <a:pt x="272" y="779"/>
                    <a:pt x="258" y="794"/>
                  </a:cubicBezTo>
                  <a:lnTo>
                    <a:pt x="1" y="2166"/>
                  </a:lnTo>
                  <a:cubicBezTo>
                    <a:pt x="1" y="2166"/>
                    <a:pt x="172" y="2309"/>
                    <a:pt x="458" y="2452"/>
                  </a:cubicBezTo>
                  <a:cubicBezTo>
                    <a:pt x="472" y="2452"/>
                    <a:pt x="487" y="2465"/>
                    <a:pt x="500" y="2465"/>
                  </a:cubicBezTo>
                  <a:cubicBezTo>
                    <a:pt x="790" y="2615"/>
                    <a:pt x="1196" y="2758"/>
                    <a:pt x="1634" y="2758"/>
                  </a:cubicBezTo>
                  <a:cubicBezTo>
                    <a:pt x="1824" y="2758"/>
                    <a:pt x="2021" y="2731"/>
                    <a:pt x="2216" y="2666"/>
                  </a:cubicBezTo>
                  <a:cubicBezTo>
                    <a:pt x="2301" y="2652"/>
                    <a:pt x="2373" y="2608"/>
                    <a:pt x="2431" y="2580"/>
                  </a:cubicBezTo>
                  <a:cubicBezTo>
                    <a:pt x="3073" y="2194"/>
                    <a:pt x="3245" y="1150"/>
                    <a:pt x="2917" y="522"/>
                  </a:cubicBezTo>
                  <a:cubicBezTo>
                    <a:pt x="2787" y="279"/>
                    <a:pt x="2573" y="93"/>
                    <a:pt x="2288" y="36"/>
                  </a:cubicBezTo>
                  <a:cubicBezTo>
                    <a:pt x="2174" y="12"/>
                    <a:pt x="2063" y="1"/>
                    <a:pt x="195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445;p62">
              <a:extLst>
                <a:ext uri="{FF2B5EF4-FFF2-40B4-BE49-F238E27FC236}">
                  <a16:creationId xmlns:a16="http://schemas.microsoft.com/office/drawing/2014/main" id="{E29844CD-FF5D-B0C0-C8A9-347F4814B943}"/>
                </a:ext>
              </a:extLst>
            </p:cNvPr>
            <p:cNvSpPr/>
            <p:nvPr/>
          </p:nvSpPr>
          <p:spPr>
            <a:xfrm>
              <a:off x="4459375" y="1527488"/>
              <a:ext cx="180125" cy="122175"/>
            </a:xfrm>
            <a:custGeom>
              <a:avLst/>
              <a:gdLst/>
              <a:ahLst/>
              <a:cxnLst/>
              <a:rect l="l" t="t" r="r" b="b"/>
              <a:pathLst>
                <a:path w="7205" h="4887" extrusionOk="0">
                  <a:moveTo>
                    <a:pt x="4095" y="0"/>
                  </a:moveTo>
                  <a:cubicBezTo>
                    <a:pt x="3328" y="0"/>
                    <a:pt x="2226" y="115"/>
                    <a:pt x="1316" y="661"/>
                  </a:cubicBezTo>
                  <a:cubicBezTo>
                    <a:pt x="902" y="904"/>
                    <a:pt x="530" y="1247"/>
                    <a:pt x="258" y="1704"/>
                  </a:cubicBezTo>
                  <a:cubicBezTo>
                    <a:pt x="258" y="1704"/>
                    <a:pt x="144" y="1990"/>
                    <a:pt x="73" y="2376"/>
                  </a:cubicBezTo>
                  <a:cubicBezTo>
                    <a:pt x="73" y="2434"/>
                    <a:pt x="58" y="2505"/>
                    <a:pt x="44" y="2562"/>
                  </a:cubicBezTo>
                  <a:lnTo>
                    <a:pt x="44" y="2590"/>
                  </a:lnTo>
                  <a:cubicBezTo>
                    <a:pt x="1" y="3048"/>
                    <a:pt x="30" y="3591"/>
                    <a:pt x="344" y="3934"/>
                  </a:cubicBezTo>
                  <a:cubicBezTo>
                    <a:pt x="636" y="4236"/>
                    <a:pt x="1188" y="4306"/>
                    <a:pt x="1812" y="4306"/>
                  </a:cubicBezTo>
                  <a:cubicBezTo>
                    <a:pt x="2104" y="4306"/>
                    <a:pt x="2412" y="4291"/>
                    <a:pt x="2717" y="4277"/>
                  </a:cubicBezTo>
                  <a:cubicBezTo>
                    <a:pt x="3014" y="4262"/>
                    <a:pt x="3311" y="4246"/>
                    <a:pt x="3584" y="4246"/>
                  </a:cubicBezTo>
                  <a:cubicBezTo>
                    <a:pt x="3824" y="4246"/>
                    <a:pt x="4045" y="4258"/>
                    <a:pt x="4232" y="4292"/>
                  </a:cubicBezTo>
                  <a:cubicBezTo>
                    <a:pt x="5003" y="4422"/>
                    <a:pt x="5508" y="4886"/>
                    <a:pt x="6024" y="4886"/>
                  </a:cubicBezTo>
                  <a:cubicBezTo>
                    <a:pt x="6130" y="4886"/>
                    <a:pt x="6237" y="4867"/>
                    <a:pt x="6347" y="4820"/>
                  </a:cubicBezTo>
                  <a:cubicBezTo>
                    <a:pt x="6362" y="4806"/>
                    <a:pt x="6376" y="4806"/>
                    <a:pt x="6404" y="4791"/>
                  </a:cubicBezTo>
                  <a:cubicBezTo>
                    <a:pt x="6505" y="4734"/>
                    <a:pt x="6633" y="4649"/>
                    <a:pt x="6747" y="4534"/>
                  </a:cubicBezTo>
                  <a:cubicBezTo>
                    <a:pt x="7205" y="4092"/>
                    <a:pt x="7191" y="3377"/>
                    <a:pt x="6848" y="2891"/>
                  </a:cubicBezTo>
                  <a:cubicBezTo>
                    <a:pt x="6805" y="2819"/>
                    <a:pt x="6747" y="2762"/>
                    <a:pt x="6690" y="2705"/>
                  </a:cubicBezTo>
                  <a:cubicBezTo>
                    <a:pt x="6486" y="2500"/>
                    <a:pt x="6196" y="2368"/>
                    <a:pt x="5845" y="2368"/>
                  </a:cubicBezTo>
                  <a:cubicBezTo>
                    <a:pt x="5657" y="2368"/>
                    <a:pt x="5452" y="2406"/>
                    <a:pt x="5232" y="2491"/>
                  </a:cubicBezTo>
                  <a:lnTo>
                    <a:pt x="5089" y="761"/>
                  </a:lnTo>
                  <a:lnTo>
                    <a:pt x="5032" y="61"/>
                  </a:lnTo>
                  <a:cubicBezTo>
                    <a:pt x="5032" y="61"/>
                    <a:pt x="4652" y="0"/>
                    <a:pt x="409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446;p62">
              <a:extLst>
                <a:ext uri="{FF2B5EF4-FFF2-40B4-BE49-F238E27FC236}">
                  <a16:creationId xmlns:a16="http://schemas.microsoft.com/office/drawing/2014/main" id="{1384F574-4AF0-358F-017A-22F701FBCDA2}"/>
                </a:ext>
              </a:extLst>
            </p:cNvPr>
            <p:cNvSpPr/>
            <p:nvPr/>
          </p:nvSpPr>
          <p:spPr>
            <a:xfrm>
              <a:off x="4460475" y="1542038"/>
              <a:ext cx="191175" cy="58450"/>
            </a:xfrm>
            <a:custGeom>
              <a:avLst/>
              <a:gdLst/>
              <a:ahLst/>
              <a:cxnLst/>
              <a:rect l="l" t="t" r="r" b="b"/>
              <a:pathLst>
                <a:path w="7647" h="2338" extrusionOk="0">
                  <a:moveTo>
                    <a:pt x="3145" y="0"/>
                  </a:moveTo>
                  <a:cubicBezTo>
                    <a:pt x="2487" y="0"/>
                    <a:pt x="1814" y="38"/>
                    <a:pt x="1272" y="79"/>
                  </a:cubicBezTo>
                  <a:cubicBezTo>
                    <a:pt x="629" y="122"/>
                    <a:pt x="172" y="179"/>
                    <a:pt x="172" y="179"/>
                  </a:cubicBezTo>
                  <a:lnTo>
                    <a:pt x="29" y="1794"/>
                  </a:lnTo>
                  <a:lnTo>
                    <a:pt x="0" y="1980"/>
                  </a:lnTo>
                  <a:lnTo>
                    <a:pt x="0" y="2008"/>
                  </a:lnTo>
                  <a:lnTo>
                    <a:pt x="0" y="2065"/>
                  </a:lnTo>
                  <a:lnTo>
                    <a:pt x="1844" y="2137"/>
                  </a:lnTo>
                  <a:lnTo>
                    <a:pt x="3302" y="2180"/>
                  </a:lnTo>
                  <a:lnTo>
                    <a:pt x="3402" y="2195"/>
                  </a:lnTo>
                  <a:lnTo>
                    <a:pt x="4474" y="2223"/>
                  </a:lnTo>
                  <a:lnTo>
                    <a:pt x="5846" y="2280"/>
                  </a:lnTo>
                  <a:lnTo>
                    <a:pt x="6404" y="2294"/>
                  </a:lnTo>
                  <a:lnTo>
                    <a:pt x="6804" y="2309"/>
                  </a:lnTo>
                  <a:lnTo>
                    <a:pt x="7647" y="2338"/>
                  </a:lnTo>
                  <a:cubicBezTo>
                    <a:pt x="7647" y="2338"/>
                    <a:pt x="7290" y="2223"/>
                    <a:pt x="6875" y="1995"/>
                  </a:cubicBezTo>
                  <a:cubicBezTo>
                    <a:pt x="6404" y="1722"/>
                    <a:pt x="5861" y="1294"/>
                    <a:pt x="5731" y="680"/>
                  </a:cubicBezTo>
                  <a:cubicBezTo>
                    <a:pt x="5674" y="451"/>
                    <a:pt x="5417" y="293"/>
                    <a:pt x="5045" y="179"/>
                  </a:cubicBezTo>
                  <a:cubicBezTo>
                    <a:pt x="4554" y="45"/>
                    <a:pt x="3859" y="0"/>
                    <a:pt x="314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447;p62">
              <a:extLst>
                <a:ext uri="{FF2B5EF4-FFF2-40B4-BE49-F238E27FC236}">
                  <a16:creationId xmlns:a16="http://schemas.microsoft.com/office/drawing/2014/main" id="{76B43461-253F-9D4C-8EB3-D79CD1A1BB4D}"/>
                </a:ext>
              </a:extLst>
            </p:cNvPr>
            <p:cNvSpPr/>
            <p:nvPr/>
          </p:nvSpPr>
          <p:spPr>
            <a:xfrm>
              <a:off x="4461175" y="1527488"/>
              <a:ext cx="276725" cy="130050"/>
            </a:xfrm>
            <a:custGeom>
              <a:avLst/>
              <a:gdLst/>
              <a:ahLst/>
              <a:cxnLst/>
              <a:rect l="l" t="t" r="r" b="b"/>
              <a:pathLst>
                <a:path w="11069" h="5202" extrusionOk="0">
                  <a:moveTo>
                    <a:pt x="4023" y="0"/>
                  </a:moveTo>
                  <a:cubicBezTo>
                    <a:pt x="3256" y="0"/>
                    <a:pt x="2154" y="115"/>
                    <a:pt x="1244" y="661"/>
                  </a:cubicBezTo>
                  <a:cubicBezTo>
                    <a:pt x="601" y="704"/>
                    <a:pt x="144" y="761"/>
                    <a:pt x="144" y="761"/>
                  </a:cubicBezTo>
                  <a:lnTo>
                    <a:pt x="1" y="2376"/>
                  </a:lnTo>
                  <a:cubicBezTo>
                    <a:pt x="287" y="2362"/>
                    <a:pt x="615" y="2276"/>
                    <a:pt x="1002" y="2276"/>
                  </a:cubicBezTo>
                  <a:cubicBezTo>
                    <a:pt x="1016" y="2275"/>
                    <a:pt x="1031" y="2275"/>
                    <a:pt x="1045" y="2275"/>
                  </a:cubicBezTo>
                  <a:cubicBezTo>
                    <a:pt x="1521" y="2275"/>
                    <a:pt x="1608" y="2497"/>
                    <a:pt x="1816" y="2719"/>
                  </a:cubicBezTo>
                  <a:cubicBezTo>
                    <a:pt x="1916" y="2805"/>
                    <a:pt x="2031" y="2905"/>
                    <a:pt x="2216" y="2990"/>
                  </a:cubicBezTo>
                  <a:cubicBezTo>
                    <a:pt x="2345" y="3047"/>
                    <a:pt x="2510" y="3083"/>
                    <a:pt x="2673" y="3083"/>
                  </a:cubicBezTo>
                  <a:cubicBezTo>
                    <a:pt x="2923" y="3083"/>
                    <a:pt x="3169" y="2996"/>
                    <a:pt x="3274" y="2762"/>
                  </a:cubicBezTo>
                  <a:cubicBezTo>
                    <a:pt x="3302" y="2719"/>
                    <a:pt x="3317" y="2676"/>
                    <a:pt x="3331" y="2619"/>
                  </a:cubicBezTo>
                  <a:cubicBezTo>
                    <a:pt x="3331" y="2676"/>
                    <a:pt x="3346" y="2719"/>
                    <a:pt x="3374" y="2777"/>
                  </a:cubicBezTo>
                  <a:cubicBezTo>
                    <a:pt x="3474" y="2920"/>
                    <a:pt x="3677" y="2996"/>
                    <a:pt x="3870" y="2996"/>
                  </a:cubicBezTo>
                  <a:cubicBezTo>
                    <a:pt x="3925" y="2996"/>
                    <a:pt x="3980" y="2990"/>
                    <a:pt x="4032" y="2977"/>
                  </a:cubicBezTo>
                  <a:cubicBezTo>
                    <a:pt x="4175" y="2933"/>
                    <a:pt x="4303" y="2876"/>
                    <a:pt x="4446" y="2805"/>
                  </a:cubicBezTo>
                  <a:cubicBezTo>
                    <a:pt x="4575" y="2748"/>
                    <a:pt x="4703" y="2676"/>
                    <a:pt x="4861" y="2634"/>
                  </a:cubicBezTo>
                  <a:cubicBezTo>
                    <a:pt x="4933" y="2618"/>
                    <a:pt x="5005" y="2610"/>
                    <a:pt x="5077" y="2610"/>
                  </a:cubicBezTo>
                  <a:cubicBezTo>
                    <a:pt x="5336" y="2610"/>
                    <a:pt x="5594" y="2706"/>
                    <a:pt x="5818" y="2862"/>
                  </a:cubicBezTo>
                  <a:cubicBezTo>
                    <a:pt x="5918" y="2933"/>
                    <a:pt x="6004" y="3019"/>
                    <a:pt x="6090" y="3120"/>
                  </a:cubicBezTo>
                  <a:cubicBezTo>
                    <a:pt x="6147" y="3191"/>
                    <a:pt x="6189" y="3263"/>
                    <a:pt x="6218" y="3334"/>
                  </a:cubicBezTo>
                  <a:cubicBezTo>
                    <a:pt x="6447" y="3777"/>
                    <a:pt x="6447" y="4305"/>
                    <a:pt x="6290" y="4778"/>
                  </a:cubicBezTo>
                  <a:cubicBezTo>
                    <a:pt x="6290" y="4791"/>
                    <a:pt x="6290" y="4806"/>
                    <a:pt x="6275" y="4820"/>
                  </a:cubicBezTo>
                  <a:cubicBezTo>
                    <a:pt x="6290" y="4806"/>
                    <a:pt x="6304" y="4806"/>
                    <a:pt x="6332" y="4791"/>
                  </a:cubicBezTo>
                  <a:cubicBezTo>
                    <a:pt x="6622" y="4941"/>
                    <a:pt x="7028" y="5084"/>
                    <a:pt x="7466" y="5084"/>
                  </a:cubicBezTo>
                  <a:cubicBezTo>
                    <a:pt x="7656" y="5084"/>
                    <a:pt x="7853" y="5057"/>
                    <a:pt x="8048" y="4992"/>
                  </a:cubicBezTo>
                  <a:cubicBezTo>
                    <a:pt x="8133" y="4978"/>
                    <a:pt x="8205" y="4934"/>
                    <a:pt x="8263" y="4906"/>
                  </a:cubicBezTo>
                  <a:cubicBezTo>
                    <a:pt x="8532" y="5023"/>
                    <a:pt x="8998" y="5202"/>
                    <a:pt x="9463" y="5202"/>
                  </a:cubicBezTo>
                  <a:cubicBezTo>
                    <a:pt x="9739" y="5202"/>
                    <a:pt x="10015" y="5139"/>
                    <a:pt x="10249" y="4963"/>
                  </a:cubicBezTo>
                  <a:cubicBezTo>
                    <a:pt x="11068" y="4356"/>
                    <a:pt x="10729" y="2590"/>
                    <a:pt x="9755" y="2590"/>
                  </a:cubicBezTo>
                  <a:cubicBezTo>
                    <a:pt x="9744" y="2590"/>
                    <a:pt x="9732" y="2590"/>
                    <a:pt x="9720" y="2590"/>
                  </a:cubicBezTo>
                  <a:cubicBezTo>
                    <a:pt x="9320" y="2605"/>
                    <a:pt x="8991" y="2719"/>
                    <a:pt x="8749" y="2848"/>
                  </a:cubicBezTo>
                  <a:cubicBezTo>
                    <a:pt x="8619" y="2605"/>
                    <a:pt x="8405" y="2419"/>
                    <a:pt x="8120" y="2362"/>
                  </a:cubicBezTo>
                  <a:cubicBezTo>
                    <a:pt x="8006" y="2338"/>
                    <a:pt x="7895" y="2327"/>
                    <a:pt x="7785" y="2327"/>
                  </a:cubicBezTo>
                  <a:cubicBezTo>
                    <a:pt x="7440" y="2327"/>
                    <a:pt x="7119" y="2435"/>
                    <a:pt x="6847" y="2577"/>
                  </a:cubicBezTo>
                  <a:cubicBezTo>
                    <a:pt x="6376" y="2304"/>
                    <a:pt x="5833" y="1876"/>
                    <a:pt x="5703" y="1262"/>
                  </a:cubicBezTo>
                  <a:cubicBezTo>
                    <a:pt x="5646" y="1033"/>
                    <a:pt x="5389" y="875"/>
                    <a:pt x="5017" y="761"/>
                  </a:cubicBezTo>
                  <a:lnTo>
                    <a:pt x="4960" y="61"/>
                  </a:lnTo>
                  <a:cubicBezTo>
                    <a:pt x="4960" y="61"/>
                    <a:pt x="4580" y="0"/>
                    <a:pt x="4023"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448;p62">
              <a:extLst>
                <a:ext uri="{FF2B5EF4-FFF2-40B4-BE49-F238E27FC236}">
                  <a16:creationId xmlns:a16="http://schemas.microsoft.com/office/drawing/2014/main" id="{53B47AEB-F81D-25B6-A749-E2CBC5CAAEA5}"/>
                </a:ext>
              </a:extLst>
            </p:cNvPr>
            <p:cNvSpPr/>
            <p:nvPr/>
          </p:nvSpPr>
          <p:spPr>
            <a:xfrm>
              <a:off x="4454375" y="1094813"/>
              <a:ext cx="166200" cy="491725"/>
            </a:xfrm>
            <a:custGeom>
              <a:avLst/>
              <a:gdLst/>
              <a:ahLst/>
              <a:cxnLst/>
              <a:rect l="l" t="t" r="r" b="b"/>
              <a:pathLst>
                <a:path w="6648" h="19669" extrusionOk="0">
                  <a:moveTo>
                    <a:pt x="6648" y="1"/>
                  </a:moveTo>
                  <a:lnTo>
                    <a:pt x="6648" y="1"/>
                  </a:lnTo>
                  <a:cubicBezTo>
                    <a:pt x="3957" y="2900"/>
                    <a:pt x="1005" y="3109"/>
                    <a:pt x="208" y="3109"/>
                  </a:cubicBezTo>
                  <a:cubicBezTo>
                    <a:pt x="74" y="3109"/>
                    <a:pt x="1" y="3103"/>
                    <a:pt x="1" y="3103"/>
                  </a:cubicBezTo>
                  <a:lnTo>
                    <a:pt x="1" y="4447"/>
                  </a:lnTo>
                  <a:cubicBezTo>
                    <a:pt x="44" y="8548"/>
                    <a:pt x="159" y="16110"/>
                    <a:pt x="201" y="18597"/>
                  </a:cubicBezTo>
                  <a:lnTo>
                    <a:pt x="201" y="19426"/>
                  </a:lnTo>
                  <a:cubicBezTo>
                    <a:pt x="1274" y="19312"/>
                    <a:pt x="2045" y="18268"/>
                    <a:pt x="2045" y="18268"/>
                  </a:cubicBezTo>
                  <a:cubicBezTo>
                    <a:pt x="2402" y="19040"/>
                    <a:pt x="2932" y="19669"/>
                    <a:pt x="2932" y="19669"/>
                  </a:cubicBezTo>
                  <a:lnTo>
                    <a:pt x="3689" y="18268"/>
                  </a:lnTo>
                  <a:cubicBezTo>
                    <a:pt x="3689" y="18268"/>
                    <a:pt x="4076" y="19319"/>
                    <a:pt x="4334" y="19319"/>
                  </a:cubicBezTo>
                  <a:cubicBezTo>
                    <a:pt x="4370" y="19319"/>
                    <a:pt x="4403" y="19299"/>
                    <a:pt x="4432" y="19255"/>
                  </a:cubicBezTo>
                  <a:cubicBezTo>
                    <a:pt x="4660" y="18883"/>
                    <a:pt x="5018" y="18283"/>
                    <a:pt x="5018" y="18283"/>
                  </a:cubicBezTo>
                  <a:cubicBezTo>
                    <a:pt x="5747" y="19125"/>
                    <a:pt x="6419" y="19169"/>
                    <a:pt x="6419" y="19169"/>
                  </a:cubicBezTo>
                  <a:cubicBezTo>
                    <a:pt x="6076" y="13537"/>
                    <a:pt x="6648" y="1"/>
                    <a:pt x="664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449;p62">
              <a:extLst>
                <a:ext uri="{FF2B5EF4-FFF2-40B4-BE49-F238E27FC236}">
                  <a16:creationId xmlns:a16="http://schemas.microsoft.com/office/drawing/2014/main" id="{E480277C-62CD-84C6-C722-3FC8B71E441F}"/>
                </a:ext>
              </a:extLst>
            </p:cNvPr>
            <p:cNvSpPr/>
            <p:nvPr/>
          </p:nvSpPr>
          <p:spPr>
            <a:xfrm>
              <a:off x="4454375" y="1133788"/>
              <a:ext cx="164775" cy="452750"/>
            </a:xfrm>
            <a:custGeom>
              <a:avLst/>
              <a:gdLst/>
              <a:ahLst/>
              <a:cxnLst/>
              <a:rect l="l" t="t" r="r" b="b"/>
              <a:pathLst>
                <a:path w="6591" h="18110" extrusionOk="0">
                  <a:moveTo>
                    <a:pt x="6591" y="0"/>
                  </a:moveTo>
                  <a:lnTo>
                    <a:pt x="6591" y="0"/>
                  </a:lnTo>
                  <a:cubicBezTo>
                    <a:pt x="5190" y="1087"/>
                    <a:pt x="3103" y="1801"/>
                    <a:pt x="44" y="1916"/>
                  </a:cubicBezTo>
                  <a:lnTo>
                    <a:pt x="1" y="1916"/>
                  </a:lnTo>
                  <a:lnTo>
                    <a:pt x="1" y="2888"/>
                  </a:lnTo>
                  <a:cubicBezTo>
                    <a:pt x="1373" y="2888"/>
                    <a:pt x="2760" y="2901"/>
                    <a:pt x="4132" y="2916"/>
                  </a:cubicBezTo>
                  <a:cubicBezTo>
                    <a:pt x="4060" y="2916"/>
                    <a:pt x="4590" y="11392"/>
                    <a:pt x="4689" y="12007"/>
                  </a:cubicBezTo>
                  <a:cubicBezTo>
                    <a:pt x="5004" y="13894"/>
                    <a:pt x="5076" y="15137"/>
                    <a:pt x="4304" y="16880"/>
                  </a:cubicBezTo>
                  <a:cubicBezTo>
                    <a:pt x="4032" y="16438"/>
                    <a:pt x="3803" y="15966"/>
                    <a:pt x="3646" y="15466"/>
                  </a:cubicBezTo>
                  <a:cubicBezTo>
                    <a:pt x="3303" y="15765"/>
                    <a:pt x="3060" y="16181"/>
                    <a:pt x="2974" y="16623"/>
                  </a:cubicBezTo>
                  <a:cubicBezTo>
                    <a:pt x="2774" y="16352"/>
                    <a:pt x="2589" y="16095"/>
                    <a:pt x="2388" y="15837"/>
                  </a:cubicBezTo>
                  <a:cubicBezTo>
                    <a:pt x="1630" y="16181"/>
                    <a:pt x="858" y="16537"/>
                    <a:pt x="201" y="17038"/>
                  </a:cubicBezTo>
                  <a:lnTo>
                    <a:pt x="201" y="17867"/>
                  </a:lnTo>
                  <a:cubicBezTo>
                    <a:pt x="1274" y="17753"/>
                    <a:pt x="2045" y="16709"/>
                    <a:pt x="2045" y="16709"/>
                  </a:cubicBezTo>
                  <a:cubicBezTo>
                    <a:pt x="2402" y="17481"/>
                    <a:pt x="2932" y="18110"/>
                    <a:pt x="2932" y="18110"/>
                  </a:cubicBezTo>
                  <a:lnTo>
                    <a:pt x="3689" y="16709"/>
                  </a:lnTo>
                  <a:cubicBezTo>
                    <a:pt x="3689" y="16709"/>
                    <a:pt x="4075" y="17753"/>
                    <a:pt x="4332" y="17753"/>
                  </a:cubicBezTo>
                  <a:cubicBezTo>
                    <a:pt x="4361" y="17753"/>
                    <a:pt x="4403" y="17738"/>
                    <a:pt x="4432" y="17696"/>
                  </a:cubicBezTo>
                  <a:cubicBezTo>
                    <a:pt x="4660" y="17324"/>
                    <a:pt x="5018" y="16724"/>
                    <a:pt x="5018" y="16724"/>
                  </a:cubicBezTo>
                  <a:cubicBezTo>
                    <a:pt x="5747" y="17566"/>
                    <a:pt x="6419" y="17610"/>
                    <a:pt x="6419" y="17610"/>
                  </a:cubicBezTo>
                  <a:cubicBezTo>
                    <a:pt x="6333" y="16323"/>
                    <a:pt x="6305" y="14637"/>
                    <a:pt x="6305" y="12779"/>
                  </a:cubicBezTo>
                  <a:cubicBezTo>
                    <a:pt x="6305" y="8190"/>
                    <a:pt x="6490" y="2644"/>
                    <a:pt x="6591"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450;p62">
              <a:extLst>
                <a:ext uri="{FF2B5EF4-FFF2-40B4-BE49-F238E27FC236}">
                  <a16:creationId xmlns:a16="http://schemas.microsoft.com/office/drawing/2014/main" id="{64BE0291-65DD-2C16-DAA6-06E08BF058CC}"/>
                </a:ext>
              </a:extLst>
            </p:cNvPr>
            <p:cNvSpPr/>
            <p:nvPr/>
          </p:nvSpPr>
          <p:spPr>
            <a:xfrm>
              <a:off x="4576250" y="199688"/>
              <a:ext cx="155100" cy="121875"/>
            </a:xfrm>
            <a:custGeom>
              <a:avLst/>
              <a:gdLst/>
              <a:ahLst/>
              <a:cxnLst/>
              <a:rect l="l" t="t" r="r" b="b"/>
              <a:pathLst>
                <a:path w="6204" h="4875" extrusionOk="0">
                  <a:moveTo>
                    <a:pt x="3646" y="1"/>
                  </a:moveTo>
                  <a:cubicBezTo>
                    <a:pt x="3150" y="1"/>
                    <a:pt x="2901" y="401"/>
                    <a:pt x="2901" y="401"/>
                  </a:cubicBezTo>
                  <a:cubicBezTo>
                    <a:pt x="2901" y="401"/>
                    <a:pt x="2741" y="57"/>
                    <a:pt x="2348" y="57"/>
                  </a:cubicBezTo>
                  <a:cubicBezTo>
                    <a:pt x="2302" y="57"/>
                    <a:pt x="2254" y="62"/>
                    <a:pt x="2202" y="72"/>
                  </a:cubicBezTo>
                  <a:cubicBezTo>
                    <a:pt x="1687" y="173"/>
                    <a:pt x="2316" y="1974"/>
                    <a:pt x="2059" y="2559"/>
                  </a:cubicBezTo>
                  <a:cubicBezTo>
                    <a:pt x="2059" y="2559"/>
                    <a:pt x="1401" y="1902"/>
                    <a:pt x="1030" y="1644"/>
                  </a:cubicBezTo>
                  <a:cubicBezTo>
                    <a:pt x="885" y="1544"/>
                    <a:pt x="772" y="1500"/>
                    <a:pt x="680" y="1500"/>
                  </a:cubicBezTo>
                  <a:cubicBezTo>
                    <a:pt x="535" y="1500"/>
                    <a:pt x="439" y="1608"/>
                    <a:pt x="343" y="1774"/>
                  </a:cubicBezTo>
                  <a:lnTo>
                    <a:pt x="258" y="1945"/>
                  </a:lnTo>
                  <a:cubicBezTo>
                    <a:pt x="129" y="2260"/>
                    <a:pt x="0" y="2688"/>
                    <a:pt x="115" y="2774"/>
                  </a:cubicBezTo>
                  <a:cubicBezTo>
                    <a:pt x="201" y="2817"/>
                    <a:pt x="500" y="3003"/>
                    <a:pt x="757" y="3302"/>
                  </a:cubicBezTo>
                  <a:cubicBezTo>
                    <a:pt x="1030" y="3617"/>
                    <a:pt x="1258" y="4061"/>
                    <a:pt x="1158" y="4661"/>
                  </a:cubicBezTo>
                  <a:lnTo>
                    <a:pt x="5789" y="4875"/>
                  </a:lnTo>
                  <a:cubicBezTo>
                    <a:pt x="5789" y="4875"/>
                    <a:pt x="6204" y="4046"/>
                    <a:pt x="6160" y="2260"/>
                  </a:cubicBezTo>
                  <a:cubicBezTo>
                    <a:pt x="6103" y="472"/>
                    <a:pt x="5646" y="101"/>
                    <a:pt x="5089" y="72"/>
                  </a:cubicBezTo>
                  <a:cubicBezTo>
                    <a:pt x="5068" y="71"/>
                    <a:pt x="5048" y="71"/>
                    <a:pt x="5029" y="71"/>
                  </a:cubicBezTo>
                  <a:cubicBezTo>
                    <a:pt x="4522" y="71"/>
                    <a:pt x="4403" y="415"/>
                    <a:pt x="4403" y="415"/>
                  </a:cubicBezTo>
                  <a:cubicBezTo>
                    <a:pt x="4403" y="415"/>
                    <a:pt x="4188" y="15"/>
                    <a:pt x="3673" y="1"/>
                  </a:cubicBezTo>
                  <a:cubicBezTo>
                    <a:pt x="3664" y="1"/>
                    <a:pt x="3655" y="1"/>
                    <a:pt x="364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451;p62">
              <a:extLst>
                <a:ext uri="{FF2B5EF4-FFF2-40B4-BE49-F238E27FC236}">
                  <a16:creationId xmlns:a16="http://schemas.microsoft.com/office/drawing/2014/main" id="{2BCFFF46-8F5F-612C-106C-FA228061CA00}"/>
                </a:ext>
              </a:extLst>
            </p:cNvPr>
            <p:cNvSpPr/>
            <p:nvPr/>
          </p:nvSpPr>
          <p:spPr>
            <a:xfrm>
              <a:off x="4121350" y="199688"/>
              <a:ext cx="155475" cy="121875"/>
            </a:xfrm>
            <a:custGeom>
              <a:avLst/>
              <a:gdLst/>
              <a:ahLst/>
              <a:cxnLst/>
              <a:rect l="l" t="t" r="r" b="b"/>
              <a:pathLst>
                <a:path w="6219" h="4875" extrusionOk="0">
                  <a:moveTo>
                    <a:pt x="2558" y="1"/>
                  </a:moveTo>
                  <a:cubicBezTo>
                    <a:pt x="2549" y="1"/>
                    <a:pt x="2540" y="1"/>
                    <a:pt x="2531" y="1"/>
                  </a:cubicBezTo>
                  <a:cubicBezTo>
                    <a:pt x="2016" y="15"/>
                    <a:pt x="1801" y="415"/>
                    <a:pt x="1801" y="415"/>
                  </a:cubicBezTo>
                  <a:cubicBezTo>
                    <a:pt x="1801" y="415"/>
                    <a:pt x="1683" y="71"/>
                    <a:pt x="1176" y="71"/>
                  </a:cubicBezTo>
                  <a:cubicBezTo>
                    <a:pt x="1156" y="71"/>
                    <a:pt x="1136" y="71"/>
                    <a:pt x="1115" y="72"/>
                  </a:cubicBezTo>
                  <a:cubicBezTo>
                    <a:pt x="558" y="101"/>
                    <a:pt x="101" y="472"/>
                    <a:pt x="58" y="2260"/>
                  </a:cubicBezTo>
                  <a:cubicBezTo>
                    <a:pt x="0" y="4046"/>
                    <a:pt x="415" y="4875"/>
                    <a:pt x="415" y="4875"/>
                  </a:cubicBezTo>
                  <a:lnTo>
                    <a:pt x="5047" y="4661"/>
                  </a:lnTo>
                  <a:cubicBezTo>
                    <a:pt x="4946" y="4061"/>
                    <a:pt x="5189" y="3617"/>
                    <a:pt x="5447" y="3302"/>
                  </a:cubicBezTo>
                  <a:cubicBezTo>
                    <a:pt x="5718" y="3003"/>
                    <a:pt x="6004" y="2817"/>
                    <a:pt x="6089" y="2774"/>
                  </a:cubicBezTo>
                  <a:cubicBezTo>
                    <a:pt x="6219" y="2688"/>
                    <a:pt x="6089" y="2260"/>
                    <a:pt x="5946" y="1945"/>
                  </a:cubicBezTo>
                  <a:lnTo>
                    <a:pt x="5861" y="1774"/>
                  </a:lnTo>
                  <a:cubicBezTo>
                    <a:pt x="5765" y="1608"/>
                    <a:pt x="5669" y="1500"/>
                    <a:pt x="5524" y="1500"/>
                  </a:cubicBezTo>
                  <a:cubicBezTo>
                    <a:pt x="5432" y="1500"/>
                    <a:pt x="5319" y="1544"/>
                    <a:pt x="5175" y="1644"/>
                  </a:cubicBezTo>
                  <a:cubicBezTo>
                    <a:pt x="4818" y="1902"/>
                    <a:pt x="4145" y="2559"/>
                    <a:pt x="4145" y="2559"/>
                  </a:cubicBezTo>
                  <a:cubicBezTo>
                    <a:pt x="3888" y="1974"/>
                    <a:pt x="4517" y="173"/>
                    <a:pt x="4017" y="72"/>
                  </a:cubicBezTo>
                  <a:cubicBezTo>
                    <a:pt x="3964" y="62"/>
                    <a:pt x="3914" y="57"/>
                    <a:pt x="3867" y="57"/>
                  </a:cubicBezTo>
                  <a:cubicBezTo>
                    <a:pt x="3463" y="57"/>
                    <a:pt x="3303" y="401"/>
                    <a:pt x="3303" y="401"/>
                  </a:cubicBezTo>
                  <a:cubicBezTo>
                    <a:pt x="3303" y="401"/>
                    <a:pt x="3054" y="1"/>
                    <a:pt x="255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452;p62">
              <a:extLst>
                <a:ext uri="{FF2B5EF4-FFF2-40B4-BE49-F238E27FC236}">
                  <a16:creationId xmlns:a16="http://schemas.microsoft.com/office/drawing/2014/main" id="{DCA2E08D-E780-43F8-C348-74E4B0B0B2BB}"/>
                </a:ext>
              </a:extLst>
            </p:cNvPr>
            <p:cNvSpPr/>
            <p:nvPr/>
          </p:nvSpPr>
          <p:spPr>
            <a:xfrm>
              <a:off x="3945200" y="172538"/>
              <a:ext cx="926225" cy="136550"/>
            </a:xfrm>
            <a:custGeom>
              <a:avLst/>
              <a:gdLst/>
              <a:ahLst/>
              <a:cxnLst/>
              <a:rect l="l" t="t" r="r" b="b"/>
              <a:pathLst>
                <a:path w="37049" h="5462" extrusionOk="0">
                  <a:moveTo>
                    <a:pt x="700" y="1"/>
                  </a:moveTo>
                  <a:cubicBezTo>
                    <a:pt x="0" y="2702"/>
                    <a:pt x="700" y="5461"/>
                    <a:pt x="700" y="5461"/>
                  </a:cubicBezTo>
                  <a:cubicBezTo>
                    <a:pt x="2144" y="5032"/>
                    <a:pt x="7490" y="3460"/>
                    <a:pt x="9148" y="3331"/>
                  </a:cubicBezTo>
                  <a:cubicBezTo>
                    <a:pt x="10396" y="3235"/>
                    <a:pt x="13164" y="2861"/>
                    <a:pt x="14773" y="2861"/>
                  </a:cubicBezTo>
                  <a:cubicBezTo>
                    <a:pt x="15321" y="2861"/>
                    <a:pt x="15734" y="2904"/>
                    <a:pt x="15908" y="3016"/>
                  </a:cubicBezTo>
                  <a:cubicBezTo>
                    <a:pt x="16594" y="3460"/>
                    <a:pt x="18738" y="4461"/>
                    <a:pt x="18738" y="4461"/>
                  </a:cubicBezTo>
                  <a:lnTo>
                    <a:pt x="19039" y="4160"/>
                  </a:lnTo>
                  <a:lnTo>
                    <a:pt x="17738" y="3417"/>
                  </a:lnTo>
                  <a:cubicBezTo>
                    <a:pt x="17738" y="3417"/>
                    <a:pt x="18754" y="3266"/>
                    <a:pt x="19479" y="3266"/>
                  </a:cubicBezTo>
                  <a:cubicBezTo>
                    <a:pt x="19727" y="3266"/>
                    <a:pt x="19941" y="3284"/>
                    <a:pt x="20068" y="3331"/>
                  </a:cubicBezTo>
                  <a:cubicBezTo>
                    <a:pt x="20157" y="3364"/>
                    <a:pt x="20756" y="3378"/>
                    <a:pt x="21679" y="3378"/>
                  </a:cubicBezTo>
                  <a:cubicBezTo>
                    <a:pt x="25927" y="3378"/>
                    <a:pt x="37049" y="3088"/>
                    <a:pt x="37049" y="3088"/>
                  </a:cubicBezTo>
                  <a:lnTo>
                    <a:pt x="37049" y="2530"/>
                  </a:lnTo>
                  <a:cubicBezTo>
                    <a:pt x="37049" y="2530"/>
                    <a:pt x="30179" y="2253"/>
                    <a:pt x="28288" y="2253"/>
                  </a:cubicBezTo>
                  <a:cubicBezTo>
                    <a:pt x="28123" y="2253"/>
                    <a:pt x="27996" y="2255"/>
                    <a:pt x="27915" y="2259"/>
                  </a:cubicBezTo>
                  <a:cubicBezTo>
                    <a:pt x="27704" y="2271"/>
                    <a:pt x="27267" y="2278"/>
                    <a:pt x="26708" y="2278"/>
                  </a:cubicBezTo>
                  <a:cubicBezTo>
                    <a:pt x="24539" y="2278"/>
                    <a:pt x="20514" y="2174"/>
                    <a:pt x="20526" y="1844"/>
                  </a:cubicBezTo>
                  <a:cubicBezTo>
                    <a:pt x="20526" y="1444"/>
                    <a:pt x="21511" y="929"/>
                    <a:pt x="21511" y="929"/>
                  </a:cubicBezTo>
                  <a:lnTo>
                    <a:pt x="21012" y="558"/>
                  </a:lnTo>
                  <a:cubicBezTo>
                    <a:pt x="21012" y="558"/>
                    <a:pt x="19053" y="1758"/>
                    <a:pt x="18267" y="1831"/>
                  </a:cubicBezTo>
                  <a:cubicBezTo>
                    <a:pt x="18132" y="1846"/>
                    <a:pt x="17836" y="1852"/>
                    <a:pt x="17433" y="1852"/>
                  </a:cubicBezTo>
                  <a:cubicBezTo>
                    <a:pt x="16733" y="1852"/>
                    <a:pt x="15708" y="1834"/>
                    <a:pt x="14637" y="1816"/>
                  </a:cubicBezTo>
                  <a:cubicBezTo>
                    <a:pt x="13472" y="1799"/>
                    <a:pt x="12251" y="1777"/>
                    <a:pt x="11327" y="1777"/>
                  </a:cubicBezTo>
                  <a:cubicBezTo>
                    <a:pt x="10697" y="1777"/>
                    <a:pt x="10205" y="1787"/>
                    <a:pt x="9962" y="1816"/>
                  </a:cubicBezTo>
                  <a:cubicBezTo>
                    <a:pt x="9866" y="1827"/>
                    <a:pt x="9749" y="1832"/>
                    <a:pt x="9616" y="1832"/>
                  </a:cubicBezTo>
                  <a:cubicBezTo>
                    <a:pt x="8194" y="1832"/>
                    <a:pt x="4843" y="1259"/>
                    <a:pt x="4060" y="1259"/>
                  </a:cubicBezTo>
                  <a:cubicBezTo>
                    <a:pt x="3216" y="1259"/>
                    <a:pt x="700" y="1"/>
                    <a:pt x="70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453;p62">
              <a:extLst>
                <a:ext uri="{FF2B5EF4-FFF2-40B4-BE49-F238E27FC236}">
                  <a16:creationId xmlns:a16="http://schemas.microsoft.com/office/drawing/2014/main" id="{041F74E0-44FA-45A6-BBAE-FAA1AE546762}"/>
                </a:ext>
              </a:extLst>
            </p:cNvPr>
            <p:cNvSpPr/>
            <p:nvPr/>
          </p:nvSpPr>
          <p:spPr>
            <a:xfrm>
              <a:off x="4198900" y="189313"/>
              <a:ext cx="49075" cy="66675"/>
            </a:xfrm>
            <a:custGeom>
              <a:avLst/>
              <a:gdLst/>
              <a:ahLst/>
              <a:cxnLst/>
              <a:rect l="l" t="t" r="r" b="b"/>
              <a:pathLst>
                <a:path w="1963" h="2667" extrusionOk="0">
                  <a:moveTo>
                    <a:pt x="1029" y="0"/>
                  </a:moveTo>
                  <a:cubicBezTo>
                    <a:pt x="1020" y="0"/>
                    <a:pt x="1011" y="1"/>
                    <a:pt x="1001" y="1"/>
                  </a:cubicBezTo>
                  <a:cubicBezTo>
                    <a:pt x="357" y="45"/>
                    <a:pt x="1" y="487"/>
                    <a:pt x="14" y="1331"/>
                  </a:cubicBezTo>
                  <a:cubicBezTo>
                    <a:pt x="14" y="2080"/>
                    <a:pt x="341" y="2666"/>
                    <a:pt x="838" y="2666"/>
                  </a:cubicBezTo>
                  <a:cubicBezTo>
                    <a:pt x="890" y="2666"/>
                    <a:pt x="945" y="2660"/>
                    <a:pt x="1001" y="2646"/>
                  </a:cubicBezTo>
                  <a:cubicBezTo>
                    <a:pt x="1962" y="2420"/>
                    <a:pt x="1833" y="0"/>
                    <a:pt x="1029"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454;p62">
              <a:extLst>
                <a:ext uri="{FF2B5EF4-FFF2-40B4-BE49-F238E27FC236}">
                  <a16:creationId xmlns:a16="http://schemas.microsoft.com/office/drawing/2014/main" id="{A368E696-07F2-CE56-11D9-F9DE515C70EE}"/>
                </a:ext>
              </a:extLst>
            </p:cNvPr>
            <p:cNvSpPr/>
            <p:nvPr/>
          </p:nvSpPr>
          <p:spPr>
            <a:xfrm>
              <a:off x="4153875" y="189313"/>
              <a:ext cx="52950" cy="66675"/>
            </a:xfrm>
            <a:custGeom>
              <a:avLst/>
              <a:gdLst/>
              <a:ahLst/>
              <a:cxnLst/>
              <a:rect l="l" t="t" r="r" b="b"/>
              <a:pathLst>
                <a:path w="2118" h="2667" extrusionOk="0">
                  <a:moveTo>
                    <a:pt x="1103" y="0"/>
                  </a:moveTo>
                  <a:cubicBezTo>
                    <a:pt x="1093" y="0"/>
                    <a:pt x="1082" y="1"/>
                    <a:pt x="1072" y="1"/>
                  </a:cubicBezTo>
                  <a:cubicBezTo>
                    <a:pt x="372" y="45"/>
                    <a:pt x="1" y="487"/>
                    <a:pt x="14" y="1331"/>
                  </a:cubicBezTo>
                  <a:cubicBezTo>
                    <a:pt x="14" y="2080"/>
                    <a:pt x="377" y="2666"/>
                    <a:pt x="900" y="2666"/>
                  </a:cubicBezTo>
                  <a:cubicBezTo>
                    <a:pt x="956" y="2666"/>
                    <a:pt x="1013" y="2660"/>
                    <a:pt x="1072" y="2646"/>
                  </a:cubicBezTo>
                  <a:cubicBezTo>
                    <a:pt x="2118" y="2420"/>
                    <a:pt x="1977" y="0"/>
                    <a:pt x="110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455;p62">
              <a:extLst>
                <a:ext uri="{FF2B5EF4-FFF2-40B4-BE49-F238E27FC236}">
                  <a16:creationId xmlns:a16="http://schemas.microsoft.com/office/drawing/2014/main" id="{EE432FA1-6E4E-7FA5-CFBC-1EB756820F40}"/>
                </a:ext>
              </a:extLst>
            </p:cNvPr>
            <p:cNvSpPr/>
            <p:nvPr/>
          </p:nvSpPr>
          <p:spPr>
            <a:xfrm>
              <a:off x="4108850" y="189313"/>
              <a:ext cx="52950" cy="66675"/>
            </a:xfrm>
            <a:custGeom>
              <a:avLst/>
              <a:gdLst/>
              <a:ahLst/>
              <a:cxnLst/>
              <a:rect l="l" t="t" r="r" b="b"/>
              <a:pathLst>
                <a:path w="2118" h="2667" extrusionOk="0">
                  <a:moveTo>
                    <a:pt x="1103" y="0"/>
                  </a:moveTo>
                  <a:cubicBezTo>
                    <a:pt x="1093" y="0"/>
                    <a:pt x="1082" y="1"/>
                    <a:pt x="1072" y="1"/>
                  </a:cubicBezTo>
                  <a:cubicBezTo>
                    <a:pt x="372" y="45"/>
                    <a:pt x="1" y="487"/>
                    <a:pt x="14" y="1331"/>
                  </a:cubicBezTo>
                  <a:cubicBezTo>
                    <a:pt x="14" y="2080"/>
                    <a:pt x="377" y="2666"/>
                    <a:pt x="900" y="2666"/>
                  </a:cubicBezTo>
                  <a:cubicBezTo>
                    <a:pt x="956" y="2666"/>
                    <a:pt x="1013" y="2660"/>
                    <a:pt x="1072" y="2646"/>
                  </a:cubicBezTo>
                  <a:cubicBezTo>
                    <a:pt x="2118" y="2420"/>
                    <a:pt x="1977" y="0"/>
                    <a:pt x="110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456;p62">
              <a:extLst>
                <a:ext uri="{FF2B5EF4-FFF2-40B4-BE49-F238E27FC236}">
                  <a16:creationId xmlns:a16="http://schemas.microsoft.com/office/drawing/2014/main" id="{32C455BE-C752-E01A-42AB-A4FCD8F821EB}"/>
                </a:ext>
              </a:extLst>
            </p:cNvPr>
            <p:cNvSpPr/>
            <p:nvPr/>
          </p:nvSpPr>
          <p:spPr>
            <a:xfrm>
              <a:off x="4582950" y="189313"/>
              <a:ext cx="49075" cy="66675"/>
            </a:xfrm>
            <a:custGeom>
              <a:avLst/>
              <a:gdLst/>
              <a:ahLst/>
              <a:cxnLst/>
              <a:rect l="l" t="t" r="r" b="b"/>
              <a:pathLst>
                <a:path w="1963" h="2667" extrusionOk="0">
                  <a:moveTo>
                    <a:pt x="933" y="0"/>
                  </a:moveTo>
                  <a:cubicBezTo>
                    <a:pt x="115" y="0"/>
                    <a:pt x="1" y="2420"/>
                    <a:pt x="962" y="2646"/>
                  </a:cubicBezTo>
                  <a:cubicBezTo>
                    <a:pt x="1017" y="2660"/>
                    <a:pt x="1070" y="2666"/>
                    <a:pt x="1121" y="2666"/>
                  </a:cubicBezTo>
                  <a:cubicBezTo>
                    <a:pt x="1607" y="2666"/>
                    <a:pt x="1935" y="2080"/>
                    <a:pt x="1947" y="1331"/>
                  </a:cubicBezTo>
                  <a:cubicBezTo>
                    <a:pt x="1962" y="487"/>
                    <a:pt x="1604" y="45"/>
                    <a:pt x="962" y="1"/>
                  </a:cubicBezTo>
                  <a:cubicBezTo>
                    <a:pt x="952" y="1"/>
                    <a:pt x="942" y="0"/>
                    <a:pt x="93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57;p62">
              <a:extLst>
                <a:ext uri="{FF2B5EF4-FFF2-40B4-BE49-F238E27FC236}">
                  <a16:creationId xmlns:a16="http://schemas.microsoft.com/office/drawing/2014/main" id="{A6AF555F-1B11-D7E9-1FB0-0F13A0F15D96}"/>
                </a:ext>
              </a:extLst>
            </p:cNvPr>
            <p:cNvSpPr/>
            <p:nvPr/>
          </p:nvSpPr>
          <p:spPr>
            <a:xfrm>
              <a:off x="4624050" y="189313"/>
              <a:ext cx="53000" cy="66675"/>
            </a:xfrm>
            <a:custGeom>
              <a:avLst/>
              <a:gdLst/>
              <a:ahLst/>
              <a:cxnLst/>
              <a:rect l="l" t="t" r="r" b="b"/>
              <a:pathLst>
                <a:path w="2120" h="2667" extrusionOk="0">
                  <a:moveTo>
                    <a:pt x="1002" y="0"/>
                  </a:moveTo>
                  <a:cubicBezTo>
                    <a:pt x="129" y="0"/>
                    <a:pt x="1" y="2420"/>
                    <a:pt x="1033" y="2646"/>
                  </a:cubicBezTo>
                  <a:cubicBezTo>
                    <a:pt x="1093" y="2660"/>
                    <a:pt x="1152" y="2666"/>
                    <a:pt x="1208" y="2666"/>
                  </a:cubicBezTo>
                  <a:cubicBezTo>
                    <a:pt x="1740" y="2666"/>
                    <a:pt x="2092" y="2080"/>
                    <a:pt x="2104" y="1331"/>
                  </a:cubicBezTo>
                  <a:cubicBezTo>
                    <a:pt x="2119" y="487"/>
                    <a:pt x="1733" y="45"/>
                    <a:pt x="1033" y="1"/>
                  </a:cubicBezTo>
                  <a:cubicBezTo>
                    <a:pt x="1023" y="1"/>
                    <a:pt x="1012" y="0"/>
                    <a:pt x="10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458;p62">
              <a:extLst>
                <a:ext uri="{FF2B5EF4-FFF2-40B4-BE49-F238E27FC236}">
                  <a16:creationId xmlns:a16="http://schemas.microsoft.com/office/drawing/2014/main" id="{4318267A-08E3-2A3E-1631-1F8973AA4B1E}"/>
                </a:ext>
              </a:extLst>
            </p:cNvPr>
            <p:cNvSpPr/>
            <p:nvPr/>
          </p:nvSpPr>
          <p:spPr>
            <a:xfrm>
              <a:off x="4669075" y="189313"/>
              <a:ext cx="53000" cy="66675"/>
            </a:xfrm>
            <a:custGeom>
              <a:avLst/>
              <a:gdLst/>
              <a:ahLst/>
              <a:cxnLst/>
              <a:rect l="l" t="t" r="r" b="b"/>
              <a:pathLst>
                <a:path w="2120" h="2667" extrusionOk="0">
                  <a:moveTo>
                    <a:pt x="1002" y="0"/>
                  </a:moveTo>
                  <a:cubicBezTo>
                    <a:pt x="129" y="0"/>
                    <a:pt x="1" y="2420"/>
                    <a:pt x="1033" y="2646"/>
                  </a:cubicBezTo>
                  <a:cubicBezTo>
                    <a:pt x="1093" y="2660"/>
                    <a:pt x="1152" y="2666"/>
                    <a:pt x="1208" y="2666"/>
                  </a:cubicBezTo>
                  <a:cubicBezTo>
                    <a:pt x="1740" y="2666"/>
                    <a:pt x="2092" y="2080"/>
                    <a:pt x="2104" y="1331"/>
                  </a:cubicBezTo>
                  <a:cubicBezTo>
                    <a:pt x="2119" y="487"/>
                    <a:pt x="1733" y="45"/>
                    <a:pt x="1033" y="1"/>
                  </a:cubicBezTo>
                  <a:cubicBezTo>
                    <a:pt x="1023" y="1"/>
                    <a:pt x="1012" y="0"/>
                    <a:pt x="10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459;p62">
              <a:extLst>
                <a:ext uri="{FF2B5EF4-FFF2-40B4-BE49-F238E27FC236}">
                  <a16:creationId xmlns:a16="http://schemas.microsoft.com/office/drawing/2014/main" id="{5A0140D1-3303-14DC-2150-1043588ECE8C}"/>
                </a:ext>
              </a:extLst>
            </p:cNvPr>
            <p:cNvSpPr/>
            <p:nvPr/>
          </p:nvSpPr>
          <p:spPr>
            <a:xfrm>
              <a:off x="4579825" y="274738"/>
              <a:ext cx="181175" cy="595350"/>
            </a:xfrm>
            <a:custGeom>
              <a:avLst/>
              <a:gdLst/>
              <a:ahLst/>
              <a:cxnLst/>
              <a:rect l="l" t="t" r="r" b="b"/>
              <a:pathLst>
                <a:path w="7247" h="23814" extrusionOk="0">
                  <a:moveTo>
                    <a:pt x="4746" y="1"/>
                  </a:moveTo>
                  <a:lnTo>
                    <a:pt x="3945" y="1272"/>
                  </a:lnTo>
                  <a:lnTo>
                    <a:pt x="3130" y="72"/>
                  </a:lnTo>
                  <a:lnTo>
                    <a:pt x="2230" y="1187"/>
                  </a:lnTo>
                  <a:lnTo>
                    <a:pt x="1658" y="144"/>
                  </a:lnTo>
                  <a:lnTo>
                    <a:pt x="1001" y="1129"/>
                  </a:lnTo>
                  <a:cubicBezTo>
                    <a:pt x="1001" y="1129"/>
                    <a:pt x="772" y="515"/>
                    <a:pt x="0" y="215"/>
                  </a:cubicBezTo>
                  <a:lnTo>
                    <a:pt x="0" y="215"/>
                  </a:lnTo>
                  <a:cubicBezTo>
                    <a:pt x="0" y="215"/>
                    <a:pt x="700" y="3159"/>
                    <a:pt x="801" y="7333"/>
                  </a:cubicBezTo>
                  <a:cubicBezTo>
                    <a:pt x="858" y="9534"/>
                    <a:pt x="643" y="12836"/>
                    <a:pt x="672" y="16067"/>
                  </a:cubicBezTo>
                  <a:cubicBezTo>
                    <a:pt x="686" y="18983"/>
                    <a:pt x="887" y="21841"/>
                    <a:pt x="1630" y="23814"/>
                  </a:cubicBezTo>
                  <a:cubicBezTo>
                    <a:pt x="1630" y="23814"/>
                    <a:pt x="6633" y="23313"/>
                    <a:pt x="6947" y="17653"/>
                  </a:cubicBezTo>
                  <a:cubicBezTo>
                    <a:pt x="7247" y="12007"/>
                    <a:pt x="5889" y="5147"/>
                    <a:pt x="5960" y="3474"/>
                  </a:cubicBezTo>
                  <a:cubicBezTo>
                    <a:pt x="6032" y="1802"/>
                    <a:pt x="6589" y="658"/>
                    <a:pt x="6589" y="658"/>
                  </a:cubicBezTo>
                  <a:lnTo>
                    <a:pt x="6589" y="658"/>
                  </a:lnTo>
                  <a:cubicBezTo>
                    <a:pt x="6589" y="658"/>
                    <a:pt x="5918" y="744"/>
                    <a:pt x="5131" y="1501"/>
                  </a:cubicBezTo>
                  <a:cubicBezTo>
                    <a:pt x="5103" y="1516"/>
                    <a:pt x="5089" y="1545"/>
                    <a:pt x="5060" y="1558"/>
                  </a:cubicBezTo>
                  <a:lnTo>
                    <a:pt x="4746"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460;p62">
              <a:extLst>
                <a:ext uri="{FF2B5EF4-FFF2-40B4-BE49-F238E27FC236}">
                  <a16:creationId xmlns:a16="http://schemas.microsoft.com/office/drawing/2014/main" id="{365E697F-93FE-C261-2B49-B183CFDD6913}"/>
                </a:ext>
              </a:extLst>
            </p:cNvPr>
            <p:cNvSpPr/>
            <p:nvPr/>
          </p:nvSpPr>
          <p:spPr>
            <a:xfrm>
              <a:off x="4596600" y="291188"/>
              <a:ext cx="157975" cy="557800"/>
            </a:xfrm>
            <a:custGeom>
              <a:avLst/>
              <a:gdLst/>
              <a:ahLst/>
              <a:cxnLst/>
              <a:rect l="l" t="t" r="r" b="b"/>
              <a:pathLst>
                <a:path w="6319" h="22312" extrusionOk="0">
                  <a:moveTo>
                    <a:pt x="5918" y="0"/>
                  </a:moveTo>
                  <a:lnTo>
                    <a:pt x="5918" y="0"/>
                  </a:lnTo>
                  <a:cubicBezTo>
                    <a:pt x="5918" y="0"/>
                    <a:pt x="5647" y="29"/>
                    <a:pt x="5247" y="258"/>
                  </a:cubicBezTo>
                  <a:cubicBezTo>
                    <a:pt x="5018" y="386"/>
                    <a:pt x="4746" y="572"/>
                    <a:pt x="4460" y="843"/>
                  </a:cubicBezTo>
                  <a:cubicBezTo>
                    <a:pt x="4361" y="1058"/>
                    <a:pt x="4289" y="1287"/>
                    <a:pt x="4231" y="1544"/>
                  </a:cubicBezTo>
                  <a:cubicBezTo>
                    <a:pt x="4117" y="1987"/>
                    <a:pt x="4089" y="2430"/>
                    <a:pt x="4089" y="2888"/>
                  </a:cubicBezTo>
                  <a:cubicBezTo>
                    <a:pt x="4075" y="3559"/>
                    <a:pt x="4161" y="4245"/>
                    <a:pt x="4231" y="4917"/>
                  </a:cubicBezTo>
                  <a:cubicBezTo>
                    <a:pt x="4475" y="6918"/>
                    <a:pt x="4717" y="8933"/>
                    <a:pt x="4946" y="10949"/>
                  </a:cubicBezTo>
                  <a:cubicBezTo>
                    <a:pt x="5060" y="11893"/>
                    <a:pt x="5175" y="12850"/>
                    <a:pt x="5161" y="13808"/>
                  </a:cubicBezTo>
                  <a:cubicBezTo>
                    <a:pt x="5146" y="15123"/>
                    <a:pt x="4860" y="16509"/>
                    <a:pt x="3974" y="17481"/>
                  </a:cubicBezTo>
                  <a:cubicBezTo>
                    <a:pt x="3675" y="17824"/>
                    <a:pt x="3345" y="17995"/>
                    <a:pt x="3031" y="17995"/>
                  </a:cubicBezTo>
                  <a:cubicBezTo>
                    <a:pt x="2674" y="17995"/>
                    <a:pt x="2331" y="17781"/>
                    <a:pt x="2074" y="17353"/>
                  </a:cubicBezTo>
                  <a:cubicBezTo>
                    <a:pt x="1859" y="17010"/>
                    <a:pt x="1759" y="16595"/>
                    <a:pt x="1544" y="16251"/>
                  </a:cubicBezTo>
                  <a:cubicBezTo>
                    <a:pt x="1216" y="15708"/>
                    <a:pt x="630" y="15437"/>
                    <a:pt x="1" y="15409"/>
                  </a:cubicBezTo>
                  <a:lnTo>
                    <a:pt x="1" y="16166"/>
                  </a:lnTo>
                  <a:cubicBezTo>
                    <a:pt x="2274" y="17824"/>
                    <a:pt x="3002" y="20311"/>
                    <a:pt x="3303" y="22312"/>
                  </a:cubicBezTo>
                  <a:cubicBezTo>
                    <a:pt x="4647" y="21511"/>
                    <a:pt x="6104" y="19968"/>
                    <a:pt x="6276" y="16995"/>
                  </a:cubicBezTo>
                  <a:cubicBezTo>
                    <a:pt x="6305" y="16409"/>
                    <a:pt x="6318" y="15823"/>
                    <a:pt x="6318" y="15209"/>
                  </a:cubicBezTo>
                  <a:cubicBezTo>
                    <a:pt x="6318" y="10134"/>
                    <a:pt x="5289" y="4631"/>
                    <a:pt x="5289" y="2945"/>
                  </a:cubicBezTo>
                  <a:lnTo>
                    <a:pt x="5289" y="2816"/>
                  </a:lnTo>
                  <a:cubicBezTo>
                    <a:pt x="5361" y="1144"/>
                    <a:pt x="5918" y="0"/>
                    <a:pt x="5918"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461;p62">
              <a:extLst>
                <a:ext uri="{FF2B5EF4-FFF2-40B4-BE49-F238E27FC236}">
                  <a16:creationId xmlns:a16="http://schemas.microsoft.com/office/drawing/2014/main" id="{F9BAFCC0-0CBD-0FE0-D6E3-8FFD3B73BDCF}"/>
                </a:ext>
              </a:extLst>
            </p:cNvPr>
            <p:cNvSpPr/>
            <p:nvPr/>
          </p:nvSpPr>
          <p:spPr>
            <a:xfrm>
              <a:off x="4091700" y="274738"/>
              <a:ext cx="181175" cy="595350"/>
            </a:xfrm>
            <a:custGeom>
              <a:avLst/>
              <a:gdLst/>
              <a:ahLst/>
              <a:cxnLst/>
              <a:rect l="l" t="t" r="r" b="b"/>
              <a:pathLst>
                <a:path w="7247" h="23814" extrusionOk="0">
                  <a:moveTo>
                    <a:pt x="2501" y="1"/>
                  </a:moveTo>
                  <a:lnTo>
                    <a:pt x="2187" y="1558"/>
                  </a:lnTo>
                  <a:cubicBezTo>
                    <a:pt x="1373" y="744"/>
                    <a:pt x="658" y="658"/>
                    <a:pt x="658" y="658"/>
                  </a:cubicBezTo>
                  <a:lnTo>
                    <a:pt x="658" y="658"/>
                  </a:lnTo>
                  <a:cubicBezTo>
                    <a:pt x="658" y="658"/>
                    <a:pt x="1230" y="1802"/>
                    <a:pt x="1287" y="3474"/>
                  </a:cubicBezTo>
                  <a:cubicBezTo>
                    <a:pt x="1358" y="5147"/>
                    <a:pt x="1" y="12007"/>
                    <a:pt x="315" y="17653"/>
                  </a:cubicBezTo>
                  <a:cubicBezTo>
                    <a:pt x="443" y="20069"/>
                    <a:pt x="1430" y="21541"/>
                    <a:pt x="2516" y="22442"/>
                  </a:cubicBezTo>
                  <a:cubicBezTo>
                    <a:pt x="3974" y="23642"/>
                    <a:pt x="5617" y="23814"/>
                    <a:pt x="5617" y="23814"/>
                  </a:cubicBezTo>
                  <a:cubicBezTo>
                    <a:pt x="7176" y="19669"/>
                    <a:pt x="6347" y="11521"/>
                    <a:pt x="6446" y="7333"/>
                  </a:cubicBezTo>
                  <a:cubicBezTo>
                    <a:pt x="6547" y="3159"/>
                    <a:pt x="7247" y="215"/>
                    <a:pt x="7247" y="215"/>
                  </a:cubicBezTo>
                  <a:lnTo>
                    <a:pt x="7247" y="215"/>
                  </a:lnTo>
                  <a:cubicBezTo>
                    <a:pt x="6976" y="329"/>
                    <a:pt x="6761" y="472"/>
                    <a:pt x="6618" y="615"/>
                  </a:cubicBezTo>
                  <a:cubicBezTo>
                    <a:pt x="6347" y="872"/>
                    <a:pt x="6261" y="1129"/>
                    <a:pt x="6261" y="1129"/>
                  </a:cubicBezTo>
                  <a:lnTo>
                    <a:pt x="5589" y="144"/>
                  </a:lnTo>
                  <a:lnTo>
                    <a:pt x="5017" y="1187"/>
                  </a:lnTo>
                  <a:lnTo>
                    <a:pt x="4117" y="72"/>
                  </a:lnTo>
                  <a:lnTo>
                    <a:pt x="3317" y="1272"/>
                  </a:lnTo>
                  <a:lnTo>
                    <a:pt x="2501"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462;p62">
              <a:extLst>
                <a:ext uri="{FF2B5EF4-FFF2-40B4-BE49-F238E27FC236}">
                  <a16:creationId xmlns:a16="http://schemas.microsoft.com/office/drawing/2014/main" id="{19B615F6-9655-FCE8-86C4-9B183520948A}"/>
                </a:ext>
              </a:extLst>
            </p:cNvPr>
            <p:cNvSpPr/>
            <p:nvPr/>
          </p:nvSpPr>
          <p:spPr>
            <a:xfrm>
              <a:off x="4154600" y="280088"/>
              <a:ext cx="118275" cy="575725"/>
            </a:xfrm>
            <a:custGeom>
              <a:avLst/>
              <a:gdLst/>
              <a:ahLst/>
              <a:cxnLst/>
              <a:rect l="l" t="t" r="r" b="b"/>
              <a:pathLst>
                <a:path w="4731" h="23029" extrusionOk="0">
                  <a:moveTo>
                    <a:pt x="4731" y="1"/>
                  </a:moveTo>
                  <a:cubicBezTo>
                    <a:pt x="4460" y="115"/>
                    <a:pt x="4245" y="258"/>
                    <a:pt x="4102" y="401"/>
                  </a:cubicBezTo>
                  <a:cubicBezTo>
                    <a:pt x="4045" y="572"/>
                    <a:pt x="3974" y="744"/>
                    <a:pt x="3917" y="944"/>
                  </a:cubicBezTo>
                  <a:cubicBezTo>
                    <a:pt x="3116" y="3389"/>
                    <a:pt x="2945" y="5990"/>
                    <a:pt x="2773" y="8534"/>
                  </a:cubicBezTo>
                  <a:cubicBezTo>
                    <a:pt x="2644" y="10393"/>
                    <a:pt x="2530" y="12251"/>
                    <a:pt x="2615" y="14094"/>
                  </a:cubicBezTo>
                  <a:cubicBezTo>
                    <a:pt x="2630" y="14623"/>
                    <a:pt x="2673" y="15152"/>
                    <a:pt x="2573" y="15681"/>
                  </a:cubicBezTo>
                  <a:cubicBezTo>
                    <a:pt x="2402" y="16638"/>
                    <a:pt x="1758" y="17454"/>
                    <a:pt x="1258" y="18311"/>
                  </a:cubicBezTo>
                  <a:cubicBezTo>
                    <a:pt x="572" y="19497"/>
                    <a:pt x="128" y="20855"/>
                    <a:pt x="0" y="22228"/>
                  </a:cubicBezTo>
                  <a:cubicBezTo>
                    <a:pt x="414" y="22571"/>
                    <a:pt x="858" y="22828"/>
                    <a:pt x="1258" y="23028"/>
                  </a:cubicBezTo>
                  <a:cubicBezTo>
                    <a:pt x="1472" y="20169"/>
                    <a:pt x="2530" y="18211"/>
                    <a:pt x="4045" y="16910"/>
                  </a:cubicBezTo>
                  <a:cubicBezTo>
                    <a:pt x="4060" y="16396"/>
                    <a:pt x="4073" y="15881"/>
                    <a:pt x="4073" y="15352"/>
                  </a:cubicBezTo>
                  <a:cubicBezTo>
                    <a:pt x="4073" y="12651"/>
                    <a:pt x="3930" y="9935"/>
                    <a:pt x="3930" y="7891"/>
                  </a:cubicBezTo>
                  <a:lnTo>
                    <a:pt x="3930" y="7119"/>
                  </a:lnTo>
                  <a:cubicBezTo>
                    <a:pt x="4031" y="2945"/>
                    <a:pt x="4731" y="1"/>
                    <a:pt x="4731"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463;p62">
              <a:extLst>
                <a:ext uri="{FF2B5EF4-FFF2-40B4-BE49-F238E27FC236}">
                  <a16:creationId xmlns:a16="http://schemas.microsoft.com/office/drawing/2014/main" id="{614FE40A-96FF-B24F-1C8C-BAB68B99A61C}"/>
                </a:ext>
              </a:extLst>
            </p:cNvPr>
            <p:cNvSpPr/>
            <p:nvPr/>
          </p:nvSpPr>
          <p:spPr>
            <a:xfrm>
              <a:off x="4181375" y="649963"/>
              <a:ext cx="512450" cy="532125"/>
            </a:xfrm>
            <a:custGeom>
              <a:avLst/>
              <a:gdLst/>
              <a:ahLst/>
              <a:cxnLst/>
              <a:rect l="l" t="t" r="r" b="b"/>
              <a:pathLst>
                <a:path w="20498" h="21285" extrusionOk="0">
                  <a:moveTo>
                    <a:pt x="9890" y="1"/>
                  </a:moveTo>
                  <a:cubicBezTo>
                    <a:pt x="9653" y="1"/>
                    <a:pt x="9411" y="5"/>
                    <a:pt x="9163" y="14"/>
                  </a:cubicBezTo>
                  <a:cubicBezTo>
                    <a:pt x="7019" y="86"/>
                    <a:pt x="4904" y="629"/>
                    <a:pt x="3274" y="1887"/>
                  </a:cubicBezTo>
                  <a:cubicBezTo>
                    <a:pt x="1287" y="3402"/>
                    <a:pt x="1" y="5960"/>
                    <a:pt x="158" y="9977"/>
                  </a:cubicBezTo>
                  <a:cubicBezTo>
                    <a:pt x="401" y="16237"/>
                    <a:pt x="1874" y="20253"/>
                    <a:pt x="7576" y="21111"/>
                  </a:cubicBezTo>
                  <a:cubicBezTo>
                    <a:pt x="8337" y="21231"/>
                    <a:pt x="9164" y="21284"/>
                    <a:pt x="10076" y="21284"/>
                  </a:cubicBezTo>
                  <a:cubicBezTo>
                    <a:pt x="10364" y="21284"/>
                    <a:pt x="10659" y="21279"/>
                    <a:pt x="10964" y="21269"/>
                  </a:cubicBezTo>
                  <a:cubicBezTo>
                    <a:pt x="20141" y="20911"/>
                    <a:pt x="20497" y="15193"/>
                    <a:pt x="20126" y="10263"/>
                  </a:cubicBezTo>
                  <a:cubicBezTo>
                    <a:pt x="19902" y="7484"/>
                    <a:pt x="19830" y="1"/>
                    <a:pt x="989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464;p62">
              <a:extLst>
                <a:ext uri="{FF2B5EF4-FFF2-40B4-BE49-F238E27FC236}">
                  <a16:creationId xmlns:a16="http://schemas.microsoft.com/office/drawing/2014/main" id="{2DB85630-6F86-0EA6-3515-60A7233F280B}"/>
                </a:ext>
              </a:extLst>
            </p:cNvPr>
            <p:cNvSpPr/>
            <p:nvPr/>
          </p:nvSpPr>
          <p:spPr>
            <a:xfrm>
              <a:off x="4263225" y="682113"/>
              <a:ext cx="423450" cy="499925"/>
            </a:xfrm>
            <a:custGeom>
              <a:avLst/>
              <a:gdLst/>
              <a:ahLst/>
              <a:cxnLst/>
              <a:rect l="l" t="t" r="r" b="b"/>
              <a:pathLst>
                <a:path w="16938" h="19997" extrusionOk="0">
                  <a:moveTo>
                    <a:pt x="829" y="43"/>
                  </a:moveTo>
                  <a:cubicBezTo>
                    <a:pt x="544" y="214"/>
                    <a:pt x="271" y="401"/>
                    <a:pt x="0" y="601"/>
                  </a:cubicBezTo>
                  <a:cubicBezTo>
                    <a:pt x="286" y="500"/>
                    <a:pt x="572" y="414"/>
                    <a:pt x="858" y="329"/>
                  </a:cubicBezTo>
                  <a:cubicBezTo>
                    <a:pt x="858" y="229"/>
                    <a:pt x="843" y="143"/>
                    <a:pt x="829" y="43"/>
                  </a:cubicBezTo>
                  <a:close/>
                  <a:moveTo>
                    <a:pt x="12521" y="0"/>
                  </a:moveTo>
                  <a:cubicBezTo>
                    <a:pt x="12407" y="43"/>
                    <a:pt x="12293" y="71"/>
                    <a:pt x="12178" y="71"/>
                  </a:cubicBezTo>
                  <a:cubicBezTo>
                    <a:pt x="12478" y="2573"/>
                    <a:pt x="12850" y="3044"/>
                    <a:pt x="13107" y="3488"/>
                  </a:cubicBezTo>
                  <a:cubicBezTo>
                    <a:pt x="13122" y="3530"/>
                    <a:pt x="13135" y="3559"/>
                    <a:pt x="13135" y="3588"/>
                  </a:cubicBezTo>
                  <a:cubicBezTo>
                    <a:pt x="13135" y="3702"/>
                    <a:pt x="12993" y="3759"/>
                    <a:pt x="12779" y="3759"/>
                  </a:cubicBezTo>
                  <a:cubicBezTo>
                    <a:pt x="12364" y="3759"/>
                    <a:pt x="11649" y="3530"/>
                    <a:pt x="11235" y="3044"/>
                  </a:cubicBezTo>
                  <a:lnTo>
                    <a:pt x="11235" y="3044"/>
                  </a:lnTo>
                  <a:cubicBezTo>
                    <a:pt x="11235" y="3044"/>
                    <a:pt x="11292" y="3459"/>
                    <a:pt x="11292" y="3788"/>
                  </a:cubicBezTo>
                  <a:cubicBezTo>
                    <a:pt x="11292" y="3959"/>
                    <a:pt x="11277" y="4102"/>
                    <a:pt x="11235" y="4159"/>
                  </a:cubicBezTo>
                  <a:cubicBezTo>
                    <a:pt x="11235" y="4174"/>
                    <a:pt x="11220" y="4188"/>
                    <a:pt x="11192" y="4188"/>
                  </a:cubicBezTo>
                  <a:cubicBezTo>
                    <a:pt x="11092" y="4188"/>
                    <a:pt x="10835" y="4016"/>
                    <a:pt x="10563" y="3816"/>
                  </a:cubicBezTo>
                  <a:lnTo>
                    <a:pt x="10563" y="3816"/>
                  </a:lnTo>
                  <a:cubicBezTo>
                    <a:pt x="11035" y="4803"/>
                    <a:pt x="11363" y="5874"/>
                    <a:pt x="11635" y="6918"/>
                  </a:cubicBezTo>
                  <a:cubicBezTo>
                    <a:pt x="12192" y="9005"/>
                    <a:pt x="12621" y="11163"/>
                    <a:pt x="12350" y="13307"/>
                  </a:cubicBezTo>
                  <a:cubicBezTo>
                    <a:pt x="12078" y="15437"/>
                    <a:pt x="10978" y="17567"/>
                    <a:pt x="9105" y="18624"/>
                  </a:cubicBezTo>
                  <a:cubicBezTo>
                    <a:pt x="7647" y="19425"/>
                    <a:pt x="5932" y="19510"/>
                    <a:pt x="4302" y="19825"/>
                  </a:cubicBezTo>
                  <a:cubicBezTo>
                    <a:pt x="5060" y="19939"/>
                    <a:pt x="5889" y="19996"/>
                    <a:pt x="6789" y="19996"/>
                  </a:cubicBezTo>
                  <a:cubicBezTo>
                    <a:pt x="7075" y="19996"/>
                    <a:pt x="7376" y="19996"/>
                    <a:pt x="7690" y="19983"/>
                  </a:cubicBezTo>
                  <a:cubicBezTo>
                    <a:pt x="15552" y="19682"/>
                    <a:pt x="16938" y="15451"/>
                    <a:pt x="16938" y="11134"/>
                  </a:cubicBezTo>
                  <a:cubicBezTo>
                    <a:pt x="16938" y="10406"/>
                    <a:pt x="16895" y="9677"/>
                    <a:pt x="16852" y="8977"/>
                  </a:cubicBezTo>
                  <a:cubicBezTo>
                    <a:pt x="16795" y="8376"/>
                    <a:pt x="16766" y="7576"/>
                    <a:pt x="16638" y="6675"/>
                  </a:cubicBezTo>
                  <a:cubicBezTo>
                    <a:pt x="16337" y="4674"/>
                    <a:pt x="15609" y="2187"/>
                    <a:pt x="13336" y="529"/>
                  </a:cubicBezTo>
                  <a:cubicBezTo>
                    <a:pt x="13093" y="343"/>
                    <a:pt x="12821" y="172"/>
                    <a:pt x="12521" y="0"/>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465;p62">
              <a:extLst>
                <a:ext uri="{FF2B5EF4-FFF2-40B4-BE49-F238E27FC236}">
                  <a16:creationId xmlns:a16="http://schemas.microsoft.com/office/drawing/2014/main" id="{C58997BB-6047-C37A-4D5C-CE8487EC85BD}"/>
                </a:ext>
              </a:extLst>
            </p:cNvPr>
            <p:cNvSpPr/>
            <p:nvPr/>
          </p:nvSpPr>
          <p:spPr>
            <a:xfrm>
              <a:off x="4215675" y="995863"/>
              <a:ext cx="51150" cy="38225"/>
            </a:xfrm>
            <a:custGeom>
              <a:avLst/>
              <a:gdLst/>
              <a:ahLst/>
              <a:cxnLst/>
              <a:rect l="l" t="t" r="r" b="b"/>
              <a:pathLst>
                <a:path w="2046" h="1529" extrusionOk="0">
                  <a:moveTo>
                    <a:pt x="1030" y="0"/>
                  </a:moveTo>
                  <a:cubicBezTo>
                    <a:pt x="401" y="0"/>
                    <a:pt x="1" y="1529"/>
                    <a:pt x="1030" y="1529"/>
                  </a:cubicBezTo>
                  <a:cubicBezTo>
                    <a:pt x="2045" y="1529"/>
                    <a:pt x="1859" y="0"/>
                    <a:pt x="1030"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466;p62">
              <a:extLst>
                <a:ext uri="{FF2B5EF4-FFF2-40B4-BE49-F238E27FC236}">
                  <a16:creationId xmlns:a16="http://schemas.microsoft.com/office/drawing/2014/main" id="{48D8D1F5-6D2D-E874-3142-3E436D243393}"/>
                </a:ext>
              </a:extLst>
            </p:cNvPr>
            <p:cNvSpPr/>
            <p:nvPr/>
          </p:nvSpPr>
          <p:spPr>
            <a:xfrm>
              <a:off x="4243225" y="936888"/>
              <a:ext cx="39650" cy="43600"/>
            </a:xfrm>
            <a:custGeom>
              <a:avLst/>
              <a:gdLst/>
              <a:ahLst/>
              <a:cxnLst/>
              <a:rect l="l" t="t" r="r" b="b"/>
              <a:pathLst>
                <a:path w="1586" h="1744" extrusionOk="0">
                  <a:moveTo>
                    <a:pt x="700" y="0"/>
                  </a:moveTo>
                  <a:cubicBezTo>
                    <a:pt x="14" y="0"/>
                    <a:pt x="0" y="1744"/>
                    <a:pt x="686" y="1744"/>
                  </a:cubicBezTo>
                  <a:cubicBezTo>
                    <a:pt x="728" y="1744"/>
                    <a:pt x="757" y="1744"/>
                    <a:pt x="800" y="1730"/>
                  </a:cubicBezTo>
                  <a:cubicBezTo>
                    <a:pt x="1586" y="1530"/>
                    <a:pt x="1414" y="0"/>
                    <a:pt x="700"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467;p62">
              <a:extLst>
                <a:ext uri="{FF2B5EF4-FFF2-40B4-BE49-F238E27FC236}">
                  <a16:creationId xmlns:a16="http://schemas.microsoft.com/office/drawing/2014/main" id="{60A0B088-ADFF-3B64-8BE3-16B94D2AD892}"/>
                </a:ext>
              </a:extLst>
            </p:cNvPr>
            <p:cNvSpPr/>
            <p:nvPr/>
          </p:nvSpPr>
          <p:spPr>
            <a:xfrm>
              <a:off x="4256075" y="1043013"/>
              <a:ext cx="43625" cy="56125"/>
            </a:xfrm>
            <a:custGeom>
              <a:avLst/>
              <a:gdLst/>
              <a:ahLst/>
              <a:cxnLst/>
              <a:rect l="l" t="t" r="r" b="b"/>
              <a:pathLst>
                <a:path w="1745" h="2245" extrusionOk="0">
                  <a:moveTo>
                    <a:pt x="872" y="1"/>
                  </a:moveTo>
                  <a:cubicBezTo>
                    <a:pt x="129" y="43"/>
                    <a:pt x="1" y="2244"/>
                    <a:pt x="872" y="2244"/>
                  </a:cubicBezTo>
                  <a:cubicBezTo>
                    <a:pt x="1744" y="2244"/>
                    <a:pt x="1615" y="1"/>
                    <a:pt x="887"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468;p62">
              <a:extLst>
                <a:ext uri="{FF2B5EF4-FFF2-40B4-BE49-F238E27FC236}">
                  <a16:creationId xmlns:a16="http://schemas.microsoft.com/office/drawing/2014/main" id="{B3FF0A7D-3407-2271-BF67-C6347494F805}"/>
                </a:ext>
              </a:extLst>
            </p:cNvPr>
            <p:cNvSpPr/>
            <p:nvPr/>
          </p:nvSpPr>
          <p:spPr>
            <a:xfrm>
              <a:off x="4267500" y="1005488"/>
              <a:ext cx="23975" cy="16825"/>
            </a:xfrm>
            <a:custGeom>
              <a:avLst/>
              <a:gdLst/>
              <a:ahLst/>
              <a:cxnLst/>
              <a:rect l="l" t="t" r="r" b="b"/>
              <a:pathLst>
                <a:path w="959" h="673" extrusionOk="0">
                  <a:moveTo>
                    <a:pt x="487" y="0"/>
                  </a:moveTo>
                  <a:cubicBezTo>
                    <a:pt x="1" y="0"/>
                    <a:pt x="15" y="673"/>
                    <a:pt x="487" y="673"/>
                  </a:cubicBezTo>
                  <a:cubicBezTo>
                    <a:pt x="958" y="673"/>
                    <a:pt x="958" y="0"/>
                    <a:pt x="487"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469;p62">
              <a:extLst>
                <a:ext uri="{FF2B5EF4-FFF2-40B4-BE49-F238E27FC236}">
                  <a16:creationId xmlns:a16="http://schemas.microsoft.com/office/drawing/2014/main" id="{D4DFB755-33A2-3396-9389-EB9DFEFE7FB6}"/>
                </a:ext>
              </a:extLst>
            </p:cNvPr>
            <p:cNvSpPr/>
            <p:nvPr/>
          </p:nvSpPr>
          <p:spPr>
            <a:xfrm>
              <a:off x="4204975" y="958313"/>
              <a:ext cx="24300" cy="22175"/>
            </a:xfrm>
            <a:custGeom>
              <a:avLst/>
              <a:gdLst/>
              <a:ahLst/>
              <a:cxnLst/>
              <a:rect l="l" t="t" r="r" b="b"/>
              <a:pathLst>
                <a:path w="972" h="887" extrusionOk="0">
                  <a:moveTo>
                    <a:pt x="658" y="1"/>
                  </a:moveTo>
                  <a:cubicBezTo>
                    <a:pt x="644" y="1"/>
                    <a:pt x="615" y="1"/>
                    <a:pt x="587" y="16"/>
                  </a:cubicBezTo>
                  <a:cubicBezTo>
                    <a:pt x="229" y="172"/>
                    <a:pt x="0" y="787"/>
                    <a:pt x="587" y="887"/>
                  </a:cubicBezTo>
                  <a:lnTo>
                    <a:pt x="658" y="887"/>
                  </a:lnTo>
                  <a:cubicBezTo>
                    <a:pt x="886" y="887"/>
                    <a:pt x="972" y="673"/>
                    <a:pt x="943" y="444"/>
                  </a:cubicBezTo>
                  <a:cubicBezTo>
                    <a:pt x="930" y="216"/>
                    <a:pt x="815" y="1"/>
                    <a:pt x="658"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470;p62">
              <a:extLst>
                <a:ext uri="{FF2B5EF4-FFF2-40B4-BE49-F238E27FC236}">
                  <a16:creationId xmlns:a16="http://schemas.microsoft.com/office/drawing/2014/main" id="{79CFB3CA-C7F2-84AC-FDE7-0389AB6C4F81}"/>
                </a:ext>
              </a:extLst>
            </p:cNvPr>
            <p:cNvSpPr/>
            <p:nvPr/>
          </p:nvSpPr>
          <p:spPr>
            <a:xfrm>
              <a:off x="4237175" y="617413"/>
              <a:ext cx="49650" cy="66500"/>
            </a:xfrm>
            <a:custGeom>
              <a:avLst/>
              <a:gdLst/>
              <a:ahLst/>
              <a:cxnLst/>
              <a:rect l="l" t="t" r="r" b="b"/>
              <a:pathLst>
                <a:path w="1986" h="2660" extrusionOk="0">
                  <a:moveTo>
                    <a:pt x="1230" y="0"/>
                  </a:moveTo>
                  <a:cubicBezTo>
                    <a:pt x="960" y="0"/>
                    <a:pt x="669" y="112"/>
                    <a:pt x="456" y="487"/>
                  </a:cubicBezTo>
                  <a:cubicBezTo>
                    <a:pt x="0" y="1310"/>
                    <a:pt x="800" y="2660"/>
                    <a:pt x="1655" y="2660"/>
                  </a:cubicBezTo>
                  <a:cubicBezTo>
                    <a:pt x="1765" y="2660"/>
                    <a:pt x="1876" y="2637"/>
                    <a:pt x="1986" y="2588"/>
                  </a:cubicBezTo>
                  <a:lnTo>
                    <a:pt x="1986" y="244"/>
                  </a:lnTo>
                  <a:cubicBezTo>
                    <a:pt x="1986" y="244"/>
                    <a:pt x="1630" y="0"/>
                    <a:pt x="123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471;p62">
              <a:extLst>
                <a:ext uri="{FF2B5EF4-FFF2-40B4-BE49-F238E27FC236}">
                  <a16:creationId xmlns:a16="http://schemas.microsoft.com/office/drawing/2014/main" id="{04EEEAC5-CC6E-C612-FCDE-725685FA5A31}"/>
                </a:ext>
              </a:extLst>
            </p:cNvPr>
            <p:cNvSpPr/>
            <p:nvPr/>
          </p:nvSpPr>
          <p:spPr>
            <a:xfrm>
              <a:off x="4256900" y="638513"/>
              <a:ext cx="22725" cy="24875"/>
            </a:xfrm>
            <a:custGeom>
              <a:avLst/>
              <a:gdLst/>
              <a:ahLst/>
              <a:cxnLst/>
              <a:rect l="l" t="t" r="r" b="b"/>
              <a:pathLst>
                <a:path w="909" h="995" extrusionOk="0">
                  <a:moveTo>
                    <a:pt x="377" y="0"/>
                  </a:moveTo>
                  <a:cubicBezTo>
                    <a:pt x="374" y="0"/>
                    <a:pt x="371" y="0"/>
                    <a:pt x="368" y="1"/>
                  </a:cubicBezTo>
                  <a:cubicBezTo>
                    <a:pt x="1" y="14"/>
                    <a:pt x="279" y="995"/>
                    <a:pt x="565" y="995"/>
                  </a:cubicBezTo>
                  <a:cubicBezTo>
                    <a:pt x="580" y="995"/>
                    <a:pt x="595" y="992"/>
                    <a:pt x="610" y="986"/>
                  </a:cubicBezTo>
                  <a:cubicBezTo>
                    <a:pt x="908" y="873"/>
                    <a:pt x="756" y="0"/>
                    <a:pt x="37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472;p62">
              <a:extLst>
                <a:ext uri="{FF2B5EF4-FFF2-40B4-BE49-F238E27FC236}">
                  <a16:creationId xmlns:a16="http://schemas.microsoft.com/office/drawing/2014/main" id="{29779B53-D434-7DB9-49B4-0EBBF0BCC627}"/>
                </a:ext>
              </a:extLst>
            </p:cNvPr>
            <p:cNvSpPr/>
            <p:nvPr/>
          </p:nvSpPr>
          <p:spPr>
            <a:xfrm>
              <a:off x="4559100" y="617413"/>
              <a:ext cx="49625" cy="66500"/>
            </a:xfrm>
            <a:custGeom>
              <a:avLst/>
              <a:gdLst/>
              <a:ahLst/>
              <a:cxnLst/>
              <a:rect l="l" t="t" r="r" b="b"/>
              <a:pathLst>
                <a:path w="1985" h="2660" extrusionOk="0">
                  <a:moveTo>
                    <a:pt x="756" y="0"/>
                  </a:moveTo>
                  <a:cubicBezTo>
                    <a:pt x="356" y="0"/>
                    <a:pt x="0" y="244"/>
                    <a:pt x="0" y="244"/>
                  </a:cubicBezTo>
                  <a:lnTo>
                    <a:pt x="0" y="2588"/>
                  </a:lnTo>
                  <a:cubicBezTo>
                    <a:pt x="111" y="2637"/>
                    <a:pt x="224" y="2660"/>
                    <a:pt x="335" y="2660"/>
                  </a:cubicBezTo>
                  <a:cubicBezTo>
                    <a:pt x="1197" y="2660"/>
                    <a:pt x="1985" y="1310"/>
                    <a:pt x="1529" y="487"/>
                  </a:cubicBezTo>
                  <a:cubicBezTo>
                    <a:pt x="1316" y="112"/>
                    <a:pt x="1026" y="0"/>
                    <a:pt x="75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2473;p62">
              <a:extLst>
                <a:ext uri="{FF2B5EF4-FFF2-40B4-BE49-F238E27FC236}">
                  <a16:creationId xmlns:a16="http://schemas.microsoft.com/office/drawing/2014/main" id="{A50A1549-7835-4ED8-9361-6BA9BE931C17}"/>
                </a:ext>
              </a:extLst>
            </p:cNvPr>
            <p:cNvSpPr/>
            <p:nvPr/>
          </p:nvSpPr>
          <p:spPr>
            <a:xfrm>
              <a:off x="4566650" y="638513"/>
              <a:ext cx="22350" cy="24875"/>
            </a:xfrm>
            <a:custGeom>
              <a:avLst/>
              <a:gdLst/>
              <a:ahLst/>
              <a:cxnLst/>
              <a:rect l="l" t="t" r="r" b="b"/>
              <a:pathLst>
                <a:path w="894" h="995" extrusionOk="0">
                  <a:moveTo>
                    <a:pt x="518" y="0"/>
                  </a:moveTo>
                  <a:cubicBezTo>
                    <a:pt x="139" y="0"/>
                    <a:pt x="0" y="873"/>
                    <a:pt x="299" y="986"/>
                  </a:cubicBezTo>
                  <a:cubicBezTo>
                    <a:pt x="314" y="992"/>
                    <a:pt x="329" y="995"/>
                    <a:pt x="344" y="995"/>
                  </a:cubicBezTo>
                  <a:cubicBezTo>
                    <a:pt x="628" y="995"/>
                    <a:pt x="893" y="14"/>
                    <a:pt x="527" y="1"/>
                  </a:cubicBezTo>
                  <a:cubicBezTo>
                    <a:pt x="524" y="0"/>
                    <a:pt x="521" y="0"/>
                    <a:pt x="518"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474;p62">
              <a:extLst>
                <a:ext uri="{FF2B5EF4-FFF2-40B4-BE49-F238E27FC236}">
                  <a16:creationId xmlns:a16="http://schemas.microsoft.com/office/drawing/2014/main" id="{3E8F8AD4-D97A-8771-F901-6D558006CFC3}"/>
                </a:ext>
              </a:extLst>
            </p:cNvPr>
            <p:cNvSpPr/>
            <p:nvPr/>
          </p:nvSpPr>
          <p:spPr>
            <a:xfrm>
              <a:off x="4267500" y="435213"/>
              <a:ext cx="325900" cy="385125"/>
            </a:xfrm>
            <a:custGeom>
              <a:avLst/>
              <a:gdLst/>
              <a:ahLst/>
              <a:cxnLst/>
              <a:rect l="l" t="t" r="r" b="b"/>
              <a:pathLst>
                <a:path w="13036" h="15405" extrusionOk="0">
                  <a:moveTo>
                    <a:pt x="7605" y="1"/>
                  </a:moveTo>
                  <a:cubicBezTo>
                    <a:pt x="7492" y="1"/>
                    <a:pt x="7412" y="25"/>
                    <a:pt x="7376" y="71"/>
                  </a:cubicBezTo>
                  <a:cubicBezTo>
                    <a:pt x="7348" y="128"/>
                    <a:pt x="7361" y="214"/>
                    <a:pt x="7447" y="314"/>
                  </a:cubicBezTo>
                  <a:cubicBezTo>
                    <a:pt x="7962" y="942"/>
                    <a:pt x="8120" y="1758"/>
                    <a:pt x="8120" y="1758"/>
                  </a:cubicBezTo>
                  <a:cubicBezTo>
                    <a:pt x="7123" y="633"/>
                    <a:pt x="5678" y="149"/>
                    <a:pt x="5037" y="149"/>
                  </a:cubicBezTo>
                  <a:cubicBezTo>
                    <a:pt x="4750" y="149"/>
                    <a:pt x="4624" y="246"/>
                    <a:pt x="4775" y="428"/>
                  </a:cubicBezTo>
                  <a:cubicBezTo>
                    <a:pt x="5275" y="1014"/>
                    <a:pt x="5518" y="1800"/>
                    <a:pt x="5518" y="1800"/>
                  </a:cubicBezTo>
                  <a:cubicBezTo>
                    <a:pt x="4986" y="961"/>
                    <a:pt x="3568" y="547"/>
                    <a:pt x="2972" y="547"/>
                  </a:cubicBezTo>
                  <a:cubicBezTo>
                    <a:pt x="2736" y="547"/>
                    <a:pt x="2629" y="612"/>
                    <a:pt x="2759" y="742"/>
                  </a:cubicBezTo>
                  <a:cubicBezTo>
                    <a:pt x="3203" y="1215"/>
                    <a:pt x="3502" y="2000"/>
                    <a:pt x="3502" y="2000"/>
                  </a:cubicBezTo>
                  <a:cubicBezTo>
                    <a:pt x="3502" y="2000"/>
                    <a:pt x="3500" y="2000"/>
                    <a:pt x="3496" y="2000"/>
                  </a:cubicBezTo>
                  <a:cubicBezTo>
                    <a:pt x="3393" y="2000"/>
                    <a:pt x="2114" y="2039"/>
                    <a:pt x="1072" y="3944"/>
                  </a:cubicBezTo>
                  <a:cubicBezTo>
                    <a:pt x="1" y="5931"/>
                    <a:pt x="830" y="11048"/>
                    <a:pt x="887" y="12363"/>
                  </a:cubicBezTo>
                  <a:cubicBezTo>
                    <a:pt x="944" y="13664"/>
                    <a:pt x="186" y="14150"/>
                    <a:pt x="487" y="14307"/>
                  </a:cubicBezTo>
                  <a:cubicBezTo>
                    <a:pt x="501" y="14321"/>
                    <a:pt x="529" y="14321"/>
                    <a:pt x="573" y="14336"/>
                  </a:cubicBezTo>
                  <a:cubicBezTo>
                    <a:pt x="600" y="14342"/>
                    <a:pt x="629" y="14345"/>
                    <a:pt x="659" y="14345"/>
                  </a:cubicBezTo>
                  <a:cubicBezTo>
                    <a:pt x="1191" y="14345"/>
                    <a:pt x="2202" y="13450"/>
                    <a:pt x="2202" y="13450"/>
                  </a:cubicBezTo>
                  <a:lnTo>
                    <a:pt x="2202" y="13450"/>
                  </a:lnTo>
                  <a:cubicBezTo>
                    <a:pt x="2511" y="14459"/>
                    <a:pt x="2200" y="15405"/>
                    <a:pt x="2592" y="15405"/>
                  </a:cubicBezTo>
                  <a:cubicBezTo>
                    <a:pt x="2616" y="15405"/>
                    <a:pt x="2643" y="15401"/>
                    <a:pt x="2673" y="15394"/>
                  </a:cubicBezTo>
                  <a:cubicBezTo>
                    <a:pt x="3203" y="15251"/>
                    <a:pt x="4474" y="13707"/>
                    <a:pt x="4474" y="13707"/>
                  </a:cubicBezTo>
                  <a:cubicBezTo>
                    <a:pt x="4678" y="14451"/>
                    <a:pt x="4521" y="15388"/>
                    <a:pt x="4735" y="15388"/>
                  </a:cubicBezTo>
                  <a:cubicBezTo>
                    <a:pt x="4747" y="15388"/>
                    <a:pt x="4761" y="15385"/>
                    <a:pt x="4775" y="15379"/>
                  </a:cubicBezTo>
                  <a:cubicBezTo>
                    <a:pt x="5046" y="15279"/>
                    <a:pt x="6075" y="14035"/>
                    <a:pt x="6075" y="14035"/>
                  </a:cubicBezTo>
                  <a:cubicBezTo>
                    <a:pt x="6283" y="14327"/>
                    <a:pt x="6544" y="15382"/>
                    <a:pt x="6742" y="15382"/>
                  </a:cubicBezTo>
                  <a:cubicBezTo>
                    <a:pt x="6749" y="15382"/>
                    <a:pt x="6755" y="15381"/>
                    <a:pt x="6761" y="15379"/>
                  </a:cubicBezTo>
                  <a:cubicBezTo>
                    <a:pt x="6976" y="15308"/>
                    <a:pt x="7719" y="14007"/>
                    <a:pt x="7919" y="13850"/>
                  </a:cubicBezTo>
                  <a:cubicBezTo>
                    <a:pt x="7929" y="13843"/>
                    <a:pt x="7939" y="13840"/>
                    <a:pt x="7950" y="13840"/>
                  </a:cubicBezTo>
                  <a:cubicBezTo>
                    <a:pt x="8063" y="13840"/>
                    <a:pt x="8285" y="14152"/>
                    <a:pt x="8505" y="14464"/>
                  </a:cubicBezTo>
                  <a:cubicBezTo>
                    <a:pt x="8732" y="14781"/>
                    <a:pt x="8949" y="15096"/>
                    <a:pt x="9065" y="15096"/>
                  </a:cubicBezTo>
                  <a:cubicBezTo>
                    <a:pt x="9080" y="15096"/>
                    <a:pt x="9094" y="15091"/>
                    <a:pt x="9105" y="15079"/>
                  </a:cubicBezTo>
                  <a:cubicBezTo>
                    <a:pt x="9305" y="14893"/>
                    <a:pt x="9606" y="13063"/>
                    <a:pt x="9606" y="13063"/>
                  </a:cubicBezTo>
                  <a:cubicBezTo>
                    <a:pt x="9606" y="13063"/>
                    <a:pt x="10757" y="14056"/>
                    <a:pt x="11019" y="14056"/>
                  </a:cubicBezTo>
                  <a:cubicBezTo>
                    <a:pt x="11040" y="14056"/>
                    <a:pt x="11056" y="14049"/>
                    <a:pt x="11064" y="14035"/>
                  </a:cubicBezTo>
                  <a:cubicBezTo>
                    <a:pt x="11178" y="13850"/>
                    <a:pt x="11064" y="12921"/>
                    <a:pt x="11064" y="12920"/>
                  </a:cubicBezTo>
                  <a:lnTo>
                    <a:pt x="11064" y="12920"/>
                  </a:lnTo>
                  <a:cubicBezTo>
                    <a:pt x="11476" y="13403"/>
                    <a:pt x="12183" y="13632"/>
                    <a:pt x="12609" y="13632"/>
                  </a:cubicBezTo>
                  <a:cubicBezTo>
                    <a:pt x="12878" y="13632"/>
                    <a:pt x="13035" y="13541"/>
                    <a:pt x="12936" y="13364"/>
                  </a:cubicBezTo>
                  <a:cubicBezTo>
                    <a:pt x="12665" y="12920"/>
                    <a:pt x="12293" y="12434"/>
                    <a:pt x="11993" y="9876"/>
                  </a:cubicBezTo>
                  <a:cubicBezTo>
                    <a:pt x="11707" y="7332"/>
                    <a:pt x="12322" y="4159"/>
                    <a:pt x="10292" y="1672"/>
                  </a:cubicBezTo>
                  <a:cubicBezTo>
                    <a:pt x="9331" y="500"/>
                    <a:pt x="8120" y="1"/>
                    <a:pt x="760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475;p62">
              <a:extLst>
                <a:ext uri="{FF2B5EF4-FFF2-40B4-BE49-F238E27FC236}">
                  <a16:creationId xmlns:a16="http://schemas.microsoft.com/office/drawing/2014/main" id="{A63C37BF-1070-2618-05DB-EB1D63DD3B8C}"/>
                </a:ext>
              </a:extLst>
            </p:cNvPr>
            <p:cNvSpPr/>
            <p:nvPr/>
          </p:nvSpPr>
          <p:spPr>
            <a:xfrm>
              <a:off x="4279650" y="435188"/>
              <a:ext cx="311975" cy="385225"/>
            </a:xfrm>
            <a:custGeom>
              <a:avLst/>
              <a:gdLst/>
              <a:ahLst/>
              <a:cxnLst/>
              <a:rect l="l" t="t" r="r" b="b"/>
              <a:pathLst>
                <a:path w="12479" h="15409" extrusionOk="0">
                  <a:moveTo>
                    <a:pt x="7119" y="0"/>
                  </a:moveTo>
                  <a:cubicBezTo>
                    <a:pt x="7005" y="0"/>
                    <a:pt x="6933" y="29"/>
                    <a:pt x="6890" y="72"/>
                  </a:cubicBezTo>
                  <a:cubicBezTo>
                    <a:pt x="7076" y="158"/>
                    <a:pt x="7247" y="244"/>
                    <a:pt x="7419" y="358"/>
                  </a:cubicBezTo>
                  <a:cubicBezTo>
                    <a:pt x="8863" y="1330"/>
                    <a:pt x="9978" y="2816"/>
                    <a:pt x="10477" y="4488"/>
                  </a:cubicBezTo>
                  <a:cubicBezTo>
                    <a:pt x="11293" y="7219"/>
                    <a:pt x="10535" y="10291"/>
                    <a:pt x="11579" y="12950"/>
                  </a:cubicBezTo>
                  <a:cubicBezTo>
                    <a:pt x="11035" y="12893"/>
                    <a:pt x="10521" y="12593"/>
                    <a:pt x="10206" y="12164"/>
                  </a:cubicBezTo>
                  <a:cubicBezTo>
                    <a:pt x="10063" y="12578"/>
                    <a:pt x="10006" y="13022"/>
                    <a:pt x="10035" y="13451"/>
                  </a:cubicBezTo>
                  <a:cubicBezTo>
                    <a:pt x="9563" y="13079"/>
                    <a:pt x="9105" y="12664"/>
                    <a:pt x="8691" y="12207"/>
                  </a:cubicBezTo>
                  <a:cubicBezTo>
                    <a:pt x="8534" y="12850"/>
                    <a:pt x="8434" y="13493"/>
                    <a:pt x="8377" y="14151"/>
                  </a:cubicBezTo>
                  <a:cubicBezTo>
                    <a:pt x="8034" y="13836"/>
                    <a:pt x="7704" y="13537"/>
                    <a:pt x="7361" y="13222"/>
                  </a:cubicBezTo>
                  <a:cubicBezTo>
                    <a:pt x="7076" y="13765"/>
                    <a:pt x="6704" y="14236"/>
                    <a:pt x="6261" y="14651"/>
                  </a:cubicBezTo>
                  <a:cubicBezTo>
                    <a:pt x="6004" y="14265"/>
                    <a:pt x="5761" y="13880"/>
                    <a:pt x="5503" y="13493"/>
                  </a:cubicBezTo>
                  <a:cubicBezTo>
                    <a:pt x="5175" y="13836"/>
                    <a:pt x="4832" y="14165"/>
                    <a:pt x="4503" y="14494"/>
                  </a:cubicBezTo>
                  <a:cubicBezTo>
                    <a:pt x="4417" y="13937"/>
                    <a:pt x="4232" y="13394"/>
                    <a:pt x="3946" y="12908"/>
                  </a:cubicBezTo>
                  <a:lnTo>
                    <a:pt x="3946" y="12908"/>
                  </a:lnTo>
                  <a:cubicBezTo>
                    <a:pt x="4045" y="13079"/>
                    <a:pt x="3003" y="14179"/>
                    <a:pt x="2845" y="14294"/>
                  </a:cubicBezTo>
                  <a:cubicBezTo>
                    <a:pt x="2688" y="14408"/>
                    <a:pt x="2574" y="14465"/>
                    <a:pt x="2488" y="14465"/>
                  </a:cubicBezTo>
                  <a:cubicBezTo>
                    <a:pt x="2202" y="14465"/>
                    <a:pt x="2159" y="14008"/>
                    <a:pt x="2031" y="13607"/>
                  </a:cubicBezTo>
                  <a:cubicBezTo>
                    <a:pt x="1888" y="13165"/>
                    <a:pt x="1787" y="12936"/>
                    <a:pt x="1616" y="12936"/>
                  </a:cubicBezTo>
                  <a:cubicBezTo>
                    <a:pt x="1487" y="12936"/>
                    <a:pt x="1330" y="13051"/>
                    <a:pt x="1116" y="13293"/>
                  </a:cubicBezTo>
                  <a:cubicBezTo>
                    <a:pt x="758" y="13665"/>
                    <a:pt x="344" y="13937"/>
                    <a:pt x="1" y="14308"/>
                  </a:cubicBezTo>
                  <a:cubicBezTo>
                    <a:pt x="15" y="14322"/>
                    <a:pt x="43" y="14322"/>
                    <a:pt x="87" y="14337"/>
                  </a:cubicBezTo>
                  <a:cubicBezTo>
                    <a:pt x="115" y="14351"/>
                    <a:pt x="144" y="14351"/>
                    <a:pt x="172" y="14351"/>
                  </a:cubicBezTo>
                  <a:cubicBezTo>
                    <a:pt x="701" y="14351"/>
                    <a:pt x="1716" y="13451"/>
                    <a:pt x="1716" y="13451"/>
                  </a:cubicBezTo>
                  <a:cubicBezTo>
                    <a:pt x="2031" y="14465"/>
                    <a:pt x="1716" y="15408"/>
                    <a:pt x="2101" y="15408"/>
                  </a:cubicBezTo>
                  <a:cubicBezTo>
                    <a:pt x="2130" y="15408"/>
                    <a:pt x="2159" y="15408"/>
                    <a:pt x="2187" y="15395"/>
                  </a:cubicBezTo>
                  <a:cubicBezTo>
                    <a:pt x="2717" y="15252"/>
                    <a:pt x="3988" y="13708"/>
                    <a:pt x="3988" y="13708"/>
                  </a:cubicBezTo>
                  <a:cubicBezTo>
                    <a:pt x="4188" y="14451"/>
                    <a:pt x="4032" y="15395"/>
                    <a:pt x="4260" y="15395"/>
                  </a:cubicBezTo>
                  <a:cubicBezTo>
                    <a:pt x="4260" y="15395"/>
                    <a:pt x="4274" y="15395"/>
                    <a:pt x="4289" y="15380"/>
                  </a:cubicBezTo>
                  <a:cubicBezTo>
                    <a:pt x="4560" y="15280"/>
                    <a:pt x="5589" y="14036"/>
                    <a:pt x="5589" y="14036"/>
                  </a:cubicBezTo>
                  <a:cubicBezTo>
                    <a:pt x="5804" y="14322"/>
                    <a:pt x="6046" y="15380"/>
                    <a:pt x="6261" y="15380"/>
                  </a:cubicBezTo>
                  <a:lnTo>
                    <a:pt x="6275" y="15380"/>
                  </a:lnTo>
                  <a:cubicBezTo>
                    <a:pt x="6490" y="15309"/>
                    <a:pt x="7233" y="14008"/>
                    <a:pt x="7433" y="13851"/>
                  </a:cubicBezTo>
                  <a:cubicBezTo>
                    <a:pt x="7447" y="13851"/>
                    <a:pt x="7462" y="13836"/>
                    <a:pt x="7462" y="13836"/>
                  </a:cubicBezTo>
                  <a:cubicBezTo>
                    <a:pt x="7590" y="13836"/>
                    <a:pt x="7805" y="14151"/>
                    <a:pt x="8019" y="14465"/>
                  </a:cubicBezTo>
                  <a:cubicBezTo>
                    <a:pt x="8248" y="14780"/>
                    <a:pt x="8463" y="15094"/>
                    <a:pt x="8577" y="15094"/>
                  </a:cubicBezTo>
                  <a:cubicBezTo>
                    <a:pt x="8591" y="15094"/>
                    <a:pt x="8606" y="15094"/>
                    <a:pt x="8619" y="15080"/>
                  </a:cubicBezTo>
                  <a:cubicBezTo>
                    <a:pt x="8819" y="14894"/>
                    <a:pt x="9120" y="13064"/>
                    <a:pt x="9120" y="13064"/>
                  </a:cubicBezTo>
                  <a:cubicBezTo>
                    <a:pt x="9120" y="13064"/>
                    <a:pt x="10277" y="14065"/>
                    <a:pt x="10535" y="14065"/>
                  </a:cubicBezTo>
                  <a:cubicBezTo>
                    <a:pt x="10563" y="14065"/>
                    <a:pt x="10578" y="14051"/>
                    <a:pt x="10578" y="14036"/>
                  </a:cubicBezTo>
                  <a:cubicBezTo>
                    <a:pt x="10620" y="13979"/>
                    <a:pt x="10635" y="13836"/>
                    <a:pt x="10635" y="13665"/>
                  </a:cubicBezTo>
                  <a:cubicBezTo>
                    <a:pt x="10635" y="13336"/>
                    <a:pt x="10578" y="12921"/>
                    <a:pt x="10578" y="12921"/>
                  </a:cubicBezTo>
                  <a:lnTo>
                    <a:pt x="10578" y="12921"/>
                  </a:lnTo>
                  <a:cubicBezTo>
                    <a:pt x="10992" y="13407"/>
                    <a:pt x="11707" y="13636"/>
                    <a:pt x="12122" y="13636"/>
                  </a:cubicBezTo>
                  <a:cubicBezTo>
                    <a:pt x="12336" y="13636"/>
                    <a:pt x="12478" y="13579"/>
                    <a:pt x="12478" y="13465"/>
                  </a:cubicBezTo>
                  <a:cubicBezTo>
                    <a:pt x="12478" y="13436"/>
                    <a:pt x="12465" y="13407"/>
                    <a:pt x="12450" y="13365"/>
                  </a:cubicBezTo>
                  <a:cubicBezTo>
                    <a:pt x="12193" y="12921"/>
                    <a:pt x="11821" y="12450"/>
                    <a:pt x="11521" y="9948"/>
                  </a:cubicBezTo>
                  <a:cubicBezTo>
                    <a:pt x="11521" y="9935"/>
                    <a:pt x="11521" y="9906"/>
                    <a:pt x="11507" y="9877"/>
                  </a:cubicBezTo>
                  <a:cubicBezTo>
                    <a:pt x="11421" y="9106"/>
                    <a:pt x="11421" y="8277"/>
                    <a:pt x="11392" y="7419"/>
                  </a:cubicBezTo>
                  <a:cubicBezTo>
                    <a:pt x="11350" y="5460"/>
                    <a:pt x="11221" y="3402"/>
                    <a:pt x="9806" y="1673"/>
                  </a:cubicBezTo>
                  <a:cubicBezTo>
                    <a:pt x="8848" y="501"/>
                    <a:pt x="7634" y="0"/>
                    <a:pt x="711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476;p62">
              <a:extLst>
                <a:ext uri="{FF2B5EF4-FFF2-40B4-BE49-F238E27FC236}">
                  <a16:creationId xmlns:a16="http://schemas.microsoft.com/office/drawing/2014/main" id="{264AB178-4CFA-98EE-FAFD-62203561516C}"/>
                </a:ext>
              </a:extLst>
            </p:cNvPr>
            <p:cNvSpPr/>
            <p:nvPr/>
          </p:nvSpPr>
          <p:spPr>
            <a:xfrm>
              <a:off x="4306825" y="556088"/>
              <a:ext cx="247300" cy="168550"/>
            </a:xfrm>
            <a:custGeom>
              <a:avLst/>
              <a:gdLst/>
              <a:ahLst/>
              <a:cxnLst/>
              <a:rect l="l" t="t" r="r" b="b"/>
              <a:pathLst>
                <a:path w="9892" h="6742" extrusionOk="0">
                  <a:moveTo>
                    <a:pt x="7173" y="0"/>
                  </a:moveTo>
                  <a:cubicBezTo>
                    <a:pt x="6747" y="0"/>
                    <a:pt x="6316" y="151"/>
                    <a:pt x="5889" y="353"/>
                  </a:cubicBezTo>
                  <a:cubicBezTo>
                    <a:pt x="5507" y="531"/>
                    <a:pt x="5195" y="598"/>
                    <a:pt x="4894" y="598"/>
                  </a:cubicBezTo>
                  <a:cubicBezTo>
                    <a:pt x="4373" y="598"/>
                    <a:pt x="3888" y="397"/>
                    <a:pt x="3145" y="224"/>
                  </a:cubicBezTo>
                  <a:cubicBezTo>
                    <a:pt x="2852" y="153"/>
                    <a:pt x="2577" y="118"/>
                    <a:pt x="2322" y="118"/>
                  </a:cubicBezTo>
                  <a:cubicBezTo>
                    <a:pt x="1544" y="118"/>
                    <a:pt x="948" y="450"/>
                    <a:pt x="572" y="1139"/>
                  </a:cubicBezTo>
                  <a:cubicBezTo>
                    <a:pt x="357" y="1539"/>
                    <a:pt x="200" y="2054"/>
                    <a:pt x="143" y="2697"/>
                  </a:cubicBezTo>
                  <a:cubicBezTo>
                    <a:pt x="0" y="4069"/>
                    <a:pt x="471" y="5370"/>
                    <a:pt x="1887" y="6113"/>
                  </a:cubicBezTo>
                  <a:cubicBezTo>
                    <a:pt x="2644" y="6513"/>
                    <a:pt x="3673" y="6742"/>
                    <a:pt x="5032" y="6742"/>
                  </a:cubicBezTo>
                  <a:cubicBezTo>
                    <a:pt x="9876" y="6742"/>
                    <a:pt x="9891" y="2869"/>
                    <a:pt x="8990" y="1310"/>
                  </a:cubicBezTo>
                  <a:cubicBezTo>
                    <a:pt x="8419" y="330"/>
                    <a:pt x="7802" y="0"/>
                    <a:pt x="71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477;p62">
              <a:extLst>
                <a:ext uri="{FF2B5EF4-FFF2-40B4-BE49-F238E27FC236}">
                  <a16:creationId xmlns:a16="http://schemas.microsoft.com/office/drawing/2014/main" id="{A0BB296B-F249-050C-FD59-E71B0E131F97}"/>
                </a:ext>
              </a:extLst>
            </p:cNvPr>
            <p:cNvSpPr/>
            <p:nvPr/>
          </p:nvSpPr>
          <p:spPr>
            <a:xfrm>
              <a:off x="4321100" y="556088"/>
              <a:ext cx="233025" cy="168550"/>
            </a:xfrm>
            <a:custGeom>
              <a:avLst/>
              <a:gdLst/>
              <a:ahLst/>
              <a:cxnLst/>
              <a:rect l="l" t="t" r="r" b="b"/>
              <a:pathLst>
                <a:path w="9321" h="6742" extrusionOk="0">
                  <a:moveTo>
                    <a:pt x="6602" y="0"/>
                  </a:moveTo>
                  <a:cubicBezTo>
                    <a:pt x="6176" y="0"/>
                    <a:pt x="5745" y="151"/>
                    <a:pt x="5318" y="353"/>
                  </a:cubicBezTo>
                  <a:cubicBezTo>
                    <a:pt x="4936" y="531"/>
                    <a:pt x="4624" y="598"/>
                    <a:pt x="4323" y="598"/>
                  </a:cubicBezTo>
                  <a:cubicBezTo>
                    <a:pt x="3802" y="598"/>
                    <a:pt x="3317" y="397"/>
                    <a:pt x="2574" y="224"/>
                  </a:cubicBezTo>
                  <a:cubicBezTo>
                    <a:pt x="2281" y="153"/>
                    <a:pt x="2006" y="118"/>
                    <a:pt x="1751" y="118"/>
                  </a:cubicBezTo>
                  <a:cubicBezTo>
                    <a:pt x="973" y="118"/>
                    <a:pt x="377" y="450"/>
                    <a:pt x="1" y="1139"/>
                  </a:cubicBezTo>
                  <a:cubicBezTo>
                    <a:pt x="30" y="1110"/>
                    <a:pt x="72" y="1082"/>
                    <a:pt x="100" y="1053"/>
                  </a:cubicBezTo>
                  <a:cubicBezTo>
                    <a:pt x="614" y="620"/>
                    <a:pt x="1269" y="278"/>
                    <a:pt x="1955" y="278"/>
                  </a:cubicBezTo>
                  <a:cubicBezTo>
                    <a:pt x="1994" y="278"/>
                    <a:pt x="2034" y="279"/>
                    <a:pt x="2073" y="281"/>
                  </a:cubicBezTo>
                  <a:cubicBezTo>
                    <a:pt x="2921" y="344"/>
                    <a:pt x="3716" y="907"/>
                    <a:pt x="4531" y="907"/>
                  </a:cubicBezTo>
                  <a:cubicBezTo>
                    <a:pt x="4650" y="907"/>
                    <a:pt x="4769" y="895"/>
                    <a:pt x="4889" y="868"/>
                  </a:cubicBezTo>
                  <a:cubicBezTo>
                    <a:pt x="5303" y="753"/>
                    <a:pt x="5661" y="468"/>
                    <a:pt x="6090" y="367"/>
                  </a:cubicBezTo>
                  <a:cubicBezTo>
                    <a:pt x="6203" y="340"/>
                    <a:pt x="6316" y="327"/>
                    <a:pt x="6427" y="327"/>
                  </a:cubicBezTo>
                  <a:cubicBezTo>
                    <a:pt x="7205" y="327"/>
                    <a:pt x="7930" y="941"/>
                    <a:pt x="8305" y="1653"/>
                  </a:cubicBezTo>
                  <a:cubicBezTo>
                    <a:pt x="8520" y="2082"/>
                    <a:pt x="8663" y="2568"/>
                    <a:pt x="8606" y="3054"/>
                  </a:cubicBezTo>
                  <a:cubicBezTo>
                    <a:pt x="8548" y="3469"/>
                    <a:pt x="8377" y="3841"/>
                    <a:pt x="8191" y="4226"/>
                  </a:cubicBezTo>
                  <a:cubicBezTo>
                    <a:pt x="8005" y="4598"/>
                    <a:pt x="7819" y="4984"/>
                    <a:pt x="7533" y="5299"/>
                  </a:cubicBezTo>
                  <a:cubicBezTo>
                    <a:pt x="7161" y="5684"/>
                    <a:pt x="6662" y="5928"/>
                    <a:pt x="6147" y="6084"/>
                  </a:cubicBezTo>
                  <a:cubicBezTo>
                    <a:pt x="5386" y="6336"/>
                    <a:pt x="4593" y="6447"/>
                    <a:pt x="3797" y="6447"/>
                  </a:cubicBezTo>
                  <a:cubicBezTo>
                    <a:pt x="2964" y="6447"/>
                    <a:pt x="2127" y="6325"/>
                    <a:pt x="1316" y="6113"/>
                  </a:cubicBezTo>
                  <a:lnTo>
                    <a:pt x="1316" y="6113"/>
                  </a:lnTo>
                  <a:cubicBezTo>
                    <a:pt x="2073" y="6513"/>
                    <a:pt x="3102" y="6742"/>
                    <a:pt x="4461" y="6742"/>
                  </a:cubicBezTo>
                  <a:cubicBezTo>
                    <a:pt x="9305" y="6742"/>
                    <a:pt x="9320" y="2869"/>
                    <a:pt x="8419" y="1310"/>
                  </a:cubicBezTo>
                  <a:cubicBezTo>
                    <a:pt x="7848" y="330"/>
                    <a:pt x="7231" y="0"/>
                    <a:pt x="660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478;p62">
              <a:extLst>
                <a:ext uri="{FF2B5EF4-FFF2-40B4-BE49-F238E27FC236}">
                  <a16:creationId xmlns:a16="http://schemas.microsoft.com/office/drawing/2014/main" id="{538694F4-BFD3-EC72-CAAB-C7705C302272}"/>
                </a:ext>
              </a:extLst>
            </p:cNvPr>
            <p:cNvSpPr/>
            <p:nvPr/>
          </p:nvSpPr>
          <p:spPr>
            <a:xfrm>
              <a:off x="4387200" y="676338"/>
              <a:ext cx="28975" cy="20775"/>
            </a:xfrm>
            <a:custGeom>
              <a:avLst/>
              <a:gdLst/>
              <a:ahLst/>
              <a:cxnLst/>
              <a:rect l="l" t="t" r="r" b="b"/>
              <a:pathLst>
                <a:path w="1159" h="831" extrusionOk="0">
                  <a:moveTo>
                    <a:pt x="305" y="0"/>
                  </a:moveTo>
                  <a:cubicBezTo>
                    <a:pt x="275" y="0"/>
                    <a:pt x="245" y="4"/>
                    <a:pt x="216" y="16"/>
                  </a:cubicBezTo>
                  <a:cubicBezTo>
                    <a:pt x="130" y="45"/>
                    <a:pt x="73" y="131"/>
                    <a:pt x="29" y="231"/>
                  </a:cubicBezTo>
                  <a:cubicBezTo>
                    <a:pt x="16" y="245"/>
                    <a:pt x="1" y="274"/>
                    <a:pt x="1" y="302"/>
                  </a:cubicBezTo>
                  <a:cubicBezTo>
                    <a:pt x="1" y="359"/>
                    <a:pt x="44" y="403"/>
                    <a:pt x="86" y="432"/>
                  </a:cubicBezTo>
                  <a:cubicBezTo>
                    <a:pt x="273" y="574"/>
                    <a:pt x="473" y="703"/>
                    <a:pt x="687" y="803"/>
                  </a:cubicBezTo>
                  <a:cubicBezTo>
                    <a:pt x="728" y="822"/>
                    <a:pt x="766" y="831"/>
                    <a:pt x="800" y="831"/>
                  </a:cubicBezTo>
                  <a:cubicBezTo>
                    <a:pt x="924" y="831"/>
                    <a:pt x="1013" y="725"/>
                    <a:pt x="1102" y="603"/>
                  </a:cubicBezTo>
                  <a:cubicBezTo>
                    <a:pt x="1130" y="560"/>
                    <a:pt x="1159" y="502"/>
                    <a:pt x="1144" y="445"/>
                  </a:cubicBezTo>
                  <a:cubicBezTo>
                    <a:pt x="1144" y="403"/>
                    <a:pt x="1116" y="359"/>
                    <a:pt x="1073" y="331"/>
                  </a:cubicBezTo>
                  <a:cubicBezTo>
                    <a:pt x="902" y="174"/>
                    <a:pt x="673" y="74"/>
                    <a:pt x="429" y="16"/>
                  </a:cubicBezTo>
                  <a:cubicBezTo>
                    <a:pt x="388" y="8"/>
                    <a:pt x="347" y="0"/>
                    <a:pt x="30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2479;p62">
              <a:extLst>
                <a:ext uri="{FF2B5EF4-FFF2-40B4-BE49-F238E27FC236}">
                  <a16:creationId xmlns:a16="http://schemas.microsoft.com/office/drawing/2014/main" id="{7508706B-4E4D-3648-07FC-E35D81D4EFFD}"/>
                </a:ext>
              </a:extLst>
            </p:cNvPr>
            <p:cNvSpPr/>
            <p:nvPr/>
          </p:nvSpPr>
          <p:spPr>
            <a:xfrm>
              <a:off x="4333250" y="605988"/>
              <a:ext cx="65425" cy="40225"/>
            </a:xfrm>
            <a:custGeom>
              <a:avLst/>
              <a:gdLst/>
              <a:ahLst/>
              <a:cxnLst/>
              <a:rect l="l" t="t" r="r" b="b"/>
              <a:pathLst>
                <a:path w="2617" h="1609" extrusionOk="0">
                  <a:moveTo>
                    <a:pt x="358" y="0"/>
                  </a:moveTo>
                  <a:cubicBezTo>
                    <a:pt x="1" y="301"/>
                    <a:pt x="215" y="1073"/>
                    <a:pt x="516" y="1373"/>
                  </a:cubicBezTo>
                  <a:cubicBezTo>
                    <a:pt x="644" y="1487"/>
                    <a:pt x="801" y="1544"/>
                    <a:pt x="958" y="1573"/>
                  </a:cubicBezTo>
                  <a:cubicBezTo>
                    <a:pt x="1075" y="1595"/>
                    <a:pt x="1195" y="1608"/>
                    <a:pt x="1315" y="1608"/>
                  </a:cubicBezTo>
                  <a:cubicBezTo>
                    <a:pt x="1505" y="1608"/>
                    <a:pt x="1692" y="1574"/>
                    <a:pt x="1859" y="1487"/>
                  </a:cubicBezTo>
                  <a:cubicBezTo>
                    <a:pt x="2302" y="1230"/>
                    <a:pt x="2488" y="686"/>
                    <a:pt x="2616" y="158"/>
                  </a:cubicBezTo>
                  <a:cubicBezTo>
                    <a:pt x="1873" y="143"/>
                    <a:pt x="1087" y="0"/>
                    <a:pt x="35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480;p62">
              <a:extLst>
                <a:ext uri="{FF2B5EF4-FFF2-40B4-BE49-F238E27FC236}">
                  <a16:creationId xmlns:a16="http://schemas.microsoft.com/office/drawing/2014/main" id="{B3BEFAA0-8DDC-D761-99E8-DA908CE841C7}"/>
                </a:ext>
              </a:extLst>
            </p:cNvPr>
            <p:cNvSpPr/>
            <p:nvPr/>
          </p:nvSpPr>
          <p:spPr>
            <a:xfrm>
              <a:off x="4470825" y="608838"/>
              <a:ext cx="47200" cy="28700"/>
            </a:xfrm>
            <a:custGeom>
              <a:avLst/>
              <a:gdLst/>
              <a:ahLst/>
              <a:cxnLst/>
              <a:rect l="l" t="t" r="r" b="b"/>
              <a:pathLst>
                <a:path w="1888" h="1148" extrusionOk="0">
                  <a:moveTo>
                    <a:pt x="0" y="1"/>
                  </a:moveTo>
                  <a:lnTo>
                    <a:pt x="0" y="1"/>
                  </a:lnTo>
                  <a:cubicBezTo>
                    <a:pt x="57" y="387"/>
                    <a:pt x="143" y="801"/>
                    <a:pt x="444" y="1001"/>
                  </a:cubicBezTo>
                  <a:cubicBezTo>
                    <a:pt x="600" y="1110"/>
                    <a:pt x="799" y="1148"/>
                    <a:pt x="985" y="1148"/>
                  </a:cubicBezTo>
                  <a:cubicBezTo>
                    <a:pt x="1020" y="1148"/>
                    <a:pt x="1053" y="1146"/>
                    <a:pt x="1087" y="1144"/>
                  </a:cubicBezTo>
                  <a:cubicBezTo>
                    <a:pt x="1216" y="1130"/>
                    <a:pt x="1330" y="1102"/>
                    <a:pt x="1430" y="1016"/>
                  </a:cubicBezTo>
                  <a:cubicBezTo>
                    <a:pt x="1673" y="830"/>
                    <a:pt x="1887" y="287"/>
                    <a:pt x="1658" y="44"/>
                  </a:cubicBezTo>
                  <a:cubicBezTo>
                    <a:pt x="1394" y="22"/>
                    <a:pt x="1115" y="22"/>
                    <a:pt x="835" y="22"/>
                  </a:cubicBezTo>
                  <a:cubicBezTo>
                    <a:pt x="554" y="22"/>
                    <a:pt x="272" y="22"/>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2481;p62">
              <a:extLst>
                <a:ext uri="{FF2B5EF4-FFF2-40B4-BE49-F238E27FC236}">
                  <a16:creationId xmlns:a16="http://schemas.microsoft.com/office/drawing/2014/main" id="{1D4517F0-CDBA-FDE0-88F7-4DF5BEC94064}"/>
                </a:ext>
              </a:extLst>
            </p:cNvPr>
            <p:cNvSpPr/>
            <p:nvPr/>
          </p:nvSpPr>
          <p:spPr>
            <a:xfrm>
              <a:off x="4453325" y="565113"/>
              <a:ext cx="71825" cy="32700"/>
            </a:xfrm>
            <a:custGeom>
              <a:avLst/>
              <a:gdLst/>
              <a:ahLst/>
              <a:cxnLst/>
              <a:rect l="l" t="t" r="r" b="b"/>
              <a:pathLst>
                <a:path w="2873" h="1308" extrusionOk="0">
                  <a:moveTo>
                    <a:pt x="304" y="1"/>
                  </a:moveTo>
                  <a:cubicBezTo>
                    <a:pt x="259" y="1"/>
                    <a:pt x="215" y="3"/>
                    <a:pt x="172" y="6"/>
                  </a:cubicBezTo>
                  <a:cubicBezTo>
                    <a:pt x="115" y="320"/>
                    <a:pt x="71" y="635"/>
                    <a:pt x="1" y="949"/>
                  </a:cubicBezTo>
                  <a:cubicBezTo>
                    <a:pt x="71" y="964"/>
                    <a:pt x="157" y="978"/>
                    <a:pt x="229" y="978"/>
                  </a:cubicBezTo>
                  <a:cubicBezTo>
                    <a:pt x="1101" y="993"/>
                    <a:pt x="2015" y="964"/>
                    <a:pt x="2802" y="1307"/>
                  </a:cubicBezTo>
                  <a:cubicBezTo>
                    <a:pt x="2831" y="1250"/>
                    <a:pt x="2844" y="1193"/>
                    <a:pt x="2873" y="1121"/>
                  </a:cubicBezTo>
                  <a:cubicBezTo>
                    <a:pt x="2416" y="692"/>
                    <a:pt x="1887" y="378"/>
                    <a:pt x="1316" y="192"/>
                  </a:cubicBezTo>
                  <a:cubicBezTo>
                    <a:pt x="999" y="91"/>
                    <a:pt x="640" y="1"/>
                    <a:pt x="30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482;p62">
              <a:extLst>
                <a:ext uri="{FF2B5EF4-FFF2-40B4-BE49-F238E27FC236}">
                  <a16:creationId xmlns:a16="http://schemas.microsoft.com/office/drawing/2014/main" id="{55376F40-C4E1-964F-E0B1-00FF5A14BB74}"/>
                </a:ext>
              </a:extLst>
            </p:cNvPr>
            <p:cNvSpPr/>
            <p:nvPr/>
          </p:nvSpPr>
          <p:spPr>
            <a:xfrm>
              <a:off x="4328250" y="556663"/>
              <a:ext cx="81850" cy="38275"/>
            </a:xfrm>
            <a:custGeom>
              <a:avLst/>
              <a:gdLst/>
              <a:ahLst/>
              <a:cxnLst/>
              <a:rect l="l" t="t" r="r" b="b"/>
              <a:pathLst>
                <a:path w="3274" h="1531" extrusionOk="0">
                  <a:moveTo>
                    <a:pt x="3060" y="1"/>
                  </a:moveTo>
                  <a:cubicBezTo>
                    <a:pt x="2631" y="1"/>
                    <a:pt x="2159" y="144"/>
                    <a:pt x="1758" y="287"/>
                  </a:cubicBezTo>
                  <a:cubicBezTo>
                    <a:pt x="1116" y="515"/>
                    <a:pt x="515" y="887"/>
                    <a:pt x="1" y="1359"/>
                  </a:cubicBezTo>
                  <a:cubicBezTo>
                    <a:pt x="15" y="1416"/>
                    <a:pt x="43" y="1474"/>
                    <a:pt x="72" y="1531"/>
                  </a:cubicBezTo>
                  <a:cubicBezTo>
                    <a:pt x="973" y="1131"/>
                    <a:pt x="2016" y="1059"/>
                    <a:pt x="3016" y="973"/>
                  </a:cubicBezTo>
                  <a:cubicBezTo>
                    <a:pt x="3102" y="959"/>
                    <a:pt x="3188" y="944"/>
                    <a:pt x="3273" y="916"/>
                  </a:cubicBezTo>
                  <a:cubicBezTo>
                    <a:pt x="3203" y="616"/>
                    <a:pt x="3131" y="302"/>
                    <a:pt x="306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483;p62">
              <a:extLst>
                <a:ext uri="{FF2B5EF4-FFF2-40B4-BE49-F238E27FC236}">
                  <a16:creationId xmlns:a16="http://schemas.microsoft.com/office/drawing/2014/main" id="{ED88F8CF-1AF4-4EB7-F90D-A03191398DA6}"/>
                </a:ext>
              </a:extLst>
            </p:cNvPr>
            <p:cNvSpPr/>
            <p:nvPr/>
          </p:nvSpPr>
          <p:spPr>
            <a:xfrm>
              <a:off x="4340750" y="607338"/>
              <a:ext cx="21825" cy="22325"/>
            </a:xfrm>
            <a:custGeom>
              <a:avLst/>
              <a:gdLst/>
              <a:ahLst/>
              <a:cxnLst/>
              <a:rect l="l" t="t" r="r" b="b"/>
              <a:pathLst>
                <a:path w="873" h="893" extrusionOk="0">
                  <a:moveTo>
                    <a:pt x="442" y="1"/>
                  </a:moveTo>
                  <a:cubicBezTo>
                    <a:pt x="428" y="1"/>
                    <a:pt x="415" y="2"/>
                    <a:pt x="401" y="4"/>
                  </a:cubicBezTo>
                  <a:cubicBezTo>
                    <a:pt x="172" y="32"/>
                    <a:pt x="1" y="218"/>
                    <a:pt x="15" y="476"/>
                  </a:cubicBezTo>
                  <a:cubicBezTo>
                    <a:pt x="15" y="691"/>
                    <a:pt x="217" y="892"/>
                    <a:pt x="431" y="892"/>
                  </a:cubicBezTo>
                  <a:cubicBezTo>
                    <a:pt x="445" y="892"/>
                    <a:pt x="459" y="891"/>
                    <a:pt x="473" y="890"/>
                  </a:cubicBezTo>
                  <a:cubicBezTo>
                    <a:pt x="701" y="861"/>
                    <a:pt x="873" y="661"/>
                    <a:pt x="858" y="419"/>
                  </a:cubicBezTo>
                  <a:cubicBezTo>
                    <a:pt x="858" y="204"/>
                    <a:pt x="656" y="1"/>
                    <a:pt x="4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484;p62">
              <a:extLst>
                <a:ext uri="{FF2B5EF4-FFF2-40B4-BE49-F238E27FC236}">
                  <a16:creationId xmlns:a16="http://schemas.microsoft.com/office/drawing/2014/main" id="{590A8A2F-165A-70CD-E49D-86B93340EE8C}"/>
                </a:ext>
              </a:extLst>
            </p:cNvPr>
            <p:cNvSpPr/>
            <p:nvPr/>
          </p:nvSpPr>
          <p:spPr>
            <a:xfrm>
              <a:off x="4472250" y="611663"/>
              <a:ext cx="23975" cy="21550"/>
            </a:xfrm>
            <a:custGeom>
              <a:avLst/>
              <a:gdLst/>
              <a:ahLst/>
              <a:cxnLst/>
              <a:rect l="l" t="t" r="r" b="b"/>
              <a:pathLst>
                <a:path w="959" h="862" extrusionOk="0">
                  <a:moveTo>
                    <a:pt x="502" y="0"/>
                  </a:moveTo>
                  <a:cubicBezTo>
                    <a:pt x="340" y="0"/>
                    <a:pt x="188" y="97"/>
                    <a:pt x="101" y="259"/>
                  </a:cubicBezTo>
                  <a:cubicBezTo>
                    <a:pt x="0" y="474"/>
                    <a:pt x="101" y="745"/>
                    <a:pt x="301" y="831"/>
                  </a:cubicBezTo>
                  <a:cubicBezTo>
                    <a:pt x="353" y="852"/>
                    <a:pt x="407" y="862"/>
                    <a:pt x="460" y="862"/>
                  </a:cubicBezTo>
                  <a:cubicBezTo>
                    <a:pt x="625" y="862"/>
                    <a:pt x="783" y="765"/>
                    <a:pt x="858" y="602"/>
                  </a:cubicBezTo>
                  <a:cubicBezTo>
                    <a:pt x="959" y="389"/>
                    <a:pt x="858" y="116"/>
                    <a:pt x="658" y="31"/>
                  </a:cubicBezTo>
                  <a:cubicBezTo>
                    <a:pt x="606" y="10"/>
                    <a:pt x="554" y="0"/>
                    <a:pt x="50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485;p62">
              <a:extLst>
                <a:ext uri="{FF2B5EF4-FFF2-40B4-BE49-F238E27FC236}">
                  <a16:creationId xmlns:a16="http://schemas.microsoft.com/office/drawing/2014/main" id="{4680C75C-E9B9-680E-C1D2-F0F405D4E0A8}"/>
                </a:ext>
              </a:extLst>
            </p:cNvPr>
            <p:cNvSpPr/>
            <p:nvPr/>
          </p:nvSpPr>
          <p:spPr>
            <a:xfrm>
              <a:off x="4357550" y="650938"/>
              <a:ext cx="21825" cy="34050"/>
            </a:xfrm>
            <a:custGeom>
              <a:avLst/>
              <a:gdLst/>
              <a:ahLst/>
              <a:cxnLst/>
              <a:rect l="l" t="t" r="r" b="b"/>
              <a:pathLst>
                <a:path w="873" h="1362" extrusionOk="0">
                  <a:moveTo>
                    <a:pt x="749" y="1"/>
                  </a:moveTo>
                  <a:cubicBezTo>
                    <a:pt x="733" y="1"/>
                    <a:pt x="716" y="6"/>
                    <a:pt x="701" y="18"/>
                  </a:cubicBezTo>
                  <a:cubicBezTo>
                    <a:pt x="472" y="190"/>
                    <a:pt x="243" y="390"/>
                    <a:pt x="58" y="619"/>
                  </a:cubicBezTo>
                  <a:cubicBezTo>
                    <a:pt x="43" y="661"/>
                    <a:pt x="15" y="689"/>
                    <a:pt x="1" y="733"/>
                  </a:cubicBezTo>
                  <a:cubicBezTo>
                    <a:pt x="15" y="733"/>
                    <a:pt x="15" y="747"/>
                    <a:pt x="29" y="747"/>
                  </a:cubicBezTo>
                  <a:cubicBezTo>
                    <a:pt x="230" y="962"/>
                    <a:pt x="443" y="1147"/>
                    <a:pt x="716" y="1276"/>
                  </a:cubicBezTo>
                  <a:cubicBezTo>
                    <a:pt x="773" y="1305"/>
                    <a:pt x="830" y="1333"/>
                    <a:pt x="872" y="1362"/>
                  </a:cubicBezTo>
                  <a:cubicBezTo>
                    <a:pt x="844" y="1147"/>
                    <a:pt x="830" y="947"/>
                    <a:pt x="830" y="733"/>
                  </a:cubicBezTo>
                  <a:cubicBezTo>
                    <a:pt x="830" y="661"/>
                    <a:pt x="801" y="304"/>
                    <a:pt x="815" y="89"/>
                  </a:cubicBezTo>
                  <a:cubicBezTo>
                    <a:pt x="826" y="38"/>
                    <a:pt x="791" y="1"/>
                    <a:pt x="74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486;p62">
              <a:extLst>
                <a:ext uri="{FF2B5EF4-FFF2-40B4-BE49-F238E27FC236}">
                  <a16:creationId xmlns:a16="http://schemas.microsoft.com/office/drawing/2014/main" id="{1C98A896-785D-C592-EBA1-4A0495051D53}"/>
                </a:ext>
              </a:extLst>
            </p:cNvPr>
            <p:cNvSpPr/>
            <p:nvPr/>
          </p:nvSpPr>
          <p:spPr>
            <a:xfrm>
              <a:off x="4424375" y="675613"/>
              <a:ext cx="28250" cy="27600"/>
            </a:xfrm>
            <a:custGeom>
              <a:avLst/>
              <a:gdLst/>
              <a:ahLst/>
              <a:cxnLst/>
              <a:rect l="l" t="t" r="r" b="b"/>
              <a:pathLst>
                <a:path w="1130" h="1104" extrusionOk="0">
                  <a:moveTo>
                    <a:pt x="972" y="1"/>
                  </a:moveTo>
                  <a:cubicBezTo>
                    <a:pt x="952" y="1"/>
                    <a:pt x="932" y="10"/>
                    <a:pt x="915" y="32"/>
                  </a:cubicBezTo>
                  <a:cubicBezTo>
                    <a:pt x="787" y="203"/>
                    <a:pt x="530" y="446"/>
                    <a:pt x="486" y="503"/>
                  </a:cubicBezTo>
                  <a:cubicBezTo>
                    <a:pt x="343" y="661"/>
                    <a:pt x="172" y="804"/>
                    <a:pt x="15" y="947"/>
                  </a:cubicBezTo>
                  <a:cubicBezTo>
                    <a:pt x="0" y="960"/>
                    <a:pt x="0" y="975"/>
                    <a:pt x="0" y="989"/>
                  </a:cubicBezTo>
                  <a:cubicBezTo>
                    <a:pt x="37" y="982"/>
                    <a:pt x="74" y="979"/>
                    <a:pt x="113" y="979"/>
                  </a:cubicBezTo>
                  <a:cubicBezTo>
                    <a:pt x="242" y="979"/>
                    <a:pt x="380" y="1010"/>
                    <a:pt x="501" y="1032"/>
                  </a:cubicBezTo>
                  <a:cubicBezTo>
                    <a:pt x="686" y="1061"/>
                    <a:pt x="873" y="1089"/>
                    <a:pt x="1058" y="1103"/>
                  </a:cubicBezTo>
                  <a:cubicBezTo>
                    <a:pt x="1058" y="1089"/>
                    <a:pt x="1073" y="1089"/>
                    <a:pt x="1086" y="1075"/>
                  </a:cubicBezTo>
                  <a:cubicBezTo>
                    <a:pt x="1115" y="1046"/>
                    <a:pt x="1115" y="989"/>
                    <a:pt x="1115" y="947"/>
                  </a:cubicBezTo>
                  <a:cubicBezTo>
                    <a:pt x="1130" y="646"/>
                    <a:pt x="1101" y="346"/>
                    <a:pt x="1044" y="60"/>
                  </a:cubicBezTo>
                  <a:cubicBezTo>
                    <a:pt x="1035" y="25"/>
                    <a:pt x="1004" y="1"/>
                    <a:pt x="9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487;p62">
              <a:extLst>
                <a:ext uri="{FF2B5EF4-FFF2-40B4-BE49-F238E27FC236}">
                  <a16:creationId xmlns:a16="http://schemas.microsoft.com/office/drawing/2014/main" id="{C54CC1C8-C464-3331-82AD-21E44BE0C89E}"/>
                </a:ext>
              </a:extLst>
            </p:cNvPr>
            <p:cNvSpPr/>
            <p:nvPr/>
          </p:nvSpPr>
          <p:spPr>
            <a:xfrm>
              <a:off x="4341475" y="602788"/>
              <a:ext cx="58275" cy="9100"/>
            </a:xfrm>
            <a:custGeom>
              <a:avLst/>
              <a:gdLst/>
              <a:ahLst/>
              <a:cxnLst/>
              <a:rect l="l" t="t" r="r" b="b"/>
              <a:pathLst>
                <a:path w="2331" h="364" extrusionOk="0">
                  <a:moveTo>
                    <a:pt x="44" y="0"/>
                  </a:moveTo>
                  <a:lnTo>
                    <a:pt x="0" y="143"/>
                  </a:lnTo>
                  <a:cubicBezTo>
                    <a:pt x="661" y="290"/>
                    <a:pt x="1322" y="363"/>
                    <a:pt x="1993" y="363"/>
                  </a:cubicBezTo>
                  <a:cubicBezTo>
                    <a:pt x="2105" y="363"/>
                    <a:pt x="2218" y="361"/>
                    <a:pt x="2331" y="357"/>
                  </a:cubicBezTo>
                  <a:lnTo>
                    <a:pt x="2316" y="214"/>
                  </a:lnTo>
                  <a:cubicBezTo>
                    <a:pt x="2207" y="218"/>
                    <a:pt x="2098" y="220"/>
                    <a:pt x="1989" y="220"/>
                  </a:cubicBezTo>
                  <a:cubicBezTo>
                    <a:pt x="1338" y="220"/>
                    <a:pt x="680" y="147"/>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488;p62">
              <a:extLst>
                <a:ext uri="{FF2B5EF4-FFF2-40B4-BE49-F238E27FC236}">
                  <a16:creationId xmlns:a16="http://schemas.microsoft.com/office/drawing/2014/main" id="{FC4CE92D-E6C3-9452-141E-290DB607969E}"/>
                </a:ext>
              </a:extLst>
            </p:cNvPr>
            <p:cNvSpPr/>
            <p:nvPr/>
          </p:nvSpPr>
          <p:spPr>
            <a:xfrm>
              <a:off x="4468675" y="607063"/>
              <a:ext cx="44700" cy="5325"/>
            </a:xfrm>
            <a:custGeom>
              <a:avLst/>
              <a:gdLst/>
              <a:ahLst/>
              <a:cxnLst/>
              <a:rect l="l" t="t" r="r" b="b"/>
              <a:pathLst>
                <a:path w="1788" h="213" extrusionOk="0">
                  <a:moveTo>
                    <a:pt x="29" y="1"/>
                  </a:moveTo>
                  <a:lnTo>
                    <a:pt x="1" y="144"/>
                  </a:lnTo>
                  <a:cubicBezTo>
                    <a:pt x="331" y="191"/>
                    <a:pt x="662" y="212"/>
                    <a:pt x="990" y="212"/>
                  </a:cubicBezTo>
                  <a:cubicBezTo>
                    <a:pt x="1258" y="212"/>
                    <a:pt x="1524" y="198"/>
                    <a:pt x="1788" y="172"/>
                  </a:cubicBezTo>
                  <a:lnTo>
                    <a:pt x="1773" y="29"/>
                  </a:lnTo>
                  <a:cubicBezTo>
                    <a:pt x="1529" y="53"/>
                    <a:pt x="1286" y="64"/>
                    <a:pt x="1043" y="64"/>
                  </a:cubicBezTo>
                  <a:cubicBezTo>
                    <a:pt x="702" y="64"/>
                    <a:pt x="363" y="42"/>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489;p62">
              <a:extLst>
                <a:ext uri="{FF2B5EF4-FFF2-40B4-BE49-F238E27FC236}">
                  <a16:creationId xmlns:a16="http://schemas.microsoft.com/office/drawing/2014/main" id="{1A6C79F4-1F02-C90F-0161-507B657ED16B}"/>
                </a:ext>
              </a:extLst>
            </p:cNvPr>
            <p:cNvSpPr/>
            <p:nvPr/>
          </p:nvSpPr>
          <p:spPr>
            <a:xfrm>
              <a:off x="4402925" y="621438"/>
              <a:ext cx="55425" cy="40325"/>
            </a:xfrm>
            <a:custGeom>
              <a:avLst/>
              <a:gdLst/>
              <a:ahLst/>
              <a:cxnLst/>
              <a:rect l="l" t="t" r="r" b="b"/>
              <a:pathLst>
                <a:path w="2217" h="1613" extrusionOk="0">
                  <a:moveTo>
                    <a:pt x="1737" y="0"/>
                  </a:moveTo>
                  <a:cubicBezTo>
                    <a:pt x="1578" y="0"/>
                    <a:pt x="1426" y="83"/>
                    <a:pt x="1330" y="198"/>
                  </a:cubicBezTo>
                  <a:cubicBezTo>
                    <a:pt x="1258" y="269"/>
                    <a:pt x="1216" y="354"/>
                    <a:pt x="1173" y="440"/>
                  </a:cubicBezTo>
                  <a:cubicBezTo>
                    <a:pt x="1008" y="199"/>
                    <a:pt x="707" y="48"/>
                    <a:pt x="411" y="48"/>
                  </a:cubicBezTo>
                  <a:cubicBezTo>
                    <a:pt x="374" y="48"/>
                    <a:pt x="338" y="50"/>
                    <a:pt x="301" y="55"/>
                  </a:cubicBezTo>
                  <a:cubicBezTo>
                    <a:pt x="258" y="68"/>
                    <a:pt x="201" y="83"/>
                    <a:pt x="158" y="112"/>
                  </a:cubicBezTo>
                  <a:cubicBezTo>
                    <a:pt x="101" y="154"/>
                    <a:pt x="73" y="211"/>
                    <a:pt x="58" y="283"/>
                  </a:cubicBezTo>
                  <a:cubicBezTo>
                    <a:pt x="1" y="497"/>
                    <a:pt x="115" y="697"/>
                    <a:pt x="216" y="869"/>
                  </a:cubicBezTo>
                  <a:cubicBezTo>
                    <a:pt x="401" y="1155"/>
                    <a:pt x="601" y="1455"/>
                    <a:pt x="944" y="1526"/>
                  </a:cubicBezTo>
                  <a:lnTo>
                    <a:pt x="1001" y="1298"/>
                  </a:lnTo>
                  <a:cubicBezTo>
                    <a:pt x="744" y="1240"/>
                    <a:pt x="572" y="998"/>
                    <a:pt x="416" y="741"/>
                  </a:cubicBezTo>
                  <a:cubicBezTo>
                    <a:pt x="330" y="598"/>
                    <a:pt x="258" y="455"/>
                    <a:pt x="286" y="341"/>
                  </a:cubicBezTo>
                  <a:cubicBezTo>
                    <a:pt x="286" y="312"/>
                    <a:pt x="301" y="312"/>
                    <a:pt x="301" y="297"/>
                  </a:cubicBezTo>
                  <a:lnTo>
                    <a:pt x="344" y="297"/>
                  </a:lnTo>
                  <a:cubicBezTo>
                    <a:pt x="376" y="291"/>
                    <a:pt x="409" y="288"/>
                    <a:pt x="442" y="288"/>
                  </a:cubicBezTo>
                  <a:cubicBezTo>
                    <a:pt x="726" y="288"/>
                    <a:pt x="1009" y="503"/>
                    <a:pt x="1073" y="798"/>
                  </a:cubicBezTo>
                  <a:lnTo>
                    <a:pt x="1173" y="1255"/>
                  </a:lnTo>
                  <a:lnTo>
                    <a:pt x="1302" y="798"/>
                  </a:lnTo>
                  <a:cubicBezTo>
                    <a:pt x="1344" y="640"/>
                    <a:pt x="1401" y="469"/>
                    <a:pt x="1502" y="354"/>
                  </a:cubicBezTo>
                  <a:cubicBezTo>
                    <a:pt x="1561" y="286"/>
                    <a:pt x="1654" y="237"/>
                    <a:pt x="1740" y="237"/>
                  </a:cubicBezTo>
                  <a:cubicBezTo>
                    <a:pt x="1778" y="237"/>
                    <a:pt x="1814" y="247"/>
                    <a:pt x="1845" y="269"/>
                  </a:cubicBezTo>
                  <a:cubicBezTo>
                    <a:pt x="1944" y="326"/>
                    <a:pt x="1973" y="484"/>
                    <a:pt x="1959" y="612"/>
                  </a:cubicBezTo>
                  <a:cubicBezTo>
                    <a:pt x="1931" y="926"/>
                    <a:pt x="1744" y="1212"/>
                    <a:pt x="1588" y="1484"/>
                  </a:cubicBezTo>
                  <a:lnTo>
                    <a:pt x="1788" y="1612"/>
                  </a:lnTo>
                  <a:cubicBezTo>
                    <a:pt x="1959" y="1326"/>
                    <a:pt x="2159" y="998"/>
                    <a:pt x="2188" y="626"/>
                  </a:cubicBezTo>
                  <a:cubicBezTo>
                    <a:pt x="2217" y="369"/>
                    <a:pt x="2131" y="169"/>
                    <a:pt x="1973" y="68"/>
                  </a:cubicBezTo>
                  <a:cubicBezTo>
                    <a:pt x="1897" y="21"/>
                    <a:pt x="1816" y="0"/>
                    <a:pt x="173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490;p62">
              <a:extLst>
                <a:ext uri="{FF2B5EF4-FFF2-40B4-BE49-F238E27FC236}">
                  <a16:creationId xmlns:a16="http://schemas.microsoft.com/office/drawing/2014/main" id="{AEB5FE77-EE05-27E7-6B22-80D3B70879D5}"/>
                </a:ext>
              </a:extLst>
            </p:cNvPr>
            <p:cNvSpPr/>
            <p:nvPr/>
          </p:nvSpPr>
          <p:spPr>
            <a:xfrm>
              <a:off x="4355425" y="666388"/>
              <a:ext cx="96125" cy="39025"/>
            </a:xfrm>
            <a:custGeom>
              <a:avLst/>
              <a:gdLst/>
              <a:ahLst/>
              <a:cxnLst/>
              <a:rect l="l" t="t" r="r" b="b"/>
              <a:pathLst>
                <a:path w="3845" h="1561" extrusionOk="0">
                  <a:moveTo>
                    <a:pt x="100" y="1"/>
                  </a:moveTo>
                  <a:cubicBezTo>
                    <a:pt x="71" y="29"/>
                    <a:pt x="29" y="58"/>
                    <a:pt x="0" y="100"/>
                  </a:cubicBezTo>
                  <a:cubicBezTo>
                    <a:pt x="772" y="815"/>
                    <a:pt x="1729" y="1287"/>
                    <a:pt x="2744" y="1472"/>
                  </a:cubicBezTo>
                  <a:cubicBezTo>
                    <a:pt x="3053" y="1522"/>
                    <a:pt x="3373" y="1561"/>
                    <a:pt x="3686" y="1561"/>
                  </a:cubicBezTo>
                  <a:cubicBezTo>
                    <a:pt x="3734" y="1561"/>
                    <a:pt x="3783" y="1560"/>
                    <a:pt x="3831" y="1558"/>
                  </a:cubicBezTo>
                  <a:cubicBezTo>
                    <a:pt x="3844" y="1516"/>
                    <a:pt x="3844" y="1458"/>
                    <a:pt x="3844" y="1415"/>
                  </a:cubicBezTo>
                  <a:lnTo>
                    <a:pt x="3844" y="1415"/>
                  </a:lnTo>
                  <a:cubicBezTo>
                    <a:pt x="3809" y="1416"/>
                    <a:pt x="3773" y="1416"/>
                    <a:pt x="3737" y="1416"/>
                  </a:cubicBezTo>
                  <a:cubicBezTo>
                    <a:pt x="2416" y="1416"/>
                    <a:pt x="1102" y="905"/>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27">
          <a:extLst>
            <a:ext uri="{FF2B5EF4-FFF2-40B4-BE49-F238E27FC236}">
              <a16:creationId xmlns:a16="http://schemas.microsoft.com/office/drawing/2014/main" id="{3C1C345F-7CFD-B766-1494-1CB40EE3AB2F}"/>
            </a:ext>
          </a:extLst>
        </p:cNvPr>
        <p:cNvGrpSpPr/>
        <p:nvPr/>
      </p:nvGrpSpPr>
      <p:grpSpPr>
        <a:xfrm>
          <a:off x="0" y="0"/>
          <a:ext cx="0" cy="0"/>
          <a:chOff x="0" y="0"/>
          <a:chExt cx="0" cy="0"/>
        </a:xfrm>
      </p:grpSpPr>
      <p:sp>
        <p:nvSpPr>
          <p:cNvPr id="1028" name="Google Shape;1028;p42">
            <a:extLst>
              <a:ext uri="{FF2B5EF4-FFF2-40B4-BE49-F238E27FC236}">
                <a16:creationId xmlns:a16="http://schemas.microsoft.com/office/drawing/2014/main" id="{C85052A6-A17C-8CA9-4706-D4B1F2B7DBF8}"/>
              </a:ext>
            </a:extLst>
          </p:cNvPr>
          <p:cNvSpPr/>
          <p:nvPr/>
        </p:nvSpPr>
        <p:spPr>
          <a:xfrm>
            <a:off x="489882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29" name="Google Shape;1029;p42">
            <a:extLst>
              <a:ext uri="{FF2B5EF4-FFF2-40B4-BE49-F238E27FC236}">
                <a16:creationId xmlns:a16="http://schemas.microsoft.com/office/drawing/2014/main" id="{7EDF813B-3378-C2DF-C376-099C0B1073C3}"/>
              </a:ext>
            </a:extLst>
          </p:cNvPr>
          <p:cNvSpPr txBox="1">
            <a:spLocks noGrp="1"/>
          </p:cNvSpPr>
          <p:nvPr>
            <p:ph type="title"/>
          </p:nvPr>
        </p:nvSpPr>
        <p:spPr>
          <a:xfrm>
            <a:off x="4734175"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Conclusions</a:t>
            </a:r>
            <a:endParaRPr dirty="0"/>
          </a:p>
        </p:txBody>
      </p:sp>
      <p:sp>
        <p:nvSpPr>
          <p:cNvPr id="1030" name="Google Shape;1030;p42">
            <a:extLst>
              <a:ext uri="{FF2B5EF4-FFF2-40B4-BE49-F238E27FC236}">
                <a16:creationId xmlns:a16="http://schemas.microsoft.com/office/drawing/2014/main" id="{827549FB-0468-9102-F6AB-A8E0D2D8005C}"/>
              </a:ext>
            </a:extLst>
          </p:cNvPr>
          <p:cNvSpPr txBox="1">
            <a:spLocks noGrp="1"/>
          </p:cNvSpPr>
          <p:nvPr>
            <p:ph type="title" idx="2"/>
          </p:nvPr>
        </p:nvSpPr>
        <p:spPr>
          <a:xfrm>
            <a:off x="4734186"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a:t>
            </a:r>
            <a:r>
              <a:rPr lang="pl-PL" dirty="0"/>
              <a:t>4</a:t>
            </a:r>
            <a:endParaRPr dirty="0"/>
          </a:p>
        </p:txBody>
      </p:sp>
      <p:sp>
        <p:nvSpPr>
          <p:cNvPr id="1031" name="Google Shape;1031;p42">
            <a:extLst>
              <a:ext uri="{FF2B5EF4-FFF2-40B4-BE49-F238E27FC236}">
                <a16:creationId xmlns:a16="http://schemas.microsoft.com/office/drawing/2014/main" id="{5F401353-3155-B3EE-BD5D-A00CDF2576E4}"/>
              </a:ext>
            </a:extLst>
          </p:cNvPr>
          <p:cNvSpPr txBox="1">
            <a:spLocks noGrp="1"/>
          </p:cNvSpPr>
          <p:nvPr>
            <p:ph type="subTitle" idx="1"/>
          </p:nvPr>
        </p:nvSpPr>
        <p:spPr>
          <a:xfrm>
            <a:off x="4865050"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Here you can describe the topic of the section</a:t>
            </a:r>
            <a:endParaRPr/>
          </a:p>
        </p:txBody>
      </p:sp>
      <p:grpSp>
        <p:nvGrpSpPr>
          <p:cNvPr id="2" name="Google Shape;2227;p62">
            <a:extLst>
              <a:ext uri="{FF2B5EF4-FFF2-40B4-BE49-F238E27FC236}">
                <a16:creationId xmlns:a16="http://schemas.microsoft.com/office/drawing/2014/main" id="{B785DA8A-81C1-9C8E-BFC2-1B4AFF4DEBD8}"/>
              </a:ext>
            </a:extLst>
          </p:cNvPr>
          <p:cNvGrpSpPr/>
          <p:nvPr/>
        </p:nvGrpSpPr>
        <p:grpSpPr>
          <a:xfrm>
            <a:off x="2142678" y="1018517"/>
            <a:ext cx="2358530" cy="3842551"/>
            <a:chOff x="2690750" y="3912800"/>
            <a:chExt cx="566875" cy="898050"/>
          </a:xfrm>
        </p:grpSpPr>
        <p:sp>
          <p:nvSpPr>
            <p:cNvPr id="3" name="Google Shape;2228;p62">
              <a:extLst>
                <a:ext uri="{FF2B5EF4-FFF2-40B4-BE49-F238E27FC236}">
                  <a16:creationId xmlns:a16="http://schemas.microsoft.com/office/drawing/2014/main" id="{A40F1479-C944-ED8C-ECA6-CF499AC78DBC}"/>
                </a:ext>
              </a:extLst>
            </p:cNvPr>
            <p:cNvSpPr/>
            <p:nvPr/>
          </p:nvSpPr>
          <p:spPr>
            <a:xfrm>
              <a:off x="2690750" y="4643325"/>
              <a:ext cx="221100" cy="119050"/>
            </a:xfrm>
            <a:custGeom>
              <a:avLst/>
              <a:gdLst/>
              <a:ahLst/>
              <a:cxnLst/>
              <a:rect l="l" t="t" r="r" b="b"/>
              <a:pathLst>
                <a:path w="8844" h="4762" extrusionOk="0">
                  <a:moveTo>
                    <a:pt x="6655" y="1"/>
                  </a:moveTo>
                  <a:cubicBezTo>
                    <a:pt x="6363" y="1"/>
                    <a:pt x="6037" y="124"/>
                    <a:pt x="5711" y="219"/>
                  </a:cubicBezTo>
                  <a:cubicBezTo>
                    <a:pt x="6022" y="807"/>
                    <a:pt x="6300" y="1407"/>
                    <a:pt x="6533" y="2019"/>
                  </a:cubicBezTo>
                  <a:cubicBezTo>
                    <a:pt x="4067" y="2229"/>
                    <a:pt x="3701" y="2896"/>
                    <a:pt x="1279" y="3374"/>
                  </a:cubicBezTo>
                  <a:cubicBezTo>
                    <a:pt x="956" y="3440"/>
                    <a:pt x="612" y="3496"/>
                    <a:pt x="356" y="3707"/>
                  </a:cubicBezTo>
                  <a:cubicBezTo>
                    <a:pt x="101" y="3918"/>
                    <a:pt x="1" y="4340"/>
                    <a:pt x="223" y="4584"/>
                  </a:cubicBezTo>
                  <a:cubicBezTo>
                    <a:pt x="401" y="4751"/>
                    <a:pt x="667" y="4762"/>
                    <a:pt x="912" y="4762"/>
                  </a:cubicBezTo>
                  <a:cubicBezTo>
                    <a:pt x="1434" y="4751"/>
                    <a:pt x="1956" y="4740"/>
                    <a:pt x="2467" y="4640"/>
                  </a:cubicBezTo>
                  <a:cubicBezTo>
                    <a:pt x="3445" y="4451"/>
                    <a:pt x="4367" y="4073"/>
                    <a:pt x="5378" y="3996"/>
                  </a:cubicBezTo>
                  <a:cubicBezTo>
                    <a:pt x="6200" y="3929"/>
                    <a:pt x="7033" y="3974"/>
                    <a:pt x="7855" y="3829"/>
                  </a:cubicBezTo>
                  <a:cubicBezTo>
                    <a:pt x="8088" y="3784"/>
                    <a:pt x="8333" y="3729"/>
                    <a:pt x="8522" y="3584"/>
                  </a:cubicBezTo>
                  <a:cubicBezTo>
                    <a:pt x="8710" y="3451"/>
                    <a:pt x="8844" y="3218"/>
                    <a:pt x="8811" y="2985"/>
                  </a:cubicBezTo>
                  <a:cubicBezTo>
                    <a:pt x="8788" y="2863"/>
                    <a:pt x="8722" y="2752"/>
                    <a:pt x="8655" y="2651"/>
                  </a:cubicBezTo>
                  <a:cubicBezTo>
                    <a:pt x="8211" y="1896"/>
                    <a:pt x="7789" y="1130"/>
                    <a:pt x="7322" y="385"/>
                  </a:cubicBezTo>
                  <a:cubicBezTo>
                    <a:pt x="7141" y="95"/>
                    <a:pt x="6911" y="1"/>
                    <a:pt x="665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2229;p62">
              <a:extLst>
                <a:ext uri="{FF2B5EF4-FFF2-40B4-BE49-F238E27FC236}">
                  <a16:creationId xmlns:a16="http://schemas.microsoft.com/office/drawing/2014/main" id="{742F039E-6B52-FFA8-5BC9-93D601019FB7}"/>
                </a:ext>
              </a:extLst>
            </p:cNvPr>
            <p:cNvSpPr/>
            <p:nvPr/>
          </p:nvSpPr>
          <p:spPr>
            <a:xfrm>
              <a:off x="2728825" y="4329100"/>
              <a:ext cx="170250" cy="354700"/>
            </a:xfrm>
            <a:custGeom>
              <a:avLst/>
              <a:gdLst/>
              <a:ahLst/>
              <a:cxnLst/>
              <a:rect l="l" t="t" r="r" b="b"/>
              <a:pathLst>
                <a:path w="6810" h="14188" extrusionOk="0">
                  <a:moveTo>
                    <a:pt x="4759" y="0"/>
                  </a:moveTo>
                  <a:cubicBezTo>
                    <a:pt x="3314" y="0"/>
                    <a:pt x="2377" y="2499"/>
                    <a:pt x="1933" y="3556"/>
                  </a:cubicBezTo>
                  <a:cubicBezTo>
                    <a:pt x="1400" y="4812"/>
                    <a:pt x="789" y="6034"/>
                    <a:pt x="289" y="7311"/>
                  </a:cubicBezTo>
                  <a:cubicBezTo>
                    <a:pt x="134" y="7711"/>
                    <a:pt x="0" y="8211"/>
                    <a:pt x="278" y="8533"/>
                  </a:cubicBezTo>
                  <a:cubicBezTo>
                    <a:pt x="400" y="8288"/>
                    <a:pt x="477" y="8022"/>
                    <a:pt x="533" y="7755"/>
                  </a:cubicBezTo>
                  <a:lnTo>
                    <a:pt x="533" y="7755"/>
                  </a:lnTo>
                  <a:cubicBezTo>
                    <a:pt x="522" y="8355"/>
                    <a:pt x="489" y="9088"/>
                    <a:pt x="1100" y="9733"/>
                  </a:cubicBezTo>
                  <a:cubicBezTo>
                    <a:pt x="1100" y="9477"/>
                    <a:pt x="1100" y="9233"/>
                    <a:pt x="1111" y="8977"/>
                  </a:cubicBezTo>
                  <a:cubicBezTo>
                    <a:pt x="1111" y="8977"/>
                    <a:pt x="2666" y="12799"/>
                    <a:pt x="3777" y="14188"/>
                  </a:cubicBezTo>
                  <a:cubicBezTo>
                    <a:pt x="3777" y="14032"/>
                    <a:pt x="4022" y="13788"/>
                    <a:pt x="4022" y="13643"/>
                  </a:cubicBezTo>
                  <a:cubicBezTo>
                    <a:pt x="4343" y="13798"/>
                    <a:pt x="4677" y="13954"/>
                    <a:pt x="4999" y="14121"/>
                  </a:cubicBezTo>
                  <a:cubicBezTo>
                    <a:pt x="4933" y="13709"/>
                    <a:pt x="4866" y="13310"/>
                    <a:pt x="4799" y="12910"/>
                  </a:cubicBezTo>
                  <a:cubicBezTo>
                    <a:pt x="4805" y="12909"/>
                    <a:pt x="4812" y="12909"/>
                    <a:pt x="4818" y="12909"/>
                  </a:cubicBezTo>
                  <a:cubicBezTo>
                    <a:pt x="5164" y="12909"/>
                    <a:pt x="5600" y="13188"/>
                    <a:pt x="5936" y="13188"/>
                  </a:cubicBezTo>
                  <a:cubicBezTo>
                    <a:pt x="5942" y="13188"/>
                    <a:pt x="5949" y="13188"/>
                    <a:pt x="5955" y="13188"/>
                  </a:cubicBezTo>
                  <a:cubicBezTo>
                    <a:pt x="5876" y="12988"/>
                    <a:pt x="5699" y="12488"/>
                    <a:pt x="5621" y="12299"/>
                  </a:cubicBezTo>
                  <a:lnTo>
                    <a:pt x="5621" y="12299"/>
                  </a:lnTo>
                  <a:lnTo>
                    <a:pt x="6476" y="12521"/>
                  </a:lnTo>
                  <a:cubicBezTo>
                    <a:pt x="5666" y="11344"/>
                    <a:pt x="4622" y="9777"/>
                    <a:pt x="3377" y="7955"/>
                  </a:cubicBezTo>
                  <a:cubicBezTo>
                    <a:pt x="4355" y="6700"/>
                    <a:pt x="4788" y="5656"/>
                    <a:pt x="5854" y="4234"/>
                  </a:cubicBezTo>
                  <a:cubicBezTo>
                    <a:pt x="5858" y="4259"/>
                    <a:pt x="5868" y="4271"/>
                    <a:pt x="5884" y="4271"/>
                  </a:cubicBezTo>
                  <a:cubicBezTo>
                    <a:pt x="6050" y="4271"/>
                    <a:pt x="6810" y="2958"/>
                    <a:pt x="6688" y="2035"/>
                  </a:cubicBezTo>
                  <a:cubicBezTo>
                    <a:pt x="6587" y="1245"/>
                    <a:pt x="6066" y="446"/>
                    <a:pt x="5321" y="124"/>
                  </a:cubicBezTo>
                  <a:cubicBezTo>
                    <a:pt x="5126" y="39"/>
                    <a:pt x="4938" y="0"/>
                    <a:pt x="475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2230;p62">
              <a:extLst>
                <a:ext uri="{FF2B5EF4-FFF2-40B4-BE49-F238E27FC236}">
                  <a16:creationId xmlns:a16="http://schemas.microsoft.com/office/drawing/2014/main" id="{E45F0D59-AEE1-FB53-B80C-959AE517E0E0}"/>
                </a:ext>
              </a:extLst>
            </p:cNvPr>
            <p:cNvSpPr/>
            <p:nvPr/>
          </p:nvSpPr>
          <p:spPr>
            <a:xfrm>
              <a:off x="2813800" y="4382725"/>
              <a:ext cx="9175" cy="18625"/>
            </a:xfrm>
            <a:custGeom>
              <a:avLst/>
              <a:gdLst/>
              <a:ahLst/>
              <a:cxnLst/>
              <a:rect l="l" t="t" r="r" b="b"/>
              <a:pathLst>
                <a:path w="367" h="745" extrusionOk="0">
                  <a:moveTo>
                    <a:pt x="367" y="1"/>
                  </a:moveTo>
                  <a:lnTo>
                    <a:pt x="367" y="1"/>
                  </a:lnTo>
                  <a:cubicBezTo>
                    <a:pt x="256" y="100"/>
                    <a:pt x="178" y="211"/>
                    <a:pt x="112" y="334"/>
                  </a:cubicBezTo>
                  <a:cubicBezTo>
                    <a:pt x="56" y="467"/>
                    <a:pt x="1" y="589"/>
                    <a:pt x="1" y="744"/>
                  </a:cubicBezTo>
                  <a:cubicBezTo>
                    <a:pt x="122" y="645"/>
                    <a:pt x="189" y="534"/>
                    <a:pt x="256" y="411"/>
                  </a:cubicBezTo>
                  <a:cubicBezTo>
                    <a:pt x="312" y="278"/>
                    <a:pt x="367" y="156"/>
                    <a:pt x="3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231;p62">
              <a:extLst>
                <a:ext uri="{FF2B5EF4-FFF2-40B4-BE49-F238E27FC236}">
                  <a16:creationId xmlns:a16="http://schemas.microsoft.com/office/drawing/2014/main" id="{F315EAA4-D6BB-6885-E394-EF9CA4C0E0AC}"/>
                </a:ext>
              </a:extLst>
            </p:cNvPr>
            <p:cNvSpPr/>
            <p:nvPr/>
          </p:nvSpPr>
          <p:spPr>
            <a:xfrm>
              <a:off x="2844050" y="4407175"/>
              <a:ext cx="6425" cy="14450"/>
            </a:xfrm>
            <a:custGeom>
              <a:avLst/>
              <a:gdLst/>
              <a:ahLst/>
              <a:cxnLst/>
              <a:rect l="l" t="t" r="r" b="b"/>
              <a:pathLst>
                <a:path w="257" h="578" extrusionOk="0">
                  <a:moveTo>
                    <a:pt x="235" y="0"/>
                  </a:moveTo>
                  <a:lnTo>
                    <a:pt x="235" y="0"/>
                  </a:lnTo>
                  <a:cubicBezTo>
                    <a:pt x="146" y="78"/>
                    <a:pt x="90" y="166"/>
                    <a:pt x="57" y="267"/>
                  </a:cubicBezTo>
                  <a:cubicBezTo>
                    <a:pt x="23" y="356"/>
                    <a:pt x="1" y="455"/>
                    <a:pt x="35" y="578"/>
                  </a:cubicBezTo>
                  <a:cubicBezTo>
                    <a:pt x="124" y="500"/>
                    <a:pt x="168" y="411"/>
                    <a:pt x="201" y="322"/>
                  </a:cubicBezTo>
                  <a:cubicBezTo>
                    <a:pt x="235" y="222"/>
                    <a:pt x="257" y="122"/>
                    <a:pt x="23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232;p62">
              <a:extLst>
                <a:ext uri="{FF2B5EF4-FFF2-40B4-BE49-F238E27FC236}">
                  <a16:creationId xmlns:a16="http://schemas.microsoft.com/office/drawing/2014/main" id="{2FE8EEC9-7413-0F96-B02C-D18DCDBBE23D}"/>
                </a:ext>
              </a:extLst>
            </p:cNvPr>
            <p:cNvSpPr/>
            <p:nvPr/>
          </p:nvSpPr>
          <p:spPr>
            <a:xfrm>
              <a:off x="2779075" y="4448825"/>
              <a:ext cx="4750" cy="10850"/>
            </a:xfrm>
            <a:custGeom>
              <a:avLst/>
              <a:gdLst/>
              <a:ahLst/>
              <a:cxnLst/>
              <a:rect l="l" t="t" r="r" b="b"/>
              <a:pathLst>
                <a:path w="190" h="434" extrusionOk="0">
                  <a:moveTo>
                    <a:pt x="145" y="1"/>
                  </a:moveTo>
                  <a:cubicBezTo>
                    <a:pt x="67" y="56"/>
                    <a:pt x="34" y="122"/>
                    <a:pt x="12" y="200"/>
                  </a:cubicBezTo>
                  <a:cubicBezTo>
                    <a:pt x="0" y="278"/>
                    <a:pt x="0" y="356"/>
                    <a:pt x="34" y="433"/>
                  </a:cubicBezTo>
                  <a:cubicBezTo>
                    <a:pt x="112" y="378"/>
                    <a:pt x="145" y="312"/>
                    <a:pt x="168" y="233"/>
                  </a:cubicBezTo>
                  <a:cubicBezTo>
                    <a:pt x="178" y="167"/>
                    <a:pt x="190" y="89"/>
                    <a:pt x="1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233;p62">
              <a:extLst>
                <a:ext uri="{FF2B5EF4-FFF2-40B4-BE49-F238E27FC236}">
                  <a16:creationId xmlns:a16="http://schemas.microsoft.com/office/drawing/2014/main" id="{7B0F278A-0385-DA7E-53FA-8CBE5AE76982}"/>
                </a:ext>
              </a:extLst>
            </p:cNvPr>
            <p:cNvSpPr/>
            <p:nvPr/>
          </p:nvSpPr>
          <p:spPr>
            <a:xfrm>
              <a:off x="2779075" y="4477975"/>
              <a:ext cx="6975" cy="20300"/>
            </a:xfrm>
            <a:custGeom>
              <a:avLst/>
              <a:gdLst/>
              <a:ahLst/>
              <a:cxnLst/>
              <a:rect l="l" t="t" r="r" b="b"/>
              <a:pathLst>
                <a:path w="279" h="812" extrusionOk="0">
                  <a:moveTo>
                    <a:pt x="245" y="1"/>
                  </a:moveTo>
                  <a:lnTo>
                    <a:pt x="245" y="1"/>
                  </a:lnTo>
                  <a:cubicBezTo>
                    <a:pt x="156" y="123"/>
                    <a:pt x="101" y="256"/>
                    <a:pt x="67" y="390"/>
                  </a:cubicBezTo>
                  <a:cubicBezTo>
                    <a:pt x="23" y="523"/>
                    <a:pt x="0" y="656"/>
                    <a:pt x="23" y="812"/>
                  </a:cubicBezTo>
                  <a:cubicBezTo>
                    <a:pt x="123" y="689"/>
                    <a:pt x="178" y="568"/>
                    <a:pt x="212" y="423"/>
                  </a:cubicBezTo>
                  <a:cubicBezTo>
                    <a:pt x="245" y="289"/>
                    <a:pt x="279" y="156"/>
                    <a:pt x="2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234;p62">
              <a:extLst>
                <a:ext uri="{FF2B5EF4-FFF2-40B4-BE49-F238E27FC236}">
                  <a16:creationId xmlns:a16="http://schemas.microsoft.com/office/drawing/2014/main" id="{3D6169B1-FAB5-796C-4457-347F3FEE9A82}"/>
                </a:ext>
              </a:extLst>
            </p:cNvPr>
            <p:cNvSpPr/>
            <p:nvPr/>
          </p:nvSpPr>
          <p:spPr>
            <a:xfrm>
              <a:off x="2761600" y="4494375"/>
              <a:ext cx="5275" cy="17500"/>
            </a:xfrm>
            <a:custGeom>
              <a:avLst/>
              <a:gdLst/>
              <a:ahLst/>
              <a:cxnLst/>
              <a:rect l="l" t="t" r="r" b="b"/>
              <a:pathLst>
                <a:path w="211" h="700" extrusionOk="0">
                  <a:moveTo>
                    <a:pt x="178" y="0"/>
                  </a:moveTo>
                  <a:cubicBezTo>
                    <a:pt x="89" y="111"/>
                    <a:pt x="55" y="223"/>
                    <a:pt x="22" y="344"/>
                  </a:cubicBezTo>
                  <a:cubicBezTo>
                    <a:pt x="0" y="455"/>
                    <a:pt x="0" y="578"/>
                    <a:pt x="33" y="700"/>
                  </a:cubicBezTo>
                  <a:cubicBezTo>
                    <a:pt x="122" y="600"/>
                    <a:pt x="156" y="489"/>
                    <a:pt x="178" y="367"/>
                  </a:cubicBezTo>
                  <a:cubicBezTo>
                    <a:pt x="200" y="255"/>
                    <a:pt x="211" y="134"/>
                    <a:pt x="1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235;p62">
              <a:extLst>
                <a:ext uri="{FF2B5EF4-FFF2-40B4-BE49-F238E27FC236}">
                  <a16:creationId xmlns:a16="http://schemas.microsoft.com/office/drawing/2014/main" id="{4F297C98-3E2A-EA9F-7BA9-1EE20BAB8C0F}"/>
                </a:ext>
              </a:extLst>
            </p:cNvPr>
            <p:cNvSpPr/>
            <p:nvPr/>
          </p:nvSpPr>
          <p:spPr>
            <a:xfrm>
              <a:off x="2765200" y="4532150"/>
              <a:ext cx="5575" cy="14450"/>
            </a:xfrm>
            <a:custGeom>
              <a:avLst/>
              <a:gdLst/>
              <a:ahLst/>
              <a:cxnLst/>
              <a:rect l="l" t="t" r="r" b="b"/>
              <a:pathLst>
                <a:path w="223" h="578" extrusionOk="0">
                  <a:moveTo>
                    <a:pt x="34" y="0"/>
                  </a:moveTo>
                  <a:cubicBezTo>
                    <a:pt x="0" y="111"/>
                    <a:pt x="12" y="211"/>
                    <a:pt x="34" y="311"/>
                  </a:cubicBezTo>
                  <a:cubicBezTo>
                    <a:pt x="56" y="400"/>
                    <a:pt x="100" y="500"/>
                    <a:pt x="189" y="578"/>
                  </a:cubicBezTo>
                  <a:cubicBezTo>
                    <a:pt x="222" y="467"/>
                    <a:pt x="212" y="366"/>
                    <a:pt x="178" y="267"/>
                  </a:cubicBezTo>
                  <a:cubicBezTo>
                    <a:pt x="156" y="166"/>
                    <a:pt x="111" y="77"/>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236;p62">
              <a:extLst>
                <a:ext uri="{FF2B5EF4-FFF2-40B4-BE49-F238E27FC236}">
                  <a16:creationId xmlns:a16="http://schemas.microsoft.com/office/drawing/2014/main" id="{FA5801F6-3ADD-6F49-9E1C-5E1BD0A84D05}"/>
                </a:ext>
              </a:extLst>
            </p:cNvPr>
            <p:cNvSpPr/>
            <p:nvPr/>
          </p:nvSpPr>
          <p:spPr>
            <a:xfrm>
              <a:off x="2775475" y="3912800"/>
              <a:ext cx="240800" cy="484400"/>
            </a:xfrm>
            <a:custGeom>
              <a:avLst/>
              <a:gdLst/>
              <a:ahLst/>
              <a:cxnLst/>
              <a:rect l="l" t="t" r="r" b="b"/>
              <a:pathLst>
                <a:path w="9632" h="19376" extrusionOk="0">
                  <a:moveTo>
                    <a:pt x="3475" y="1"/>
                  </a:moveTo>
                  <a:cubicBezTo>
                    <a:pt x="2970" y="1"/>
                    <a:pt x="2462" y="120"/>
                    <a:pt x="2011" y="345"/>
                  </a:cubicBezTo>
                  <a:cubicBezTo>
                    <a:pt x="1067" y="812"/>
                    <a:pt x="367" y="1690"/>
                    <a:pt x="1" y="2656"/>
                  </a:cubicBezTo>
                  <a:cubicBezTo>
                    <a:pt x="289" y="2612"/>
                    <a:pt x="578" y="2512"/>
                    <a:pt x="845" y="2379"/>
                  </a:cubicBezTo>
                  <a:lnTo>
                    <a:pt x="845" y="2379"/>
                  </a:lnTo>
                  <a:cubicBezTo>
                    <a:pt x="567" y="2523"/>
                    <a:pt x="367" y="3045"/>
                    <a:pt x="312" y="3334"/>
                  </a:cubicBezTo>
                  <a:cubicBezTo>
                    <a:pt x="223" y="3756"/>
                    <a:pt x="100" y="4167"/>
                    <a:pt x="122" y="4601"/>
                  </a:cubicBezTo>
                  <a:cubicBezTo>
                    <a:pt x="312" y="4489"/>
                    <a:pt x="500" y="4367"/>
                    <a:pt x="689" y="4245"/>
                  </a:cubicBezTo>
                  <a:lnTo>
                    <a:pt x="689" y="4245"/>
                  </a:lnTo>
                  <a:cubicBezTo>
                    <a:pt x="522" y="4989"/>
                    <a:pt x="433" y="5744"/>
                    <a:pt x="411" y="6500"/>
                  </a:cubicBezTo>
                  <a:cubicBezTo>
                    <a:pt x="689" y="6334"/>
                    <a:pt x="944" y="6134"/>
                    <a:pt x="1156" y="5889"/>
                  </a:cubicBezTo>
                  <a:lnTo>
                    <a:pt x="1156" y="5889"/>
                  </a:lnTo>
                  <a:cubicBezTo>
                    <a:pt x="1055" y="6589"/>
                    <a:pt x="978" y="7289"/>
                    <a:pt x="922" y="7988"/>
                  </a:cubicBezTo>
                  <a:cubicBezTo>
                    <a:pt x="889" y="8333"/>
                    <a:pt x="911" y="8711"/>
                    <a:pt x="845" y="9044"/>
                  </a:cubicBezTo>
                  <a:cubicBezTo>
                    <a:pt x="789" y="9288"/>
                    <a:pt x="689" y="9488"/>
                    <a:pt x="656" y="9743"/>
                  </a:cubicBezTo>
                  <a:cubicBezTo>
                    <a:pt x="456" y="11110"/>
                    <a:pt x="256" y="12621"/>
                    <a:pt x="411" y="13999"/>
                  </a:cubicBezTo>
                  <a:cubicBezTo>
                    <a:pt x="489" y="15887"/>
                    <a:pt x="1356" y="17753"/>
                    <a:pt x="2800" y="18986"/>
                  </a:cubicBezTo>
                  <a:cubicBezTo>
                    <a:pt x="2833" y="18798"/>
                    <a:pt x="2867" y="18608"/>
                    <a:pt x="2889" y="18420"/>
                  </a:cubicBezTo>
                  <a:cubicBezTo>
                    <a:pt x="3378" y="18653"/>
                    <a:pt x="3822" y="18975"/>
                    <a:pt x="4177" y="19375"/>
                  </a:cubicBezTo>
                  <a:cubicBezTo>
                    <a:pt x="4388" y="19075"/>
                    <a:pt x="4644" y="18808"/>
                    <a:pt x="4921" y="18575"/>
                  </a:cubicBezTo>
                  <a:cubicBezTo>
                    <a:pt x="5143" y="18653"/>
                    <a:pt x="5155" y="19042"/>
                    <a:pt x="5388" y="19064"/>
                  </a:cubicBezTo>
                  <a:cubicBezTo>
                    <a:pt x="5396" y="19065"/>
                    <a:pt x="5405" y="19066"/>
                    <a:pt x="5413" y="19066"/>
                  </a:cubicBezTo>
                  <a:cubicBezTo>
                    <a:pt x="5501" y="19066"/>
                    <a:pt x="5572" y="19014"/>
                    <a:pt x="5644" y="18953"/>
                  </a:cubicBezTo>
                  <a:cubicBezTo>
                    <a:pt x="5943" y="18719"/>
                    <a:pt x="6232" y="18475"/>
                    <a:pt x="6499" y="18220"/>
                  </a:cubicBezTo>
                  <a:cubicBezTo>
                    <a:pt x="6688" y="18475"/>
                    <a:pt x="6821" y="18753"/>
                    <a:pt x="6921" y="19053"/>
                  </a:cubicBezTo>
                  <a:cubicBezTo>
                    <a:pt x="6910" y="19020"/>
                    <a:pt x="7765" y="18164"/>
                    <a:pt x="7843" y="18053"/>
                  </a:cubicBezTo>
                  <a:cubicBezTo>
                    <a:pt x="8132" y="17665"/>
                    <a:pt x="8365" y="17242"/>
                    <a:pt x="8554" y="16798"/>
                  </a:cubicBezTo>
                  <a:cubicBezTo>
                    <a:pt x="8876" y="16031"/>
                    <a:pt x="9176" y="14987"/>
                    <a:pt x="9076" y="14143"/>
                  </a:cubicBezTo>
                  <a:lnTo>
                    <a:pt x="9076" y="14143"/>
                  </a:lnTo>
                  <a:cubicBezTo>
                    <a:pt x="9265" y="14287"/>
                    <a:pt x="9443" y="14431"/>
                    <a:pt x="9631" y="14576"/>
                  </a:cubicBezTo>
                  <a:cubicBezTo>
                    <a:pt x="9209" y="11955"/>
                    <a:pt x="8476" y="9377"/>
                    <a:pt x="7466" y="6922"/>
                  </a:cubicBezTo>
                  <a:lnTo>
                    <a:pt x="7466" y="6922"/>
                  </a:lnTo>
                  <a:cubicBezTo>
                    <a:pt x="7621" y="6988"/>
                    <a:pt x="7765" y="7055"/>
                    <a:pt x="7921" y="7122"/>
                  </a:cubicBezTo>
                  <a:cubicBezTo>
                    <a:pt x="7676" y="7011"/>
                    <a:pt x="7577" y="6300"/>
                    <a:pt x="7510" y="6089"/>
                  </a:cubicBezTo>
                  <a:cubicBezTo>
                    <a:pt x="7110" y="4689"/>
                    <a:pt x="6932" y="3201"/>
                    <a:pt x="6266" y="1890"/>
                  </a:cubicBezTo>
                  <a:lnTo>
                    <a:pt x="6232" y="1823"/>
                  </a:lnTo>
                  <a:cubicBezTo>
                    <a:pt x="5943" y="1256"/>
                    <a:pt x="5543" y="757"/>
                    <a:pt x="5010" y="424"/>
                  </a:cubicBezTo>
                  <a:cubicBezTo>
                    <a:pt x="4551" y="137"/>
                    <a:pt x="4015" y="1"/>
                    <a:pt x="3475"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237;p62">
              <a:extLst>
                <a:ext uri="{FF2B5EF4-FFF2-40B4-BE49-F238E27FC236}">
                  <a16:creationId xmlns:a16="http://schemas.microsoft.com/office/drawing/2014/main" id="{0C6AF226-BA09-F118-6659-82E0D30CBD00}"/>
                </a:ext>
              </a:extLst>
            </p:cNvPr>
            <p:cNvSpPr/>
            <p:nvPr/>
          </p:nvSpPr>
          <p:spPr>
            <a:xfrm>
              <a:off x="2822400" y="4346750"/>
              <a:ext cx="103900" cy="114925"/>
            </a:xfrm>
            <a:custGeom>
              <a:avLst/>
              <a:gdLst/>
              <a:ahLst/>
              <a:cxnLst/>
              <a:rect l="l" t="t" r="r" b="b"/>
              <a:pathLst>
                <a:path w="4156" h="4597" extrusionOk="0">
                  <a:moveTo>
                    <a:pt x="461" y="0"/>
                  </a:moveTo>
                  <a:cubicBezTo>
                    <a:pt x="433" y="0"/>
                    <a:pt x="406" y="2"/>
                    <a:pt x="378" y="6"/>
                  </a:cubicBezTo>
                  <a:cubicBezTo>
                    <a:pt x="234" y="18"/>
                    <a:pt x="79" y="107"/>
                    <a:pt x="34" y="251"/>
                  </a:cubicBezTo>
                  <a:cubicBezTo>
                    <a:pt x="0" y="362"/>
                    <a:pt x="12" y="473"/>
                    <a:pt x="34" y="584"/>
                  </a:cubicBezTo>
                  <a:cubicBezTo>
                    <a:pt x="67" y="762"/>
                    <a:pt x="112" y="951"/>
                    <a:pt x="145" y="1139"/>
                  </a:cubicBezTo>
                  <a:cubicBezTo>
                    <a:pt x="190" y="1384"/>
                    <a:pt x="234" y="1617"/>
                    <a:pt x="312" y="1850"/>
                  </a:cubicBezTo>
                  <a:cubicBezTo>
                    <a:pt x="434" y="2250"/>
                    <a:pt x="667" y="2617"/>
                    <a:pt x="889" y="2973"/>
                  </a:cubicBezTo>
                  <a:cubicBezTo>
                    <a:pt x="1067" y="3272"/>
                    <a:pt x="1256" y="3573"/>
                    <a:pt x="1445" y="3872"/>
                  </a:cubicBezTo>
                  <a:cubicBezTo>
                    <a:pt x="1511" y="3972"/>
                    <a:pt x="1578" y="4084"/>
                    <a:pt x="1667" y="4161"/>
                  </a:cubicBezTo>
                  <a:cubicBezTo>
                    <a:pt x="1756" y="4239"/>
                    <a:pt x="1856" y="4283"/>
                    <a:pt x="1967" y="4339"/>
                  </a:cubicBezTo>
                  <a:cubicBezTo>
                    <a:pt x="2100" y="4395"/>
                    <a:pt x="2222" y="4439"/>
                    <a:pt x="2367" y="4483"/>
                  </a:cubicBezTo>
                  <a:cubicBezTo>
                    <a:pt x="2434" y="4506"/>
                    <a:pt x="2500" y="4528"/>
                    <a:pt x="2578" y="4550"/>
                  </a:cubicBezTo>
                  <a:cubicBezTo>
                    <a:pt x="2635" y="4569"/>
                    <a:pt x="2702" y="4597"/>
                    <a:pt x="2769" y="4597"/>
                  </a:cubicBezTo>
                  <a:cubicBezTo>
                    <a:pt x="2779" y="4597"/>
                    <a:pt x="2790" y="4596"/>
                    <a:pt x="2800" y="4595"/>
                  </a:cubicBezTo>
                  <a:cubicBezTo>
                    <a:pt x="2911" y="4583"/>
                    <a:pt x="2989" y="4494"/>
                    <a:pt x="3056" y="4405"/>
                  </a:cubicBezTo>
                  <a:cubicBezTo>
                    <a:pt x="3067" y="4383"/>
                    <a:pt x="3089" y="4372"/>
                    <a:pt x="3111" y="4361"/>
                  </a:cubicBezTo>
                  <a:cubicBezTo>
                    <a:pt x="3123" y="4350"/>
                    <a:pt x="3145" y="4350"/>
                    <a:pt x="3167" y="4350"/>
                  </a:cubicBezTo>
                  <a:lnTo>
                    <a:pt x="3333" y="4316"/>
                  </a:lnTo>
                  <a:cubicBezTo>
                    <a:pt x="3367" y="4316"/>
                    <a:pt x="3411" y="4306"/>
                    <a:pt x="3434" y="4283"/>
                  </a:cubicBezTo>
                  <a:cubicBezTo>
                    <a:pt x="3511" y="4250"/>
                    <a:pt x="3545" y="4161"/>
                    <a:pt x="3567" y="4084"/>
                  </a:cubicBezTo>
                  <a:cubicBezTo>
                    <a:pt x="3548" y="4080"/>
                    <a:pt x="3527" y="4078"/>
                    <a:pt x="3505" y="4078"/>
                  </a:cubicBezTo>
                  <a:cubicBezTo>
                    <a:pt x="3462" y="4078"/>
                    <a:pt x="3415" y="4084"/>
                    <a:pt x="3378" y="4084"/>
                  </a:cubicBezTo>
                  <a:cubicBezTo>
                    <a:pt x="3300" y="4094"/>
                    <a:pt x="3234" y="4094"/>
                    <a:pt x="3155" y="4094"/>
                  </a:cubicBezTo>
                  <a:cubicBezTo>
                    <a:pt x="3089" y="4094"/>
                    <a:pt x="3021" y="4090"/>
                    <a:pt x="2952" y="4081"/>
                  </a:cubicBezTo>
                  <a:lnTo>
                    <a:pt x="2952" y="4081"/>
                  </a:lnTo>
                  <a:cubicBezTo>
                    <a:pt x="3007" y="4087"/>
                    <a:pt x="3061" y="4089"/>
                    <a:pt x="3115" y="4089"/>
                  </a:cubicBezTo>
                  <a:cubicBezTo>
                    <a:pt x="3426" y="4089"/>
                    <a:pt x="3737" y="4004"/>
                    <a:pt x="4000" y="3850"/>
                  </a:cubicBezTo>
                  <a:cubicBezTo>
                    <a:pt x="4022" y="3828"/>
                    <a:pt x="4044" y="3817"/>
                    <a:pt x="4056" y="3795"/>
                  </a:cubicBezTo>
                  <a:cubicBezTo>
                    <a:pt x="4078" y="3750"/>
                    <a:pt x="4066" y="3694"/>
                    <a:pt x="4044" y="3650"/>
                  </a:cubicBezTo>
                  <a:cubicBezTo>
                    <a:pt x="4011" y="3583"/>
                    <a:pt x="3989" y="3528"/>
                    <a:pt x="3955" y="3472"/>
                  </a:cubicBezTo>
                  <a:cubicBezTo>
                    <a:pt x="3945" y="3450"/>
                    <a:pt x="3933" y="3428"/>
                    <a:pt x="3922" y="3417"/>
                  </a:cubicBezTo>
                  <a:cubicBezTo>
                    <a:pt x="3905" y="3411"/>
                    <a:pt x="3891" y="3408"/>
                    <a:pt x="3878" y="3408"/>
                  </a:cubicBezTo>
                  <a:cubicBezTo>
                    <a:pt x="3864" y="3408"/>
                    <a:pt x="3850" y="3411"/>
                    <a:pt x="3833" y="3417"/>
                  </a:cubicBezTo>
                  <a:cubicBezTo>
                    <a:pt x="3677" y="3439"/>
                    <a:pt x="3518" y="3454"/>
                    <a:pt x="3358" y="3462"/>
                  </a:cubicBezTo>
                  <a:lnTo>
                    <a:pt x="3358" y="3462"/>
                  </a:lnTo>
                  <a:cubicBezTo>
                    <a:pt x="3625" y="3416"/>
                    <a:pt x="3881" y="3310"/>
                    <a:pt x="4100" y="3150"/>
                  </a:cubicBezTo>
                  <a:cubicBezTo>
                    <a:pt x="4111" y="3139"/>
                    <a:pt x="4133" y="3117"/>
                    <a:pt x="4145" y="3094"/>
                  </a:cubicBezTo>
                  <a:cubicBezTo>
                    <a:pt x="4155" y="3072"/>
                    <a:pt x="4145" y="3050"/>
                    <a:pt x="4133" y="3028"/>
                  </a:cubicBezTo>
                  <a:cubicBezTo>
                    <a:pt x="4100" y="2928"/>
                    <a:pt x="4044" y="2828"/>
                    <a:pt x="3977" y="2739"/>
                  </a:cubicBezTo>
                  <a:cubicBezTo>
                    <a:pt x="3955" y="2717"/>
                    <a:pt x="3933" y="2694"/>
                    <a:pt x="3900" y="2694"/>
                  </a:cubicBezTo>
                  <a:cubicBezTo>
                    <a:pt x="3892" y="2693"/>
                    <a:pt x="3885" y="2692"/>
                    <a:pt x="3877" y="2692"/>
                  </a:cubicBezTo>
                  <a:cubicBezTo>
                    <a:pt x="3844" y="2692"/>
                    <a:pt x="3816" y="2710"/>
                    <a:pt x="3789" y="2728"/>
                  </a:cubicBezTo>
                  <a:cubicBezTo>
                    <a:pt x="3644" y="2817"/>
                    <a:pt x="3480" y="2848"/>
                    <a:pt x="3313" y="2848"/>
                  </a:cubicBezTo>
                  <a:cubicBezTo>
                    <a:pt x="3187" y="2848"/>
                    <a:pt x="3058" y="2830"/>
                    <a:pt x="2933" y="2806"/>
                  </a:cubicBezTo>
                  <a:cubicBezTo>
                    <a:pt x="2789" y="2773"/>
                    <a:pt x="2644" y="2739"/>
                    <a:pt x="2533" y="2650"/>
                  </a:cubicBezTo>
                  <a:cubicBezTo>
                    <a:pt x="2412" y="2561"/>
                    <a:pt x="2345" y="2417"/>
                    <a:pt x="2267" y="2284"/>
                  </a:cubicBezTo>
                  <a:cubicBezTo>
                    <a:pt x="2200" y="2161"/>
                    <a:pt x="2145" y="1984"/>
                    <a:pt x="2256" y="1895"/>
                  </a:cubicBezTo>
                  <a:cubicBezTo>
                    <a:pt x="2286" y="1871"/>
                    <a:pt x="2321" y="1861"/>
                    <a:pt x="2357" y="1861"/>
                  </a:cubicBezTo>
                  <a:cubicBezTo>
                    <a:pt x="2441" y="1861"/>
                    <a:pt x="2531" y="1917"/>
                    <a:pt x="2578" y="1995"/>
                  </a:cubicBezTo>
                  <a:cubicBezTo>
                    <a:pt x="2656" y="2095"/>
                    <a:pt x="2678" y="2228"/>
                    <a:pt x="2755" y="2339"/>
                  </a:cubicBezTo>
                  <a:cubicBezTo>
                    <a:pt x="2789" y="2395"/>
                    <a:pt x="2856" y="2439"/>
                    <a:pt x="2923" y="2439"/>
                  </a:cubicBezTo>
                  <a:cubicBezTo>
                    <a:pt x="2955" y="2439"/>
                    <a:pt x="2978" y="2417"/>
                    <a:pt x="3011" y="2406"/>
                  </a:cubicBezTo>
                  <a:cubicBezTo>
                    <a:pt x="3078" y="2361"/>
                    <a:pt x="3145" y="2295"/>
                    <a:pt x="3189" y="2228"/>
                  </a:cubicBezTo>
                  <a:cubicBezTo>
                    <a:pt x="3222" y="2195"/>
                    <a:pt x="3244" y="2161"/>
                    <a:pt x="3244" y="2117"/>
                  </a:cubicBezTo>
                  <a:cubicBezTo>
                    <a:pt x="3244" y="2072"/>
                    <a:pt x="3234" y="2040"/>
                    <a:pt x="3211" y="1995"/>
                  </a:cubicBezTo>
                  <a:cubicBezTo>
                    <a:pt x="3067" y="1672"/>
                    <a:pt x="2867" y="1339"/>
                    <a:pt x="2533" y="1206"/>
                  </a:cubicBezTo>
                  <a:cubicBezTo>
                    <a:pt x="2212" y="1084"/>
                    <a:pt x="1911" y="1117"/>
                    <a:pt x="1645" y="850"/>
                  </a:cubicBezTo>
                  <a:cubicBezTo>
                    <a:pt x="1634" y="850"/>
                    <a:pt x="1634" y="840"/>
                    <a:pt x="1622" y="828"/>
                  </a:cubicBezTo>
                  <a:cubicBezTo>
                    <a:pt x="1545" y="751"/>
                    <a:pt x="1478" y="650"/>
                    <a:pt x="1412" y="562"/>
                  </a:cubicBezTo>
                  <a:cubicBezTo>
                    <a:pt x="1245" y="362"/>
                    <a:pt x="1045" y="206"/>
                    <a:pt x="823" y="95"/>
                  </a:cubicBezTo>
                  <a:cubicBezTo>
                    <a:pt x="713" y="40"/>
                    <a:pt x="588" y="0"/>
                    <a:pt x="46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238;p62">
              <a:extLst>
                <a:ext uri="{FF2B5EF4-FFF2-40B4-BE49-F238E27FC236}">
                  <a16:creationId xmlns:a16="http://schemas.microsoft.com/office/drawing/2014/main" id="{BF99B6FD-04C3-9791-2274-FC21791246A5}"/>
                </a:ext>
              </a:extLst>
            </p:cNvPr>
            <p:cNvSpPr/>
            <p:nvPr/>
          </p:nvSpPr>
          <p:spPr>
            <a:xfrm>
              <a:off x="2875450" y="4424650"/>
              <a:ext cx="31125" cy="8775"/>
            </a:xfrm>
            <a:custGeom>
              <a:avLst/>
              <a:gdLst/>
              <a:ahLst/>
              <a:cxnLst/>
              <a:rect l="l" t="t" r="r" b="b"/>
              <a:pathLst>
                <a:path w="1245" h="351" extrusionOk="0">
                  <a:moveTo>
                    <a:pt x="1" y="1"/>
                  </a:moveTo>
                  <a:cubicBezTo>
                    <a:pt x="167" y="123"/>
                    <a:pt x="334" y="234"/>
                    <a:pt x="512" y="334"/>
                  </a:cubicBezTo>
                  <a:lnTo>
                    <a:pt x="512" y="345"/>
                  </a:lnTo>
                  <a:lnTo>
                    <a:pt x="522" y="345"/>
                  </a:lnTo>
                  <a:cubicBezTo>
                    <a:pt x="678" y="345"/>
                    <a:pt x="839" y="350"/>
                    <a:pt x="1001" y="350"/>
                  </a:cubicBezTo>
                  <a:cubicBezTo>
                    <a:pt x="1082" y="350"/>
                    <a:pt x="1163" y="349"/>
                    <a:pt x="1245" y="345"/>
                  </a:cubicBezTo>
                  <a:cubicBezTo>
                    <a:pt x="1001" y="312"/>
                    <a:pt x="767" y="301"/>
                    <a:pt x="522" y="301"/>
                  </a:cubicBezTo>
                  <a:lnTo>
                    <a:pt x="534" y="301"/>
                  </a:lnTo>
                  <a:cubicBezTo>
                    <a:pt x="356" y="201"/>
                    <a:pt x="178" y="89"/>
                    <a:pt x="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239;p62">
              <a:extLst>
                <a:ext uri="{FF2B5EF4-FFF2-40B4-BE49-F238E27FC236}">
                  <a16:creationId xmlns:a16="http://schemas.microsoft.com/office/drawing/2014/main" id="{53CEC169-891A-ED72-841F-BB58B37AFDB2}"/>
                </a:ext>
              </a:extLst>
            </p:cNvPr>
            <p:cNvSpPr/>
            <p:nvPr/>
          </p:nvSpPr>
          <p:spPr>
            <a:xfrm>
              <a:off x="2867675" y="4435500"/>
              <a:ext cx="33625" cy="13625"/>
            </a:xfrm>
            <a:custGeom>
              <a:avLst/>
              <a:gdLst/>
              <a:ahLst/>
              <a:cxnLst/>
              <a:rect l="l" t="t" r="r" b="b"/>
              <a:pathLst>
                <a:path w="1345" h="545" extrusionOk="0">
                  <a:moveTo>
                    <a:pt x="1" y="0"/>
                  </a:moveTo>
                  <a:lnTo>
                    <a:pt x="1" y="0"/>
                  </a:lnTo>
                  <a:cubicBezTo>
                    <a:pt x="223" y="178"/>
                    <a:pt x="456" y="344"/>
                    <a:pt x="700" y="511"/>
                  </a:cubicBezTo>
                  <a:lnTo>
                    <a:pt x="712" y="511"/>
                  </a:lnTo>
                  <a:cubicBezTo>
                    <a:pt x="922" y="522"/>
                    <a:pt x="1134" y="544"/>
                    <a:pt x="1344" y="544"/>
                  </a:cubicBezTo>
                  <a:cubicBezTo>
                    <a:pt x="1134" y="511"/>
                    <a:pt x="922" y="489"/>
                    <a:pt x="712" y="467"/>
                  </a:cubicBezTo>
                  <a:lnTo>
                    <a:pt x="722" y="467"/>
                  </a:lnTo>
                  <a:cubicBezTo>
                    <a:pt x="489" y="300"/>
                    <a:pt x="245" y="144"/>
                    <a:pt x="1"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240;p62">
              <a:extLst>
                <a:ext uri="{FF2B5EF4-FFF2-40B4-BE49-F238E27FC236}">
                  <a16:creationId xmlns:a16="http://schemas.microsoft.com/office/drawing/2014/main" id="{07020BA1-DB5E-5271-7AD9-4845FAF97E14}"/>
                </a:ext>
              </a:extLst>
            </p:cNvPr>
            <p:cNvSpPr/>
            <p:nvPr/>
          </p:nvSpPr>
          <p:spPr>
            <a:xfrm>
              <a:off x="2864350" y="4441600"/>
              <a:ext cx="35825" cy="14175"/>
            </a:xfrm>
            <a:custGeom>
              <a:avLst/>
              <a:gdLst/>
              <a:ahLst/>
              <a:cxnLst/>
              <a:rect l="l" t="t" r="r" b="b"/>
              <a:pathLst>
                <a:path w="1433" h="567" extrusionOk="0">
                  <a:moveTo>
                    <a:pt x="0" y="1"/>
                  </a:moveTo>
                  <a:lnTo>
                    <a:pt x="0" y="1"/>
                  </a:lnTo>
                  <a:cubicBezTo>
                    <a:pt x="167" y="145"/>
                    <a:pt x="344" y="290"/>
                    <a:pt x="522" y="433"/>
                  </a:cubicBezTo>
                  <a:lnTo>
                    <a:pt x="534" y="433"/>
                  </a:lnTo>
                  <a:cubicBezTo>
                    <a:pt x="678" y="467"/>
                    <a:pt x="833" y="489"/>
                    <a:pt x="978" y="512"/>
                  </a:cubicBezTo>
                  <a:cubicBezTo>
                    <a:pt x="1133" y="534"/>
                    <a:pt x="1277" y="545"/>
                    <a:pt x="1433" y="567"/>
                  </a:cubicBezTo>
                  <a:cubicBezTo>
                    <a:pt x="1277" y="534"/>
                    <a:pt x="1133" y="500"/>
                    <a:pt x="989" y="467"/>
                  </a:cubicBezTo>
                  <a:cubicBezTo>
                    <a:pt x="833" y="445"/>
                    <a:pt x="689" y="411"/>
                    <a:pt x="534" y="389"/>
                  </a:cubicBezTo>
                  <a:lnTo>
                    <a:pt x="534" y="389"/>
                  </a:lnTo>
                  <a:lnTo>
                    <a:pt x="544" y="401"/>
                  </a:lnTo>
                  <a:cubicBezTo>
                    <a:pt x="366" y="256"/>
                    <a:pt x="189" y="122"/>
                    <a:pt x="0"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241;p62">
              <a:extLst>
                <a:ext uri="{FF2B5EF4-FFF2-40B4-BE49-F238E27FC236}">
                  <a16:creationId xmlns:a16="http://schemas.microsoft.com/office/drawing/2014/main" id="{E929169A-3B32-19C2-BB2B-101C2425AFFC}"/>
                </a:ext>
              </a:extLst>
            </p:cNvPr>
            <p:cNvSpPr/>
            <p:nvPr/>
          </p:nvSpPr>
          <p:spPr>
            <a:xfrm>
              <a:off x="2748250" y="4043225"/>
              <a:ext cx="120275" cy="355900"/>
            </a:xfrm>
            <a:custGeom>
              <a:avLst/>
              <a:gdLst/>
              <a:ahLst/>
              <a:cxnLst/>
              <a:rect l="l" t="t" r="r" b="b"/>
              <a:pathLst>
                <a:path w="4811" h="14236" extrusionOk="0">
                  <a:moveTo>
                    <a:pt x="2148" y="0"/>
                  </a:moveTo>
                  <a:cubicBezTo>
                    <a:pt x="2080" y="0"/>
                    <a:pt x="2002" y="25"/>
                    <a:pt x="1912" y="83"/>
                  </a:cubicBezTo>
                  <a:cubicBezTo>
                    <a:pt x="1589" y="294"/>
                    <a:pt x="1512" y="1216"/>
                    <a:pt x="1456" y="1561"/>
                  </a:cubicBezTo>
                  <a:cubicBezTo>
                    <a:pt x="1067" y="3738"/>
                    <a:pt x="334" y="5649"/>
                    <a:pt x="1" y="7837"/>
                  </a:cubicBezTo>
                  <a:cubicBezTo>
                    <a:pt x="179" y="7792"/>
                    <a:pt x="334" y="7659"/>
                    <a:pt x="401" y="7481"/>
                  </a:cubicBezTo>
                  <a:cubicBezTo>
                    <a:pt x="1156" y="9404"/>
                    <a:pt x="2056" y="12336"/>
                    <a:pt x="3122" y="14236"/>
                  </a:cubicBezTo>
                  <a:cubicBezTo>
                    <a:pt x="3144" y="13981"/>
                    <a:pt x="3211" y="13280"/>
                    <a:pt x="3245" y="13036"/>
                  </a:cubicBezTo>
                  <a:cubicBezTo>
                    <a:pt x="3378" y="13169"/>
                    <a:pt x="3533" y="13280"/>
                    <a:pt x="3700" y="13358"/>
                  </a:cubicBezTo>
                  <a:cubicBezTo>
                    <a:pt x="3655" y="13181"/>
                    <a:pt x="3655" y="13003"/>
                    <a:pt x="3689" y="12814"/>
                  </a:cubicBezTo>
                  <a:lnTo>
                    <a:pt x="3689" y="12814"/>
                  </a:lnTo>
                  <a:cubicBezTo>
                    <a:pt x="3956" y="12925"/>
                    <a:pt x="4244" y="13003"/>
                    <a:pt x="4533" y="13047"/>
                  </a:cubicBezTo>
                  <a:cubicBezTo>
                    <a:pt x="4333" y="12703"/>
                    <a:pt x="4133" y="12359"/>
                    <a:pt x="3933" y="12025"/>
                  </a:cubicBezTo>
                  <a:lnTo>
                    <a:pt x="3933" y="12025"/>
                  </a:lnTo>
                  <a:cubicBezTo>
                    <a:pt x="4200" y="12169"/>
                    <a:pt x="4499" y="12248"/>
                    <a:pt x="4811" y="12248"/>
                  </a:cubicBezTo>
                  <a:cubicBezTo>
                    <a:pt x="4067" y="11058"/>
                    <a:pt x="3322" y="9870"/>
                    <a:pt x="2567" y="8681"/>
                  </a:cubicBezTo>
                  <a:lnTo>
                    <a:pt x="2567" y="8681"/>
                  </a:lnTo>
                  <a:lnTo>
                    <a:pt x="3000" y="8915"/>
                  </a:lnTo>
                  <a:cubicBezTo>
                    <a:pt x="2655" y="8392"/>
                    <a:pt x="2311" y="7881"/>
                    <a:pt x="1967" y="7360"/>
                  </a:cubicBezTo>
                  <a:cubicBezTo>
                    <a:pt x="1856" y="7193"/>
                    <a:pt x="1756" y="7037"/>
                    <a:pt x="1700" y="6849"/>
                  </a:cubicBezTo>
                  <a:cubicBezTo>
                    <a:pt x="1656" y="6649"/>
                    <a:pt x="1667" y="6437"/>
                    <a:pt x="1689" y="6227"/>
                  </a:cubicBezTo>
                  <a:cubicBezTo>
                    <a:pt x="1767" y="5504"/>
                    <a:pt x="1845" y="4782"/>
                    <a:pt x="1922" y="4049"/>
                  </a:cubicBezTo>
                  <a:lnTo>
                    <a:pt x="2256" y="4916"/>
                  </a:lnTo>
                  <a:cubicBezTo>
                    <a:pt x="2267" y="3638"/>
                    <a:pt x="2356" y="2361"/>
                    <a:pt x="2534" y="1105"/>
                  </a:cubicBezTo>
                  <a:cubicBezTo>
                    <a:pt x="2572" y="831"/>
                    <a:pt x="2537" y="0"/>
                    <a:pt x="2148"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242;p62">
              <a:extLst>
                <a:ext uri="{FF2B5EF4-FFF2-40B4-BE49-F238E27FC236}">
                  <a16:creationId xmlns:a16="http://schemas.microsoft.com/office/drawing/2014/main" id="{0405D833-0169-20ED-3E73-6F7FD6B601B9}"/>
                </a:ext>
              </a:extLst>
            </p:cNvPr>
            <p:cNvSpPr/>
            <p:nvPr/>
          </p:nvSpPr>
          <p:spPr>
            <a:xfrm>
              <a:off x="2758250" y="4043225"/>
              <a:ext cx="113600" cy="360900"/>
            </a:xfrm>
            <a:custGeom>
              <a:avLst/>
              <a:gdLst/>
              <a:ahLst/>
              <a:cxnLst/>
              <a:rect l="l" t="t" r="r" b="b"/>
              <a:pathLst>
                <a:path w="4544" h="14436" extrusionOk="0">
                  <a:moveTo>
                    <a:pt x="1749" y="0"/>
                  </a:moveTo>
                  <a:cubicBezTo>
                    <a:pt x="1667" y="0"/>
                    <a:pt x="1586" y="42"/>
                    <a:pt x="1512" y="83"/>
                  </a:cubicBezTo>
                  <a:cubicBezTo>
                    <a:pt x="1588" y="41"/>
                    <a:pt x="1670" y="5"/>
                    <a:pt x="1755" y="5"/>
                  </a:cubicBezTo>
                  <a:cubicBezTo>
                    <a:pt x="1781" y="5"/>
                    <a:pt x="1807" y="9"/>
                    <a:pt x="1833" y="16"/>
                  </a:cubicBezTo>
                  <a:cubicBezTo>
                    <a:pt x="1805" y="5"/>
                    <a:pt x="1777" y="0"/>
                    <a:pt x="1749" y="0"/>
                  </a:cubicBezTo>
                  <a:close/>
                  <a:moveTo>
                    <a:pt x="1833" y="16"/>
                  </a:moveTo>
                  <a:lnTo>
                    <a:pt x="1833" y="16"/>
                  </a:lnTo>
                  <a:cubicBezTo>
                    <a:pt x="1934" y="61"/>
                    <a:pt x="2000" y="161"/>
                    <a:pt x="2033" y="261"/>
                  </a:cubicBezTo>
                  <a:cubicBezTo>
                    <a:pt x="2111" y="472"/>
                    <a:pt x="2134" y="694"/>
                    <a:pt x="2134" y="917"/>
                  </a:cubicBezTo>
                  <a:cubicBezTo>
                    <a:pt x="2134" y="1028"/>
                    <a:pt x="2111" y="1139"/>
                    <a:pt x="2100" y="1250"/>
                  </a:cubicBezTo>
                  <a:lnTo>
                    <a:pt x="2055" y="1572"/>
                  </a:lnTo>
                  <a:cubicBezTo>
                    <a:pt x="2023" y="1794"/>
                    <a:pt x="1989" y="2016"/>
                    <a:pt x="1967" y="2238"/>
                  </a:cubicBezTo>
                  <a:cubicBezTo>
                    <a:pt x="1922" y="2682"/>
                    <a:pt x="1878" y="3127"/>
                    <a:pt x="1856" y="3571"/>
                  </a:cubicBezTo>
                  <a:cubicBezTo>
                    <a:pt x="1829" y="3929"/>
                    <a:pt x="1816" y="4287"/>
                    <a:pt x="1807" y="4652"/>
                  </a:cubicBezTo>
                  <a:lnTo>
                    <a:pt x="1807" y="4652"/>
                  </a:lnTo>
                  <a:lnTo>
                    <a:pt x="1567" y="4027"/>
                  </a:lnTo>
                  <a:lnTo>
                    <a:pt x="1489" y="3816"/>
                  </a:lnTo>
                  <a:lnTo>
                    <a:pt x="1467" y="4049"/>
                  </a:lnTo>
                  <a:lnTo>
                    <a:pt x="1322" y="5349"/>
                  </a:lnTo>
                  <a:lnTo>
                    <a:pt x="1245" y="6004"/>
                  </a:lnTo>
                  <a:cubicBezTo>
                    <a:pt x="1233" y="6227"/>
                    <a:pt x="1189" y="6437"/>
                    <a:pt x="1211" y="6671"/>
                  </a:cubicBezTo>
                  <a:cubicBezTo>
                    <a:pt x="1211" y="6915"/>
                    <a:pt x="1334" y="7126"/>
                    <a:pt x="1456" y="7315"/>
                  </a:cubicBezTo>
                  <a:lnTo>
                    <a:pt x="1811" y="7859"/>
                  </a:lnTo>
                  <a:lnTo>
                    <a:pt x="2375" y="8705"/>
                  </a:lnTo>
                  <a:lnTo>
                    <a:pt x="2375" y="8705"/>
                  </a:lnTo>
                  <a:lnTo>
                    <a:pt x="2211" y="8615"/>
                  </a:lnTo>
                  <a:lnTo>
                    <a:pt x="1956" y="8471"/>
                  </a:lnTo>
                  <a:lnTo>
                    <a:pt x="1956" y="8471"/>
                  </a:lnTo>
                  <a:lnTo>
                    <a:pt x="2111" y="8715"/>
                  </a:lnTo>
                  <a:lnTo>
                    <a:pt x="4271" y="12164"/>
                  </a:lnTo>
                  <a:lnTo>
                    <a:pt x="4271" y="12164"/>
                  </a:lnTo>
                  <a:cubicBezTo>
                    <a:pt x="4022" y="12147"/>
                    <a:pt x="3782" y="12080"/>
                    <a:pt x="3566" y="11959"/>
                  </a:cubicBezTo>
                  <a:lnTo>
                    <a:pt x="3333" y="11825"/>
                  </a:lnTo>
                  <a:lnTo>
                    <a:pt x="3333" y="11825"/>
                  </a:lnTo>
                  <a:lnTo>
                    <a:pt x="3467" y="12058"/>
                  </a:lnTo>
                  <a:lnTo>
                    <a:pt x="3996" y="12944"/>
                  </a:lnTo>
                  <a:lnTo>
                    <a:pt x="3996" y="12944"/>
                  </a:lnTo>
                  <a:cubicBezTo>
                    <a:pt x="3760" y="12901"/>
                    <a:pt x="3532" y="12839"/>
                    <a:pt x="3311" y="12747"/>
                  </a:cubicBezTo>
                  <a:lnTo>
                    <a:pt x="3233" y="12725"/>
                  </a:lnTo>
                  <a:lnTo>
                    <a:pt x="3211" y="12803"/>
                  </a:lnTo>
                  <a:cubicBezTo>
                    <a:pt x="3194" y="12944"/>
                    <a:pt x="3190" y="13091"/>
                    <a:pt x="3207" y="13235"/>
                  </a:cubicBezTo>
                  <a:lnTo>
                    <a:pt x="3207" y="13235"/>
                  </a:lnTo>
                  <a:cubicBezTo>
                    <a:pt x="3092" y="13166"/>
                    <a:pt x="2988" y="13079"/>
                    <a:pt x="2889" y="12981"/>
                  </a:cubicBezTo>
                  <a:lnTo>
                    <a:pt x="2789" y="12892"/>
                  </a:lnTo>
                  <a:lnTo>
                    <a:pt x="2778" y="13025"/>
                  </a:lnTo>
                  <a:lnTo>
                    <a:pt x="2676" y="14021"/>
                  </a:lnTo>
                  <a:lnTo>
                    <a:pt x="2676" y="14021"/>
                  </a:lnTo>
                  <a:cubicBezTo>
                    <a:pt x="2419" y="13552"/>
                    <a:pt x="2194" y="13061"/>
                    <a:pt x="1978" y="12569"/>
                  </a:cubicBezTo>
                  <a:cubicBezTo>
                    <a:pt x="1734" y="12014"/>
                    <a:pt x="1512" y="11458"/>
                    <a:pt x="1289" y="10892"/>
                  </a:cubicBezTo>
                  <a:cubicBezTo>
                    <a:pt x="856" y="9759"/>
                    <a:pt x="456" y="8604"/>
                    <a:pt x="1" y="7481"/>
                  </a:cubicBezTo>
                  <a:lnTo>
                    <a:pt x="1" y="7481"/>
                  </a:lnTo>
                  <a:cubicBezTo>
                    <a:pt x="423" y="8615"/>
                    <a:pt x="801" y="9770"/>
                    <a:pt x="1223" y="10915"/>
                  </a:cubicBezTo>
                  <a:cubicBezTo>
                    <a:pt x="1433" y="11481"/>
                    <a:pt x="1645" y="12048"/>
                    <a:pt x="1889" y="12614"/>
                  </a:cubicBezTo>
                  <a:cubicBezTo>
                    <a:pt x="2122" y="13169"/>
                    <a:pt x="2378" y="13725"/>
                    <a:pt x="2667" y="14269"/>
                  </a:cubicBezTo>
                  <a:lnTo>
                    <a:pt x="2756" y="14436"/>
                  </a:lnTo>
                  <a:lnTo>
                    <a:pt x="2778" y="14247"/>
                  </a:lnTo>
                  <a:lnTo>
                    <a:pt x="2896" y="13171"/>
                  </a:lnTo>
                  <a:lnTo>
                    <a:pt x="2896" y="13171"/>
                  </a:lnTo>
                  <a:cubicBezTo>
                    <a:pt x="3007" y="13269"/>
                    <a:pt x="3130" y="13357"/>
                    <a:pt x="3267" y="13425"/>
                  </a:cubicBezTo>
                  <a:lnTo>
                    <a:pt x="3389" y="13492"/>
                  </a:lnTo>
                  <a:lnTo>
                    <a:pt x="3389" y="13492"/>
                  </a:lnTo>
                  <a:lnTo>
                    <a:pt x="3366" y="13347"/>
                  </a:lnTo>
                  <a:cubicBezTo>
                    <a:pt x="3339" y="13208"/>
                    <a:pt x="3326" y="13062"/>
                    <a:pt x="3342" y="12914"/>
                  </a:cubicBezTo>
                  <a:lnTo>
                    <a:pt x="3342" y="12914"/>
                  </a:lnTo>
                  <a:cubicBezTo>
                    <a:pt x="3595" y="13007"/>
                    <a:pt x="3863" y="13074"/>
                    <a:pt x="4122" y="13114"/>
                  </a:cubicBezTo>
                  <a:lnTo>
                    <a:pt x="4277" y="13136"/>
                  </a:lnTo>
                  <a:lnTo>
                    <a:pt x="4200" y="13003"/>
                  </a:lnTo>
                  <a:lnTo>
                    <a:pt x="3721" y="12187"/>
                  </a:lnTo>
                  <a:lnTo>
                    <a:pt x="3721" y="12187"/>
                  </a:lnTo>
                  <a:cubicBezTo>
                    <a:pt x="3923" y="12269"/>
                    <a:pt x="4138" y="12315"/>
                    <a:pt x="4358" y="12315"/>
                  </a:cubicBezTo>
                  <a:cubicBezTo>
                    <a:pt x="4376" y="12315"/>
                    <a:pt x="4393" y="12315"/>
                    <a:pt x="4411" y="12314"/>
                  </a:cubicBezTo>
                  <a:lnTo>
                    <a:pt x="4544" y="12314"/>
                  </a:lnTo>
                  <a:lnTo>
                    <a:pt x="4467" y="12203"/>
                  </a:lnTo>
                  <a:lnTo>
                    <a:pt x="2385" y="8879"/>
                  </a:lnTo>
                  <a:lnTo>
                    <a:pt x="2385" y="8879"/>
                  </a:lnTo>
                  <a:lnTo>
                    <a:pt x="2566" y="8982"/>
                  </a:lnTo>
                  <a:lnTo>
                    <a:pt x="2833" y="9126"/>
                  </a:lnTo>
                  <a:lnTo>
                    <a:pt x="2833" y="9126"/>
                  </a:lnTo>
                  <a:lnTo>
                    <a:pt x="2667" y="8881"/>
                  </a:lnTo>
                  <a:lnTo>
                    <a:pt x="1934" y="7782"/>
                  </a:lnTo>
                  <a:lnTo>
                    <a:pt x="1567" y="7237"/>
                  </a:lnTo>
                  <a:cubicBezTo>
                    <a:pt x="1445" y="7059"/>
                    <a:pt x="1356" y="6871"/>
                    <a:pt x="1345" y="6659"/>
                  </a:cubicBezTo>
                  <a:cubicBezTo>
                    <a:pt x="1322" y="6459"/>
                    <a:pt x="1367" y="6237"/>
                    <a:pt x="1378" y="6027"/>
                  </a:cubicBezTo>
                  <a:lnTo>
                    <a:pt x="1445" y="5371"/>
                  </a:lnTo>
                  <a:lnTo>
                    <a:pt x="1555" y="4290"/>
                  </a:lnTo>
                  <a:lnTo>
                    <a:pt x="1555" y="4290"/>
                  </a:lnTo>
                  <a:lnTo>
                    <a:pt x="1801" y="4901"/>
                  </a:lnTo>
                  <a:lnTo>
                    <a:pt x="1801" y="4901"/>
                  </a:lnTo>
                  <a:cubicBezTo>
                    <a:pt x="1801" y="4906"/>
                    <a:pt x="1801" y="4911"/>
                    <a:pt x="1800" y="4916"/>
                  </a:cubicBezTo>
                  <a:lnTo>
                    <a:pt x="1806" y="4914"/>
                  </a:lnTo>
                  <a:lnTo>
                    <a:pt x="1806" y="4914"/>
                  </a:lnTo>
                  <a:lnTo>
                    <a:pt x="1811" y="4926"/>
                  </a:lnTo>
                  <a:lnTo>
                    <a:pt x="1900" y="5171"/>
                  </a:lnTo>
                  <a:lnTo>
                    <a:pt x="1900" y="4916"/>
                  </a:lnTo>
                  <a:cubicBezTo>
                    <a:pt x="1900" y="4027"/>
                    <a:pt x="1944" y="3138"/>
                    <a:pt x="2023" y="2250"/>
                  </a:cubicBezTo>
                  <a:lnTo>
                    <a:pt x="2089" y="1583"/>
                  </a:lnTo>
                  <a:lnTo>
                    <a:pt x="2134" y="1250"/>
                  </a:lnTo>
                  <a:cubicBezTo>
                    <a:pt x="2144" y="1139"/>
                    <a:pt x="2167" y="1028"/>
                    <a:pt x="2167" y="917"/>
                  </a:cubicBezTo>
                  <a:cubicBezTo>
                    <a:pt x="2156" y="694"/>
                    <a:pt x="2134" y="461"/>
                    <a:pt x="2055" y="261"/>
                  </a:cubicBezTo>
                  <a:cubicBezTo>
                    <a:pt x="2011" y="161"/>
                    <a:pt x="1944" y="50"/>
                    <a:pt x="1833" y="16"/>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243;p62">
              <a:extLst>
                <a:ext uri="{FF2B5EF4-FFF2-40B4-BE49-F238E27FC236}">
                  <a16:creationId xmlns:a16="http://schemas.microsoft.com/office/drawing/2014/main" id="{8AE123C7-494A-FCCF-473B-A53059E2E643}"/>
                </a:ext>
              </a:extLst>
            </p:cNvPr>
            <p:cNvSpPr/>
            <p:nvPr/>
          </p:nvSpPr>
          <p:spPr>
            <a:xfrm>
              <a:off x="2854350" y="4121125"/>
              <a:ext cx="4725" cy="18050"/>
            </a:xfrm>
            <a:custGeom>
              <a:avLst/>
              <a:gdLst/>
              <a:ahLst/>
              <a:cxnLst/>
              <a:rect l="l" t="t" r="r" b="b"/>
              <a:pathLst>
                <a:path w="189" h="722" extrusionOk="0">
                  <a:moveTo>
                    <a:pt x="144" y="0"/>
                  </a:moveTo>
                  <a:cubicBezTo>
                    <a:pt x="67" y="111"/>
                    <a:pt x="33" y="233"/>
                    <a:pt x="23" y="356"/>
                  </a:cubicBezTo>
                  <a:cubicBezTo>
                    <a:pt x="0" y="477"/>
                    <a:pt x="0" y="600"/>
                    <a:pt x="45" y="722"/>
                  </a:cubicBezTo>
                  <a:cubicBezTo>
                    <a:pt x="122" y="611"/>
                    <a:pt x="156" y="489"/>
                    <a:pt x="178" y="378"/>
                  </a:cubicBezTo>
                  <a:cubicBezTo>
                    <a:pt x="189" y="255"/>
                    <a:pt x="189" y="133"/>
                    <a:pt x="14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244;p62">
              <a:extLst>
                <a:ext uri="{FF2B5EF4-FFF2-40B4-BE49-F238E27FC236}">
                  <a16:creationId xmlns:a16="http://schemas.microsoft.com/office/drawing/2014/main" id="{C586A5FD-7948-5157-78BF-B3D6CE15DA99}"/>
                </a:ext>
              </a:extLst>
            </p:cNvPr>
            <p:cNvSpPr/>
            <p:nvPr/>
          </p:nvSpPr>
          <p:spPr>
            <a:xfrm>
              <a:off x="2834075" y="4086950"/>
              <a:ext cx="5000" cy="23350"/>
            </a:xfrm>
            <a:custGeom>
              <a:avLst/>
              <a:gdLst/>
              <a:ahLst/>
              <a:cxnLst/>
              <a:rect l="l" t="t" r="r" b="b"/>
              <a:pathLst>
                <a:path w="200" h="934" extrusionOk="0">
                  <a:moveTo>
                    <a:pt x="156" y="0"/>
                  </a:moveTo>
                  <a:cubicBezTo>
                    <a:pt x="78" y="145"/>
                    <a:pt x="44" y="301"/>
                    <a:pt x="22" y="456"/>
                  </a:cubicBezTo>
                  <a:cubicBezTo>
                    <a:pt x="12" y="612"/>
                    <a:pt x="0" y="767"/>
                    <a:pt x="44" y="933"/>
                  </a:cubicBezTo>
                  <a:cubicBezTo>
                    <a:pt x="123" y="789"/>
                    <a:pt x="156" y="634"/>
                    <a:pt x="178" y="478"/>
                  </a:cubicBezTo>
                  <a:cubicBezTo>
                    <a:pt x="200" y="323"/>
                    <a:pt x="200" y="167"/>
                    <a:pt x="1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245;p62">
              <a:extLst>
                <a:ext uri="{FF2B5EF4-FFF2-40B4-BE49-F238E27FC236}">
                  <a16:creationId xmlns:a16="http://schemas.microsoft.com/office/drawing/2014/main" id="{E549927B-0F5C-E222-D54E-18E428622527}"/>
                </a:ext>
              </a:extLst>
            </p:cNvPr>
            <p:cNvSpPr/>
            <p:nvPr/>
          </p:nvSpPr>
          <p:spPr>
            <a:xfrm>
              <a:off x="2870175" y="4068900"/>
              <a:ext cx="8075" cy="19175"/>
            </a:xfrm>
            <a:custGeom>
              <a:avLst/>
              <a:gdLst/>
              <a:ahLst/>
              <a:cxnLst/>
              <a:rect l="l" t="t" r="r" b="b"/>
              <a:pathLst>
                <a:path w="323" h="767" extrusionOk="0">
                  <a:moveTo>
                    <a:pt x="0" y="1"/>
                  </a:moveTo>
                  <a:cubicBezTo>
                    <a:pt x="0" y="156"/>
                    <a:pt x="34" y="289"/>
                    <a:pt x="89" y="411"/>
                  </a:cubicBezTo>
                  <a:cubicBezTo>
                    <a:pt x="145" y="545"/>
                    <a:pt x="212" y="656"/>
                    <a:pt x="323" y="767"/>
                  </a:cubicBezTo>
                  <a:cubicBezTo>
                    <a:pt x="323" y="611"/>
                    <a:pt x="289" y="478"/>
                    <a:pt x="234" y="356"/>
                  </a:cubicBezTo>
                  <a:cubicBezTo>
                    <a:pt x="178" y="223"/>
                    <a:pt x="111" y="112"/>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246;p62">
              <a:extLst>
                <a:ext uri="{FF2B5EF4-FFF2-40B4-BE49-F238E27FC236}">
                  <a16:creationId xmlns:a16="http://schemas.microsoft.com/office/drawing/2014/main" id="{7DE0E5AA-D3CC-B0F0-294C-84DD1DA1AF14}"/>
                </a:ext>
              </a:extLst>
            </p:cNvPr>
            <p:cNvSpPr/>
            <p:nvPr/>
          </p:nvSpPr>
          <p:spPr>
            <a:xfrm>
              <a:off x="2846575" y="4046950"/>
              <a:ext cx="6400" cy="23350"/>
            </a:xfrm>
            <a:custGeom>
              <a:avLst/>
              <a:gdLst/>
              <a:ahLst/>
              <a:cxnLst/>
              <a:rect l="l" t="t" r="r" b="b"/>
              <a:pathLst>
                <a:path w="256" h="934" extrusionOk="0">
                  <a:moveTo>
                    <a:pt x="33" y="1"/>
                  </a:moveTo>
                  <a:lnTo>
                    <a:pt x="33" y="1"/>
                  </a:lnTo>
                  <a:cubicBezTo>
                    <a:pt x="0" y="168"/>
                    <a:pt x="23" y="323"/>
                    <a:pt x="45" y="479"/>
                  </a:cubicBezTo>
                  <a:cubicBezTo>
                    <a:pt x="78" y="634"/>
                    <a:pt x="134" y="790"/>
                    <a:pt x="223" y="934"/>
                  </a:cubicBezTo>
                  <a:cubicBezTo>
                    <a:pt x="255" y="768"/>
                    <a:pt x="233" y="612"/>
                    <a:pt x="200" y="457"/>
                  </a:cubicBezTo>
                  <a:cubicBezTo>
                    <a:pt x="167" y="301"/>
                    <a:pt x="122" y="145"/>
                    <a:pt x="3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47;p62">
              <a:extLst>
                <a:ext uri="{FF2B5EF4-FFF2-40B4-BE49-F238E27FC236}">
                  <a16:creationId xmlns:a16="http://schemas.microsoft.com/office/drawing/2014/main" id="{159AFF6A-D89E-BC8F-8C35-23C4770FBED9}"/>
                </a:ext>
              </a:extLst>
            </p:cNvPr>
            <p:cNvSpPr/>
            <p:nvPr/>
          </p:nvSpPr>
          <p:spPr>
            <a:xfrm>
              <a:off x="2818800" y="4046675"/>
              <a:ext cx="4475" cy="25575"/>
            </a:xfrm>
            <a:custGeom>
              <a:avLst/>
              <a:gdLst/>
              <a:ahLst/>
              <a:cxnLst/>
              <a:rect l="l" t="t" r="r" b="b"/>
              <a:pathLst>
                <a:path w="179" h="1023" extrusionOk="0">
                  <a:moveTo>
                    <a:pt x="122" y="1"/>
                  </a:moveTo>
                  <a:cubicBezTo>
                    <a:pt x="56" y="167"/>
                    <a:pt x="23" y="334"/>
                    <a:pt x="11" y="512"/>
                  </a:cubicBezTo>
                  <a:cubicBezTo>
                    <a:pt x="1" y="678"/>
                    <a:pt x="11" y="845"/>
                    <a:pt x="56" y="1023"/>
                  </a:cubicBezTo>
                  <a:cubicBezTo>
                    <a:pt x="134" y="856"/>
                    <a:pt x="156" y="690"/>
                    <a:pt x="167" y="523"/>
                  </a:cubicBezTo>
                  <a:cubicBezTo>
                    <a:pt x="178" y="345"/>
                    <a:pt x="178" y="179"/>
                    <a:pt x="1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248;p62">
              <a:extLst>
                <a:ext uri="{FF2B5EF4-FFF2-40B4-BE49-F238E27FC236}">
                  <a16:creationId xmlns:a16="http://schemas.microsoft.com/office/drawing/2014/main" id="{2B43B793-A88D-5786-DD22-D7894482D6DE}"/>
                </a:ext>
              </a:extLst>
            </p:cNvPr>
            <p:cNvSpPr/>
            <p:nvPr/>
          </p:nvSpPr>
          <p:spPr>
            <a:xfrm>
              <a:off x="2889050" y="4041400"/>
              <a:ext cx="6425" cy="20025"/>
            </a:xfrm>
            <a:custGeom>
              <a:avLst/>
              <a:gdLst/>
              <a:ahLst/>
              <a:cxnLst/>
              <a:rect l="l" t="t" r="r" b="b"/>
              <a:pathLst>
                <a:path w="257" h="801" extrusionOk="0">
                  <a:moveTo>
                    <a:pt x="34" y="0"/>
                  </a:moveTo>
                  <a:lnTo>
                    <a:pt x="34" y="0"/>
                  </a:lnTo>
                  <a:cubicBezTo>
                    <a:pt x="1" y="145"/>
                    <a:pt x="23" y="289"/>
                    <a:pt x="57" y="423"/>
                  </a:cubicBezTo>
                  <a:cubicBezTo>
                    <a:pt x="89" y="556"/>
                    <a:pt x="134" y="679"/>
                    <a:pt x="234" y="800"/>
                  </a:cubicBezTo>
                  <a:cubicBezTo>
                    <a:pt x="257" y="656"/>
                    <a:pt x="245" y="511"/>
                    <a:pt x="212" y="378"/>
                  </a:cubicBezTo>
                  <a:cubicBezTo>
                    <a:pt x="168" y="245"/>
                    <a:pt x="123" y="123"/>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249;p62">
              <a:extLst>
                <a:ext uri="{FF2B5EF4-FFF2-40B4-BE49-F238E27FC236}">
                  <a16:creationId xmlns:a16="http://schemas.microsoft.com/office/drawing/2014/main" id="{C798CDD0-E308-4E2F-0A32-0A788C478D18}"/>
                </a:ext>
              </a:extLst>
            </p:cNvPr>
            <p:cNvSpPr/>
            <p:nvPr/>
          </p:nvSpPr>
          <p:spPr>
            <a:xfrm>
              <a:off x="2920450" y="4029725"/>
              <a:ext cx="9475" cy="15325"/>
            </a:xfrm>
            <a:custGeom>
              <a:avLst/>
              <a:gdLst/>
              <a:ahLst/>
              <a:cxnLst/>
              <a:rect l="l" t="t" r="r" b="b"/>
              <a:pathLst>
                <a:path w="379" h="613" extrusionOk="0">
                  <a:moveTo>
                    <a:pt x="0" y="1"/>
                  </a:moveTo>
                  <a:cubicBezTo>
                    <a:pt x="0" y="134"/>
                    <a:pt x="55" y="245"/>
                    <a:pt x="122" y="346"/>
                  </a:cubicBezTo>
                  <a:cubicBezTo>
                    <a:pt x="178" y="445"/>
                    <a:pt x="255" y="546"/>
                    <a:pt x="378" y="612"/>
                  </a:cubicBezTo>
                  <a:cubicBezTo>
                    <a:pt x="366" y="479"/>
                    <a:pt x="311" y="368"/>
                    <a:pt x="255" y="267"/>
                  </a:cubicBezTo>
                  <a:cubicBezTo>
                    <a:pt x="189" y="168"/>
                    <a:pt x="111" y="68"/>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250;p62">
              <a:extLst>
                <a:ext uri="{FF2B5EF4-FFF2-40B4-BE49-F238E27FC236}">
                  <a16:creationId xmlns:a16="http://schemas.microsoft.com/office/drawing/2014/main" id="{56EDFA04-8FC7-B0C3-2E60-8DCF2765D012}"/>
                </a:ext>
              </a:extLst>
            </p:cNvPr>
            <p:cNvSpPr/>
            <p:nvPr/>
          </p:nvSpPr>
          <p:spPr>
            <a:xfrm>
              <a:off x="2920450" y="4068050"/>
              <a:ext cx="6950" cy="20325"/>
            </a:xfrm>
            <a:custGeom>
              <a:avLst/>
              <a:gdLst/>
              <a:ahLst/>
              <a:cxnLst/>
              <a:rect l="l" t="t" r="r" b="b"/>
              <a:pathLst>
                <a:path w="278" h="813" extrusionOk="0">
                  <a:moveTo>
                    <a:pt x="11" y="1"/>
                  </a:moveTo>
                  <a:lnTo>
                    <a:pt x="11" y="1"/>
                  </a:lnTo>
                  <a:cubicBezTo>
                    <a:pt x="0" y="156"/>
                    <a:pt x="23" y="290"/>
                    <a:pt x="67" y="435"/>
                  </a:cubicBezTo>
                  <a:cubicBezTo>
                    <a:pt x="111" y="568"/>
                    <a:pt x="167" y="701"/>
                    <a:pt x="267" y="812"/>
                  </a:cubicBezTo>
                  <a:cubicBezTo>
                    <a:pt x="278" y="657"/>
                    <a:pt x="255" y="523"/>
                    <a:pt x="211" y="379"/>
                  </a:cubicBezTo>
                  <a:cubicBezTo>
                    <a:pt x="167" y="245"/>
                    <a:pt x="111" y="112"/>
                    <a:pt x="1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251;p62">
              <a:extLst>
                <a:ext uri="{FF2B5EF4-FFF2-40B4-BE49-F238E27FC236}">
                  <a16:creationId xmlns:a16="http://schemas.microsoft.com/office/drawing/2014/main" id="{4CCC1150-44B2-6294-C36F-6254F75B84D9}"/>
                </a:ext>
              </a:extLst>
            </p:cNvPr>
            <p:cNvSpPr/>
            <p:nvPr/>
          </p:nvSpPr>
          <p:spPr>
            <a:xfrm>
              <a:off x="2902675" y="4105825"/>
              <a:ext cx="4725" cy="18650"/>
            </a:xfrm>
            <a:custGeom>
              <a:avLst/>
              <a:gdLst/>
              <a:ahLst/>
              <a:cxnLst/>
              <a:rect l="l" t="t" r="r" b="b"/>
              <a:pathLst>
                <a:path w="189" h="746" extrusionOk="0">
                  <a:moveTo>
                    <a:pt x="45" y="1"/>
                  </a:moveTo>
                  <a:cubicBezTo>
                    <a:pt x="0" y="134"/>
                    <a:pt x="0" y="257"/>
                    <a:pt x="23" y="378"/>
                  </a:cubicBezTo>
                  <a:cubicBezTo>
                    <a:pt x="33" y="512"/>
                    <a:pt x="67" y="634"/>
                    <a:pt x="144" y="745"/>
                  </a:cubicBezTo>
                  <a:cubicBezTo>
                    <a:pt x="189" y="612"/>
                    <a:pt x="189" y="489"/>
                    <a:pt x="178" y="356"/>
                  </a:cubicBezTo>
                  <a:cubicBezTo>
                    <a:pt x="156" y="234"/>
                    <a:pt x="122"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252;p62">
              <a:extLst>
                <a:ext uri="{FF2B5EF4-FFF2-40B4-BE49-F238E27FC236}">
                  <a16:creationId xmlns:a16="http://schemas.microsoft.com/office/drawing/2014/main" id="{9A9AA155-CC87-1339-3C27-64AB94380CBA}"/>
                </a:ext>
              </a:extLst>
            </p:cNvPr>
            <p:cNvSpPr/>
            <p:nvPr/>
          </p:nvSpPr>
          <p:spPr>
            <a:xfrm>
              <a:off x="2946275" y="4105575"/>
              <a:ext cx="7525" cy="18900"/>
            </a:xfrm>
            <a:custGeom>
              <a:avLst/>
              <a:gdLst/>
              <a:ahLst/>
              <a:cxnLst/>
              <a:rect l="l" t="t" r="r" b="b"/>
              <a:pathLst>
                <a:path w="301" h="756" extrusionOk="0">
                  <a:moveTo>
                    <a:pt x="12" y="0"/>
                  </a:moveTo>
                  <a:lnTo>
                    <a:pt x="12" y="0"/>
                  </a:lnTo>
                  <a:cubicBezTo>
                    <a:pt x="0" y="144"/>
                    <a:pt x="34" y="277"/>
                    <a:pt x="78" y="411"/>
                  </a:cubicBezTo>
                  <a:cubicBezTo>
                    <a:pt x="123" y="533"/>
                    <a:pt x="189" y="655"/>
                    <a:pt x="289" y="755"/>
                  </a:cubicBezTo>
                  <a:cubicBezTo>
                    <a:pt x="300" y="611"/>
                    <a:pt x="267" y="477"/>
                    <a:pt x="222" y="355"/>
                  </a:cubicBezTo>
                  <a:cubicBezTo>
                    <a:pt x="178" y="222"/>
                    <a:pt x="123" y="111"/>
                    <a:pt x="1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253;p62">
              <a:extLst>
                <a:ext uri="{FF2B5EF4-FFF2-40B4-BE49-F238E27FC236}">
                  <a16:creationId xmlns:a16="http://schemas.microsoft.com/office/drawing/2014/main" id="{7425B8A4-96FE-A5EC-3BDF-51709DBEF495}"/>
                </a:ext>
              </a:extLst>
            </p:cNvPr>
            <p:cNvSpPr/>
            <p:nvPr/>
          </p:nvSpPr>
          <p:spPr>
            <a:xfrm>
              <a:off x="2929325" y="4121675"/>
              <a:ext cx="4175" cy="26950"/>
            </a:xfrm>
            <a:custGeom>
              <a:avLst/>
              <a:gdLst/>
              <a:ahLst/>
              <a:cxnLst/>
              <a:rect l="l" t="t" r="r" b="b"/>
              <a:pathLst>
                <a:path w="167" h="1078" extrusionOk="0">
                  <a:moveTo>
                    <a:pt x="56" y="0"/>
                  </a:moveTo>
                  <a:cubicBezTo>
                    <a:pt x="1" y="189"/>
                    <a:pt x="1" y="366"/>
                    <a:pt x="1" y="544"/>
                  </a:cubicBezTo>
                  <a:cubicBezTo>
                    <a:pt x="11" y="722"/>
                    <a:pt x="34" y="900"/>
                    <a:pt x="100" y="1077"/>
                  </a:cubicBezTo>
                  <a:cubicBezTo>
                    <a:pt x="156" y="900"/>
                    <a:pt x="167" y="711"/>
                    <a:pt x="156" y="534"/>
                  </a:cubicBezTo>
                  <a:cubicBezTo>
                    <a:pt x="145" y="356"/>
                    <a:pt x="123" y="178"/>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254;p62">
              <a:extLst>
                <a:ext uri="{FF2B5EF4-FFF2-40B4-BE49-F238E27FC236}">
                  <a16:creationId xmlns:a16="http://schemas.microsoft.com/office/drawing/2014/main" id="{17DFA338-75AA-733C-95F6-16BB4687E5D0}"/>
                </a:ext>
              </a:extLst>
            </p:cNvPr>
            <p:cNvSpPr/>
            <p:nvPr/>
          </p:nvSpPr>
          <p:spPr>
            <a:xfrm>
              <a:off x="2883775" y="4140275"/>
              <a:ext cx="4200" cy="20575"/>
            </a:xfrm>
            <a:custGeom>
              <a:avLst/>
              <a:gdLst/>
              <a:ahLst/>
              <a:cxnLst/>
              <a:rect l="l" t="t" r="r" b="b"/>
              <a:pathLst>
                <a:path w="168" h="823" extrusionOk="0">
                  <a:moveTo>
                    <a:pt x="56" y="0"/>
                  </a:moveTo>
                  <a:cubicBezTo>
                    <a:pt x="1" y="145"/>
                    <a:pt x="1" y="278"/>
                    <a:pt x="1" y="422"/>
                  </a:cubicBezTo>
                  <a:cubicBezTo>
                    <a:pt x="12" y="556"/>
                    <a:pt x="34" y="689"/>
                    <a:pt x="112" y="822"/>
                  </a:cubicBezTo>
                  <a:cubicBezTo>
                    <a:pt x="156" y="689"/>
                    <a:pt x="167" y="545"/>
                    <a:pt x="156" y="412"/>
                  </a:cubicBezTo>
                  <a:cubicBezTo>
                    <a:pt x="145" y="278"/>
                    <a:pt x="123" y="133"/>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255;p62">
              <a:extLst>
                <a:ext uri="{FF2B5EF4-FFF2-40B4-BE49-F238E27FC236}">
                  <a16:creationId xmlns:a16="http://schemas.microsoft.com/office/drawing/2014/main" id="{8BB8430E-73B2-D1A0-DCCF-88A9BFD2026E}"/>
                </a:ext>
              </a:extLst>
            </p:cNvPr>
            <p:cNvSpPr/>
            <p:nvPr/>
          </p:nvSpPr>
          <p:spPr>
            <a:xfrm>
              <a:off x="2827125" y="4138900"/>
              <a:ext cx="7800" cy="17500"/>
            </a:xfrm>
            <a:custGeom>
              <a:avLst/>
              <a:gdLst/>
              <a:ahLst/>
              <a:cxnLst/>
              <a:rect l="l" t="t" r="r" b="b"/>
              <a:pathLst>
                <a:path w="312" h="700" extrusionOk="0">
                  <a:moveTo>
                    <a:pt x="11" y="0"/>
                  </a:moveTo>
                  <a:lnTo>
                    <a:pt x="11" y="0"/>
                  </a:lnTo>
                  <a:cubicBezTo>
                    <a:pt x="1" y="133"/>
                    <a:pt x="34" y="255"/>
                    <a:pt x="90" y="378"/>
                  </a:cubicBezTo>
                  <a:cubicBezTo>
                    <a:pt x="134" y="500"/>
                    <a:pt x="201" y="611"/>
                    <a:pt x="312" y="699"/>
                  </a:cubicBezTo>
                  <a:cubicBezTo>
                    <a:pt x="312" y="556"/>
                    <a:pt x="278" y="433"/>
                    <a:pt x="234" y="322"/>
                  </a:cubicBezTo>
                  <a:cubicBezTo>
                    <a:pt x="179" y="200"/>
                    <a:pt x="112" y="89"/>
                    <a:pt x="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256;p62">
              <a:extLst>
                <a:ext uri="{FF2B5EF4-FFF2-40B4-BE49-F238E27FC236}">
                  <a16:creationId xmlns:a16="http://schemas.microsoft.com/office/drawing/2014/main" id="{31179ADF-506C-B1F1-E14E-D9CD4E425C24}"/>
                </a:ext>
              </a:extLst>
            </p:cNvPr>
            <p:cNvSpPr/>
            <p:nvPr/>
          </p:nvSpPr>
          <p:spPr>
            <a:xfrm>
              <a:off x="2812125" y="4169150"/>
              <a:ext cx="3925" cy="22800"/>
            </a:xfrm>
            <a:custGeom>
              <a:avLst/>
              <a:gdLst/>
              <a:ahLst/>
              <a:cxnLst/>
              <a:rect l="l" t="t" r="r" b="b"/>
              <a:pathLst>
                <a:path w="157" h="912" extrusionOk="0">
                  <a:moveTo>
                    <a:pt x="78" y="0"/>
                  </a:moveTo>
                  <a:cubicBezTo>
                    <a:pt x="12" y="156"/>
                    <a:pt x="1" y="301"/>
                    <a:pt x="1" y="456"/>
                  </a:cubicBezTo>
                  <a:cubicBezTo>
                    <a:pt x="12" y="612"/>
                    <a:pt x="23" y="767"/>
                    <a:pt x="90" y="911"/>
                  </a:cubicBezTo>
                  <a:cubicBezTo>
                    <a:pt x="145" y="767"/>
                    <a:pt x="156" y="612"/>
                    <a:pt x="156" y="456"/>
                  </a:cubicBezTo>
                  <a:cubicBezTo>
                    <a:pt x="156" y="301"/>
                    <a:pt x="145" y="145"/>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257;p62">
              <a:extLst>
                <a:ext uri="{FF2B5EF4-FFF2-40B4-BE49-F238E27FC236}">
                  <a16:creationId xmlns:a16="http://schemas.microsoft.com/office/drawing/2014/main" id="{B51C023E-7DC3-0671-9016-D6FEE750BAE8}"/>
                </a:ext>
              </a:extLst>
            </p:cNvPr>
            <p:cNvSpPr/>
            <p:nvPr/>
          </p:nvSpPr>
          <p:spPr>
            <a:xfrm>
              <a:off x="2861575" y="4175000"/>
              <a:ext cx="4450" cy="25575"/>
            </a:xfrm>
            <a:custGeom>
              <a:avLst/>
              <a:gdLst/>
              <a:ahLst/>
              <a:cxnLst/>
              <a:rect l="l" t="t" r="r" b="b"/>
              <a:pathLst>
                <a:path w="178" h="1023" extrusionOk="0">
                  <a:moveTo>
                    <a:pt x="55" y="0"/>
                  </a:moveTo>
                  <a:cubicBezTo>
                    <a:pt x="0" y="178"/>
                    <a:pt x="0" y="344"/>
                    <a:pt x="11" y="522"/>
                  </a:cubicBezTo>
                  <a:cubicBezTo>
                    <a:pt x="22" y="689"/>
                    <a:pt x="55" y="855"/>
                    <a:pt x="122" y="1022"/>
                  </a:cubicBezTo>
                  <a:cubicBezTo>
                    <a:pt x="178" y="855"/>
                    <a:pt x="178" y="677"/>
                    <a:pt x="166" y="511"/>
                  </a:cubicBezTo>
                  <a:cubicBezTo>
                    <a:pt x="156" y="333"/>
                    <a:pt x="122" y="166"/>
                    <a:pt x="5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258;p62">
              <a:extLst>
                <a:ext uri="{FF2B5EF4-FFF2-40B4-BE49-F238E27FC236}">
                  <a16:creationId xmlns:a16="http://schemas.microsoft.com/office/drawing/2014/main" id="{64A10642-0DE5-4C3D-2CAC-53546C626D55}"/>
                </a:ext>
              </a:extLst>
            </p:cNvPr>
            <p:cNvSpPr/>
            <p:nvPr/>
          </p:nvSpPr>
          <p:spPr>
            <a:xfrm>
              <a:off x="2912125" y="4182225"/>
              <a:ext cx="7800" cy="19450"/>
            </a:xfrm>
            <a:custGeom>
              <a:avLst/>
              <a:gdLst/>
              <a:ahLst/>
              <a:cxnLst/>
              <a:rect l="l" t="t" r="r" b="b"/>
              <a:pathLst>
                <a:path w="312" h="778" extrusionOk="0">
                  <a:moveTo>
                    <a:pt x="11" y="0"/>
                  </a:moveTo>
                  <a:cubicBezTo>
                    <a:pt x="0" y="156"/>
                    <a:pt x="33" y="289"/>
                    <a:pt x="77" y="411"/>
                  </a:cubicBezTo>
                  <a:cubicBezTo>
                    <a:pt x="133" y="544"/>
                    <a:pt x="188" y="667"/>
                    <a:pt x="289" y="778"/>
                  </a:cubicBezTo>
                  <a:cubicBezTo>
                    <a:pt x="311" y="622"/>
                    <a:pt x="277" y="489"/>
                    <a:pt x="222" y="366"/>
                  </a:cubicBezTo>
                  <a:cubicBezTo>
                    <a:pt x="178" y="233"/>
                    <a:pt x="122" y="111"/>
                    <a:pt x="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259;p62">
              <a:extLst>
                <a:ext uri="{FF2B5EF4-FFF2-40B4-BE49-F238E27FC236}">
                  <a16:creationId xmlns:a16="http://schemas.microsoft.com/office/drawing/2014/main" id="{3B0742F8-CF91-16D1-4F11-E45275C606B7}"/>
                </a:ext>
              </a:extLst>
            </p:cNvPr>
            <p:cNvSpPr/>
            <p:nvPr/>
          </p:nvSpPr>
          <p:spPr>
            <a:xfrm>
              <a:off x="2957100" y="4177225"/>
              <a:ext cx="8075" cy="13600"/>
            </a:xfrm>
            <a:custGeom>
              <a:avLst/>
              <a:gdLst/>
              <a:ahLst/>
              <a:cxnLst/>
              <a:rect l="l" t="t" r="r" b="b"/>
              <a:pathLst>
                <a:path w="323" h="544" extrusionOk="0">
                  <a:moveTo>
                    <a:pt x="1" y="0"/>
                  </a:moveTo>
                  <a:cubicBezTo>
                    <a:pt x="1" y="122"/>
                    <a:pt x="45" y="222"/>
                    <a:pt x="90" y="311"/>
                  </a:cubicBezTo>
                  <a:cubicBezTo>
                    <a:pt x="145" y="400"/>
                    <a:pt x="211" y="489"/>
                    <a:pt x="322" y="544"/>
                  </a:cubicBezTo>
                  <a:cubicBezTo>
                    <a:pt x="322" y="422"/>
                    <a:pt x="278" y="322"/>
                    <a:pt x="223" y="233"/>
                  </a:cubicBezTo>
                  <a:cubicBezTo>
                    <a:pt x="178" y="144"/>
                    <a:pt x="112" y="67"/>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260;p62">
              <a:extLst>
                <a:ext uri="{FF2B5EF4-FFF2-40B4-BE49-F238E27FC236}">
                  <a16:creationId xmlns:a16="http://schemas.microsoft.com/office/drawing/2014/main" id="{245D377A-BD35-D066-1492-3083D009E3B0}"/>
                </a:ext>
              </a:extLst>
            </p:cNvPr>
            <p:cNvSpPr/>
            <p:nvPr/>
          </p:nvSpPr>
          <p:spPr>
            <a:xfrm>
              <a:off x="2891575" y="4204700"/>
              <a:ext cx="5275" cy="23350"/>
            </a:xfrm>
            <a:custGeom>
              <a:avLst/>
              <a:gdLst/>
              <a:ahLst/>
              <a:cxnLst/>
              <a:rect l="l" t="t" r="r" b="b"/>
              <a:pathLst>
                <a:path w="211" h="934" extrusionOk="0">
                  <a:moveTo>
                    <a:pt x="33" y="0"/>
                  </a:moveTo>
                  <a:cubicBezTo>
                    <a:pt x="0" y="167"/>
                    <a:pt x="11" y="323"/>
                    <a:pt x="33" y="479"/>
                  </a:cubicBezTo>
                  <a:cubicBezTo>
                    <a:pt x="55" y="634"/>
                    <a:pt x="89" y="790"/>
                    <a:pt x="178" y="934"/>
                  </a:cubicBezTo>
                  <a:cubicBezTo>
                    <a:pt x="211" y="767"/>
                    <a:pt x="211" y="612"/>
                    <a:pt x="188" y="456"/>
                  </a:cubicBezTo>
                  <a:cubicBezTo>
                    <a:pt x="156" y="301"/>
                    <a:pt x="122" y="145"/>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261;p62">
              <a:extLst>
                <a:ext uri="{FF2B5EF4-FFF2-40B4-BE49-F238E27FC236}">
                  <a16:creationId xmlns:a16="http://schemas.microsoft.com/office/drawing/2014/main" id="{8E9FAB70-B3B4-929E-6B7A-A60BE11728B4}"/>
                </a:ext>
              </a:extLst>
            </p:cNvPr>
            <p:cNvSpPr/>
            <p:nvPr/>
          </p:nvSpPr>
          <p:spPr>
            <a:xfrm>
              <a:off x="2949050" y="4209975"/>
              <a:ext cx="4450" cy="18075"/>
            </a:xfrm>
            <a:custGeom>
              <a:avLst/>
              <a:gdLst/>
              <a:ahLst/>
              <a:cxnLst/>
              <a:rect l="l" t="t" r="r" b="b"/>
              <a:pathLst>
                <a:path w="178" h="723" extrusionOk="0">
                  <a:moveTo>
                    <a:pt x="45" y="1"/>
                  </a:moveTo>
                  <a:cubicBezTo>
                    <a:pt x="0" y="134"/>
                    <a:pt x="0" y="256"/>
                    <a:pt x="12" y="367"/>
                  </a:cubicBezTo>
                  <a:cubicBezTo>
                    <a:pt x="22" y="490"/>
                    <a:pt x="56" y="611"/>
                    <a:pt x="123" y="723"/>
                  </a:cubicBezTo>
                  <a:cubicBezTo>
                    <a:pt x="178" y="601"/>
                    <a:pt x="178" y="478"/>
                    <a:pt x="167" y="356"/>
                  </a:cubicBezTo>
                  <a:cubicBezTo>
                    <a:pt x="145" y="234"/>
                    <a:pt x="123"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262;p62">
              <a:extLst>
                <a:ext uri="{FF2B5EF4-FFF2-40B4-BE49-F238E27FC236}">
                  <a16:creationId xmlns:a16="http://schemas.microsoft.com/office/drawing/2014/main" id="{9231944C-6077-0F02-6681-97CF2C31869E}"/>
                </a:ext>
              </a:extLst>
            </p:cNvPr>
            <p:cNvSpPr/>
            <p:nvPr/>
          </p:nvSpPr>
          <p:spPr>
            <a:xfrm>
              <a:off x="2838500" y="4216350"/>
              <a:ext cx="7550" cy="14775"/>
            </a:xfrm>
            <a:custGeom>
              <a:avLst/>
              <a:gdLst/>
              <a:ahLst/>
              <a:cxnLst/>
              <a:rect l="l" t="t" r="r" b="b"/>
              <a:pathLst>
                <a:path w="302" h="591" extrusionOk="0">
                  <a:moveTo>
                    <a:pt x="12" y="1"/>
                  </a:moveTo>
                  <a:lnTo>
                    <a:pt x="12" y="1"/>
                  </a:lnTo>
                  <a:cubicBezTo>
                    <a:pt x="1" y="124"/>
                    <a:pt x="35" y="223"/>
                    <a:pt x="79" y="324"/>
                  </a:cubicBezTo>
                  <a:cubicBezTo>
                    <a:pt x="123" y="423"/>
                    <a:pt x="179" y="512"/>
                    <a:pt x="290" y="590"/>
                  </a:cubicBezTo>
                  <a:cubicBezTo>
                    <a:pt x="301" y="457"/>
                    <a:pt x="267" y="356"/>
                    <a:pt x="223" y="257"/>
                  </a:cubicBezTo>
                  <a:cubicBezTo>
                    <a:pt x="179" y="157"/>
                    <a:pt x="112" y="68"/>
                    <a:pt x="1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263;p62">
              <a:extLst>
                <a:ext uri="{FF2B5EF4-FFF2-40B4-BE49-F238E27FC236}">
                  <a16:creationId xmlns:a16="http://schemas.microsoft.com/office/drawing/2014/main" id="{EE7A14D5-19FB-50A8-EC44-2E7224F65B97}"/>
                </a:ext>
              </a:extLst>
            </p:cNvPr>
            <p:cNvSpPr/>
            <p:nvPr/>
          </p:nvSpPr>
          <p:spPr>
            <a:xfrm>
              <a:off x="2816025" y="4243575"/>
              <a:ext cx="8350" cy="25875"/>
            </a:xfrm>
            <a:custGeom>
              <a:avLst/>
              <a:gdLst/>
              <a:ahLst/>
              <a:cxnLst/>
              <a:rect l="l" t="t" r="r" b="b"/>
              <a:pathLst>
                <a:path w="334" h="1035" extrusionOk="0">
                  <a:moveTo>
                    <a:pt x="0" y="1"/>
                  </a:moveTo>
                  <a:cubicBezTo>
                    <a:pt x="0" y="190"/>
                    <a:pt x="45" y="368"/>
                    <a:pt x="89" y="545"/>
                  </a:cubicBezTo>
                  <a:cubicBezTo>
                    <a:pt x="144" y="712"/>
                    <a:pt x="211" y="889"/>
                    <a:pt x="334" y="1034"/>
                  </a:cubicBezTo>
                  <a:cubicBezTo>
                    <a:pt x="334" y="845"/>
                    <a:pt x="289" y="667"/>
                    <a:pt x="245" y="489"/>
                  </a:cubicBezTo>
                  <a:cubicBezTo>
                    <a:pt x="189" y="323"/>
                    <a:pt x="122" y="156"/>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264;p62">
              <a:extLst>
                <a:ext uri="{FF2B5EF4-FFF2-40B4-BE49-F238E27FC236}">
                  <a16:creationId xmlns:a16="http://schemas.microsoft.com/office/drawing/2014/main" id="{D9E2F60A-7097-61E9-0714-833863F76301}"/>
                </a:ext>
              </a:extLst>
            </p:cNvPr>
            <p:cNvSpPr/>
            <p:nvPr/>
          </p:nvSpPr>
          <p:spPr>
            <a:xfrm>
              <a:off x="2861025" y="4262200"/>
              <a:ext cx="6125" cy="17800"/>
            </a:xfrm>
            <a:custGeom>
              <a:avLst/>
              <a:gdLst/>
              <a:ahLst/>
              <a:cxnLst/>
              <a:rect l="l" t="t" r="r" b="b"/>
              <a:pathLst>
                <a:path w="245" h="712" extrusionOk="0">
                  <a:moveTo>
                    <a:pt x="33" y="0"/>
                  </a:moveTo>
                  <a:lnTo>
                    <a:pt x="33" y="0"/>
                  </a:lnTo>
                  <a:cubicBezTo>
                    <a:pt x="0" y="134"/>
                    <a:pt x="22" y="255"/>
                    <a:pt x="44" y="367"/>
                  </a:cubicBezTo>
                  <a:cubicBezTo>
                    <a:pt x="77" y="489"/>
                    <a:pt x="122" y="600"/>
                    <a:pt x="211" y="711"/>
                  </a:cubicBezTo>
                  <a:cubicBezTo>
                    <a:pt x="244" y="578"/>
                    <a:pt x="233" y="455"/>
                    <a:pt x="200" y="334"/>
                  </a:cubicBezTo>
                  <a:cubicBezTo>
                    <a:pt x="166" y="211"/>
                    <a:pt x="122" y="100"/>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2265;p62">
              <a:extLst>
                <a:ext uri="{FF2B5EF4-FFF2-40B4-BE49-F238E27FC236}">
                  <a16:creationId xmlns:a16="http://schemas.microsoft.com/office/drawing/2014/main" id="{226974FA-5B33-16A1-15D4-312984E6E3B6}"/>
                </a:ext>
              </a:extLst>
            </p:cNvPr>
            <p:cNvSpPr/>
            <p:nvPr/>
          </p:nvSpPr>
          <p:spPr>
            <a:xfrm>
              <a:off x="2908225" y="4265800"/>
              <a:ext cx="4175" cy="13075"/>
            </a:xfrm>
            <a:custGeom>
              <a:avLst/>
              <a:gdLst/>
              <a:ahLst/>
              <a:cxnLst/>
              <a:rect l="l" t="t" r="r" b="b"/>
              <a:pathLst>
                <a:path w="167" h="523" extrusionOk="0">
                  <a:moveTo>
                    <a:pt x="67" y="0"/>
                  </a:moveTo>
                  <a:cubicBezTo>
                    <a:pt x="11" y="89"/>
                    <a:pt x="1" y="178"/>
                    <a:pt x="1" y="267"/>
                  </a:cubicBezTo>
                  <a:cubicBezTo>
                    <a:pt x="11" y="345"/>
                    <a:pt x="33" y="434"/>
                    <a:pt x="100" y="523"/>
                  </a:cubicBezTo>
                  <a:cubicBezTo>
                    <a:pt x="156" y="434"/>
                    <a:pt x="167" y="345"/>
                    <a:pt x="167" y="256"/>
                  </a:cubicBezTo>
                  <a:cubicBezTo>
                    <a:pt x="156" y="167"/>
                    <a:pt x="134" y="79"/>
                    <a:pt x="6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266;p62">
              <a:extLst>
                <a:ext uri="{FF2B5EF4-FFF2-40B4-BE49-F238E27FC236}">
                  <a16:creationId xmlns:a16="http://schemas.microsoft.com/office/drawing/2014/main" id="{4C383408-11D0-3CE7-DF77-094AB60CECF1}"/>
                </a:ext>
              </a:extLst>
            </p:cNvPr>
            <p:cNvSpPr/>
            <p:nvPr/>
          </p:nvSpPr>
          <p:spPr>
            <a:xfrm>
              <a:off x="2962100" y="4259975"/>
              <a:ext cx="6950" cy="19475"/>
            </a:xfrm>
            <a:custGeom>
              <a:avLst/>
              <a:gdLst/>
              <a:ahLst/>
              <a:cxnLst/>
              <a:rect l="l" t="t" r="r" b="b"/>
              <a:pathLst>
                <a:path w="278" h="779" extrusionOk="0">
                  <a:moveTo>
                    <a:pt x="23" y="1"/>
                  </a:moveTo>
                  <a:lnTo>
                    <a:pt x="23" y="1"/>
                  </a:lnTo>
                  <a:cubicBezTo>
                    <a:pt x="1" y="144"/>
                    <a:pt x="23" y="278"/>
                    <a:pt x="67" y="411"/>
                  </a:cubicBezTo>
                  <a:cubicBezTo>
                    <a:pt x="112" y="544"/>
                    <a:pt x="167" y="667"/>
                    <a:pt x="267" y="778"/>
                  </a:cubicBezTo>
                  <a:cubicBezTo>
                    <a:pt x="278" y="633"/>
                    <a:pt x="256" y="489"/>
                    <a:pt x="211" y="367"/>
                  </a:cubicBezTo>
                  <a:cubicBezTo>
                    <a:pt x="167" y="233"/>
                    <a:pt x="122"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267;p62">
              <a:extLst>
                <a:ext uri="{FF2B5EF4-FFF2-40B4-BE49-F238E27FC236}">
                  <a16:creationId xmlns:a16="http://schemas.microsoft.com/office/drawing/2014/main" id="{61089F6C-2563-1BB2-D019-382844282E71}"/>
                </a:ext>
              </a:extLst>
            </p:cNvPr>
            <p:cNvSpPr/>
            <p:nvPr/>
          </p:nvSpPr>
          <p:spPr>
            <a:xfrm>
              <a:off x="2930150" y="4298850"/>
              <a:ext cx="7250" cy="22250"/>
            </a:xfrm>
            <a:custGeom>
              <a:avLst/>
              <a:gdLst/>
              <a:ahLst/>
              <a:cxnLst/>
              <a:rect l="l" t="t" r="r" b="b"/>
              <a:pathLst>
                <a:path w="290" h="890" extrusionOk="0">
                  <a:moveTo>
                    <a:pt x="279" y="1"/>
                  </a:moveTo>
                  <a:lnTo>
                    <a:pt x="279" y="1"/>
                  </a:lnTo>
                  <a:cubicBezTo>
                    <a:pt x="168" y="134"/>
                    <a:pt x="112" y="278"/>
                    <a:pt x="67" y="423"/>
                  </a:cubicBezTo>
                  <a:cubicBezTo>
                    <a:pt x="34" y="567"/>
                    <a:pt x="1" y="722"/>
                    <a:pt x="12" y="889"/>
                  </a:cubicBezTo>
                  <a:cubicBezTo>
                    <a:pt x="123" y="756"/>
                    <a:pt x="178" y="611"/>
                    <a:pt x="223" y="467"/>
                  </a:cubicBezTo>
                  <a:cubicBezTo>
                    <a:pt x="257" y="322"/>
                    <a:pt x="290" y="167"/>
                    <a:pt x="27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268;p62">
              <a:extLst>
                <a:ext uri="{FF2B5EF4-FFF2-40B4-BE49-F238E27FC236}">
                  <a16:creationId xmlns:a16="http://schemas.microsoft.com/office/drawing/2014/main" id="{5D7FCB39-A834-2848-6F57-D4D8E52CFD63}"/>
                </a:ext>
              </a:extLst>
            </p:cNvPr>
            <p:cNvSpPr/>
            <p:nvPr/>
          </p:nvSpPr>
          <p:spPr>
            <a:xfrm>
              <a:off x="2882375" y="4309675"/>
              <a:ext cx="5025" cy="21975"/>
            </a:xfrm>
            <a:custGeom>
              <a:avLst/>
              <a:gdLst/>
              <a:ahLst/>
              <a:cxnLst/>
              <a:rect l="l" t="t" r="r" b="b"/>
              <a:pathLst>
                <a:path w="201" h="879" extrusionOk="0">
                  <a:moveTo>
                    <a:pt x="45" y="1"/>
                  </a:moveTo>
                  <a:cubicBezTo>
                    <a:pt x="1" y="145"/>
                    <a:pt x="13" y="301"/>
                    <a:pt x="23" y="445"/>
                  </a:cubicBezTo>
                  <a:cubicBezTo>
                    <a:pt x="45" y="590"/>
                    <a:pt x="68" y="734"/>
                    <a:pt x="146" y="879"/>
                  </a:cubicBezTo>
                  <a:cubicBezTo>
                    <a:pt x="201" y="723"/>
                    <a:pt x="190" y="578"/>
                    <a:pt x="179" y="434"/>
                  </a:cubicBezTo>
                  <a:cubicBezTo>
                    <a:pt x="157" y="279"/>
                    <a:pt x="134" y="134"/>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269;p62">
              <a:extLst>
                <a:ext uri="{FF2B5EF4-FFF2-40B4-BE49-F238E27FC236}">
                  <a16:creationId xmlns:a16="http://schemas.microsoft.com/office/drawing/2014/main" id="{04A0DE5D-601C-55DB-CA9E-2177D34BCB71}"/>
                </a:ext>
              </a:extLst>
            </p:cNvPr>
            <p:cNvSpPr/>
            <p:nvPr/>
          </p:nvSpPr>
          <p:spPr>
            <a:xfrm>
              <a:off x="2836025" y="4321075"/>
              <a:ext cx="8350" cy="18350"/>
            </a:xfrm>
            <a:custGeom>
              <a:avLst/>
              <a:gdLst/>
              <a:ahLst/>
              <a:cxnLst/>
              <a:rect l="l" t="t" r="r" b="b"/>
              <a:pathLst>
                <a:path w="334" h="734" extrusionOk="0">
                  <a:moveTo>
                    <a:pt x="0" y="0"/>
                  </a:moveTo>
                  <a:cubicBezTo>
                    <a:pt x="0" y="144"/>
                    <a:pt x="45" y="278"/>
                    <a:pt x="100" y="400"/>
                  </a:cubicBezTo>
                  <a:cubicBezTo>
                    <a:pt x="156" y="522"/>
                    <a:pt x="222" y="645"/>
                    <a:pt x="334" y="734"/>
                  </a:cubicBezTo>
                  <a:cubicBezTo>
                    <a:pt x="334" y="589"/>
                    <a:pt x="300" y="455"/>
                    <a:pt x="245" y="334"/>
                  </a:cubicBezTo>
                  <a:cubicBezTo>
                    <a:pt x="178" y="211"/>
                    <a:pt x="111" y="100"/>
                    <a:pt x="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270;p62">
              <a:extLst>
                <a:ext uri="{FF2B5EF4-FFF2-40B4-BE49-F238E27FC236}">
                  <a16:creationId xmlns:a16="http://schemas.microsoft.com/office/drawing/2014/main" id="{1C3A6BC2-99D5-8C1B-68D7-66BC3CF7195A}"/>
                </a:ext>
              </a:extLst>
            </p:cNvPr>
            <p:cNvSpPr/>
            <p:nvPr/>
          </p:nvSpPr>
          <p:spPr>
            <a:xfrm>
              <a:off x="2964325" y="4318000"/>
              <a:ext cx="7250" cy="21425"/>
            </a:xfrm>
            <a:custGeom>
              <a:avLst/>
              <a:gdLst/>
              <a:ahLst/>
              <a:cxnLst/>
              <a:rect l="l" t="t" r="r" b="b"/>
              <a:pathLst>
                <a:path w="290" h="857" extrusionOk="0">
                  <a:moveTo>
                    <a:pt x="267" y="1"/>
                  </a:moveTo>
                  <a:lnTo>
                    <a:pt x="267" y="1"/>
                  </a:lnTo>
                  <a:cubicBezTo>
                    <a:pt x="167" y="123"/>
                    <a:pt x="112" y="267"/>
                    <a:pt x="67" y="412"/>
                  </a:cubicBezTo>
                  <a:cubicBezTo>
                    <a:pt x="33" y="546"/>
                    <a:pt x="1" y="701"/>
                    <a:pt x="23" y="857"/>
                  </a:cubicBezTo>
                  <a:cubicBezTo>
                    <a:pt x="122" y="734"/>
                    <a:pt x="178" y="590"/>
                    <a:pt x="223" y="457"/>
                  </a:cubicBezTo>
                  <a:cubicBezTo>
                    <a:pt x="256" y="312"/>
                    <a:pt x="289" y="156"/>
                    <a:pt x="2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2271;p62">
              <a:extLst>
                <a:ext uri="{FF2B5EF4-FFF2-40B4-BE49-F238E27FC236}">
                  <a16:creationId xmlns:a16="http://schemas.microsoft.com/office/drawing/2014/main" id="{9708878D-3F11-C5A6-A570-8A1CD19A0C2D}"/>
                </a:ext>
              </a:extLst>
            </p:cNvPr>
            <p:cNvSpPr/>
            <p:nvPr/>
          </p:nvSpPr>
          <p:spPr>
            <a:xfrm>
              <a:off x="2907375" y="4348850"/>
              <a:ext cx="3925" cy="12800"/>
            </a:xfrm>
            <a:custGeom>
              <a:avLst/>
              <a:gdLst/>
              <a:ahLst/>
              <a:cxnLst/>
              <a:rect l="l" t="t" r="r" b="b"/>
              <a:pathLst>
                <a:path w="157" h="512" extrusionOk="0">
                  <a:moveTo>
                    <a:pt x="90" y="0"/>
                  </a:moveTo>
                  <a:cubicBezTo>
                    <a:pt x="23" y="78"/>
                    <a:pt x="12" y="167"/>
                    <a:pt x="1" y="255"/>
                  </a:cubicBezTo>
                  <a:cubicBezTo>
                    <a:pt x="1" y="334"/>
                    <a:pt x="12" y="422"/>
                    <a:pt x="67" y="511"/>
                  </a:cubicBezTo>
                  <a:cubicBezTo>
                    <a:pt x="134" y="422"/>
                    <a:pt x="156" y="344"/>
                    <a:pt x="156" y="255"/>
                  </a:cubicBezTo>
                  <a:cubicBezTo>
                    <a:pt x="156" y="178"/>
                    <a:pt x="156" y="89"/>
                    <a:pt x="9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272;p62">
              <a:extLst>
                <a:ext uri="{FF2B5EF4-FFF2-40B4-BE49-F238E27FC236}">
                  <a16:creationId xmlns:a16="http://schemas.microsoft.com/office/drawing/2014/main" id="{BF70B849-3465-3CA0-1B24-3B120DF96CE3}"/>
                </a:ext>
              </a:extLst>
            </p:cNvPr>
            <p:cNvSpPr/>
            <p:nvPr/>
          </p:nvSpPr>
          <p:spPr>
            <a:xfrm>
              <a:off x="2827125" y="3949200"/>
              <a:ext cx="7525" cy="15850"/>
            </a:xfrm>
            <a:custGeom>
              <a:avLst/>
              <a:gdLst/>
              <a:ahLst/>
              <a:cxnLst/>
              <a:rect l="l" t="t" r="r" b="b"/>
              <a:pathLst>
                <a:path w="301" h="634" extrusionOk="0">
                  <a:moveTo>
                    <a:pt x="300" y="0"/>
                  </a:moveTo>
                  <a:lnTo>
                    <a:pt x="300" y="0"/>
                  </a:lnTo>
                  <a:cubicBezTo>
                    <a:pt x="189" y="78"/>
                    <a:pt x="134" y="178"/>
                    <a:pt x="78" y="278"/>
                  </a:cubicBezTo>
                  <a:cubicBezTo>
                    <a:pt x="34" y="390"/>
                    <a:pt x="1" y="501"/>
                    <a:pt x="11" y="634"/>
                  </a:cubicBezTo>
                  <a:cubicBezTo>
                    <a:pt x="123" y="556"/>
                    <a:pt x="179" y="456"/>
                    <a:pt x="223" y="345"/>
                  </a:cubicBezTo>
                  <a:cubicBezTo>
                    <a:pt x="267" y="234"/>
                    <a:pt x="300" y="123"/>
                    <a:pt x="3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2273;p62">
              <a:extLst>
                <a:ext uri="{FF2B5EF4-FFF2-40B4-BE49-F238E27FC236}">
                  <a16:creationId xmlns:a16="http://schemas.microsoft.com/office/drawing/2014/main" id="{0EAE23C0-1266-8AF7-A049-D183819C73D9}"/>
                </a:ext>
              </a:extLst>
            </p:cNvPr>
            <p:cNvSpPr/>
            <p:nvPr/>
          </p:nvSpPr>
          <p:spPr>
            <a:xfrm>
              <a:off x="2859050" y="3933375"/>
              <a:ext cx="6425" cy="19175"/>
            </a:xfrm>
            <a:custGeom>
              <a:avLst/>
              <a:gdLst/>
              <a:ahLst/>
              <a:cxnLst/>
              <a:rect l="l" t="t" r="r" b="b"/>
              <a:pathLst>
                <a:path w="257" h="767" extrusionOk="0">
                  <a:moveTo>
                    <a:pt x="23" y="1"/>
                  </a:moveTo>
                  <a:lnTo>
                    <a:pt x="23" y="1"/>
                  </a:lnTo>
                  <a:cubicBezTo>
                    <a:pt x="1" y="144"/>
                    <a:pt x="23" y="278"/>
                    <a:pt x="57" y="411"/>
                  </a:cubicBezTo>
                  <a:cubicBezTo>
                    <a:pt x="90" y="534"/>
                    <a:pt x="134" y="656"/>
                    <a:pt x="235" y="767"/>
                  </a:cubicBezTo>
                  <a:cubicBezTo>
                    <a:pt x="257" y="623"/>
                    <a:pt x="235" y="500"/>
                    <a:pt x="201" y="367"/>
                  </a:cubicBezTo>
                  <a:cubicBezTo>
                    <a:pt x="168" y="233"/>
                    <a:pt x="123"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274;p62">
              <a:extLst>
                <a:ext uri="{FF2B5EF4-FFF2-40B4-BE49-F238E27FC236}">
                  <a16:creationId xmlns:a16="http://schemas.microsoft.com/office/drawing/2014/main" id="{0B5FD5DD-D494-3104-72FB-9507A9AC94A6}"/>
                </a:ext>
              </a:extLst>
            </p:cNvPr>
            <p:cNvSpPr/>
            <p:nvPr/>
          </p:nvSpPr>
          <p:spPr>
            <a:xfrm>
              <a:off x="2904600" y="3947825"/>
              <a:ext cx="6150" cy="17225"/>
            </a:xfrm>
            <a:custGeom>
              <a:avLst/>
              <a:gdLst/>
              <a:ahLst/>
              <a:cxnLst/>
              <a:rect l="l" t="t" r="r" b="b"/>
              <a:pathLst>
                <a:path w="246" h="689" extrusionOk="0">
                  <a:moveTo>
                    <a:pt x="34" y="0"/>
                  </a:moveTo>
                  <a:lnTo>
                    <a:pt x="34" y="0"/>
                  </a:lnTo>
                  <a:cubicBezTo>
                    <a:pt x="1" y="133"/>
                    <a:pt x="23" y="245"/>
                    <a:pt x="45" y="366"/>
                  </a:cubicBezTo>
                  <a:cubicBezTo>
                    <a:pt x="79" y="477"/>
                    <a:pt x="123" y="589"/>
                    <a:pt x="212" y="689"/>
                  </a:cubicBezTo>
                  <a:cubicBezTo>
                    <a:pt x="245" y="566"/>
                    <a:pt x="223" y="445"/>
                    <a:pt x="201" y="322"/>
                  </a:cubicBezTo>
                  <a:cubicBezTo>
                    <a:pt x="168" y="211"/>
                    <a:pt x="123" y="100"/>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275;p62">
              <a:extLst>
                <a:ext uri="{FF2B5EF4-FFF2-40B4-BE49-F238E27FC236}">
                  <a16:creationId xmlns:a16="http://schemas.microsoft.com/office/drawing/2014/main" id="{EA5FF97A-1861-F3FE-31B9-6BEA2EB3BF23}"/>
                </a:ext>
              </a:extLst>
            </p:cNvPr>
            <p:cNvSpPr/>
            <p:nvPr/>
          </p:nvSpPr>
          <p:spPr>
            <a:xfrm>
              <a:off x="2802400" y="3977250"/>
              <a:ext cx="5025" cy="25300"/>
            </a:xfrm>
            <a:custGeom>
              <a:avLst/>
              <a:gdLst/>
              <a:ahLst/>
              <a:cxnLst/>
              <a:rect l="l" t="t" r="r" b="b"/>
              <a:pathLst>
                <a:path w="201" h="1012" extrusionOk="0">
                  <a:moveTo>
                    <a:pt x="45" y="1"/>
                  </a:moveTo>
                  <a:cubicBezTo>
                    <a:pt x="1" y="178"/>
                    <a:pt x="1" y="345"/>
                    <a:pt x="23" y="512"/>
                  </a:cubicBezTo>
                  <a:cubicBezTo>
                    <a:pt x="45" y="678"/>
                    <a:pt x="79" y="845"/>
                    <a:pt x="156" y="1011"/>
                  </a:cubicBezTo>
                  <a:cubicBezTo>
                    <a:pt x="201" y="833"/>
                    <a:pt x="190" y="667"/>
                    <a:pt x="178" y="500"/>
                  </a:cubicBezTo>
                  <a:cubicBezTo>
                    <a:pt x="156" y="322"/>
                    <a:pt x="123" y="156"/>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276;p62">
              <a:extLst>
                <a:ext uri="{FF2B5EF4-FFF2-40B4-BE49-F238E27FC236}">
                  <a16:creationId xmlns:a16="http://schemas.microsoft.com/office/drawing/2014/main" id="{538CFFE4-D600-B655-2A11-571F9307F4F5}"/>
                </a:ext>
              </a:extLst>
            </p:cNvPr>
            <p:cNvSpPr/>
            <p:nvPr/>
          </p:nvSpPr>
          <p:spPr>
            <a:xfrm>
              <a:off x="2928500" y="3990575"/>
              <a:ext cx="4450" cy="19175"/>
            </a:xfrm>
            <a:custGeom>
              <a:avLst/>
              <a:gdLst/>
              <a:ahLst/>
              <a:cxnLst/>
              <a:rect l="l" t="t" r="r" b="b"/>
              <a:pathLst>
                <a:path w="178" h="767" extrusionOk="0">
                  <a:moveTo>
                    <a:pt x="44" y="1"/>
                  </a:moveTo>
                  <a:cubicBezTo>
                    <a:pt x="0" y="134"/>
                    <a:pt x="0" y="268"/>
                    <a:pt x="12" y="401"/>
                  </a:cubicBezTo>
                  <a:cubicBezTo>
                    <a:pt x="34" y="523"/>
                    <a:pt x="56" y="645"/>
                    <a:pt x="133" y="767"/>
                  </a:cubicBezTo>
                  <a:cubicBezTo>
                    <a:pt x="178" y="634"/>
                    <a:pt x="178" y="500"/>
                    <a:pt x="167" y="379"/>
                  </a:cubicBezTo>
                  <a:cubicBezTo>
                    <a:pt x="156" y="245"/>
                    <a:pt x="123" y="123"/>
                    <a:pt x="4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277;p62">
              <a:extLst>
                <a:ext uri="{FF2B5EF4-FFF2-40B4-BE49-F238E27FC236}">
                  <a16:creationId xmlns:a16="http://schemas.microsoft.com/office/drawing/2014/main" id="{6A4B0AD6-24EB-A84E-744C-C365429AD91F}"/>
                </a:ext>
              </a:extLst>
            </p:cNvPr>
            <p:cNvSpPr/>
            <p:nvPr/>
          </p:nvSpPr>
          <p:spPr>
            <a:xfrm>
              <a:off x="2922925" y="4373275"/>
              <a:ext cx="166950" cy="157925"/>
            </a:xfrm>
            <a:custGeom>
              <a:avLst/>
              <a:gdLst/>
              <a:ahLst/>
              <a:cxnLst/>
              <a:rect l="l" t="t" r="r" b="b"/>
              <a:pathLst>
                <a:path w="6678" h="6317" extrusionOk="0">
                  <a:moveTo>
                    <a:pt x="5422" y="1"/>
                  </a:moveTo>
                  <a:cubicBezTo>
                    <a:pt x="3956" y="34"/>
                    <a:pt x="2545" y="345"/>
                    <a:pt x="1090" y="389"/>
                  </a:cubicBezTo>
                  <a:cubicBezTo>
                    <a:pt x="946" y="401"/>
                    <a:pt x="790" y="401"/>
                    <a:pt x="645" y="456"/>
                  </a:cubicBezTo>
                  <a:cubicBezTo>
                    <a:pt x="156" y="645"/>
                    <a:pt x="1" y="1322"/>
                    <a:pt x="134" y="1778"/>
                  </a:cubicBezTo>
                  <a:cubicBezTo>
                    <a:pt x="245" y="2134"/>
                    <a:pt x="479" y="2433"/>
                    <a:pt x="667" y="2756"/>
                  </a:cubicBezTo>
                  <a:cubicBezTo>
                    <a:pt x="1134" y="3511"/>
                    <a:pt x="1934" y="4922"/>
                    <a:pt x="2234" y="5755"/>
                  </a:cubicBezTo>
                  <a:cubicBezTo>
                    <a:pt x="2301" y="5933"/>
                    <a:pt x="2367" y="6121"/>
                    <a:pt x="2534" y="6200"/>
                  </a:cubicBezTo>
                  <a:cubicBezTo>
                    <a:pt x="2572" y="6220"/>
                    <a:pt x="2615" y="6229"/>
                    <a:pt x="2658" y="6229"/>
                  </a:cubicBezTo>
                  <a:cubicBezTo>
                    <a:pt x="2803" y="6229"/>
                    <a:pt x="2948" y="6125"/>
                    <a:pt x="2923" y="5988"/>
                  </a:cubicBezTo>
                  <a:lnTo>
                    <a:pt x="2923" y="5988"/>
                  </a:lnTo>
                  <a:cubicBezTo>
                    <a:pt x="3000" y="6099"/>
                    <a:pt x="3089" y="6222"/>
                    <a:pt x="3212" y="6277"/>
                  </a:cubicBezTo>
                  <a:cubicBezTo>
                    <a:pt x="3237" y="6285"/>
                    <a:pt x="3264" y="6289"/>
                    <a:pt x="3291" y="6289"/>
                  </a:cubicBezTo>
                  <a:cubicBezTo>
                    <a:pt x="3406" y="6289"/>
                    <a:pt x="3523" y="6216"/>
                    <a:pt x="3523" y="6099"/>
                  </a:cubicBezTo>
                  <a:cubicBezTo>
                    <a:pt x="3609" y="6194"/>
                    <a:pt x="3735" y="6262"/>
                    <a:pt x="3865" y="6262"/>
                  </a:cubicBezTo>
                  <a:cubicBezTo>
                    <a:pt x="3903" y="6262"/>
                    <a:pt x="3940" y="6256"/>
                    <a:pt x="3978" y="6244"/>
                  </a:cubicBezTo>
                  <a:cubicBezTo>
                    <a:pt x="4133" y="6188"/>
                    <a:pt x="4222" y="5977"/>
                    <a:pt x="4123" y="5844"/>
                  </a:cubicBezTo>
                  <a:lnTo>
                    <a:pt x="4123" y="5844"/>
                  </a:lnTo>
                  <a:cubicBezTo>
                    <a:pt x="4267" y="6000"/>
                    <a:pt x="4412" y="6155"/>
                    <a:pt x="4611" y="6255"/>
                  </a:cubicBezTo>
                  <a:cubicBezTo>
                    <a:pt x="4696" y="6295"/>
                    <a:pt x="4792" y="6317"/>
                    <a:pt x="4886" y="6317"/>
                  </a:cubicBezTo>
                  <a:cubicBezTo>
                    <a:pt x="5002" y="6317"/>
                    <a:pt x="5114" y="6284"/>
                    <a:pt x="5200" y="6210"/>
                  </a:cubicBezTo>
                  <a:cubicBezTo>
                    <a:pt x="5355" y="6077"/>
                    <a:pt x="5389" y="5866"/>
                    <a:pt x="5355" y="5666"/>
                  </a:cubicBezTo>
                  <a:cubicBezTo>
                    <a:pt x="5311" y="5477"/>
                    <a:pt x="5211" y="5311"/>
                    <a:pt x="5111" y="5144"/>
                  </a:cubicBezTo>
                  <a:cubicBezTo>
                    <a:pt x="4955" y="4889"/>
                    <a:pt x="4800" y="4644"/>
                    <a:pt x="4656" y="4400"/>
                  </a:cubicBezTo>
                  <a:cubicBezTo>
                    <a:pt x="4511" y="4166"/>
                    <a:pt x="2345" y="2156"/>
                    <a:pt x="2234" y="1811"/>
                  </a:cubicBezTo>
                  <a:cubicBezTo>
                    <a:pt x="2546" y="1649"/>
                    <a:pt x="3001" y="1627"/>
                    <a:pt x="3438" y="1627"/>
                  </a:cubicBezTo>
                  <a:cubicBezTo>
                    <a:pt x="3602" y="1627"/>
                    <a:pt x="3764" y="1630"/>
                    <a:pt x="3914" y="1630"/>
                  </a:cubicBezTo>
                  <a:cubicBezTo>
                    <a:pt x="4020" y="1630"/>
                    <a:pt x="4120" y="1628"/>
                    <a:pt x="4212" y="1623"/>
                  </a:cubicBezTo>
                  <a:cubicBezTo>
                    <a:pt x="4822" y="1578"/>
                    <a:pt x="5711" y="1633"/>
                    <a:pt x="6244" y="1290"/>
                  </a:cubicBezTo>
                  <a:cubicBezTo>
                    <a:pt x="6488" y="1145"/>
                    <a:pt x="6678" y="856"/>
                    <a:pt x="6622" y="579"/>
                  </a:cubicBezTo>
                  <a:cubicBezTo>
                    <a:pt x="6567" y="345"/>
                    <a:pt x="6367" y="167"/>
                    <a:pt x="6133" y="78"/>
                  </a:cubicBezTo>
                  <a:cubicBezTo>
                    <a:pt x="5911" y="1"/>
                    <a:pt x="5666" y="1"/>
                    <a:pt x="542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278;p62">
              <a:extLst>
                <a:ext uri="{FF2B5EF4-FFF2-40B4-BE49-F238E27FC236}">
                  <a16:creationId xmlns:a16="http://schemas.microsoft.com/office/drawing/2014/main" id="{21E04D92-6E50-DEF5-4580-E1C656B7B59E}"/>
                </a:ext>
              </a:extLst>
            </p:cNvPr>
            <p:cNvSpPr/>
            <p:nvPr/>
          </p:nvSpPr>
          <p:spPr>
            <a:xfrm>
              <a:off x="2946825" y="4297725"/>
              <a:ext cx="310800" cy="137775"/>
            </a:xfrm>
            <a:custGeom>
              <a:avLst/>
              <a:gdLst/>
              <a:ahLst/>
              <a:cxnLst/>
              <a:rect l="l" t="t" r="r" b="b"/>
              <a:pathLst>
                <a:path w="12432" h="5511" extrusionOk="0">
                  <a:moveTo>
                    <a:pt x="2641" y="1"/>
                  </a:moveTo>
                  <a:cubicBezTo>
                    <a:pt x="2405" y="1"/>
                    <a:pt x="2179" y="8"/>
                    <a:pt x="1967" y="24"/>
                  </a:cubicBezTo>
                  <a:cubicBezTo>
                    <a:pt x="578" y="123"/>
                    <a:pt x="0" y="2534"/>
                    <a:pt x="822" y="2656"/>
                  </a:cubicBezTo>
                  <a:cubicBezTo>
                    <a:pt x="1179" y="2709"/>
                    <a:pt x="1642" y="2725"/>
                    <a:pt x="2134" y="2725"/>
                  </a:cubicBezTo>
                  <a:cubicBezTo>
                    <a:pt x="2818" y="2725"/>
                    <a:pt x="3557" y="2695"/>
                    <a:pt x="4145" y="2695"/>
                  </a:cubicBezTo>
                  <a:cubicBezTo>
                    <a:pt x="4279" y="2695"/>
                    <a:pt x="4406" y="2696"/>
                    <a:pt x="4522" y="2700"/>
                  </a:cubicBezTo>
                  <a:cubicBezTo>
                    <a:pt x="4166" y="2756"/>
                    <a:pt x="3811" y="2823"/>
                    <a:pt x="3456" y="2878"/>
                  </a:cubicBezTo>
                  <a:cubicBezTo>
                    <a:pt x="3944" y="2967"/>
                    <a:pt x="4422" y="3045"/>
                    <a:pt x="4900" y="3134"/>
                  </a:cubicBezTo>
                  <a:cubicBezTo>
                    <a:pt x="3944" y="3178"/>
                    <a:pt x="3000" y="3267"/>
                    <a:pt x="2044" y="3378"/>
                  </a:cubicBezTo>
                  <a:cubicBezTo>
                    <a:pt x="2656" y="3645"/>
                    <a:pt x="3288" y="3811"/>
                    <a:pt x="3944" y="3889"/>
                  </a:cubicBezTo>
                  <a:cubicBezTo>
                    <a:pt x="3344" y="4056"/>
                    <a:pt x="2745" y="4233"/>
                    <a:pt x="2145" y="4400"/>
                  </a:cubicBezTo>
                  <a:cubicBezTo>
                    <a:pt x="2800" y="4645"/>
                    <a:pt x="3500" y="4811"/>
                    <a:pt x="4199" y="4878"/>
                  </a:cubicBezTo>
                  <a:cubicBezTo>
                    <a:pt x="3755" y="5122"/>
                    <a:pt x="3256" y="5289"/>
                    <a:pt x="2745" y="5356"/>
                  </a:cubicBezTo>
                  <a:cubicBezTo>
                    <a:pt x="3857" y="5433"/>
                    <a:pt x="4986" y="5511"/>
                    <a:pt x="6107" y="5511"/>
                  </a:cubicBezTo>
                  <a:cubicBezTo>
                    <a:pt x="7718" y="5511"/>
                    <a:pt x="9314" y="5351"/>
                    <a:pt x="10820" y="4800"/>
                  </a:cubicBezTo>
                  <a:cubicBezTo>
                    <a:pt x="11276" y="4645"/>
                    <a:pt x="11731" y="4433"/>
                    <a:pt x="12032" y="4056"/>
                  </a:cubicBezTo>
                  <a:cubicBezTo>
                    <a:pt x="12365" y="3623"/>
                    <a:pt x="12431" y="3023"/>
                    <a:pt x="12264" y="2512"/>
                  </a:cubicBezTo>
                  <a:cubicBezTo>
                    <a:pt x="12098" y="2001"/>
                    <a:pt x="11698" y="1567"/>
                    <a:pt x="11220" y="1312"/>
                  </a:cubicBezTo>
                  <a:cubicBezTo>
                    <a:pt x="10731" y="1046"/>
                    <a:pt x="10165" y="945"/>
                    <a:pt x="9620" y="868"/>
                  </a:cubicBezTo>
                  <a:cubicBezTo>
                    <a:pt x="7722" y="578"/>
                    <a:pt x="4755" y="1"/>
                    <a:pt x="26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279;p62">
              <a:extLst>
                <a:ext uri="{FF2B5EF4-FFF2-40B4-BE49-F238E27FC236}">
                  <a16:creationId xmlns:a16="http://schemas.microsoft.com/office/drawing/2014/main" id="{9B5F4932-8B3A-AA64-EAA1-5D9F9EC49D9A}"/>
                </a:ext>
              </a:extLst>
            </p:cNvPr>
            <p:cNvSpPr/>
            <p:nvPr/>
          </p:nvSpPr>
          <p:spPr>
            <a:xfrm>
              <a:off x="3039025" y="4345775"/>
              <a:ext cx="169175" cy="19200"/>
            </a:xfrm>
            <a:custGeom>
              <a:avLst/>
              <a:gdLst/>
              <a:ahLst/>
              <a:cxnLst/>
              <a:rect l="l" t="t" r="r" b="b"/>
              <a:pathLst>
                <a:path w="6767" h="768" extrusionOk="0">
                  <a:moveTo>
                    <a:pt x="4167" y="1"/>
                  </a:moveTo>
                  <a:lnTo>
                    <a:pt x="4344" y="134"/>
                  </a:lnTo>
                  <a:lnTo>
                    <a:pt x="4605" y="325"/>
                  </a:lnTo>
                  <a:lnTo>
                    <a:pt x="4605" y="325"/>
                  </a:lnTo>
                  <a:cubicBezTo>
                    <a:pt x="4296" y="287"/>
                    <a:pt x="3987" y="261"/>
                    <a:pt x="3678" y="234"/>
                  </a:cubicBezTo>
                  <a:cubicBezTo>
                    <a:pt x="3278" y="212"/>
                    <a:pt x="2889" y="201"/>
                    <a:pt x="2500" y="201"/>
                  </a:cubicBezTo>
                  <a:cubicBezTo>
                    <a:pt x="2111" y="201"/>
                    <a:pt x="1711" y="201"/>
                    <a:pt x="1323" y="234"/>
                  </a:cubicBezTo>
                  <a:cubicBezTo>
                    <a:pt x="934" y="257"/>
                    <a:pt x="545" y="301"/>
                    <a:pt x="156" y="346"/>
                  </a:cubicBezTo>
                  <a:lnTo>
                    <a:pt x="0" y="368"/>
                  </a:lnTo>
                  <a:lnTo>
                    <a:pt x="145" y="412"/>
                  </a:lnTo>
                  <a:lnTo>
                    <a:pt x="960" y="691"/>
                  </a:lnTo>
                  <a:lnTo>
                    <a:pt x="960" y="691"/>
                  </a:lnTo>
                  <a:lnTo>
                    <a:pt x="778" y="768"/>
                  </a:lnTo>
                  <a:lnTo>
                    <a:pt x="1000" y="701"/>
                  </a:lnTo>
                  <a:lnTo>
                    <a:pt x="1022" y="689"/>
                  </a:lnTo>
                  <a:lnTo>
                    <a:pt x="1000" y="679"/>
                  </a:lnTo>
                  <a:lnTo>
                    <a:pt x="313" y="400"/>
                  </a:lnTo>
                  <a:lnTo>
                    <a:pt x="313" y="400"/>
                  </a:lnTo>
                  <a:cubicBezTo>
                    <a:pt x="653" y="373"/>
                    <a:pt x="993" y="355"/>
                    <a:pt x="1333" y="346"/>
                  </a:cubicBezTo>
                  <a:cubicBezTo>
                    <a:pt x="1610" y="337"/>
                    <a:pt x="1885" y="330"/>
                    <a:pt x="2161" y="330"/>
                  </a:cubicBezTo>
                  <a:cubicBezTo>
                    <a:pt x="2274" y="330"/>
                    <a:pt x="2387" y="331"/>
                    <a:pt x="2500" y="334"/>
                  </a:cubicBezTo>
                  <a:cubicBezTo>
                    <a:pt x="2889" y="334"/>
                    <a:pt x="3278" y="356"/>
                    <a:pt x="3666" y="378"/>
                  </a:cubicBezTo>
                  <a:cubicBezTo>
                    <a:pt x="4056" y="401"/>
                    <a:pt x="4444" y="434"/>
                    <a:pt x="4822" y="479"/>
                  </a:cubicBezTo>
                  <a:lnTo>
                    <a:pt x="5078" y="512"/>
                  </a:lnTo>
                  <a:lnTo>
                    <a:pt x="4878" y="368"/>
                  </a:lnTo>
                  <a:lnTo>
                    <a:pt x="4587" y="167"/>
                  </a:lnTo>
                  <a:lnTo>
                    <a:pt x="4587" y="167"/>
                  </a:lnTo>
                  <a:cubicBezTo>
                    <a:pt x="5315" y="244"/>
                    <a:pt x="6036" y="357"/>
                    <a:pt x="6766" y="479"/>
                  </a:cubicBezTo>
                  <a:cubicBezTo>
                    <a:pt x="5988" y="279"/>
                    <a:pt x="5189" y="134"/>
                    <a:pt x="4389" y="34"/>
                  </a:cubicBezTo>
                  <a:lnTo>
                    <a:pt x="4167"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280;p62">
              <a:extLst>
                <a:ext uri="{FF2B5EF4-FFF2-40B4-BE49-F238E27FC236}">
                  <a16:creationId xmlns:a16="http://schemas.microsoft.com/office/drawing/2014/main" id="{2B63B8DB-5E26-4430-6AFF-DFAA0451B343}"/>
                </a:ext>
              </a:extLst>
            </p:cNvPr>
            <p:cNvSpPr/>
            <p:nvPr/>
          </p:nvSpPr>
          <p:spPr>
            <a:xfrm>
              <a:off x="3196200" y="4385150"/>
              <a:ext cx="18925" cy="6250"/>
            </a:xfrm>
            <a:custGeom>
              <a:avLst/>
              <a:gdLst/>
              <a:ahLst/>
              <a:cxnLst/>
              <a:rect l="l" t="t" r="r" b="b"/>
              <a:pathLst>
                <a:path w="757" h="250" extrusionOk="0">
                  <a:moveTo>
                    <a:pt x="685" y="1"/>
                  </a:moveTo>
                  <a:cubicBezTo>
                    <a:pt x="568" y="1"/>
                    <a:pt x="459" y="22"/>
                    <a:pt x="356" y="59"/>
                  </a:cubicBezTo>
                  <a:cubicBezTo>
                    <a:pt x="235" y="92"/>
                    <a:pt x="112" y="148"/>
                    <a:pt x="1" y="248"/>
                  </a:cubicBezTo>
                  <a:cubicBezTo>
                    <a:pt x="21" y="249"/>
                    <a:pt x="40" y="250"/>
                    <a:pt x="60" y="250"/>
                  </a:cubicBezTo>
                  <a:cubicBezTo>
                    <a:pt x="182" y="250"/>
                    <a:pt x="296" y="221"/>
                    <a:pt x="401" y="192"/>
                  </a:cubicBezTo>
                  <a:cubicBezTo>
                    <a:pt x="524" y="148"/>
                    <a:pt x="645" y="104"/>
                    <a:pt x="756" y="3"/>
                  </a:cubicBezTo>
                  <a:cubicBezTo>
                    <a:pt x="732" y="1"/>
                    <a:pt x="709" y="1"/>
                    <a:pt x="68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281;p62">
              <a:extLst>
                <a:ext uri="{FF2B5EF4-FFF2-40B4-BE49-F238E27FC236}">
                  <a16:creationId xmlns:a16="http://schemas.microsoft.com/office/drawing/2014/main" id="{A25C893D-BB23-84D9-E938-AECA13F5A671}"/>
                </a:ext>
              </a:extLst>
            </p:cNvPr>
            <p:cNvSpPr/>
            <p:nvPr/>
          </p:nvSpPr>
          <p:spPr>
            <a:xfrm>
              <a:off x="3169850" y="4376225"/>
              <a:ext cx="20000" cy="4300"/>
            </a:xfrm>
            <a:custGeom>
              <a:avLst/>
              <a:gdLst/>
              <a:ahLst/>
              <a:cxnLst/>
              <a:rect l="l" t="t" r="r" b="b"/>
              <a:pathLst>
                <a:path w="800" h="172" extrusionOk="0">
                  <a:moveTo>
                    <a:pt x="570" y="1"/>
                  </a:moveTo>
                  <a:cubicBezTo>
                    <a:pt x="509" y="1"/>
                    <a:pt x="449" y="6"/>
                    <a:pt x="388" y="16"/>
                  </a:cubicBezTo>
                  <a:cubicBezTo>
                    <a:pt x="255" y="38"/>
                    <a:pt x="122" y="71"/>
                    <a:pt x="0" y="150"/>
                  </a:cubicBezTo>
                  <a:cubicBezTo>
                    <a:pt x="72" y="166"/>
                    <a:pt x="141" y="172"/>
                    <a:pt x="209" y="172"/>
                  </a:cubicBezTo>
                  <a:cubicBezTo>
                    <a:pt x="277" y="172"/>
                    <a:pt x="344" y="166"/>
                    <a:pt x="411" y="160"/>
                  </a:cubicBezTo>
                  <a:cubicBezTo>
                    <a:pt x="544" y="138"/>
                    <a:pt x="667" y="105"/>
                    <a:pt x="800" y="27"/>
                  </a:cubicBezTo>
                  <a:cubicBezTo>
                    <a:pt x="720" y="9"/>
                    <a:pt x="644" y="1"/>
                    <a:pt x="57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282;p62">
              <a:extLst>
                <a:ext uri="{FF2B5EF4-FFF2-40B4-BE49-F238E27FC236}">
                  <a16:creationId xmlns:a16="http://schemas.microsoft.com/office/drawing/2014/main" id="{80BC2415-0DAE-8953-2509-36A7A45BC2A6}"/>
                </a:ext>
              </a:extLst>
            </p:cNvPr>
            <p:cNvSpPr/>
            <p:nvPr/>
          </p:nvSpPr>
          <p:spPr>
            <a:xfrm>
              <a:off x="3148450" y="4397200"/>
              <a:ext cx="23075" cy="4675"/>
            </a:xfrm>
            <a:custGeom>
              <a:avLst/>
              <a:gdLst/>
              <a:ahLst/>
              <a:cxnLst/>
              <a:rect l="l" t="t" r="r" b="b"/>
              <a:pathLst>
                <a:path w="923" h="187" extrusionOk="0">
                  <a:moveTo>
                    <a:pt x="703" y="0"/>
                  </a:moveTo>
                  <a:cubicBezTo>
                    <a:pt x="616" y="0"/>
                    <a:pt x="530" y="9"/>
                    <a:pt x="445" y="22"/>
                  </a:cubicBezTo>
                  <a:cubicBezTo>
                    <a:pt x="301" y="54"/>
                    <a:pt x="145" y="88"/>
                    <a:pt x="0" y="165"/>
                  </a:cubicBezTo>
                  <a:cubicBezTo>
                    <a:pt x="70" y="181"/>
                    <a:pt x="143" y="187"/>
                    <a:pt x="215" y="187"/>
                  </a:cubicBezTo>
                  <a:cubicBezTo>
                    <a:pt x="304" y="187"/>
                    <a:pt x="393" y="178"/>
                    <a:pt x="478" y="165"/>
                  </a:cubicBezTo>
                  <a:cubicBezTo>
                    <a:pt x="622" y="133"/>
                    <a:pt x="778" y="99"/>
                    <a:pt x="923" y="22"/>
                  </a:cubicBezTo>
                  <a:cubicBezTo>
                    <a:pt x="848" y="6"/>
                    <a:pt x="775" y="0"/>
                    <a:pt x="70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283;p62">
              <a:extLst>
                <a:ext uri="{FF2B5EF4-FFF2-40B4-BE49-F238E27FC236}">
                  <a16:creationId xmlns:a16="http://schemas.microsoft.com/office/drawing/2014/main" id="{09F7786F-9436-D093-0D26-701EDE5C7371}"/>
                </a:ext>
              </a:extLst>
            </p:cNvPr>
            <p:cNvSpPr/>
            <p:nvPr/>
          </p:nvSpPr>
          <p:spPr>
            <a:xfrm>
              <a:off x="3132075" y="4413025"/>
              <a:ext cx="28625" cy="4675"/>
            </a:xfrm>
            <a:custGeom>
              <a:avLst/>
              <a:gdLst/>
              <a:ahLst/>
              <a:cxnLst/>
              <a:rect l="l" t="t" r="r" b="b"/>
              <a:pathLst>
                <a:path w="1145" h="187" extrusionOk="0">
                  <a:moveTo>
                    <a:pt x="878" y="0"/>
                  </a:moveTo>
                  <a:cubicBezTo>
                    <a:pt x="773" y="0"/>
                    <a:pt x="670" y="9"/>
                    <a:pt x="566" y="21"/>
                  </a:cubicBezTo>
                  <a:cubicBezTo>
                    <a:pt x="378" y="43"/>
                    <a:pt x="189" y="88"/>
                    <a:pt x="0" y="166"/>
                  </a:cubicBezTo>
                  <a:cubicBezTo>
                    <a:pt x="91" y="181"/>
                    <a:pt x="179" y="187"/>
                    <a:pt x="266" y="187"/>
                  </a:cubicBezTo>
                  <a:cubicBezTo>
                    <a:pt x="371" y="187"/>
                    <a:pt x="474" y="178"/>
                    <a:pt x="578" y="166"/>
                  </a:cubicBezTo>
                  <a:cubicBezTo>
                    <a:pt x="766" y="132"/>
                    <a:pt x="956" y="99"/>
                    <a:pt x="1144" y="21"/>
                  </a:cubicBezTo>
                  <a:cubicBezTo>
                    <a:pt x="1053" y="6"/>
                    <a:pt x="965" y="0"/>
                    <a:pt x="8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284;p62">
              <a:extLst>
                <a:ext uri="{FF2B5EF4-FFF2-40B4-BE49-F238E27FC236}">
                  <a16:creationId xmlns:a16="http://schemas.microsoft.com/office/drawing/2014/main" id="{9832BA4D-ACC8-996E-2E37-760266BA33A0}"/>
                </a:ext>
              </a:extLst>
            </p:cNvPr>
            <p:cNvSpPr/>
            <p:nvPr/>
          </p:nvSpPr>
          <p:spPr>
            <a:xfrm>
              <a:off x="3103750" y="4380850"/>
              <a:ext cx="31675" cy="5725"/>
            </a:xfrm>
            <a:custGeom>
              <a:avLst/>
              <a:gdLst/>
              <a:ahLst/>
              <a:cxnLst/>
              <a:rect l="l" t="t" r="r" b="b"/>
              <a:pathLst>
                <a:path w="1267" h="229" extrusionOk="0">
                  <a:moveTo>
                    <a:pt x="1082" y="0"/>
                  </a:moveTo>
                  <a:cubicBezTo>
                    <a:pt x="926" y="0"/>
                    <a:pt x="774" y="18"/>
                    <a:pt x="622" y="42"/>
                  </a:cubicBezTo>
                  <a:cubicBezTo>
                    <a:pt x="411" y="86"/>
                    <a:pt x="200" y="131"/>
                    <a:pt x="0" y="220"/>
                  </a:cubicBezTo>
                  <a:cubicBezTo>
                    <a:pt x="62" y="226"/>
                    <a:pt x="124" y="229"/>
                    <a:pt x="184" y="229"/>
                  </a:cubicBezTo>
                  <a:cubicBezTo>
                    <a:pt x="340" y="229"/>
                    <a:pt x="492" y="210"/>
                    <a:pt x="644" y="187"/>
                  </a:cubicBezTo>
                  <a:cubicBezTo>
                    <a:pt x="855" y="153"/>
                    <a:pt x="1067" y="98"/>
                    <a:pt x="1267" y="9"/>
                  </a:cubicBezTo>
                  <a:cubicBezTo>
                    <a:pt x="1204" y="3"/>
                    <a:pt x="1143" y="0"/>
                    <a:pt x="108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285;p62">
              <a:extLst>
                <a:ext uri="{FF2B5EF4-FFF2-40B4-BE49-F238E27FC236}">
                  <a16:creationId xmlns:a16="http://schemas.microsoft.com/office/drawing/2014/main" id="{8F69DB71-61CF-2D98-4B28-1612004AAB0E}"/>
                </a:ext>
              </a:extLst>
            </p:cNvPr>
            <p:cNvSpPr/>
            <p:nvPr/>
          </p:nvSpPr>
          <p:spPr>
            <a:xfrm>
              <a:off x="3079025" y="4399600"/>
              <a:ext cx="27225" cy="6100"/>
            </a:xfrm>
            <a:custGeom>
              <a:avLst/>
              <a:gdLst/>
              <a:ahLst/>
              <a:cxnLst/>
              <a:rect l="l" t="t" r="r" b="b"/>
              <a:pathLst>
                <a:path w="1089" h="244" extrusionOk="0">
                  <a:moveTo>
                    <a:pt x="987" y="0"/>
                  </a:moveTo>
                  <a:cubicBezTo>
                    <a:pt x="828" y="0"/>
                    <a:pt x="680" y="20"/>
                    <a:pt x="533" y="47"/>
                  </a:cubicBezTo>
                  <a:cubicBezTo>
                    <a:pt x="356" y="92"/>
                    <a:pt x="178" y="148"/>
                    <a:pt x="0" y="237"/>
                  </a:cubicBezTo>
                  <a:cubicBezTo>
                    <a:pt x="45" y="242"/>
                    <a:pt x="88" y="244"/>
                    <a:pt x="131" y="244"/>
                  </a:cubicBezTo>
                  <a:cubicBezTo>
                    <a:pt x="280" y="244"/>
                    <a:pt x="418" y="218"/>
                    <a:pt x="555" y="192"/>
                  </a:cubicBezTo>
                  <a:cubicBezTo>
                    <a:pt x="745" y="148"/>
                    <a:pt x="923" y="103"/>
                    <a:pt x="1089" y="3"/>
                  </a:cubicBezTo>
                  <a:cubicBezTo>
                    <a:pt x="1054" y="1"/>
                    <a:pt x="1020" y="0"/>
                    <a:pt x="98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286;p62">
              <a:extLst>
                <a:ext uri="{FF2B5EF4-FFF2-40B4-BE49-F238E27FC236}">
                  <a16:creationId xmlns:a16="http://schemas.microsoft.com/office/drawing/2014/main" id="{D16D65CB-1AB4-E57B-3EA6-C0FC8002F2C7}"/>
                </a:ext>
              </a:extLst>
            </p:cNvPr>
            <p:cNvSpPr/>
            <p:nvPr/>
          </p:nvSpPr>
          <p:spPr>
            <a:xfrm>
              <a:off x="3063750" y="4418025"/>
              <a:ext cx="20025" cy="4025"/>
            </a:xfrm>
            <a:custGeom>
              <a:avLst/>
              <a:gdLst/>
              <a:ahLst/>
              <a:cxnLst/>
              <a:rect l="l" t="t" r="r" b="b"/>
              <a:pathLst>
                <a:path w="801" h="161" extrusionOk="0">
                  <a:moveTo>
                    <a:pt x="222" y="0"/>
                  </a:moveTo>
                  <a:cubicBezTo>
                    <a:pt x="148" y="0"/>
                    <a:pt x="74" y="8"/>
                    <a:pt x="0" y="33"/>
                  </a:cubicBezTo>
                  <a:cubicBezTo>
                    <a:pt x="122" y="110"/>
                    <a:pt x="256" y="132"/>
                    <a:pt x="389" y="155"/>
                  </a:cubicBezTo>
                  <a:cubicBezTo>
                    <a:pt x="434" y="158"/>
                    <a:pt x="479" y="161"/>
                    <a:pt x="524" y="161"/>
                  </a:cubicBezTo>
                  <a:cubicBezTo>
                    <a:pt x="614" y="161"/>
                    <a:pt x="704" y="151"/>
                    <a:pt x="800" y="122"/>
                  </a:cubicBezTo>
                  <a:cubicBezTo>
                    <a:pt x="667" y="55"/>
                    <a:pt x="534" y="21"/>
                    <a:pt x="400" y="11"/>
                  </a:cubicBezTo>
                  <a:cubicBezTo>
                    <a:pt x="341" y="5"/>
                    <a:pt x="282" y="0"/>
                    <a:pt x="22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287;p62">
              <a:extLst>
                <a:ext uri="{FF2B5EF4-FFF2-40B4-BE49-F238E27FC236}">
                  <a16:creationId xmlns:a16="http://schemas.microsoft.com/office/drawing/2014/main" id="{7FD7C75D-54F0-0FD7-F622-743EF6B57F88}"/>
                </a:ext>
              </a:extLst>
            </p:cNvPr>
            <p:cNvSpPr/>
            <p:nvPr/>
          </p:nvSpPr>
          <p:spPr>
            <a:xfrm>
              <a:off x="3218725" y="4366675"/>
              <a:ext cx="15025" cy="4250"/>
            </a:xfrm>
            <a:custGeom>
              <a:avLst/>
              <a:gdLst/>
              <a:ahLst/>
              <a:cxnLst/>
              <a:rect l="l" t="t" r="r" b="b"/>
              <a:pathLst>
                <a:path w="601" h="170" extrusionOk="0">
                  <a:moveTo>
                    <a:pt x="441" y="1"/>
                  </a:moveTo>
                  <a:cubicBezTo>
                    <a:pt x="389" y="1"/>
                    <a:pt x="339" y="9"/>
                    <a:pt x="289" y="21"/>
                  </a:cubicBezTo>
                  <a:cubicBezTo>
                    <a:pt x="189" y="43"/>
                    <a:pt x="89" y="65"/>
                    <a:pt x="0" y="142"/>
                  </a:cubicBezTo>
                  <a:cubicBezTo>
                    <a:pt x="62" y="161"/>
                    <a:pt x="119" y="169"/>
                    <a:pt x="176" y="169"/>
                  </a:cubicBezTo>
                  <a:cubicBezTo>
                    <a:pt x="221" y="169"/>
                    <a:pt x="266" y="164"/>
                    <a:pt x="311" y="154"/>
                  </a:cubicBezTo>
                  <a:cubicBezTo>
                    <a:pt x="411" y="132"/>
                    <a:pt x="511" y="98"/>
                    <a:pt x="600" y="31"/>
                  </a:cubicBezTo>
                  <a:cubicBezTo>
                    <a:pt x="545" y="9"/>
                    <a:pt x="492" y="1"/>
                    <a:pt x="44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288;p62">
              <a:extLst>
                <a:ext uri="{FF2B5EF4-FFF2-40B4-BE49-F238E27FC236}">
                  <a16:creationId xmlns:a16="http://schemas.microsoft.com/office/drawing/2014/main" id="{08EDAB30-C873-F90F-6C94-0DAB5C40CA0F}"/>
                </a:ext>
              </a:extLst>
            </p:cNvPr>
            <p:cNvSpPr/>
            <p:nvPr/>
          </p:nvSpPr>
          <p:spPr>
            <a:xfrm>
              <a:off x="3211200" y="4400225"/>
              <a:ext cx="18650" cy="7800"/>
            </a:xfrm>
            <a:custGeom>
              <a:avLst/>
              <a:gdLst/>
              <a:ahLst/>
              <a:cxnLst/>
              <a:rect l="l" t="t" r="r" b="b"/>
              <a:pathLst>
                <a:path w="746" h="312" extrusionOk="0">
                  <a:moveTo>
                    <a:pt x="746" y="0"/>
                  </a:moveTo>
                  <a:cubicBezTo>
                    <a:pt x="601" y="0"/>
                    <a:pt x="479" y="44"/>
                    <a:pt x="346" y="89"/>
                  </a:cubicBezTo>
                  <a:cubicBezTo>
                    <a:pt x="223" y="145"/>
                    <a:pt x="101" y="212"/>
                    <a:pt x="1" y="311"/>
                  </a:cubicBezTo>
                  <a:cubicBezTo>
                    <a:pt x="146" y="311"/>
                    <a:pt x="279" y="278"/>
                    <a:pt x="401" y="222"/>
                  </a:cubicBezTo>
                  <a:cubicBezTo>
                    <a:pt x="523" y="167"/>
                    <a:pt x="645" y="111"/>
                    <a:pt x="74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2289;p62">
              <a:extLst>
                <a:ext uri="{FF2B5EF4-FFF2-40B4-BE49-F238E27FC236}">
                  <a16:creationId xmlns:a16="http://schemas.microsoft.com/office/drawing/2014/main" id="{040EFBE6-0D9F-A492-971B-1934A2A8B884}"/>
                </a:ext>
              </a:extLst>
            </p:cNvPr>
            <p:cNvSpPr/>
            <p:nvPr/>
          </p:nvSpPr>
          <p:spPr>
            <a:xfrm>
              <a:off x="2925700" y="4394025"/>
              <a:ext cx="107800" cy="119175"/>
            </a:xfrm>
            <a:custGeom>
              <a:avLst/>
              <a:gdLst/>
              <a:ahLst/>
              <a:cxnLst/>
              <a:rect l="l" t="t" r="r" b="b"/>
              <a:pathLst>
                <a:path w="4312" h="4767" extrusionOk="0">
                  <a:moveTo>
                    <a:pt x="639" y="0"/>
                  </a:moveTo>
                  <a:cubicBezTo>
                    <a:pt x="471" y="0"/>
                    <a:pt x="305" y="76"/>
                    <a:pt x="201" y="204"/>
                  </a:cubicBezTo>
                  <a:cubicBezTo>
                    <a:pt x="57" y="381"/>
                    <a:pt x="1" y="737"/>
                    <a:pt x="57" y="948"/>
                  </a:cubicBezTo>
                  <a:cubicBezTo>
                    <a:pt x="134" y="1215"/>
                    <a:pt x="468" y="1259"/>
                    <a:pt x="601" y="1482"/>
                  </a:cubicBezTo>
                  <a:cubicBezTo>
                    <a:pt x="712" y="1659"/>
                    <a:pt x="657" y="1892"/>
                    <a:pt x="746" y="2070"/>
                  </a:cubicBezTo>
                  <a:cubicBezTo>
                    <a:pt x="879" y="2326"/>
                    <a:pt x="1267" y="2392"/>
                    <a:pt x="1346" y="2670"/>
                  </a:cubicBezTo>
                  <a:cubicBezTo>
                    <a:pt x="1378" y="2770"/>
                    <a:pt x="1356" y="2859"/>
                    <a:pt x="1378" y="2959"/>
                  </a:cubicBezTo>
                  <a:cubicBezTo>
                    <a:pt x="1412" y="3203"/>
                    <a:pt x="1645" y="3381"/>
                    <a:pt x="1790" y="3581"/>
                  </a:cubicBezTo>
                  <a:cubicBezTo>
                    <a:pt x="1912" y="3758"/>
                    <a:pt x="1978" y="3981"/>
                    <a:pt x="1978" y="4203"/>
                  </a:cubicBezTo>
                  <a:cubicBezTo>
                    <a:pt x="1978" y="4358"/>
                    <a:pt x="1945" y="4536"/>
                    <a:pt x="2057" y="4659"/>
                  </a:cubicBezTo>
                  <a:cubicBezTo>
                    <a:pt x="2116" y="4735"/>
                    <a:pt x="2229" y="4766"/>
                    <a:pt x="2338" y="4766"/>
                  </a:cubicBezTo>
                  <a:cubicBezTo>
                    <a:pt x="2371" y="4766"/>
                    <a:pt x="2404" y="4763"/>
                    <a:pt x="2434" y="4758"/>
                  </a:cubicBezTo>
                  <a:cubicBezTo>
                    <a:pt x="2568" y="4725"/>
                    <a:pt x="2689" y="4659"/>
                    <a:pt x="2823" y="4614"/>
                  </a:cubicBezTo>
                  <a:cubicBezTo>
                    <a:pt x="2938" y="4573"/>
                    <a:pt x="3053" y="4550"/>
                    <a:pt x="3174" y="4550"/>
                  </a:cubicBezTo>
                  <a:cubicBezTo>
                    <a:pt x="3215" y="4550"/>
                    <a:pt x="3258" y="4553"/>
                    <a:pt x="3301" y="4558"/>
                  </a:cubicBezTo>
                  <a:cubicBezTo>
                    <a:pt x="3458" y="4574"/>
                    <a:pt x="3620" y="4623"/>
                    <a:pt x="3777" y="4623"/>
                  </a:cubicBezTo>
                  <a:cubicBezTo>
                    <a:pt x="3842" y="4623"/>
                    <a:pt x="3905" y="4615"/>
                    <a:pt x="3967" y="4592"/>
                  </a:cubicBezTo>
                  <a:cubicBezTo>
                    <a:pt x="4200" y="4503"/>
                    <a:pt x="4311" y="4214"/>
                    <a:pt x="4256" y="3970"/>
                  </a:cubicBezTo>
                  <a:cubicBezTo>
                    <a:pt x="4212" y="3736"/>
                    <a:pt x="4034" y="3536"/>
                    <a:pt x="3845" y="3392"/>
                  </a:cubicBezTo>
                  <a:cubicBezTo>
                    <a:pt x="3711" y="3292"/>
                    <a:pt x="3567" y="3215"/>
                    <a:pt x="3412" y="3192"/>
                  </a:cubicBezTo>
                  <a:cubicBezTo>
                    <a:pt x="3301" y="3170"/>
                    <a:pt x="3178" y="3181"/>
                    <a:pt x="3089" y="3114"/>
                  </a:cubicBezTo>
                  <a:cubicBezTo>
                    <a:pt x="2923" y="3003"/>
                    <a:pt x="2934" y="2726"/>
                    <a:pt x="2790" y="2592"/>
                  </a:cubicBezTo>
                  <a:cubicBezTo>
                    <a:pt x="2568" y="2392"/>
                    <a:pt x="2145" y="2592"/>
                    <a:pt x="1968" y="2359"/>
                  </a:cubicBezTo>
                  <a:cubicBezTo>
                    <a:pt x="1845" y="2181"/>
                    <a:pt x="1956" y="1904"/>
                    <a:pt x="1812" y="1748"/>
                  </a:cubicBezTo>
                  <a:cubicBezTo>
                    <a:pt x="1745" y="1659"/>
                    <a:pt x="1623" y="1637"/>
                    <a:pt x="1534" y="1581"/>
                  </a:cubicBezTo>
                  <a:cubicBezTo>
                    <a:pt x="1412" y="1492"/>
                    <a:pt x="1346" y="1337"/>
                    <a:pt x="1312" y="1193"/>
                  </a:cubicBezTo>
                  <a:cubicBezTo>
                    <a:pt x="1290" y="1037"/>
                    <a:pt x="1290" y="882"/>
                    <a:pt x="1279" y="726"/>
                  </a:cubicBezTo>
                  <a:cubicBezTo>
                    <a:pt x="1245" y="437"/>
                    <a:pt x="1101" y="137"/>
                    <a:pt x="835" y="37"/>
                  </a:cubicBezTo>
                  <a:cubicBezTo>
                    <a:pt x="772" y="12"/>
                    <a:pt x="705" y="0"/>
                    <a:pt x="639"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2290;p62">
              <a:extLst>
                <a:ext uri="{FF2B5EF4-FFF2-40B4-BE49-F238E27FC236}">
                  <a16:creationId xmlns:a16="http://schemas.microsoft.com/office/drawing/2014/main" id="{EDABA1A2-ED22-C2B9-E55C-682F205F23C7}"/>
                </a:ext>
              </a:extLst>
            </p:cNvPr>
            <p:cNvSpPr/>
            <p:nvPr/>
          </p:nvSpPr>
          <p:spPr>
            <a:xfrm>
              <a:off x="2985625" y="4713850"/>
              <a:ext cx="120375" cy="80750"/>
            </a:xfrm>
            <a:custGeom>
              <a:avLst/>
              <a:gdLst/>
              <a:ahLst/>
              <a:cxnLst/>
              <a:rect l="l" t="t" r="r" b="b"/>
              <a:pathLst>
                <a:path w="4815" h="3230" extrusionOk="0">
                  <a:moveTo>
                    <a:pt x="1144" y="0"/>
                  </a:moveTo>
                  <a:cubicBezTo>
                    <a:pt x="512" y="0"/>
                    <a:pt x="0" y="349"/>
                    <a:pt x="637" y="819"/>
                  </a:cubicBezTo>
                  <a:cubicBezTo>
                    <a:pt x="1114" y="1163"/>
                    <a:pt x="1970" y="1330"/>
                    <a:pt x="2314" y="1708"/>
                  </a:cubicBezTo>
                  <a:cubicBezTo>
                    <a:pt x="2548" y="1953"/>
                    <a:pt x="2381" y="2141"/>
                    <a:pt x="2237" y="2308"/>
                  </a:cubicBezTo>
                  <a:cubicBezTo>
                    <a:pt x="2103" y="2474"/>
                    <a:pt x="2047" y="2730"/>
                    <a:pt x="2403" y="2963"/>
                  </a:cubicBezTo>
                  <a:cubicBezTo>
                    <a:pt x="2647" y="3118"/>
                    <a:pt x="2981" y="3197"/>
                    <a:pt x="3259" y="3219"/>
                  </a:cubicBezTo>
                  <a:cubicBezTo>
                    <a:pt x="3349" y="3227"/>
                    <a:pt x="3436" y="3230"/>
                    <a:pt x="3520" y="3230"/>
                  </a:cubicBezTo>
                  <a:cubicBezTo>
                    <a:pt x="3799" y="3230"/>
                    <a:pt x="4045" y="3192"/>
                    <a:pt x="4259" y="3141"/>
                  </a:cubicBezTo>
                  <a:cubicBezTo>
                    <a:pt x="4436" y="3086"/>
                    <a:pt x="4603" y="3019"/>
                    <a:pt x="4669" y="2919"/>
                  </a:cubicBezTo>
                  <a:cubicBezTo>
                    <a:pt x="4814" y="2686"/>
                    <a:pt x="4525" y="2308"/>
                    <a:pt x="4247" y="1975"/>
                  </a:cubicBezTo>
                  <a:cubicBezTo>
                    <a:pt x="4103" y="1797"/>
                    <a:pt x="3958" y="1619"/>
                    <a:pt x="3803" y="1442"/>
                  </a:cubicBezTo>
                  <a:cubicBezTo>
                    <a:pt x="3303" y="852"/>
                    <a:pt x="2548" y="186"/>
                    <a:pt x="1403" y="20"/>
                  </a:cubicBezTo>
                  <a:cubicBezTo>
                    <a:pt x="1316" y="6"/>
                    <a:pt x="1229" y="0"/>
                    <a:pt x="114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2291;p62">
              <a:extLst>
                <a:ext uri="{FF2B5EF4-FFF2-40B4-BE49-F238E27FC236}">
                  <a16:creationId xmlns:a16="http://schemas.microsoft.com/office/drawing/2014/main" id="{C8D610F2-5F57-61F4-0EA4-94ABCDE13643}"/>
                </a:ext>
              </a:extLst>
            </p:cNvPr>
            <p:cNvSpPr/>
            <p:nvPr/>
          </p:nvSpPr>
          <p:spPr>
            <a:xfrm>
              <a:off x="3044600" y="4797550"/>
              <a:ext cx="42500" cy="13300"/>
            </a:xfrm>
            <a:custGeom>
              <a:avLst/>
              <a:gdLst/>
              <a:ahLst/>
              <a:cxnLst/>
              <a:rect l="l" t="t" r="r" b="b"/>
              <a:pathLst>
                <a:path w="1700" h="532" extrusionOk="0">
                  <a:moveTo>
                    <a:pt x="902" y="1"/>
                  </a:moveTo>
                  <a:cubicBezTo>
                    <a:pt x="487" y="1"/>
                    <a:pt x="0" y="226"/>
                    <a:pt x="589" y="459"/>
                  </a:cubicBezTo>
                  <a:cubicBezTo>
                    <a:pt x="678" y="493"/>
                    <a:pt x="766" y="504"/>
                    <a:pt x="855" y="515"/>
                  </a:cubicBezTo>
                  <a:cubicBezTo>
                    <a:pt x="944" y="523"/>
                    <a:pt x="1075" y="531"/>
                    <a:pt x="1206" y="531"/>
                  </a:cubicBezTo>
                  <a:cubicBezTo>
                    <a:pt x="1434" y="531"/>
                    <a:pt x="1663" y="507"/>
                    <a:pt x="1677" y="415"/>
                  </a:cubicBezTo>
                  <a:cubicBezTo>
                    <a:pt x="1700" y="293"/>
                    <a:pt x="1344" y="82"/>
                    <a:pt x="1122" y="26"/>
                  </a:cubicBezTo>
                  <a:cubicBezTo>
                    <a:pt x="1056" y="9"/>
                    <a:pt x="980" y="1"/>
                    <a:pt x="902"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2292;p62">
              <a:extLst>
                <a:ext uri="{FF2B5EF4-FFF2-40B4-BE49-F238E27FC236}">
                  <a16:creationId xmlns:a16="http://schemas.microsoft.com/office/drawing/2014/main" id="{8F51F1A5-9946-3DEC-1EAD-9505B2846B23}"/>
                </a:ext>
              </a:extLst>
            </p:cNvPr>
            <p:cNvSpPr/>
            <p:nvPr/>
          </p:nvSpPr>
          <p:spPr>
            <a:xfrm>
              <a:off x="3079275" y="4798425"/>
              <a:ext cx="21150" cy="6925"/>
            </a:xfrm>
            <a:custGeom>
              <a:avLst/>
              <a:gdLst/>
              <a:ahLst/>
              <a:cxnLst/>
              <a:rect l="l" t="t" r="r" b="b"/>
              <a:pathLst>
                <a:path w="846" h="277" extrusionOk="0">
                  <a:moveTo>
                    <a:pt x="449" y="1"/>
                  </a:moveTo>
                  <a:cubicBezTo>
                    <a:pt x="245" y="1"/>
                    <a:pt x="1" y="114"/>
                    <a:pt x="290" y="236"/>
                  </a:cubicBezTo>
                  <a:cubicBezTo>
                    <a:pt x="335" y="258"/>
                    <a:pt x="379" y="258"/>
                    <a:pt x="424" y="269"/>
                  </a:cubicBezTo>
                  <a:cubicBezTo>
                    <a:pt x="467" y="273"/>
                    <a:pt x="530" y="277"/>
                    <a:pt x="594" y="277"/>
                  </a:cubicBezTo>
                  <a:cubicBezTo>
                    <a:pt x="710" y="277"/>
                    <a:pt x="832" y="264"/>
                    <a:pt x="846" y="214"/>
                  </a:cubicBezTo>
                  <a:cubicBezTo>
                    <a:pt x="846" y="147"/>
                    <a:pt x="668" y="47"/>
                    <a:pt x="557" y="14"/>
                  </a:cubicBezTo>
                  <a:cubicBezTo>
                    <a:pt x="525" y="5"/>
                    <a:pt x="488" y="1"/>
                    <a:pt x="44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2293;p62">
              <a:extLst>
                <a:ext uri="{FF2B5EF4-FFF2-40B4-BE49-F238E27FC236}">
                  <a16:creationId xmlns:a16="http://schemas.microsoft.com/office/drawing/2014/main" id="{6D1E58C3-EA94-23BD-0791-AE1484CFB045}"/>
                </a:ext>
              </a:extLst>
            </p:cNvPr>
            <p:cNvSpPr/>
            <p:nvPr/>
          </p:nvSpPr>
          <p:spPr>
            <a:xfrm>
              <a:off x="3092725" y="4797575"/>
              <a:ext cx="21300" cy="6675"/>
            </a:xfrm>
            <a:custGeom>
              <a:avLst/>
              <a:gdLst/>
              <a:ahLst/>
              <a:cxnLst/>
              <a:rect l="l" t="t" r="r" b="b"/>
              <a:pathLst>
                <a:path w="852" h="267" extrusionOk="0">
                  <a:moveTo>
                    <a:pt x="444" y="0"/>
                  </a:moveTo>
                  <a:cubicBezTo>
                    <a:pt x="236" y="0"/>
                    <a:pt x="1" y="105"/>
                    <a:pt x="296" y="225"/>
                  </a:cubicBezTo>
                  <a:cubicBezTo>
                    <a:pt x="341" y="248"/>
                    <a:pt x="385" y="248"/>
                    <a:pt x="430" y="258"/>
                  </a:cubicBezTo>
                  <a:cubicBezTo>
                    <a:pt x="473" y="262"/>
                    <a:pt x="536" y="266"/>
                    <a:pt x="599" y="266"/>
                  </a:cubicBezTo>
                  <a:cubicBezTo>
                    <a:pt x="715" y="266"/>
                    <a:pt x="834" y="253"/>
                    <a:pt x="841" y="203"/>
                  </a:cubicBezTo>
                  <a:cubicBezTo>
                    <a:pt x="852" y="147"/>
                    <a:pt x="674" y="36"/>
                    <a:pt x="563" y="14"/>
                  </a:cubicBezTo>
                  <a:cubicBezTo>
                    <a:pt x="528" y="5"/>
                    <a:pt x="486" y="0"/>
                    <a:pt x="44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2294;p62">
              <a:extLst>
                <a:ext uri="{FF2B5EF4-FFF2-40B4-BE49-F238E27FC236}">
                  <a16:creationId xmlns:a16="http://schemas.microsoft.com/office/drawing/2014/main" id="{08E47ED2-F1C2-9957-8E6B-6577749AC527}"/>
                </a:ext>
              </a:extLst>
            </p:cNvPr>
            <p:cNvSpPr/>
            <p:nvPr/>
          </p:nvSpPr>
          <p:spPr>
            <a:xfrm>
              <a:off x="3104550" y="4795100"/>
              <a:ext cx="21425" cy="6925"/>
            </a:xfrm>
            <a:custGeom>
              <a:avLst/>
              <a:gdLst/>
              <a:ahLst/>
              <a:cxnLst/>
              <a:rect l="l" t="t" r="r" b="b"/>
              <a:pathLst>
                <a:path w="857" h="277" extrusionOk="0">
                  <a:moveTo>
                    <a:pt x="448" y="0"/>
                  </a:moveTo>
                  <a:cubicBezTo>
                    <a:pt x="245" y="0"/>
                    <a:pt x="1" y="114"/>
                    <a:pt x="290" y="236"/>
                  </a:cubicBezTo>
                  <a:lnTo>
                    <a:pt x="423" y="268"/>
                  </a:lnTo>
                  <a:cubicBezTo>
                    <a:pt x="467" y="273"/>
                    <a:pt x="531" y="276"/>
                    <a:pt x="596" y="276"/>
                  </a:cubicBezTo>
                  <a:cubicBezTo>
                    <a:pt x="716" y="276"/>
                    <a:pt x="838" y="263"/>
                    <a:pt x="845" y="213"/>
                  </a:cubicBezTo>
                  <a:cubicBezTo>
                    <a:pt x="857" y="147"/>
                    <a:pt x="668" y="46"/>
                    <a:pt x="556" y="13"/>
                  </a:cubicBezTo>
                  <a:cubicBezTo>
                    <a:pt x="525" y="4"/>
                    <a:pt x="487" y="0"/>
                    <a:pt x="44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2295;p62">
              <a:extLst>
                <a:ext uri="{FF2B5EF4-FFF2-40B4-BE49-F238E27FC236}">
                  <a16:creationId xmlns:a16="http://schemas.microsoft.com/office/drawing/2014/main" id="{243CD343-0E02-FEE3-DBD0-A6078CBEF42B}"/>
                </a:ext>
              </a:extLst>
            </p:cNvPr>
            <p:cNvSpPr/>
            <p:nvPr/>
          </p:nvSpPr>
          <p:spPr>
            <a:xfrm>
              <a:off x="3043475" y="4324300"/>
              <a:ext cx="75000" cy="120725"/>
            </a:xfrm>
            <a:custGeom>
              <a:avLst/>
              <a:gdLst/>
              <a:ahLst/>
              <a:cxnLst/>
              <a:rect l="l" t="t" r="r" b="b"/>
              <a:pathLst>
                <a:path w="3000" h="4829" extrusionOk="0">
                  <a:moveTo>
                    <a:pt x="1566" y="1"/>
                  </a:moveTo>
                  <a:cubicBezTo>
                    <a:pt x="1219" y="1"/>
                    <a:pt x="939" y="314"/>
                    <a:pt x="844" y="627"/>
                  </a:cubicBezTo>
                  <a:cubicBezTo>
                    <a:pt x="723" y="1027"/>
                    <a:pt x="567" y="1393"/>
                    <a:pt x="400" y="1771"/>
                  </a:cubicBezTo>
                  <a:cubicBezTo>
                    <a:pt x="323" y="1960"/>
                    <a:pt x="244" y="2148"/>
                    <a:pt x="156" y="2326"/>
                  </a:cubicBezTo>
                  <a:cubicBezTo>
                    <a:pt x="123" y="2415"/>
                    <a:pt x="89" y="2504"/>
                    <a:pt x="45" y="2593"/>
                  </a:cubicBezTo>
                  <a:cubicBezTo>
                    <a:pt x="22" y="2637"/>
                    <a:pt x="0" y="2682"/>
                    <a:pt x="0" y="2738"/>
                  </a:cubicBezTo>
                  <a:cubicBezTo>
                    <a:pt x="12" y="2782"/>
                    <a:pt x="34" y="2826"/>
                    <a:pt x="56" y="2871"/>
                  </a:cubicBezTo>
                  <a:cubicBezTo>
                    <a:pt x="111" y="2993"/>
                    <a:pt x="189" y="3104"/>
                    <a:pt x="278" y="3193"/>
                  </a:cubicBezTo>
                  <a:cubicBezTo>
                    <a:pt x="333" y="3271"/>
                    <a:pt x="412" y="3337"/>
                    <a:pt x="444" y="3426"/>
                  </a:cubicBezTo>
                  <a:cubicBezTo>
                    <a:pt x="467" y="3471"/>
                    <a:pt x="478" y="3526"/>
                    <a:pt x="489" y="3570"/>
                  </a:cubicBezTo>
                  <a:cubicBezTo>
                    <a:pt x="511" y="3704"/>
                    <a:pt x="500" y="4614"/>
                    <a:pt x="822" y="4782"/>
                  </a:cubicBezTo>
                  <a:cubicBezTo>
                    <a:pt x="883" y="4812"/>
                    <a:pt x="951" y="4829"/>
                    <a:pt x="1016" y="4829"/>
                  </a:cubicBezTo>
                  <a:cubicBezTo>
                    <a:pt x="1070" y="4829"/>
                    <a:pt x="1122" y="4817"/>
                    <a:pt x="1167" y="4792"/>
                  </a:cubicBezTo>
                  <a:cubicBezTo>
                    <a:pt x="1254" y="4744"/>
                    <a:pt x="1315" y="4637"/>
                    <a:pt x="1315" y="4537"/>
                  </a:cubicBezTo>
                  <a:lnTo>
                    <a:pt x="1315" y="4537"/>
                  </a:lnTo>
                  <a:cubicBezTo>
                    <a:pt x="1342" y="4671"/>
                    <a:pt x="1489" y="4760"/>
                    <a:pt x="1633" y="4760"/>
                  </a:cubicBezTo>
                  <a:cubicBezTo>
                    <a:pt x="1641" y="4760"/>
                    <a:pt x="1648" y="4760"/>
                    <a:pt x="1656" y="4759"/>
                  </a:cubicBezTo>
                  <a:cubicBezTo>
                    <a:pt x="1789" y="4748"/>
                    <a:pt x="1933" y="4648"/>
                    <a:pt x="1955" y="4503"/>
                  </a:cubicBezTo>
                  <a:cubicBezTo>
                    <a:pt x="2022" y="4581"/>
                    <a:pt x="2122" y="4620"/>
                    <a:pt x="2223" y="4620"/>
                  </a:cubicBezTo>
                  <a:cubicBezTo>
                    <a:pt x="2325" y="4620"/>
                    <a:pt x="2428" y="4581"/>
                    <a:pt x="2500" y="4503"/>
                  </a:cubicBezTo>
                  <a:cubicBezTo>
                    <a:pt x="2531" y="4539"/>
                    <a:pt x="2585" y="4552"/>
                    <a:pt x="2647" y="4552"/>
                  </a:cubicBezTo>
                  <a:cubicBezTo>
                    <a:pt x="2739" y="4552"/>
                    <a:pt x="2849" y="4524"/>
                    <a:pt x="2922" y="4503"/>
                  </a:cubicBezTo>
                  <a:cubicBezTo>
                    <a:pt x="2944" y="4503"/>
                    <a:pt x="2967" y="4493"/>
                    <a:pt x="2977" y="4481"/>
                  </a:cubicBezTo>
                  <a:cubicBezTo>
                    <a:pt x="2989" y="4459"/>
                    <a:pt x="2999" y="4426"/>
                    <a:pt x="2999" y="4404"/>
                  </a:cubicBezTo>
                  <a:cubicBezTo>
                    <a:pt x="2999" y="3548"/>
                    <a:pt x="2744" y="2726"/>
                    <a:pt x="2567" y="1882"/>
                  </a:cubicBezTo>
                  <a:cubicBezTo>
                    <a:pt x="2488" y="1538"/>
                    <a:pt x="2411" y="1182"/>
                    <a:pt x="2311" y="837"/>
                  </a:cubicBezTo>
                  <a:cubicBezTo>
                    <a:pt x="2200" y="494"/>
                    <a:pt x="2044" y="60"/>
                    <a:pt x="1634" y="5"/>
                  </a:cubicBezTo>
                  <a:cubicBezTo>
                    <a:pt x="1611" y="2"/>
                    <a:pt x="1588" y="1"/>
                    <a:pt x="156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2296;p62">
              <a:extLst>
                <a:ext uri="{FF2B5EF4-FFF2-40B4-BE49-F238E27FC236}">
                  <a16:creationId xmlns:a16="http://schemas.microsoft.com/office/drawing/2014/main" id="{8DEF8A15-CE50-7106-3EE8-30032BCB9D10}"/>
                </a:ext>
              </a:extLst>
            </p:cNvPr>
            <p:cNvSpPr/>
            <p:nvPr/>
          </p:nvSpPr>
          <p:spPr>
            <a:xfrm>
              <a:off x="3053750" y="4383550"/>
              <a:ext cx="2800" cy="36975"/>
            </a:xfrm>
            <a:custGeom>
              <a:avLst/>
              <a:gdLst/>
              <a:ahLst/>
              <a:cxnLst/>
              <a:rect l="l" t="t" r="r" b="b"/>
              <a:pathLst>
                <a:path w="112" h="1479" extrusionOk="0">
                  <a:moveTo>
                    <a:pt x="56" y="1"/>
                  </a:moveTo>
                  <a:cubicBezTo>
                    <a:pt x="11" y="245"/>
                    <a:pt x="1" y="489"/>
                    <a:pt x="1" y="745"/>
                  </a:cubicBezTo>
                  <a:cubicBezTo>
                    <a:pt x="23" y="990"/>
                    <a:pt x="45" y="1245"/>
                    <a:pt x="112" y="1478"/>
                  </a:cubicBezTo>
                  <a:lnTo>
                    <a:pt x="56" y="1"/>
                  </a:ln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2297;p62">
              <a:extLst>
                <a:ext uri="{FF2B5EF4-FFF2-40B4-BE49-F238E27FC236}">
                  <a16:creationId xmlns:a16="http://schemas.microsoft.com/office/drawing/2014/main" id="{AE69635B-6EDA-9C99-2FD1-89FFD75F2CBD}"/>
                </a:ext>
              </a:extLst>
            </p:cNvPr>
            <p:cNvSpPr/>
            <p:nvPr/>
          </p:nvSpPr>
          <p:spPr>
            <a:xfrm>
              <a:off x="3072625" y="4400225"/>
              <a:ext cx="4200" cy="38075"/>
            </a:xfrm>
            <a:custGeom>
              <a:avLst/>
              <a:gdLst/>
              <a:ahLst/>
              <a:cxnLst/>
              <a:rect l="l" t="t" r="r" b="b"/>
              <a:pathLst>
                <a:path w="168" h="1523" extrusionOk="0">
                  <a:moveTo>
                    <a:pt x="12" y="0"/>
                  </a:moveTo>
                  <a:lnTo>
                    <a:pt x="12" y="0"/>
                  </a:lnTo>
                  <a:cubicBezTo>
                    <a:pt x="1" y="256"/>
                    <a:pt x="23" y="511"/>
                    <a:pt x="45" y="767"/>
                  </a:cubicBezTo>
                  <a:cubicBezTo>
                    <a:pt x="78" y="1022"/>
                    <a:pt x="101" y="1278"/>
                    <a:pt x="156" y="1522"/>
                  </a:cubicBezTo>
                  <a:cubicBezTo>
                    <a:pt x="167" y="1266"/>
                    <a:pt x="145" y="1011"/>
                    <a:pt x="123" y="755"/>
                  </a:cubicBezTo>
                  <a:cubicBezTo>
                    <a:pt x="90" y="500"/>
                    <a:pt x="68" y="244"/>
                    <a:pt x="12"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2298;p62">
              <a:extLst>
                <a:ext uri="{FF2B5EF4-FFF2-40B4-BE49-F238E27FC236}">
                  <a16:creationId xmlns:a16="http://schemas.microsoft.com/office/drawing/2014/main" id="{5A1819B1-A8EB-E858-D760-D0C096AA72BD}"/>
                </a:ext>
              </a:extLst>
            </p:cNvPr>
            <p:cNvSpPr/>
            <p:nvPr/>
          </p:nvSpPr>
          <p:spPr>
            <a:xfrm>
              <a:off x="3088450" y="4398275"/>
              <a:ext cx="3925" cy="38350"/>
            </a:xfrm>
            <a:custGeom>
              <a:avLst/>
              <a:gdLst/>
              <a:ahLst/>
              <a:cxnLst/>
              <a:rect l="l" t="t" r="r" b="b"/>
              <a:pathLst>
                <a:path w="157" h="1534" extrusionOk="0">
                  <a:moveTo>
                    <a:pt x="1" y="1"/>
                  </a:moveTo>
                  <a:cubicBezTo>
                    <a:pt x="1" y="256"/>
                    <a:pt x="23" y="512"/>
                    <a:pt x="45" y="767"/>
                  </a:cubicBezTo>
                  <a:cubicBezTo>
                    <a:pt x="67" y="1023"/>
                    <a:pt x="101" y="1278"/>
                    <a:pt x="156" y="1534"/>
                  </a:cubicBezTo>
                  <a:cubicBezTo>
                    <a:pt x="156" y="1278"/>
                    <a:pt x="134" y="1023"/>
                    <a:pt x="112" y="767"/>
                  </a:cubicBezTo>
                  <a:cubicBezTo>
                    <a:pt x="90" y="512"/>
                    <a:pt x="57" y="256"/>
                    <a:pt x="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2299;p62">
              <a:extLst>
                <a:ext uri="{FF2B5EF4-FFF2-40B4-BE49-F238E27FC236}">
                  <a16:creationId xmlns:a16="http://schemas.microsoft.com/office/drawing/2014/main" id="{9E8E9AAE-1AD3-22DB-9066-F2CF6D2C2735}"/>
                </a:ext>
              </a:extLst>
            </p:cNvPr>
            <p:cNvSpPr/>
            <p:nvPr/>
          </p:nvSpPr>
          <p:spPr>
            <a:xfrm>
              <a:off x="3101775" y="4398825"/>
              <a:ext cx="4225" cy="38075"/>
            </a:xfrm>
            <a:custGeom>
              <a:avLst/>
              <a:gdLst/>
              <a:ahLst/>
              <a:cxnLst/>
              <a:rect l="l" t="t" r="r" b="b"/>
              <a:pathLst>
                <a:path w="169" h="1523" extrusionOk="0">
                  <a:moveTo>
                    <a:pt x="13" y="1"/>
                  </a:moveTo>
                  <a:lnTo>
                    <a:pt x="13" y="1"/>
                  </a:lnTo>
                  <a:cubicBezTo>
                    <a:pt x="1" y="256"/>
                    <a:pt x="35" y="512"/>
                    <a:pt x="45" y="767"/>
                  </a:cubicBezTo>
                  <a:cubicBezTo>
                    <a:pt x="79" y="1023"/>
                    <a:pt x="112" y="1278"/>
                    <a:pt x="168" y="1522"/>
                  </a:cubicBezTo>
                  <a:cubicBezTo>
                    <a:pt x="168" y="1267"/>
                    <a:pt x="146" y="1011"/>
                    <a:pt x="124" y="756"/>
                  </a:cubicBezTo>
                  <a:cubicBezTo>
                    <a:pt x="101" y="500"/>
                    <a:pt x="68" y="256"/>
                    <a:pt x="13"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2300;p62">
              <a:extLst>
                <a:ext uri="{FF2B5EF4-FFF2-40B4-BE49-F238E27FC236}">
                  <a16:creationId xmlns:a16="http://schemas.microsoft.com/office/drawing/2014/main" id="{35703865-9846-F1AC-DA98-90271897D1D5}"/>
                </a:ext>
              </a:extLst>
            </p:cNvPr>
            <p:cNvSpPr/>
            <p:nvPr/>
          </p:nvSpPr>
          <p:spPr>
            <a:xfrm>
              <a:off x="2926550" y="4047250"/>
              <a:ext cx="183600" cy="314100"/>
            </a:xfrm>
            <a:custGeom>
              <a:avLst/>
              <a:gdLst/>
              <a:ahLst/>
              <a:cxnLst/>
              <a:rect l="l" t="t" r="r" b="b"/>
              <a:pathLst>
                <a:path w="7344" h="12564" extrusionOk="0">
                  <a:moveTo>
                    <a:pt x="731" y="0"/>
                  </a:moveTo>
                  <a:cubicBezTo>
                    <a:pt x="728" y="0"/>
                    <a:pt x="725" y="0"/>
                    <a:pt x="722" y="0"/>
                  </a:cubicBezTo>
                  <a:cubicBezTo>
                    <a:pt x="1" y="0"/>
                    <a:pt x="534" y="944"/>
                    <a:pt x="745" y="1188"/>
                  </a:cubicBezTo>
                  <a:cubicBezTo>
                    <a:pt x="1578" y="2155"/>
                    <a:pt x="2344" y="3177"/>
                    <a:pt x="3045" y="4244"/>
                  </a:cubicBezTo>
                  <a:cubicBezTo>
                    <a:pt x="2978" y="3943"/>
                    <a:pt x="2922" y="3644"/>
                    <a:pt x="2855" y="3333"/>
                  </a:cubicBezTo>
                  <a:lnTo>
                    <a:pt x="2855" y="3333"/>
                  </a:lnTo>
                  <a:cubicBezTo>
                    <a:pt x="3311" y="3910"/>
                    <a:pt x="3766" y="4477"/>
                    <a:pt x="4222" y="5054"/>
                  </a:cubicBezTo>
                  <a:cubicBezTo>
                    <a:pt x="4355" y="5210"/>
                    <a:pt x="4489" y="5377"/>
                    <a:pt x="4555" y="5577"/>
                  </a:cubicBezTo>
                  <a:cubicBezTo>
                    <a:pt x="4610" y="5755"/>
                    <a:pt x="4610" y="5954"/>
                    <a:pt x="4600" y="6143"/>
                  </a:cubicBezTo>
                  <a:cubicBezTo>
                    <a:pt x="4588" y="6765"/>
                    <a:pt x="4588" y="7399"/>
                    <a:pt x="4578" y="8021"/>
                  </a:cubicBezTo>
                  <a:lnTo>
                    <a:pt x="4810" y="7587"/>
                  </a:lnTo>
                  <a:cubicBezTo>
                    <a:pt x="4822" y="8987"/>
                    <a:pt x="4833" y="10386"/>
                    <a:pt x="4844" y="11798"/>
                  </a:cubicBezTo>
                  <a:cubicBezTo>
                    <a:pt x="5111" y="11631"/>
                    <a:pt x="5321" y="11408"/>
                    <a:pt x="5466" y="11131"/>
                  </a:cubicBezTo>
                  <a:cubicBezTo>
                    <a:pt x="5477" y="11531"/>
                    <a:pt x="5499" y="11919"/>
                    <a:pt x="5511" y="12319"/>
                  </a:cubicBezTo>
                  <a:cubicBezTo>
                    <a:pt x="5733" y="12119"/>
                    <a:pt x="5933" y="11909"/>
                    <a:pt x="6099" y="11664"/>
                  </a:cubicBezTo>
                  <a:cubicBezTo>
                    <a:pt x="6222" y="11808"/>
                    <a:pt x="6321" y="11964"/>
                    <a:pt x="6388" y="12142"/>
                  </a:cubicBezTo>
                  <a:cubicBezTo>
                    <a:pt x="6477" y="11975"/>
                    <a:pt x="6555" y="11798"/>
                    <a:pt x="6588" y="11608"/>
                  </a:cubicBezTo>
                  <a:cubicBezTo>
                    <a:pt x="6755" y="11808"/>
                    <a:pt x="7188" y="12364"/>
                    <a:pt x="7343" y="12564"/>
                  </a:cubicBezTo>
                  <a:cubicBezTo>
                    <a:pt x="7210" y="10386"/>
                    <a:pt x="6388" y="7432"/>
                    <a:pt x="5988" y="5410"/>
                  </a:cubicBezTo>
                  <a:lnTo>
                    <a:pt x="5988" y="5410"/>
                  </a:lnTo>
                  <a:cubicBezTo>
                    <a:pt x="6082" y="5482"/>
                    <a:pt x="6205" y="5517"/>
                    <a:pt x="6328" y="5517"/>
                  </a:cubicBezTo>
                  <a:cubicBezTo>
                    <a:pt x="6394" y="5517"/>
                    <a:pt x="6459" y="5507"/>
                    <a:pt x="6521" y="5488"/>
                  </a:cubicBezTo>
                  <a:cubicBezTo>
                    <a:pt x="5055" y="3832"/>
                    <a:pt x="3400" y="2622"/>
                    <a:pt x="1911" y="988"/>
                  </a:cubicBezTo>
                  <a:cubicBezTo>
                    <a:pt x="1669" y="735"/>
                    <a:pt x="1120" y="0"/>
                    <a:pt x="73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2301;p62">
              <a:extLst>
                <a:ext uri="{FF2B5EF4-FFF2-40B4-BE49-F238E27FC236}">
                  <a16:creationId xmlns:a16="http://schemas.microsoft.com/office/drawing/2014/main" id="{D963E120-A731-28B1-D43D-1056144DA579}"/>
                </a:ext>
              </a:extLst>
            </p:cNvPr>
            <p:cNvSpPr/>
            <p:nvPr/>
          </p:nvSpPr>
          <p:spPr>
            <a:xfrm>
              <a:off x="3046250" y="4236650"/>
              <a:ext cx="66400" cy="129150"/>
            </a:xfrm>
            <a:custGeom>
              <a:avLst/>
              <a:gdLst/>
              <a:ahLst/>
              <a:cxnLst/>
              <a:rect l="l" t="t" r="r" b="b"/>
              <a:pathLst>
                <a:path w="2656" h="5166" extrusionOk="0">
                  <a:moveTo>
                    <a:pt x="34" y="0"/>
                  </a:moveTo>
                  <a:cubicBezTo>
                    <a:pt x="22" y="700"/>
                    <a:pt x="12" y="1411"/>
                    <a:pt x="12" y="2111"/>
                  </a:cubicBezTo>
                  <a:cubicBezTo>
                    <a:pt x="12" y="2810"/>
                    <a:pt x="0" y="3511"/>
                    <a:pt x="12" y="4210"/>
                  </a:cubicBezTo>
                  <a:lnTo>
                    <a:pt x="12" y="4333"/>
                  </a:lnTo>
                  <a:lnTo>
                    <a:pt x="123" y="4277"/>
                  </a:lnTo>
                  <a:cubicBezTo>
                    <a:pt x="320" y="4154"/>
                    <a:pt x="492" y="3989"/>
                    <a:pt x="631" y="3799"/>
                  </a:cubicBezTo>
                  <a:lnTo>
                    <a:pt x="631" y="3799"/>
                  </a:lnTo>
                  <a:lnTo>
                    <a:pt x="667" y="4743"/>
                  </a:lnTo>
                  <a:lnTo>
                    <a:pt x="667" y="4910"/>
                  </a:lnTo>
                  <a:lnTo>
                    <a:pt x="789" y="4799"/>
                  </a:lnTo>
                  <a:cubicBezTo>
                    <a:pt x="997" y="4621"/>
                    <a:pt x="1178" y="4426"/>
                    <a:pt x="1341" y="4213"/>
                  </a:cubicBezTo>
                  <a:lnTo>
                    <a:pt x="1341" y="4213"/>
                  </a:lnTo>
                  <a:cubicBezTo>
                    <a:pt x="1431" y="4322"/>
                    <a:pt x="1501" y="4450"/>
                    <a:pt x="1555" y="4577"/>
                  </a:cubicBezTo>
                  <a:lnTo>
                    <a:pt x="1611" y="4721"/>
                  </a:lnTo>
                  <a:lnTo>
                    <a:pt x="1678" y="4588"/>
                  </a:lnTo>
                  <a:cubicBezTo>
                    <a:pt x="1755" y="4459"/>
                    <a:pt x="1813" y="4323"/>
                    <a:pt x="1855" y="4175"/>
                  </a:cubicBezTo>
                  <a:lnTo>
                    <a:pt x="1855" y="4175"/>
                  </a:lnTo>
                  <a:cubicBezTo>
                    <a:pt x="2076" y="4454"/>
                    <a:pt x="2305" y="4732"/>
                    <a:pt x="2533" y="5010"/>
                  </a:cubicBezTo>
                  <a:lnTo>
                    <a:pt x="2656" y="5166"/>
                  </a:lnTo>
                  <a:lnTo>
                    <a:pt x="2633" y="4977"/>
                  </a:lnTo>
                  <a:cubicBezTo>
                    <a:pt x="2577" y="4543"/>
                    <a:pt x="2522" y="4111"/>
                    <a:pt x="2444" y="3677"/>
                  </a:cubicBezTo>
                  <a:cubicBezTo>
                    <a:pt x="2377" y="3244"/>
                    <a:pt x="2300" y="2810"/>
                    <a:pt x="2189" y="2388"/>
                  </a:cubicBezTo>
                  <a:lnTo>
                    <a:pt x="2189" y="2388"/>
                  </a:lnTo>
                  <a:cubicBezTo>
                    <a:pt x="2266" y="2822"/>
                    <a:pt x="2333" y="3255"/>
                    <a:pt x="2377" y="3689"/>
                  </a:cubicBezTo>
                  <a:cubicBezTo>
                    <a:pt x="2425" y="4054"/>
                    <a:pt x="2464" y="4420"/>
                    <a:pt x="2502" y="4786"/>
                  </a:cubicBezTo>
                  <a:lnTo>
                    <a:pt x="2502" y="4786"/>
                  </a:lnTo>
                  <a:cubicBezTo>
                    <a:pt x="2297" y="4519"/>
                    <a:pt x="2091" y="4258"/>
                    <a:pt x="1878" y="3988"/>
                  </a:cubicBezTo>
                  <a:lnTo>
                    <a:pt x="1789" y="3877"/>
                  </a:lnTo>
                  <a:lnTo>
                    <a:pt x="1755" y="4022"/>
                  </a:lnTo>
                  <a:cubicBezTo>
                    <a:pt x="1732" y="4150"/>
                    <a:pt x="1684" y="4272"/>
                    <a:pt x="1626" y="4389"/>
                  </a:cubicBezTo>
                  <a:lnTo>
                    <a:pt x="1626" y="4389"/>
                  </a:lnTo>
                  <a:cubicBezTo>
                    <a:pt x="1565" y="4265"/>
                    <a:pt x="1486" y="4148"/>
                    <a:pt x="1389" y="4044"/>
                  </a:cubicBezTo>
                  <a:lnTo>
                    <a:pt x="1333" y="3977"/>
                  </a:lnTo>
                  <a:lnTo>
                    <a:pt x="1278" y="4044"/>
                  </a:lnTo>
                  <a:cubicBezTo>
                    <a:pt x="1135" y="4232"/>
                    <a:pt x="984" y="4406"/>
                    <a:pt x="814" y="4565"/>
                  </a:cubicBezTo>
                  <a:lnTo>
                    <a:pt x="814" y="4565"/>
                  </a:lnTo>
                  <a:lnTo>
                    <a:pt x="767" y="3555"/>
                  </a:lnTo>
                  <a:lnTo>
                    <a:pt x="756" y="3277"/>
                  </a:lnTo>
                  <a:lnTo>
                    <a:pt x="634" y="3521"/>
                  </a:lnTo>
                  <a:cubicBezTo>
                    <a:pt x="521" y="3738"/>
                    <a:pt x="351" y="3931"/>
                    <a:pt x="154" y="4080"/>
                  </a:cubicBezTo>
                  <a:lnTo>
                    <a:pt x="154" y="4080"/>
                  </a:lnTo>
                  <a:cubicBezTo>
                    <a:pt x="142" y="3424"/>
                    <a:pt x="122" y="2767"/>
                    <a:pt x="111" y="2111"/>
                  </a:cubicBezTo>
                  <a:cubicBezTo>
                    <a:pt x="89" y="1411"/>
                    <a:pt x="67" y="700"/>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2302;p62">
              <a:extLst>
                <a:ext uri="{FF2B5EF4-FFF2-40B4-BE49-F238E27FC236}">
                  <a16:creationId xmlns:a16="http://schemas.microsoft.com/office/drawing/2014/main" id="{1C0B0D0B-61D7-45D6-0C2D-5CD794A119DB}"/>
                </a:ext>
              </a:extLst>
            </p:cNvPr>
            <p:cNvSpPr/>
            <p:nvPr/>
          </p:nvSpPr>
          <p:spPr>
            <a:xfrm>
              <a:off x="2694925" y="3918950"/>
              <a:ext cx="43625" cy="103325"/>
            </a:xfrm>
            <a:custGeom>
              <a:avLst/>
              <a:gdLst/>
              <a:ahLst/>
              <a:cxnLst/>
              <a:rect l="l" t="t" r="r" b="b"/>
              <a:pathLst>
                <a:path w="1745" h="4133" extrusionOk="0">
                  <a:moveTo>
                    <a:pt x="576" y="0"/>
                  </a:moveTo>
                  <a:cubicBezTo>
                    <a:pt x="411" y="0"/>
                    <a:pt x="262" y="81"/>
                    <a:pt x="179" y="289"/>
                  </a:cubicBezTo>
                  <a:cubicBezTo>
                    <a:pt x="1" y="721"/>
                    <a:pt x="379" y="1477"/>
                    <a:pt x="500" y="1899"/>
                  </a:cubicBezTo>
                  <a:lnTo>
                    <a:pt x="1001" y="3666"/>
                  </a:lnTo>
                  <a:cubicBezTo>
                    <a:pt x="1067" y="3876"/>
                    <a:pt x="1179" y="4121"/>
                    <a:pt x="1389" y="4132"/>
                  </a:cubicBezTo>
                  <a:cubicBezTo>
                    <a:pt x="1534" y="4132"/>
                    <a:pt x="1656" y="4010"/>
                    <a:pt x="1700" y="3876"/>
                  </a:cubicBezTo>
                  <a:cubicBezTo>
                    <a:pt x="1745" y="3743"/>
                    <a:pt x="1734" y="3599"/>
                    <a:pt x="1722" y="3454"/>
                  </a:cubicBezTo>
                  <a:cubicBezTo>
                    <a:pt x="1656" y="2743"/>
                    <a:pt x="1601" y="2032"/>
                    <a:pt x="1534" y="1321"/>
                  </a:cubicBezTo>
                  <a:cubicBezTo>
                    <a:pt x="1500" y="877"/>
                    <a:pt x="1411" y="433"/>
                    <a:pt x="1011" y="155"/>
                  </a:cubicBezTo>
                  <a:cubicBezTo>
                    <a:pt x="877" y="62"/>
                    <a:pt x="720" y="0"/>
                    <a:pt x="576"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2303;p62">
              <a:extLst>
                <a:ext uri="{FF2B5EF4-FFF2-40B4-BE49-F238E27FC236}">
                  <a16:creationId xmlns:a16="http://schemas.microsoft.com/office/drawing/2014/main" id="{A7690CA5-28B5-5916-2B6E-373B965E9695}"/>
                </a:ext>
              </a:extLst>
            </p:cNvPr>
            <p:cNvSpPr/>
            <p:nvPr/>
          </p:nvSpPr>
          <p:spPr>
            <a:xfrm>
              <a:off x="2725475" y="4032525"/>
              <a:ext cx="27800" cy="28375"/>
            </a:xfrm>
            <a:custGeom>
              <a:avLst/>
              <a:gdLst/>
              <a:ahLst/>
              <a:cxnLst/>
              <a:rect l="l" t="t" r="r" b="b"/>
              <a:pathLst>
                <a:path w="1112" h="1135" extrusionOk="0">
                  <a:moveTo>
                    <a:pt x="449" y="1"/>
                  </a:moveTo>
                  <a:cubicBezTo>
                    <a:pt x="300" y="1"/>
                    <a:pt x="159" y="67"/>
                    <a:pt x="68" y="234"/>
                  </a:cubicBezTo>
                  <a:cubicBezTo>
                    <a:pt x="1" y="367"/>
                    <a:pt x="1" y="522"/>
                    <a:pt x="1" y="666"/>
                  </a:cubicBezTo>
                  <a:cubicBezTo>
                    <a:pt x="12" y="778"/>
                    <a:pt x="23" y="911"/>
                    <a:pt x="100" y="1000"/>
                  </a:cubicBezTo>
                  <a:cubicBezTo>
                    <a:pt x="167" y="1078"/>
                    <a:pt x="278" y="1122"/>
                    <a:pt x="379" y="1133"/>
                  </a:cubicBezTo>
                  <a:cubicBezTo>
                    <a:pt x="393" y="1134"/>
                    <a:pt x="408" y="1135"/>
                    <a:pt x="423" y="1135"/>
                  </a:cubicBezTo>
                  <a:cubicBezTo>
                    <a:pt x="698" y="1135"/>
                    <a:pt x="982" y="941"/>
                    <a:pt x="1045" y="666"/>
                  </a:cubicBezTo>
                  <a:cubicBezTo>
                    <a:pt x="1112" y="367"/>
                    <a:pt x="867" y="111"/>
                    <a:pt x="601" y="22"/>
                  </a:cubicBezTo>
                  <a:cubicBezTo>
                    <a:pt x="550" y="8"/>
                    <a:pt x="499" y="1"/>
                    <a:pt x="44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2304;p62">
              <a:extLst>
                <a:ext uri="{FF2B5EF4-FFF2-40B4-BE49-F238E27FC236}">
                  <a16:creationId xmlns:a16="http://schemas.microsoft.com/office/drawing/2014/main" id="{D4C6CC2F-891D-02E3-0537-AB47433607A9}"/>
                </a:ext>
              </a:extLst>
            </p:cNvPr>
            <p:cNvSpPr/>
            <p:nvPr/>
          </p:nvSpPr>
          <p:spPr>
            <a:xfrm>
              <a:off x="2809350" y="3954450"/>
              <a:ext cx="121950" cy="106475"/>
            </a:xfrm>
            <a:custGeom>
              <a:avLst/>
              <a:gdLst/>
              <a:ahLst/>
              <a:cxnLst/>
              <a:rect l="l" t="t" r="r" b="b"/>
              <a:pathLst>
                <a:path w="4878" h="4259" extrusionOk="0">
                  <a:moveTo>
                    <a:pt x="2663" y="0"/>
                  </a:moveTo>
                  <a:cubicBezTo>
                    <a:pt x="2601" y="0"/>
                    <a:pt x="2539" y="4"/>
                    <a:pt x="2478" y="12"/>
                  </a:cubicBezTo>
                  <a:cubicBezTo>
                    <a:pt x="2289" y="35"/>
                    <a:pt x="2111" y="101"/>
                    <a:pt x="1967" y="212"/>
                  </a:cubicBezTo>
                  <a:cubicBezTo>
                    <a:pt x="1878" y="291"/>
                    <a:pt x="1823" y="590"/>
                    <a:pt x="1734" y="624"/>
                  </a:cubicBezTo>
                  <a:cubicBezTo>
                    <a:pt x="1718" y="632"/>
                    <a:pt x="1704" y="635"/>
                    <a:pt x="1690" y="635"/>
                  </a:cubicBezTo>
                  <a:cubicBezTo>
                    <a:pt x="1604" y="635"/>
                    <a:pt x="1544" y="504"/>
                    <a:pt x="1467" y="446"/>
                  </a:cubicBezTo>
                  <a:cubicBezTo>
                    <a:pt x="1354" y="363"/>
                    <a:pt x="1212" y="318"/>
                    <a:pt x="1074" y="318"/>
                  </a:cubicBezTo>
                  <a:cubicBezTo>
                    <a:pt x="954" y="318"/>
                    <a:pt x="838" y="352"/>
                    <a:pt x="745" y="424"/>
                  </a:cubicBezTo>
                  <a:cubicBezTo>
                    <a:pt x="545" y="568"/>
                    <a:pt x="456" y="824"/>
                    <a:pt x="389" y="1057"/>
                  </a:cubicBezTo>
                  <a:cubicBezTo>
                    <a:pt x="223" y="1646"/>
                    <a:pt x="100" y="2246"/>
                    <a:pt x="34" y="2846"/>
                  </a:cubicBezTo>
                  <a:cubicBezTo>
                    <a:pt x="1" y="3268"/>
                    <a:pt x="11" y="3757"/>
                    <a:pt x="345" y="4012"/>
                  </a:cubicBezTo>
                  <a:cubicBezTo>
                    <a:pt x="500" y="4134"/>
                    <a:pt x="722" y="4167"/>
                    <a:pt x="922" y="4201"/>
                  </a:cubicBezTo>
                  <a:cubicBezTo>
                    <a:pt x="1209" y="4237"/>
                    <a:pt x="1498" y="4258"/>
                    <a:pt x="1787" y="4258"/>
                  </a:cubicBezTo>
                  <a:cubicBezTo>
                    <a:pt x="2125" y="4258"/>
                    <a:pt x="2465" y="4228"/>
                    <a:pt x="2800" y="4157"/>
                  </a:cubicBezTo>
                  <a:cubicBezTo>
                    <a:pt x="3411" y="4023"/>
                    <a:pt x="4000" y="3745"/>
                    <a:pt x="4444" y="3312"/>
                  </a:cubicBezTo>
                  <a:cubicBezTo>
                    <a:pt x="4677" y="3079"/>
                    <a:pt x="4877" y="2779"/>
                    <a:pt x="4877" y="2446"/>
                  </a:cubicBezTo>
                  <a:cubicBezTo>
                    <a:pt x="4877" y="2224"/>
                    <a:pt x="4778" y="2024"/>
                    <a:pt x="4655" y="1824"/>
                  </a:cubicBezTo>
                  <a:cubicBezTo>
                    <a:pt x="4555" y="1668"/>
                    <a:pt x="4433" y="1513"/>
                    <a:pt x="4333" y="1357"/>
                  </a:cubicBezTo>
                  <a:cubicBezTo>
                    <a:pt x="4166" y="1090"/>
                    <a:pt x="4044" y="790"/>
                    <a:pt x="3844" y="546"/>
                  </a:cubicBezTo>
                  <a:cubicBezTo>
                    <a:pt x="3552" y="205"/>
                    <a:pt x="3106" y="0"/>
                    <a:pt x="266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2305;p62">
              <a:extLst>
                <a:ext uri="{FF2B5EF4-FFF2-40B4-BE49-F238E27FC236}">
                  <a16:creationId xmlns:a16="http://schemas.microsoft.com/office/drawing/2014/main" id="{44482787-DBD1-10A1-CE89-0DFB9427BA74}"/>
                </a:ext>
              </a:extLst>
            </p:cNvPr>
            <p:cNvSpPr/>
            <p:nvPr/>
          </p:nvSpPr>
          <p:spPr>
            <a:xfrm>
              <a:off x="2872125" y="4024675"/>
              <a:ext cx="12250" cy="9925"/>
            </a:xfrm>
            <a:custGeom>
              <a:avLst/>
              <a:gdLst/>
              <a:ahLst/>
              <a:cxnLst/>
              <a:rect l="l" t="t" r="r" b="b"/>
              <a:pathLst>
                <a:path w="490" h="397" extrusionOk="0">
                  <a:moveTo>
                    <a:pt x="334" y="0"/>
                  </a:moveTo>
                  <a:cubicBezTo>
                    <a:pt x="314" y="0"/>
                    <a:pt x="291" y="8"/>
                    <a:pt x="267" y="25"/>
                  </a:cubicBezTo>
                  <a:cubicBezTo>
                    <a:pt x="189" y="81"/>
                    <a:pt x="100" y="148"/>
                    <a:pt x="33" y="214"/>
                  </a:cubicBezTo>
                  <a:cubicBezTo>
                    <a:pt x="11" y="225"/>
                    <a:pt x="0" y="247"/>
                    <a:pt x="0" y="281"/>
                  </a:cubicBezTo>
                  <a:cubicBezTo>
                    <a:pt x="0" y="292"/>
                    <a:pt x="11" y="303"/>
                    <a:pt x="11" y="314"/>
                  </a:cubicBezTo>
                  <a:cubicBezTo>
                    <a:pt x="45" y="348"/>
                    <a:pt x="67" y="381"/>
                    <a:pt x="111" y="392"/>
                  </a:cubicBezTo>
                  <a:cubicBezTo>
                    <a:pt x="121" y="395"/>
                    <a:pt x="131" y="397"/>
                    <a:pt x="140" y="397"/>
                  </a:cubicBezTo>
                  <a:cubicBezTo>
                    <a:pt x="164" y="397"/>
                    <a:pt x="188" y="389"/>
                    <a:pt x="211" y="381"/>
                  </a:cubicBezTo>
                  <a:cubicBezTo>
                    <a:pt x="311" y="336"/>
                    <a:pt x="400" y="281"/>
                    <a:pt x="467" y="203"/>
                  </a:cubicBezTo>
                  <a:cubicBezTo>
                    <a:pt x="478" y="181"/>
                    <a:pt x="489" y="170"/>
                    <a:pt x="489" y="148"/>
                  </a:cubicBezTo>
                  <a:cubicBezTo>
                    <a:pt x="489" y="126"/>
                    <a:pt x="478" y="103"/>
                    <a:pt x="455" y="81"/>
                  </a:cubicBezTo>
                  <a:cubicBezTo>
                    <a:pt x="418" y="35"/>
                    <a:pt x="380" y="0"/>
                    <a:pt x="334"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2306;p62">
              <a:extLst>
                <a:ext uri="{FF2B5EF4-FFF2-40B4-BE49-F238E27FC236}">
                  <a16:creationId xmlns:a16="http://schemas.microsoft.com/office/drawing/2014/main" id="{3EB1D229-04D6-EB33-D125-B3E665E95863}"/>
                </a:ext>
              </a:extLst>
            </p:cNvPr>
            <p:cNvSpPr/>
            <p:nvPr/>
          </p:nvSpPr>
          <p:spPr>
            <a:xfrm>
              <a:off x="2877950" y="3992800"/>
              <a:ext cx="28625" cy="19075"/>
            </a:xfrm>
            <a:custGeom>
              <a:avLst/>
              <a:gdLst/>
              <a:ahLst/>
              <a:cxnLst/>
              <a:rect l="l" t="t" r="r" b="b"/>
              <a:pathLst>
                <a:path w="1145" h="763" extrusionOk="0">
                  <a:moveTo>
                    <a:pt x="978" y="1"/>
                  </a:moveTo>
                  <a:cubicBezTo>
                    <a:pt x="656" y="45"/>
                    <a:pt x="323" y="156"/>
                    <a:pt x="0" y="201"/>
                  </a:cubicBezTo>
                  <a:cubicBezTo>
                    <a:pt x="89" y="423"/>
                    <a:pt x="200" y="656"/>
                    <a:pt x="412" y="734"/>
                  </a:cubicBezTo>
                  <a:cubicBezTo>
                    <a:pt x="465" y="753"/>
                    <a:pt x="522" y="762"/>
                    <a:pt x="580" y="762"/>
                  </a:cubicBezTo>
                  <a:cubicBezTo>
                    <a:pt x="655" y="762"/>
                    <a:pt x="731" y="748"/>
                    <a:pt x="800" y="722"/>
                  </a:cubicBezTo>
                  <a:cubicBezTo>
                    <a:pt x="867" y="700"/>
                    <a:pt x="933" y="667"/>
                    <a:pt x="978" y="611"/>
                  </a:cubicBezTo>
                  <a:cubicBezTo>
                    <a:pt x="1100" y="467"/>
                    <a:pt x="1145" y="112"/>
                    <a:pt x="9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2307;p62">
              <a:extLst>
                <a:ext uri="{FF2B5EF4-FFF2-40B4-BE49-F238E27FC236}">
                  <a16:creationId xmlns:a16="http://schemas.microsoft.com/office/drawing/2014/main" id="{F87138F0-8D4E-42C4-D314-4E5E56E5FB10}"/>
                </a:ext>
              </a:extLst>
            </p:cNvPr>
            <p:cNvSpPr/>
            <p:nvPr/>
          </p:nvSpPr>
          <p:spPr>
            <a:xfrm>
              <a:off x="2826575" y="4001400"/>
              <a:ext cx="20025" cy="13925"/>
            </a:xfrm>
            <a:custGeom>
              <a:avLst/>
              <a:gdLst/>
              <a:ahLst/>
              <a:cxnLst/>
              <a:rect l="l" t="t" r="r" b="b"/>
              <a:pathLst>
                <a:path w="801" h="557" extrusionOk="0">
                  <a:moveTo>
                    <a:pt x="800" y="1"/>
                  </a:moveTo>
                  <a:cubicBezTo>
                    <a:pt x="567" y="45"/>
                    <a:pt x="312" y="57"/>
                    <a:pt x="89" y="112"/>
                  </a:cubicBezTo>
                  <a:cubicBezTo>
                    <a:pt x="1" y="234"/>
                    <a:pt x="122" y="457"/>
                    <a:pt x="245" y="523"/>
                  </a:cubicBezTo>
                  <a:cubicBezTo>
                    <a:pt x="289" y="546"/>
                    <a:pt x="344" y="556"/>
                    <a:pt x="389" y="556"/>
                  </a:cubicBezTo>
                  <a:cubicBezTo>
                    <a:pt x="489" y="556"/>
                    <a:pt x="589" y="523"/>
                    <a:pt x="667" y="467"/>
                  </a:cubicBezTo>
                  <a:cubicBezTo>
                    <a:pt x="789" y="356"/>
                    <a:pt x="800" y="168"/>
                    <a:pt x="80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2308;p62">
              <a:extLst>
                <a:ext uri="{FF2B5EF4-FFF2-40B4-BE49-F238E27FC236}">
                  <a16:creationId xmlns:a16="http://schemas.microsoft.com/office/drawing/2014/main" id="{8B9A232A-B84F-27D8-C559-DC9C03D0C265}"/>
                </a:ext>
              </a:extLst>
            </p:cNvPr>
            <p:cNvSpPr/>
            <p:nvPr/>
          </p:nvSpPr>
          <p:spPr>
            <a:xfrm>
              <a:off x="2822125" y="3981700"/>
              <a:ext cx="30850" cy="17800"/>
            </a:xfrm>
            <a:custGeom>
              <a:avLst/>
              <a:gdLst/>
              <a:ahLst/>
              <a:cxnLst/>
              <a:rect l="l" t="t" r="r" b="b"/>
              <a:pathLst>
                <a:path w="1234" h="712" extrusionOk="0">
                  <a:moveTo>
                    <a:pt x="1112" y="0"/>
                  </a:moveTo>
                  <a:cubicBezTo>
                    <a:pt x="945" y="11"/>
                    <a:pt x="778" y="78"/>
                    <a:pt x="634" y="144"/>
                  </a:cubicBezTo>
                  <a:cubicBezTo>
                    <a:pt x="389" y="256"/>
                    <a:pt x="179" y="423"/>
                    <a:pt x="1" y="633"/>
                  </a:cubicBezTo>
                  <a:cubicBezTo>
                    <a:pt x="11" y="667"/>
                    <a:pt x="34" y="689"/>
                    <a:pt x="45" y="711"/>
                  </a:cubicBezTo>
                  <a:cubicBezTo>
                    <a:pt x="367" y="522"/>
                    <a:pt x="767" y="478"/>
                    <a:pt x="1145" y="423"/>
                  </a:cubicBezTo>
                  <a:cubicBezTo>
                    <a:pt x="1178" y="423"/>
                    <a:pt x="1211" y="411"/>
                    <a:pt x="1233" y="400"/>
                  </a:cubicBezTo>
                  <a:cubicBezTo>
                    <a:pt x="1189" y="267"/>
                    <a:pt x="1156" y="134"/>
                    <a:pt x="111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2309;p62">
              <a:extLst>
                <a:ext uri="{FF2B5EF4-FFF2-40B4-BE49-F238E27FC236}">
                  <a16:creationId xmlns:a16="http://schemas.microsoft.com/office/drawing/2014/main" id="{1597B8AF-18CB-D21A-98E4-63AE727A8B9B}"/>
                </a:ext>
              </a:extLst>
            </p:cNvPr>
            <p:cNvSpPr/>
            <p:nvPr/>
          </p:nvSpPr>
          <p:spPr>
            <a:xfrm>
              <a:off x="2871575" y="3974850"/>
              <a:ext cx="36125" cy="12700"/>
            </a:xfrm>
            <a:custGeom>
              <a:avLst/>
              <a:gdLst/>
              <a:ahLst/>
              <a:cxnLst/>
              <a:rect l="l" t="t" r="r" b="b"/>
              <a:pathLst>
                <a:path w="1445" h="508" extrusionOk="0">
                  <a:moveTo>
                    <a:pt x="161" y="1"/>
                  </a:moveTo>
                  <a:cubicBezTo>
                    <a:pt x="118" y="1"/>
                    <a:pt x="75" y="3"/>
                    <a:pt x="33" y="8"/>
                  </a:cubicBezTo>
                  <a:cubicBezTo>
                    <a:pt x="22" y="141"/>
                    <a:pt x="11" y="285"/>
                    <a:pt x="0" y="418"/>
                  </a:cubicBezTo>
                  <a:cubicBezTo>
                    <a:pt x="33" y="430"/>
                    <a:pt x="67" y="430"/>
                    <a:pt x="111" y="430"/>
                  </a:cubicBezTo>
                  <a:cubicBezTo>
                    <a:pt x="294" y="421"/>
                    <a:pt x="482" y="409"/>
                    <a:pt x="668" y="409"/>
                  </a:cubicBezTo>
                  <a:cubicBezTo>
                    <a:pt x="922" y="409"/>
                    <a:pt x="1174" y="430"/>
                    <a:pt x="1411" y="507"/>
                  </a:cubicBezTo>
                  <a:cubicBezTo>
                    <a:pt x="1422" y="474"/>
                    <a:pt x="1433" y="452"/>
                    <a:pt x="1444" y="430"/>
                  </a:cubicBezTo>
                  <a:cubicBezTo>
                    <a:pt x="1188" y="252"/>
                    <a:pt x="911" y="119"/>
                    <a:pt x="611" y="63"/>
                  </a:cubicBezTo>
                  <a:cubicBezTo>
                    <a:pt x="472" y="28"/>
                    <a:pt x="314" y="1"/>
                    <a:pt x="16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2310;p62">
              <a:extLst>
                <a:ext uri="{FF2B5EF4-FFF2-40B4-BE49-F238E27FC236}">
                  <a16:creationId xmlns:a16="http://schemas.microsoft.com/office/drawing/2014/main" id="{4CC7FBE1-DEFE-FBC8-4FFC-11ED3E3D0F13}"/>
                </a:ext>
              </a:extLst>
            </p:cNvPr>
            <p:cNvSpPr/>
            <p:nvPr/>
          </p:nvSpPr>
          <p:spPr>
            <a:xfrm>
              <a:off x="2894050" y="3993925"/>
              <a:ext cx="9750" cy="9750"/>
            </a:xfrm>
            <a:custGeom>
              <a:avLst/>
              <a:gdLst/>
              <a:ahLst/>
              <a:cxnLst/>
              <a:rect l="l" t="t" r="r" b="b"/>
              <a:pathLst>
                <a:path w="390" h="390" extrusionOk="0">
                  <a:moveTo>
                    <a:pt x="190" y="0"/>
                  </a:moveTo>
                  <a:cubicBezTo>
                    <a:pt x="89" y="0"/>
                    <a:pt x="1" y="111"/>
                    <a:pt x="12" y="211"/>
                  </a:cubicBezTo>
                  <a:cubicBezTo>
                    <a:pt x="22" y="315"/>
                    <a:pt x="91" y="390"/>
                    <a:pt x="191" y="390"/>
                  </a:cubicBezTo>
                  <a:cubicBezTo>
                    <a:pt x="198" y="390"/>
                    <a:pt x="205" y="389"/>
                    <a:pt x="212" y="389"/>
                  </a:cubicBezTo>
                  <a:cubicBezTo>
                    <a:pt x="301" y="389"/>
                    <a:pt x="390" y="289"/>
                    <a:pt x="378" y="189"/>
                  </a:cubicBezTo>
                  <a:cubicBezTo>
                    <a:pt x="368" y="78"/>
                    <a:pt x="289" y="0"/>
                    <a:pt x="19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2311;p62">
              <a:extLst>
                <a:ext uri="{FF2B5EF4-FFF2-40B4-BE49-F238E27FC236}">
                  <a16:creationId xmlns:a16="http://schemas.microsoft.com/office/drawing/2014/main" id="{FFCF67C8-ACA8-19AC-5C35-D64DA77591A1}"/>
                </a:ext>
              </a:extLst>
            </p:cNvPr>
            <p:cNvSpPr/>
            <p:nvPr/>
          </p:nvSpPr>
          <p:spPr>
            <a:xfrm>
              <a:off x="2836275" y="4003350"/>
              <a:ext cx="10600" cy="9325"/>
            </a:xfrm>
            <a:custGeom>
              <a:avLst/>
              <a:gdLst/>
              <a:ahLst/>
              <a:cxnLst/>
              <a:rect l="l" t="t" r="r" b="b"/>
              <a:pathLst>
                <a:path w="424" h="373" extrusionOk="0">
                  <a:moveTo>
                    <a:pt x="205" y="1"/>
                  </a:moveTo>
                  <a:cubicBezTo>
                    <a:pt x="174" y="1"/>
                    <a:pt x="142" y="8"/>
                    <a:pt x="112" y="23"/>
                  </a:cubicBezTo>
                  <a:cubicBezTo>
                    <a:pt x="35" y="78"/>
                    <a:pt x="1" y="201"/>
                    <a:pt x="57" y="278"/>
                  </a:cubicBezTo>
                  <a:cubicBezTo>
                    <a:pt x="94" y="337"/>
                    <a:pt x="155" y="372"/>
                    <a:pt x="219" y="372"/>
                  </a:cubicBezTo>
                  <a:cubicBezTo>
                    <a:pt x="250" y="372"/>
                    <a:pt x="282" y="364"/>
                    <a:pt x="312" y="345"/>
                  </a:cubicBezTo>
                  <a:cubicBezTo>
                    <a:pt x="390" y="300"/>
                    <a:pt x="423" y="179"/>
                    <a:pt x="368" y="90"/>
                  </a:cubicBezTo>
                  <a:cubicBezTo>
                    <a:pt x="331" y="31"/>
                    <a:pt x="269" y="1"/>
                    <a:pt x="20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2312;p62">
              <a:extLst>
                <a:ext uri="{FF2B5EF4-FFF2-40B4-BE49-F238E27FC236}">
                  <a16:creationId xmlns:a16="http://schemas.microsoft.com/office/drawing/2014/main" id="{203C93AD-329E-E061-26F9-F51CF427A391}"/>
                </a:ext>
              </a:extLst>
            </p:cNvPr>
            <p:cNvSpPr/>
            <p:nvPr/>
          </p:nvSpPr>
          <p:spPr>
            <a:xfrm>
              <a:off x="2860175" y="4031700"/>
              <a:ext cx="10025" cy="14800"/>
            </a:xfrm>
            <a:custGeom>
              <a:avLst/>
              <a:gdLst/>
              <a:ahLst/>
              <a:cxnLst/>
              <a:rect l="l" t="t" r="r" b="b"/>
              <a:pathLst>
                <a:path w="401" h="592" extrusionOk="0">
                  <a:moveTo>
                    <a:pt x="345" y="0"/>
                  </a:moveTo>
                  <a:cubicBezTo>
                    <a:pt x="323" y="11"/>
                    <a:pt x="301" y="33"/>
                    <a:pt x="278" y="44"/>
                  </a:cubicBezTo>
                  <a:cubicBezTo>
                    <a:pt x="167" y="111"/>
                    <a:pt x="89" y="211"/>
                    <a:pt x="12" y="311"/>
                  </a:cubicBezTo>
                  <a:cubicBezTo>
                    <a:pt x="12" y="322"/>
                    <a:pt x="0" y="322"/>
                    <a:pt x="0" y="322"/>
                  </a:cubicBezTo>
                  <a:cubicBezTo>
                    <a:pt x="12" y="344"/>
                    <a:pt x="22" y="356"/>
                    <a:pt x="34" y="366"/>
                  </a:cubicBezTo>
                  <a:cubicBezTo>
                    <a:pt x="134" y="455"/>
                    <a:pt x="234" y="533"/>
                    <a:pt x="345" y="588"/>
                  </a:cubicBezTo>
                  <a:cubicBezTo>
                    <a:pt x="351" y="591"/>
                    <a:pt x="357" y="592"/>
                    <a:pt x="363" y="592"/>
                  </a:cubicBezTo>
                  <a:cubicBezTo>
                    <a:pt x="386" y="592"/>
                    <a:pt x="400" y="574"/>
                    <a:pt x="400" y="555"/>
                  </a:cubicBezTo>
                  <a:cubicBezTo>
                    <a:pt x="378" y="455"/>
                    <a:pt x="367" y="300"/>
                    <a:pt x="356" y="277"/>
                  </a:cubicBezTo>
                  <a:cubicBezTo>
                    <a:pt x="345" y="178"/>
                    <a:pt x="345" y="89"/>
                    <a:pt x="34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2313;p62">
              <a:extLst>
                <a:ext uri="{FF2B5EF4-FFF2-40B4-BE49-F238E27FC236}">
                  <a16:creationId xmlns:a16="http://schemas.microsoft.com/office/drawing/2014/main" id="{057F1412-1F7B-8A1A-1076-50D0B0032918}"/>
                </a:ext>
              </a:extLst>
            </p:cNvPr>
            <p:cNvSpPr/>
            <p:nvPr/>
          </p:nvSpPr>
          <p:spPr>
            <a:xfrm>
              <a:off x="2887125" y="4019475"/>
              <a:ext cx="13050" cy="11975"/>
            </a:xfrm>
            <a:custGeom>
              <a:avLst/>
              <a:gdLst/>
              <a:ahLst/>
              <a:cxnLst/>
              <a:rect l="l" t="t" r="r" b="b"/>
              <a:pathLst>
                <a:path w="522" h="479" extrusionOk="0">
                  <a:moveTo>
                    <a:pt x="455" y="0"/>
                  </a:moveTo>
                  <a:cubicBezTo>
                    <a:pt x="378" y="11"/>
                    <a:pt x="300" y="33"/>
                    <a:pt x="222" y="55"/>
                  </a:cubicBezTo>
                  <a:cubicBezTo>
                    <a:pt x="156" y="89"/>
                    <a:pt x="78" y="111"/>
                    <a:pt x="0" y="111"/>
                  </a:cubicBezTo>
                  <a:lnTo>
                    <a:pt x="11" y="122"/>
                  </a:lnTo>
                  <a:cubicBezTo>
                    <a:pt x="89" y="178"/>
                    <a:pt x="178" y="233"/>
                    <a:pt x="245" y="289"/>
                  </a:cubicBezTo>
                  <a:cubicBezTo>
                    <a:pt x="267" y="311"/>
                    <a:pt x="389" y="400"/>
                    <a:pt x="467" y="467"/>
                  </a:cubicBezTo>
                  <a:cubicBezTo>
                    <a:pt x="471" y="475"/>
                    <a:pt x="477" y="478"/>
                    <a:pt x="484" y="478"/>
                  </a:cubicBezTo>
                  <a:cubicBezTo>
                    <a:pt x="497" y="478"/>
                    <a:pt x="511" y="466"/>
                    <a:pt x="511" y="445"/>
                  </a:cubicBezTo>
                  <a:cubicBezTo>
                    <a:pt x="522" y="322"/>
                    <a:pt x="522" y="189"/>
                    <a:pt x="489" y="55"/>
                  </a:cubicBezTo>
                  <a:cubicBezTo>
                    <a:pt x="489" y="45"/>
                    <a:pt x="489" y="22"/>
                    <a:pt x="467" y="11"/>
                  </a:cubicBezTo>
                  <a:cubicBezTo>
                    <a:pt x="467" y="0"/>
                    <a:pt x="455" y="0"/>
                    <a:pt x="45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2314;p62">
              <a:extLst>
                <a:ext uri="{FF2B5EF4-FFF2-40B4-BE49-F238E27FC236}">
                  <a16:creationId xmlns:a16="http://schemas.microsoft.com/office/drawing/2014/main" id="{D3BDD743-EF76-5F60-8E05-03B4C8047650}"/>
                </a:ext>
              </a:extLst>
            </p:cNvPr>
            <p:cNvSpPr/>
            <p:nvPr/>
          </p:nvSpPr>
          <p:spPr>
            <a:xfrm>
              <a:off x="2877675" y="3991700"/>
              <a:ext cx="25025" cy="6950"/>
            </a:xfrm>
            <a:custGeom>
              <a:avLst/>
              <a:gdLst/>
              <a:ahLst/>
              <a:cxnLst/>
              <a:rect l="l" t="t" r="r" b="b"/>
              <a:pathLst>
                <a:path w="1001" h="278" extrusionOk="0">
                  <a:moveTo>
                    <a:pt x="978" y="0"/>
                  </a:moveTo>
                  <a:cubicBezTo>
                    <a:pt x="656" y="111"/>
                    <a:pt x="334" y="178"/>
                    <a:pt x="1" y="211"/>
                  </a:cubicBezTo>
                  <a:lnTo>
                    <a:pt x="1" y="278"/>
                  </a:lnTo>
                  <a:cubicBezTo>
                    <a:pt x="345" y="245"/>
                    <a:pt x="678" y="167"/>
                    <a:pt x="1000" y="55"/>
                  </a:cubicBezTo>
                  <a:lnTo>
                    <a:pt x="97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2315;p62">
              <a:extLst>
                <a:ext uri="{FF2B5EF4-FFF2-40B4-BE49-F238E27FC236}">
                  <a16:creationId xmlns:a16="http://schemas.microsoft.com/office/drawing/2014/main" id="{81E24518-0017-DC73-692E-5279C8394173}"/>
                </a:ext>
              </a:extLst>
            </p:cNvPr>
            <p:cNvSpPr/>
            <p:nvPr/>
          </p:nvSpPr>
          <p:spPr>
            <a:xfrm>
              <a:off x="2828250" y="4000575"/>
              <a:ext cx="19450" cy="4200"/>
            </a:xfrm>
            <a:custGeom>
              <a:avLst/>
              <a:gdLst/>
              <a:ahLst/>
              <a:cxnLst/>
              <a:rect l="l" t="t" r="r" b="b"/>
              <a:pathLst>
                <a:path w="778" h="168" extrusionOk="0">
                  <a:moveTo>
                    <a:pt x="756" y="1"/>
                  </a:moveTo>
                  <a:cubicBezTo>
                    <a:pt x="511" y="68"/>
                    <a:pt x="255" y="100"/>
                    <a:pt x="0" y="100"/>
                  </a:cubicBezTo>
                  <a:lnTo>
                    <a:pt x="0" y="167"/>
                  </a:lnTo>
                  <a:cubicBezTo>
                    <a:pt x="267" y="167"/>
                    <a:pt x="522" y="123"/>
                    <a:pt x="778" y="56"/>
                  </a:cubicBezTo>
                  <a:lnTo>
                    <a:pt x="7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2316;p62">
              <a:extLst>
                <a:ext uri="{FF2B5EF4-FFF2-40B4-BE49-F238E27FC236}">
                  <a16:creationId xmlns:a16="http://schemas.microsoft.com/office/drawing/2014/main" id="{78EBA68F-E166-E168-6609-0C0025867D7A}"/>
                </a:ext>
              </a:extLst>
            </p:cNvPr>
            <p:cNvSpPr/>
            <p:nvPr/>
          </p:nvSpPr>
          <p:spPr>
            <a:xfrm>
              <a:off x="2853225" y="4004150"/>
              <a:ext cx="24475" cy="18950"/>
            </a:xfrm>
            <a:custGeom>
              <a:avLst/>
              <a:gdLst/>
              <a:ahLst/>
              <a:cxnLst/>
              <a:rect l="l" t="t" r="r" b="b"/>
              <a:pathLst>
                <a:path w="979" h="758" extrusionOk="0">
                  <a:moveTo>
                    <a:pt x="788" y="1"/>
                  </a:moveTo>
                  <a:cubicBezTo>
                    <a:pt x="653" y="1"/>
                    <a:pt x="530" y="87"/>
                    <a:pt x="456" y="213"/>
                  </a:cubicBezTo>
                  <a:cubicBezTo>
                    <a:pt x="434" y="180"/>
                    <a:pt x="412" y="147"/>
                    <a:pt x="379" y="113"/>
                  </a:cubicBezTo>
                  <a:cubicBezTo>
                    <a:pt x="333" y="74"/>
                    <a:pt x="273" y="50"/>
                    <a:pt x="213" y="50"/>
                  </a:cubicBezTo>
                  <a:cubicBezTo>
                    <a:pt x="170" y="50"/>
                    <a:pt x="127" y="63"/>
                    <a:pt x="90" y="91"/>
                  </a:cubicBezTo>
                  <a:cubicBezTo>
                    <a:pt x="34" y="147"/>
                    <a:pt x="1" y="246"/>
                    <a:pt x="23" y="347"/>
                  </a:cubicBezTo>
                  <a:cubicBezTo>
                    <a:pt x="56" y="513"/>
                    <a:pt x="167" y="635"/>
                    <a:pt x="256" y="757"/>
                  </a:cubicBezTo>
                  <a:lnTo>
                    <a:pt x="334" y="691"/>
                  </a:lnTo>
                  <a:cubicBezTo>
                    <a:pt x="256" y="579"/>
                    <a:pt x="157" y="468"/>
                    <a:pt x="134" y="324"/>
                  </a:cubicBezTo>
                  <a:cubicBezTo>
                    <a:pt x="112" y="280"/>
                    <a:pt x="123" y="202"/>
                    <a:pt x="157" y="169"/>
                  </a:cubicBezTo>
                  <a:cubicBezTo>
                    <a:pt x="172" y="157"/>
                    <a:pt x="190" y="152"/>
                    <a:pt x="209" y="152"/>
                  </a:cubicBezTo>
                  <a:cubicBezTo>
                    <a:pt x="245" y="152"/>
                    <a:pt x="283" y="169"/>
                    <a:pt x="312" y="191"/>
                  </a:cubicBezTo>
                  <a:cubicBezTo>
                    <a:pt x="367" y="236"/>
                    <a:pt x="401" y="313"/>
                    <a:pt x="423" y="380"/>
                  </a:cubicBezTo>
                  <a:lnTo>
                    <a:pt x="500" y="569"/>
                  </a:lnTo>
                  <a:lnTo>
                    <a:pt x="523" y="357"/>
                  </a:lnTo>
                  <a:cubicBezTo>
                    <a:pt x="534" y="224"/>
                    <a:pt x="668" y="102"/>
                    <a:pt x="811" y="102"/>
                  </a:cubicBezTo>
                  <a:lnTo>
                    <a:pt x="834" y="102"/>
                  </a:lnTo>
                  <a:cubicBezTo>
                    <a:pt x="834" y="102"/>
                    <a:pt x="834" y="113"/>
                    <a:pt x="845" y="113"/>
                  </a:cubicBezTo>
                  <a:cubicBezTo>
                    <a:pt x="856" y="169"/>
                    <a:pt x="834" y="236"/>
                    <a:pt x="801" y="302"/>
                  </a:cubicBezTo>
                  <a:cubicBezTo>
                    <a:pt x="756" y="424"/>
                    <a:pt x="690" y="535"/>
                    <a:pt x="589" y="579"/>
                  </a:cubicBezTo>
                  <a:lnTo>
                    <a:pt x="623" y="668"/>
                  </a:lnTo>
                  <a:cubicBezTo>
                    <a:pt x="634" y="668"/>
                    <a:pt x="645" y="668"/>
                    <a:pt x="656" y="658"/>
                  </a:cubicBezTo>
                  <a:cubicBezTo>
                    <a:pt x="779" y="602"/>
                    <a:pt x="845" y="468"/>
                    <a:pt x="900" y="347"/>
                  </a:cubicBezTo>
                  <a:cubicBezTo>
                    <a:pt x="934" y="280"/>
                    <a:pt x="979" y="180"/>
                    <a:pt x="934" y="80"/>
                  </a:cubicBezTo>
                  <a:cubicBezTo>
                    <a:pt x="923" y="46"/>
                    <a:pt x="912" y="24"/>
                    <a:pt x="878" y="13"/>
                  </a:cubicBezTo>
                  <a:cubicBezTo>
                    <a:pt x="856" y="2"/>
                    <a:pt x="834" y="2"/>
                    <a:pt x="811" y="2"/>
                  </a:cubicBezTo>
                  <a:cubicBezTo>
                    <a:pt x="804" y="1"/>
                    <a:pt x="796" y="1"/>
                    <a:pt x="78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2317;p62">
              <a:extLst>
                <a:ext uri="{FF2B5EF4-FFF2-40B4-BE49-F238E27FC236}">
                  <a16:creationId xmlns:a16="http://schemas.microsoft.com/office/drawing/2014/main" id="{F6D823C1-995E-FC29-59B7-3316112F82E7}"/>
                </a:ext>
              </a:extLst>
            </p:cNvPr>
            <p:cNvSpPr/>
            <p:nvPr/>
          </p:nvSpPr>
          <p:spPr>
            <a:xfrm>
              <a:off x="2859350" y="4018350"/>
              <a:ext cx="39725" cy="22525"/>
            </a:xfrm>
            <a:custGeom>
              <a:avLst/>
              <a:gdLst/>
              <a:ahLst/>
              <a:cxnLst/>
              <a:rect l="l" t="t" r="r" b="b"/>
              <a:pathLst>
                <a:path w="1589" h="901" extrusionOk="0">
                  <a:moveTo>
                    <a:pt x="1578" y="1"/>
                  </a:moveTo>
                  <a:cubicBezTo>
                    <a:pt x="1411" y="23"/>
                    <a:pt x="1255" y="56"/>
                    <a:pt x="1100" y="112"/>
                  </a:cubicBezTo>
                  <a:cubicBezTo>
                    <a:pt x="678" y="245"/>
                    <a:pt x="289" y="512"/>
                    <a:pt x="0" y="867"/>
                  </a:cubicBezTo>
                  <a:cubicBezTo>
                    <a:pt x="11" y="878"/>
                    <a:pt x="33" y="890"/>
                    <a:pt x="45" y="900"/>
                  </a:cubicBezTo>
                  <a:cubicBezTo>
                    <a:pt x="433" y="434"/>
                    <a:pt x="989" y="134"/>
                    <a:pt x="1589" y="67"/>
                  </a:cubicBezTo>
                  <a:cubicBezTo>
                    <a:pt x="1578" y="45"/>
                    <a:pt x="1578" y="23"/>
                    <a:pt x="157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5661167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14">
          <a:extLst>
            <a:ext uri="{FF2B5EF4-FFF2-40B4-BE49-F238E27FC236}">
              <a16:creationId xmlns:a16="http://schemas.microsoft.com/office/drawing/2014/main" id="{BB934723-B62D-683E-76AA-D75A8F446F14}"/>
            </a:ext>
          </a:extLst>
        </p:cNvPr>
        <p:cNvGrpSpPr/>
        <p:nvPr/>
      </p:nvGrpSpPr>
      <p:grpSpPr>
        <a:xfrm>
          <a:off x="0" y="0"/>
          <a:ext cx="0" cy="0"/>
          <a:chOff x="0" y="0"/>
          <a:chExt cx="0" cy="0"/>
        </a:xfrm>
      </p:grpSpPr>
      <p:sp>
        <p:nvSpPr>
          <p:cNvPr id="1915" name="Google Shape;1915;p61">
            <a:extLst>
              <a:ext uri="{FF2B5EF4-FFF2-40B4-BE49-F238E27FC236}">
                <a16:creationId xmlns:a16="http://schemas.microsoft.com/office/drawing/2014/main" id="{E5469639-4940-1576-81B3-46C2F2BB940B}"/>
              </a:ext>
            </a:extLst>
          </p:cNvPr>
          <p:cNvSpPr/>
          <p:nvPr/>
        </p:nvSpPr>
        <p:spPr>
          <a:xfrm>
            <a:off x="4167115" y="2566687"/>
            <a:ext cx="4068679" cy="4579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916" name="Google Shape;1916;p61">
            <a:extLst>
              <a:ext uri="{FF2B5EF4-FFF2-40B4-BE49-F238E27FC236}">
                <a16:creationId xmlns:a16="http://schemas.microsoft.com/office/drawing/2014/main" id="{E5B6B808-6B29-6081-1C1B-D309BAAAF828}"/>
              </a:ext>
            </a:extLst>
          </p:cNvPr>
          <p:cNvSpPr txBox="1">
            <a:spLocks noGrp="1"/>
          </p:cNvSpPr>
          <p:nvPr>
            <p:ph type="ctrTitle"/>
          </p:nvPr>
        </p:nvSpPr>
        <p:spPr>
          <a:xfrm>
            <a:off x="4167114" y="1585487"/>
            <a:ext cx="4068679" cy="789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Thanks!</a:t>
            </a:r>
            <a:endParaRPr dirty="0"/>
          </a:p>
        </p:txBody>
      </p:sp>
      <p:sp>
        <p:nvSpPr>
          <p:cNvPr id="1917" name="Google Shape;1917;p61">
            <a:extLst>
              <a:ext uri="{FF2B5EF4-FFF2-40B4-BE49-F238E27FC236}">
                <a16:creationId xmlns:a16="http://schemas.microsoft.com/office/drawing/2014/main" id="{B8C769AB-2790-1522-DCC3-4254CCAD920F}"/>
              </a:ext>
            </a:extLst>
          </p:cNvPr>
          <p:cNvSpPr txBox="1">
            <a:spLocks noGrp="1"/>
          </p:cNvSpPr>
          <p:nvPr>
            <p:ph type="subTitle" idx="1"/>
          </p:nvPr>
        </p:nvSpPr>
        <p:spPr>
          <a:xfrm>
            <a:off x="3873390" y="2678362"/>
            <a:ext cx="4265100" cy="234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Do you have any questions?</a:t>
            </a:r>
            <a:endParaRPr/>
          </a:p>
        </p:txBody>
      </p:sp>
      <p:grpSp>
        <p:nvGrpSpPr>
          <p:cNvPr id="1936" name="Google Shape;1936;p61">
            <a:extLst>
              <a:ext uri="{FF2B5EF4-FFF2-40B4-BE49-F238E27FC236}">
                <a16:creationId xmlns:a16="http://schemas.microsoft.com/office/drawing/2014/main" id="{68B742FB-75C5-DF88-D496-BC84A71A6BB8}"/>
              </a:ext>
            </a:extLst>
          </p:cNvPr>
          <p:cNvGrpSpPr/>
          <p:nvPr/>
        </p:nvGrpSpPr>
        <p:grpSpPr>
          <a:xfrm>
            <a:off x="434090" y="1645244"/>
            <a:ext cx="3587230" cy="3115591"/>
            <a:chOff x="1340750" y="3084050"/>
            <a:chExt cx="994850" cy="864050"/>
          </a:xfrm>
        </p:grpSpPr>
        <p:sp>
          <p:nvSpPr>
            <p:cNvPr id="1937" name="Google Shape;1937;p61">
              <a:extLst>
                <a:ext uri="{FF2B5EF4-FFF2-40B4-BE49-F238E27FC236}">
                  <a16:creationId xmlns:a16="http://schemas.microsoft.com/office/drawing/2014/main" id="{5E19822C-85A5-DC8C-A1DA-C3CCAB56850F}"/>
                </a:ext>
              </a:extLst>
            </p:cNvPr>
            <p:cNvSpPr/>
            <p:nvPr/>
          </p:nvSpPr>
          <p:spPr>
            <a:xfrm>
              <a:off x="1487125" y="3677700"/>
              <a:ext cx="848475" cy="270400"/>
            </a:xfrm>
            <a:custGeom>
              <a:avLst/>
              <a:gdLst/>
              <a:ahLst/>
              <a:cxnLst/>
              <a:rect l="l" t="t" r="r" b="b"/>
              <a:pathLst>
                <a:path w="33939" h="10816" extrusionOk="0">
                  <a:moveTo>
                    <a:pt x="28874" y="0"/>
                  </a:moveTo>
                  <a:cubicBezTo>
                    <a:pt x="28493" y="0"/>
                    <a:pt x="28098" y="48"/>
                    <a:pt x="27739" y="85"/>
                  </a:cubicBezTo>
                  <a:lnTo>
                    <a:pt x="0" y="85"/>
                  </a:lnTo>
                  <a:lnTo>
                    <a:pt x="0" y="10816"/>
                  </a:lnTo>
                  <a:lnTo>
                    <a:pt x="30428" y="10816"/>
                  </a:lnTo>
                  <a:lnTo>
                    <a:pt x="30428" y="10505"/>
                  </a:lnTo>
                  <a:cubicBezTo>
                    <a:pt x="31216" y="10272"/>
                    <a:pt x="31961" y="9850"/>
                    <a:pt x="32627" y="9238"/>
                  </a:cubicBezTo>
                  <a:cubicBezTo>
                    <a:pt x="32705" y="9161"/>
                    <a:pt x="32793" y="9072"/>
                    <a:pt x="32805" y="8961"/>
                  </a:cubicBezTo>
                  <a:cubicBezTo>
                    <a:pt x="32826" y="8858"/>
                    <a:pt x="32751" y="8736"/>
                    <a:pt x="32652" y="8736"/>
                  </a:cubicBezTo>
                  <a:cubicBezTo>
                    <a:pt x="32644" y="8736"/>
                    <a:pt x="32636" y="8737"/>
                    <a:pt x="32627" y="8739"/>
                  </a:cubicBezTo>
                  <a:cubicBezTo>
                    <a:pt x="33260" y="8161"/>
                    <a:pt x="33682" y="7350"/>
                    <a:pt x="33783" y="6506"/>
                  </a:cubicBezTo>
                  <a:cubicBezTo>
                    <a:pt x="33793" y="6417"/>
                    <a:pt x="33793" y="6328"/>
                    <a:pt x="33749" y="6251"/>
                  </a:cubicBezTo>
                  <a:cubicBezTo>
                    <a:pt x="33725" y="6194"/>
                    <a:pt x="33665" y="6155"/>
                    <a:pt x="33605" y="6155"/>
                  </a:cubicBezTo>
                  <a:cubicBezTo>
                    <a:pt x="33582" y="6155"/>
                    <a:pt x="33559" y="6160"/>
                    <a:pt x="33538" y="6172"/>
                  </a:cubicBezTo>
                  <a:cubicBezTo>
                    <a:pt x="33738" y="5950"/>
                    <a:pt x="33838" y="5673"/>
                    <a:pt x="33882" y="5384"/>
                  </a:cubicBezTo>
                  <a:cubicBezTo>
                    <a:pt x="33938" y="5039"/>
                    <a:pt x="33916" y="4662"/>
                    <a:pt x="33860" y="4306"/>
                  </a:cubicBezTo>
                  <a:cubicBezTo>
                    <a:pt x="33738" y="3562"/>
                    <a:pt x="33527" y="2829"/>
                    <a:pt x="33316" y="2107"/>
                  </a:cubicBezTo>
                  <a:cubicBezTo>
                    <a:pt x="33272" y="1963"/>
                    <a:pt x="33216" y="1807"/>
                    <a:pt x="33094" y="1729"/>
                  </a:cubicBezTo>
                  <a:cubicBezTo>
                    <a:pt x="33065" y="1714"/>
                    <a:pt x="33032" y="1708"/>
                    <a:pt x="32998" y="1708"/>
                  </a:cubicBezTo>
                  <a:cubicBezTo>
                    <a:pt x="32877" y="1708"/>
                    <a:pt x="32748" y="1794"/>
                    <a:pt x="32783" y="1907"/>
                  </a:cubicBezTo>
                  <a:cubicBezTo>
                    <a:pt x="32361" y="1418"/>
                    <a:pt x="31916" y="918"/>
                    <a:pt x="31316" y="707"/>
                  </a:cubicBezTo>
                  <a:cubicBezTo>
                    <a:pt x="31016" y="607"/>
                    <a:pt x="30705" y="551"/>
                    <a:pt x="30428" y="418"/>
                  </a:cubicBezTo>
                  <a:lnTo>
                    <a:pt x="30428" y="85"/>
                  </a:lnTo>
                  <a:lnTo>
                    <a:pt x="29628" y="85"/>
                  </a:lnTo>
                  <a:cubicBezTo>
                    <a:pt x="29561" y="62"/>
                    <a:pt x="29483" y="52"/>
                    <a:pt x="29416" y="40"/>
                  </a:cubicBezTo>
                  <a:cubicBezTo>
                    <a:pt x="29242" y="11"/>
                    <a:pt x="29060" y="0"/>
                    <a:pt x="2887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61">
              <a:extLst>
                <a:ext uri="{FF2B5EF4-FFF2-40B4-BE49-F238E27FC236}">
                  <a16:creationId xmlns:a16="http://schemas.microsoft.com/office/drawing/2014/main" id="{74ABECA6-8090-C43B-48BC-A7F8044CF00F}"/>
                </a:ext>
              </a:extLst>
            </p:cNvPr>
            <p:cNvSpPr/>
            <p:nvPr/>
          </p:nvSpPr>
          <p:spPr>
            <a:xfrm>
              <a:off x="1487125" y="3533450"/>
              <a:ext cx="837350" cy="251225"/>
            </a:xfrm>
            <a:custGeom>
              <a:avLst/>
              <a:gdLst/>
              <a:ahLst/>
              <a:cxnLst/>
              <a:rect l="l" t="t" r="r" b="b"/>
              <a:pathLst>
                <a:path w="33494" h="10049" extrusionOk="0">
                  <a:moveTo>
                    <a:pt x="27084" y="1"/>
                  </a:moveTo>
                  <a:cubicBezTo>
                    <a:pt x="26484" y="789"/>
                    <a:pt x="26062" y="1700"/>
                    <a:pt x="25851" y="2667"/>
                  </a:cubicBezTo>
                  <a:cubicBezTo>
                    <a:pt x="25806" y="2878"/>
                    <a:pt x="25762" y="3100"/>
                    <a:pt x="25607" y="3233"/>
                  </a:cubicBezTo>
                  <a:cubicBezTo>
                    <a:pt x="25506" y="3322"/>
                    <a:pt x="25384" y="3366"/>
                    <a:pt x="25262" y="3411"/>
                  </a:cubicBezTo>
                  <a:cubicBezTo>
                    <a:pt x="25195" y="3445"/>
                    <a:pt x="25128" y="3467"/>
                    <a:pt x="25051" y="3500"/>
                  </a:cubicBezTo>
                  <a:cubicBezTo>
                    <a:pt x="24829" y="3689"/>
                    <a:pt x="24585" y="3855"/>
                    <a:pt x="24395" y="4067"/>
                  </a:cubicBezTo>
                  <a:cubicBezTo>
                    <a:pt x="24051" y="4444"/>
                    <a:pt x="23551" y="5277"/>
                    <a:pt x="22963" y="5433"/>
                  </a:cubicBezTo>
                  <a:cubicBezTo>
                    <a:pt x="22232" y="5810"/>
                    <a:pt x="21490" y="5862"/>
                    <a:pt x="20716" y="5862"/>
                  </a:cubicBezTo>
                  <a:cubicBezTo>
                    <a:pt x="20419" y="5862"/>
                    <a:pt x="20116" y="5855"/>
                    <a:pt x="19808" y="5855"/>
                  </a:cubicBezTo>
                  <a:lnTo>
                    <a:pt x="0" y="5855"/>
                  </a:lnTo>
                  <a:lnTo>
                    <a:pt x="0" y="9921"/>
                  </a:lnTo>
                  <a:cubicBezTo>
                    <a:pt x="467" y="9943"/>
                    <a:pt x="945" y="9932"/>
                    <a:pt x="1400" y="9943"/>
                  </a:cubicBezTo>
                  <a:cubicBezTo>
                    <a:pt x="2289" y="9977"/>
                    <a:pt x="3189" y="9987"/>
                    <a:pt x="4078" y="9987"/>
                  </a:cubicBezTo>
                  <a:cubicBezTo>
                    <a:pt x="4811" y="9993"/>
                    <a:pt x="5544" y="9996"/>
                    <a:pt x="6277" y="9996"/>
                  </a:cubicBezTo>
                  <a:cubicBezTo>
                    <a:pt x="7010" y="9996"/>
                    <a:pt x="7744" y="9993"/>
                    <a:pt x="8477" y="9987"/>
                  </a:cubicBezTo>
                  <a:cubicBezTo>
                    <a:pt x="10143" y="9987"/>
                    <a:pt x="11820" y="9987"/>
                    <a:pt x="13486" y="9999"/>
                  </a:cubicBezTo>
                  <a:cubicBezTo>
                    <a:pt x="15031" y="10009"/>
                    <a:pt x="16575" y="9999"/>
                    <a:pt x="18119" y="10021"/>
                  </a:cubicBezTo>
                  <a:cubicBezTo>
                    <a:pt x="18761" y="10026"/>
                    <a:pt x="19406" y="10049"/>
                    <a:pt x="20049" y="10049"/>
                  </a:cubicBezTo>
                  <a:cubicBezTo>
                    <a:pt x="20764" y="10049"/>
                    <a:pt x="21477" y="10021"/>
                    <a:pt x="22185" y="9910"/>
                  </a:cubicBezTo>
                  <a:cubicBezTo>
                    <a:pt x="21840" y="9743"/>
                    <a:pt x="21496" y="9587"/>
                    <a:pt x="21196" y="9332"/>
                  </a:cubicBezTo>
                  <a:cubicBezTo>
                    <a:pt x="21151" y="9298"/>
                    <a:pt x="21174" y="9243"/>
                    <a:pt x="21207" y="9221"/>
                  </a:cubicBezTo>
                  <a:cubicBezTo>
                    <a:pt x="21696" y="9021"/>
                    <a:pt x="22218" y="8987"/>
                    <a:pt x="22740" y="8977"/>
                  </a:cubicBezTo>
                  <a:cubicBezTo>
                    <a:pt x="23351" y="8965"/>
                    <a:pt x="23962" y="8932"/>
                    <a:pt x="24573" y="8910"/>
                  </a:cubicBezTo>
                  <a:cubicBezTo>
                    <a:pt x="25950" y="8843"/>
                    <a:pt x="27340" y="8787"/>
                    <a:pt x="28728" y="8732"/>
                  </a:cubicBezTo>
                  <a:cubicBezTo>
                    <a:pt x="30317" y="8676"/>
                    <a:pt x="31905" y="8577"/>
                    <a:pt x="33494" y="8510"/>
                  </a:cubicBezTo>
                  <a:cubicBezTo>
                    <a:pt x="33438" y="8299"/>
                    <a:pt x="33371" y="8088"/>
                    <a:pt x="33316" y="7877"/>
                  </a:cubicBezTo>
                  <a:cubicBezTo>
                    <a:pt x="33272" y="7733"/>
                    <a:pt x="33216" y="7577"/>
                    <a:pt x="33094" y="7499"/>
                  </a:cubicBezTo>
                  <a:cubicBezTo>
                    <a:pt x="33065" y="7484"/>
                    <a:pt x="33032" y="7478"/>
                    <a:pt x="32998" y="7478"/>
                  </a:cubicBezTo>
                  <a:cubicBezTo>
                    <a:pt x="32877" y="7478"/>
                    <a:pt x="32748" y="7564"/>
                    <a:pt x="32783" y="7677"/>
                  </a:cubicBezTo>
                  <a:cubicBezTo>
                    <a:pt x="32361" y="7188"/>
                    <a:pt x="31916" y="6688"/>
                    <a:pt x="31316" y="6477"/>
                  </a:cubicBezTo>
                  <a:cubicBezTo>
                    <a:pt x="31016" y="6377"/>
                    <a:pt x="30705" y="6321"/>
                    <a:pt x="30428" y="6188"/>
                  </a:cubicBezTo>
                  <a:lnTo>
                    <a:pt x="30428" y="5855"/>
                  </a:lnTo>
                  <a:lnTo>
                    <a:pt x="29628" y="5855"/>
                  </a:lnTo>
                  <a:cubicBezTo>
                    <a:pt x="29561" y="5832"/>
                    <a:pt x="29483" y="5822"/>
                    <a:pt x="29416" y="5810"/>
                  </a:cubicBezTo>
                  <a:cubicBezTo>
                    <a:pt x="29208" y="5775"/>
                    <a:pt x="28998" y="5762"/>
                    <a:pt x="28786" y="5762"/>
                  </a:cubicBezTo>
                  <a:cubicBezTo>
                    <a:pt x="28197" y="5762"/>
                    <a:pt x="27601" y="5866"/>
                    <a:pt x="27028" y="5899"/>
                  </a:cubicBezTo>
                  <a:cubicBezTo>
                    <a:pt x="26830" y="5913"/>
                    <a:pt x="26631" y="5919"/>
                    <a:pt x="26434" y="5919"/>
                  </a:cubicBezTo>
                  <a:cubicBezTo>
                    <a:pt x="25803" y="5919"/>
                    <a:pt x="25179" y="5854"/>
                    <a:pt x="24562" y="5744"/>
                  </a:cubicBezTo>
                  <a:cubicBezTo>
                    <a:pt x="24506" y="5744"/>
                    <a:pt x="24451" y="5733"/>
                    <a:pt x="24407" y="5711"/>
                  </a:cubicBezTo>
                  <a:cubicBezTo>
                    <a:pt x="24362" y="5699"/>
                    <a:pt x="24318" y="5677"/>
                    <a:pt x="24296" y="5644"/>
                  </a:cubicBezTo>
                  <a:cubicBezTo>
                    <a:pt x="24251" y="5610"/>
                    <a:pt x="24240" y="5566"/>
                    <a:pt x="24240" y="5521"/>
                  </a:cubicBezTo>
                  <a:cubicBezTo>
                    <a:pt x="24229" y="5466"/>
                    <a:pt x="24229" y="5410"/>
                    <a:pt x="24251" y="5344"/>
                  </a:cubicBezTo>
                  <a:cubicBezTo>
                    <a:pt x="24451" y="4744"/>
                    <a:pt x="25017" y="4411"/>
                    <a:pt x="25506" y="4077"/>
                  </a:cubicBezTo>
                  <a:cubicBezTo>
                    <a:pt x="26062" y="3711"/>
                    <a:pt x="26528" y="3245"/>
                    <a:pt x="27106" y="2922"/>
                  </a:cubicBezTo>
                  <a:cubicBezTo>
                    <a:pt x="27851" y="2500"/>
                    <a:pt x="28606" y="2033"/>
                    <a:pt x="29095" y="1356"/>
                  </a:cubicBezTo>
                  <a:cubicBezTo>
                    <a:pt x="29083" y="1300"/>
                    <a:pt x="29072" y="1233"/>
                    <a:pt x="29061" y="1178"/>
                  </a:cubicBezTo>
                  <a:cubicBezTo>
                    <a:pt x="28728" y="1356"/>
                    <a:pt x="28372" y="1512"/>
                    <a:pt x="28050" y="1700"/>
                  </a:cubicBezTo>
                  <a:cubicBezTo>
                    <a:pt x="27673" y="1922"/>
                    <a:pt x="27239" y="2378"/>
                    <a:pt x="26773" y="2500"/>
                  </a:cubicBezTo>
                  <a:cubicBezTo>
                    <a:pt x="26728" y="2538"/>
                    <a:pt x="26668" y="2570"/>
                    <a:pt x="26616" y="2570"/>
                  </a:cubicBezTo>
                  <a:cubicBezTo>
                    <a:pt x="26591" y="2570"/>
                    <a:pt x="26569" y="2563"/>
                    <a:pt x="26550" y="2544"/>
                  </a:cubicBezTo>
                  <a:lnTo>
                    <a:pt x="26540" y="2534"/>
                  </a:lnTo>
                  <a:cubicBezTo>
                    <a:pt x="26495" y="2534"/>
                    <a:pt x="26461" y="2522"/>
                    <a:pt x="26417" y="2522"/>
                  </a:cubicBezTo>
                  <a:cubicBezTo>
                    <a:pt x="26362" y="2511"/>
                    <a:pt x="26306" y="2445"/>
                    <a:pt x="26328" y="2389"/>
                  </a:cubicBezTo>
                  <a:cubicBezTo>
                    <a:pt x="26473" y="1734"/>
                    <a:pt x="26717" y="1089"/>
                    <a:pt x="27084" y="534"/>
                  </a:cubicBezTo>
                  <a:cubicBezTo>
                    <a:pt x="27117" y="478"/>
                    <a:pt x="27140" y="423"/>
                    <a:pt x="27172" y="367"/>
                  </a:cubicBezTo>
                  <a:cubicBezTo>
                    <a:pt x="27162" y="234"/>
                    <a:pt x="27140" y="112"/>
                    <a:pt x="27084" y="1"/>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61">
              <a:extLst>
                <a:ext uri="{FF2B5EF4-FFF2-40B4-BE49-F238E27FC236}">
                  <a16:creationId xmlns:a16="http://schemas.microsoft.com/office/drawing/2014/main" id="{D09BB1C3-432F-52C0-4EF0-7050704D50C6}"/>
                </a:ext>
              </a:extLst>
            </p:cNvPr>
            <p:cNvSpPr/>
            <p:nvPr/>
          </p:nvSpPr>
          <p:spPr>
            <a:xfrm>
              <a:off x="1483525" y="3831450"/>
              <a:ext cx="848450" cy="116650"/>
            </a:xfrm>
            <a:custGeom>
              <a:avLst/>
              <a:gdLst/>
              <a:ahLst/>
              <a:cxnLst/>
              <a:rect l="l" t="t" r="r" b="b"/>
              <a:pathLst>
                <a:path w="33938" h="4666" extrusionOk="0">
                  <a:moveTo>
                    <a:pt x="33693" y="0"/>
                  </a:moveTo>
                  <a:cubicBezTo>
                    <a:pt x="33549" y="22"/>
                    <a:pt x="33404" y="56"/>
                    <a:pt x="33249" y="78"/>
                  </a:cubicBezTo>
                  <a:cubicBezTo>
                    <a:pt x="31138" y="78"/>
                    <a:pt x="29005" y="434"/>
                    <a:pt x="26884" y="478"/>
                  </a:cubicBezTo>
                  <a:cubicBezTo>
                    <a:pt x="26406" y="489"/>
                    <a:pt x="25761" y="678"/>
                    <a:pt x="25817" y="1145"/>
                  </a:cubicBezTo>
                  <a:cubicBezTo>
                    <a:pt x="26439" y="1355"/>
                    <a:pt x="27017" y="1689"/>
                    <a:pt x="27516" y="2111"/>
                  </a:cubicBezTo>
                  <a:cubicBezTo>
                    <a:pt x="24605" y="2305"/>
                    <a:pt x="21686" y="2401"/>
                    <a:pt x="18764" y="2401"/>
                  </a:cubicBezTo>
                  <a:cubicBezTo>
                    <a:pt x="16680" y="2401"/>
                    <a:pt x="14594" y="2353"/>
                    <a:pt x="12509" y="2256"/>
                  </a:cubicBezTo>
                  <a:cubicBezTo>
                    <a:pt x="12509" y="1611"/>
                    <a:pt x="13020" y="989"/>
                    <a:pt x="13664" y="867"/>
                  </a:cubicBezTo>
                  <a:cubicBezTo>
                    <a:pt x="9954" y="867"/>
                    <a:pt x="6243" y="856"/>
                    <a:pt x="2522" y="844"/>
                  </a:cubicBezTo>
                  <a:cubicBezTo>
                    <a:pt x="2219" y="844"/>
                    <a:pt x="1653" y="772"/>
                    <a:pt x="1142" y="772"/>
                  </a:cubicBezTo>
                  <a:cubicBezTo>
                    <a:pt x="697" y="772"/>
                    <a:pt x="294" y="827"/>
                    <a:pt x="144" y="1034"/>
                  </a:cubicBezTo>
                  <a:cubicBezTo>
                    <a:pt x="0" y="1244"/>
                    <a:pt x="144" y="2078"/>
                    <a:pt x="144" y="2333"/>
                  </a:cubicBezTo>
                  <a:lnTo>
                    <a:pt x="144" y="4666"/>
                  </a:lnTo>
                  <a:lnTo>
                    <a:pt x="30572" y="4666"/>
                  </a:lnTo>
                  <a:lnTo>
                    <a:pt x="30572" y="4355"/>
                  </a:lnTo>
                  <a:cubicBezTo>
                    <a:pt x="31360" y="4122"/>
                    <a:pt x="32105" y="3700"/>
                    <a:pt x="32771" y="3088"/>
                  </a:cubicBezTo>
                  <a:cubicBezTo>
                    <a:pt x="32849" y="3011"/>
                    <a:pt x="32937" y="2922"/>
                    <a:pt x="32949" y="2811"/>
                  </a:cubicBezTo>
                  <a:cubicBezTo>
                    <a:pt x="32970" y="2708"/>
                    <a:pt x="32895" y="2586"/>
                    <a:pt x="32796" y="2586"/>
                  </a:cubicBezTo>
                  <a:cubicBezTo>
                    <a:pt x="32788" y="2586"/>
                    <a:pt x="32780" y="2587"/>
                    <a:pt x="32771" y="2589"/>
                  </a:cubicBezTo>
                  <a:cubicBezTo>
                    <a:pt x="33404" y="2011"/>
                    <a:pt x="33826" y="1200"/>
                    <a:pt x="33927" y="356"/>
                  </a:cubicBezTo>
                  <a:cubicBezTo>
                    <a:pt x="33937" y="267"/>
                    <a:pt x="33937" y="178"/>
                    <a:pt x="33893" y="101"/>
                  </a:cubicBezTo>
                  <a:cubicBezTo>
                    <a:pt x="33869" y="44"/>
                    <a:pt x="33809" y="5"/>
                    <a:pt x="33749" y="5"/>
                  </a:cubicBezTo>
                  <a:cubicBezTo>
                    <a:pt x="33729" y="5"/>
                    <a:pt x="33709" y="9"/>
                    <a:pt x="33691" y="18"/>
                  </a:cubicBezTo>
                  <a:lnTo>
                    <a:pt x="33691" y="18"/>
                  </a:lnTo>
                  <a:cubicBezTo>
                    <a:pt x="33693" y="14"/>
                    <a:pt x="33693" y="7"/>
                    <a:pt x="33693"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61">
              <a:extLst>
                <a:ext uri="{FF2B5EF4-FFF2-40B4-BE49-F238E27FC236}">
                  <a16:creationId xmlns:a16="http://schemas.microsoft.com/office/drawing/2014/main" id="{EBD8968E-6D37-D17B-CA59-A25440BAC00E}"/>
                </a:ext>
              </a:extLst>
            </p:cNvPr>
            <p:cNvSpPr/>
            <p:nvPr/>
          </p:nvSpPr>
          <p:spPr>
            <a:xfrm>
              <a:off x="1340750" y="3677550"/>
              <a:ext cx="267475" cy="268825"/>
            </a:xfrm>
            <a:custGeom>
              <a:avLst/>
              <a:gdLst/>
              <a:ahLst/>
              <a:cxnLst/>
              <a:rect l="l" t="t" r="r" b="b"/>
              <a:pathLst>
                <a:path w="10699" h="10753" extrusionOk="0">
                  <a:moveTo>
                    <a:pt x="5658" y="0"/>
                  </a:moveTo>
                  <a:cubicBezTo>
                    <a:pt x="5221" y="0"/>
                    <a:pt x="4760" y="62"/>
                    <a:pt x="4356" y="102"/>
                  </a:cubicBezTo>
                  <a:cubicBezTo>
                    <a:pt x="4023" y="135"/>
                    <a:pt x="3678" y="180"/>
                    <a:pt x="3356" y="313"/>
                  </a:cubicBezTo>
                  <a:cubicBezTo>
                    <a:pt x="3023" y="446"/>
                    <a:pt x="2734" y="658"/>
                    <a:pt x="2456" y="891"/>
                  </a:cubicBezTo>
                  <a:cubicBezTo>
                    <a:pt x="1767" y="1446"/>
                    <a:pt x="1167" y="2113"/>
                    <a:pt x="712" y="2868"/>
                  </a:cubicBezTo>
                  <a:cubicBezTo>
                    <a:pt x="190" y="3746"/>
                    <a:pt x="0" y="4679"/>
                    <a:pt x="12" y="5701"/>
                  </a:cubicBezTo>
                  <a:cubicBezTo>
                    <a:pt x="12" y="6368"/>
                    <a:pt x="157" y="7045"/>
                    <a:pt x="512" y="7600"/>
                  </a:cubicBezTo>
                  <a:cubicBezTo>
                    <a:pt x="401" y="7467"/>
                    <a:pt x="246" y="7378"/>
                    <a:pt x="79" y="7356"/>
                  </a:cubicBezTo>
                  <a:lnTo>
                    <a:pt x="79" y="7356"/>
                  </a:lnTo>
                  <a:cubicBezTo>
                    <a:pt x="68" y="7511"/>
                    <a:pt x="135" y="7656"/>
                    <a:pt x="201" y="7800"/>
                  </a:cubicBezTo>
                  <a:cubicBezTo>
                    <a:pt x="701" y="8800"/>
                    <a:pt x="1601" y="9578"/>
                    <a:pt x="2623" y="10066"/>
                  </a:cubicBezTo>
                  <a:cubicBezTo>
                    <a:pt x="3563" y="10514"/>
                    <a:pt x="4557" y="10753"/>
                    <a:pt x="5535" y="10753"/>
                  </a:cubicBezTo>
                  <a:cubicBezTo>
                    <a:pt x="6913" y="10753"/>
                    <a:pt x="8259" y="10278"/>
                    <a:pt x="9377" y="9244"/>
                  </a:cubicBezTo>
                  <a:cubicBezTo>
                    <a:pt x="9466" y="9167"/>
                    <a:pt x="9543" y="9078"/>
                    <a:pt x="9566" y="8967"/>
                  </a:cubicBezTo>
                  <a:cubicBezTo>
                    <a:pt x="9576" y="8864"/>
                    <a:pt x="9501" y="8742"/>
                    <a:pt x="9402" y="8742"/>
                  </a:cubicBezTo>
                  <a:cubicBezTo>
                    <a:pt x="9394" y="8742"/>
                    <a:pt x="9385" y="8743"/>
                    <a:pt x="9377" y="8745"/>
                  </a:cubicBezTo>
                  <a:cubicBezTo>
                    <a:pt x="10021" y="8178"/>
                    <a:pt x="10432" y="7367"/>
                    <a:pt x="10533" y="6512"/>
                  </a:cubicBezTo>
                  <a:cubicBezTo>
                    <a:pt x="10543" y="6423"/>
                    <a:pt x="10555" y="6334"/>
                    <a:pt x="10510" y="6257"/>
                  </a:cubicBezTo>
                  <a:cubicBezTo>
                    <a:pt x="10478" y="6200"/>
                    <a:pt x="10416" y="6161"/>
                    <a:pt x="10359" y="6161"/>
                  </a:cubicBezTo>
                  <a:cubicBezTo>
                    <a:pt x="10338" y="6161"/>
                    <a:pt x="10317" y="6166"/>
                    <a:pt x="10299" y="6178"/>
                  </a:cubicBezTo>
                  <a:cubicBezTo>
                    <a:pt x="10488" y="5956"/>
                    <a:pt x="10588" y="5679"/>
                    <a:pt x="10644" y="5390"/>
                  </a:cubicBezTo>
                  <a:cubicBezTo>
                    <a:pt x="10699" y="5045"/>
                    <a:pt x="10666" y="4668"/>
                    <a:pt x="10610" y="4312"/>
                  </a:cubicBezTo>
                  <a:cubicBezTo>
                    <a:pt x="10499" y="3568"/>
                    <a:pt x="10288" y="2835"/>
                    <a:pt x="10066" y="2113"/>
                  </a:cubicBezTo>
                  <a:cubicBezTo>
                    <a:pt x="10021" y="1969"/>
                    <a:pt x="9977" y="1813"/>
                    <a:pt x="9844" y="1735"/>
                  </a:cubicBezTo>
                  <a:cubicBezTo>
                    <a:pt x="9812" y="1716"/>
                    <a:pt x="9775" y="1708"/>
                    <a:pt x="9739" y="1708"/>
                  </a:cubicBezTo>
                  <a:cubicBezTo>
                    <a:pt x="9623" y="1708"/>
                    <a:pt x="9507" y="1792"/>
                    <a:pt x="9533" y="1902"/>
                  </a:cubicBezTo>
                  <a:cubicBezTo>
                    <a:pt x="9121" y="1424"/>
                    <a:pt x="8677" y="913"/>
                    <a:pt x="8066" y="713"/>
                  </a:cubicBezTo>
                  <a:cubicBezTo>
                    <a:pt x="7755" y="602"/>
                    <a:pt x="7433" y="557"/>
                    <a:pt x="7133" y="402"/>
                  </a:cubicBezTo>
                  <a:cubicBezTo>
                    <a:pt x="6822" y="246"/>
                    <a:pt x="6522" y="102"/>
                    <a:pt x="6166" y="36"/>
                  </a:cubicBezTo>
                  <a:cubicBezTo>
                    <a:pt x="6004" y="10"/>
                    <a:pt x="5833" y="0"/>
                    <a:pt x="5658"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61">
              <a:extLst>
                <a:ext uri="{FF2B5EF4-FFF2-40B4-BE49-F238E27FC236}">
                  <a16:creationId xmlns:a16="http://schemas.microsoft.com/office/drawing/2014/main" id="{8E87C0A7-D50B-5BA0-9E1D-2AB4626FE803}"/>
                </a:ext>
              </a:extLst>
            </p:cNvPr>
            <p:cNvSpPr/>
            <p:nvPr/>
          </p:nvSpPr>
          <p:spPr>
            <a:xfrm>
              <a:off x="1355475" y="3755075"/>
              <a:ext cx="193875" cy="175250"/>
            </a:xfrm>
            <a:custGeom>
              <a:avLst/>
              <a:gdLst/>
              <a:ahLst/>
              <a:cxnLst/>
              <a:rect l="l" t="t" r="r" b="b"/>
              <a:pathLst>
                <a:path w="7755" h="7010" extrusionOk="0">
                  <a:moveTo>
                    <a:pt x="701" y="1"/>
                  </a:moveTo>
                  <a:cubicBezTo>
                    <a:pt x="223" y="722"/>
                    <a:pt x="1" y="1645"/>
                    <a:pt x="45" y="2578"/>
                  </a:cubicBezTo>
                  <a:cubicBezTo>
                    <a:pt x="90" y="3388"/>
                    <a:pt x="345" y="4233"/>
                    <a:pt x="778" y="5022"/>
                  </a:cubicBezTo>
                  <a:cubicBezTo>
                    <a:pt x="723" y="5044"/>
                    <a:pt x="667" y="5111"/>
                    <a:pt x="667" y="5177"/>
                  </a:cubicBezTo>
                  <a:cubicBezTo>
                    <a:pt x="667" y="5266"/>
                    <a:pt x="712" y="5344"/>
                    <a:pt x="778" y="5410"/>
                  </a:cubicBezTo>
                  <a:cubicBezTo>
                    <a:pt x="1412" y="6155"/>
                    <a:pt x="2289" y="6677"/>
                    <a:pt x="3244" y="6899"/>
                  </a:cubicBezTo>
                  <a:cubicBezTo>
                    <a:pt x="3555" y="6977"/>
                    <a:pt x="3889" y="7010"/>
                    <a:pt x="4222" y="7010"/>
                  </a:cubicBezTo>
                  <a:cubicBezTo>
                    <a:pt x="5433" y="7010"/>
                    <a:pt x="6710" y="6543"/>
                    <a:pt x="7732" y="5688"/>
                  </a:cubicBezTo>
                  <a:lnTo>
                    <a:pt x="7700" y="5644"/>
                  </a:lnTo>
                  <a:lnTo>
                    <a:pt x="7755" y="5632"/>
                  </a:lnTo>
                  <a:lnTo>
                    <a:pt x="7755" y="5511"/>
                  </a:lnTo>
                  <a:lnTo>
                    <a:pt x="7655" y="5588"/>
                  </a:lnTo>
                  <a:cubicBezTo>
                    <a:pt x="6651" y="6426"/>
                    <a:pt x="5400" y="6894"/>
                    <a:pt x="4214" y="6894"/>
                  </a:cubicBezTo>
                  <a:cubicBezTo>
                    <a:pt x="3892" y="6894"/>
                    <a:pt x="3574" y="6859"/>
                    <a:pt x="3267" y="6788"/>
                  </a:cubicBezTo>
                  <a:cubicBezTo>
                    <a:pt x="2345" y="6566"/>
                    <a:pt x="1489" y="6055"/>
                    <a:pt x="867" y="5333"/>
                  </a:cubicBezTo>
                  <a:cubicBezTo>
                    <a:pt x="823" y="5288"/>
                    <a:pt x="790" y="5232"/>
                    <a:pt x="790" y="5177"/>
                  </a:cubicBezTo>
                  <a:cubicBezTo>
                    <a:pt x="790" y="5166"/>
                    <a:pt x="800" y="5144"/>
                    <a:pt x="823" y="5133"/>
                  </a:cubicBezTo>
                  <a:lnTo>
                    <a:pt x="845" y="5133"/>
                  </a:lnTo>
                  <a:lnTo>
                    <a:pt x="1112" y="5366"/>
                  </a:lnTo>
                  <a:lnTo>
                    <a:pt x="1112" y="5366"/>
                  </a:lnTo>
                  <a:lnTo>
                    <a:pt x="934" y="5055"/>
                  </a:lnTo>
                  <a:cubicBezTo>
                    <a:pt x="479" y="4255"/>
                    <a:pt x="212" y="3388"/>
                    <a:pt x="168" y="2566"/>
                  </a:cubicBezTo>
                  <a:cubicBezTo>
                    <a:pt x="123" y="1655"/>
                    <a:pt x="345" y="767"/>
                    <a:pt x="800" y="67"/>
                  </a:cubicBezTo>
                  <a:lnTo>
                    <a:pt x="701" y="1"/>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61">
              <a:extLst>
                <a:ext uri="{FF2B5EF4-FFF2-40B4-BE49-F238E27FC236}">
                  <a16:creationId xmlns:a16="http://schemas.microsoft.com/office/drawing/2014/main" id="{E5EB4B66-938F-B520-985E-7D4A35BC6892}"/>
                </a:ext>
              </a:extLst>
            </p:cNvPr>
            <p:cNvSpPr/>
            <p:nvPr/>
          </p:nvSpPr>
          <p:spPr>
            <a:xfrm>
              <a:off x="1382975" y="3723375"/>
              <a:ext cx="188875" cy="156150"/>
            </a:xfrm>
            <a:custGeom>
              <a:avLst/>
              <a:gdLst/>
              <a:ahLst/>
              <a:cxnLst/>
              <a:rect l="l" t="t" r="r" b="b"/>
              <a:pathLst>
                <a:path w="7555" h="6246" extrusionOk="0">
                  <a:moveTo>
                    <a:pt x="3863" y="0"/>
                  </a:moveTo>
                  <a:cubicBezTo>
                    <a:pt x="3475" y="0"/>
                    <a:pt x="3066" y="68"/>
                    <a:pt x="2645" y="202"/>
                  </a:cubicBezTo>
                  <a:cubicBezTo>
                    <a:pt x="1467" y="580"/>
                    <a:pt x="478" y="1446"/>
                    <a:pt x="1" y="2513"/>
                  </a:cubicBezTo>
                  <a:lnTo>
                    <a:pt x="112" y="2557"/>
                  </a:lnTo>
                  <a:cubicBezTo>
                    <a:pt x="567" y="1524"/>
                    <a:pt x="1534" y="691"/>
                    <a:pt x="2689" y="313"/>
                  </a:cubicBezTo>
                  <a:cubicBezTo>
                    <a:pt x="2998" y="215"/>
                    <a:pt x="3408" y="121"/>
                    <a:pt x="3853" y="121"/>
                  </a:cubicBezTo>
                  <a:cubicBezTo>
                    <a:pt x="4113" y="121"/>
                    <a:pt x="4385" y="153"/>
                    <a:pt x="4655" y="235"/>
                  </a:cubicBezTo>
                  <a:cubicBezTo>
                    <a:pt x="5333" y="435"/>
                    <a:pt x="5877" y="924"/>
                    <a:pt x="6077" y="1501"/>
                  </a:cubicBezTo>
                  <a:lnTo>
                    <a:pt x="6188" y="1835"/>
                  </a:lnTo>
                  <a:lnTo>
                    <a:pt x="6200" y="958"/>
                  </a:lnTo>
                  <a:cubicBezTo>
                    <a:pt x="6205" y="957"/>
                    <a:pt x="6211" y="957"/>
                    <a:pt x="6216" y="957"/>
                  </a:cubicBezTo>
                  <a:cubicBezTo>
                    <a:pt x="6454" y="957"/>
                    <a:pt x="6669" y="1196"/>
                    <a:pt x="6788" y="1435"/>
                  </a:cubicBezTo>
                  <a:cubicBezTo>
                    <a:pt x="7432" y="2679"/>
                    <a:pt x="7133" y="4201"/>
                    <a:pt x="6766" y="5246"/>
                  </a:cubicBezTo>
                  <a:cubicBezTo>
                    <a:pt x="6644" y="5590"/>
                    <a:pt x="6499" y="5934"/>
                    <a:pt x="6232" y="6157"/>
                  </a:cubicBezTo>
                  <a:lnTo>
                    <a:pt x="6311" y="6245"/>
                  </a:lnTo>
                  <a:cubicBezTo>
                    <a:pt x="6600" y="6012"/>
                    <a:pt x="6755" y="5646"/>
                    <a:pt x="6877" y="5290"/>
                  </a:cubicBezTo>
                  <a:cubicBezTo>
                    <a:pt x="7244" y="4212"/>
                    <a:pt x="7555" y="2668"/>
                    <a:pt x="6899" y="1380"/>
                  </a:cubicBezTo>
                  <a:cubicBezTo>
                    <a:pt x="6828" y="1247"/>
                    <a:pt x="6589" y="836"/>
                    <a:pt x="6234" y="836"/>
                  </a:cubicBezTo>
                  <a:cubicBezTo>
                    <a:pt x="6201" y="836"/>
                    <a:pt x="6167" y="839"/>
                    <a:pt x="6133" y="847"/>
                  </a:cubicBezTo>
                  <a:lnTo>
                    <a:pt x="6077" y="847"/>
                  </a:lnTo>
                  <a:lnTo>
                    <a:pt x="6077" y="1213"/>
                  </a:lnTo>
                  <a:cubicBezTo>
                    <a:pt x="5810" y="702"/>
                    <a:pt x="5299" y="302"/>
                    <a:pt x="4689" y="113"/>
                  </a:cubicBezTo>
                  <a:cubicBezTo>
                    <a:pt x="4428" y="38"/>
                    <a:pt x="4152" y="0"/>
                    <a:pt x="3863"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61">
              <a:extLst>
                <a:ext uri="{FF2B5EF4-FFF2-40B4-BE49-F238E27FC236}">
                  <a16:creationId xmlns:a16="http://schemas.microsoft.com/office/drawing/2014/main" id="{C1487AAB-93A0-A414-E9BE-1B31774E9DB2}"/>
                </a:ext>
              </a:extLst>
            </p:cNvPr>
            <p:cNvSpPr/>
            <p:nvPr/>
          </p:nvSpPr>
          <p:spPr>
            <a:xfrm>
              <a:off x="1439650" y="3680225"/>
              <a:ext cx="165525" cy="141800"/>
            </a:xfrm>
            <a:custGeom>
              <a:avLst/>
              <a:gdLst/>
              <a:ahLst/>
              <a:cxnLst/>
              <a:rect l="l" t="t" r="r" b="b"/>
              <a:pathLst>
                <a:path w="6621" h="5672" extrusionOk="0">
                  <a:moveTo>
                    <a:pt x="1794" y="0"/>
                  </a:moveTo>
                  <a:cubicBezTo>
                    <a:pt x="1176" y="0"/>
                    <a:pt x="560" y="135"/>
                    <a:pt x="0" y="395"/>
                  </a:cubicBezTo>
                  <a:lnTo>
                    <a:pt x="45" y="506"/>
                  </a:lnTo>
                  <a:cubicBezTo>
                    <a:pt x="593" y="251"/>
                    <a:pt x="1199" y="120"/>
                    <a:pt x="1804" y="120"/>
                  </a:cubicBezTo>
                  <a:cubicBezTo>
                    <a:pt x="2228" y="120"/>
                    <a:pt x="2652" y="184"/>
                    <a:pt x="3055" y="317"/>
                  </a:cubicBezTo>
                  <a:cubicBezTo>
                    <a:pt x="4032" y="640"/>
                    <a:pt x="4876" y="1339"/>
                    <a:pt x="5377" y="2239"/>
                  </a:cubicBezTo>
                  <a:lnTo>
                    <a:pt x="5610" y="2661"/>
                  </a:lnTo>
                  <a:lnTo>
                    <a:pt x="5488" y="2195"/>
                  </a:lnTo>
                  <a:cubicBezTo>
                    <a:pt x="5476" y="2150"/>
                    <a:pt x="5499" y="2117"/>
                    <a:pt x="5521" y="2094"/>
                  </a:cubicBezTo>
                  <a:cubicBezTo>
                    <a:pt x="5558" y="2065"/>
                    <a:pt x="5610" y="2050"/>
                    <a:pt x="5656" y="2050"/>
                  </a:cubicBezTo>
                  <a:cubicBezTo>
                    <a:pt x="5680" y="2050"/>
                    <a:pt x="5702" y="2054"/>
                    <a:pt x="5721" y="2062"/>
                  </a:cubicBezTo>
                  <a:cubicBezTo>
                    <a:pt x="5843" y="2117"/>
                    <a:pt x="5910" y="2250"/>
                    <a:pt x="5954" y="2395"/>
                  </a:cubicBezTo>
                  <a:cubicBezTo>
                    <a:pt x="6199" y="3028"/>
                    <a:pt x="6310" y="3694"/>
                    <a:pt x="6377" y="4205"/>
                  </a:cubicBezTo>
                  <a:cubicBezTo>
                    <a:pt x="6443" y="4661"/>
                    <a:pt x="6498" y="5172"/>
                    <a:pt x="6365" y="5639"/>
                  </a:cubicBezTo>
                  <a:lnTo>
                    <a:pt x="6476" y="5671"/>
                  </a:lnTo>
                  <a:cubicBezTo>
                    <a:pt x="6621" y="5183"/>
                    <a:pt x="6565" y="4649"/>
                    <a:pt x="6498" y="4194"/>
                  </a:cubicBezTo>
                  <a:cubicBezTo>
                    <a:pt x="6421" y="3672"/>
                    <a:pt x="6310" y="2995"/>
                    <a:pt x="6076" y="2350"/>
                  </a:cubicBezTo>
                  <a:cubicBezTo>
                    <a:pt x="6010" y="2195"/>
                    <a:pt x="5932" y="2028"/>
                    <a:pt x="5765" y="1950"/>
                  </a:cubicBezTo>
                  <a:cubicBezTo>
                    <a:pt x="5731" y="1935"/>
                    <a:pt x="5693" y="1928"/>
                    <a:pt x="5654" y="1928"/>
                  </a:cubicBezTo>
                  <a:cubicBezTo>
                    <a:pt x="5579" y="1928"/>
                    <a:pt x="5502" y="1955"/>
                    <a:pt x="5443" y="2006"/>
                  </a:cubicBezTo>
                  <a:cubicBezTo>
                    <a:pt x="5432" y="2017"/>
                    <a:pt x="5421" y="2039"/>
                    <a:pt x="5410" y="2050"/>
                  </a:cubicBezTo>
                  <a:cubicBezTo>
                    <a:pt x="4888" y="1183"/>
                    <a:pt x="4054" y="517"/>
                    <a:pt x="3088" y="206"/>
                  </a:cubicBezTo>
                  <a:cubicBezTo>
                    <a:pt x="2669" y="68"/>
                    <a:pt x="2231" y="0"/>
                    <a:pt x="1794"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61">
              <a:extLst>
                <a:ext uri="{FF2B5EF4-FFF2-40B4-BE49-F238E27FC236}">
                  <a16:creationId xmlns:a16="http://schemas.microsoft.com/office/drawing/2014/main" id="{0E1DD379-6079-5CDA-305E-2CE565283D94}"/>
                </a:ext>
              </a:extLst>
            </p:cNvPr>
            <p:cNvSpPr/>
            <p:nvPr/>
          </p:nvSpPr>
          <p:spPr>
            <a:xfrm>
              <a:off x="1472400" y="3908650"/>
              <a:ext cx="85275" cy="33900"/>
            </a:xfrm>
            <a:custGeom>
              <a:avLst/>
              <a:gdLst/>
              <a:ahLst/>
              <a:cxnLst/>
              <a:rect l="l" t="t" r="r" b="b"/>
              <a:pathLst>
                <a:path w="3411" h="1356" extrusionOk="0">
                  <a:moveTo>
                    <a:pt x="3334" y="0"/>
                  </a:moveTo>
                  <a:cubicBezTo>
                    <a:pt x="2356" y="711"/>
                    <a:pt x="1201" y="1133"/>
                    <a:pt x="1" y="1234"/>
                  </a:cubicBezTo>
                  <a:lnTo>
                    <a:pt x="12" y="1356"/>
                  </a:lnTo>
                  <a:cubicBezTo>
                    <a:pt x="1234" y="1256"/>
                    <a:pt x="2411" y="822"/>
                    <a:pt x="3411" y="101"/>
                  </a:cubicBezTo>
                  <a:lnTo>
                    <a:pt x="3334"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61">
              <a:extLst>
                <a:ext uri="{FF2B5EF4-FFF2-40B4-BE49-F238E27FC236}">
                  <a16:creationId xmlns:a16="http://schemas.microsoft.com/office/drawing/2014/main" id="{5ADA189D-4678-C2B6-4C62-991545C9569E}"/>
                </a:ext>
              </a:extLst>
            </p:cNvPr>
            <p:cNvSpPr/>
            <p:nvPr/>
          </p:nvSpPr>
          <p:spPr>
            <a:xfrm>
              <a:off x="1576275" y="3850625"/>
              <a:ext cx="16700" cy="34175"/>
            </a:xfrm>
            <a:custGeom>
              <a:avLst/>
              <a:gdLst/>
              <a:ahLst/>
              <a:cxnLst/>
              <a:rect l="l" t="t" r="r" b="b"/>
              <a:pathLst>
                <a:path w="668" h="1367" extrusionOk="0">
                  <a:moveTo>
                    <a:pt x="545" y="0"/>
                  </a:moveTo>
                  <a:cubicBezTo>
                    <a:pt x="522" y="467"/>
                    <a:pt x="322" y="944"/>
                    <a:pt x="1" y="1289"/>
                  </a:cubicBezTo>
                  <a:lnTo>
                    <a:pt x="89" y="1366"/>
                  </a:lnTo>
                  <a:cubicBezTo>
                    <a:pt x="433" y="1000"/>
                    <a:pt x="645" y="500"/>
                    <a:pt x="667"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61">
              <a:extLst>
                <a:ext uri="{FF2B5EF4-FFF2-40B4-BE49-F238E27FC236}">
                  <a16:creationId xmlns:a16="http://schemas.microsoft.com/office/drawing/2014/main" id="{A2703A7F-FDB8-77FA-11F5-C080E6FB7F21}"/>
                </a:ext>
              </a:extLst>
            </p:cNvPr>
            <p:cNvSpPr/>
            <p:nvPr/>
          </p:nvSpPr>
          <p:spPr>
            <a:xfrm>
              <a:off x="1451575" y="3782275"/>
              <a:ext cx="36975" cy="43625"/>
            </a:xfrm>
            <a:custGeom>
              <a:avLst/>
              <a:gdLst/>
              <a:ahLst/>
              <a:cxnLst/>
              <a:rect l="l" t="t" r="r" b="b"/>
              <a:pathLst>
                <a:path w="1479" h="1745" extrusionOk="0">
                  <a:moveTo>
                    <a:pt x="387" y="1"/>
                  </a:moveTo>
                  <a:cubicBezTo>
                    <a:pt x="280" y="1"/>
                    <a:pt x="174" y="57"/>
                    <a:pt x="111" y="135"/>
                  </a:cubicBezTo>
                  <a:cubicBezTo>
                    <a:pt x="34" y="234"/>
                    <a:pt x="0" y="357"/>
                    <a:pt x="0" y="535"/>
                  </a:cubicBezTo>
                  <a:cubicBezTo>
                    <a:pt x="12" y="990"/>
                    <a:pt x="301" y="1445"/>
                    <a:pt x="711" y="1656"/>
                  </a:cubicBezTo>
                  <a:cubicBezTo>
                    <a:pt x="812" y="1701"/>
                    <a:pt x="923" y="1745"/>
                    <a:pt x="1045" y="1745"/>
                  </a:cubicBezTo>
                  <a:cubicBezTo>
                    <a:pt x="1133" y="1745"/>
                    <a:pt x="1234" y="1712"/>
                    <a:pt x="1311" y="1645"/>
                  </a:cubicBezTo>
                  <a:cubicBezTo>
                    <a:pt x="1478" y="1490"/>
                    <a:pt x="1456" y="1234"/>
                    <a:pt x="1356" y="1046"/>
                  </a:cubicBezTo>
                  <a:cubicBezTo>
                    <a:pt x="1289" y="912"/>
                    <a:pt x="1212" y="823"/>
                    <a:pt x="1111" y="790"/>
                  </a:cubicBezTo>
                  <a:cubicBezTo>
                    <a:pt x="1074" y="773"/>
                    <a:pt x="1032" y="764"/>
                    <a:pt x="991" y="764"/>
                  </a:cubicBezTo>
                  <a:cubicBezTo>
                    <a:pt x="896" y="764"/>
                    <a:pt x="802" y="808"/>
                    <a:pt x="756" y="901"/>
                  </a:cubicBezTo>
                  <a:cubicBezTo>
                    <a:pt x="723" y="967"/>
                    <a:pt x="733" y="1056"/>
                    <a:pt x="778" y="1123"/>
                  </a:cubicBezTo>
                  <a:cubicBezTo>
                    <a:pt x="817" y="1172"/>
                    <a:pt x="873" y="1203"/>
                    <a:pt x="930" y="1203"/>
                  </a:cubicBezTo>
                  <a:cubicBezTo>
                    <a:pt x="939" y="1203"/>
                    <a:pt x="947" y="1202"/>
                    <a:pt x="956" y="1201"/>
                  </a:cubicBezTo>
                  <a:lnTo>
                    <a:pt x="933" y="1078"/>
                  </a:lnTo>
                  <a:cubicBezTo>
                    <a:pt x="929" y="1081"/>
                    <a:pt x="925" y="1082"/>
                    <a:pt x="920" y="1082"/>
                  </a:cubicBezTo>
                  <a:cubicBezTo>
                    <a:pt x="903" y="1082"/>
                    <a:pt x="887" y="1065"/>
                    <a:pt x="878" y="1056"/>
                  </a:cubicBezTo>
                  <a:cubicBezTo>
                    <a:pt x="856" y="1023"/>
                    <a:pt x="845" y="979"/>
                    <a:pt x="867" y="957"/>
                  </a:cubicBezTo>
                  <a:cubicBezTo>
                    <a:pt x="890" y="911"/>
                    <a:pt x="945" y="886"/>
                    <a:pt x="999" y="886"/>
                  </a:cubicBezTo>
                  <a:cubicBezTo>
                    <a:pt x="1023" y="886"/>
                    <a:pt x="1046" y="891"/>
                    <a:pt x="1067" y="901"/>
                  </a:cubicBezTo>
                  <a:cubicBezTo>
                    <a:pt x="1133" y="923"/>
                    <a:pt x="1200" y="990"/>
                    <a:pt x="1256" y="1101"/>
                  </a:cubicBezTo>
                  <a:cubicBezTo>
                    <a:pt x="1323" y="1246"/>
                    <a:pt x="1345" y="1445"/>
                    <a:pt x="1234" y="1557"/>
                  </a:cubicBezTo>
                  <a:cubicBezTo>
                    <a:pt x="1181" y="1604"/>
                    <a:pt x="1114" y="1623"/>
                    <a:pt x="1044" y="1623"/>
                  </a:cubicBezTo>
                  <a:cubicBezTo>
                    <a:pt x="950" y="1623"/>
                    <a:pt x="849" y="1590"/>
                    <a:pt x="767" y="1545"/>
                  </a:cubicBezTo>
                  <a:cubicBezTo>
                    <a:pt x="390" y="1357"/>
                    <a:pt x="134" y="945"/>
                    <a:pt x="123" y="523"/>
                  </a:cubicBezTo>
                  <a:cubicBezTo>
                    <a:pt x="123" y="390"/>
                    <a:pt x="145" y="279"/>
                    <a:pt x="200" y="212"/>
                  </a:cubicBezTo>
                  <a:cubicBezTo>
                    <a:pt x="239" y="158"/>
                    <a:pt x="309" y="121"/>
                    <a:pt x="375" y="121"/>
                  </a:cubicBezTo>
                  <a:cubicBezTo>
                    <a:pt x="404" y="121"/>
                    <a:pt x="432" y="128"/>
                    <a:pt x="456" y="145"/>
                  </a:cubicBezTo>
                  <a:lnTo>
                    <a:pt x="523" y="34"/>
                  </a:lnTo>
                  <a:cubicBezTo>
                    <a:pt x="479" y="11"/>
                    <a:pt x="433" y="1"/>
                    <a:pt x="387"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61">
              <a:extLst>
                <a:ext uri="{FF2B5EF4-FFF2-40B4-BE49-F238E27FC236}">
                  <a16:creationId xmlns:a16="http://schemas.microsoft.com/office/drawing/2014/main" id="{CEFF5862-D59A-4FB9-6738-476E5B12E1D6}"/>
                </a:ext>
              </a:extLst>
            </p:cNvPr>
            <p:cNvSpPr/>
            <p:nvPr/>
          </p:nvSpPr>
          <p:spPr>
            <a:xfrm>
              <a:off x="1401875" y="3757575"/>
              <a:ext cx="114450" cy="111400"/>
            </a:xfrm>
            <a:custGeom>
              <a:avLst/>
              <a:gdLst/>
              <a:ahLst/>
              <a:cxnLst/>
              <a:rect l="l" t="t" r="r" b="b"/>
              <a:pathLst>
                <a:path w="4578" h="4456" extrusionOk="0">
                  <a:moveTo>
                    <a:pt x="2055" y="0"/>
                  </a:moveTo>
                  <a:cubicBezTo>
                    <a:pt x="1296" y="0"/>
                    <a:pt x="541" y="530"/>
                    <a:pt x="267" y="1267"/>
                  </a:cubicBezTo>
                  <a:cubicBezTo>
                    <a:pt x="0" y="1978"/>
                    <a:pt x="166" y="2833"/>
                    <a:pt x="677" y="3455"/>
                  </a:cubicBezTo>
                  <a:cubicBezTo>
                    <a:pt x="1144" y="4022"/>
                    <a:pt x="1911" y="4399"/>
                    <a:pt x="2711" y="4444"/>
                  </a:cubicBezTo>
                  <a:cubicBezTo>
                    <a:pt x="2777" y="4444"/>
                    <a:pt x="2833" y="4455"/>
                    <a:pt x="2889" y="4455"/>
                  </a:cubicBezTo>
                  <a:cubicBezTo>
                    <a:pt x="3244" y="4455"/>
                    <a:pt x="3555" y="4389"/>
                    <a:pt x="3822" y="4255"/>
                  </a:cubicBezTo>
                  <a:cubicBezTo>
                    <a:pt x="4199" y="4078"/>
                    <a:pt x="4466" y="3777"/>
                    <a:pt x="4577" y="3433"/>
                  </a:cubicBezTo>
                  <a:lnTo>
                    <a:pt x="4466" y="3399"/>
                  </a:lnTo>
                  <a:cubicBezTo>
                    <a:pt x="4366" y="3711"/>
                    <a:pt x="4111" y="3989"/>
                    <a:pt x="3777" y="4144"/>
                  </a:cubicBezTo>
                  <a:cubicBezTo>
                    <a:pt x="3519" y="4268"/>
                    <a:pt x="3220" y="4327"/>
                    <a:pt x="2888" y="4327"/>
                  </a:cubicBezTo>
                  <a:cubicBezTo>
                    <a:pt x="2833" y="4327"/>
                    <a:pt x="2778" y="4325"/>
                    <a:pt x="2721" y="4322"/>
                  </a:cubicBezTo>
                  <a:cubicBezTo>
                    <a:pt x="1944" y="4278"/>
                    <a:pt x="1211" y="3922"/>
                    <a:pt x="766" y="3377"/>
                  </a:cubicBezTo>
                  <a:cubicBezTo>
                    <a:pt x="278" y="2789"/>
                    <a:pt x="134" y="1978"/>
                    <a:pt x="378" y="1311"/>
                  </a:cubicBezTo>
                  <a:cubicBezTo>
                    <a:pt x="633" y="612"/>
                    <a:pt x="1333" y="123"/>
                    <a:pt x="2044" y="123"/>
                  </a:cubicBezTo>
                  <a:lnTo>
                    <a:pt x="2067" y="123"/>
                  </a:lnTo>
                  <a:cubicBezTo>
                    <a:pt x="2522" y="123"/>
                    <a:pt x="3010" y="323"/>
                    <a:pt x="3521" y="700"/>
                  </a:cubicBezTo>
                  <a:cubicBezTo>
                    <a:pt x="3733" y="867"/>
                    <a:pt x="3999" y="1089"/>
                    <a:pt x="4143" y="1389"/>
                  </a:cubicBezTo>
                  <a:cubicBezTo>
                    <a:pt x="4333" y="1778"/>
                    <a:pt x="4311" y="2278"/>
                    <a:pt x="4077" y="2866"/>
                  </a:cubicBezTo>
                  <a:cubicBezTo>
                    <a:pt x="4010" y="3044"/>
                    <a:pt x="3911" y="3233"/>
                    <a:pt x="3755" y="3344"/>
                  </a:cubicBezTo>
                  <a:cubicBezTo>
                    <a:pt x="3643" y="3421"/>
                    <a:pt x="3503" y="3459"/>
                    <a:pt x="3332" y="3459"/>
                  </a:cubicBezTo>
                  <a:cubicBezTo>
                    <a:pt x="3232" y="3459"/>
                    <a:pt x="3122" y="3446"/>
                    <a:pt x="3000" y="3422"/>
                  </a:cubicBezTo>
                  <a:cubicBezTo>
                    <a:pt x="2333" y="3288"/>
                    <a:pt x="1766" y="2933"/>
                    <a:pt x="1467" y="2456"/>
                  </a:cubicBezTo>
                  <a:cubicBezTo>
                    <a:pt x="1111" y="1922"/>
                    <a:pt x="1122" y="1200"/>
                    <a:pt x="1477" y="745"/>
                  </a:cubicBezTo>
                  <a:cubicBezTo>
                    <a:pt x="1636" y="542"/>
                    <a:pt x="1899" y="375"/>
                    <a:pt x="2161" y="375"/>
                  </a:cubicBezTo>
                  <a:cubicBezTo>
                    <a:pt x="2230" y="375"/>
                    <a:pt x="2299" y="386"/>
                    <a:pt x="2366" y="412"/>
                  </a:cubicBezTo>
                  <a:lnTo>
                    <a:pt x="2410" y="301"/>
                  </a:lnTo>
                  <a:cubicBezTo>
                    <a:pt x="2327" y="267"/>
                    <a:pt x="2241" y="252"/>
                    <a:pt x="2157" y="252"/>
                  </a:cubicBezTo>
                  <a:cubicBezTo>
                    <a:pt x="1849" y="252"/>
                    <a:pt x="1552" y="449"/>
                    <a:pt x="1378" y="667"/>
                  </a:cubicBezTo>
                  <a:cubicBezTo>
                    <a:pt x="989" y="1167"/>
                    <a:pt x="978" y="1933"/>
                    <a:pt x="1366" y="2522"/>
                  </a:cubicBezTo>
                  <a:cubicBezTo>
                    <a:pt x="1689" y="3022"/>
                    <a:pt x="2277" y="3399"/>
                    <a:pt x="2977" y="3533"/>
                  </a:cubicBezTo>
                  <a:cubicBezTo>
                    <a:pt x="3108" y="3561"/>
                    <a:pt x="3227" y="3574"/>
                    <a:pt x="3336" y="3574"/>
                  </a:cubicBezTo>
                  <a:cubicBezTo>
                    <a:pt x="3532" y="3574"/>
                    <a:pt x="3693" y="3530"/>
                    <a:pt x="3822" y="3444"/>
                  </a:cubicBezTo>
                  <a:cubicBezTo>
                    <a:pt x="4010" y="3311"/>
                    <a:pt x="4111" y="3100"/>
                    <a:pt x="4188" y="2911"/>
                  </a:cubicBezTo>
                  <a:cubicBezTo>
                    <a:pt x="4432" y="2289"/>
                    <a:pt x="4454" y="1767"/>
                    <a:pt x="4255" y="1345"/>
                  </a:cubicBezTo>
                  <a:cubicBezTo>
                    <a:pt x="4099" y="1012"/>
                    <a:pt x="3822" y="778"/>
                    <a:pt x="3588" y="600"/>
                  </a:cubicBezTo>
                  <a:cubicBezTo>
                    <a:pt x="3066" y="212"/>
                    <a:pt x="2555" y="12"/>
                    <a:pt x="2077" y="0"/>
                  </a:cubicBezTo>
                  <a:cubicBezTo>
                    <a:pt x="2070" y="0"/>
                    <a:pt x="2062" y="0"/>
                    <a:pt x="2055"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61">
              <a:extLst>
                <a:ext uri="{FF2B5EF4-FFF2-40B4-BE49-F238E27FC236}">
                  <a16:creationId xmlns:a16="http://schemas.microsoft.com/office/drawing/2014/main" id="{A14C1560-009F-7746-37B6-C012A53E2BEC}"/>
                </a:ext>
              </a:extLst>
            </p:cNvPr>
            <p:cNvSpPr/>
            <p:nvPr/>
          </p:nvSpPr>
          <p:spPr>
            <a:xfrm>
              <a:off x="1517400" y="3785075"/>
              <a:ext cx="13350" cy="38050"/>
            </a:xfrm>
            <a:custGeom>
              <a:avLst/>
              <a:gdLst/>
              <a:ahLst/>
              <a:cxnLst/>
              <a:rect l="l" t="t" r="r" b="b"/>
              <a:pathLst>
                <a:path w="534" h="1522" extrusionOk="0">
                  <a:moveTo>
                    <a:pt x="100" y="0"/>
                  </a:moveTo>
                  <a:lnTo>
                    <a:pt x="1" y="78"/>
                  </a:lnTo>
                  <a:cubicBezTo>
                    <a:pt x="300" y="467"/>
                    <a:pt x="411" y="1011"/>
                    <a:pt x="267" y="1489"/>
                  </a:cubicBezTo>
                  <a:lnTo>
                    <a:pt x="389" y="1522"/>
                  </a:lnTo>
                  <a:cubicBezTo>
                    <a:pt x="534" y="1011"/>
                    <a:pt x="423" y="423"/>
                    <a:pt x="100"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61">
              <a:extLst>
                <a:ext uri="{FF2B5EF4-FFF2-40B4-BE49-F238E27FC236}">
                  <a16:creationId xmlns:a16="http://schemas.microsoft.com/office/drawing/2014/main" id="{019BA9A7-314A-84FB-0BBA-1AEBC25FE633}"/>
                </a:ext>
              </a:extLst>
            </p:cNvPr>
            <p:cNvSpPr/>
            <p:nvPr/>
          </p:nvSpPr>
          <p:spPr>
            <a:xfrm>
              <a:off x="1505725" y="3793125"/>
              <a:ext cx="45575" cy="93075"/>
            </a:xfrm>
            <a:custGeom>
              <a:avLst/>
              <a:gdLst/>
              <a:ahLst/>
              <a:cxnLst/>
              <a:rect l="l" t="t" r="r" b="b"/>
              <a:pathLst>
                <a:path w="1823" h="3723" extrusionOk="0">
                  <a:moveTo>
                    <a:pt x="1690" y="0"/>
                  </a:moveTo>
                  <a:lnTo>
                    <a:pt x="1567" y="22"/>
                  </a:lnTo>
                  <a:cubicBezTo>
                    <a:pt x="1700" y="612"/>
                    <a:pt x="1634" y="1289"/>
                    <a:pt x="1367" y="2033"/>
                  </a:cubicBezTo>
                  <a:cubicBezTo>
                    <a:pt x="1145" y="2633"/>
                    <a:pt x="734" y="3389"/>
                    <a:pt x="1" y="3611"/>
                  </a:cubicBezTo>
                  <a:lnTo>
                    <a:pt x="34" y="3722"/>
                  </a:lnTo>
                  <a:cubicBezTo>
                    <a:pt x="811" y="3488"/>
                    <a:pt x="1245" y="2700"/>
                    <a:pt x="1478" y="2066"/>
                  </a:cubicBezTo>
                  <a:cubicBezTo>
                    <a:pt x="1745" y="1311"/>
                    <a:pt x="1823" y="612"/>
                    <a:pt x="1690"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61">
              <a:extLst>
                <a:ext uri="{FF2B5EF4-FFF2-40B4-BE49-F238E27FC236}">
                  <a16:creationId xmlns:a16="http://schemas.microsoft.com/office/drawing/2014/main" id="{27AD3E54-5835-C973-3763-CF1BFA514B5A}"/>
                </a:ext>
              </a:extLst>
            </p:cNvPr>
            <p:cNvSpPr/>
            <p:nvPr/>
          </p:nvSpPr>
          <p:spPr>
            <a:xfrm>
              <a:off x="1382425" y="3844500"/>
              <a:ext cx="79175" cy="58625"/>
            </a:xfrm>
            <a:custGeom>
              <a:avLst/>
              <a:gdLst/>
              <a:ahLst/>
              <a:cxnLst/>
              <a:rect l="l" t="t" r="r" b="b"/>
              <a:pathLst>
                <a:path w="3167" h="2345" extrusionOk="0">
                  <a:moveTo>
                    <a:pt x="112" y="1"/>
                  </a:moveTo>
                  <a:lnTo>
                    <a:pt x="1" y="45"/>
                  </a:lnTo>
                  <a:cubicBezTo>
                    <a:pt x="522" y="1312"/>
                    <a:pt x="1789" y="2233"/>
                    <a:pt x="3156" y="2344"/>
                  </a:cubicBezTo>
                  <a:lnTo>
                    <a:pt x="3166" y="2222"/>
                  </a:lnTo>
                  <a:cubicBezTo>
                    <a:pt x="1845" y="2122"/>
                    <a:pt x="611" y="1223"/>
                    <a:pt x="112"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61">
              <a:extLst>
                <a:ext uri="{FF2B5EF4-FFF2-40B4-BE49-F238E27FC236}">
                  <a16:creationId xmlns:a16="http://schemas.microsoft.com/office/drawing/2014/main" id="{4A9B9204-16E2-DDC9-85BB-EA8FCE2FC7D4}"/>
                </a:ext>
              </a:extLst>
            </p:cNvPr>
            <p:cNvSpPr/>
            <p:nvPr/>
          </p:nvSpPr>
          <p:spPr>
            <a:xfrm>
              <a:off x="1594875" y="3694525"/>
              <a:ext cx="643225" cy="16975"/>
            </a:xfrm>
            <a:custGeom>
              <a:avLst/>
              <a:gdLst/>
              <a:ahLst/>
              <a:cxnLst/>
              <a:rect l="l" t="t" r="r" b="b"/>
              <a:pathLst>
                <a:path w="25729" h="679" extrusionOk="0">
                  <a:moveTo>
                    <a:pt x="13520" y="1"/>
                  </a:moveTo>
                  <a:cubicBezTo>
                    <a:pt x="13487" y="1"/>
                    <a:pt x="13454" y="12"/>
                    <a:pt x="13420" y="12"/>
                  </a:cubicBezTo>
                  <a:cubicBezTo>
                    <a:pt x="11193" y="189"/>
                    <a:pt x="8952" y="278"/>
                    <a:pt x="6711" y="278"/>
                  </a:cubicBezTo>
                  <a:cubicBezTo>
                    <a:pt x="4469" y="278"/>
                    <a:pt x="2228" y="189"/>
                    <a:pt x="0" y="12"/>
                  </a:cubicBezTo>
                  <a:lnTo>
                    <a:pt x="0" y="134"/>
                  </a:lnTo>
                  <a:cubicBezTo>
                    <a:pt x="2216" y="312"/>
                    <a:pt x="4449" y="401"/>
                    <a:pt x="6683" y="401"/>
                  </a:cubicBezTo>
                  <a:cubicBezTo>
                    <a:pt x="8774" y="401"/>
                    <a:pt x="10865" y="323"/>
                    <a:pt x="12943" y="167"/>
                  </a:cubicBezTo>
                  <a:lnTo>
                    <a:pt x="12943" y="167"/>
                  </a:lnTo>
                  <a:cubicBezTo>
                    <a:pt x="12798" y="256"/>
                    <a:pt x="12665" y="367"/>
                    <a:pt x="12553" y="500"/>
                  </a:cubicBezTo>
                  <a:lnTo>
                    <a:pt x="12487" y="589"/>
                  </a:lnTo>
                  <a:lnTo>
                    <a:pt x="12598" y="601"/>
                  </a:lnTo>
                  <a:cubicBezTo>
                    <a:pt x="13398" y="656"/>
                    <a:pt x="14209" y="678"/>
                    <a:pt x="15009" y="678"/>
                  </a:cubicBezTo>
                  <a:cubicBezTo>
                    <a:pt x="16364" y="678"/>
                    <a:pt x="17719" y="611"/>
                    <a:pt x="19041" y="556"/>
                  </a:cubicBezTo>
                  <a:cubicBezTo>
                    <a:pt x="20344" y="497"/>
                    <a:pt x="21675" y="441"/>
                    <a:pt x="23008" y="441"/>
                  </a:cubicBezTo>
                  <a:cubicBezTo>
                    <a:pt x="23913" y="441"/>
                    <a:pt x="24819" y="467"/>
                    <a:pt x="25718" y="534"/>
                  </a:cubicBezTo>
                  <a:lnTo>
                    <a:pt x="25729" y="412"/>
                  </a:lnTo>
                  <a:cubicBezTo>
                    <a:pt x="24851" y="346"/>
                    <a:pt x="23968" y="322"/>
                    <a:pt x="23087" y="322"/>
                  </a:cubicBezTo>
                  <a:cubicBezTo>
                    <a:pt x="21727" y="322"/>
                    <a:pt x="20370" y="380"/>
                    <a:pt x="19041" y="434"/>
                  </a:cubicBezTo>
                  <a:cubicBezTo>
                    <a:pt x="17716" y="498"/>
                    <a:pt x="16369" y="557"/>
                    <a:pt x="15022" y="557"/>
                  </a:cubicBezTo>
                  <a:cubicBezTo>
                    <a:pt x="14257" y="557"/>
                    <a:pt x="13492" y="538"/>
                    <a:pt x="12731" y="490"/>
                  </a:cubicBezTo>
                  <a:cubicBezTo>
                    <a:pt x="12909" y="290"/>
                    <a:pt x="13165" y="167"/>
                    <a:pt x="13431" y="134"/>
                  </a:cubicBezTo>
                  <a:cubicBezTo>
                    <a:pt x="13464" y="123"/>
                    <a:pt x="13498" y="123"/>
                    <a:pt x="13531" y="123"/>
                  </a:cubicBezTo>
                  <a:lnTo>
                    <a:pt x="13520" y="1"/>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61">
              <a:extLst>
                <a:ext uri="{FF2B5EF4-FFF2-40B4-BE49-F238E27FC236}">
                  <a16:creationId xmlns:a16="http://schemas.microsoft.com/office/drawing/2014/main" id="{2C9642F4-701C-D0F8-1741-4CB7EF458508}"/>
                </a:ext>
              </a:extLst>
            </p:cNvPr>
            <p:cNvSpPr/>
            <p:nvPr/>
          </p:nvSpPr>
          <p:spPr>
            <a:xfrm>
              <a:off x="1617925" y="3871725"/>
              <a:ext cx="673775" cy="44175"/>
            </a:xfrm>
            <a:custGeom>
              <a:avLst/>
              <a:gdLst/>
              <a:ahLst/>
              <a:cxnLst/>
              <a:rect l="l" t="t" r="r" b="b"/>
              <a:pathLst>
                <a:path w="26951" h="1767" extrusionOk="0">
                  <a:moveTo>
                    <a:pt x="26951" y="0"/>
                  </a:moveTo>
                  <a:lnTo>
                    <a:pt x="22785" y="178"/>
                  </a:lnTo>
                  <a:lnTo>
                    <a:pt x="23241" y="267"/>
                  </a:lnTo>
                  <a:cubicBezTo>
                    <a:pt x="23663" y="367"/>
                    <a:pt x="23996" y="778"/>
                    <a:pt x="24007" y="1211"/>
                  </a:cubicBezTo>
                  <a:lnTo>
                    <a:pt x="13809" y="1489"/>
                  </a:lnTo>
                  <a:cubicBezTo>
                    <a:pt x="12054" y="1533"/>
                    <a:pt x="10310" y="1578"/>
                    <a:pt x="8555" y="1622"/>
                  </a:cubicBezTo>
                  <a:cubicBezTo>
                    <a:pt x="7973" y="1636"/>
                    <a:pt x="7367" y="1650"/>
                    <a:pt x="6748" y="1650"/>
                  </a:cubicBezTo>
                  <a:cubicBezTo>
                    <a:pt x="5347" y="1650"/>
                    <a:pt x="3880" y="1576"/>
                    <a:pt x="2478" y="1245"/>
                  </a:cubicBezTo>
                  <a:cubicBezTo>
                    <a:pt x="3000" y="744"/>
                    <a:pt x="3700" y="433"/>
                    <a:pt x="4411" y="400"/>
                  </a:cubicBezTo>
                  <a:lnTo>
                    <a:pt x="4411" y="278"/>
                  </a:lnTo>
                  <a:lnTo>
                    <a:pt x="1" y="267"/>
                  </a:lnTo>
                  <a:lnTo>
                    <a:pt x="1" y="389"/>
                  </a:lnTo>
                  <a:lnTo>
                    <a:pt x="3722" y="389"/>
                  </a:lnTo>
                  <a:cubicBezTo>
                    <a:pt x="3189" y="544"/>
                    <a:pt x="2700" y="833"/>
                    <a:pt x="2312" y="1233"/>
                  </a:cubicBezTo>
                  <a:lnTo>
                    <a:pt x="2245" y="1311"/>
                  </a:lnTo>
                  <a:lnTo>
                    <a:pt x="2344" y="1333"/>
                  </a:lnTo>
                  <a:cubicBezTo>
                    <a:pt x="3789" y="1689"/>
                    <a:pt x="5311" y="1766"/>
                    <a:pt x="6766" y="1766"/>
                  </a:cubicBezTo>
                  <a:cubicBezTo>
                    <a:pt x="7377" y="1766"/>
                    <a:pt x="7977" y="1756"/>
                    <a:pt x="8565" y="1744"/>
                  </a:cubicBezTo>
                  <a:cubicBezTo>
                    <a:pt x="10310" y="1700"/>
                    <a:pt x="12065" y="1655"/>
                    <a:pt x="13809" y="1611"/>
                  </a:cubicBezTo>
                  <a:lnTo>
                    <a:pt x="24063" y="1333"/>
                  </a:lnTo>
                  <a:lnTo>
                    <a:pt x="24118" y="1333"/>
                  </a:lnTo>
                  <a:lnTo>
                    <a:pt x="24129" y="1277"/>
                  </a:lnTo>
                  <a:cubicBezTo>
                    <a:pt x="24140" y="867"/>
                    <a:pt x="23896" y="455"/>
                    <a:pt x="23540" y="255"/>
                  </a:cubicBezTo>
                  <a:lnTo>
                    <a:pt x="26951" y="122"/>
                  </a:lnTo>
                  <a:lnTo>
                    <a:pt x="2695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61">
              <a:extLst>
                <a:ext uri="{FF2B5EF4-FFF2-40B4-BE49-F238E27FC236}">
                  <a16:creationId xmlns:a16="http://schemas.microsoft.com/office/drawing/2014/main" id="{BEFF85A9-61E4-E40B-27D2-FC4F00E8C801}"/>
                </a:ext>
              </a:extLst>
            </p:cNvPr>
            <p:cNvSpPr/>
            <p:nvPr/>
          </p:nvSpPr>
          <p:spPr>
            <a:xfrm>
              <a:off x="1963975" y="3922275"/>
              <a:ext cx="289400" cy="13050"/>
            </a:xfrm>
            <a:custGeom>
              <a:avLst/>
              <a:gdLst/>
              <a:ahLst/>
              <a:cxnLst/>
              <a:rect l="l" t="t" r="r" b="b"/>
              <a:pathLst>
                <a:path w="11576" h="522" extrusionOk="0">
                  <a:moveTo>
                    <a:pt x="11564" y="0"/>
                  </a:moveTo>
                  <a:lnTo>
                    <a:pt x="1" y="411"/>
                  </a:lnTo>
                  <a:lnTo>
                    <a:pt x="11" y="522"/>
                  </a:lnTo>
                  <a:lnTo>
                    <a:pt x="11576" y="122"/>
                  </a:lnTo>
                  <a:lnTo>
                    <a:pt x="11564"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61">
              <a:extLst>
                <a:ext uri="{FF2B5EF4-FFF2-40B4-BE49-F238E27FC236}">
                  <a16:creationId xmlns:a16="http://schemas.microsoft.com/office/drawing/2014/main" id="{2207A56C-DE58-7DF1-46BA-B4BD59B7D788}"/>
                </a:ext>
              </a:extLst>
            </p:cNvPr>
            <p:cNvSpPr/>
            <p:nvPr/>
          </p:nvSpPr>
          <p:spPr>
            <a:xfrm>
              <a:off x="1627650" y="3738425"/>
              <a:ext cx="478250" cy="21675"/>
            </a:xfrm>
            <a:custGeom>
              <a:avLst/>
              <a:gdLst/>
              <a:ahLst/>
              <a:cxnLst/>
              <a:rect l="l" t="t" r="r" b="b"/>
              <a:pathLst>
                <a:path w="19130" h="867" extrusionOk="0">
                  <a:moveTo>
                    <a:pt x="19130" y="0"/>
                  </a:moveTo>
                  <a:cubicBezTo>
                    <a:pt x="16575" y="22"/>
                    <a:pt x="13975" y="156"/>
                    <a:pt x="11432" y="400"/>
                  </a:cubicBezTo>
                  <a:lnTo>
                    <a:pt x="11298" y="411"/>
                  </a:lnTo>
                  <a:lnTo>
                    <a:pt x="11398" y="500"/>
                  </a:lnTo>
                  <a:cubicBezTo>
                    <a:pt x="11487" y="588"/>
                    <a:pt x="11598" y="667"/>
                    <a:pt x="11709" y="733"/>
                  </a:cubicBezTo>
                  <a:cubicBezTo>
                    <a:pt x="11026" y="743"/>
                    <a:pt x="10341" y="748"/>
                    <a:pt x="9655" y="748"/>
                  </a:cubicBezTo>
                  <a:cubicBezTo>
                    <a:pt x="6440" y="748"/>
                    <a:pt x="3207" y="640"/>
                    <a:pt x="12" y="411"/>
                  </a:cubicBezTo>
                  <a:lnTo>
                    <a:pt x="0" y="533"/>
                  </a:lnTo>
                  <a:cubicBezTo>
                    <a:pt x="3200" y="756"/>
                    <a:pt x="6443" y="867"/>
                    <a:pt x="9677" y="867"/>
                  </a:cubicBezTo>
                  <a:cubicBezTo>
                    <a:pt x="10432" y="867"/>
                    <a:pt x="11198" y="867"/>
                    <a:pt x="11965" y="855"/>
                  </a:cubicBezTo>
                  <a:lnTo>
                    <a:pt x="12276" y="844"/>
                  </a:lnTo>
                  <a:lnTo>
                    <a:pt x="11987" y="733"/>
                  </a:lnTo>
                  <a:cubicBezTo>
                    <a:pt x="11842" y="677"/>
                    <a:pt x="11698" y="600"/>
                    <a:pt x="11576" y="511"/>
                  </a:cubicBezTo>
                  <a:cubicBezTo>
                    <a:pt x="14086" y="267"/>
                    <a:pt x="16619" y="144"/>
                    <a:pt x="19130" y="122"/>
                  </a:cubicBezTo>
                  <a:lnTo>
                    <a:pt x="19130"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61">
              <a:extLst>
                <a:ext uri="{FF2B5EF4-FFF2-40B4-BE49-F238E27FC236}">
                  <a16:creationId xmlns:a16="http://schemas.microsoft.com/office/drawing/2014/main" id="{5D6A4572-1BA5-4F9D-F724-2F25B7842492}"/>
                </a:ext>
              </a:extLst>
            </p:cNvPr>
            <p:cNvSpPr/>
            <p:nvPr/>
          </p:nvSpPr>
          <p:spPr>
            <a:xfrm>
              <a:off x="1738625" y="3310325"/>
              <a:ext cx="110950" cy="222950"/>
            </a:xfrm>
            <a:custGeom>
              <a:avLst/>
              <a:gdLst/>
              <a:ahLst/>
              <a:cxnLst/>
              <a:rect l="l" t="t" r="r" b="b"/>
              <a:pathLst>
                <a:path w="4438" h="8918" extrusionOk="0">
                  <a:moveTo>
                    <a:pt x="783" y="1"/>
                  </a:moveTo>
                  <a:cubicBezTo>
                    <a:pt x="0" y="1"/>
                    <a:pt x="584" y="3214"/>
                    <a:pt x="616" y="3616"/>
                  </a:cubicBezTo>
                  <a:cubicBezTo>
                    <a:pt x="671" y="4360"/>
                    <a:pt x="594" y="5115"/>
                    <a:pt x="638" y="5860"/>
                  </a:cubicBezTo>
                  <a:cubicBezTo>
                    <a:pt x="661" y="6193"/>
                    <a:pt x="705" y="6515"/>
                    <a:pt x="838" y="6815"/>
                  </a:cubicBezTo>
                  <a:cubicBezTo>
                    <a:pt x="1038" y="7248"/>
                    <a:pt x="1405" y="7581"/>
                    <a:pt x="1782" y="7870"/>
                  </a:cubicBezTo>
                  <a:cubicBezTo>
                    <a:pt x="2315" y="8281"/>
                    <a:pt x="2905" y="8615"/>
                    <a:pt x="3515" y="8870"/>
                  </a:cubicBezTo>
                  <a:cubicBezTo>
                    <a:pt x="3571" y="8894"/>
                    <a:pt x="3631" y="8917"/>
                    <a:pt x="3689" y="8917"/>
                  </a:cubicBezTo>
                  <a:cubicBezTo>
                    <a:pt x="3713" y="8917"/>
                    <a:pt x="3737" y="8913"/>
                    <a:pt x="3760" y="8904"/>
                  </a:cubicBezTo>
                  <a:cubicBezTo>
                    <a:pt x="3804" y="8870"/>
                    <a:pt x="3838" y="8815"/>
                    <a:pt x="3860" y="8770"/>
                  </a:cubicBezTo>
                  <a:cubicBezTo>
                    <a:pt x="4248" y="7993"/>
                    <a:pt x="4438" y="7048"/>
                    <a:pt x="4071" y="6270"/>
                  </a:cubicBezTo>
                  <a:cubicBezTo>
                    <a:pt x="3871" y="5848"/>
                    <a:pt x="3537" y="5504"/>
                    <a:pt x="3260" y="5127"/>
                  </a:cubicBezTo>
                  <a:cubicBezTo>
                    <a:pt x="2860" y="4571"/>
                    <a:pt x="2604" y="3915"/>
                    <a:pt x="2382" y="3260"/>
                  </a:cubicBezTo>
                  <a:cubicBezTo>
                    <a:pt x="2182" y="2683"/>
                    <a:pt x="2016" y="2093"/>
                    <a:pt x="1794" y="1527"/>
                  </a:cubicBezTo>
                  <a:cubicBezTo>
                    <a:pt x="1649" y="1160"/>
                    <a:pt x="1316" y="172"/>
                    <a:pt x="916" y="27"/>
                  </a:cubicBezTo>
                  <a:cubicBezTo>
                    <a:pt x="868" y="9"/>
                    <a:pt x="824" y="1"/>
                    <a:pt x="783"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61">
              <a:extLst>
                <a:ext uri="{FF2B5EF4-FFF2-40B4-BE49-F238E27FC236}">
                  <a16:creationId xmlns:a16="http://schemas.microsoft.com/office/drawing/2014/main" id="{39FD401A-6878-56DE-28DB-5928907BAB1B}"/>
                </a:ext>
              </a:extLst>
            </p:cNvPr>
            <p:cNvSpPr/>
            <p:nvPr/>
          </p:nvSpPr>
          <p:spPr>
            <a:xfrm>
              <a:off x="1849825" y="3559050"/>
              <a:ext cx="160275" cy="156725"/>
            </a:xfrm>
            <a:custGeom>
              <a:avLst/>
              <a:gdLst/>
              <a:ahLst/>
              <a:cxnLst/>
              <a:rect l="l" t="t" r="r" b="b"/>
              <a:pathLst>
                <a:path w="6411" h="6269" extrusionOk="0">
                  <a:moveTo>
                    <a:pt x="5195" y="1"/>
                  </a:moveTo>
                  <a:cubicBezTo>
                    <a:pt x="4876" y="1"/>
                    <a:pt x="4559" y="147"/>
                    <a:pt x="4333" y="365"/>
                  </a:cubicBezTo>
                  <a:cubicBezTo>
                    <a:pt x="4000" y="688"/>
                    <a:pt x="3811" y="1120"/>
                    <a:pt x="3633" y="1542"/>
                  </a:cubicBezTo>
                  <a:cubicBezTo>
                    <a:pt x="3345" y="2231"/>
                    <a:pt x="3056" y="2909"/>
                    <a:pt x="2755" y="3598"/>
                  </a:cubicBezTo>
                  <a:cubicBezTo>
                    <a:pt x="2670" y="3812"/>
                    <a:pt x="2523" y="4066"/>
                    <a:pt x="2295" y="4066"/>
                  </a:cubicBezTo>
                  <a:cubicBezTo>
                    <a:pt x="2286" y="4066"/>
                    <a:pt x="2276" y="4066"/>
                    <a:pt x="2267" y="4065"/>
                  </a:cubicBezTo>
                  <a:cubicBezTo>
                    <a:pt x="2178" y="4065"/>
                    <a:pt x="2100" y="4020"/>
                    <a:pt x="2022" y="3986"/>
                  </a:cubicBezTo>
                  <a:cubicBezTo>
                    <a:pt x="1773" y="3866"/>
                    <a:pt x="1510" y="3660"/>
                    <a:pt x="1281" y="3660"/>
                  </a:cubicBezTo>
                  <a:cubicBezTo>
                    <a:pt x="1214" y="3660"/>
                    <a:pt x="1149" y="3677"/>
                    <a:pt x="1089" y="3720"/>
                  </a:cubicBezTo>
                  <a:cubicBezTo>
                    <a:pt x="856" y="3875"/>
                    <a:pt x="111" y="4431"/>
                    <a:pt x="0" y="4709"/>
                  </a:cubicBezTo>
                  <a:cubicBezTo>
                    <a:pt x="856" y="5087"/>
                    <a:pt x="2300" y="5753"/>
                    <a:pt x="3167" y="6142"/>
                  </a:cubicBezTo>
                  <a:cubicBezTo>
                    <a:pt x="3304" y="6200"/>
                    <a:pt x="3458" y="6268"/>
                    <a:pt x="3607" y="6268"/>
                  </a:cubicBezTo>
                  <a:cubicBezTo>
                    <a:pt x="3627" y="6268"/>
                    <a:pt x="3647" y="6267"/>
                    <a:pt x="3666" y="6264"/>
                  </a:cubicBezTo>
                  <a:cubicBezTo>
                    <a:pt x="3955" y="6242"/>
                    <a:pt x="4133" y="5975"/>
                    <a:pt x="4255" y="5719"/>
                  </a:cubicBezTo>
                  <a:cubicBezTo>
                    <a:pt x="4511" y="5186"/>
                    <a:pt x="4688" y="4620"/>
                    <a:pt x="4766" y="4020"/>
                  </a:cubicBezTo>
                  <a:cubicBezTo>
                    <a:pt x="4822" y="3609"/>
                    <a:pt x="4833" y="3187"/>
                    <a:pt x="4966" y="2798"/>
                  </a:cubicBezTo>
                  <a:cubicBezTo>
                    <a:pt x="5088" y="2409"/>
                    <a:pt x="5377" y="2054"/>
                    <a:pt x="5777" y="1976"/>
                  </a:cubicBezTo>
                  <a:cubicBezTo>
                    <a:pt x="5910" y="1942"/>
                    <a:pt x="6055" y="1954"/>
                    <a:pt x="6177" y="1898"/>
                  </a:cubicBezTo>
                  <a:cubicBezTo>
                    <a:pt x="6310" y="1843"/>
                    <a:pt x="6411" y="1687"/>
                    <a:pt x="6332" y="1554"/>
                  </a:cubicBezTo>
                  <a:cubicBezTo>
                    <a:pt x="6288" y="1465"/>
                    <a:pt x="6166" y="1431"/>
                    <a:pt x="6055" y="1409"/>
                  </a:cubicBezTo>
                  <a:cubicBezTo>
                    <a:pt x="5951" y="1394"/>
                    <a:pt x="5846" y="1386"/>
                    <a:pt x="5742" y="1386"/>
                  </a:cubicBezTo>
                  <a:cubicBezTo>
                    <a:pt x="5471" y="1386"/>
                    <a:pt x="5204" y="1438"/>
                    <a:pt x="4955" y="1542"/>
                  </a:cubicBezTo>
                  <a:lnTo>
                    <a:pt x="5988" y="1076"/>
                  </a:lnTo>
                  <a:cubicBezTo>
                    <a:pt x="6055" y="1043"/>
                    <a:pt x="6144" y="999"/>
                    <a:pt x="6122" y="920"/>
                  </a:cubicBezTo>
                  <a:cubicBezTo>
                    <a:pt x="6110" y="865"/>
                    <a:pt x="6055" y="832"/>
                    <a:pt x="5999" y="809"/>
                  </a:cubicBezTo>
                  <a:cubicBezTo>
                    <a:pt x="5855" y="755"/>
                    <a:pt x="5704" y="729"/>
                    <a:pt x="5554" y="729"/>
                  </a:cubicBezTo>
                  <a:cubicBezTo>
                    <a:pt x="5334" y="729"/>
                    <a:pt x="5118" y="786"/>
                    <a:pt x="4933" y="898"/>
                  </a:cubicBezTo>
                  <a:cubicBezTo>
                    <a:pt x="5177" y="743"/>
                    <a:pt x="5433" y="587"/>
                    <a:pt x="5677" y="432"/>
                  </a:cubicBezTo>
                  <a:cubicBezTo>
                    <a:pt x="5710" y="409"/>
                    <a:pt x="5755" y="387"/>
                    <a:pt x="5766" y="354"/>
                  </a:cubicBezTo>
                  <a:cubicBezTo>
                    <a:pt x="5821" y="254"/>
                    <a:pt x="5710" y="132"/>
                    <a:pt x="5599" y="88"/>
                  </a:cubicBezTo>
                  <a:cubicBezTo>
                    <a:pt x="5469" y="28"/>
                    <a:pt x="5332" y="1"/>
                    <a:pt x="519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61">
              <a:extLst>
                <a:ext uri="{FF2B5EF4-FFF2-40B4-BE49-F238E27FC236}">
                  <a16:creationId xmlns:a16="http://schemas.microsoft.com/office/drawing/2014/main" id="{54858F05-8EE6-526B-DDED-A879FA70A67C}"/>
                </a:ext>
              </a:extLst>
            </p:cNvPr>
            <p:cNvSpPr/>
            <p:nvPr/>
          </p:nvSpPr>
          <p:spPr>
            <a:xfrm>
              <a:off x="1849825" y="3650375"/>
              <a:ext cx="56400" cy="29450"/>
            </a:xfrm>
            <a:custGeom>
              <a:avLst/>
              <a:gdLst/>
              <a:ahLst/>
              <a:cxnLst/>
              <a:rect l="l" t="t" r="r" b="b"/>
              <a:pathLst>
                <a:path w="2256" h="1178" extrusionOk="0">
                  <a:moveTo>
                    <a:pt x="0" y="0"/>
                  </a:moveTo>
                  <a:lnTo>
                    <a:pt x="0" y="1178"/>
                  </a:lnTo>
                  <a:lnTo>
                    <a:pt x="2256" y="1178"/>
                  </a:lnTo>
                  <a:lnTo>
                    <a:pt x="2256" y="0"/>
                  </a:ln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61">
              <a:extLst>
                <a:ext uri="{FF2B5EF4-FFF2-40B4-BE49-F238E27FC236}">
                  <a16:creationId xmlns:a16="http://schemas.microsoft.com/office/drawing/2014/main" id="{349B1D51-5772-A450-AF78-EDB61781A939}"/>
                </a:ext>
              </a:extLst>
            </p:cNvPr>
            <p:cNvSpPr/>
            <p:nvPr/>
          </p:nvSpPr>
          <p:spPr>
            <a:xfrm>
              <a:off x="1857050" y="3679800"/>
              <a:ext cx="28075" cy="12800"/>
            </a:xfrm>
            <a:custGeom>
              <a:avLst/>
              <a:gdLst/>
              <a:ahLst/>
              <a:cxnLst/>
              <a:rect l="l" t="t" r="r" b="b"/>
              <a:pathLst>
                <a:path w="1123" h="512" extrusionOk="0">
                  <a:moveTo>
                    <a:pt x="889" y="412"/>
                  </a:moveTo>
                  <a:lnTo>
                    <a:pt x="1123" y="512"/>
                  </a:lnTo>
                  <a:lnTo>
                    <a:pt x="1123" y="512"/>
                  </a:lnTo>
                  <a:lnTo>
                    <a:pt x="889" y="412"/>
                  </a:lnTo>
                  <a:close/>
                  <a:moveTo>
                    <a:pt x="878" y="401"/>
                  </a:moveTo>
                  <a:lnTo>
                    <a:pt x="889" y="401"/>
                  </a:lnTo>
                  <a:lnTo>
                    <a:pt x="878" y="401"/>
                  </a:lnTo>
                  <a:close/>
                  <a:moveTo>
                    <a:pt x="545" y="257"/>
                  </a:moveTo>
                  <a:lnTo>
                    <a:pt x="567" y="257"/>
                  </a:lnTo>
                  <a:lnTo>
                    <a:pt x="545" y="257"/>
                  </a:lnTo>
                  <a:close/>
                  <a:moveTo>
                    <a:pt x="0" y="1"/>
                  </a:moveTo>
                  <a:lnTo>
                    <a:pt x="0" y="1"/>
                  </a:lnTo>
                  <a:cubicBezTo>
                    <a:pt x="167" y="79"/>
                    <a:pt x="345" y="156"/>
                    <a:pt x="533" y="245"/>
                  </a:cubicBezTo>
                  <a:cubicBezTo>
                    <a:pt x="345" y="156"/>
                    <a:pt x="167" y="79"/>
                    <a:pt x="0"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61">
              <a:extLst>
                <a:ext uri="{FF2B5EF4-FFF2-40B4-BE49-F238E27FC236}">
                  <a16:creationId xmlns:a16="http://schemas.microsoft.com/office/drawing/2014/main" id="{69CBC7CB-8AB7-A680-2376-13578C17728F}"/>
                </a:ext>
              </a:extLst>
            </p:cNvPr>
            <p:cNvSpPr/>
            <p:nvPr/>
          </p:nvSpPr>
          <p:spPr>
            <a:xfrm>
              <a:off x="1849825" y="3650375"/>
              <a:ext cx="56400" cy="42225"/>
            </a:xfrm>
            <a:custGeom>
              <a:avLst/>
              <a:gdLst/>
              <a:ahLst/>
              <a:cxnLst/>
              <a:rect l="l" t="t" r="r" b="b"/>
              <a:pathLst>
                <a:path w="2256" h="1689" extrusionOk="0">
                  <a:moveTo>
                    <a:pt x="1278" y="0"/>
                  </a:moveTo>
                  <a:cubicBezTo>
                    <a:pt x="1212" y="0"/>
                    <a:pt x="1145" y="22"/>
                    <a:pt x="1089" y="67"/>
                  </a:cubicBezTo>
                  <a:cubicBezTo>
                    <a:pt x="856" y="222"/>
                    <a:pt x="111" y="778"/>
                    <a:pt x="0" y="1056"/>
                  </a:cubicBezTo>
                  <a:cubicBezTo>
                    <a:pt x="89" y="1089"/>
                    <a:pt x="190" y="1133"/>
                    <a:pt x="289" y="1178"/>
                  </a:cubicBezTo>
                  <a:cubicBezTo>
                    <a:pt x="456" y="1256"/>
                    <a:pt x="634" y="1333"/>
                    <a:pt x="822" y="1422"/>
                  </a:cubicBezTo>
                  <a:cubicBezTo>
                    <a:pt x="822" y="1422"/>
                    <a:pt x="834" y="1422"/>
                    <a:pt x="834" y="1434"/>
                  </a:cubicBezTo>
                  <a:lnTo>
                    <a:pt x="856" y="1434"/>
                  </a:lnTo>
                  <a:cubicBezTo>
                    <a:pt x="956" y="1478"/>
                    <a:pt x="1056" y="1533"/>
                    <a:pt x="1167" y="1578"/>
                  </a:cubicBezTo>
                  <a:lnTo>
                    <a:pt x="1178" y="1578"/>
                  </a:lnTo>
                  <a:lnTo>
                    <a:pt x="1178" y="1589"/>
                  </a:lnTo>
                  <a:lnTo>
                    <a:pt x="1412" y="1689"/>
                  </a:lnTo>
                  <a:cubicBezTo>
                    <a:pt x="1345" y="1545"/>
                    <a:pt x="1267" y="1400"/>
                    <a:pt x="1178" y="1244"/>
                  </a:cubicBezTo>
                  <a:cubicBezTo>
                    <a:pt x="1133" y="1145"/>
                    <a:pt x="1178" y="1044"/>
                    <a:pt x="1278" y="1034"/>
                  </a:cubicBezTo>
                  <a:cubicBezTo>
                    <a:pt x="1812" y="989"/>
                    <a:pt x="2167" y="800"/>
                    <a:pt x="2256" y="412"/>
                  </a:cubicBezTo>
                  <a:cubicBezTo>
                    <a:pt x="2167" y="412"/>
                    <a:pt x="2089" y="367"/>
                    <a:pt x="2022" y="333"/>
                  </a:cubicBezTo>
                  <a:cubicBezTo>
                    <a:pt x="1778" y="212"/>
                    <a:pt x="1511" y="0"/>
                    <a:pt x="1278"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61">
              <a:extLst>
                <a:ext uri="{FF2B5EF4-FFF2-40B4-BE49-F238E27FC236}">
                  <a16:creationId xmlns:a16="http://schemas.microsoft.com/office/drawing/2014/main" id="{0C72550D-11AD-475A-D8D3-845081EE8DBF}"/>
                </a:ext>
              </a:extLst>
            </p:cNvPr>
            <p:cNvSpPr/>
            <p:nvPr/>
          </p:nvSpPr>
          <p:spPr>
            <a:xfrm>
              <a:off x="1760675" y="3562900"/>
              <a:ext cx="128350" cy="149625"/>
            </a:xfrm>
            <a:custGeom>
              <a:avLst/>
              <a:gdLst/>
              <a:ahLst/>
              <a:cxnLst/>
              <a:rect l="l" t="t" r="r" b="b"/>
              <a:pathLst>
                <a:path w="5134" h="5985" extrusionOk="0">
                  <a:moveTo>
                    <a:pt x="400" y="0"/>
                  </a:moveTo>
                  <a:cubicBezTo>
                    <a:pt x="347" y="0"/>
                    <a:pt x="878" y="2333"/>
                    <a:pt x="845" y="2433"/>
                  </a:cubicBezTo>
                  <a:cubicBezTo>
                    <a:pt x="745" y="2722"/>
                    <a:pt x="678" y="3000"/>
                    <a:pt x="523" y="3277"/>
                  </a:cubicBezTo>
                  <a:cubicBezTo>
                    <a:pt x="156" y="3888"/>
                    <a:pt x="1" y="4377"/>
                    <a:pt x="690" y="4877"/>
                  </a:cubicBezTo>
                  <a:cubicBezTo>
                    <a:pt x="989" y="5099"/>
                    <a:pt x="1356" y="5210"/>
                    <a:pt x="1712" y="5321"/>
                  </a:cubicBezTo>
                  <a:cubicBezTo>
                    <a:pt x="1534" y="5355"/>
                    <a:pt x="1378" y="5454"/>
                    <a:pt x="1256" y="5588"/>
                  </a:cubicBezTo>
                  <a:cubicBezTo>
                    <a:pt x="1502" y="5620"/>
                    <a:pt x="1750" y="5636"/>
                    <a:pt x="1999" y="5636"/>
                  </a:cubicBezTo>
                  <a:cubicBezTo>
                    <a:pt x="2267" y="5636"/>
                    <a:pt x="2535" y="5617"/>
                    <a:pt x="2800" y="5577"/>
                  </a:cubicBezTo>
                  <a:lnTo>
                    <a:pt x="2800" y="5577"/>
                  </a:lnTo>
                  <a:cubicBezTo>
                    <a:pt x="2589" y="5677"/>
                    <a:pt x="2389" y="5799"/>
                    <a:pt x="2211" y="5955"/>
                  </a:cubicBezTo>
                  <a:cubicBezTo>
                    <a:pt x="2344" y="5975"/>
                    <a:pt x="2480" y="5985"/>
                    <a:pt x="2616" y="5985"/>
                  </a:cubicBezTo>
                  <a:cubicBezTo>
                    <a:pt x="2932" y="5985"/>
                    <a:pt x="3252" y="5930"/>
                    <a:pt x="3556" y="5821"/>
                  </a:cubicBezTo>
                  <a:cubicBezTo>
                    <a:pt x="3867" y="5710"/>
                    <a:pt x="4178" y="5533"/>
                    <a:pt x="4322" y="5244"/>
                  </a:cubicBezTo>
                  <a:cubicBezTo>
                    <a:pt x="4467" y="4943"/>
                    <a:pt x="4388" y="4521"/>
                    <a:pt x="4089" y="4388"/>
                  </a:cubicBezTo>
                  <a:cubicBezTo>
                    <a:pt x="4411" y="4321"/>
                    <a:pt x="4722" y="4111"/>
                    <a:pt x="4833" y="3788"/>
                  </a:cubicBezTo>
                  <a:cubicBezTo>
                    <a:pt x="4911" y="3544"/>
                    <a:pt x="4844" y="3255"/>
                    <a:pt x="4667" y="3089"/>
                  </a:cubicBezTo>
                  <a:cubicBezTo>
                    <a:pt x="4611" y="3033"/>
                    <a:pt x="4544" y="2988"/>
                    <a:pt x="4467" y="2966"/>
                  </a:cubicBezTo>
                  <a:lnTo>
                    <a:pt x="4467" y="2966"/>
                  </a:lnTo>
                  <a:cubicBezTo>
                    <a:pt x="4480" y="2967"/>
                    <a:pt x="4493" y="2968"/>
                    <a:pt x="4506" y="2968"/>
                  </a:cubicBezTo>
                  <a:cubicBezTo>
                    <a:pt x="4738" y="2968"/>
                    <a:pt x="4968" y="2787"/>
                    <a:pt x="5011" y="2555"/>
                  </a:cubicBezTo>
                  <a:cubicBezTo>
                    <a:pt x="5133" y="1877"/>
                    <a:pt x="4022" y="1800"/>
                    <a:pt x="3600" y="1689"/>
                  </a:cubicBezTo>
                  <a:cubicBezTo>
                    <a:pt x="2867" y="1500"/>
                    <a:pt x="1122" y="189"/>
                    <a:pt x="401" y="0"/>
                  </a:cubicBezTo>
                  <a:cubicBezTo>
                    <a:pt x="401" y="0"/>
                    <a:pt x="401" y="0"/>
                    <a:pt x="400"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61">
              <a:extLst>
                <a:ext uri="{FF2B5EF4-FFF2-40B4-BE49-F238E27FC236}">
                  <a16:creationId xmlns:a16="http://schemas.microsoft.com/office/drawing/2014/main" id="{20947572-9D4D-8D86-B4FF-70A3B21D10A2}"/>
                </a:ext>
              </a:extLst>
            </p:cNvPr>
            <p:cNvSpPr/>
            <p:nvPr/>
          </p:nvSpPr>
          <p:spPr>
            <a:xfrm>
              <a:off x="1817050" y="3649800"/>
              <a:ext cx="63625" cy="52475"/>
            </a:xfrm>
            <a:custGeom>
              <a:avLst/>
              <a:gdLst/>
              <a:ahLst/>
              <a:cxnLst/>
              <a:rect l="l" t="t" r="r" b="b"/>
              <a:pathLst>
                <a:path w="2545" h="2099" extrusionOk="0">
                  <a:moveTo>
                    <a:pt x="969" y="434"/>
                  </a:moveTo>
                  <a:cubicBezTo>
                    <a:pt x="1025" y="434"/>
                    <a:pt x="1082" y="449"/>
                    <a:pt x="1134" y="479"/>
                  </a:cubicBezTo>
                  <a:cubicBezTo>
                    <a:pt x="1178" y="501"/>
                    <a:pt x="1212" y="534"/>
                    <a:pt x="1256" y="568"/>
                  </a:cubicBezTo>
                  <a:cubicBezTo>
                    <a:pt x="1134" y="546"/>
                    <a:pt x="1012" y="501"/>
                    <a:pt x="889" y="445"/>
                  </a:cubicBezTo>
                  <a:cubicBezTo>
                    <a:pt x="915" y="438"/>
                    <a:pt x="942" y="434"/>
                    <a:pt x="969" y="434"/>
                  </a:cubicBezTo>
                  <a:close/>
                  <a:moveTo>
                    <a:pt x="2111" y="1"/>
                  </a:moveTo>
                  <a:lnTo>
                    <a:pt x="2067" y="57"/>
                  </a:lnTo>
                  <a:lnTo>
                    <a:pt x="2412" y="356"/>
                  </a:lnTo>
                  <a:cubicBezTo>
                    <a:pt x="2166" y="520"/>
                    <a:pt x="1876" y="602"/>
                    <a:pt x="1583" y="602"/>
                  </a:cubicBezTo>
                  <a:cubicBezTo>
                    <a:pt x="1519" y="602"/>
                    <a:pt x="1454" y="598"/>
                    <a:pt x="1390" y="590"/>
                  </a:cubicBezTo>
                  <a:cubicBezTo>
                    <a:pt x="1323" y="524"/>
                    <a:pt x="1256" y="457"/>
                    <a:pt x="1167" y="412"/>
                  </a:cubicBezTo>
                  <a:cubicBezTo>
                    <a:pt x="1108" y="377"/>
                    <a:pt x="1032" y="354"/>
                    <a:pt x="958" y="354"/>
                  </a:cubicBezTo>
                  <a:cubicBezTo>
                    <a:pt x="894" y="354"/>
                    <a:pt x="830" y="371"/>
                    <a:pt x="778" y="412"/>
                  </a:cubicBezTo>
                  <a:lnTo>
                    <a:pt x="734" y="457"/>
                  </a:lnTo>
                  <a:lnTo>
                    <a:pt x="790" y="479"/>
                  </a:lnTo>
                  <a:cubicBezTo>
                    <a:pt x="967" y="579"/>
                    <a:pt x="1156" y="635"/>
                    <a:pt x="1345" y="667"/>
                  </a:cubicBezTo>
                  <a:lnTo>
                    <a:pt x="1390" y="712"/>
                  </a:lnTo>
                  <a:cubicBezTo>
                    <a:pt x="1456" y="801"/>
                    <a:pt x="1534" y="890"/>
                    <a:pt x="1578" y="1001"/>
                  </a:cubicBezTo>
                  <a:cubicBezTo>
                    <a:pt x="1600" y="1079"/>
                    <a:pt x="1600" y="1201"/>
                    <a:pt x="1523" y="1267"/>
                  </a:cubicBezTo>
                  <a:cubicBezTo>
                    <a:pt x="1478" y="1290"/>
                    <a:pt x="1434" y="1301"/>
                    <a:pt x="1378" y="1301"/>
                  </a:cubicBezTo>
                  <a:cubicBezTo>
                    <a:pt x="1311" y="1257"/>
                    <a:pt x="1222" y="1223"/>
                    <a:pt x="1134" y="1212"/>
                  </a:cubicBezTo>
                  <a:lnTo>
                    <a:pt x="934" y="1178"/>
                  </a:lnTo>
                  <a:lnTo>
                    <a:pt x="1111" y="1279"/>
                  </a:lnTo>
                  <a:cubicBezTo>
                    <a:pt x="1200" y="1334"/>
                    <a:pt x="1278" y="1368"/>
                    <a:pt x="1356" y="1378"/>
                  </a:cubicBezTo>
                  <a:cubicBezTo>
                    <a:pt x="1422" y="1423"/>
                    <a:pt x="1478" y="1479"/>
                    <a:pt x="1511" y="1556"/>
                  </a:cubicBezTo>
                  <a:cubicBezTo>
                    <a:pt x="1578" y="1701"/>
                    <a:pt x="1545" y="1889"/>
                    <a:pt x="1422" y="1968"/>
                  </a:cubicBezTo>
                  <a:cubicBezTo>
                    <a:pt x="1364" y="2008"/>
                    <a:pt x="1293" y="2022"/>
                    <a:pt x="1219" y="2022"/>
                  </a:cubicBezTo>
                  <a:cubicBezTo>
                    <a:pt x="1153" y="2022"/>
                    <a:pt x="1086" y="2011"/>
                    <a:pt x="1023" y="2001"/>
                  </a:cubicBezTo>
                  <a:cubicBezTo>
                    <a:pt x="689" y="1945"/>
                    <a:pt x="345" y="1812"/>
                    <a:pt x="45" y="1623"/>
                  </a:cubicBezTo>
                  <a:lnTo>
                    <a:pt x="1" y="1690"/>
                  </a:lnTo>
                  <a:cubicBezTo>
                    <a:pt x="312" y="1879"/>
                    <a:pt x="656" y="2012"/>
                    <a:pt x="1012" y="2079"/>
                  </a:cubicBezTo>
                  <a:cubicBezTo>
                    <a:pt x="1076" y="2089"/>
                    <a:pt x="1147" y="2099"/>
                    <a:pt x="1218" y="2099"/>
                  </a:cubicBezTo>
                  <a:cubicBezTo>
                    <a:pt x="1306" y="2099"/>
                    <a:pt x="1393" y="2083"/>
                    <a:pt x="1467" y="2034"/>
                  </a:cubicBezTo>
                  <a:cubicBezTo>
                    <a:pt x="1467" y="2023"/>
                    <a:pt x="1478" y="2023"/>
                    <a:pt x="1489" y="2023"/>
                  </a:cubicBezTo>
                  <a:cubicBezTo>
                    <a:pt x="1622" y="1912"/>
                    <a:pt x="1667" y="1690"/>
                    <a:pt x="1578" y="1523"/>
                  </a:cubicBezTo>
                  <a:cubicBezTo>
                    <a:pt x="1556" y="1467"/>
                    <a:pt x="1523" y="1412"/>
                    <a:pt x="1478" y="1368"/>
                  </a:cubicBezTo>
                  <a:cubicBezTo>
                    <a:pt x="1511" y="1368"/>
                    <a:pt x="1534" y="1346"/>
                    <a:pt x="1567" y="1323"/>
                  </a:cubicBezTo>
                  <a:cubicBezTo>
                    <a:pt x="1678" y="1245"/>
                    <a:pt x="1689" y="1090"/>
                    <a:pt x="1645" y="968"/>
                  </a:cubicBezTo>
                  <a:cubicBezTo>
                    <a:pt x="1612" y="857"/>
                    <a:pt x="1534" y="756"/>
                    <a:pt x="1456" y="679"/>
                  </a:cubicBezTo>
                  <a:lnTo>
                    <a:pt x="1456" y="679"/>
                  </a:lnTo>
                  <a:cubicBezTo>
                    <a:pt x="1494" y="681"/>
                    <a:pt x="1531" y="682"/>
                    <a:pt x="1568" y="682"/>
                  </a:cubicBezTo>
                  <a:cubicBezTo>
                    <a:pt x="1906" y="682"/>
                    <a:pt x="2230" y="590"/>
                    <a:pt x="2500" y="390"/>
                  </a:cubicBezTo>
                  <a:lnTo>
                    <a:pt x="2545" y="368"/>
                  </a:lnTo>
                  <a:lnTo>
                    <a:pt x="21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61">
              <a:extLst>
                <a:ext uri="{FF2B5EF4-FFF2-40B4-BE49-F238E27FC236}">
                  <a16:creationId xmlns:a16="http://schemas.microsoft.com/office/drawing/2014/main" id="{456870EF-F221-20CA-0241-3ED56EBB538F}"/>
                </a:ext>
              </a:extLst>
            </p:cNvPr>
            <p:cNvSpPr/>
            <p:nvPr/>
          </p:nvSpPr>
          <p:spPr>
            <a:xfrm>
              <a:off x="1980650" y="3557825"/>
              <a:ext cx="12800" cy="11750"/>
            </a:xfrm>
            <a:custGeom>
              <a:avLst/>
              <a:gdLst/>
              <a:ahLst/>
              <a:cxnLst/>
              <a:rect l="l" t="t" r="r" b="b"/>
              <a:pathLst>
                <a:path w="512" h="470" extrusionOk="0">
                  <a:moveTo>
                    <a:pt x="39" y="0"/>
                  </a:moveTo>
                  <a:cubicBezTo>
                    <a:pt x="12" y="0"/>
                    <a:pt x="0" y="30"/>
                    <a:pt x="11" y="114"/>
                  </a:cubicBezTo>
                  <a:cubicBezTo>
                    <a:pt x="22" y="236"/>
                    <a:pt x="45" y="347"/>
                    <a:pt x="77" y="470"/>
                  </a:cubicBezTo>
                  <a:cubicBezTo>
                    <a:pt x="222" y="458"/>
                    <a:pt x="366" y="403"/>
                    <a:pt x="489" y="325"/>
                  </a:cubicBezTo>
                  <a:cubicBezTo>
                    <a:pt x="489" y="314"/>
                    <a:pt x="500" y="314"/>
                    <a:pt x="500" y="303"/>
                  </a:cubicBezTo>
                  <a:cubicBezTo>
                    <a:pt x="511" y="281"/>
                    <a:pt x="489" y="258"/>
                    <a:pt x="467" y="248"/>
                  </a:cubicBezTo>
                  <a:cubicBezTo>
                    <a:pt x="366" y="192"/>
                    <a:pt x="267" y="125"/>
                    <a:pt x="166" y="70"/>
                  </a:cubicBezTo>
                  <a:cubicBezTo>
                    <a:pt x="114" y="35"/>
                    <a:pt x="68" y="0"/>
                    <a:pt x="39"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61">
              <a:extLst>
                <a:ext uri="{FF2B5EF4-FFF2-40B4-BE49-F238E27FC236}">
                  <a16:creationId xmlns:a16="http://schemas.microsoft.com/office/drawing/2014/main" id="{356E1139-0C34-505E-FEEB-D559887B7E31}"/>
                </a:ext>
              </a:extLst>
            </p:cNvPr>
            <p:cNvSpPr/>
            <p:nvPr/>
          </p:nvSpPr>
          <p:spPr>
            <a:xfrm>
              <a:off x="1989225" y="3577225"/>
              <a:ext cx="10875" cy="8725"/>
            </a:xfrm>
            <a:custGeom>
              <a:avLst/>
              <a:gdLst/>
              <a:ahLst/>
              <a:cxnLst/>
              <a:rect l="l" t="t" r="r" b="b"/>
              <a:pathLst>
                <a:path w="435" h="349" extrusionOk="0">
                  <a:moveTo>
                    <a:pt x="36" y="1"/>
                  </a:moveTo>
                  <a:cubicBezTo>
                    <a:pt x="10" y="1"/>
                    <a:pt x="0" y="19"/>
                    <a:pt x="23" y="82"/>
                  </a:cubicBezTo>
                  <a:cubicBezTo>
                    <a:pt x="45" y="183"/>
                    <a:pt x="90" y="260"/>
                    <a:pt x="134" y="349"/>
                  </a:cubicBezTo>
                  <a:cubicBezTo>
                    <a:pt x="245" y="316"/>
                    <a:pt x="346" y="249"/>
                    <a:pt x="423" y="171"/>
                  </a:cubicBezTo>
                  <a:cubicBezTo>
                    <a:pt x="423" y="171"/>
                    <a:pt x="435" y="161"/>
                    <a:pt x="435" y="149"/>
                  </a:cubicBezTo>
                  <a:cubicBezTo>
                    <a:pt x="435" y="138"/>
                    <a:pt x="412" y="127"/>
                    <a:pt x="401" y="116"/>
                  </a:cubicBezTo>
                  <a:cubicBezTo>
                    <a:pt x="312" y="94"/>
                    <a:pt x="223" y="60"/>
                    <a:pt x="134" y="27"/>
                  </a:cubicBezTo>
                  <a:cubicBezTo>
                    <a:pt x="97" y="17"/>
                    <a:pt x="60" y="1"/>
                    <a:pt x="36"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61">
              <a:extLst>
                <a:ext uri="{FF2B5EF4-FFF2-40B4-BE49-F238E27FC236}">
                  <a16:creationId xmlns:a16="http://schemas.microsoft.com/office/drawing/2014/main" id="{2AD7C239-DF3B-C360-E828-6ACBB9138CFA}"/>
                </a:ext>
              </a:extLst>
            </p:cNvPr>
            <p:cNvSpPr/>
            <p:nvPr/>
          </p:nvSpPr>
          <p:spPr>
            <a:xfrm>
              <a:off x="1995700" y="3595750"/>
              <a:ext cx="12725" cy="9950"/>
            </a:xfrm>
            <a:custGeom>
              <a:avLst/>
              <a:gdLst/>
              <a:ahLst/>
              <a:cxnLst/>
              <a:rect l="l" t="t" r="r" b="b"/>
              <a:pathLst>
                <a:path w="509" h="398" extrusionOk="0">
                  <a:moveTo>
                    <a:pt x="49" y="0"/>
                  </a:moveTo>
                  <a:cubicBezTo>
                    <a:pt x="14" y="0"/>
                    <a:pt x="0" y="23"/>
                    <a:pt x="31" y="97"/>
                  </a:cubicBezTo>
                  <a:cubicBezTo>
                    <a:pt x="65" y="208"/>
                    <a:pt x="109" y="308"/>
                    <a:pt x="164" y="397"/>
                  </a:cubicBezTo>
                  <a:cubicBezTo>
                    <a:pt x="287" y="363"/>
                    <a:pt x="398" y="297"/>
                    <a:pt x="487" y="197"/>
                  </a:cubicBezTo>
                  <a:cubicBezTo>
                    <a:pt x="497" y="197"/>
                    <a:pt x="509" y="186"/>
                    <a:pt x="509" y="175"/>
                  </a:cubicBezTo>
                  <a:cubicBezTo>
                    <a:pt x="509" y="153"/>
                    <a:pt x="487" y="141"/>
                    <a:pt x="465" y="141"/>
                  </a:cubicBezTo>
                  <a:cubicBezTo>
                    <a:pt x="364" y="108"/>
                    <a:pt x="265" y="64"/>
                    <a:pt x="164" y="30"/>
                  </a:cubicBezTo>
                  <a:cubicBezTo>
                    <a:pt x="120" y="15"/>
                    <a:pt x="77" y="0"/>
                    <a:pt x="49"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61">
              <a:extLst>
                <a:ext uri="{FF2B5EF4-FFF2-40B4-BE49-F238E27FC236}">
                  <a16:creationId xmlns:a16="http://schemas.microsoft.com/office/drawing/2014/main" id="{2AC09830-00F4-593F-224E-11923BFAE730}"/>
                </a:ext>
              </a:extLst>
            </p:cNvPr>
            <p:cNvSpPr/>
            <p:nvPr/>
          </p:nvSpPr>
          <p:spPr>
            <a:xfrm>
              <a:off x="1456300" y="3248350"/>
              <a:ext cx="357725" cy="482850"/>
            </a:xfrm>
            <a:custGeom>
              <a:avLst/>
              <a:gdLst/>
              <a:ahLst/>
              <a:cxnLst/>
              <a:rect l="l" t="t" r="r" b="b"/>
              <a:pathLst>
                <a:path w="14309" h="19314" extrusionOk="0">
                  <a:moveTo>
                    <a:pt x="7590" y="0"/>
                  </a:moveTo>
                  <a:cubicBezTo>
                    <a:pt x="6955" y="0"/>
                    <a:pt x="6325" y="105"/>
                    <a:pt x="5721" y="385"/>
                  </a:cubicBezTo>
                  <a:cubicBezTo>
                    <a:pt x="4810" y="807"/>
                    <a:pt x="4033" y="1484"/>
                    <a:pt x="3366" y="2229"/>
                  </a:cubicBezTo>
                  <a:cubicBezTo>
                    <a:pt x="1722" y="4029"/>
                    <a:pt x="633" y="6384"/>
                    <a:pt x="567" y="8816"/>
                  </a:cubicBezTo>
                  <a:cubicBezTo>
                    <a:pt x="556" y="9016"/>
                    <a:pt x="556" y="9238"/>
                    <a:pt x="656" y="9416"/>
                  </a:cubicBezTo>
                  <a:cubicBezTo>
                    <a:pt x="789" y="9283"/>
                    <a:pt x="922" y="9161"/>
                    <a:pt x="1045" y="9028"/>
                  </a:cubicBezTo>
                  <a:lnTo>
                    <a:pt x="1045" y="9028"/>
                  </a:lnTo>
                  <a:cubicBezTo>
                    <a:pt x="378" y="10571"/>
                    <a:pt x="1" y="12249"/>
                    <a:pt x="134" y="13926"/>
                  </a:cubicBezTo>
                  <a:cubicBezTo>
                    <a:pt x="189" y="14748"/>
                    <a:pt x="389" y="15560"/>
                    <a:pt x="712" y="16315"/>
                  </a:cubicBezTo>
                  <a:cubicBezTo>
                    <a:pt x="1011" y="16992"/>
                    <a:pt x="1478" y="17925"/>
                    <a:pt x="2100" y="18359"/>
                  </a:cubicBezTo>
                  <a:cubicBezTo>
                    <a:pt x="3212" y="19121"/>
                    <a:pt x="4689" y="19314"/>
                    <a:pt x="6053" y="19314"/>
                  </a:cubicBezTo>
                  <a:cubicBezTo>
                    <a:pt x="6337" y="19314"/>
                    <a:pt x="6617" y="19305"/>
                    <a:pt x="6888" y="19292"/>
                  </a:cubicBezTo>
                  <a:cubicBezTo>
                    <a:pt x="7510" y="19258"/>
                    <a:pt x="8132" y="19203"/>
                    <a:pt x="8754" y="19137"/>
                  </a:cubicBezTo>
                  <a:cubicBezTo>
                    <a:pt x="9710" y="19025"/>
                    <a:pt x="10676" y="18836"/>
                    <a:pt x="11631" y="18759"/>
                  </a:cubicBezTo>
                  <a:cubicBezTo>
                    <a:pt x="12498" y="18692"/>
                    <a:pt x="13309" y="18303"/>
                    <a:pt x="13720" y="17492"/>
                  </a:cubicBezTo>
                  <a:cubicBezTo>
                    <a:pt x="14026" y="16900"/>
                    <a:pt x="14061" y="16221"/>
                    <a:pt x="14045" y="15549"/>
                  </a:cubicBezTo>
                  <a:lnTo>
                    <a:pt x="14045" y="15549"/>
                  </a:lnTo>
                  <a:cubicBezTo>
                    <a:pt x="14053" y="15571"/>
                    <a:pt x="14063" y="15593"/>
                    <a:pt x="14075" y="15615"/>
                  </a:cubicBezTo>
                  <a:cubicBezTo>
                    <a:pt x="14153" y="15426"/>
                    <a:pt x="14186" y="15204"/>
                    <a:pt x="14198" y="14993"/>
                  </a:cubicBezTo>
                  <a:cubicBezTo>
                    <a:pt x="14309" y="12460"/>
                    <a:pt x="12531" y="10305"/>
                    <a:pt x="12453" y="7838"/>
                  </a:cubicBezTo>
                  <a:cubicBezTo>
                    <a:pt x="12442" y="7450"/>
                    <a:pt x="12475" y="7061"/>
                    <a:pt x="12554" y="6661"/>
                  </a:cubicBezTo>
                  <a:cubicBezTo>
                    <a:pt x="12631" y="6328"/>
                    <a:pt x="12742" y="6006"/>
                    <a:pt x="12798" y="5661"/>
                  </a:cubicBezTo>
                  <a:cubicBezTo>
                    <a:pt x="13020" y="4506"/>
                    <a:pt x="12653" y="3306"/>
                    <a:pt x="12065" y="2284"/>
                  </a:cubicBezTo>
                  <a:cubicBezTo>
                    <a:pt x="11453" y="1229"/>
                    <a:pt x="10654" y="507"/>
                    <a:pt x="9465" y="240"/>
                  </a:cubicBezTo>
                  <a:cubicBezTo>
                    <a:pt x="8848" y="102"/>
                    <a:pt x="8216" y="0"/>
                    <a:pt x="7590"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61">
              <a:extLst>
                <a:ext uri="{FF2B5EF4-FFF2-40B4-BE49-F238E27FC236}">
                  <a16:creationId xmlns:a16="http://schemas.microsoft.com/office/drawing/2014/main" id="{A10D4E55-218C-ABA3-C9FD-E7E1C83A2D46}"/>
                </a:ext>
              </a:extLst>
            </p:cNvPr>
            <p:cNvSpPr/>
            <p:nvPr/>
          </p:nvSpPr>
          <p:spPr>
            <a:xfrm>
              <a:off x="1474075" y="3474025"/>
              <a:ext cx="8350" cy="21675"/>
            </a:xfrm>
            <a:custGeom>
              <a:avLst/>
              <a:gdLst/>
              <a:ahLst/>
              <a:cxnLst/>
              <a:rect l="l" t="t" r="r" b="b"/>
              <a:pathLst>
                <a:path w="334" h="867" extrusionOk="0">
                  <a:moveTo>
                    <a:pt x="334" y="1"/>
                  </a:moveTo>
                  <a:cubicBezTo>
                    <a:pt x="145" y="189"/>
                    <a:pt x="67" y="544"/>
                    <a:pt x="1" y="867"/>
                  </a:cubicBezTo>
                  <a:cubicBezTo>
                    <a:pt x="100" y="567"/>
                    <a:pt x="211" y="289"/>
                    <a:pt x="334" y="1"/>
                  </a:cubicBezTo>
                  <a:close/>
                </a:path>
              </a:pathLst>
            </a:custGeom>
            <a:solidFill>
              <a:srgbClr val="CAB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61">
              <a:extLst>
                <a:ext uri="{FF2B5EF4-FFF2-40B4-BE49-F238E27FC236}">
                  <a16:creationId xmlns:a16="http://schemas.microsoft.com/office/drawing/2014/main" id="{582C660E-B8E9-B9D5-CEA8-F7B7C1929F0C}"/>
                </a:ext>
              </a:extLst>
            </p:cNvPr>
            <p:cNvSpPr/>
            <p:nvPr/>
          </p:nvSpPr>
          <p:spPr>
            <a:xfrm>
              <a:off x="1445750" y="3329600"/>
              <a:ext cx="313850" cy="308300"/>
            </a:xfrm>
            <a:custGeom>
              <a:avLst/>
              <a:gdLst/>
              <a:ahLst/>
              <a:cxnLst/>
              <a:rect l="l" t="t" r="r" b="b"/>
              <a:pathLst>
                <a:path w="12554" h="12332" extrusionOk="0">
                  <a:moveTo>
                    <a:pt x="2955" y="1"/>
                  </a:moveTo>
                  <a:cubicBezTo>
                    <a:pt x="1833" y="1567"/>
                    <a:pt x="1100" y="3411"/>
                    <a:pt x="1000" y="5333"/>
                  </a:cubicBezTo>
                  <a:lnTo>
                    <a:pt x="989" y="5344"/>
                  </a:lnTo>
                  <a:lnTo>
                    <a:pt x="989" y="5355"/>
                  </a:lnTo>
                  <a:lnTo>
                    <a:pt x="989" y="5378"/>
                  </a:lnTo>
                  <a:lnTo>
                    <a:pt x="989" y="5388"/>
                  </a:lnTo>
                  <a:lnTo>
                    <a:pt x="989" y="5400"/>
                  </a:lnTo>
                  <a:lnTo>
                    <a:pt x="989" y="5410"/>
                  </a:lnTo>
                  <a:lnTo>
                    <a:pt x="989" y="5422"/>
                  </a:lnTo>
                  <a:lnTo>
                    <a:pt x="989" y="5433"/>
                  </a:lnTo>
                  <a:lnTo>
                    <a:pt x="989" y="5444"/>
                  </a:lnTo>
                  <a:lnTo>
                    <a:pt x="989" y="5455"/>
                  </a:lnTo>
                  <a:lnTo>
                    <a:pt x="989" y="5466"/>
                  </a:lnTo>
                  <a:lnTo>
                    <a:pt x="989" y="5477"/>
                  </a:lnTo>
                  <a:lnTo>
                    <a:pt x="989" y="5489"/>
                  </a:lnTo>
                  <a:lnTo>
                    <a:pt x="989" y="5499"/>
                  </a:lnTo>
                  <a:lnTo>
                    <a:pt x="989" y="5511"/>
                  </a:lnTo>
                  <a:lnTo>
                    <a:pt x="989" y="5522"/>
                  </a:lnTo>
                  <a:lnTo>
                    <a:pt x="989" y="5533"/>
                  </a:lnTo>
                  <a:lnTo>
                    <a:pt x="989" y="5544"/>
                  </a:lnTo>
                  <a:lnTo>
                    <a:pt x="989" y="5555"/>
                  </a:lnTo>
                  <a:lnTo>
                    <a:pt x="989" y="5566"/>
                  </a:lnTo>
                  <a:lnTo>
                    <a:pt x="989" y="5588"/>
                  </a:lnTo>
                  <a:cubicBezTo>
                    <a:pt x="978" y="5788"/>
                    <a:pt x="989" y="5988"/>
                    <a:pt x="1078" y="6166"/>
                  </a:cubicBezTo>
                  <a:lnTo>
                    <a:pt x="1278" y="5966"/>
                  </a:lnTo>
                  <a:cubicBezTo>
                    <a:pt x="1344" y="5911"/>
                    <a:pt x="1400" y="5844"/>
                    <a:pt x="1467" y="5778"/>
                  </a:cubicBezTo>
                  <a:lnTo>
                    <a:pt x="1467" y="5778"/>
                  </a:lnTo>
                  <a:cubicBezTo>
                    <a:pt x="1344" y="6066"/>
                    <a:pt x="1233" y="6344"/>
                    <a:pt x="1134" y="6644"/>
                  </a:cubicBezTo>
                  <a:cubicBezTo>
                    <a:pt x="1100" y="6810"/>
                    <a:pt x="1067" y="6977"/>
                    <a:pt x="1033" y="7111"/>
                  </a:cubicBezTo>
                  <a:cubicBezTo>
                    <a:pt x="922" y="7444"/>
                    <a:pt x="0" y="10409"/>
                    <a:pt x="989" y="12332"/>
                  </a:cubicBezTo>
                  <a:cubicBezTo>
                    <a:pt x="1400" y="12009"/>
                    <a:pt x="2067" y="11643"/>
                    <a:pt x="2633" y="11643"/>
                  </a:cubicBezTo>
                  <a:cubicBezTo>
                    <a:pt x="2699" y="11643"/>
                    <a:pt x="2766" y="11643"/>
                    <a:pt x="2833" y="11654"/>
                  </a:cubicBezTo>
                  <a:cubicBezTo>
                    <a:pt x="3099" y="11698"/>
                    <a:pt x="3322" y="11732"/>
                    <a:pt x="3600" y="11732"/>
                  </a:cubicBezTo>
                  <a:lnTo>
                    <a:pt x="3689" y="11732"/>
                  </a:lnTo>
                  <a:cubicBezTo>
                    <a:pt x="3933" y="11732"/>
                    <a:pt x="4188" y="11754"/>
                    <a:pt x="4355" y="11954"/>
                  </a:cubicBezTo>
                  <a:cubicBezTo>
                    <a:pt x="4555" y="12187"/>
                    <a:pt x="4899" y="12265"/>
                    <a:pt x="5210" y="12265"/>
                  </a:cubicBezTo>
                  <a:lnTo>
                    <a:pt x="5388" y="12265"/>
                  </a:lnTo>
                  <a:cubicBezTo>
                    <a:pt x="5699" y="12231"/>
                    <a:pt x="5999" y="12110"/>
                    <a:pt x="6310" y="12043"/>
                  </a:cubicBezTo>
                  <a:cubicBezTo>
                    <a:pt x="6499" y="11998"/>
                    <a:pt x="6688" y="11976"/>
                    <a:pt x="6876" y="11976"/>
                  </a:cubicBezTo>
                  <a:cubicBezTo>
                    <a:pt x="6999" y="11976"/>
                    <a:pt x="7121" y="11987"/>
                    <a:pt x="7243" y="12009"/>
                  </a:cubicBezTo>
                  <a:cubicBezTo>
                    <a:pt x="7565" y="12076"/>
                    <a:pt x="7876" y="12209"/>
                    <a:pt x="8199" y="12254"/>
                  </a:cubicBezTo>
                  <a:cubicBezTo>
                    <a:pt x="8288" y="12265"/>
                    <a:pt x="8387" y="12276"/>
                    <a:pt x="8476" y="12276"/>
                  </a:cubicBezTo>
                  <a:cubicBezTo>
                    <a:pt x="8920" y="12276"/>
                    <a:pt x="9399" y="12142"/>
                    <a:pt x="9809" y="12021"/>
                  </a:cubicBezTo>
                  <a:cubicBezTo>
                    <a:pt x="10365" y="11854"/>
                    <a:pt x="10920" y="11621"/>
                    <a:pt x="11409" y="11298"/>
                  </a:cubicBezTo>
                  <a:cubicBezTo>
                    <a:pt x="11865" y="11021"/>
                    <a:pt x="12342" y="10609"/>
                    <a:pt x="12465" y="10066"/>
                  </a:cubicBezTo>
                  <a:cubicBezTo>
                    <a:pt x="12553" y="9721"/>
                    <a:pt x="12409" y="9454"/>
                    <a:pt x="12198" y="9199"/>
                  </a:cubicBezTo>
                  <a:cubicBezTo>
                    <a:pt x="12020" y="8965"/>
                    <a:pt x="11865" y="8743"/>
                    <a:pt x="11720" y="8477"/>
                  </a:cubicBezTo>
                  <a:cubicBezTo>
                    <a:pt x="11576" y="8199"/>
                    <a:pt x="11443" y="7899"/>
                    <a:pt x="11253" y="7644"/>
                  </a:cubicBezTo>
                  <a:cubicBezTo>
                    <a:pt x="11087" y="7422"/>
                    <a:pt x="10887" y="7321"/>
                    <a:pt x="10609" y="7266"/>
                  </a:cubicBezTo>
                  <a:cubicBezTo>
                    <a:pt x="10443" y="7244"/>
                    <a:pt x="10265" y="7232"/>
                    <a:pt x="10087" y="7232"/>
                  </a:cubicBezTo>
                  <a:cubicBezTo>
                    <a:pt x="9876" y="7232"/>
                    <a:pt x="9676" y="7244"/>
                    <a:pt x="9465" y="7255"/>
                  </a:cubicBezTo>
                  <a:cubicBezTo>
                    <a:pt x="9254" y="7266"/>
                    <a:pt x="9054" y="7288"/>
                    <a:pt x="8854" y="7288"/>
                  </a:cubicBezTo>
                  <a:lnTo>
                    <a:pt x="8843" y="7288"/>
                  </a:lnTo>
                  <a:cubicBezTo>
                    <a:pt x="7787" y="7288"/>
                    <a:pt x="6799" y="6688"/>
                    <a:pt x="6266" y="5788"/>
                  </a:cubicBezTo>
                  <a:cubicBezTo>
                    <a:pt x="5777" y="4966"/>
                    <a:pt x="5654" y="3978"/>
                    <a:pt x="5299" y="3089"/>
                  </a:cubicBezTo>
                  <a:cubicBezTo>
                    <a:pt x="4877" y="2045"/>
                    <a:pt x="4066" y="523"/>
                    <a:pt x="2955" y="1"/>
                  </a:cubicBezTo>
                  <a:close/>
                </a:path>
              </a:pathLst>
            </a:custGeom>
            <a:solidFill>
              <a:srgbClr val="6E3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61">
              <a:extLst>
                <a:ext uri="{FF2B5EF4-FFF2-40B4-BE49-F238E27FC236}">
                  <a16:creationId xmlns:a16="http://schemas.microsoft.com/office/drawing/2014/main" id="{D6F2CF14-5A30-F5E1-2506-90514A050F4C}"/>
                </a:ext>
              </a:extLst>
            </p:cNvPr>
            <p:cNvSpPr/>
            <p:nvPr/>
          </p:nvSpPr>
          <p:spPr>
            <a:xfrm>
              <a:off x="1555725" y="3250450"/>
              <a:ext cx="117500" cy="37800"/>
            </a:xfrm>
            <a:custGeom>
              <a:avLst/>
              <a:gdLst/>
              <a:ahLst/>
              <a:cxnLst/>
              <a:rect l="l" t="t" r="r" b="b"/>
              <a:pathLst>
                <a:path w="4700" h="1512" extrusionOk="0">
                  <a:moveTo>
                    <a:pt x="4666" y="0"/>
                  </a:moveTo>
                  <a:cubicBezTo>
                    <a:pt x="4677" y="0"/>
                    <a:pt x="4688" y="0"/>
                    <a:pt x="4699" y="12"/>
                  </a:cubicBezTo>
                  <a:cubicBezTo>
                    <a:pt x="4688" y="0"/>
                    <a:pt x="4677" y="0"/>
                    <a:pt x="4677" y="0"/>
                  </a:cubicBezTo>
                  <a:close/>
                  <a:moveTo>
                    <a:pt x="1744" y="301"/>
                  </a:moveTo>
                  <a:cubicBezTo>
                    <a:pt x="1100" y="601"/>
                    <a:pt x="511" y="1012"/>
                    <a:pt x="1" y="1511"/>
                  </a:cubicBezTo>
                  <a:cubicBezTo>
                    <a:pt x="522" y="1023"/>
                    <a:pt x="1100" y="601"/>
                    <a:pt x="1744" y="301"/>
                  </a:cubicBez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61">
              <a:extLst>
                <a:ext uri="{FF2B5EF4-FFF2-40B4-BE49-F238E27FC236}">
                  <a16:creationId xmlns:a16="http://schemas.microsoft.com/office/drawing/2014/main" id="{F24C260C-C298-A3D4-A2E1-8BEB33150545}"/>
                </a:ext>
              </a:extLst>
            </p:cNvPr>
            <p:cNvSpPr/>
            <p:nvPr/>
          </p:nvSpPr>
          <p:spPr>
            <a:xfrm>
              <a:off x="1530175" y="3248525"/>
              <a:ext cx="232750" cy="180800"/>
            </a:xfrm>
            <a:custGeom>
              <a:avLst/>
              <a:gdLst/>
              <a:ahLst/>
              <a:cxnLst/>
              <a:rect l="l" t="t" r="r" b="b"/>
              <a:pathLst>
                <a:path w="9310" h="7232" extrusionOk="0">
                  <a:moveTo>
                    <a:pt x="4655" y="0"/>
                  </a:moveTo>
                  <a:cubicBezTo>
                    <a:pt x="4010" y="0"/>
                    <a:pt x="3366" y="100"/>
                    <a:pt x="2766" y="378"/>
                  </a:cubicBezTo>
                  <a:cubicBezTo>
                    <a:pt x="2122" y="677"/>
                    <a:pt x="1544" y="1099"/>
                    <a:pt x="1023" y="1588"/>
                  </a:cubicBezTo>
                  <a:cubicBezTo>
                    <a:pt x="855" y="1755"/>
                    <a:pt x="700" y="1922"/>
                    <a:pt x="544" y="2111"/>
                  </a:cubicBezTo>
                  <a:cubicBezTo>
                    <a:pt x="344" y="2355"/>
                    <a:pt x="156" y="2632"/>
                    <a:pt x="1" y="2911"/>
                  </a:cubicBezTo>
                  <a:cubicBezTo>
                    <a:pt x="467" y="3000"/>
                    <a:pt x="867" y="3343"/>
                    <a:pt x="1167" y="3721"/>
                  </a:cubicBezTo>
                  <a:cubicBezTo>
                    <a:pt x="1455" y="4110"/>
                    <a:pt x="1667" y="4555"/>
                    <a:pt x="1922" y="4965"/>
                  </a:cubicBezTo>
                  <a:cubicBezTo>
                    <a:pt x="2178" y="5377"/>
                    <a:pt x="2522" y="5787"/>
                    <a:pt x="3000" y="5876"/>
                  </a:cubicBezTo>
                  <a:cubicBezTo>
                    <a:pt x="3099" y="5888"/>
                    <a:pt x="3200" y="5898"/>
                    <a:pt x="3299" y="5932"/>
                  </a:cubicBezTo>
                  <a:cubicBezTo>
                    <a:pt x="3477" y="6010"/>
                    <a:pt x="3588" y="6187"/>
                    <a:pt x="3699" y="6343"/>
                  </a:cubicBezTo>
                  <a:cubicBezTo>
                    <a:pt x="4055" y="6832"/>
                    <a:pt x="4622" y="7165"/>
                    <a:pt x="5222" y="7221"/>
                  </a:cubicBezTo>
                  <a:cubicBezTo>
                    <a:pt x="5288" y="7232"/>
                    <a:pt x="5355" y="7232"/>
                    <a:pt x="5432" y="7232"/>
                  </a:cubicBezTo>
                  <a:cubicBezTo>
                    <a:pt x="5966" y="7232"/>
                    <a:pt x="6499" y="7032"/>
                    <a:pt x="6888" y="6676"/>
                  </a:cubicBezTo>
                  <a:cubicBezTo>
                    <a:pt x="6999" y="6577"/>
                    <a:pt x="7099" y="6454"/>
                    <a:pt x="7232" y="6387"/>
                  </a:cubicBezTo>
                  <a:cubicBezTo>
                    <a:pt x="7399" y="6288"/>
                    <a:pt x="7610" y="6276"/>
                    <a:pt x="7787" y="6199"/>
                  </a:cubicBezTo>
                  <a:cubicBezTo>
                    <a:pt x="7987" y="6110"/>
                    <a:pt x="8132" y="5965"/>
                    <a:pt x="8354" y="5866"/>
                  </a:cubicBezTo>
                  <a:cubicBezTo>
                    <a:pt x="8698" y="5721"/>
                    <a:pt x="8954" y="5499"/>
                    <a:pt x="9143" y="5165"/>
                  </a:cubicBezTo>
                  <a:cubicBezTo>
                    <a:pt x="9199" y="5044"/>
                    <a:pt x="9265" y="4921"/>
                    <a:pt x="9310" y="4788"/>
                  </a:cubicBezTo>
                  <a:cubicBezTo>
                    <a:pt x="9199" y="3511"/>
                    <a:pt x="8654" y="2277"/>
                    <a:pt x="7799" y="1322"/>
                  </a:cubicBezTo>
                  <a:cubicBezTo>
                    <a:pt x="7199" y="633"/>
                    <a:pt x="6621" y="222"/>
                    <a:pt x="5721" y="89"/>
                  </a:cubicBezTo>
                  <a:cubicBezTo>
                    <a:pt x="5710" y="77"/>
                    <a:pt x="5699" y="77"/>
                    <a:pt x="5688" y="77"/>
                  </a:cubicBezTo>
                  <a:cubicBezTo>
                    <a:pt x="5343" y="33"/>
                    <a:pt x="5000" y="0"/>
                    <a:pt x="4655"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61">
              <a:extLst>
                <a:ext uri="{FF2B5EF4-FFF2-40B4-BE49-F238E27FC236}">
                  <a16:creationId xmlns:a16="http://schemas.microsoft.com/office/drawing/2014/main" id="{F507B69B-9E00-2FFD-8240-799DE92F592C}"/>
                </a:ext>
              </a:extLst>
            </p:cNvPr>
            <p:cNvSpPr/>
            <p:nvPr/>
          </p:nvSpPr>
          <p:spPr>
            <a:xfrm>
              <a:off x="1691250" y="3596500"/>
              <a:ext cx="92500" cy="103050"/>
            </a:xfrm>
            <a:custGeom>
              <a:avLst/>
              <a:gdLst/>
              <a:ahLst/>
              <a:cxnLst/>
              <a:rect l="l" t="t" r="r" b="b"/>
              <a:pathLst>
                <a:path w="3700" h="4122" extrusionOk="0">
                  <a:moveTo>
                    <a:pt x="3588" y="0"/>
                  </a:moveTo>
                  <a:cubicBezTo>
                    <a:pt x="3566" y="12"/>
                    <a:pt x="3544" y="12"/>
                    <a:pt x="3511" y="22"/>
                  </a:cubicBezTo>
                  <a:cubicBezTo>
                    <a:pt x="3588" y="222"/>
                    <a:pt x="3600" y="422"/>
                    <a:pt x="3600" y="567"/>
                  </a:cubicBezTo>
                  <a:cubicBezTo>
                    <a:pt x="3611" y="1400"/>
                    <a:pt x="3233" y="2233"/>
                    <a:pt x="2589" y="2767"/>
                  </a:cubicBezTo>
                  <a:cubicBezTo>
                    <a:pt x="2556" y="2644"/>
                    <a:pt x="2533" y="2522"/>
                    <a:pt x="2533" y="2389"/>
                  </a:cubicBezTo>
                  <a:cubicBezTo>
                    <a:pt x="2544" y="2311"/>
                    <a:pt x="2544" y="2244"/>
                    <a:pt x="2533" y="2167"/>
                  </a:cubicBezTo>
                  <a:lnTo>
                    <a:pt x="2489" y="1789"/>
                  </a:lnTo>
                  <a:lnTo>
                    <a:pt x="2455" y="2167"/>
                  </a:lnTo>
                  <a:cubicBezTo>
                    <a:pt x="2445" y="2233"/>
                    <a:pt x="2445" y="2311"/>
                    <a:pt x="2445" y="2389"/>
                  </a:cubicBezTo>
                  <a:cubicBezTo>
                    <a:pt x="2400" y="2678"/>
                    <a:pt x="2178" y="2933"/>
                    <a:pt x="1978" y="3111"/>
                  </a:cubicBezTo>
                  <a:cubicBezTo>
                    <a:pt x="1534" y="3522"/>
                    <a:pt x="967" y="3789"/>
                    <a:pt x="378" y="3900"/>
                  </a:cubicBezTo>
                  <a:cubicBezTo>
                    <a:pt x="256" y="3922"/>
                    <a:pt x="78" y="3944"/>
                    <a:pt x="1" y="4088"/>
                  </a:cubicBezTo>
                  <a:lnTo>
                    <a:pt x="78" y="4122"/>
                  </a:lnTo>
                  <a:cubicBezTo>
                    <a:pt x="134" y="4021"/>
                    <a:pt x="278" y="3999"/>
                    <a:pt x="389" y="3977"/>
                  </a:cubicBezTo>
                  <a:cubicBezTo>
                    <a:pt x="1000" y="3866"/>
                    <a:pt x="1578" y="3589"/>
                    <a:pt x="2033" y="3177"/>
                  </a:cubicBezTo>
                  <a:cubicBezTo>
                    <a:pt x="2200" y="3033"/>
                    <a:pt x="2378" y="2833"/>
                    <a:pt x="2467" y="2589"/>
                  </a:cubicBezTo>
                  <a:cubicBezTo>
                    <a:pt x="2489" y="2678"/>
                    <a:pt x="2500" y="2767"/>
                    <a:pt x="2533" y="2844"/>
                  </a:cubicBezTo>
                  <a:lnTo>
                    <a:pt x="2556" y="2900"/>
                  </a:lnTo>
                  <a:lnTo>
                    <a:pt x="2600" y="2866"/>
                  </a:lnTo>
                  <a:cubicBezTo>
                    <a:pt x="3277" y="2322"/>
                    <a:pt x="3699" y="1434"/>
                    <a:pt x="3689" y="567"/>
                  </a:cubicBezTo>
                  <a:cubicBezTo>
                    <a:pt x="3677" y="422"/>
                    <a:pt x="3667" y="212"/>
                    <a:pt x="3588"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61">
              <a:extLst>
                <a:ext uri="{FF2B5EF4-FFF2-40B4-BE49-F238E27FC236}">
                  <a16:creationId xmlns:a16="http://schemas.microsoft.com/office/drawing/2014/main" id="{248CB184-5C00-1428-D339-CC02EC404339}"/>
                </a:ext>
              </a:extLst>
            </p:cNvPr>
            <p:cNvSpPr/>
            <p:nvPr/>
          </p:nvSpPr>
          <p:spPr>
            <a:xfrm>
              <a:off x="1631275" y="3635325"/>
              <a:ext cx="185925" cy="143650"/>
            </a:xfrm>
            <a:custGeom>
              <a:avLst/>
              <a:gdLst/>
              <a:ahLst/>
              <a:cxnLst/>
              <a:rect l="l" t="t" r="r" b="b"/>
              <a:pathLst>
                <a:path w="7437" h="5746" extrusionOk="0">
                  <a:moveTo>
                    <a:pt x="5858" y="0"/>
                  </a:moveTo>
                  <a:cubicBezTo>
                    <a:pt x="5582" y="0"/>
                    <a:pt x="5299" y="84"/>
                    <a:pt x="5066" y="224"/>
                  </a:cubicBezTo>
                  <a:cubicBezTo>
                    <a:pt x="4644" y="469"/>
                    <a:pt x="4343" y="869"/>
                    <a:pt x="4054" y="1258"/>
                  </a:cubicBezTo>
                  <a:cubicBezTo>
                    <a:pt x="3588" y="1891"/>
                    <a:pt x="3121" y="2524"/>
                    <a:pt x="2655" y="3147"/>
                  </a:cubicBezTo>
                  <a:cubicBezTo>
                    <a:pt x="2518" y="3332"/>
                    <a:pt x="2329" y="3536"/>
                    <a:pt x="2111" y="3536"/>
                  </a:cubicBezTo>
                  <a:cubicBezTo>
                    <a:pt x="2082" y="3536"/>
                    <a:pt x="2052" y="3532"/>
                    <a:pt x="2022" y="3524"/>
                  </a:cubicBezTo>
                  <a:cubicBezTo>
                    <a:pt x="1922" y="3502"/>
                    <a:pt x="1844" y="3446"/>
                    <a:pt x="1766" y="3391"/>
                  </a:cubicBezTo>
                  <a:cubicBezTo>
                    <a:pt x="1511" y="3211"/>
                    <a:pt x="1247" y="2918"/>
                    <a:pt x="969" y="2918"/>
                  </a:cubicBezTo>
                  <a:cubicBezTo>
                    <a:pt x="920" y="2918"/>
                    <a:pt x="871" y="2927"/>
                    <a:pt x="822" y="2947"/>
                  </a:cubicBezTo>
                  <a:cubicBezTo>
                    <a:pt x="533" y="3068"/>
                    <a:pt x="178" y="3858"/>
                    <a:pt x="0" y="4113"/>
                  </a:cubicBezTo>
                  <a:lnTo>
                    <a:pt x="1933" y="5379"/>
                  </a:lnTo>
                  <a:cubicBezTo>
                    <a:pt x="2245" y="5587"/>
                    <a:pt x="2500" y="5746"/>
                    <a:pt x="2767" y="5746"/>
                  </a:cubicBezTo>
                  <a:cubicBezTo>
                    <a:pt x="2956" y="5746"/>
                    <a:pt x="3151" y="5666"/>
                    <a:pt x="3377" y="5468"/>
                  </a:cubicBezTo>
                  <a:cubicBezTo>
                    <a:pt x="3943" y="4968"/>
                    <a:pt x="4299" y="4290"/>
                    <a:pt x="4710" y="3668"/>
                  </a:cubicBezTo>
                  <a:cubicBezTo>
                    <a:pt x="5121" y="3046"/>
                    <a:pt x="5654" y="2436"/>
                    <a:pt x="6387" y="2213"/>
                  </a:cubicBezTo>
                  <a:cubicBezTo>
                    <a:pt x="6521" y="2169"/>
                    <a:pt x="6654" y="2135"/>
                    <a:pt x="6765" y="2069"/>
                  </a:cubicBezTo>
                  <a:cubicBezTo>
                    <a:pt x="7436" y="1637"/>
                    <a:pt x="6180" y="1504"/>
                    <a:pt x="5658" y="1504"/>
                  </a:cubicBezTo>
                  <a:cubicBezTo>
                    <a:pt x="5576" y="1504"/>
                    <a:pt x="5511" y="1507"/>
                    <a:pt x="5476" y="1513"/>
                  </a:cubicBezTo>
                  <a:cubicBezTo>
                    <a:pt x="5876" y="1424"/>
                    <a:pt x="6288" y="1335"/>
                    <a:pt x="6688" y="1246"/>
                  </a:cubicBezTo>
                  <a:cubicBezTo>
                    <a:pt x="6777" y="1224"/>
                    <a:pt x="6865" y="1191"/>
                    <a:pt x="6865" y="1113"/>
                  </a:cubicBezTo>
                  <a:cubicBezTo>
                    <a:pt x="6865" y="1058"/>
                    <a:pt x="6809" y="1014"/>
                    <a:pt x="6754" y="980"/>
                  </a:cubicBezTo>
                  <a:cubicBezTo>
                    <a:pt x="6538" y="854"/>
                    <a:pt x="6282" y="790"/>
                    <a:pt x="6028" y="790"/>
                  </a:cubicBezTo>
                  <a:cubicBezTo>
                    <a:pt x="5879" y="790"/>
                    <a:pt x="5731" y="812"/>
                    <a:pt x="5591" y="857"/>
                  </a:cubicBezTo>
                  <a:lnTo>
                    <a:pt x="5591" y="857"/>
                  </a:lnTo>
                  <a:cubicBezTo>
                    <a:pt x="5901" y="757"/>
                    <a:pt x="6200" y="646"/>
                    <a:pt x="6498" y="547"/>
                  </a:cubicBezTo>
                  <a:cubicBezTo>
                    <a:pt x="6543" y="525"/>
                    <a:pt x="6587" y="513"/>
                    <a:pt x="6609" y="480"/>
                  </a:cubicBezTo>
                  <a:cubicBezTo>
                    <a:pt x="6698" y="392"/>
                    <a:pt x="6599" y="247"/>
                    <a:pt x="6488" y="180"/>
                  </a:cubicBezTo>
                  <a:cubicBezTo>
                    <a:pt x="6303" y="56"/>
                    <a:pt x="6083" y="0"/>
                    <a:pt x="585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61">
              <a:extLst>
                <a:ext uri="{FF2B5EF4-FFF2-40B4-BE49-F238E27FC236}">
                  <a16:creationId xmlns:a16="http://schemas.microsoft.com/office/drawing/2014/main" id="{E1E82230-DB4F-7A80-6987-0A11F564BDF9}"/>
                </a:ext>
              </a:extLst>
            </p:cNvPr>
            <p:cNvSpPr/>
            <p:nvPr/>
          </p:nvSpPr>
          <p:spPr>
            <a:xfrm>
              <a:off x="1788850" y="3676525"/>
              <a:ext cx="14075" cy="9975"/>
            </a:xfrm>
            <a:custGeom>
              <a:avLst/>
              <a:gdLst/>
              <a:ahLst/>
              <a:cxnLst/>
              <a:rect l="l" t="t" r="r" b="b"/>
              <a:pathLst>
                <a:path w="563" h="399" extrusionOk="0">
                  <a:moveTo>
                    <a:pt x="65" y="1"/>
                  </a:moveTo>
                  <a:cubicBezTo>
                    <a:pt x="20" y="1"/>
                    <a:pt x="0" y="24"/>
                    <a:pt x="40" y="109"/>
                  </a:cubicBezTo>
                  <a:cubicBezTo>
                    <a:pt x="84" y="210"/>
                    <a:pt x="140" y="309"/>
                    <a:pt x="207" y="398"/>
                  </a:cubicBezTo>
                  <a:cubicBezTo>
                    <a:pt x="340" y="343"/>
                    <a:pt x="462" y="265"/>
                    <a:pt x="551" y="154"/>
                  </a:cubicBezTo>
                  <a:cubicBezTo>
                    <a:pt x="551" y="154"/>
                    <a:pt x="562" y="143"/>
                    <a:pt x="562" y="132"/>
                  </a:cubicBezTo>
                  <a:cubicBezTo>
                    <a:pt x="562" y="109"/>
                    <a:pt x="540" y="99"/>
                    <a:pt x="518" y="99"/>
                  </a:cubicBezTo>
                  <a:cubicBezTo>
                    <a:pt x="407" y="77"/>
                    <a:pt x="296" y="43"/>
                    <a:pt x="185" y="21"/>
                  </a:cubicBezTo>
                  <a:cubicBezTo>
                    <a:pt x="140" y="12"/>
                    <a:pt x="96" y="1"/>
                    <a:pt x="6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61">
              <a:extLst>
                <a:ext uri="{FF2B5EF4-FFF2-40B4-BE49-F238E27FC236}">
                  <a16:creationId xmlns:a16="http://schemas.microsoft.com/office/drawing/2014/main" id="{0CA27F83-CFA3-BCE8-2C26-84B1260401D1}"/>
                </a:ext>
              </a:extLst>
            </p:cNvPr>
            <p:cNvSpPr/>
            <p:nvPr/>
          </p:nvSpPr>
          <p:spPr>
            <a:xfrm>
              <a:off x="1679300" y="3722575"/>
              <a:ext cx="5325" cy="1125"/>
            </a:xfrm>
            <a:custGeom>
              <a:avLst/>
              <a:gdLst/>
              <a:ahLst/>
              <a:cxnLst/>
              <a:rect l="l" t="t" r="r" b="b"/>
              <a:pathLst>
                <a:path w="213" h="45" extrusionOk="0">
                  <a:moveTo>
                    <a:pt x="1" y="0"/>
                  </a:moveTo>
                  <a:cubicBezTo>
                    <a:pt x="34" y="12"/>
                    <a:pt x="67" y="34"/>
                    <a:pt x="101" y="34"/>
                  </a:cubicBezTo>
                  <a:cubicBezTo>
                    <a:pt x="123" y="45"/>
                    <a:pt x="156" y="45"/>
                    <a:pt x="178" y="45"/>
                  </a:cubicBezTo>
                  <a:lnTo>
                    <a:pt x="212" y="45"/>
                  </a:lnTo>
                  <a:lnTo>
                    <a:pt x="212" y="45"/>
                  </a:lnTo>
                  <a:lnTo>
                    <a:pt x="178" y="45"/>
                  </a:lnTo>
                  <a:cubicBezTo>
                    <a:pt x="156" y="45"/>
                    <a:pt x="123" y="45"/>
                    <a:pt x="101" y="34"/>
                  </a:cubicBezTo>
                  <a:cubicBezTo>
                    <a:pt x="67" y="34"/>
                    <a:pt x="34" y="12"/>
                    <a:pt x="1" y="0"/>
                  </a:cubicBezTo>
                  <a:close/>
                </a:path>
              </a:pathLst>
            </a:custGeom>
            <a:solidFill>
              <a:srgbClr val="975E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61">
              <a:extLst>
                <a:ext uri="{FF2B5EF4-FFF2-40B4-BE49-F238E27FC236}">
                  <a16:creationId xmlns:a16="http://schemas.microsoft.com/office/drawing/2014/main" id="{AD7AC98F-047F-39E4-9763-B0C41F6AD942}"/>
                </a:ext>
              </a:extLst>
            </p:cNvPr>
            <p:cNvSpPr/>
            <p:nvPr/>
          </p:nvSpPr>
          <p:spPr>
            <a:xfrm>
              <a:off x="1631275" y="3738125"/>
              <a:ext cx="18350" cy="11975"/>
            </a:xfrm>
            <a:custGeom>
              <a:avLst/>
              <a:gdLst/>
              <a:ahLst/>
              <a:cxnLst/>
              <a:rect l="l" t="t" r="r" b="b"/>
              <a:pathLst>
                <a:path w="734" h="479" extrusionOk="0">
                  <a:moveTo>
                    <a:pt x="0" y="1"/>
                  </a:moveTo>
                  <a:cubicBezTo>
                    <a:pt x="245" y="168"/>
                    <a:pt x="489" y="323"/>
                    <a:pt x="733" y="479"/>
                  </a:cubicBezTo>
                  <a:lnTo>
                    <a:pt x="733" y="479"/>
                  </a:lnTo>
                  <a:cubicBezTo>
                    <a:pt x="489" y="323"/>
                    <a:pt x="245" y="168"/>
                    <a:pt x="0"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61">
              <a:extLst>
                <a:ext uri="{FF2B5EF4-FFF2-40B4-BE49-F238E27FC236}">
                  <a16:creationId xmlns:a16="http://schemas.microsoft.com/office/drawing/2014/main" id="{B57F8D23-C194-6410-65E4-D4505434F269}"/>
                </a:ext>
              </a:extLst>
            </p:cNvPr>
            <p:cNvSpPr/>
            <p:nvPr/>
          </p:nvSpPr>
          <p:spPr>
            <a:xfrm>
              <a:off x="1649600" y="3750075"/>
              <a:ext cx="2500" cy="1700"/>
            </a:xfrm>
            <a:custGeom>
              <a:avLst/>
              <a:gdLst/>
              <a:ahLst/>
              <a:cxnLst/>
              <a:rect l="l" t="t" r="r" b="b"/>
              <a:pathLst>
                <a:path w="100" h="68" extrusionOk="0">
                  <a:moveTo>
                    <a:pt x="0" y="1"/>
                  </a:moveTo>
                  <a:lnTo>
                    <a:pt x="100" y="67"/>
                  </a:lnTo>
                  <a:lnTo>
                    <a:pt x="100" y="67"/>
                  </a:lnTo>
                  <a:lnTo>
                    <a:pt x="0" y="1"/>
                  </a:lnTo>
                  <a:close/>
                </a:path>
              </a:pathLst>
            </a:custGeom>
            <a:solidFill>
              <a:srgbClr val="6A5E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61">
              <a:extLst>
                <a:ext uri="{FF2B5EF4-FFF2-40B4-BE49-F238E27FC236}">
                  <a16:creationId xmlns:a16="http://schemas.microsoft.com/office/drawing/2014/main" id="{AEBDD080-9D6D-6E05-7523-07275C3BC23E}"/>
                </a:ext>
              </a:extLst>
            </p:cNvPr>
            <p:cNvSpPr/>
            <p:nvPr/>
          </p:nvSpPr>
          <p:spPr>
            <a:xfrm>
              <a:off x="1631275" y="3708125"/>
              <a:ext cx="62500" cy="48100"/>
            </a:xfrm>
            <a:custGeom>
              <a:avLst/>
              <a:gdLst/>
              <a:ahLst/>
              <a:cxnLst/>
              <a:rect l="l" t="t" r="r" b="b"/>
              <a:pathLst>
                <a:path w="2500" h="1924" extrusionOk="0">
                  <a:moveTo>
                    <a:pt x="978" y="1"/>
                  </a:moveTo>
                  <a:cubicBezTo>
                    <a:pt x="922" y="1"/>
                    <a:pt x="877" y="12"/>
                    <a:pt x="822" y="35"/>
                  </a:cubicBezTo>
                  <a:cubicBezTo>
                    <a:pt x="533" y="156"/>
                    <a:pt x="178" y="946"/>
                    <a:pt x="0" y="1201"/>
                  </a:cubicBezTo>
                  <a:cubicBezTo>
                    <a:pt x="245" y="1368"/>
                    <a:pt x="489" y="1523"/>
                    <a:pt x="733" y="1679"/>
                  </a:cubicBezTo>
                  <a:lnTo>
                    <a:pt x="833" y="1745"/>
                  </a:lnTo>
                  <a:cubicBezTo>
                    <a:pt x="1089" y="1823"/>
                    <a:pt x="1400" y="1923"/>
                    <a:pt x="1689" y="1923"/>
                  </a:cubicBezTo>
                  <a:cubicBezTo>
                    <a:pt x="1855" y="1923"/>
                    <a:pt x="2010" y="1889"/>
                    <a:pt x="2144" y="1778"/>
                  </a:cubicBezTo>
                  <a:cubicBezTo>
                    <a:pt x="2499" y="1501"/>
                    <a:pt x="2355" y="1023"/>
                    <a:pt x="2133" y="623"/>
                  </a:cubicBezTo>
                  <a:lnTo>
                    <a:pt x="2099" y="623"/>
                  </a:lnTo>
                  <a:cubicBezTo>
                    <a:pt x="2077" y="623"/>
                    <a:pt x="2044" y="623"/>
                    <a:pt x="2022" y="612"/>
                  </a:cubicBezTo>
                  <a:cubicBezTo>
                    <a:pt x="1988" y="612"/>
                    <a:pt x="1955" y="590"/>
                    <a:pt x="1922" y="578"/>
                  </a:cubicBezTo>
                  <a:cubicBezTo>
                    <a:pt x="1866" y="556"/>
                    <a:pt x="1822" y="512"/>
                    <a:pt x="1766" y="479"/>
                  </a:cubicBezTo>
                  <a:cubicBezTo>
                    <a:pt x="1511" y="301"/>
                    <a:pt x="1255" y="1"/>
                    <a:pt x="978"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61">
              <a:extLst>
                <a:ext uri="{FF2B5EF4-FFF2-40B4-BE49-F238E27FC236}">
                  <a16:creationId xmlns:a16="http://schemas.microsoft.com/office/drawing/2014/main" id="{2F449D18-8822-EDBB-FB40-6F30D19B57AD}"/>
                </a:ext>
              </a:extLst>
            </p:cNvPr>
            <p:cNvSpPr/>
            <p:nvPr/>
          </p:nvSpPr>
          <p:spPr>
            <a:xfrm>
              <a:off x="1714025" y="3442375"/>
              <a:ext cx="89450" cy="108325"/>
            </a:xfrm>
            <a:custGeom>
              <a:avLst/>
              <a:gdLst/>
              <a:ahLst/>
              <a:cxnLst/>
              <a:rect l="l" t="t" r="r" b="b"/>
              <a:pathLst>
                <a:path w="3578" h="4333" extrusionOk="0">
                  <a:moveTo>
                    <a:pt x="1" y="0"/>
                  </a:moveTo>
                  <a:lnTo>
                    <a:pt x="1" y="4032"/>
                  </a:lnTo>
                  <a:lnTo>
                    <a:pt x="11" y="4032"/>
                  </a:lnTo>
                  <a:cubicBezTo>
                    <a:pt x="112" y="4199"/>
                    <a:pt x="878" y="4333"/>
                    <a:pt x="1789" y="4333"/>
                  </a:cubicBezTo>
                  <a:cubicBezTo>
                    <a:pt x="2711" y="4333"/>
                    <a:pt x="3477" y="4199"/>
                    <a:pt x="3566" y="4032"/>
                  </a:cubicBezTo>
                  <a:lnTo>
                    <a:pt x="3578" y="4032"/>
                  </a:lnTo>
                  <a:lnTo>
                    <a:pt x="35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61">
              <a:extLst>
                <a:ext uri="{FF2B5EF4-FFF2-40B4-BE49-F238E27FC236}">
                  <a16:creationId xmlns:a16="http://schemas.microsoft.com/office/drawing/2014/main" id="{E1A36A0E-148F-5A3E-29EF-A3AA8A1A2DB1}"/>
                </a:ext>
              </a:extLst>
            </p:cNvPr>
            <p:cNvSpPr/>
            <p:nvPr/>
          </p:nvSpPr>
          <p:spPr>
            <a:xfrm>
              <a:off x="1714025" y="3435150"/>
              <a:ext cx="89450" cy="16675"/>
            </a:xfrm>
            <a:custGeom>
              <a:avLst/>
              <a:gdLst/>
              <a:ahLst/>
              <a:cxnLst/>
              <a:rect l="l" t="t" r="r" b="b"/>
              <a:pathLst>
                <a:path w="3578" h="667" extrusionOk="0">
                  <a:moveTo>
                    <a:pt x="1789" y="0"/>
                  </a:moveTo>
                  <a:cubicBezTo>
                    <a:pt x="811" y="0"/>
                    <a:pt x="1" y="144"/>
                    <a:pt x="1" y="334"/>
                  </a:cubicBezTo>
                  <a:cubicBezTo>
                    <a:pt x="1" y="511"/>
                    <a:pt x="811" y="667"/>
                    <a:pt x="1789" y="667"/>
                  </a:cubicBezTo>
                  <a:cubicBezTo>
                    <a:pt x="2778" y="667"/>
                    <a:pt x="3578" y="511"/>
                    <a:pt x="3578" y="334"/>
                  </a:cubicBezTo>
                  <a:cubicBezTo>
                    <a:pt x="3578" y="144"/>
                    <a:pt x="2778" y="0"/>
                    <a:pt x="1789"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61">
              <a:extLst>
                <a:ext uri="{FF2B5EF4-FFF2-40B4-BE49-F238E27FC236}">
                  <a16:creationId xmlns:a16="http://schemas.microsoft.com/office/drawing/2014/main" id="{6B29CD5C-4521-70D5-9BC2-79AD08A734D5}"/>
                </a:ext>
              </a:extLst>
            </p:cNvPr>
            <p:cNvSpPr/>
            <p:nvPr/>
          </p:nvSpPr>
          <p:spPr>
            <a:xfrm>
              <a:off x="1714025" y="3435150"/>
              <a:ext cx="89450" cy="13050"/>
            </a:xfrm>
            <a:custGeom>
              <a:avLst/>
              <a:gdLst/>
              <a:ahLst/>
              <a:cxnLst/>
              <a:rect l="l" t="t" r="r" b="b"/>
              <a:pathLst>
                <a:path w="3578" h="522" extrusionOk="0">
                  <a:moveTo>
                    <a:pt x="1789" y="0"/>
                  </a:moveTo>
                  <a:cubicBezTo>
                    <a:pt x="811" y="0"/>
                    <a:pt x="1" y="144"/>
                    <a:pt x="1" y="334"/>
                  </a:cubicBezTo>
                  <a:cubicBezTo>
                    <a:pt x="1" y="400"/>
                    <a:pt x="112" y="467"/>
                    <a:pt x="312" y="522"/>
                  </a:cubicBezTo>
                  <a:cubicBezTo>
                    <a:pt x="623" y="422"/>
                    <a:pt x="1178" y="366"/>
                    <a:pt x="1789" y="366"/>
                  </a:cubicBezTo>
                  <a:cubicBezTo>
                    <a:pt x="2411" y="366"/>
                    <a:pt x="2956" y="422"/>
                    <a:pt x="3277" y="522"/>
                  </a:cubicBezTo>
                  <a:cubicBezTo>
                    <a:pt x="3467" y="467"/>
                    <a:pt x="3578" y="400"/>
                    <a:pt x="3578" y="334"/>
                  </a:cubicBezTo>
                  <a:cubicBezTo>
                    <a:pt x="3578" y="144"/>
                    <a:pt x="2778" y="0"/>
                    <a:pt x="1789"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61">
              <a:extLst>
                <a:ext uri="{FF2B5EF4-FFF2-40B4-BE49-F238E27FC236}">
                  <a16:creationId xmlns:a16="http://schemas.microsoft.com/office/drawing/2014/main" id="{ED532921-8588-4D8E-A2B1-720E08D14306}"/>
                </a:ext>
              </a:extLst>
            </p:cNvPr>
            <p:cNvSpPr/>
            <p:nvPr/>
          </p:nvSpPr>
          <p:spPr>
            <a:xfrm>
              <a:off x="1471000" y="3634350"/>
              <a:ext cx="203875" cy="138325"/>
            </a:xfrm>
            <a:custGeom>
              <a:avLst/>
              <a:gdLst/>
              <a:ahLst/>
              <a:cxnLst/>
              <a:rect l="l" t="t" r="r" b="b"/>
              <a:pathLst>
                <a:path w="8155" h="5533" extrusionOk="0">
                  <a:moveTo>
                    <a:pt x="4609" y="0"/>
                  </a:moveTo>
                  <a:cubicBezTo>
                    <a:pt x="4392" y="0"/>
                    <a:pt x="4190" y="72"/>
                    <a:pt x="4012" y="241"/>
                  </a:cubicBezTo>
                  <a:cubicBezTo>
                    <a:pt x="3079" y="1142"/>
                    <a:pt x="1" y="1808"/>
                    <a:pt x="1445" y="3085"/>
                  </a:cubicBezTo>
                  <a:cubicBezTo>
                    <a:pt x="1857" y="3452"/>
                    <a:pt x="3534" y="4240"/>
                    <a:pt x="3989" y="4551"/>
                  </a:cubicBezTo>
                  <a:cubicBezTo>
                    <a:pt x="3814" y="4598"/>
                    <a:pt x="3639" y="4621"/>
                    <a:pt x="3464" y="4621"/>
                  </a:cubicBezTo>
                  <a:cubicBezTo>
                    <a:pt x="3428" y="4621"/>
                    <a:pt x="3392" y="4620"/>
                    <a:pt x="3356" y="4618"/>
                  </a:cubicBezTo>
                  <a:lnTo>
                    <a:pt x="3356" y="4618"/>
                  </a:lnTo>
                  <a:cubicBezTo>
                    <a:pt x="3789" y="4985"/>
                    <a:pt x="4356" y="5196"/>
                    <a:pt x="4923" y="5196"/>
                  </a:cubicBezTo>
                  <a:cubicBezTo>
                    <a:pt x="4745" y="5262"/>
                    <a:pt x="4545" y="5296"/>
                    <a:pt x="4356" y="5296"/>
                  </a:cubicBezTo>
                  <a:cubicBezTo>
                    <a:pt x="4606" y="5471"/>
                    <a:pt x="4899" y="5532"/>
                    <a:pt x="5202" y="5532"/>
                  </a:cubicBezTo>
                  <a:cubicBezTo>
                    <a:pt x="5479" y="5532"/>
                    <a:pt x="5763" y="5481"/>
                    <a:pt x="6033" y="5418"/>
                  </a:cubicBezTo>
                  <a:cubicBezTo>
                    <a:pt x="6744" y="5240"/>
                    <a:pt x="7666" y="4119"/>
                    <a:pt x="7411" y="3430"/>
                  </a:cubicBezTo>
                  <a:lnTo>
                    <a:pt x="7411" y="3430"/>
                  </a:lnTo>
                  <a:cubicBezTo>
                    <a:pt x="7466" y="3444"/>
                    <a:pt x="7516" y="3453"/>
                    <a:pt x="7567" y="3453"/>
                  </a:cubicBezTo>
                  <a:cubicBezTo>
                    <a:pt x="7599" y="3453"/>
                    <a:pt x="7632" y="3449"/>
                    <a:pt x="7666" y="3441"/>
                  </a:cubicBezTo>
                  <a:cubicBezTo>
                    <a:pt x="7833" y="3396"/>
                    <a:pt x="7999" y="3252"/>
                    <a:pt x="8055" y="3085"/>
                  </a:cubicBezTo>
                  <a:cubicBezTo>
                    <a:pt x="8155" y="2830"/>
                    <a:pt x="8066" y="2541"/>
                    <a:pt x="7910" y="2308"/>
                  </a:cubicBezTo>
                  <a:cubicBezTo>
                    <a:pt x="7766" y="2085"/>
                    <a:pt x="7544" y="1919"/>
                    <a:pt x="7322" y="1764"/>
                  </a:cubicBezTo>
                  <a:cubicBezTo>
                    <a:pt x="6693" y="1278"/>
                    <a:pt x="5526" y="0"/>
                    <a:pt x="460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61">
              <a:extLst>
                <a:ext uri="{FF2B5EF4-FFF2-40B4-BE49-F238E27FC236}">
                  <a16:creationId xmlns:a16="http://schemas.microsoft.com/office/drawing/2014/main" id="{8081C484-FA6E-F821-1BA0-2C4FD743DF0C}"/>
                </a:ext>
              </a:extLst>
            </p:cNvPr>
            <p:cNvSpPr/>
            <p:nvPr/>
          </p:nvSpPr>
          <p:spPr>
            <a:xfrm>
              <a:off x="1567650" y="3718300"/>
              <a:ext cx="86675" cy="41750"/>
            </a:xfrm>
            <a:custGeom>
              <a:avLst/>
              <a:gdLst/>
              <a:ahLst/>
              <a:cxnLst/>
              <a:rect l="l" t="t" r="r" b="b"/>
              <a:pathLst>
                <a:path w="3467" h="1670" extrusionOk="0">
                  <a:moveTo>
                    <a:pt x="2258" y="82"/>
                  </a:moveTo>
                  <a:cubicBezTo>
                    <a:pt x="2277" y="82"/>
                    <a:pt x="2296" y="86"/>
                    <a:pt x="2311" y="94"/>
                  </a:cubicBezTo>
                  <a:cubicBezTo>
                    <a:pt x="2390" y="127"/>
                    <a:pt x="2445" y="216"/>
                    <a:pt x="2489" y="305"/>
                  </a:cubicBezTo>
                  <a:lnTo>
                    <a:pt x="2523" y="371"/>
                  </a:lnTo>
                  <a:cubicBezTo>
                    <a:pt x="2434" y="339"/>
                    <a:pt x="2356" y="316"/>
                    <a:pt x="2279" y="283"/>
                  </a:cubicBezTo>
                  <a:cubicBezTo>
                    <a:pt x="2190" y="250"/>
                    <a:pt x="2145" y="216"/>
                    <a:pt x="2145" y="171"/>
                  </a:cubicBezTo>
                  <a:lnTo>
                    <a:pt x="2145" y="149"/>
                  </a:lnTo>
                  <a:cubicBezTo>
                    <a:pt x="2145" y="139"/>
                    <a:pt x="2156" y="116"/>
                    <a:pt x="2167" y="116"/>
                  </a:cubicBezTo>
                  <a:cubicBezTo>
                    <a:pt x="2189" y="95"/>
                    <a:pt x="2224" y="82"/>
                    <a:pt x="2258" y="82"/>
                  </a:cubicBezTo>
                  <a:close/>
                  <a:moveTo>
                    <a:pt x="2262" y="0"/>
                  </a:moveTo>
                  <a:cubicBezTo>
                    <a:pt x="2212" y="0"/>
                    <a:pt x="2160" y="20"/>
                    <a:pt x="2123" y="50"/>
                  </a:cubicBezTo>
                  <a:cubicBezTo>
                    <a:pt x="2079" y="83"/>
                    <a:pt x="2056" y="139"/>
                    <a:pt x="2067" y="183"/>
                  </a:cubicBezTo>
                  <a:cubicBezTo>
                    <a:pt x="2079" y="283"/>
                    <a:pt x="2178" y="327"/>
                    <a:pt x="2245" y="361"/>
                  </a:cubicBezTo>
                  <a:lnTo>
                    <a:pt x="2545" y="460"/>
                  </a:lnTo>
                  <a:cubicBezTo>
                    <a:pt x="2567" y="516"/>
                    <a:pt x="2567" y="583"/>
                    <a:pt x="2534" y="627"/>
                  </a:cubicBezTo>
                  <a:cubicBezTo>
                    <a:pt x="2487" y="702"/>
                    <a:pt x="2393" y="730"/>
                    <a:pt x="2311" y="730"/>
                  </a:cubicBezTo>
                  <a:cubicBezTo>
                    <a:pt x="2296" y="730"/>
                    <a:pt x="2281" y="729"/>
                    <a:pt x="2267" y="727"/>
                  </a:cubicBezTo>
                  <a:lnTo>
                    <a:pt x="2245" y="727"/>
                  </a:lnTo>
                  <a:cubicBezTo>
                    <a:pt x="2156" y="650"/>
                    <a:pt x="2056" y="605"/>
                    <a:pt x="1934" y="594"/>
                  </a:cubicBezTo>
                  <a:lnTo>
                    <a:pt x="1778" y="594"/>
                  </a:lnTo>
                  <a:lnTo>
                    <a:pt x="1912" y="672"/>
                  </a:lnTo>
                  <a:cubicBezTo>
                    <a:pt x="2000" y="716"/>
                    <a:pt x="2101" y="771"/>
                    <a:pt x="2200" y="805"/>
                  </a:cubicBezTo>
                  <a:cubicBezTo>
                    <a:pt x="2279" y="872"/>
                    <a:pt x="2345" y="961"/>
                    <a:pt x="2400" y="1038"/>
                  </a:cubicBezTo>
                  <a:cubicBezTo>
                    <a:pt x="2523" y="1227"/>
                    <a:pt x="2556" y="1361"/>
                    <a:pt x="2489" y="1460"/>
                  </a:cubicBezTo>
                  <a:cubicBezTo>
                    <a:pt x="2431" y="1560"/>
                    <a:pt x="2310" y="1592"/>
                    <a:pt x="2187" y="1592"/>
                  </a:cubicBezTo>
                  <a:cubicBezTo>
                    <a:pt x="2146" y="1592"/>
                    <a:pt x="2106" y="1588"/>
                    <a:pt x="2067" y="1583"/>
                  </a:cubicBezTo>
                  <a:cubicBezTo>
                    <a:pt x="1279" y="1505"/>
                    <a:pt x="534" y="1082"/>
                    <a:pt x="67" y="460"/>
                  </a:cubicBezTo>
                  <a:lnTo>
                    <a:pt x="1" y="505"/>
                  </a:lnTo>
                  <a:cubicBezTo>
                    <a:pt x="479" y="1149"/>
                    <a:pt x="1245" y="1583"/>
                    <a:pt x="2056" y="1660"/>
                  </a:cubicBezTo>
                  <a:cubicBezTo>
                    <a:pt x="2105" y="1666"/>
                    <a:pt x="2150" y="1670"/>
                    <a:pt x="2193" y="1670"/>
                  </a:cubicBezTo>
                  <a:cubicBezTo>
                    <a:pt x="2372" y="1670"/>
                    <a:pt x="2493" y="1612"/>
                    <a:pt x="2556" y="1505"/>
                  </a:cubicBezTo>
                  <a:cubicBezTo>
                    <a:pt x="2667" y="1338"/>
                    <a:pt x="2556" y="1127"/>
                    <a:pt x="2467" y="994"/>
                  </a:cubicBezTo>
                  <a:cubicBezTo>
                    <a:pt x="2423" y="938"/>
                    <a:pt x="2378" y="872"/>
                    <a:pt x="2334" y="816"/>
                  </a:cubicBezTo>
                  <a:cubicBezTo>
                    <a:pt x="2434" y="805"/>
                    <a:pt x="2545" y="771"/>
                    <a:pt x="2600" y="672"/>
                  </a:cubicBezTo>
                  <a:cubicBezTo>
                    <a:pt x="2634" y="605"/>
                    <a:pt x="2645" y="549"/>
                    <a:pt x="2634" y="483"/>
                  </a:cubicBezTo>
                  <a:lnTo>
                    <a:pt x="2634" y="483"/>
                  </a:lnTo>
                  <a:cubicBezTo>
                    <a:pt x="2734" y="505"/>
                    <a:pt x="2834" y="516"/>
                    <a:pt x="2934" y="527"/>
                  </a:cubicBezTo>
                  <a:cubicBezTo>
                    <a:pt x="2975" y="536"/>
                    <a:pt x="3020" y="542"/>
                    <a:pt x="3067" y="542"/>
                  </a:cubicBezTo>
                  <a:cubicBezTo>
                    <a:pt x="3133" y="542"/>
                    <a:pt x="3202" y="531"/>
                    <a:pt x="3267" y="505"/>
                  </a:cubicBezTo>
                  <a:cubicBezTo>
                    <a:pt x="3367" y="472"/>
                    <a:pt x="3434" y="394"/>
                    <a:pt x="3456" y="316"/>
                  </a:cubicBezTo>
                  <a:cubicBezTo>
                    <a:pt x="3467" y="283"/>
                    <a:pt x="3467" y="260"/>
                    <a:pt x="3467" y="238"/>
                  </a:cubicBezTo>
                  <a:cubicBezTo>
                    <a:pt x="3467" y="171"/>
                    <a:pt x="3422" y="105"/>
                    <a:pt x="3356" y="72"/>
                  </a:cubicBezTo>
                  <a:cubicBezTo>
                    <a:pt x="3320" y="50"/>
                    <a:pt x="3280" y="38"/>
                    <a:pt x="3244" y="38"/>
                  </a:cubicBezTo>
                  <a:cubicBezTo>
                    <a:pt x="3224" y="38"/>
                    <a:pt x="3205" y="42"/>
                    <a:pt x="3189" y="50"/>
                  </a:cubicBezTo>
                  <a:lnTo>
                    <a:pt x="3222" y="127"/>
                  </a:lnTo>
                  <a:cubicBezTo>
                    <a:pt x="3231" y="123"/>
                    <a:pt x="3242" y="120"/>
                    <a:pt x="3255" y="120"/>
                  </a:cubicBezTo>
                  <a:cubicBezTo>
                    <a:pt x="3274" y="120"/>
                    <a:pt x="3297" y="125"/>
                    <a:pt x="3323" y="139"/>
                  </a:cubicBezTo>
                  <a:cubicBezTo>
                    <a:pt x="3356" y="161"/>
                    <a:pt x="3389" y="205"/>
                    <a:pt x="3389" y="238"/>
                  </a:cubicBezTo>
                  <a:cubicBezTo>
                    <a:pt x="3389" y="327"/>
                    <a:pt x="3323" y="405"/>
                    <a:pt x="3234" y="438"/>
                  </a:cubicBezTo>
                  <a:cubicBezTo>
                    <a:pt x="3189" y="455"/>
                    <a:pt x="3139" y="461"/>
                    <a:pt x="3088" y="461"/>
                  </a:cubicBezTo>
                  <a:cubicBezTo>
                    <a:pt x="3037" y="461"/>
                    <a:pt x="2984" y="455"/>
                    <a:pt x="2934" y="450"/>
                  </a:cubicBezTo>
                  <a:cubicBezTo>
                    <a:pt x="2834" y="438"/>
                    <a:pt x="2723" y="416"/>
                    <a:pt x="2612" y="394"/>
                  </a:cubicBezTo>
                  <a:cubicBezTo>
                    <a:pt x="2600" y="349"/>
                    <a:pt x="2578" y="305"/>
                    <a:pt x="2556" y="272"/>
                  </a:cubicBezTo>
                  <a:cubicBezTo>
                    <a:pt x="2511" y="161"/>
                    <a:pt x="2445" y="60"/>
                    <a:pt x="2334" y="16"/>
                  </a:cubicBezTo>
                  <a:cubicBezTo>
                    <a:pt x="2312" y="5"/>
                    <a:pt x="2287" y="0"/>
                    <a:pt x="226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61">
              <a:extLst>
                <a:ext uri="{FF2B5EF4-FFF2-40B4-BE49-F238E27FC236}">
                  <a16:creationId xmlns:a16="http://schemas.microsoft.com/office/drawing/2014/main" id="{8543970D-2C52-7F74-2B47-5B58FD8343D0}"/>
                </a:ext>
              </a:extLst>
            </p:cNvPr>
            <p:cNvSpPr/>
            <p:nvPr/>
          </p:nvSpPr>
          <p:spPr>
            <a:xfrm>
              <a:off x="1777275" y="3637950"/>
              <a:ext cx="15925" cy="11075"/>
            </a:xfrm>
            <a:custGeom>
              <a:avLst/>
              <a:gdLst/>
              <a:ahLst/>
              <a:cxnLst/>
              <a:rect l="l" t="t" r="r" b="b"/>
              <a:pathLst>
                <a:path w="637" h="443" extrusionOk="0">
                  <a:moveTo>
                    <a:pt x="74" y="1"/>
                  </a:moveTo>
                  <a:cubicBezTo>
                    <a:pt x="22" y="1"/>
                    <a:pt x="1" y="25"/>
                    <a:pt x="48" y="119"/>
                  </a:cubicBezTo>
                  <a:cubicBezTo>
                    <a:pt x="103" y="231"/>
                    <a:pt x="170" y="342"/>
                    <a:pt x="248" y="442"/>
                  </a:cubicBezTo>
                  <a:cubicBezTo>
                    <a:pt x="392" y="375"/>
                    <a:pt x="525" y="287"/>
                    <a:pt x="614" y="164"/>
                  </a:cubicBezTo>
                  <a:cubicBezTo>
                    <a:pt x="626" y="153"/>
                    <a:pt x="626" y="142"/>
                    <a:pt x="626" y="131"/>
                  </a:cubicBezTo>
                  <a:cubicBezTo>
                    <a:pt x="636" y="109"/>
                    <a:pt x="603" y="97"/>
                    <a:pt x="581" y="97"/>
                  </a:cubicBezTo>
                  <a:cubicBezTo>
                    <a:pt x="458" y="75"/>
                    <a:pt x="325" y="42"/>
                    <a:pt x="203" y="20"/>
                  </a:cubicBezTo>
                  <a:cubicBezTo>
                    <a:pt x="155" y="11"/>
                    <a:pt x="108" y="1"/>
                    <a:pt x="74"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61">
              <a:extLst>
                <a:ext uri="{FF2B5EF4-FFF2-40B4-BE49-F238E27FC236}">
                  <a16:creationId xmlns:a16="http://schemas.microsoft.com/office/drawing/2014/main" id="{D8F72808-BDE4-E16A-DB32-777CD6A6C974}"/>
                </a:ext>
              </a:extLst>
            </p:cNvPr>
            <p:cNvSpPr/>
            <p:nvPr/>
          </p:nvSpPr>
          <p:spPr>
            <a:xfrm>
              <a:off x="1786450" y="3657500"/>
              <a:ext cx="11750" cy="9000"/>
            </a:xfrm>
            <a:custGeom>
              <a:avLst/>
              <a:gdLst/>
              <a:ahLst/>
              <a:cxnLst/>
              <a:rect l="l" t="t" r="r" b="b"/>
              <a:pathLst>
                <a:path w="470" h="360" extrusionOk="0">
                  <a:moveTo>
                    <a:pt x="44" y="1"/>
                  </a:moveTo>
                  <a:cubicBezTo>
                    <a:pt x="12" y="1"/>
                    <a:pt x="1" y="21"/>
                    <a:pt x="25" y="93"/>
                  </a:cubicBezTo>
                  <a:cubicBezTo>
                    <a:pt x="47" y="182"/>
                    <a:pt x="91" y="271"/>
                    <a:pt x="136" y="359"/>
                  </a:cubicBezTo>
                  <a:cubicBezTo>
                    <a:pt x="259" y="327"/>
                    <a:pt x="370" y="260"/>
                    <a:pt x="458" y="182"/>
                  </a:cubicBezTo>
                  <a:cubicBezTo>
                    <a:pt x="458" y="171"/>
                    <a:pt x="469" y="171"/>
                    <a:pt x="469" y="160"/>
                  </a:cubicBezTo>
                  <a:cubicBezTo>
                    <a:pt x="469" y="149"/>
                    <a:pt x="447" y="127"/>
                    <a:pt x="436" y="127"/>
                  </a:cubicBezTo>
                  <a:cubicBezTo>
                    <a:pt x="336" y="93"/>
                    <a:pt x="247" y="60"/>
                    <a:pt x="158" y="26"/>
                  </a:cubicBezTo>
                  <a:cubicBezTo>
                    <a:pt x="112" y="16"/>
                    <a:pt x="71" y="1"/>
                    <a:pt x="44"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61">
              <a:extLst>
                <a:ext uri="{FF2B5EF4-FFF2-40B4-BE49-F238E27FC236}">
                  <a16:creationId xmlns:a16="http://schemas.microsoft.com/office/drawing/2014/main" id="{1C62BAA5-B954-33CF-232F-DAEFEAF426F7}"/>
                </a:ext>
              </a:extLst>
            </p:cNvPr>
            <p:cNvSpPr/>
            <p:nvPr/>
          </p:nvSpPr>
          <p:spPr>
            <a:xfrm>
              <a:off x="1706250" y="3485950"/>
              <a:ext cx="84175" cy="93225"/>
            </a:xfrm>
            <a:custGeom>
              <a:avLst/>
              <a:gdLst/>
              <a:ahLst/>
              <a:cxnLst/>
              <a:rect l="l" t="t" r="r" b="b"/>
              <a:pathLst>
                <a:path w="3367" h="3729" extrusionOk="0">
                  <a:moveTo>
                    <a:pt x="1589" y="1"/>
                  </a:moveTo>
                  <a:cubicBezTo>
                    <a:pt x="1500" y="1"/>
                    <a:pt x="1411" y="35"/>
                    <a:pt x="1334" y="79"/>
                  </a:cubicBezTo>
                  <a:cubicBezTo>
                    <a:pt x="878" y="279"/>
                    <a:pt x="433" y="501"/>
                    <a:pt x="1" y="723"/>
                  </a:cubicBezTo>
                  <a:cubicBezTo>
                    <a:pt x="356" y="1057"/>
                    <a:pt x="378" y="1612"/>
                    <a:pt x="334" y="2089"/>
                  </a:cubicBezTo>
                  <a:cubicBezTo>
                    <a:pt x="289" y="2545"/>
                    <a:pt x="78" y="3456"/>
                    <a:pt x="645" y="3612"/>
                  </a:cubicBezTo>
                  <a:cubicBezTo>
                    <a:pt x="917" y="3687"/>
                    <a:pt x="1226" y="3728"/>
                    <a:pt x="1536" y="3728"/>
                  </a:cubicBezTo>
                  <a:cubicBezTo>
                    <a:pt x="1960" y="3728"/>
                    <a:pt x="2387" y="3651"/>
                    <a:pt x="2733" y="3478"/>
                  </a:cubicBezTo>
                  <a:cubicBezTo>
                    <a:pt x="2855" y="3412"/>
                    <a:pt x="2988" y="3267"/>
                    <a:pt x="2911" y="3145"/>
                  </a:cubicBezTo>
                  <a:cubicBezTo>
                    <a:pt x="2877" y="3101"/>
                    <a:pt x="2811" y="3078"/>
                    <a:pt x="2744" y="3078"/>
                  </a:cubicBezTo>
                  <a:cubicBezTo>
                    <a:pt x="2708" y="3074"/>
                    <a:pt x="2671" y="3073"/>
                    <a:pt x="2634" y="3073"/>
                  </a:cubicBezTo>
                  <a:cubicBezTo>
                    <a:pt x="2513" y="3073"/>
                    <a:pt x="2387" y="3089"/>
                    <a:pt x="2270" y="3089"/>
                  </a:cubicBezTo>
                  <a:cubicBezTo>
                    <a:pt x="2135" y="3089"/>
                    <a:pt x="2011" y="3066"/>
                    <a:pt x="1922" y="2967"/>
                  </a:cubicBezTo>
                  <a:cubicBezTo>
                    <a:pt x="2322" y="2945"/>
                    <a:pt x="2722" y="2845"/>
                    <a:pt x="3077" y="2656"/>
                  </a:cubicBezTo>
                  <a:cubicBezTo>
                    <a:pt x="3155" y="2612"/>
                    <a:pt x="3255" y="2556"/>
                    <a:pt x="3267" y="2456"/>
                  </a:cubicBezTo>
                  <a:cubicBezTo>
                    <a:pt x="3299" y="2311"/>
                    <a:pt x="3144" y="2190"/>
                    <a:pt x="3000" y="2167"/>
                  </a:cubicBezTo>
                  <a:cubicBezTo>
                    <a:pt x="2968" y="2164"/>
                    <a:pt x="2936" y="2162"/>
                    <a:pt x="2905" y="2162"/>
                  </a:cubicBezTo>
                  <a:cubicBezTo>
                    <a:pt x="2739" y="2162"/>
                    <a:pt x="2579" y="2206"/>
                    <a:pt x="2411" y="2234"/>
                  </a:cubicBezTo>
                  <a:cubicBezTo>
                    <a:pt x="2365" y="2239"/>
                    <a:pt x="2317" y="2243"/>
                    <a:pt x="2269" y="2243"/>
                  </a:cubicBezTo>
                  <a:cubicBezTo>
                    <a:pt x="2120" y="2243"/>
                    <a:pt x="1968" y="2210"/>
                    <a:pt x="1867" y="2101"/>
                  </a:cubicBezTo>
                  <a:cubicBezTo>
                    <a:pt x="2233" y="2023"/>
                    <a:pt x="2611" y="1945"/>
                    <a:pt x="2978" y="1845"/>
                  </a:cubicBezTo>
                  <a:cubicBezTo>
                    <a:pt x="3155" y="1800"/>
                    <a:pt x="3366" y="1689"/>
                    <a:pt x="3344" y="1512"/>
                  </a:cubicBezTo>
                  <a:cubicBezTo>
                    <a:pt x="3333" y="1412"/>
                    <a:pt x="3233" y="1334"/>
                    <a:pt x="3133" y="1301"/>
                  </a:cubicBezTo>
                  <a:cubicBezTo>
                    <a:pt x="3043" y="1267"/>
                    <a:pt x="2951" y="1254"/>
                    <a:pt x="2858" y="1254"/>
                  </a:cubicBezTo>
                  <a:cubicBezTo>
                    <a:pt x="2527" y="1254"/>
                    <a:pt x="2180" y="1423"/>
                    <a:pt x="1833" y="1423"/>
                  </a:cubicBezTo>
                  <a:cubicBezTo>
                    <a:pt x="1778" y="1423"/>
                    <a:pt x="1711" y="1390"/>
                    <a:pt x="1722" y="1334"/>
                  </a:cubicBezTo>
                  <a:cubicBezTo>
                    <a:pt x="2055" y="1245"/>
                    <a:pt x="2389" y="1156"/>
                    <a:pt x="2711" y="1057"/>
                  </a:cubicBezTo>
                  <a:cubicBezTo>
                    <a:pt x="2855" y="1023"/>
                    <a:pt x="2988" y="978"/>
                    <a:pt x="3089" y="879"/>
                  </a:cubicBezTo>
                  <a:cubicBezTo>
                    <a:pt x="3188" y="778"/>
                    <a:pt x="3233" y="612"/>
                    <a:pt x="3144" y="501"/>
                  </a:cubicBezTo>
                  <a:cubicBezTo>
                    <a:pt x="3085" y="435"/>
                    <a:pt x="2999" y="416"/>
                    <a:pt x="2908" y="416"/>
                  </a:cubicBezTo>
                  <a:cubicBezTo>
                    <a:pt x="2846" y="416"/>
                    <a:pt x="2781" y="425"/>
                    <a:pt x="2722" y="434"/>
                  </a:cubicBezTo>
                  <a:cubicBezTo>
                    <a:pt x="2344" y="512"/>
                    <a:pt x="1978" y="590"/>
                    <a:pt x="1600" y="667"/>
                  </a:cubicBezTo>
                  <a:cubicBezTo>
                    <a:pt x="1522" y="490"/>
                    <a:pt x="1833" y="334"/>
                    <a:pt x="1789" y="146"/>
                  </a:cubicBezTo>
                  <a:cubicBezTo>
                    <a:pt x="1766" y="57"/>
                    <a:pt x="1678" y="1"/>
                    <a:pt x="158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61">
              <a:extLst>
                <a:ext uri="{FF2B5EF4-FFF2-40B4-BE49-F238E27FC236}">
                  <a16:creationId xmlns:a16="http://schemas.microsoft.com/office/drawing/2014/main" id="{13AB73FA-4626-3D63-CB77-60AB2DC2F3C5}"/>
                </a:ext>
              </a:extLst>
            </p:cNvPr>
            <p:cNvSpPr/>
            <p:nvPr/>
          </p:nvSpPr>
          <p:spPr>
            <a:xfrm>
              <a:off x="1481850" y="3314325"/>
              <a:ext cx="256650" cy="299150"/>
            </a:xfrm>
            <a:custGeom>
              <a:avLst/>
              <a:gdLst/>
              <a:ahLst/>
              <a:cxnLst/>
              <a:rect l="l" t="t" r="r" b="b"/>
              <a:pathLst>
                <a:path w="10266" h="11966" extrusionOk="0">
                  <a:moveTo>
                    <a:pt x="2685" y="0"/>
                  </a:moveTo>
                  <a:cubicBezTo>
                    <a:pt x="2117" y="0"/>
                    <a:pt x="1583" y="340"/>
                    <a:pt x="1200" y="756"/>
                  </a:cubicBezTo>
                  <a:cubicBezTo>
                    <a:pt x="445" y="1556"/>
                    <a:pt x="256" y="2644"/>
                    <a:pt x="167" y="3700"/>
                  </a:cubicBezTo>
                  <a:cubicBezTo>
                    <a:pt x="56" y="4933"/>
                    <a:pt x="1" y="6199"/>
                    <a:pt x="112" y="7433"/>
                  </a:cubicBezTo>
                  <a:cubicBezTo>
                    <a:pt x="156" y="7888"/>
                    <a:pt x="223" y="8332"/>
                    <a:pt x="334" y="8776"/>
                  </a:cubicBezTo>
                  <a:cubicBezTo>
                    <a:pt x="478" y="9366"/>
                    <a:pt x="689" y="9932"/>
                    <a:pt x="989" y="10465"/>
                  </a:cubicBezTo>
                  <a:cubicBezTo>
                    <a:pt x="1144" y="10743"/>
                    <a:pt x="1334" y="11020"/>
                    <a:pt x="1600" y="11198"/>
                  </a:cubicBezTo>
                  <a:cubicBezTo>
                    <a:pt x="1789" y="11321"/>
                    <a:pt x="2000" y="11398"/>
                    <a:pt x="2222" y="11454"/>
                  </a:cubicBezTo>
                  <a:cubicBezTo>
                    <a:pt x="2437" y="11500"/>
                    <a:pt x="2656" y="11525"/>
                    <a:pt x="2873" y="11525"/>
                  </a:cubicBezTo>
                  <a:cubicBezTo>
                    <a:pt x="2971" y="11525"/>
                    <a:pt x="3069" y="11520"/>
                    <a:pt x="3166" y="11509"/>
                  </a:cubicBezTo>
                  <a:lnTo>
                    <a:pt x="3166" y="11509"/>
                  </a:lnTo>
                  <a:cubicBezTo>
                    <a:pt x="3166" y="11531"/>
                    <a:pt x="3156" y="11543"/>
                    <a:pt x="3156" y="11554"/>
                  </a:cubicBezTo>
                  <a:cubicBezTo>
                    <a:pt x="3644" y="11610"/>
                    <a:pt x="4122" y="11632"/>
                    <a:pt x="4610" y="11632"/>
                  </a:cubicBezTo>
                  <a:cubicBezTo>
                    <a:pt x="4400" y="11743"/>
                    <a:pt x="4188" y="11854"/>
                    <a:pt x="3966" y="11965"/>
                  </a:cubicBezTo>
                  <a:cubicBezTo>
                    <a:pt x="4855" y="11832"/>
                    <a:pt x="5721" y="11620"/>
                    <a:pt x="6565" y="11331"/>
                  </a:cubicBezTo>
                  <a:lnTo>
                    <a:pt x="6565" y="11331"/>
                  </a:lnTo>
                  <a:cubicBezTo>
                    <a:pt x="6466" y="11420"/>
                    <a:pt x="6366" y="11499"/>
                    <a:pt x="6277" y="11587"/>
                  </a:cubicBezTo>
                  <a:cubicBezTo>
                    <a:pt x="6444" y="11443"/>
                    <a:pt x="6710" y="11476"/>
                    <a:pt x="6921" y="11465"/>
                  </a:cubicBezTo>
                  <a:cubicBezTo>
                    <a:pt x="7177" y="11465"/>
                    <a:pt x="7399" y="11398"/>
                    <a:pt x="7654" y="11376"/>
                  </a:cubicBezTo>
                  <a:cubicBezTo>
                    <a:pt x="8310" y="11309"/>
                    <a:pt x="8965" y="11188"/>
                    <a:pt x="9599" y="11020"/>
                  </a:cubicBezTo>
                  <a:cubicBezTo>
                    <a:pt x="9754" y="10976"/>
                    <a:pt x="9943" y="10887"/>
                    <a:pt x="9932" y="10732"/>
                  </a:cubicBezTo>
                  <a:cubicBezTo>
                    <a:pt x="9920" y="10532"/>
                    <a:pt x="9599" y="10509"/>
                    <a:pt x="9488" y="10332"/>
                  </a:cubicBezTo>
                  <a:lnTo>
                    <a:pt x="9488" y="10332"/>
                  </a:lnTo>
                  <a:cubicBezTo>
                    <a:pt x="9586" y="10346"/>
                    <a:pt x="9685" y="10360"/>
                    <a:pt x="9784" y="10360"/>
                  </a:cubicBezTo>
                  <a:cubicBezTo>
                    <a:pt x="9841" y="10360"/>
                    <a:pt x="9897" y="10355"/>
                    <a:pt x="9954" y="10343"/>
                  </a:cubicBezTo>
                  <a:cubicBezTo>
                    <a:pt x="10110" y="10299"/>
                    <a:pt x="10254" y="10176"/>
                    <a:pt x="10254" y="10021"/>
                  </a:cubicBezTo>
                  <a:cubicBezTo>
                    <a:pt x="10265" y="9865"/>
                    <a:pt x="10154" y="9743"/>
                    <a:pt x="10031" y="9655"/>
                  </a:cubicBezTo>
                  <a:cubicBezTo>
                    <a:pt x="9844" y="9516"/>
                    <a:pt x="9604" y="9439"/>
                    <a:pt x="9374" y="9439"/>
                  </a:cubicBezTo>
                  <a:cubicBezTo>
                    <a:pt x="9345" y="9439"/>
                    <a:pt x="9316" y="9441"/>
                    <a:pt x="9288" y="9443"/>
                  </a:cubicBezTo>
                  <a:cubicBezTo>
                    <a:pt x="9543" y="9388"/>
                    <a:pt x="9776" y="9243"/>
                    <a:pt x="9954" y="9055"/>
                  </a:cubicBezTo>
                  <a:cubicBezTo>
                    <a:pt x="10043" y="8954"/>
                    <a:pt x="10120" y="8799"/>
                    <a:pt x="10043" y="8688"/>
                  </a:cubicBezTo>
                  <a:cubicBezTo>
                    <a:pt x="9987" y="8621"/>
                    <a:pt x="9898" y="8588"/>
                    <a:pt x="9821" y="8577"/>
                  </a:cubicBezTo>
                  <a:cubicBezTo>
                    <a:pt x="9742" y="8564"/>
                    <a:pt x="9661" y="8557"/>
                    <a:pt x="9580" y="8557"/>
                  </a:cubicBezTo>
                  <a:cubicBezTo>
                    <a:pt x="9456" y="8557"/>
                    <a:pt x="9330" y="8572"/>
                    <a:pt x="9209" y="8599"/>
                  </a:cubicBezTo>
                  <a:cubicBezTo>
                    <a:pt x="9421" y="8488"/>
                    <a:pt x="9632" y="8354"/>
                    <a:pt x="9809" y="8188"/>
                  </a:cubicBezTo>
                  <a:cubicBezTo>
                    <a:pt x="9876" y="8132"/>
                    <a:pt x="9943" y="8055"/>
                    <a:pt x="9920" y="7977"/>
                  </a:cubicBezTo>
                  <a:cubicBezTo>
                    <a:pt x="9898" y="7910"/>
                    <a:pt x="9831" y="7888"/>
                    <a:pt x="9776" y="7866"/>
                  </a:cubicBezTo>
                  <a:cubicBezTo>
                    <a:pt x="9633" y="7814"/>
                    <a:pt x="9482" y="7789"/>
                    <a:pt x="9329" y="7789"/>
                  </a:cubicBezTo>
                  <a:cubicBezTo>
                    <a:pt x="9184" y="7789"/>
                    <a:pt x="9039" y="7812"/>
                    <a:pt x="8898" y="7855"/>
                  </a:cubicBezTo>
                  <a:cubicBezTo>
                    <a:pt x="9187" y="7666"/>
                    <a:pt x="9387" y="7366"/>
                    <a:pt x="9454" y="7033"/>
                  </a:cubicBezTo>
                  <a:lnTo>
                    <a:pt x="9454" y="7033"/>
                  </a:lnTo>
                  <a:cubicBezTo>
                    <a:pt x="8784" y="7138"/>
                    <a:pt x="8121" y="7185"/>
                    <a:pt x="7462" y="7185"/>
                  </a:cubicBezTo>
                  <a:cubicBezTo>
                    <a:pt x="7007" y="7185"/>
                    <a:pt x="6553" y="7162"/>
                    <a:pt x="6099" y="7122"/>
                  </a:cubicBezTo>
                  <a:cubicBezTo>
                    <a:pt x="5721" y="7088"/>
                    <a:pt x="5333" y="7033"/>
                    <a:pt x="4944" y="6977"/>
                  </a:cubicBezTo>
                  <a:cubicBezTo>
                    <a:pt x="4810" y="5989"/>
                    <a:pt x="4677" y="5011"/>
                    <a:pt x="4677" y="4022"/>
                  </a:cubicBezTo>
                  <a:cubicBezTo>
                    <a:pt x="4577" y="3100"/>
                    <a:pt x="4366" y="2178"/>
                    <a:pt x="4022" y="1311"/>
                  </a:cubicBezTo>
                  <a:cubicBezTo>
                    <a:pt x="3755" y="667"/>
                    <a:pt x="3566" y="23"/>
                    <a:pt x="2711" y="0"/>
                  </a:cubicBezTo>
                  <a:cubicBezTo>
                    <a:pt x="2702" y="0"/>
                    <a:pt x="2694" y="0"/>
                    <a:pt x="2685"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61">
              <a:extLst>
                <a:ext uri="{FF2B5EF4-FFF2-40B4-BE49-F238E27FC236}">
                  <a16:creationId xmlns:a16="http://schemas.microsoft.com/office/drawing/2014/main" id="{629DE43A-EF4C-E72B-0D3D-D512DE404B7D}"/>
                </a:ext>
              </a:extLst>
            </p:cNvPr>
            <p:cNvSpPr/>
            <p:nvPr/>
          </p:nvSpPr>
          <p:spPr>
            <a:xfrm>
              <a:off x="1517100" y="3086550"/>
              <a:ext cx="260825" cy="317375"/>
            </a:xfrm>
            <a:custGeom>
              <a:avLst/>
              <a:gdLst/>
              <a:ahLst/>
              <a:cxnLst/>
              <a:rect l="l" t="t" r="r" b="b"/>
              <a:pathLst>
                <a:path w="10433" h="12695" extrusionOk="0">
                  <a:moveTo>
                    <a:pt x="6674" y="0"/>
                  </a:moveTo>
                  <a:cubicBezTo>
                    <a:pt x="6211" y="0"/>
                    <a:pt x="5747" y="72"/>
                    <a:pt x="5311" y="214"/>
                  </a:cubicBezTo>
                  <a:cubicBezTo>
                    <a:pt x="5167" y="258"/>
                    <a:pt x="3867" y="802"/>
                    <a:pt x="3945" y="969"/>
                  </a:cubicBezTo>
                  <a:cubicBezTo>
                    <a:pt x="3845" y="758"/>
                    <a:pt x="3945" y="447"/>
                    <a:pt x="3767" y="258"/>
                  </a:cubicBezTo>
                  <a:cubicBezTo>
                    <a:pt x="3590" y="358"/>
                    <a:pt x="3501" y="591"/>
                    <a:pt x="3556" y="791"/>
                  </a:cubicBezTo>
                  <a:cubicBezTo>
                    <a:pt x="3434" y="580"/>
                    <a:pt x="3279" y="380"/>
                    <a:pt x="3101" y="214"/>
                  </a:cubicBezTo>
                  <a:cubicBezTo>
                    <a:pt x="3027" y="143"/>
                    <a:pt x="2969" y="112"/>
                    <a:pt x="2924" y="112"/>
                  </a:cubicBezTo>
                  <a:cubicBezTo>
                    <a:pt x="2660" y="112"/>
                    <a:pt x="2842" y="1173"/>
                    <a:pt x="2756" y="1325"/>
                  </a:cubicBezTo>
                  <a:cubicBezTo>
                    <a:pt x="2634" y="1580"/>
                    <a:pt x="2156" y="1791"/>
                    <a:pt x="1945" y="1991"/>
                  </a:cubicBezTo>
                  <a:cubicBezTo>
                    <a:pt x="1657" y="2246"/>
                    <a:pt x="1401" y="2535"/>
                    <a:pt x="1156" y="2835"/>
                  </a:cubicBezTo>
                  <a:cubicBezTo>
                    <a:pt x="534" y="3602"/>
                    <a:pt x="1" y="4579"/>
                    <a:pt x="257" y="5534"/>
                  </a:cubicBezTo>
                  <a:cubicBezTo>
                    <a:pt x="435" y="5357"/>
                    <a:pt x="623" y="5179"/>
                    <a:pt x="801" y="5013"/>
                  </a:cubicBezTo>
                  <a:lnTo>
                    <a:pt x="801" y="5013"/>
                  </a:lnTo>
                  <a:cubicBezTo>
                    <a:pt x="168" y="5613"/>
                    <a:pt x="512" y="7690"/>
                    <a:pt x="1179" y="8156"/>
                  </a:cubicBezTo>
                  <a:cubicBezTo>
                    <a:pt x="1210" y="8177"/>
                    <a:pt x="1245" y="8184"/>
                    <a:pt x="1281" y="8184"/>
                  </a:cubicBezTo>
                  <a:cubicBezTo>
                    <a:pt x="1370" y="8184"/>
                    <a:pt x="1467" y="8139"/>
                    <a:pt x="1535" y="8139"/>
                  </a:cubicBezTo>
                  <a:cubicBezTo>
                    <a:pt x="1557" y="8139"/>
                    <a:pt x="1575" y="8144"/>
                    <a:pt x="1590" y="8156"/>
                  </a:cubicBezTo>
                  <a:cubicBezTo>
                    <a:pt x="1723" y="8279"/>
                    <a:pt x="1768" y="8723"/>
                    <a:pt x="1845" y="8901"/>
                  </a:cubicBezTo>
                  <a:cubicBezTo>
                    <a:pt x="2123" y="9511"/>
                    <a:pt x="2556" y="10022"/>
                    <a:pt x="3012" y="10501"/>
                  </a:cubicBezTo>
                  <a:cubicBezTo>
                    <a:pt x="3190" y="10678"/>
                    <a:pt x="3378" y="10867"/>
                    <a:pt x="3622" y="10911"/>
                  </a:cubicBezTo>
                  <a:cubicBezTo>
                    <a:pt x="3649" y="10916"/>
                    <a:pt x="3676" y="10918"/>
                    <a:pt x="3703" y="10918"/>
                  </a:cubicBezTo>
                  <a:cubicBezTo>
                    <a:pt x="3937" y="10918"/>
                    <a:pt x="4176" y="10751"/>
                    <a:pt x="4156" y="10523"/>
                  </a:cubicBezTo>
                  <a:lnTo>
                    <a:pt x="4156" y="10523"/>
                  </a:lnTo>
                  <a:cubicBezTo>
                    <a:pt x="4400" y="11355"/>
                    <a:pt x="4911" y="12167"/>
                    <a:pt x="5711" y="12522"/>
                  </a:cubicBezTo>
                  <a:cubicBezTo>
                    <a:pt x="5959" y="12638"/>
                    <a:pt x="6238" y="12695"/>
                    <a:pt x="6515" y="12695"/>
                  </a:cubicBezTo>
                  <a:cubicBezTo>
                    <a:pt x="7120" y="12695"/>
                    <a:pt x="7722" y="12425"/>
                    <a:pt x="8011" y="11900"/>
                  </a:cubicBezTo>
                  <a:cubicBezTo>
                    <a:pt x="8105" y="11994"/>
                    <a:pt x="8230" y="12036"/>
                    <a:pt x="8360" y="12036"/>
                  </a:cubicBezTo>
                  <a:cubicBezTo>
                    <a:pt x="8552" y="12036"/>
                    <a:pt x="8756" y="11945"/>
                    <a:pt x="8888" y="11800"/>
                  </a:cubicBezTo>
                  <a:cubicBezTo>
                    <a:pt x="9110" y="11555"/>
                    <a:pt x="9188" y="11211"/>
                    <a:pt x="9255" y="10889"/>
                  </a:cubicBezTo>
                  <a:cubicBezTo>
                    <a:pt x="9399" y="10167"/>
                    <a:pt x="9555" y="9445"/>
                    <a:pt x="9699" y="8723"/>
                  </a:cubicBezTo>
                  <a:cubicBezTo>
                    <a:pt x="9833" y="8756"/>
                    <a:pt x="9955" y="8790"/>
                    <a:pt x="10077" y="8812"/>
                  </a:cubicBezTo>
                  <a:cubicBezTo>
                    <a:pt x="9932" y="8778"/>
                    <a:pt x="9877" y="6435"/>
                    <a:pt x="9855" y="6190"/>
                  </a:cubicBezTo>
                  <a:cubicBezTo>
                    <a:pt x="10043" y="6146"/>
                    <a:pt x="10122" y="6023"/>
                    <a:pt x="10166" y="5845"/>
                  </a:cubicBezTo>
                  <a:cubicBezTo>
                    <a:pt x="10433" y="4568"/>
                    <a:pt x="9988" y="3169"/>
                    <a:pt x="9033" y="2268"/>
                  </a:cubicBezTo>
                  <a:cubicBezTo>
                    <a:pt x="9166" y="2268"/>
                    <a:pt x="9300" y="2224"/>
                    <a:pt x="9399" y="2124"/>
                  </a:cubicBezTo>
                  <a:cubicBezTo>
                    <a:pt x="9255" y="1913"/>
                    <a:pt x="9044" y="1747"/>
                    <a:pt x="8811" y="1624"/>
                  </a:cubicBezTo>
                  <a:cubicBezTo>
                    <a:pt x="9088" y="1436"/>
                    <a:pt x="9110" y="1158"/>
                    <a:pt x="8999" y="913"/>
                  </a:cubicBezTo>
                  <a:cubicBezTo>
                    <a:pt x="8932" y="735"/>
                    <a:pt x="8789" y="580"/>
                    <a:pt x="8633" y="480"/>
                  </a:cubicBezTo>
                  <a:cubicBezTo>
                    <a:pt x="8189" y="192"/>
                    <a:pt x="7555" y="58"/>
                    <a:pt x="7022" y="14"/>
                  </a:cubicBezTo>
                  <a:cubicBezTo>
                    <a:pt x="6906" y="5"/>
                    <a:pt x="6790" y="0"/>
                    <a:pt x="6674"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61">
              <a:extLst>
                <a:ext uri="{FF2B5EF4-FFF2-40B4-BE49-F238E27FC236}">
                  <a16:creationId xmlns:a16="http://schemas.microsoft.com/office/drawing/2014/main" id="{2FCD466B-31AA-2EF0-0834-A1364A07855B}"/>
                </a:ext>
              </a:extLst>
            </p:cNvPr>
            <p:cNvSpPr/>
            <p:nvPr/>
          </p:nvSpPr>
          <p:spPr>
            <a:xfrm>
              <a:off x="1591550" y="3140125"/>
              <a:ext cx="168325" cy="137300"/>
            </a:xfrm>
            <a:custGeom>
              <a:avLst/>
              <a:gdLst/>
              <a:ahLst/>
              <a:cxnLst/>
              <a:rect l="l" t="t" r="r" b="b"/>
              <a:pathLst>
                <a:path w="6733" h="5492" extrusionOk="0">
                  <a:moveTo>
                    <a:pt x="2665" y="1"/>
                  </a:moveTo>
                  <a:cubicBezTo>
                    <a:pt x="2628" y="1"/>
                    <a:pt x="2592" y="2"/>
                    <a:pt x="2555" y="4"/>
                  </a:cubicBezTo>
                  <a:cubicBezTo>
                    <a:pt x="1878" y="48"/>
                    <a:pt x="1234" y="459"/>
                    <a:pt x="911" y="1059"/>
                  </a:cubicBezTo>
                  <a:cubicBezTo>
                    <a:pt x="700" y="1426"/>
                    <a:pt x="622" y="1848"/>
                    <a:pt x="478" y="2236"/>
                  </a:cubicBezTo>
                  <a:cubicBezTo>
                    <a:pt x="389" y="2470"/>
                    <a:pt x="267" y="2703"/>
                    <a:pt x="178" y="2936"/>
                  </a:cubicBezTo>
                  <a:cubicBezTo>
                    <a:pt x="67" y="3225"/>
                    <a:pt x="0" y="3514"/>
                    <a:pt x="56" y="3803"/>
                  </a:cubicBezTo>
                  <a:cubicBezTo>
                    <a:pt x="133" y="4236"/>
                    <a:pt x="478" y="4569"/>
                    <a:pt x="844" y="4813"/>
                  </a:cubicBezTo>
                  <a:cubicBezTo>
                    <a:pt x="1545" y="5269"/>
                    <a:pt x="2377" y="5480"/>
                    <a:pt x="3211" y="5491"/>
                  </a:cubicBezTo>
                  <a:cubicBezTo>
                    <a:pt x="3235" y="5492"/>
                    <a:pt x="3259" y="5492"/>
                    <a:pt x="3282" y="5492"/>
                  </a:cubicBezTo>
                  <a:cubicBezTo>
                    <a:pt x="4091" y="5492"/>
                    <a:pt x="4900" y="5316"/>
                    <a:pt x="5666" y="5047"/>
                  </a:cubicBezTo>
                  <a:cubicBezTo>
                    <a:pt x="5922" y="4958"/>
                    <a:pt x="6188" y="4858"/>
                    <a:pt x="6366" y="4647"/>
                  </a:cubicBezTo>
                  <a:cubicBezTo>
                    <a:pt x="6732" y="4236"/>
                    <a:pt x="6633" y="3591"/>
                    <a:pt x="6465" y="3070"/>
                  </a:cubicBezTo>
                  <a:cubicBezTo>
                    <a:pt x="6221" y="2292"/>
                    <a:pt x="5910" y="1537"/>
                    <a:pt x="5532" y="814"/>
                  </a:cubicBezTo>
                  <a:cubicBezTo>
                    <a:pt x="5388" y="525"/>
                    <a:pt x="5211" y="226"/>
                    <a:pt x="4910" y="93"/>
                  </a:cubicBezTo>
                  <a:cubicBezTo>
                    <a:pt x="4815" y="48"/>
                    <a:pt x="4713" y="28"/>
                    <a:pt x="4610" y="28"/>
                  </a:cubicBezTo>
                  <a:cubicBezTo>
                    <a:pt x="4376" y="28"/>
                    <a:pt x="4139" y="133"/>
                    <a:pt x="3977" y="303"/>
                  </a:cubicBezTo>
                  <a:cubicBezTo>
                    <a:pt x="3884" y="407"/>
                    <a:pt x="3839" y="618"/>
                    <a:pt x="3698" y="618"/>
                  </a:cubicBezTo>
                  <a:cubicBezTo>
                    <a:pt x="3688" y="618"/>
                    <a:pt x="3677" y="616"/>
                    <a:pt x="3666" y="614"/>
                  </a:cubicBezTo>
                  <a:cubicBezTo>
                    <a:pt x="3555" y="581"/>
                    <a:pt x="3411" y="214"/>
                    <a:pt x="3266" y="137"/>
                  </a:cubicBezTo>
                  <a:cubicBezTo>
                    <a:pt x="3087" y="33"/>
                    <a:pt x="2875" y="1"/>
                    <a:pt x="266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61">
              <a:extLst>
                <a:ext uri="{FF2B5EF4-FFF2-40B4-BE49-F238E27FC236}">
                  <a16:creationId xmlns:a16="http://schemas.microsoft.com/office/drawing/2014/main" id="{7007F2BC-BFE1-3092-83DF-7F05309685A2}"/>
                </a:ext>
              </a:extLst>
            </p:cNvPr>
            <p:cNvSpPr/>
            <p:nvPr/>
          </p:nvSpPr>
          <p:spPr>
            <a:xfrm>
              <a:off x="1679300" y="3224000"/>
              <a:ext cx="16125" cy="9350"/>
            </a:xfrm>
            <a:custGeom>
              <a:avLst/>
              <a:gdLst/>
              <a:ahLst/>
              <a:cxnLst/>
              <a:rect l="l" t="t" r="r" b="b"/>
              <a:pathLst>
                <a:path w="645" h="374" extrusionOk="0">
                  <a:moveTo>
                    <a:pt x="258" y="1"/>
                  </a:moveTo>
                  <a:cubicBezTo>
                    <a:pt x="235" y="1"/>
                    <a:pt x="213" y="2"/>
                    <a:pt x="190" y="4"/>
                  </a:cubicBezTo>
                  <a:cubicBezTo>
                    <a:pt x="145" y="4"/>
                    <a:pt x="101" y="4"/>
                    <a:pt x="79" y="36"/>
                  </a:cubicBezTo>
                  <a:cubicBezTo>
                    <a:pt x="34" y="59"/>
                    <a:pt x="12" y="125"/>
                    <a:pt x="12" y="170"/>
                  </a:cubicBezTo>
                  <a:cubicBezTo>
                    <a:pt x="1" y="192"/>
                    <a:pt x="1" y="204"/>
                    <a:pt x="1" y="226"/>
                  </a:cubicBezTo>
                  <a:cubicBezTo>
                    <a:pt x="12" y="248"/>
                    <a:pt x="45" y="270"/>
                    <a:pt x="79" y="281"/>
                  </a:cubicBezTo>
                  <a:cubicBezTo>
                    <a:pt x="190" y="315"/>
                    <a:pt x="323" y="347"/>
                    <a:pt x="445" y="370"/>
                  </a:cubicBezTo>
                  <a:cubicBezTo>
                    <a:pt x="458" y="372"/>
                    <a:pt x="470" y="374"/>
                    <a:pt x="481" y="374"/>
                  </a:cubicBezTo>
                  <a:cubicBezTo>
                    <a:pt x="566" y="374"/>
                    <a:pt x="604" y="302"/>
                    <a:pt x="634" y="204"/>
                  </a:cubicBezTo>
                  <a:cubicBezTo>
                    <a:pt x="645" y="181"/>
                    <a:pt x="645" y="137"/>
                    <a:pt x="634" y="115"/>
                  </a:cubicBezTo>
                  <a:cubicBezTo>
                    <a:pt x="623" y="92"/>
                    <a:pt x="600" y="81"/>
                    <a:pt x="578" y="70"/>
                  </a:cubicBezTo>
                  <a:cubicBezTo>
                    <a:pt x="477" y="24"/>
                    <a:pt x="368" y="1"/>
                    <a:pt x="25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61">
              <a:extLst>
                <a:ext uri="{FF2B5EF4-FFF2-40B4-BE49-F238E27FC236}">
                  <a16:creationId xmlns:a16="http://schemas.microsoft.com/office/drawing/2014/main" id="{03BEE61C-DBA9-11F6-767F-FB5BE8718FA9}"/>
                </a:ext>
              </a:extLst>
            </p:cNvPr>
            <p:cNvSpPr/>
            <p:nvPr/>
          </p:nvSpPr>
          <p:spPr>
            <a:xfrm>
              <a:off x="1635150" y="3186850"/>
              <a:ext cx="33900" cy="27500"/>
            </a:xfrm>
            <a:custGeom>
              <a:avLst/>
              <a:gdLst/>
              <a:ahLst/>
              <a:cxnLst/>
              <a:rect l="l" t="t" r="r" b="b"/>
              <a:pathLst>
                <a:path w="1356" h="1100" extrusionOk="0">
                  <a:moveTo>
                    <a:pt x="1278" y="1"/>
                  </a:moveTo>
                  <a:lnTo>
                    <a:pt x="1278" y="1"/>
                  </a:lnTo>
                  <a:cubicBezTo>
                    <a:pt x="900" y="167"/>
                    <a:pt x="478" y="268"/>
                    <a:pt x="112" y="423"/>
                  </a:cubicBezTo>
                  <a:cubicBezTo>
                    <a:pt x="1" y="656"/>
                    <a:pt x="290" y="1001"/>
                    <a:pt x="500" y="1078"/>
                  </a:cubicBezTo>
                  <a:cubicBezTo>
                    <a:pt x="535" y="1093"/>
                    <a:pt x="575" y="1099"/>
                    <a:pt x="616" y="1099"/>
                  </a:cubicBezTo>
                  <a:cubicBezTo>
                    <a:pt x="666" y="1099"/>
                    <a:pt x="718" y="1090"/>
                    <a:pt x="767" y="1078"/>
                  </a:cubicBezTo>
                  <a:cubicBezTo>
                    <a:pt x="922" y="1045"/>
                    <a:pt x="1089" y="967"/>
                    <a:pt x="1189" y="834"/>
                  </a:cubicBezTo>
                  <a:cubicBezTo>
                    <a:pt x="1356" y="612"/>
                    <a:pt x="1334" y="290"/>
                    <a:pt x="12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61">
              <a:extLst>
                <a:ext uri="{FF2B5EF4-FFF2-40B4-BE49-F238E27FC236}">
                  <a16:creationId xmlns:a16="http://schemas.microsoft.com/office/drawing/2014/main" id="{10BC44D8-D81D-D8CD-AEC7-55CD1E97DDE0}"/>
                </a:ext>
              </a:extLst>
            </p:cNvPr>
            <p:cNvSpPr/>
            <p:nvPr/>
          </p:nvSpPr>
          <p:spPr>
            <a:xfrm>
              <a:off x="1704575" y="3186300"/>
              <a:ext cx="25025" cy="19900"/>
            </a:xfrm>
            <a:custGeom>
              <a:avLst/>
              <a:gdLst/>
              <a:ahLst/>
              <a:cxnLst/>
              <a:rect l="l" t="t" r="r" b="b"/>
              <a:pathLst>
                <a:path w="1001" h="796" extrusionOk="0">
                  <a:moveTo>
                    <a:pt x="68" y="1"/>
                  </a:moveTo>
                  <a:lnTo>
                    <a:pt x="68" y="1"/>
                  </a:lnTo>
                  <a:cubicBezTo>
                    <a:pt x="23" y="211"/>
                    <a:pt x="1" y="445"/>
                    <a:pt x="123" y="601"/>
                  </a:cubicBezTo>
                  <a:cubicBezTo>
                    <a:pt x="201" y="700"/>
                    <a:pt x="312" y="756"/>
                    <a:pt x="434" y="778"/>
                  </a:cubicBezTo>
                  <a:cubicBezTo>
                    <a:pt x="467" y="789"/>
                    <a:pt x="500" y="795"/>
                    <a:pt x="534" y="795"/>
                  </a:cubicBezTo>
                  <a:cubicBezTo>
                    <a:pt x="567" y="795"/>
                    <a:pt x="600" y="789"/>
                    <a:pt x="634" y="778"/>
                  </a:cubicBezTo>
                  <a:cubicBezTo>
                    <a:pt x="789" y="722"/>
                    <a:pt x="1001" y="478"/>
                    <a:pt x="922" y="312"/>
                  </a:cubicBezTo>
                  <a:cubicBezTo>
                    <a:pt x="656" y="201"/>
                    <a:pt x="345" y="123"/>
                    <a:pt x="6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61">
              <a:extLst>
                <a:ext uri="{FF2B5EF4-FFF2-40B4-BE49-F238E27FC236}">
                  <a16:creationId xmlns:a16="http://schemas.microsoft.com/office/drawing/2014/main" id="{6D330EFD-64BB-5027-B249-9EE988C7CDCC}"/>
                </a:ext>
              </a:extLst>
            </p:cNvPr>
            <p:cNvSpPr/>
            <p:nvPr/>
          </p:nvSpPr>
          <p:spPr>
            <a:xfrm>
              <a:off x="1699300" y="3165725"/>
              <a:ext cx="39450" cy="15325"/>
            </a:xfrm>
            <a:custGeom>
              <a:avLst/>
              <a:gdLst/>
              <a:ahLst/>
              <a:cxnLst/>
              <a:rect l="l" t="t" r="r" b="b"/>
              <a:pathLst>
                <a:path w="1578" h="613" extrusionOk="0">
                  <a:moveTo>
                    <a:pt x="211" y="1"/>
                  </a:moveTo>
                  <a:cubicBezTo>
                    <a:pt x="159" y="1"/>
                    <a:pt x="107" y="4"/>
                    <a:pt x="56" y="12"/>
                  </a:cubicBezTo>
                  <a:cubicBezTo>
                    <a:pt x="45" y="179"/>
                    <a:pt x="23" y="357"/>
                    <a:pt x="0" y="535"/>
                  </a:cubicBezTo>
                  <a:lnTo>
                    <a:pt x="123" y="535"/>
                  </a:lnTo>
                  <a:cubicBezTo>
                    <a:pt x="336" y="525"/>
                    <a:pt x="554" y="511"/>
                    <a:pt x="770" y="511"/>
                  </a:cubicBezTo>
                  <a:cubicBezTo>
                    <a:pt x="1036" y="511"/>
                    <a:pt x="1299" y="533"/>
                    <a:pt x="1545" y="612"/>
                  </a:cubicBezTo>
                  <a:lnTo>
                    <a:pt x="1578" y="513"/>
                  </a:lnTo>
                  <a:cubicBezTo>
                    <a:pt x="1311" y="301"/>
                    <a:pt x="1000" y="146"/>
                    <a:pt x="689" y="68"/>
                  </a:cubicBezTo>
                  <a:cubicBezTo>
                    <a:pt x="538" y="35"/>
                    <a:pt x="373" y="1"/>
                    <a:pt x="2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61">
              <a:extLst>
                <a:ext uri="{FF2B5EF4-FFF2-40B4-BE49-F238E27FC236}">
                  <a16:creationId xmlns:a16="http://schemas.microsoft.com/office/drawing/2014/main" id="{73248AD4-8DBD-7D2C-77BE-88CD4865C04E}"/>
                </a:ext>
              </a:extLst>
            </p:cNvPr>
            <p:cNvSpPr/>
            <p:nvPr/>
          </p:nvSpPr>
          <p:spPr>
            <a:xfrm>
              <a:off x="1630975" y="3163250"/>
              <a:ext cx="44200" cy="23900"/>
            </a:xfrm>
            <a:custGeom>
              <a:avLst/>
              <a:gdLst/>
              <a:ahLst/>
              <a:cxnLst/>
              <a:rect l="l" t="t" r="r" b="b"/>
              <a:pathLst>
                <a:path w="1768" h="956" extrusionOk="0">
                  <a:moveTo>
                    <a:pt x="1623" y="0"/>
                  </a:moveTo>
                  <a:cubicBezTo>
                    <a:pt x="1390" y="22"/>
                    <a:pt x="1134" y="111"/>
                    <a:pt x="923" y="212"/>
                  </a:cubicBezTo>
                  <a:cubicBezTo>
                    <a:pt x="578" y="367"/>
                    <a:pt x="267" y="589"/>
                    <a:pt x="1" y="867"/>
                  </a:cubicBezTo>
                  <a:cubicBezTo>
                    <a:pt x="23" y="901"/>
                    <a:pt x="34" y="923"/>
                    <a:pt x="57" y="956"/>
                  </a:cubicBezTo>
                  <a:cubicBezTo>
                    <a:pt x="523" y="701"/>
                    <a:pt x="1101" y="622"/>
                    <a:pt x="1634" y="534"/>
                  </a:cubicBezTo>
                  <a:cubicBezTo>
                    <a:pt x="1678" y="523"/>
                    <a:pt x="1734" y="511"/>
                    <a:pt x="1767" y="501"/>
                  </a:cubicBezTo>
                  <a:cubicBezTo>
                    <a:pt x="1723" y="334"/>
                    <a:pt x="1667" y="167"/>
                    <a:pt x="16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61">
              <a:extLst>
                <a:ext uri="{FF2B5EF4-FFF2-40B4-BE49-F238E27FC236}">
                  <a16:creationId xmlns:a16="http://schemas.microsoft.com/office/drawing/2014/main" id="{89D332CB-F282-1043-4369-AB6BA02D0BCE}"/>
                </a:ext>
              </a:extLst>
            </p:cNvPr>
            <p:cNvSpPr/>
            <p:nvPr/>
          </p:nvSpPr>
          <p:spPr>
            <a:xfrm>
              <a:off x="1652375" y="3193075"/>
              <a:ext cx="13350" cy="12025"/>
            </a:xfrm>
            <a:custGeom>
              <a:avLst/>
              <a:gdLst/>
              <a:ahLst/>
              <a:cxnLst/>
              <a:rect l="l" t="t" r="r" b="b"/>
              <a:pathLst>
                <a:path w="534" h="481" extrusionOk="0">
                  <a:moveTo>
                    <a:pt x="251" y="1"/>
                  </a:moveTo>
                  <a:cubicBezTo>
                    <a:pt x="214" y="1"/>
                    <a:pt x="177" y="10"/>
                    <a:pt x="144" y="29"/>
                  </a:cubicBezTo>
                  <a:cubicBezTo>
                    <a:pt x="33" y="85"/>
                    <a:pt x="0" y="229"/>
                    <a:pt x="56" y="352"/>
                  </a:cubicBezTo>
                  <a:cubicBezTo>
                    <a:pt x="95" y="430"/>
                    <a:pt x="189" y="480"/>
                    <a:pt x="276" y="480"/>
                  </a:cubicBezTo>
                  <a:cubicBezTo>
                    <a:pt x="313" y="480"/>
                    <a:pt x="348" y="471"/>
                    <a:pt x="378" y="451"/>
                  </a:cubicBezTo>
                  <a:cubicBezTo>
                    <a:pt x="489" y="385"/>
                    <a:pt x="534" y="251"/>
                    <a:pt x="467" y="130"/>
                  </a:cubicBezTo>
                  <a:cubicBezTo>
                    <a:pt x="428" y="51"/>
                    <a:pt x="339" y="1"/>
                    <a:pt x="25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61">
              <a:extLst>
                <a:ext uri="{FF2B5EF4-FFF2-40B4-BE49-F238E27FC236}">
                  <a16:creationId xmlns:a16="http://schemas.microsoft.com/office/drawing/2014/main" id="{A063C315-0BC5-7E77-4C16-C12E85508889}"/>
                </a:ext>
              </a:extLst>
            </p:cNvPr>
            <p:cNvSpPr/>
            <p:nvPr/>
          </p:nvSpPr>
          <p:spPr>
            <a:xfrm>
              <a:off x="1710400" y="3191675"/>
              <a:ext cx="12800" cy="11500"/>
            </a:xfrm>
            <a:custGeom>
              <a:avLst/>
              <a:gdLst/>
              <a:ahLst/>
              <a:cxnLst/>
              <a:rect l="l" t="t" r="r" b="b"/>
              <a:pathLst>
                <a:path w="512" h="460" extrusionOk="0">
                  <a:moveTo>
                    <a:pt x="269" y="0"/>
                  </a:moveTo>
                  <a:cubicBezTo>
                    <a:pt x="204" y="0"/>
                    <a:pt x="139" y="26"/>
                    <a:pt x="90" y="75"/>
                  </a:cubicBezTo>
                  <a:cubicBezTo>
                    <a:pt x="1" y="163"/>
                    <a:pt x="12" y="330"/>
                    <a:pt x="101" y="408"/>
                  </a:cubicBezTo>
                  <a:cubicBezTo>
                    <a:pt x="141" y="443"/>
                    <a:pt x="192" y="460"/>
                    <a:pt x="245" y="460"/>
                  </a:cubicBezTo>
                  <a:cubicBezTo>
                    <a:pt x="309" y="460"/>
                    <a:pt x="374" y="434"/>
                    <a:pt x="423" y="386"/>
                  </a:cubicBezTo>
                  <a:cubicBezTo>
                    <a:pt x="512" y="285"/>
                    <a:pt x="501" y="130"/>
                    <a:pt x="412" y="52"/>
                  </a:cubicBezTo>
                  <a:cubicBezTo>
                    <a:pt x="372" y="17"/>
                    <a:pt x="321" y="0"/>
                    <a:pt x="26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61">
              <a:extLst>
                <a:ext uri="{FF2B5EF4-FFF2-40B4-BE49-F238E27FC236}">
                  <a16:creationId xmlns:a16="http://schemas.microsoft.com/office/drawing/2014/main" id="{019D75C0-36E8-2239-C850-2D5EEA682EDD}"/>
                </a:ext>
              </a:extLst>
            </p:cNvPr>
            <p:cNvSpPr/>
            <p:nvPr/>
          </p:nvSpPr>
          <p:spPr>
            <a:xfrm>
              <a:off x="1661525" y="3213850"/>
              <a:ext cx="13925" cy="17175"/>
            </a:xfrm>
            <a:custGeom>
              <a:avLst/>
              <a:gdLst/>
              <a:ahLst/>
              <a:cxnLst/>
              <a:rect l="l" t="t" r="r" b="b"/>
              <a:pathLst>
                <a:path w="557" h="687" extrusionOk="0">
                  <a:moveTo>
                    <a:pt x="299" y="0"/>
                  </a:moveTo>
                  <a:cubicBezTo>
                    <a:pt x="288" y="0"/>
                    <a:pt x="277" y="7"/>
                    <a:pt x="267" y="20"/>
                  </a:cubicBezTo>
                  <a:cubicBezTo>
                    <a:pt x="168" y="143"/>
                    <a:pt x="79" y="287"/>
                    <a:pt x="23" y="432"/>
                  </a:cubicBezTo>
                  <a:cubicBezTo>
                    <a:pt x="12" y="454"/>
                    <a:pt x="1" y="476"/>
                    <a:pt x="12" y="498"/>
                  </a:cubicBezTo>
                  <a:lnTo>
                    <a:pt x="23" y="509"/>
                  </a:lnTo>
                  <a:cubicBezTo>
                    <a:pt x="156" y="587"/>
                    <a:pt x="301" y="654"/>
                    <a:pt x="467" y="676"/>
                  </a:cubicBezTo>
                  <a:cubicBezTo>
                    <a:pt x="501" y="676"/>
                    <a:pt x="534" y="687"/>
                    <a:pt x="556" y="687"/>
                  </a:cubicBezTo>
                  <a:cubicBezTo>
                    <a:pt x="512" y="587"/>
                    <a:pt x="467" y="487"/>
                    <a:pt x="434" y="376"/>
                  </a:cubicBezTo>
                  <a:cubicBezTo>
                    <a:pt x="423" y="331"/>
                    <a:pt x="356" y="154"/>
                    <a:pt x="334" y="32"/>
                  </a:cubicBezTo>
                  <a:cubicBezTo>
                    <a:pt x="328" y="12"/>
                    <a:pt x="314" y="0"/>
                    <a:pt x="29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61">
              <a:extLst>
                <a:ext uri="{FF2B5EF4-FFF2-40B4-BE49-F238E27FC236}">
                  <a16:creationId xmlns:a16="http://schemas.microsoft.com/office/drawing/2014/main" id="{19318715-60D0-019A-632A-84F5E03A2978}"/>
                </a:ext>
              </a:extLst>
            </p:cNvPr>
            <p:cNvSpPr/>
            <p:nvPr/>
          </p:nvSpPr>
          <p:spPr>
            <a:xfrm>
              <a:off x="1701525" y="3215625"/>
              <a:ext cx="14750" cy="16800"/>
            </a:xfrm>
            <a:custGeom>
              <a:avLst/>
              <a:gdLst/>
              <a:ahLst/>
              <a:cxnLst/>
              <a:rect l="l" t="t" r="r" b="b"/>
              <a:pathLst>
                <a:path w="590" h="672" extrusionOk="0">
                  <a:moveTo>
                    <a:pt x="372" y="1"/>
                  </a:moveTo>
                  <a:cubicBezTo>
                    <a:pt x="356" y="1"/>
                    <a:pt x="340" y="9"/>
                    <a:pt x="334" y="28"/>
                  </a:cubicBezTo>
                  <a:cubicBezTo>
                    <a:pt x="289" y="139"/>
                    <a:pt x="200" y="305"/>
                    <a:pt x="178" y="339"/>
                  </a:cubicBezTo>
                  <a:cubicBezTo>
                    <a:pt x="134" y="450"/>
                    <a:pt x="67" y="549"/>
                    <a:pt x="0" y="650"/>
                  </a:cubicBezTo>
                  <a:lnTo>
                    <a:pt x="0" y="672"/>
                  </a:lnTo>
                  <a:cubicBezTo>
                    <a:pt x="78" y="627"/>
                    <a:pt x="178" y="627"/>
                    <a:pt x="267" y="616"/>
                  </a:cubicBezTo>
                  <a:cubicBezTo>
                    <a:pt x="378" y="605"/>
                    <a:pt x="467" y="583"/>
                    <a:pt x="567" y="561"/>
                  </a:cubicBezTo>
                  <a:cubicBezTo>
                    <a:pt x="578" y="561"/>
                    <a:pt x="578" y="549"/>
                    <a:pt x="578" y="549"/>
                  </a:cubicBezTo>
                  <a:cubicBezTo>
                    <a:pt x="589" y="527"/>
                    <a:pt x="589" y="494"/>
                    <a:pt x="578" y="472"/>
                  </a:cubicBezTo>
                  <a:cubicBezTo>
                    <a:pt x="545" y="316"/>
                    <a:pt x="478" y="161"/>
                    <a:pt x="400" y="16"/>
                  </a:cubicBezTo>
                  <a:cubicBezTo>
                    <a:pt x="395" y="6"/>
                    <a:pt x="384" y="1"/>
                    <a:pt x="3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61">
              <a:extLst>
                <a:ext uri="{FF2B5EF4-FFF2-40B4-BE49-F238E27FC236}">
                  <a16:creationId xmlns:a16="http://schemas.microsoft.com/office/drawing/2014/main" id="{1A9300D3-D40B-D8BC-63AA-73FCBE1AEB72}"/>
                </a:ext>
              </a:extLst>
            </p:cNvPr>
            <p:cNvSpPr/>
            <p:nvPr/>
          </p:nvSpPr>
          <p:spPr>
            <a:xfrm>
              <a:off x="1637375" y="3185750"/>
              <a:ext cx="30575" cy="12250"/>
            </a:xfrm>
            <a:custGeom>
              <a:avLst/>
              <a:gdLst/>
              <a:ahLst/>
              <a:cxnLst/>
              <a:rect l="l" t="t" r="r" b="b"/>
              <a:pathLst>
                <a:path w="1223" h="490" extrusionOk="0">
                  <a:moveTo>
                    <a:pt x="1189" y="1"/>
                  </a:moveTo>
                  <a:cubicBezTo>
                    <a:pt x="811" y="189"/>
                    <a:pt x="411" y="322"/>
                    <a:pt x="1" y="411"/>
                  </a:cubicBezTo>
                  <a:lnTo>
                    <a:pt x="11" y="489"/>
                  </a:lnTo>
                  <a:cubicBezTo>
                    <a:pt x="433" y="400"/>
                    <a:pt x="845" y="256"/>
                    <a:pt x="1223" y="78"/>
                  </a:cubicBezTo>
                  <a:lnTo>
                    <a:pt x="118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61">
              <a:extLst>
                <a:ext uri="{FF2B5EF4-FFF2-40B4-BE49-F238E27FC236}">
                  <a16:creationId xmlns:a16="http://schemas.microsoft.com/office/drawing/2014/main" id="{FEE83A72-76AE-B494-52CF-2566C2838B69}"/>
                </a:ext>
              </a:extLst>
            </p:cNvPr>
            <p:cNvSpPr/>
            <p:nvPr/>
          </p:nvSpPr>
          <p:spPr>
            <a:xfrm>
              <a:off x="1704850" y="3185200"/>
              <a:ext cx="23650" cy="9725"/>
            </a:xfrm>
            <a:custGeom>
              <a:avLst/>
              <a:gdLst/>
              <a:ahLst/>
              <a:cxnLst/>
              <a:rect l="l" t="t" r="r" b="b"/>
              <a:pathLst>
                <a:path w="946" h="389" extrusionOk="0">
                  <a:moveTo>
                    <a:pt x="34" y="0"/>
                  </a:moveTo>
                  <a:lnTo>
                    <a:pt x="1" y="78"/>
                  </a:lnTo>
                  <a:cubicBezTo>
                    <a:pt x="289" y="211"/>
                    <a:pt x="600" y="322"/>
                    <a:pt x="923" y="389"/>
                  </a:cubicBezTo>
                  <a:lnTo>
                    <a:pt x="945" y="311"/>
                  </a:lnTo>
                  <a:cubicBezTo>
                    <a:pt x="623" y="245"/>
                    <a:pt x="323" y="144"/>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61">
              <a:extLst>
                <a:ext uri="{FF2B5EF4-FFF2-40B4-BE49-F238E27FC236}">
                  <a16:creationId xmlns:a16="http://schemas.microsoft.com/office/drawing/2014/main" id="{F666EB9A-9362-E203-6FFA-8D7438773768}"/>
                </a:ext>
              </a:extLst>
            </p:cNvPr>
            <p:cNvSpPr/>
            <p:nvPr/>
          </p:nvSpPr>
          <p:spPr>
            <a:xfrm>
              <a:off x="1673750" y="3197125"/>
              <a:ext cx="29750" cy="21700"/>
            </a:xfrm>
            <a:custGeom>
              <a:avLst/>
              <a:gdLst/>
              <a:ahLst/>
              <a:cxnLst/>
              <a:rect l="l" t="t" r="r" b="b"/>
              <a:pathLst>
                <a:path w="1190" h="868" extrusionOk="0">
                  <a:moveTo>
                    <a:pt x="942" y="1"/>
                  </a:moveTo>
                  <a:cubicBezTo>
                    <a:pt x="850" y="1"/>
                    <a:pt x="760" y="50"/>
                    <a:pt x="711" y="123"/>
                  </a:cubicBezTo>
                  <a:cubicBezTo>
                    <a:pt x="678" y="168"/>
                    <a:pt x="645" y="223"/>
                    <a:pt x="634" y="267"/>
                  </a:cubicBezTo>
                  <a:cubicBezTo>
                    <a:pt x="544" y="150"/>
                    <a:pt x="396" y="77"/>
                    <a:pt x="248" y="77"/>
                  </a:cubicBezTo>
                  <a:cubicBezTo>
                    <a:pt x="213" y="77"/>
                    <a:pt x="179" y="81"/>
                    <a:pt x="145" y="89"/>
                  </a:cubicBezTo>
                  <a:cubicBezTo>
                    <a:pt x="123" y="101"/>
                    <a:pt x="89" y="101"/>
                    <a:pt x="67" y="123"/>
                  </a:cubicBezTo>
                  <a:cubicBezTo>
                    <a:pt x="45" y="145"/>
                    <a:pt x="23" y="178"/>
                    <a:pt x="23" y="212"/>
                  </a:cubicBezTo>
                  <a:cubicBezTo>
                    <a:pt x="0" y="334"/>
                    <a:pt x="67" y="434"/>
                    <a:pt x="123" y="523"/>
                  </a:cubicBezTo>
                  <a:cubicBezTo>
                    <a:pt x="234" y="679"/>
                    <a:pt x="367" y="834"/>
                    <a:pt x="545" y="856"/>
                  </a:cubicBezTo>
                  <a:lnTo>
                    <a:pt x="567" y="745"/>
                  </a:lnTo>
                  <a:cubicBezTo>
                    <a:pt x="423" y="723"/>
                    <a:pt x="323" y="590"/>
                    <a:pt x="223" y="456"/>
                  </a:cubicBezTo>
                  <a:cubicBezTo>
                    <a:pt x="178" y="390"/>
                    <a:pt x="123" y="312"/>
                    <a:pt x="134" y="234"/>
                  </a:cubicBezTo>
                  <a:cubicBezTo>
                    <a:pt x="145" y="223"/>
                    <a:pt x="145" y="212"/>
                    <a:pt x="145" y="212"/>
                  </a:cubicBezTo>
                  <a:lnTo>
                    <a:pt x="167" y="212"/>
                  </a:lnTo>
                  <a:cubicBezTo>
                    <a:pt x="194" y="205"/>
                    <a:pt x="221" y="202"/>
                    <a:pt x="248" y="202"/>
                  </a:cubicBezTo>
                  <a:cubicBezTo>
                    <a:pt x="402" y="202"/>
                    <a:pt x="553" y="305"/>
                    <a:pt x="600" y="456"/>
                  </a:cubicBezTo>
                  <a:lnTo>
                    <a:pt x="667" y="679"/>
                  </a:lnTo>
                  <a:lnTo>
                    <a:pt x="711" y="445"/>
                  </a:lnTo>
                  <a:cubicBezTo>
                    <a:pt x="734" y="368"/>
                    <a:pt x="745" y="267"/>
                    <a:pt x="800" y="201"/>
                  </a:cubicBezTo>
                  <a:cubicBezTo>
                    <a:pt x="834" y="158"/>
                    <a:pt x="894" y="123"/>
                    <a:pt x="945" y="123"/>
                  </a:cubicBezTo>
                  <a:cubicBezTo>
                    <a:pt x="961" y="123"/>
                    <a:pt x="976" y="126"/>
                    <a:pt x="990" y="134"/>
                  </a:cubicBezTo>
                  <a:cubicBezTo>
                    <a:pt x="1056" y="168"/>
                    <a:pt x="1067" y="245"/>
                    <a:pt x="1067" y="323"/>
                  </a:cubicBezTo>
                  <a:cubicBezTo>
                    <a:pt x="1067" y="489"/>
                    <a:pt x="978" y="667"/>
                    <a:pt x="901" y="812"/>
                  </a:cubicBezTo>
                  <a:lnTo>
                    <a:pt x="1012" y="867"/>
                  </a:lnTo>
                  <a:cubicBezTo>
                    <a:pt x="1089" y="712"/>
                    <a:pt x="1189" y="523"/>
                    <a:pt x="1189" y="323"/>
                  </a:cubicBezTo>
                  <a:cubicBezTo>
                    <a:pt x="1189" y="190"/>
                    <a:pt x="1133" y="79"/>
                    <a:pt x="1045" y="23"/>
                  </a:cubicBezTo>
                  <a:cubicBezTo>
                    <a:pt x="1012" y="8"/>
                    <a:pt x="977" y="1"/>
                    <a:pt x="9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61">
              <a:extLst>
                <a:ext uri="{FF2B5EF4-FFF2-40B4-BE49-F238E27FC236}">
                  <a16:creationId xmlns:a16="http://schemas.microsoft.com/office/drawing/2014/main" id="{058A3C97-6C9E-A079-4E81-657EDCE3A840}"/>
                </a:ext>
              </a:extLst>
            </p:cNvPr>
            <p:cNvSpPr/>
            <p:nvPr/>
          </p:nvSpPr>
          <p:spPr>
            <a:xfrm>
              <a:off x="1660425" y="3224625"/>
              <a:ext cx="56125" cy="9575"/>
            </a:xfrm>
            <a:custGeom>
              <a:avLst/>
              <a:gdLst/>
              <a:ahLst/>
              <a:cxnLst/>
              <a:rect l="l" t="t" r="r" b="b"/>
              <a:pathLst>
                <a:path w="2245" h="383" extrusionOk="0">
                  <a:moveTo>
                    <a:pt x="45" y="1"/>
                  </a:moveTo>
                  <a:cubicBezTo>
                    <a:pt x="22" y="23"/>
                    <a:pt x="12" y="56"/>
                    <a:pt x="0" y="78"/>
                  </a:cubicBezTo>
                  <a:cubicBezTo>
                    <a:pt x="419" y="278"/>
                    <a:pt x="883" y="382"/>
                    <a:pt x="1349" y="382"/>
                  </a:cubicBezTo>
                  <a:cubicBezTo>
                    <a:pt x="1451" y="382"/>
                    <a:pt x="1554" y="377"/>
                    <a:pt x="1656" y="367"/>
                  </a:cubicBezTo>
                  <a:cubicBezTo>
                    <a:pt x="1856" y="345"/>
                    <a:pt x="2056" y="312"/>
                    <a:pt x="2244" y="245"/>
                  </a:cubicBezTo>
                  <a:cubicBezTo>
                    <a:pt x="2233" y="223"/>
                    <a:pt x="2233" y="201"/>
                    <a:pt x="2222" y="167"/>
                  </a:cubicBezTo>
                  <a:cubicBezTo>
                    <a:pt x="1939" y="260"/>
                    <a:pt x="1644" y="305"/>
                    <a:pt x="1348" y="305"/>
                  </a:cubicBezTo>
                  <a:cubicBezTo>
                    <a:pt x="901" y="305"/>
                    <a:pt x="453" y="201"/>
                    <a:pt x="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61">
              <a:extLst>
                <a:ext uri="{FF2B5EF4-FFF2-40B4-BE49-F238E27FC236}">
                  <a16:creationId xmlns:a16="http://schemas.microsoft.com/office/drawing/2014/main" id="{6EC408FF-ADD8-A13F-D75C-7FB15503B4D5}"/>
                </a:ext>
              </a:extLst>
            </p:cNvPr>
            <p:cNvSpPr/>
            <p:nvPr/>
          </p:nvSpPr>
          <p:spPr>
            <a:xfrm>
              <a:off x="1552950" y="3176800"/>
              <a:ext cx="48625" cy="63250"/>
            </a:xfrm>
            <a:custGeom>
              <a:avLst/>
              <a:gdLst/>
              <a:ahLst/>
              <a:cxnLst/>
              <a:rect l="l" t="t" r="r" b="b"/>
              <a:pathLst>
                <a:path w="1945" h="2530" extrusionOk="0">
                  <a:moveTo>
                    <a:pt x="675" y="1"/>
                  </a:moveTo>
                  <a:cubicBezTo>
                    <a:pt x="658" y="1"/>
                    <a:pt x="640" y="2"/>
                    <a:pt x="623" y="3"/>
                  </a:cubicBezTo>
                  <a:cubicBezTo>
                    <a:pt x="322" y="36"/>
                    <a:pt x="89" y="314"/>
                    <a:pt x="45" y="603"/>
                  </a:cubicBezTo>
                  <a:cubicBezTo>
                    <a:pt x="0" y="902"/>
                    <a:pt x="122" y="1203"/>
                    <a:pt x="312" y="1436"/>
                  </a:cubicBezTo>
                  <a:cubicBezTo>
                    <a:pt x="389" y="1525"/>
                    <a:pt x="478" y="1603"/>
                    <a:pt x="556" y="1702"/>
                  </a:cubicBezTo>
                  <a:cubicBezTo>
                    <a:pt x="700" y="1858"/>
                    <a:pt x="811" y="2047"/>
                    <a:pt x="956" y="2213"/>
                  </a:cubicBezTo>
                  <a:cubicBezTo>
                    <a:pt x="1134" y="2412"/>
                    <a:pt x="1356" y="2530"/>
                    <a:pt x="1544" y="2530"/>
                  </a:cubicBezTo>
                  <a:cubicBezTo>
                    <a:pt x="1755" y="2530"/>
                    <a:pt x="1922" y="2382"/>
                    <a:pt x="1933" y="2036"/>
                  </a:cubicBezTo>
                  <a:cubicBezTo>
                    <a:pt x="1944" y="1425"/>
                    <a:pt x="1744" y="736"/>
                    <a:pt x="1300" y="303"/>
                  </a:cubicBezTo>
                  <a:cubicBezTo>
                    <a:pt x="1134" y="137"/>
                    <a:pt x="911" y="1"/>
                    <a:pt x="67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61">
              <a:extLst>
                <a:ext uri="{FF2B5EF4-FFF2-40B4-BE49-F238E27FC236}">
                  <a16:creationId xmlns:a16="http://schemas.microsoft.com/office/drawing/2014/main" id="{1AE96ED5-2D8E-4C8D-D507-CCADC3ABC3F0}"/>
                </a:ext>
              </a:extLst>
            </p:cNvPr>
            <p:cNvSpPr/>
            <p:nvPr/>
          </p:nvSpPr>
          <p:spPr>
            <a:xfrm>
              <a:off x="1560425" y="3186775"/>
              <a:ext cx="33650" cy="43525"/>
            </a:xfrm>
            <a:custGeom>
              <a:avLst/>
              <a:gdLst/>
              <a:ahLst/>
              <a:cxnLst/>
              <a:rect l="l" t="t" r="r" b="b"/>
              <a:pathLst>
                <a:path w="1346" h="1741" extrusionOk="0">
                  <a:moveTo>
                    <a:pt x="485" y="1"/>
                  </a:moveTo>
                  <a:cubicBezTo>
                    <a:pt x="468" y="1"/>
                    <a:pt x="452" y="2"/>
                    <a:pt x="435" y="4"/>
                  </a:cubicBezTo>
                  <a:cubicBezTo>
                    <a:pt x="235" y="15"/>
                    <a:pt x="68" y="204"/>
                    <a:pt x="35" y="415"/>
                  </a:cubicBezTo>
                  <a:cubicBezTo>
                    <a:pt x="1" y="615"/>
                    <a:pt x="90" y="826"/>
                    <a:pt x="223" y="982"/>
                  </a:cubicBezTo>
                  <a:cubicBezTo>
                    <a:pt x="279" y="1048"/>
                    <a:pt x="334" y="1103"/>
                    <a:pt x="390" y="1170"/>
                  </a:cubicBezTo>
                  <a:cubicBezTo>
                    <a:pt x="490" y="1281"/>
                    <a:pt x="568" y="1414"/>
                    <a:pt x="668" y="1525"/>
                  </a:cubicBezTo>
                  <a:cubicBezTo>
                    <a:pt x="788" y="1661"/>
                    <a:pt x="940" y="1741"/>
                    <a:pt x="1068" y="1741"/>
                  </a:cubicBezTo>
                  <a:cubicBezTo>
                    <a:pt x="1213" y="1741"/>
                    <a:pt x="1328" y="1639"/>
                    <a:pt x="1334" y="1404"/>
                  </a:cubicBezTo>
                  <a:cubicBezTo>
                    <a:pt x="1346" y="982"/>
                    <a:pt x="1212" y="503"/>
                    <a:pt x="901" y="204"/>
                  </a:cubicBezTo>
                  <a:cubicBezTo>
                    <a:pt x="790" y="93"/>
                    <a:pt x="644" y="1"/>
                    <a:pt x="485"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61">
              <a:extLst>
                <a:ext uri="{FF2B5EF4-FFF2-40B4-BE49-F238E27FC236}">
                  <a16:creationId xmlns:a16="http://schemas.microsoft.com/office/drawing/2014/main" id="{63DEEEE6-A90D-7849-E4D0-61DC2F44EA17}"/>
                </a:ext>
              </a:extLst>
            </p:cNvPr>
            <p:cNvSpPr/>
            <p:nvPr/>
          </p:nvSpPr>
          <p:spPr>
            <a:xfrm>
              <a:off x="1568225" y="3191575"/>
              <a:ext cx="19750" cy="30850"/>
            </a:xfrm>
            <a:custGeom>
              <a:avLst/>
              <a:gdLst/>
              <a:ahLst/>
              <a:cxnLst/>
              <a:rect l="l" t="t" r="r" b="b"/>
              <a:pathLst>
                <a:path w="790" h="1234" extrusionOk="0">
                  <a:moveTo>
                    <a:pt x="733" y="1111"/>
                  </a:moveTo>
                  <a:cubicBezTo>
                    <a:pt x="755" y="1123"/>
                    <a:pt x="755" y="1145"/>
                    <a:pt x="755" y="1156"/>
                  </a:cubicBezTo>
                  <a:lnTo>
                    <a:pt x="711" y="1145"/>
                  </a:lnTo>
                  <a:lnTo>
                    <a:pt x="733" y="1111"/>
                  </a:lnTo>
                  <a:close/>
                  <a:moveTo>
                    <a:pt x="44" y="0"/>
                  </a:moveTo>
                  <a:lnTo>
                    <a:pt x="0" y="123"/>
                  </a:lnTo>
                  <a:cubicBezTo>
                    <a:pt x="89" y="145"/>
                    <a:pt x="156" y="212"/>
                    <a:pt x="222" y="289"/>
                  </a:cubicBezTo>
                  <a:cubicBezTo>
                    <a:pt x="422" y="523"/>
                    <a:pt x="555" y="800"/>
                    <a:pt x="644" y="1101"/>
                  </a:cubicBezTo>
                  <a:lnTo>
                    <a:pt x="634" y="1133"/>
                  </a:lnTo>
                  <a:cubicBezTo>
                    <a:pt x="634" y="1156"/>
                    <a:pt x="644" y="1189"/>
                    <a:pt x="667" y="1200"/>
                  </a:cubicBezTo>
                  <a:lnTo>
                    <a:pt x="711" y="1234"/>
                  </a:lnTo>
                  <a:lnTo>
                    <a:pt x="745" y="1200"/>
                  </a:lnTo>
                  <a:cubicBezTo>
                    <a:pt x="755" y="1200"/>
                    <a:pt x="789" y="1167"/>
                    <a:pt x="778" y="1111"/>
                  </a:cubicBezTo>
                  <a:cubicBezTo>
                    <a:pt x="689" y="778"/>
                    <a:pt x="533" y="467"/>
                    <a:pt x="311" y="212"/>
                  </a:cubicBezTo>
                  <a:cubicBezTo>
                    <a:pt x="244" y="134"/>
                    <a:pt x="156" y="34"/>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61">
              <a:extLst>
                <a:ext uri="{FF2B5EF4-FFF2-40B4-BE49-F238E27FC236}">
                  <a16:creationId xmlns:a16="http://schemas.microsoft.com/office/drawing/2014/main" id="{EB22E555-6764-4983-4CBC-741DB1751037}"/>
                </a:ext>
              </a:extLst>
            </p:cNvPr>
            <p:cNvSpPr/>
            <p:nvPr/>
          </p:nvSpPr>
          <p:spPr>
            <a:xfrm>
              <a:off x="1569875" y="3203800"/>
              <a:ext cx="13925" cy="8900"/>
            </a:xfrm>
            <a:custGeom>
              <a:avLst/>
              <a:gdLst/>
              <a:ahLst/>
              <a:cxnLst/>
              <a:rect l="l" t="t" r="r" b="b"/>
              <a:pathLst>
                <a:path w="557" h="356" extrusionOk="0">
                  <a:moveTo>
                    <a:pt x="34" y="0"/>
                  </a:moveTo>
                  <a:lnTo>
                    <a:pt x="1" y="111"/>
                  </a:lnTo>
                  <a:cubicBezTo>
                    <a:pt x="178" y="167"/>
                    <a:pt x="334" y="245"/>
                    <a:pt x="479" y="356"/>
                  </a:cubicBezTo>
                  <a:lnTo>
                    <a:pt x="556" y="256"/>
                  </a:lnTo>
                  <a:cubicBezTo>
                    <a:pt x="390" y="145"/>
                    <a:pt x="223" y="56"/>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61">
              <a:extLst>
                <a:ext uri="{FF2B5EF4-FFF2-40B4-BE49-F238E27FC236}">
                  <a16:creationId xmlns:a16="http://schemas.microsoft.com/office/drawing/2014/main" id="{D18FE786-F876-45E0-C61A-67C9458A97FD}"/>
                </a:ext>
              </a:extLst>
            </p:cNvPr>
            <p:cNvSpPr/>
            <p:nvPr/>
          </p:nvSpPr>
          <p:spPr>
            <a:xfrm>
              <a:off x="1493775" y="3494025"/>
              <a:ext cx="207225" cy="104150"/>
            </a:xfrm>
            <a:custGeom>
              <a:avLst/>
              <a:gdLst/>
              <a:ahLst/>
              <a:cxnLst/>
              <a:rect l="l" t="t" r="r" b="b"/>
              <a:pathLst>
                <a:path w="8289" h="4166" extrusionOk="0">
                  <a:moveTo>
                    <a:pt x="12" y="0"/>
                  </a:moveTo>
                  <a:cubicBezTo>
                    <a:pt x="1" y="334"/>
                    <a:pt x="68" y="678"/>
                    <a:pt x="146" y="956"/>
                  </a:cubicBezTo>
                  <a:cubicBezTo>
                    <a:pt x="390" y="1855"/>
                    <a:pt x="734" y="2544"/>
                    <a:pt x="1201" y="3055"/>
                  </a:cubicBezTo>
                  <a:cubicBezTo>
                    <a:pt x="1724" y="3629"/>
                    <a:pt x="2431" y="3966"/>
                    <a:pt x="3114" y="3966"/>
                  </a:cubicBezTo>
                  <a:cubicBezTo>
                    <a:pt x="3184" y="3966"/>
                    <a:pt x="3253" y="3962"/>
                    <a:pt x="3323" y="3955"/>
                  </a:cubicBezTo>
                  <a:lnTo>
                    <a:pt x="3378" y="3944"/>
                  </a:lnTo>
                  <a:lnTo>
                    <a:pt x="3378" y="3933"/>
                  </a:lnTo>
                  <a:cubicBezTo>
                    <a:pt x="3400" y="3944"/>
                    <a:pt x="3434" y="3966"/>
                    <a:pt x="3467" y="3977"/>
                  </a:cubicBezTo>
                  <a:cubicBezTo>
                    <a:pt x="3723" y="4066"/>
                    <a:pt x="4012" y="4166"/>
                    <a:pt x="4300" y="4166"/>
                  </a:cubicBezTo>
                  <a:cubicBezTo>
                    <a:pt x="4378" y="4166"/>
                    <a:pt x="4456" y="4155"/>
                    <a:pt x="4545" y="4143"/>
                  </a:cubicBezTo>
                  <a:cubicBezTo>
                    <a:pt x="4689" y="4111"/>
                    <a:pt x="4789" y="4044"/>
                    <a:pt x="4834" y="3944"/>
                  </a:cubicBezTo>
                  <a:cubicBezTo>
                    <a:pt x="4844" y="3911"/>
                    <a:pt x="4856" y="3877"/>
                    <a:pt x="4856" y="3832"/>
                  </a:cubicBezTo>
                  <a:cubicBezTo>
                    <a:pt x="5264" y="3978"/>
                    <a:pt x="5699" y="4050"/>
                    <a:pt x="6135" y="4050"/>
                  </a:cubicBezTo>
                  <a:cubicBezTo>
                    <a:pt x="6896" y="4050"/>
                    <a:pt x="7660" y="3830"/>
                    <a:pt x="8288" y="3400"/>
                  </a:cubicBezTo>
                  <a:lnTo>
                    <a:pt x="8221" y="3299"/>
                  </a:lnTo>
                  <a:cubicBezTo>
                    <a:pt x="7613" y="3717"/>
                    <a:pt x="6870" y="3932"/>
                    <a:pt x="6129" y="3932"/>
                  </a:cubicBezTo>
                  <a:cubicBezTo>
                    <a:pt x="5666" y="3932"/>
                    <a:pt x="5205" y="3848"/>
                    <a:pt x="4778" y="3677"/>
                  </a:cubicBezTo>
                  <a:cubicBezTo>
                    <a:pt x="4745" y="3644"/>
                    <a:pt x="4700" y="3632"/>
                    <a:pt x="4667" y="3632"/>
                  </a:cubicBezTo>
                  <a:lnTo>
                    <a:pt x="4389" y="3644"/>
                  </a:lnTo>
                  <a:lnTo>
                    <a:pt x="4644" y="3744"/>
                  </a:lnTo>
                  <a:lnTo>
                    <a:pt x="4711" y="3777"/>
                  </a:lnTo>
                  <a:lnTo>
                    <a:pt x="4711" y="3788"/>
                  </a:lnTo>
                  <a:cubicBezTo>
                    <a:pt x="4733" y="3822"/>
                    <a:pt x="4745" y="3866"/>
                    <a:pt x="4723" y="3899"/>
                  </a:cubicBezTo>
                  <a:cubicBezTo>
                    <a:pt x="4689" y="3966"/>
                    <a:pt x="4589" y="4010"/>
                    <a:pt x="4511" y="4022"/>
                  </a:cubicBezTo>
                  <a:cubicBezTo>
                    <a:pt x="4438" y="4039"/>
                    <a:pt x="4364" y="4046"/>
                    <a:pt x="4289" y="4046"/>
                  </a:cubicBezTo>
                  <a:cubicBezTo>
                    <a:pt x="4024" y="4046"/>
                    <a:pt x="3754" y="3953"/>
                    <a:pt x="3511" y="3866"/>
                  </a:cubicBezTo>
                  <a:cubicBezTo>
                    <a:pt x="3467" y="3844"/>
                    <a:pt x="3412" y="3822"/>
                    <a:pt x="3367" y="3800"/>
                  </a:cubicBezTo>
                  <a:cubicBezTo>
                    <a:pt x="3345" y="3644"/>
                    <a:pt x="3234" y="3499"/>
                    <a:pt x="3089" y="3433"/>
                  </a:cubicBezTo>
                  <a:lnTo>
                    <a:pt x="3000" y="3400"/>
                  </a:lnTo>
                  <a:lnTo>
                    <a:pt x="3000" y="3489"/>
                  </a:lnTo>
                  <a:cubicBezTo>
                    <a:pt x="3000" y="3588"/>
                    <a:pt x="3034" y="3721"/>
                    <a:pt x="3212" y="3844"/>
                  </a:cubicBezTo>
                  <a:cubicBezTo>
                    <a:pt x="3180" y="3846"/>
                    <a:pt x="3148" y="3846"/>
                    <a:pt x="3117" y="3846"/>
                  </a:cubicBezTo>
                  <a:cubicBezTo>
                    <a:pt x="2468" y="3846"/>
                    <a:pt x="1798" y="3528"/>
                    <a:pt x="1289" y="2978"/>
                  </a:cubicBezTo>
                  <a:cubicBezTo>
                    <a:pt x="834" y="2477"/>
                    <a:pt x="501" y="1811"/>
                    <a:pt x="267" y="922"/>
                  </a:cubicBezTo>
                  <a:cubicBezTo>
                    <a:pt x="190" y="655"/>
                    <a:pt x="112" y="322"/>
                    <a:pt x="1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61">
              <a:extLst>
                <a:ext uri="{FF2B5EF4-FFF2-40B4-BE49-F238E27FC236}">
                  <a16:creationId xmlns:a16="http://schemas.microsoft.com/office/drawing/2014/main" id="{B8E8BBE0-096A-2081-7C5A-7DB702B01415}"/>
                </a:ext>
              </a:extLst>
            </p:cNvPr>
            <p:cNvSpPr/>
            <p:nvPr/>
          </p:nvSpPr>
          <p:spPr>
            <a:xfrm>
              <a:off x="1571825" y="3490700"/>
              <a:ext cx="24475" cy="36675"/>
            </a:xfrm>
            <a:custGeom>
              <a:avLst/>
              <a:gdLst/>
              <a:ahLst/>
              <a:cxnLst/>
              <a:rect l="l" t="t" r="r" b="b"/>
              <a:pathLst>
                <a:path w="979" h="1467" extrusionOk="0">
                  <a:moveTo>
                    <a:pt x="900" y="0"/>
                  </a:moveTo>
                  <a:cubicBezTo>
                    <a:pt x="523" y="311"/>
                    <a:pt x="234" y="733"/>
                    <a:pt x="78" y="1200"/>
                  </a:cubicBezTo>
                  <a:lnTo>
                    <a:pt x="1" y="1466"/>
                  </a:lnTo>
                  <a:lnTo>
                    <a:pt x="1" y="1466"/>
                  </a:lnTo>
                  <a:lnTo>
                    <a:pt x="245" y="1188"/>
                  </a:lnTo>
                  <a:lnTo>
                    <a:pt x="223" y="1166"/>
                  </a:lnTo>
                  <a:cubicBezTo>
                    <a:pt x="367" y="755"/>
                    <a:pt x="634" y="378"/>
                    <a:pt x="978" y="89"/>
                  </a:cubicBezTo>
                  <a:lnTo>
                    <a:pt x="90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61">
              <a:extLst>
                <a:ext uri="{FF2B5EF4-FFF2-40B4-BE49-F238E27FC236}">
                  <a16:creationId xmlns:a16="http://schemas.microsoft.com/office/drawing/2014/main" id="{5AB85DDA-8B38-7B71-5D22-5B9FB48C4BC7}"/>
                </a:ext>
              </a:extLst>
            </p:cNvPr>
            <p:cNvSpPr/>
            <p:nvPr/>
          </p:nvSpPr>
          <p:spPr>
            <a:xfrm>
              <a:off x="1590725" y="3497350"/>
              <a:ext cx="13350" cy="27250"/>
            </a:xfrm>
            <a:custGeom>
              <a:avLst/>
              <a:gdLst/>
              <a:ahLst/>
              <a:cxnLst/>
              <a:rect l="l" t="t" r="r" b="b"/>
              <a:pathLst>
                <a:path w="534" h="1090" extrusionOk="0">
                  <a:moveTo>
                    <a:pt x="445" y="1"/>
                  </a:moveTo>
                  <a:cubicBezTo>
                    <a:pt x="178" y="289"/>
                    <a:pt x="11" y="689"/>
                    <a:pt x="0" y="1089"/>
                  </a:cubicBezTo>
                  <a:lnTo>
                    <a:pt x="122" y="1089"/>
                  </a:lnTo>
                  <a:cubicBezTo>
                    <a:pt x="134" y="722"/>
                    <a:pt x="278" y="356"/>
                    <a:pt x="534" y="78"/>
                  </a:cubicBezTo>
                  <a:lnTo>
                    <a:pt x="44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61">
              <a:extLst>
                <a:ext uri="{FF2B5EF4-FFF2-40B4-BE49-F238E27FC236}">
                  <a16:creationId xmlns:a16="http://schemas.microsoft.com/office/drawing/2014/main" id="{FB431266-6B6C-3739-A7FE-7841CFF460CA}"/>
                </a:ext>
              </a:extLst>
            </p:cNvPr>
            <p:cNvSpPr/>
            <p:nvPr/>
          </p:nvSpPr>
          <p:spPr>
            <a:xfrm>
              <a:off x="1752350" y="3454575"/>
              <a:ext cx="92775" cy="92925"/>
            </a:xfrm>
            <a:custGeom>
              <a:avLst/>
              <a:gdLst/>
              <a:ahLst/>
              <a:cxnLst/>
              <a:rect l="l" t="t" r="r" b="b"/>
              <a:pathLst>
                <a:path w="3711" h="3717" extrusionOk="0">
                  <a:moveTo>
                    <a:pt x="2113" y="1"/>
                  </a:moveTo>
                  <a:cubicBezTo>
                    <a:pt x="1873" y="1"/>
                    <a:pt x="1612" y="65"/>
                    <a:pt x="1289" y="112"/>
                  </a:cubicBezTo>
                  <a:cubicBezTo>
                    <a:pt x="1200" y="134"/>
                    <a:pt x="1100" y="145"/>
                    <a:pt x="1033" y="201"/>
                  </a:cubicBezTo>
                  <a:cubicBezTo>
                    <a:pt x="956" y="245"/>
                    <a:pt x="912" y="345"/>
                    <a:pt x="944" y="423"/>
                  </a:cubicBezTo>
                  <a:cubicBezTo>
                    <a:pt x="1011" y="611"/>
                    <a:pt x="1367" y="567"/>
                    <a:pt x="1389" y="756"/>
                  </a:cubicBezTo>
                  <a:cubicBezTo>
                    <a:pt x="1033" y="900"/>
                    <a:pt x="689" y="1045"/>
                    <a:pt x="334" y="1189"/>
                  </a:cubicBezTo>
                  <a:cubicBezTo>
                    <a:pt x="201" y="1245"/>
                    <a:pt x="45" y="1334"/>
                    <a:pt x="23" y="1478"/>
                  </a:cubicBezTo>
                  <a:cubicBezTo>
                    <a:pt x="1" y="1623"/>
                    <a:pt x="134" y="1745"/>
                    <a:pt x="278" y="1767"/>
                  </a:cubicBezTo>
                  <a:cubicBezTo>
                    <a:pt x="302" y="1771"/>
                    <a:pt x="327" y="1773"/>
                    <a:pt x="352" y="1773"/>
                  </a:cubicBezTo>
                  <a:cubicBezTo>
                    <a:pt x="464" y="1773"/>
                    <a:pt x="581" y="1736"/>
                    <a:pt x="689" y="1700"/>
                  </a:cubicBezTo>
                  <a:cubicBezTo>
                    <a:pt x="1011" y="1601"/>
                    <a:pt x="1334" y="1489"/>
                    <a:pt x="1667" y="1389"/>
                  </a:cubicBezTo>
                  <a:lnTo>
                    <a:pt x="1667" y="1389"/>
                  </a:lnTo>
                  <a:cubicBezTo>
                    <a:pt x="1700" y="1411"/>
                    <a:pt x="1667" y="1478"/>
                    <a:pt x="1623" y="1512"/>
                  </a:cubicBezTo>
                  <a:cubicBezTo>
                    <a:pt x="1255" y="1756"/>
                    <a:pt x="734" y="1778"/>
                    <a:pt x="478" y="2134"/>
                  </a:cubicBezTo>
                  <a:cubicBezTo>
                    <a:pt x="411" y="2223"/>
                    <a:pt x="378" y="2344"/>
                    <a:pt x="423" y="2433"/>
                  </a:cubicBezTo>
                  <a:cubicBezTo>
                    <a:pt x="464" y="2523"/>
                    <a:pt x="554" y="2555"/>
                    <a:pt x="654" y="2555"/>
                  </a:cubicBezTo>
                  <a:cubicBezTo>
                    <a:pt x="740" y="2555"/>
                    <a:pt x="834" y="2531"/>
                    <a:pt x="912" y="2500"/>
                  </a:cubicBezTo>
                  <a:cubicBezTo>
                    <a:pt x="1267" y="2378"/>
                    <a:pt x="1623" y="2233"/>
                    <a:pt x="1966" y="2089"/>
                  </a:cubicBezTo>
                  <a:lnTo>
                    <a:pt x="1966" y="2089"/>
                  </a:lnTo>
                  <a:cubicBezTo>
                    <a:pt x="1944" y="2289"/>
                    <a:pt x="1766" y="2423"/>
                    <a:pt x="1589" y="2511"/>
                  </a:cubicBezTo>
                  <a:cubicBezTo>
                    <a:pt x="1411" y="2589"/>
                    <a:pt x="1223" y="2655"/>
                    <a:pt x="1078" y="2789"/>
                  </a:cubicBezTo>
                  <a:cubicBezTo>
                    <a:pt x="967" y="2889"/>
                    <a:pt x="900" y="3078"/>
                    <a:pt x="1011" y="3178"/>
                  </a:cubicBezTo>
                  <a:cubicBezTo>
                    <a:pt x="1058" y="3225"/>
                    <a:pt x="1127" y="3239"/>
                    <a:pt x="1199" y="3239"/>
                  </a:cubicBezTo>
                  <a:cubicBezTo>
                    <a:pt x="1229" y="3239"/>
                    <a:pt x="1260" y="3237"/>
                    <a:pt x="1289" y="3233"/>
                  </a:cubicBezTo>
                  <a:cubicBezTo>
                    <a:pt x="1678" y="3178"/>
                    <a:pt x="2067" y="3045"/>
                    <a:pt x="2411" y="2845"/>
                  </a:cubicBezTo>
                  <a:lnTo>
                    <a:pt x="2411" y="2845"/>
                  </a:lnTo>
                  <a:cubicBezTo>
                    <a:pt x="2378" y="3122"/>
                    <a:pt x="2011" y="3211"/>
                    <a:pt x="1789" y="3389"/>
                  </a:cubicBezTo>
                  <a:cubicBezTo>
                    <a:pt x="1744" y="3433"/>
                    <a:pt x="1700" y="3489"/>
                    <a:pt x="1689" y="3544"/>
                  </a:cubicBezTo>
                  <a:cubicBezTo>
                    <a:pt x="1689" y="3666"/>
                    <a:pt x="1830" y="3717"/>
                    <a:pt x="1954" y="3717"/>
                  </a:cubicBezTo>
                  <a:cubicBezTo>
                    <a:pt x="1978" y="3717"/>
                    <a:pt x="2001" y="3715"/>
                    <a:pt x="2022" y="3711"/>
                  </a:cubicBezTo>
                  <a:cubicBezTo>
                    <a:pt x="2611" y="3645"/>
                    <a:pt x="3433" y="3255"/>
                    <a:pt x="3633" y="2655"/>
                  </a:cubicBezTo>
                  <a:cubicBezTo>
                    <a:pt x="3711" y="2423"/>
                    <a:pt x="3699" y="2178"/>
                    <a:pt x="3667" y="1934"/>
                  </a:cubicBezTo>
                  <a:cubicBezTo>
                    <a:pt x="3588" y="1356"/>
                    <a:pt x="3311" y="801"/>
                    <a:pt x="2900" y="367"/>
                  </a:cubicBezTo>
                  <a:cubicBezTo>
                    <a:pt x="2628" y="83"/>
                    <a:pt x="2385" y="1"/>
                    <a:pt x="211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61">
              <a:extLst>
                <a:ext uri="{FF2B5EF4-FFF2-40B4-BE49-F238E27FC236}">
                  <a16:creationId xmlns:a16="http://schemas.microsoft.com/office/drawing/2014/main" id="{D4F6500A-5E41-9996-E520-500BB32C91E1}"/>
                </a:ext>
              </a:extLst>
            </p:cNvPr>
            <p:cNvSpPr/>
            <p:nvPr/>
          </p:nvSpPr>
          <p:spPr>
            <a:xfrm>
              <a:off x="1548225" y="3229900"/>
              <a:ext cx="131650" cy="148050"/>
            </a:xfrm>
            <a:custGeom>
              <a:avLst/>
              <a:gdLst/>
              <a:ahLst/>
              <a:cxnLst/>
              <a:rect l="l" t="t" r="r" b="b"/>
              <a:pathLst>
                <a:path w="5266" h="5922" extrusionOk="0">
                  <a:moveTo>
                    <a:pt x="78" y="0"/>
                  </a:moveTo>
                  <a:lnTo>
                    <a:pt x="78" y="0"/>
                  </a:lnTo>
                  <a:cubicBezTo>
                    <a:pt x="0" y="567"/>
                    <a:pt x="111" y="1156"/>
                    <a:pt x="389" y="1656"/>
                  </a:cubicBezTo>
                  <a:cubicBezTo>
                    <a:pt x="412" y="1711"/>
                    <a:pt x="445" y="1767"/>
                    <a:pt x="511" y="1800"/>
                  </a:cubicBezTo>
                  <a:cubicBezTo>
                    <a:pt x="547" y="1822"/>
                    <a:pt x="588" y="1834"/>
                    <a:pt x="630" y="1834"/>
                  </a:cubicBezTo>
                  <a:cubicBezTo>
                    <a:pt x="653" y="1834"/>
                    <a:pt x="677" y="1830"/>
                    <a:pt x="700" y="1822"/>
                  </a:cubicBezTo>
                  <a:cubicBezTo>
                    <a:pt x="756" y="1800"/>
                    <a:pt x="800" y="1767"/>
                    <a:pt x="844" y="1723"/>
                  </a:cubicBezTo>
                  <a:cubicBezTo>
                    <a:pt x="978" y="2533"/>
                    <a:pt x="1345" y="3322"/>
                    <a:pt x="1900" y="3922"/>
                  </a:cubicBezTo>
                  <a:cubicBezTo>
                    <a:pt x="1971" y="3993"/>
                    <a:pt x="2079" y="4091"/>
                    <a:pt x="2198" y="4091"/>
                  </a:cubicBezTo>
                  <a:cubicBezTo>
                    <a:pt x="2210" y="4091"/>
                    <a:pt x="2222" y="4090"/>
                    <a:pt x="2234" y="4088"/>
                  </a:cubicBezTo>
                  <a:cubicBezTo>
                    <a:pt x="2333" y="4066"/>
                    <a:pt x="2411" y="4000"/>
                    <a:pt x="2478" y="3856"/>
                  </a:cubicBezTo>
                  <a:cubicBezTo>
                    <a:pt x="2511" y="3789"/>
                    <a:pt x="2533" y="3722"/>
                    <a:pt x="2555" y="3644"/>
                  </a:cubicBezTo>
                  <a:cubicBezTo>
                    <a:pt x="2577" y="3700"/>
                    <a:pt x="2600" y="3745"/>
                    <a:pt x="2633" y="3789"/>
                  </a:cubicBezTo>
                  <a:cubicBezTo>
                    <a:pt x="2878" y="4300"/>
                    <a:pt x="3155" y="4878"/>
                    <a:pt x="3589" y="5310"/>
                  </a:cubicBezTo>
                  <a:cubicBezTo>
                    <a:pt x="3977" y="5710"/>
                    <a:pt x="4477" y="5922"/>
                    <a:pt x="4944" y="5922"/>
                  </a:cubicBezTo>
                  <a:cubicBezTo>
                    <a:pt x="5055" y="5922"/>
                    <a:pt x="5155" y="5910"/>
                    <a:pt x="5266" y="5888"/>
                  </a:cubicBezTo>
                  <a:lnTo>
                    <a:pt x="5233" y="5777"/>
                  </a:lnTo>
                  <a:cubicBezTo>
                    <a:pt x="5138" y="5798"/>
                    <a:pt x="5043" y="5808"/>
                    <a:pt x="4949" y="5808"/>
                  </a:cubicBezTo>
                  <a:cubicBezTo>
                    <a:pt x="4449" y="5808"/>
                    <a:pt x="3977" y="5532"/>
                    <a:pt x="3678" y="5233"/>
                  </a:cubicBezTo>
                  <a:cubicBezTo>
                    <a:pt x="3256" y="4811"/>
                    <a:pt x="2989" y="4266"/>
                    <a:pt x="2733" y="3745"/>
                  </a:cubicBezTo>
                  <a:cubicBezTo>
                    <a:pt x="2689" y="3644"/>
                    <a:pt x="2633" y="3533"/>
                    <a:pt x="2611" y="3422"/>
                  </a:cubicBezTo>
                  <a:cubicBezTo>
                    <a:pt x="2633" y="3300"/>
                    <a:pt x="2633" y="3167"/>
                    <a:pt x="2622" y="3044"/>
                  </a:cubicBezTo>
                  <a:lnTo>
                    <a:pt x="2600" y="2811"/>
                  </a:lnTo>
                  <a:lnTo>
                    <a:pt x="2500" y="3022"/>
                  </a:lnTo>
                  <a:cubicBezTo>
                    <a:pt x="2444" y="3155"/>
                    <a:pt x="2456" y="3300"/>
                    <a:pt x="2489" y="3433"/>
                  </a:cubicBezTo>
                  <a:cubicBezTo>
                    <a:pt x="2466" y="3567"/>
                    <a:pt x="2422" y="3689"/>
                    <a:pt x="2367" y="3811"/>
                  </a:cubicBezTo>
                  <a:cubicBezTo>
                    <a:pt x="2322" y="3911"/>
                    <a:pt x="2266" y="3955"/>
                    <a:pt x="2211" y="3967"/>
                  </a:cubicBezTo>
                  <a:cubicBezTo>
                    <a:pt x="2206" y="3967"/>
                    <a:pt x="2201" y="3968"/>
                    <a:pt x="2196" y="3968"/>
                  </a:cubicBezTo>
                  <a:cubicBezTo>
                    <a:pt x="2122" y="3968"/>
                    <a:pt x="2041" y="3897"/>
                    <a:pt x="1989" y="3844"/>
                  </a:cubicBezTo>
                  <a:cubicBezTo>
                    <a:pt x="1400" y="3200"/>
                    <a:pt x="1022" y="2345"/>
                    <a:pt x="933" y="1467"/>
                  </a:cubicBezTo>
                  <a:cubicBezTo>
                    <a:pt x="933" y="1400"/>
                    <a:pt x="923" y="1323"/>
                    <a:pt x="911" y="1256"/>
                  </a:cubicBezTo>
                  <a:lnTo>
                    <a:pt x="800" y="1267"/>
                  </a:lnTo>
                  <a:cubicBezTo>
                    <a:pt x="800" y="1333"/>
                    <a:pt x="800" y="1400"/>
                    <a:pt x="812" y="1478"/>
                  </a:cubicBezTo>
                  <a:cubicBezTo>
                    <a:pt x="812" y="1523"/>
                    <a:pt x="800" y="1556"/>
                    <a:pt x="778" y="1600"/>
                  </a:cubicBezTo>
                  <a:cubicBezTo>
                    <a:pt x="756" y="1645"/>
                    <a:pt x="711" y="1689"/>
                    <a:pt x="667" y="1711"/>
                  </a:cubicBezTo>
                  <a:cubicBezTo>
                    <a:pt x="650" y="1711"/>
                    <a:pt x="633" y="1714"/>
                    <a:pt x="616" y="1714"/>
                  </a:cubicBezTo>
                  <a:cubicBezTo>
                    <a:pt x="600" y="1714"/>
                    <a:pt x="583" y="1711"/>
                    <a:pt x="567" y="1700"/>
                  </a:cubicBezTo>
                  <a:cubicBezTo>
                    <a:pt x="533" y="1678"/>
                    <a:pt x="511" y="1634"/>
                    <a:pt x="489" y="1600"/>
                  </a:cubicBezTo>
                  <a:cubicBezTo>
                    <a:pt x="234" y="1123"/>
                    <a:pt x="123" y="556"/>
                    <a:pt x="189" y="12"/>
                  </a:cubicBezTo>
                  <a:lnTo>
                    <a:pt x="7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61">
              <a:extLst>
                <a:ext uri="{FF2B5EF4-FFF2-40B4-BE49-F238E27FC236}">
                  <a16:creationId xmlns:a16="http://schemas.microsoft.com/office/drawing/2014/main" id="{EC5478EF-2818-63D2-3B28-D9473746F9EC}"/>
                </a:ext>
              </a:extLst>
            </p:cNvPr>
            <p:cNvSpPr/>
            <p:nvPr/>
          </p:nvSpPr>
          <p:spPr>
            <a:xfrm>
              <a:off x="1512125" y="3680650"/>
              <a:ext cx="15575" cy="20275"/>
            </a:xfrm>
            <a:custGeom>
              <a:avLst/>
              <a:gdLst/>
              <a:ahLst/>
              <a:cxnLst/>
              <a:rect l="l" t="t" r="r" b="b"/>
              <a:pathLst>
                <a:path w="623" h="811" extrusionOk="0">
                  <a:moveTo>
                    <a:pt x="123" y="0"/>
                  </a:moveTo>
                  <a:lnTo>
                    <a:pt x="0" y="33"/>
                  </a:lnTo>
                  <a:cubicBezTo>
                    <a:pt x="89" y="344"/>
                    <a:pt x="289" y="623"/>
                    <a:pt x="555" y="811"/>
                  </a:cubicBezTo>
                  <a:lnTo>
                    <a:pt x="622" y="722"/>
                  </a:lnTo>
                  <a:cubicBezTo>
                    <a:pt x="378" y="544"/>
                    <a:pt x="200" y="289"/>
                    <a:pt x="1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61">
              <a:extLst>
                <a:ext uri="{FF2B5EF4-FFF2-40B4-BE49-F238E27FC236}">
                  <a16:creationId xmlns:a16="http://schemas.microsoft.com/office/drawing/2014/main" id="{43EE997C-1132-6B80-9908-CB05A90F0B28}"/>
                </a:ext>
              </a:extLst>
            </p:cNvPr>
            <p:cNvSpPr/>
            <p:nvPr/>
          </p:nvSpPr>
          <p:spPr>
            <a:xfrm>
              <a:off x="1534075" y="3686750"/>
              <a:ext cx="13900" cy="12250"/>
            </a:xfrm>
            <a:custGeom>
              <a:avLst/>
              <a:gdLst/>
              <a:ahLst/>
              <a:cxnLst/>
              <a:rect l="l" t="t" r="r" b="b"/>
              <a:pathLst>
                <a:path w="556" h="490" extrusionOk="0">
                  <a:moveTo>
                    <a:pt x="100" y="1"/>
                  </a:moveTo>
                  <a:lnTo>
                    <a:pt x="0" y="68"/>
                  </a:lnTo>
                  <a:cubicBezTo>
                    <a:pt x="122" y="256"/>
                    <a:pt x="300" y="401"/>
                    <a:pt x="511" y="490"/>
                  </a:cubicBezTo>
                  <a:lnTo>
                    <a:pt x="556" y="389"/>
                  </a:lnTo>
                  <a:cubicBezTo>
                    <a:pt x="366" y="300"/>
                    <a:pt x="211" y="167"/>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61">
              <a:extLst>
                <a:ext uri="{FF2B5EF4-FFF2-40B4-BE49-F238E27FC236}">
                  <a16:creationId xmlns:a16="http://schemas.microsoft.com/office/drawing/2014/main" id="{52A20145-EFDB-EC87-F5FC-C312B56B3104}"/>
                </a:ext>
              </a:extLst>
            </p:cNvPr>
            <p:cNvSpPr/>
            <p:nvPr/>
          </p:nvSpPr>
          <p:spPr>
            <a:xfrm>
              <a:off x="1543225" y="3709250"/>
              <a:ext cx="6975" cy="5575"/>
            </a:xfrm>
            <a:custGeom>
              <a:avLst/>
              <a:gdLst/>
              <a:ahLst/>
              <a:cxnLst/>
              <a:rect l="l" t="t" r="r" b="b"/>
              <a:pathLst>
                <a:path w="279" h="223" extrusionOk="0">
                  <a:moveTo>
                    <a:pt x="34" y="0"/>
                  </a:moveTo>
                  <a:lnTo>
                    <a:pt x="0" y="111"/>
                  </a:lnTo>
                  <a:cubicBezTo>
                    <a:pt x="78" y="134"/>
                    <a:pt x="145" y="167"/>
                    <a:pt x="200" y="222"/>
                  </a:cubicBezTo>
                  <a:lnTo>
                    <a:pt x="278" y="134"/>
                  </a:lnTo>
                  <a:cubicBezTo>
                    <a:pt x="212" y="67"/>
                    <a:pt x="123" y="22"/>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61">
              <a:extLst>
                <a:ext uri="{FF2B5EF4-FFF2-40B4-BE49-F238E27FC236}">
                  <a16:creationId xmlns:a16="http://schemas.microsoft.com/office/drawing/2014/main" id="{EDA4D469-6C64-5473-040C-FF3263E14C4D}"/>
                </a:ext>
              </a:extLst>
            </p:cNvPr>
            <p:cNvSpPr/>
            <p:nvPr/>
          </p:nvSpPr>
          <p:spPr>
            <a:xfrm>
              <a:off x="1565175" y="3703975"/>
              <a:ext cx="4475" cy="4475"/>
            </a:xfrm>
            <a:custGeom>
              <a:avLst/>
              <a:gdLst/>
              <a:ahLst/>
              <a:cxnLst/>
              <a:rect l="l" t="t" r="r" b="b"/>
              <a:pathLst>
                <a:path w="179" h="179" extrusionOk="0">
                  <a:moveTo>
                    <a:pt x="55" y="1"/>
                  </a:moveTo>
                  <a:lnTo>
                    <a:pt x="0" y="112"/>
                  </a:lnTo>
                  <a:lnTo>
                    <a:pt x="111" y="178"/>
                  </a:lnTo>
                  <a:lnTo>
                    <a:pt x="178" y="78"/>
                  </a:lnTo>
                  <a:lnTo>
                    <a:pt x="5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61">
              <a:extLst>
                <a:ext uri="{FF2B5EF4-FFF2-40B4-BE49-F238E27FC236}">
                  <a16:creationId xmlns:a16="http://schemas.microsoft.com/office/drawing/2014/main" id="{E7053AD2-6B3B-A66D-D4B7-0E704B682403}"/>
                </a:ext>
              </a:extLst>
            </p:cNvPr>
            <p:cNvSpPr/>
            <p:nvPr/>
          </p:nvSpPr>
          <p:spPr>
            <a:xfrm>
              <a:off x="1513225" y="3334875"/>
              <a:ext cx="10575" cy="18350"/>
            </a:xfrm>
            <a:custGeom>
              <a:avLst/>
              <a:gdLst/>
              <a:ahLst/>
              <a:cxnLst/>
              <a:rect l="l" t="t" r="r" b="b"/>
              <a:pathLst>
                <a:path w="423" h="734" extrusionOk="0">
                  <a:moveTo>
                    <a:pt x="356" y="1"/>
                  </a:moveTo>
                  <a:cubicBezTo>
                    <a:pt x="123" y="168"/>
                    <a:pt x="0" y="456"/>
                    <a:pt x="45" y="734"/>
                  </a:cubicBezTo>
                  <a:lnTo>
                    <a:pt x="156" y="723"/>
                  </a:lnTo>
                  <a:cubicBezTo>
                    <a:pt x="123" y="479"/>
                    <a:pt x="234" y="234"/>
                    <a:pt x="423" y="89"/>
                  </a:cubicBezTo>
                  <a:lnTo>
                    <a:pt x="3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61">
              <a:extLst>
                <a:ext uri="{FF2B5EF4-FFF2-40B4-BE49-F238E27FC236}">
                  <a16:creationId xmlns:a16="http://schemas.microsoft.com/office/drawing/2014/main" id="{65F973B4-C97D-355F-4E51-E0B848006857}"/>
                </a:ext>
              </a:extLst>
            </p:cNvPr>
            <p:cNvSpPr/>
            <p:nvPr/>
          </p:nvSpPr>
          <p:spPr>
            <a:xfrm>
              <a:off x="1506850" y="3364875"/>
              <a:ext cx="3900" cy="9750"/>
            </a:xfrm>
            <a:custGeom>
              <a:avLst/>
              <a:gdLst/>
              <a:ahLst/>
              <a:cxnLst/>
              <a:rect l="l" t="t" r="r" b="b"/>
              <a:pathLst>
                <a:path w="156" h="390" extrusionOk="0">
                  <a:moveTo>
                    <a:pt x="33" y="0"/>
                  </a:moveTo>
                  <a:lnTo>
                    <a:pt x="0" y="378"/>
                  </a:lnTo>
                  <a:lnTo>
                    <a:pt x="112" y="390"/>
                  </a:lnTo>
                  <a:lnTo>
                    <a:pt x="156" y="23"/>
                  </a:lnTo>
                  <a:lnTo>
                    <a:pt x="3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61">
              <a:extLst>
                <a:ext uri="{FF2B5EF4-FFF2-40B4-BE49-F238E27FC236}">
                  <a16:creationId xmlns:a16="http://schemas.microsoft.com/office/drawing/2014/main" id="{7AABEAAF-3100-B865-5B9C-E38ACF29BF02}"/>
                </a:ext>
              </a:extLst>
            </p:cNvPr>
            <p:cNvSpPr/>
            <p:nvPr/>
          </p:nvSpPr>
          <p:spPr>
            <a:xfrm>
              <a:off x="1519900" y="3362375"/>
              <a:ext cx="2800" cy="5575"/>
            </a:xfrm>
            <a:custGeom>
              <a:avLst/>
              <a:gdLst/>
              <a:ahLst/>
              <a:cxnLst/>
              <a:rect l="l" t="t" r="r" b="b"/>
              <a:pathLst>
                <a:path w="112" h="223" extrusionOk="0">
                  <a:moveTo>
                    <a:pt x="0" y="1"/>
                  </a:moveTo>
                  <a:lnTo>
                    <a:pt x="0" y="223"/>
                  </a:lnTo>
                  <a:lnTo>
                    <a:pt x="111" y="223"/>
                  </a:lnTo>
                  <a:lnTo>
                    <a:pt x="1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61">
              <a:extLst>
                <a:ext uri="{FF2B5EF4-FFF2-40B4-BE49-F238E27FC236}">
                  <a16:creationId xmlns:a16="http://schemas.microsoft.com/office/drawing/2014/main" id="{7A7D11F3-540B-EE1F-B999-2517E331FC0D}"/>
                </a:ext>
              </a:extLst>
            </p:cNvPr>
            <p:cNvSpPr/>
            <p:nvPr/>
          </p:nvSpPr>
          <p:spPr>
            <a:xfrm>
              <a:off x="1722350" y="3367375"/>
              <a:ext cx="5025" cy="7800"/>
            </a:xfrm>
            <a:custGeom>
              <a:avLst/>
              <a:gdLst/>
              <a:ahLst/>
              <a:cxnLst/>
              <a:rect l="l" t="t" r="r" b="b"/>
              <a:pathLst>
                <a:path w="201" h="312" extrusionOk="0">
                  <a:moveTo>
                    <a:pt x="167" y="1"/>
                  </a:moveTo>
                  <a:lnTo>
                    <a:pt x="56" y="56"/>
                  </a:lnTo>
                  <a:cubicBezTo>
                    <a:pt x="68" y="78"/>
                    <a:pt x="68" y="112"/>
                    <a:pt x="56" y="145"/>
                  </a:cubicBezTo>
                  <a:cubicBezTo>
                    <a:pt x="45" y="167"/>
                    <a:pt x="23" y="189"/>
                    <a:pt x="1" y="201"/>
                  </a:cubicBezTo>
                  <a:lnTo>
                    <a:pt x="23" y="312"/>
                  </a:lnTo>
                  <a:cubicBezTo>
                    <a:pt x="90" y="300"/>
                    <a:pt x="134" y="256"/>
                    <a:pt x="167" y="189"/>
                  </a:cubicBezTo>
                  <a:cubicBezTo>
                    <a:pt x="201" y="122"/>
                    <a:pt x="189" y="56"/>
                    <a:pt x="16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61">
              <a:extLst>
                <a:ext uri="{FF2B5EF4-FFF2-40B4-BE49-F238E27FC236}">
                  <a16:creationId xmlns:a16="http://schemas.microsoft.com/office/drawing/2014/main" id="{E50A5F6F-F688-873D-5B87-FBCDB3661198}"/>
                </a:ext>
              </a:extLst>
            </p:cNvPr>
            <p:cNvSpPr/>
            <p:nvPr/>
          </p:nvSpPr>
          <p:spPr>
            <a:xfrm>
              <a:off x="1733175" y="3352375"/>
              <a:ext cx="4200" cy="6975"/>
            </a:xfrm>
            <a:custGeom>
              <a:avLst/>
              <a:gdLst/>
              <a:ahLst/>
              <a:cxnLst/>
              <a:rect l="l" t="t" r="r" b="b"/>
              <a:pathLst>
                <a:path w="168" h="279" extrusionOk="0">
                  <a:moveTo>
                    <a:pt x="146" y="1"/>
                  </a:moveTo>
                  <a:lnTo>
                    <a:pt x="34" y="67"/>
                  </a:lnTo>
                  <a:cubicBezTo>
                    <a:pt x="45" y="78"/>
                    <a:pt x="45" y="100"/>
                    <a:pt x="45" y="123"/>
                  </a:cubicBezTo>
                  <a:cubicBezTo>
                    <a:pt x="34" y="145"/>
                    <a:pt x="23" y="156"/>
                    <a:pt x="1" y="167"/>
                  </a:cubicBezTo>
                  <a:lnTo>
                    <a:pt x="45" y="278"/>
                  </a:lnTo>
                  <a:cubicBezTo>
                    <a:pt x="101" y="256"/>
                    <a:pt x="134" y="211"/>
                    <a:pt x="156" y="156"/>
                  </a:cubicBezTo>
                  <a:cubicBezTo>
                    <a:pt x="168" y="100"/>
                    <a:pt x="168" y="45"/>
                    <a:pt x="14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61">
              <a:extLst>
                <a:ext uri="{FF2B5EF4-FFF2-40B4-BE49-F238E27FC236}">
                  <a16:creationId xmlns:a16="http://schemas.microsoft.com/office/drawing/2014/main" id="{C40BD68E-C0B4-2449-7B9D-07672EE9C21D}"/>
                </a:ext>
              </a:extLst>
            </p:cNvPr>
            <p:cNvSpPr/>
            <p:nvPr/>
          </p:nvSpPr>
          <p:spPr>
            <a:xfrm>
              <a:off x="1797350" y="3699325"/>
              <a:ext cx="142475" cy="100675"/>
            </a:xfrm>
            <a:custGeom>
              <a:avLst/>
              <a:gdLst/>
              <a:ahLst/>
              <a:cxnLst/>
              <a:rect l="l" t="t" r="r" b="b"/>
              <a:pathLst>
                <a:path w="5699" h="4027" extrusionOk="0">
                  <a:moveTo>
                    <a:pt x="763" y="0"/>
                  </a:moveTo>
                  <a:cubicBezTo>
                    <a:pt x="510" y="0"/>
                    <a:pt x="257" y="91"/>
                    <a:pt x="89" y="298"/>
                  </a:cubicBezTo>
                  <a:cubicBezTo>
                    <a:pt x="33" y="364"/>
                    <a:pt x="0" y="498"/>
                    <a:pt x="67" y="542"/>
                  </a:cubicBezTo>
                  <a:cubicBezTo>
                    <a:pt x="100" y="564"/>
                    <a:pt x="122" y="564"/>
                    <a:pt x="156" y="575"/>
                  </a:cubicBezTo>
                  <a:cubicBezTo>
                    <a:pt x="389" y="587"/>
                    <a:pt x="622" y="609"/>
                    <a:pt x="855" y="631"/>
                  </a:cubicBezTo>
                  <a:cubicBezTo>
                    <a:pt x="833" y="629"/>
                    <a:pt x="810" y="628"/>
                    <a:pt x="787" y="628"/>
                  </a:cubicBezTo>
                  <a:cubicBezTo>
                    <a:pt x="520" y="628"/>
                    <a:pt x="251" y="748"/>
                    <a:pt x="67" y="953"/>
                  </a:cubicBezTo>
                  <a:cubicBezTo>
                    <a:pt x="33" y="986"/>
                    <a:pt x="0" y="1031"/>
                    <a:pt x="11" y="1075"/>
                  </a:cubicBezTo>
                  <a:cubicBezTo>
                    <a:pt x="33" y="1130"/>
                    <a:pt x="111" y="1142"/>
                    <a:pt x="166" y="1142"/>
                  </a:cubicBezTo>
                  <a:lnTo>
                    <a:pt x="1067" y="1108"/>
                  </a:lnTo>
                  <a:lnTo>
                    <a:pt x="1067" y="1108"/>
                  </a:lnTo>
                  <a:cubicBezTo>
                    <a:pt x="778" y="1120"/>
                    <a:pt x="489" y="1219"/>
                    <a:pt x="233" y="1397"/>
                  </a:cubicBezTo>
                  <a:cubicBezTo>
                    <a:pt x="166" y="1441"/>
                    <a:pt x="89" y="1508"/>
                    <a:pt x="89" y="1597"/>
                  </a:cubicBezTo>
                  <a:cubicBezTo>
                    <a:pt x="89" y="1720"/>
                    <a:pt x="211" y="1786"/>
                    <a:pt x="322" y="1786"/>
                  </a:cubicBezTo>
                  <a:cubicBezTo>
                    <a:pt x="433" y="1786"/>
                    <a:pt x="533" y="1730"/>
                    <a:pt x="633" y="1697"/>
                  </a:cubicBezTo>
                  <a:cubicBezTo>
                    <a:pt x="694" y="1680"/>
                    <a:pt x="755" y="1672"/>
                    <a:pt x="816" y="1672"/>
                  </a:cubicBezTo>
                  <a:cubicBezTo>
                    <a:pt x="1070" y="1672"/>
                    <a:pt x="1321" y="1809"/>
                    <a:pt x="1499" y="1997"/>
                  </a:cubicBezTo>
                  <a:cubicBezTo>
                    <a:pt x="1733" y="2231"/>
                    <a:pt x="1889" y="2519"/>
                    <a:pt x="2066" y="2797"/>
                  </a:cubicBezTo>
                  <a:cubicBezTo>
                    <a:pt x="2333" y="3186"/>
                    <a:pt x="2666" y="3530"/>
                    <a:pt x="3033" y="3819"/>
                  </a:cubicBezTo>
                  <a:cubicBezTo>
                    <a:pt x="3176" y="3926"/>
                    <a:pt x="3348" y="4027"/>
                    <a:pt x="3520" y="4027"/>
                  </a:cubicBezTo>
                  <a:cubicBezTo>
                    <a:pt x="3562" y="4027"/>
                    <a:pt x="3603" y="4021"/>
                    <a:pt x="3644" y="4008"/>
                  </a:cubicBezTo>
                  <a:cubicBezTo>
                    <a:pt x="3766" y="3952"/>
                    <a:pt x="3866" y="3841"/>
                    <a:pt x="3955" y="3730"/>
                  </a:cubicBezTo>
                  <a:cubicBezTo>
                    <a:pt x="4432" y="3152"/>
                    <a:pt x="5221" y="2175"/>
                    <a:pt x="5699" y="1597"/>
                  </a:cubicBezTo>
                  <a:cubicBezTo>
                    <a:pt x="5521" y="1441"/>
                    <a:pt x="4799" y="1308"/>
                    <a:pt x="4577" y="1286"/>
                  </a:cubicBezTo>
                  <a:cubicBezTo>
                    <a:pt x="4561" y="1283"/>
                    <a:pt x="4546" y="1282"/>
                    <a:pt x="4531" y="1282"/>
                  </a:cubicBezTo>
                  <a:cubicBezTo>
                    <a:pt x="4303" y="1282"/>
                    <a:pt x="4167" y="1588"/>
                    <a:pt x="4010" y="1797"/>
                  </a:cubicBezTo>
                  <a:cubicBezTo>
                    <a:pt x="3966" y="1853"/>
                    <a:pt x="3921" y="1920"/>
                    <a:pt x="3866" y="1952"/>
                  </a:cubicBezTo>
                  <a:cubicBezTo>
                    <a:pt x="3826" y="1973"/>
                    <a:pt x="3785" y="1981"/>
                    <a:pt x="3744" y="1981"/>
                  </a:cubicBezTo>
                  <a:cubicBezTo>
                    <a:pt x="3604" y="1981"/>
                    <a:pt x="3464" y="1880"/>
                    <a:pt x="3344" y="1786"/>
                  </a:cubicBezTo>
                  <a:cubicBezTo>
                    <a:pt x="2899" y="1409"/>
                    <a:pt x="2455" y="1019"/>
                    <a:pt x="2000" y="631"/>
                  </a:cubicBezTo>
                  <a:cubicBezTo>
                    <a:pt x="1722" y="397"/>
                    <a:pt x="1433" y="153"/>
                    <a:pt x="1100" y="53"/>
                  </a:cubicBezTo>
                  <a:cubicBezTo>
                    <a:pt x="993" y="19"/>
                    <a:pt x="878" y="0"/>
                    <a:pt x="76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61">
              <a:extLst>
                <a:ext uri="{FF2B5EF4-FFF2-40B4-BE49-F238E27FC236}">
                  <a16:creationId xmlns:a16="http://schemas.microsoft.com/office/drawing/2014/main" id="{EF7D2F49-8735-D221-C5C8-23C38232228E}"/>
                </a:ext>
              </a:extLst>
            </p:cNvPr>
            <p:cNvSpPr/>
            <p:nvPr/>
          </p:nvSpPr>
          <p:spPr>
            <a:xfrm>
              <a:off x="1894250" y="3736450"/>
              <a:ext cx="28925" cy="26700"/>
            </a:xfrm>
            <a:custGeom>
              <a:avLst/>
              <a:gdLst/>
              <a:ahLst/>
              <a:cxnLst/>
              <a:rect l="l" t="t" r="r" b="b"/>
              <a:pathLst>
                <a:path w="1157" h="1068" extrusionOk="0">
                  <a:moveTo>
                    <a:pt x="1156" y="934"/>
                  </a:moveTo>
                  <a:lnTo>
                    <a:pt x="1156" y="934"/>
                  </a:lnTo>
                  <a:cubicBezTo>
                    <a:pt x="1112" y="978"/>
                    <a:pt x="1079" y="1023"/>
                    <a:pt x="1045" y="1067"/>
                  </a:cubicBezTo>
                  <a:lnTo>
                    <a:pt x="1045" y="1067"/>
                  </a:lnTo>
                  <a:cubicBezTo>
                    <a:pt x="1079" y="1023"/>
                    <a:pt x="1112" y="978"/>
                    <a:pt x="1156" y="934"/>
                  </a:cubicBezTo>
                  <a:close/>
                  <a:moveTo>
                    <a:pt x="346" y="1"/>
                  </a:moveTo>
                  <a:cubicBezTo>
                    <a:pt x="279" y="101"/>
                    <a:pt x="201" y="223"/>
                    <a:pt x="134" y="312"/>
                  </a:cubicBezTo>
                  <a:cubicBezTo>
                    <a:pt x="90" y="368"/>
                    <a:pt x="45" y="423"/>
                    <a:pt x="1" y="457"/>
                  </a:cubicBezTo>
                  <a:lnTo>
                    <a:pt x="1" y="457"/>
                  </a:lnTo>
                  <a:cubicBezTo>
                    <a:pt x="45" y="423"/>
                    <a:pt x="90" y="368"/>
                    <a:pt x="134" y="312"/>
                  </a:cubicBezTo>
                  <a:cubicBezTo>
                    <a:pt x="201" y="223"/>
                    <a:pt x="279" y="101"/>
                    <a:pt x="346"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61">
              <a:extLst>
                <a:ext uri="{FF2B5EF4-FFF2-40B4-BE49-F238E27FC236}">
                  <a16:creationId xmlns:a16="http://schemas.microsoft.com/office/drawing/2014/main" id="{54FC655E-FF98-1D2F-25EB-B4BBE0B7F26D}"/>
                </a:ext>
              </a:extLst>
            </p:cNvPr>
            <p:cNvSpPr/>
            <p:nvPr/>
          </p:nvSpPr>
          <p:spPr>
            <a:xfrm>
              <a:off x="1923150" y="3757000"/>
              <a:ext cx="1975" cy="2825"/>
            </a:xfrm>
            <a:custGeom>
              <a:avLst/>
              <a:gdLst/>
              <a:ahLst/>
              <a:cxnLst/>
              <a:rect l="l" t="t" r="r" b="b"/>
              <a:pathLst>
                <a:path w="79" h="113" extrusionOk="0">
                  <a:moveTo>
                    <a:pt x="78" y="1"/>
                  </a:moveTo>
                  <a:cubicBezTo>
                    <a:pt x="56" y="45"/>
                    <a:pt x="22" y="79"/>
                    <a:pt x="0" y="112"/>
                  </a:cubicBezTo>
                  <a:lnTo>
                    <a:pt x="0" y="112"/>
                  </a:lnTo>
                  <a:cubicBezTo>
                    <a:pt x="22" y="79"/>
                    <a:pt x="56" y="45"/>
                    <a:pt x="78" y="1"/>
                  </a:cubicBezTo>
                  <a:close/>
                </a:path>
              </a:pathLst>
            </a:custGeom>
            <a:solidFill>
              <a:srgbClr val="6A5E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61">
              <a:extLst>
                <a:ext uri="{FF2B5EF4-FFF2-40B4-BE49-F238E27FC236}">
                  <a16:creationId xmlns:a16="http://schemas.microsoft.com/office/drawing/2014/main" id="{2BA47539-4297-CAEE-CC1C-CB9ED7E92C33}"/>
                </a:ext>
              </a:extLst>
            </p:cNvPr>
            <p:cNvSpPr/>
            <p:nvPr/>
          </p:nvSpPr>
          <p:spPr>
            <a:xfrm>
              <a:off x="1894250" y="3736450"/>
              <a:ext cx="31425" cy="26700"/>
            </a:xfrm>
            <a:custGeom>
              <a:avLst/>
              <a:gdLst/>
              <a:ahLst/>
              <a:cxnLst/>
              <a:rect l="l" t="t" r="r" b="b"/>
              <a:pathLst>
                <a:path w="1257" h="1068" extrusionOk="0">
                  <a:moveTo>
                    <a:pt x="346" y="1"/>
                  </a:moveTo>
                  <a:cubicBezTo>
                    <a:pt x="279" y="101"/>
                    <a:pt x="201" y="223"/>
                    <a:pt x="134" y="312"/>
                  </a:cubicBezTo>
                  <a:cubicBezTo>
                    <a:pt x="90" y="368"/>
                    <a:pt x="45" y="423"/>
                    <a:pt x="1" y="457"/>
                  </a:cubicBezTo>
                  <a:cubicBezTo>
                    <a:pt x="112" y="601"/>
                    <a:pt x="257" y="657"/>
                    <a:pt x="445" y="657"/>
                  </a:cubicBezTo>
                  <a:cubicBezTo>
                    <a:pt x="578" y="657"/>
                    <a:pt x="734" y="623"/>
                    <a:pt x="901" y="556"/>
                  </a:cubicBezTo>
                  <a:cubicBezTo>
                    <a:pt x="912" y="546"/>
                    <a:pt x="934" y="546"/>
                    <a:pt x="945" y="546"/>
                  </a:cubicBezTo>
                  <a:cubicBezTo>
                    <a:pt x="1001" y="546"/>
                    <a:pt x="1045" y="601"/>
                    <a:pt x="1045" y="667"/>
                  </a:cubicBezTo>
                  <a:cubicBezTo>
                    <a:pt x="1045" y="801"/>
                    <a:pt x="1034" y="934"/>
                    <a:pt x="1045" y="1067"/>
                  </a:cubicBezTo>
                  <a:cubicBezTo>
                    <a:pt x="1079" y="1023"/>
                    <a:pt x="1112" y="978"/>
                    <a:pt x="1156" y="934"/>
                  </a:cubicBezTo>
                  <a:cubicBezTo>
                    <a:pt x="1178" y="901"/>
                    <a:pt x="1212" y="867"/>
                    <a:pt x="1234" y="823"/>
                  </a:cubicBezTo>
                  <a:cubicBezTo>
                    <a:pt x="1123" y="623"/>
                    <a:pt x="1101" y="356"/>
                    <a:pt x="1257" y="179"/>
                  </a:cubicBezTo>
                  <a:lnTo>
                    <a:pt x="1257" y="179"/>
                  </a:lnTo>
                  <a:cubicBezTo>
                    <a:pt x="1156" y="201"/>
                    <a:pt x="1057" y="212"/>
                    <a:pt x="956" y="212"/>
                  </a:cubicBezTo>
                  <a:cubicBezTo>
                    <a:pt x="734" y="212"/>
                    <a:pt x="512" y="146"/>
                    <a:pt x="346"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61">
              <a:extLst>
                <a:ext uri="{FF2B5EF4-FFF2-40B4-BE49-F238E27FC236}">
                  <a16:creationId xmlns:a16="http://schemas.microsoft.com/office/drawing/2014/main" id="{04177B0C-883B-42DA-367B-CBEE31BC2083}"/>
                </a:ext>
              </a:extLst>
            </p:cNvPr>
            <p:cNvSpPr/>
            <p:nvPr/>
          </p:nvSpPr>
          <p:spPr>
            <a:xfrm>
              <a:off x="1874250" y="3638100"/>
              <a:ext cx="142775" cy="129425"/>
            </a:xfrm>
            <a:custGeom>
              <a:avLst/>
              <a:gdLst/>
              <a:ahLst/>
              <a:cxnLst/>
              <a:rect l="l" t="t" r="r" b="b"/>
              <a:pathLst>
                <a:path w="5711" h="5177" extrusionOk="0">
                  <a:moveTo>
                    <a:pt x="2995" y="1"/>
                  </a:moveTo>
                  <a:cubicBezTo>
                    <a:pt x="2992" y="1"/>
                    <a:pt x="2991" y="1"/>
                    <a:pt x="2990" y="2"/>
                  </a:cubicBezTo>
                  <a:cubicBezTo>
                    <a:pt x="2423" y="491"/>
                    <a:pt x="1857" y="992"/>
                    <a:pt x="1301" y="1480"/>
                  </a:cubicBezTo>
                  <a:cubicBezTo>
                    <a:pt x="968" y="1769"/>
                    <a:pt x="1" y="2325"/>
                    <a:pt x="412" y="2880"/>
                  </a:cubicBezTo>
                  <a:cubicBezTo>
                    <a:pt x="505" y="3009"/>
                    <a:pt x="668" y="3083"/>
                    <a:pt x="831" y="3083"/>
                  </a:cubicBezTo>
                  <a:cubicBezTo>
                    <a:pt x="921" y="3083"/>
                    <a:pt x="1011" y="3061"/>
                    <a:pt x="1090" y="3013"/>
                  </a:cubicBezTo>
                  <a:lnTo>
                    <a:pt x="1090" y="3013"/>
                  </a:lnTo>
                  <a:cubicBezTo>
                    <a:pt x="1035" y="3068"/>
                    <a:pt x="990" y="3135"/>
                    <a:pt x="968" y="3202"/>
                  </a:cubicBezTo>
                  <a:cubicBezTo>
                    <a:pt x="879" y="3435"/>
                    <a:pt x="946" y="3724"/>
                    <a:pt x="1123" y="3902"/>
                  </a:cubicBezTo>
                  <a:cubicBezTo>
                    <a:pt x="1288" y="4074"/>
                    <a:pt x="1524" y="4153"/>
                    <a:pt x="1762" y="4153"/>
                  </a:cubicBezTo>
                  <a:cubicBezTo>
                    <a:pt x="1861" y="4153"/>
                    <a:pt x="1961" y="4139"/>
                    <a:pt x="2057" y="4113"/>
                  </a:cubicBezTo>
                  <a:lnTo>
                    <a:pt x="2057" y="4113"/>
                  </a:lnTo>
                  <a:cubicBezTo>
                    <a:pt x="1845" y="4369"/>
                    <a:pt x="1956" y="4779"/>
                    <a:pt x="2223" y="4979"/>
                  </a:cubicBezTo>
                  <a:cubicBezTo>
                    <a:pt x="2409" y="5125"/>
                    <a:pt x="2648" y="5176"/>
                    <a:pt x="2893" y="5176"/>
                  </a:cubicBezTo>
                  <a:cubicBezTo>
                    <a:pt x="2985" y="5176"/>
                    <a:pt x="3077" y="5169"/>
                    <a:pt x="3167" y="5157"/>
                  </a:cubicBezTo>
                  <a:cubicBezTo>
                    <a:pt x="3612" y="5102"/>
                    <a:pt x="4056" y="4935"/>
                    <a:pt x="4434" y="4680"/>
                  </a:cubicBezTo>
                  <a:cubicBezTo>
                    <a:pt x="4237" y="4624"/>
                    <a:pt x="4041" y="4599"/>
                    <a:pt x="3844" y="4599"/>
                  </a:cubicBezTo>
                  <a:cubicBezTo>
                    <a:pt x="3807" y="4599"/>
                    <a:pt x="3770" y="4600"/>
                    <a:pt x="3734" y="4601"/>
                  </a:cubicBezTo>
                  <a:cubicBezTo>
                    <a:pt x="4222" y="4446"/>
                    <a:pt x="4689" y="4213"/>
                    <a:pt x="5123" y="3924"/>
                  </a:cubicBezTo>
                  <a:cubicBezTo>
                    <a:pt x="5022" y="3884"/>
                    <a:pt x="4914" y="3864"/>
                    <a:pt x="4805" y="3864"/>
                  </a:cubicBezTo>
                  <a:cubicBezTo>
                    <a:pt x="4733" y="3864"/>
                    <a:pt x="4660" y="3873"/>
                    <a:pt x="4589" y="3890"/>
                  </a:cubicBezTo>
                  <a:cubicBezTo>
                    <a:pt x="4867" y="3635"/>
                    <a:pt x="5145" y="3369"/>
                    <a:pt x="5311" y="3036"/>
                  </a:cubicBezTo>
                  <a:cubicBezTo>
                    <a:pt x="5711" y="2291"/>
                    <a:pt x="5345" y="1925"/>
                    <a:pt x="4745" y="1535"/>
                  </a:cubicBezTo>
                  <a:cubicBezTo>
                    <a:pt x="4489" y="1358"/>
                    <a:pt x="4311" y="1135"/>
                    <a:pt x="4089" y="925"/>
                  </a:cubicBezTo>
                  <a:cubicBezTo>
                    <a:pt x="4014" y="849"/>
                    <a:pt x="3081" y="1"/>
                    <a:pt x="2995" y="1"/>
                  </a:cubicBez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61">
              <a:extLst>
                <a:ext uri="{FF2B5EF4-FFF2-40B4-BE49-F238E27FC236}">
                  <a16:creationId xmlns:a16="http://schemas.microsoft.com/office/drawing/2014/main" id="{C9B931E6-2354-4838-D97E-2536EC9B32B7}"/>
                </a:ext>
              </a:extLst>
            </p:cNvPr>
            <p:cNvSpPr/>
            <p:nvPr/>
          </p:nvSpPr>
          <p:spPr>
            <a:xfrm>
              <a:off x="1884250" y="3709800"/>
              <a:ext cx="17550" cy="25575"/>
            </a:xfrm>
            <a:custGeom>
              <a:avLst/>
              <a:gdLst/>
              <a:ahLst/>
              <a:cxnLst/>
              <a:rect l="l" t="t" r="r" b="b"/>
              <a:pathLst>
                <a:path w="702" h="1023" extrusionOk="0">
                  <a:moveTo>
                    <a:pt x="690" y="145"/>
                  </a:moveTo>
                  <a:lnTo>
                    <a:pt x="690" y="145"/>
                  </a:lnTo>
                  <a:cubicBezTo>
                    <a:pt x="635" y="200"/>
                    <a:pt x="590" y="267"/>
                    <a:pt x="568" y="334"/>
                  </a:cubicBezTo>
                  <a:cubicBezTo>
                    <a:pt x="479" y="556"/>
                    <a:pt x="534" y="834"/>
                    <a:pt x="701" y="1022"/>
                  </a:cubicBezTo>
                  <a:cubicBezTo>
                    <a:pt x="534" y="834"/>
                    <a:pt x="479" y="556"/>
                    <a:pt x="568" y="334"/>
                  </a:cubicBezTo>
                  <a:cubicBezTo>
                    <a:pt x="590" y="267"/>
                    <a:pt x="635" y="200"/>
                    <a:pt x="690" y="145"/>
                  </a:cubicBezTo>
                  <a:close/>
                  <a:moveTo>
                    <a:pt x="12" y="12"/>
                  </a:moveTo>
                  <a:lnTo>
                    <a:pt x="12" y="12"/>
                  </a:lnTo>
                  <a:lnTo>
                    <a:pt x="12" y="12"/>
                  </a:lnTo>
                  <a:close/>
                  <a:moveTo>
                    <a:pt x="12" y="0"/>
                  </a:moveTo>
                  <a:lnTo>
                    <a:pt x="12" y="12"/>
                  </a:lnTo>
                  <a:lnTo>
                    <a:pt x="12" y="0"/>
                  </a:lnTo>
                  <a:close/>
                  <a:moveTo>
                    <a:pt x="1" y="0"/>
                  </a:moveTo>
                  <a:lnTo>
                    <a:pt x="1" y="0"/>
                  </a:lnTo>
                  <a:lnTo>
                    <a:pt x="1" y="0"/>
                  </a:lnTo>
                  <a:close/>
                  <a:moveTo>
                    <a:pt x="1" y="0"/>
                  </a:moveTo>
                  <a:lnTo>
                    <a:pt x="1" y="0"/>
                  </a:lnTo>
                  <a:lnTo>
                    <a:pt x="1" y="0"/>
                  </a:lnTo>
                  <a:close/>
                  <a:moveTo>
                    <a:pt x="1" y="0"/>
                  </a:moveTo>
                  <a:lnTo>
                    <a:pt x="1" y="0"/>
                  </a:lnTo>
                  <a:close/>
                </a:path>
              </a:pathLst>
            </a:custGeom>
            <a:solidFill>
              <a:srgbClr val="2F55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61">
              <a:extLst>
                <a:ext uri="{FF2B5EF4-FFF2-40B4-BE49-F238E27FC236}">
                  <a16:creationId xmlns:a16="http://schemas.microsoft.com/office/drawing/2014/main" id="{E8CACA3D-53CE-CDAD-D399-192C91F9EEF8}"/>
                </a:ext>
              </a:extLst>
            </p:cNvPr>
            <p:cNvSpPr/>
            <p:nvPr/>
          </p:nvSpPr>
          <p:spPr>
            <a:xfrm>
              <a:off x="1881775" y="3700350"/>
              <a:ext cx="42500" cy="41425"/>
            </a:xfrm>
            <a:custGeom>
              <a:avLst/>
              <a:gdLst/>
              <a:ahLst/>
              <a:cxnLst/>
              <a:rect l="l" t="t" r="r" b="b"/>
              <a:pathLst>
                <a:path w="1700" h="1657" extrusionOk="0">
                  <a:moveTo>
                    <a:pt x="23" y="1"/>
                  </a:moveTo>
                  <a:cubicBezTo>
                    <a:pt x="0" y="123"/>
                    <a:pt x="11" y="245"/>
                    <a:pt x="100" y="378"/>
                  </a:cubicBezTo>
                  <a:lnTo>
                    <a:pt x="111" y="378"/>
                  </a:lnTo>
                  <a:lnTo>
                    <a:pt x="111" y="390"/>
                  </a:lnTo>
                  <a:cubicBezTo>
                    <a:pt x="211" y="523"/>
                    <a:pt x="366" y="590"/>
                    <a:pt x="534" y="590"/>
                  </a:cubicBezTo>
                  <a:cubicBezTo>
                    <a:pt x="622" y="590"/>
                    <a:pt x="711" y="568"/>
                    <a:pt x="789" y="523"/>
                  </a:cubicBezTo>
                  <a:lnTo>
                    <a:pt x="789" y="523"/>
                  </a:lnTo>
                  <a:cubicBezTo>
                    <a:pt x="734" y="578"/>
                    <a:pt x="689" y="645"/>
                    <a:pt x="667" y="712"/>
                  </a:cubicBezTo>
                  <a:cubicBezTo>
                    <a:pt x="578" y="934"/>
                    <a:pt x="633" y="1212"/>
                    <a:pt x="800" y="1400"/>
                  </a:cubicBezTo>
                  <a:cubicBezTo>
                    <a:pt x="811" y="1400"/>
                    <a:pt x="811" y="1412"/>
                    <a:pt x="822" y="1412"/>
                  </a:cubicBezTo>
                  <a:cubicBezTo>
                    <a:pt x="989" y="1578"/>
                    <a:pt x="1222" y="1656"/>
                    <a:pt x="1455" y="1656"/>
                  </a:cubicBezTo>
                  <a:cubicBezTo>
                    <a:pt x="1544" y="1656"/>
                    <a:pt x="1622" y="1645"/>
                    <a:pt x="1700" y="1634"/>
                  </a:cubicBezTo>
                  <a:cubicBezTo>
                    <a:pt x="1322" y="1412"/>
                    <a:pt x="1166" y="934"/>
                    <a:pt x="1144" y="490"/>
                  </a:cubicBezTo>
                  <a:cubicBezTo>
                    <a:pt x="667" y="490"/>
                    <a:pt x="267" y="323"/>
                    <a:pt x="23" y="1"/>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61">
              <a:extLst>
                <a:ext uri="{FF2B5EF4-FFF2-40B4-BE49-F238E27FC236}">
                  <a16:creationId xmlns:a16="http://schemas.microsoft.com/office/drawing/2014/main" id="{B769F62E-2540-C7AD-42C6-4F0C6773D3BF}"/>
                </a:ext>
              </a:extLst>
            </p:cNvPr>
            <p:cNvSpPr/>
            <p:nvPr/>
          </p:nvSpPr>
          <p:spPr>
            <a:xfrm>
              <a:off x="1903700" y="3717950"/>
              <a:ext cx="71400" cy="43900"/>
            </a:xfrm>
            <a:custGeom>
              <a:avLst/>
              <a:gdLst/>
              <a:ahLst/>
              <a:cxnLst/>
              <a:rect l="l" t="t" r="r" b="b"/>
              <a:pathLst>
                <a:path w="2856" h="1756" extrusionOk="0">
                  <a:moveTo>
                    <a:pt x="1511" y="86"/>
                  </a:moveTo>
                  <a:lnTo>
                    <a:pt x="1511" y="86"/>
                  </a:lnTo>
                  <a:cubicBezTo>
                    <a:pt x="1434" y="185"/>
                    <a:pt x="1345" y="274"/>
                    <a:pt x="1245" y="353"/>
                  </a:cubicBezTo>
                  <a:cubicBezTo>
                    <a:pt x="1256" y="308"/>
                    <a:pt x="1278" y="264"/>
                    <a:pt x="1311" y="219"/>
                  </a:cubicBezTo>
                  <a:cubicBezTo>
                    <a:pt x="1356" y="153"/>
                    <a:pt x="1434" y="97"/>
                    <a:pt x="1511" y="86"/>
                  </a:cubicBezTo>
                  <a:close/>
                  <a:moveTo>
                    <a:pt x="1532" y="1"/>
                  </a:moveTo>
                  <a:cubicBezTo>
                    <a:pt x="1419" y="1"/>
                    <a:pt x="1312" y="80"/>
                    <a:pt x="1245" y="175"/>
                  </a:cubicBezTo>
                  <a:cubicBezTo>
                    <a:pt x="1190" y="252"/>
                    <a:pt x="1156" y="341"/>
                    <a:pt x="1134" y="430"/>
                  </a:cubicBezTo>
                  <a:cubicBezTo>
                    <a:pt x="890" y="593"/>
                    <a:pt x="601" y="690"/>
                    <a:pt x="310" y="690"/>
                  </a:cubicBezTo>
                  <a:cubicBezTo>
                    <a:pt x="244" y="690"/>
                    <a:pt x="177" y="685"/>
                    <a:pt x="112" y="674"/>
                  </a:cubicBezTo>
                  <a:lnTo>
                    <a:pt x="289" y="264"/>
                  </a:lnTo>
                  <a:lnTo>
                    <a:pt x="212" y="230"/>
                  </a:lnTo>
                  <a:lnTo>
                    <a:pt x="0" y="741"/>
                  </a:lnTo>
                  <a:lnTo>
                    <a:pt x="45" y="752"/>
                  </a:lnTo>
                  <a:cubicBezTo>
                    <a:pt x="123" y="764"/>
                    <a:pt x="201" y="770"/>
                    <a:pt x="279" y="770"/>
                  </a:cubicBezTo>
                  <a:cubicBezTo>
                    <a:pt x="569" y="770"/>
                    <a:pt x="855" y="690"/>
                    <a:pt x="1101" y="541"/>
                  </a:cubicBezTo>
                  <a:lnTo>
                    <a:pt x="1101" y="541"/>
                  </a:lnTo>
                  <a:cubicBezTo>
                    <a:pt x="1078" y="652"/>
                    <a:pt x="1045" y="775"/>
                    <a:pt x="1067" y="886"/>
                  </a:cubicBezTo>
                  <a:cubicBezTo>
                    <a:pt x="1078" y="1008"/>
                    <a:pt x="1167" y="1152"/>
                    <a:pt x="1301" y="1175"/>
                  </a:cubicBezTo>
                  <a:lnTo>
                    <a:pt x="1400" y="1175"/>
                  </a:lnTo>
                  <a:cubicBezTo>
                    <a:pt x="1378" y="1230"/>
                    <a:pt x="1367" y="1286"/>
                    <a:pt x="1367" y="1352"/>
                  </a:cubicBezTo>
                  <a:cubicBezTo>
                    <a:pt x="1378" y="1541"/>
                    <a:pt x="1511" y="1718"/>
                    <a:pt x="1678" y="1752"/>
                  </a:cubicBezTo>
                  <a:lnTo>
                    <a:pt x="1701" y="1752"/>
                  </a:lnTo>
                  <a:cubicBezTo>
                    <a:pt x="1717" y="1755"/>
                    <a:pt x="1733" y="1756"/>
                    <a:pt x="1750" y="1756"/>
                  </a:cubicBezTo>
                  <a:cubicBezTo>
                    <a:pt x="1888" y="1756"/>
                    <a:pt x="2023" y="1676"/>
                    <a:pt x="2123" y="1597"/>
                  </a:cubicBezTo>
                  <a:cubicBezTo>
                    <a:pt x="2412" y="1385"/>
                    <a:pt x="2667" y="1108"/>
                    <a:pt x="2856" y="808"/>
                  </a:cubicBezTo>
                  <a:lnTo>
                    <a:pt x="2789" y="763"/>
                  </a:lnTo>
                  <a:cubicBezTo>
                    <a:pt x="2600" y="1064"/>
                    <a:pt x="2356" y="1330"/>
                    <a:pt x="2078" y="1541"/>
                  </a:cubicBezTo>
                  <a:cubicBezTo>
                    <a:pt x="1989" y="1600"/>
                    <a:pt x="1873" y="1678"/>
                    <a:pt x="1754" y="1678"/>
                  </a:cubicBezTo>
                  <a:cubicBezTo>
                    <a:pt x="1740" y="1678"/>
                    <a:pt x="1725" y="1676"/>
                    <a:pt x="1711" y="1674"/>
                  </a:cubicBezTo>
                  <a:cubicBezTo>
                    <a:pt x="1567" y="1663"/>
                    <a:pt x="1456" y="1508"/>
                    <a:pt x="1445" y="1341"/>
                  </a:cubicBezTo>
                  <a:cubicBezTo>
                    <a:pt x="1445" y="1263"/>
                    <a:pt x="1467" y="1185"/>
                    <a:pt x="1511" y="1119"/>
                  </a:cubicBezTo>
                  <a:cubicBezTo>
                    <a:pt x="1567" y="1074"/>
                    <a:pt x="1634" y="1008"/>
                    <a:pt x="1689" y="930"/>
                  </a:cubicBezTo>
                  <a:lnTo>
                    <a:pt x="1800" y="763"/>
                  </a:lnTo>
                  <a:lnTo>
                    <a:pt x="1634" y="874"/>
                  </a:lnTo>
                  <a:cubicBezTo>
                    <a:pt x="1556" y="919"/>
                    <a:pt x="1501" y="985"/>
                    <a:pt x="1456" y="1064"/>
                  </a:cubicBezTo>
                  <a:cubicBezTo>
                    <a:pt x="1420" y="1082"/>
                    <a:pt x="1376" y="1100"/>
                    <a:pt x="1338" y="1100"/>
                  </a:cubicBezTo>
                  <a:cubicBezTo>
                    <a:pt x="1329" y="1100"/>
                    <a:pt x="1320" y="1099"/>
                    <a:pt x="1311" y="1096"/>
                  </a:cubicBezTo>
                  <a:cubicBezTo>
                    <a:pt x="1212" y="1074"/>
                    <a:pt x="1156" y="963"/>
                    <a:pt x="1145" y="874"/>
                  </a:cubicBezTo>
                  <a:cubicBezTo>
                    <a:pt x="1134" y="763"/>
                    <a:pt x="1156" y="652"/>
                    <a:pt x="1190" y="541"/>
                  </a:cubicBezTo>
                  <a:cubicBezTo>
                    <a:pt x="1190" y="519"/>
                    <a:pt x="1200" y="497"/>
                    <a:pt x="1200" y="474"/>
                  </a:cubicBezTo>
                  <a:cubicBezTo>
                    <a:pt x="1356" y="375"/>
                    <a:pt x="1501" y="230"/>
                    <a:pt x="1622" y="74"/>
                  </a:cubicBezTo>
                  <a:lnTo>
                    <a:pt x="1656" y="19"/>
                  </a:lnTo>
                  <a:lnTo>
                    <a:pt x="1589" y="8"/>
                  </a:lnTo>
                  <a:cubicBezTo>
                    <a:pt x="1570" y="3"/>
                    <a:pt x="1551" y="1"/>
                    <a:pt x="153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61">
              <a:extLst>
                <a:ext uri="{FF2B5EF4-FFF2-40B4-BE49-F238E27FC236}">
                  <a16:creationId xmlns:a16="http://schemas.microsoft.com/office/drawing/2014/main" id="{BEC910EE-7B99-C885-EACD-C826AA6B6246}"/>
                </a:ext>
              </a:extLst>
            </p:cNvPr>
            <p:cNvSpPr/>
            <p:nvPr/>
          </p:nvSpPr>
          <p:spPr>
            <a:xfrm>
              <a:off x="1797600" y="3702475"/>
              <a:ext cx="9475" cy="9300"/>
            </a:xfrm>
            <a:custGeom>
              <a:avLst/>
              <a:gdLst/>
              <a:ahLst/>
              <a:cxnLst/>
              <a:rect l="l" t="t" r="r" b="b"/>
              <a:pathLst>
                <a:path w="379" h="372" extrusionOk="0">
                  <a:moveTo>
                    <a:pt x="347" y="0"/>
                  </a:moveTo>
                  <a:cubicBezTo>
                    <a:pt x="323" y="0"/>
                    <a:pt x="288" y="30"/>
                    <a:pt x="245" y="61"/>
                  </a:cubicBezTo>
                  <a:cubicBezTo>
                    <a:pt x="168" y="116"/>
                    <a:pt x="101" y="172"/>
                    <a:pt x="23" y="238"/>
                  </a:cubicBezTo>
                  <a:cubicBezTo>
                    <a:pt x="12" y="238"/>
                    <a:pt x="1" y="261"/>
                    <a:pt x="1" y="283"/>
                  </a:cubicBezTo>
                  <a:cubicBezTo>
                    <a:pt x="12" y="283"/>
                    <a:pt x="12" y="293"/>
                    <a:pt x="23" y="293"/>
                  </a:cubicBezTo>
                  <a:cubicBezTo>
                    <a:pt x="124" y="349"/>
                    <a:pt x="235" y="372"/>
                    <a:pt x="356" y="372"/>
                  </a:cubicBezTo>
                  <a:cubicBezTo>
                    <a:pt x="368" y="271"/>
                    <a:pt x="379" y="182"/>
                    <a:pt x="379" y="83"/>
                  </a:cubicBezTo>
                  <a:cubicBezTo>
                    <a:pt x="379" y="22"/>
                    <a:pt x="367" y="0"/>
                    <a:pt x="34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61">
              <a:extLst>
                <a:ext uri="{FF2B5EF4-FFF2-40B4-BE49-F238E27FC236}">
                  <a16:creationId xmlns:a16="http://schemas.microsoft.com/office/drawing/2014/main" id="{412B970A-5274-7DE7-EF46-2AE7BB9D7B85}"/>
                </a:ext>
              </a:extLst>
            </p:cNvPr>
            <p:cNvSpPr/>
            <p:nvPr/>
          </p:nvSpPr>
          <p:spPr>
            <a:xfrm>
              <a:off x="1797900" y="3718750"/>
              <a:ext cx="7250" cy="7300"/>
            </a:xfrm>
            <a:custGeom>
              <a:avLst/>
              <a:gdLst/>
              <a:ahLst/>
              <a:cxnLst/>
              <a:rect l="l" t="t" r="r" b="b"/>
              <a:pathLst>
                <a:path w="290" h="292" extrusionOk="0">
                  <a:moveTo>
                    <a:pt x="249" y="1"/>
                  </a:moveTo>
                  <a:cubicBezTo>
                    <a:pt x="230" y="1"/>
                    <a:pt x="204" y="33"/>
                    <a:pt x="178" y="65"/>
                  </a:cubicBezTo>
                  <a:cubicBezTo>
                    <a:pt x="122" y="109"/>
                    <a:pt x="67" y="165"/>
                    <a:pt x="23" y="220"/>
                  </a:cubicBezTo>
                  <a:cubicBezTo>
                    <a:pt x="11" y="220"/>
                    <a:pt x="0" y="242"/>
                    <a:pt x="11" y="254"/>
                  </a:cubicBezTo>
                  <a:cubicBezTo>
                    <a:pt x="11" y="254"/>
                    <a:pt x="23" y="254"/>
                    <a:pt x="23" y="265"/>
                  </a:cubicBezTo>
                  <a:cubicBezTo>
                    <a:pt x="88" y="281"/>
                    <a:pt x="153" y="291"/>
                    <a:pt x="217" y="291"/>
                  </a:cubicBezTo>
                  <a:cubicBezTo>
                    <a:pt x="241" y="291"/>
                    <a:pt x="265" y="290"/>
                    <a:pt x="289" y="287"/>
                  </a:cubicBezTo>
                  <a:cubicBezTo>
                    <a:pt x="289" y="209"/>
                    <a:pt x="289" y="131"/>
                    <a:pt x="278" y="65"/>
                  </a:cubicBezTo>
                  <a:cubicBezTo>
                    <a:pt x="273" y="18"/>
                    <a:pt x="263" y="1"/>
                    <a:pt x="249"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61">
              <a:extLst>
                <a:ext uri="{FF2B5EF4-FFF2-40B4-BE49-F238E27FC236}">
                  <a16:creationId xmlns:a16="http://schemas.microsoft.com/office/drawing/2014/main" id="{05B97FB1-70F3-D2FA-138D-8DA3D5B61084}"/>
                </a:ext>
              </a:extLst>
            </p:cNvPr>
            <p:cNvSpPr/>
            <p:nvPr/>
          </p:nvSpPr>
          <p:spPr>
            <a:xfrm>
              <a:off x="1799575" y="3732250"/>
              <a:ext cx="8350" cy="8500"/>
            </a:xfrm>
            <a:custGeom>
              <a:avLst/>
              <a:gdLst/>
              <a:ahLst/>
              <a:cxnLst/>
              <a:rect l="l" t="t" r="r" b="b"/>
              <a:pathLst>
                <a:path w="334" h="340" extrusionOk="0">
                  <a:moveTo>
                    <a:pt x="281" y="0"/>
                  </a:moveTo>
                  <a:cubicBezTo>
                    <a:pt x="259" y="0"/>
                    <a:pt x="228" y="37"/>
                    <a:pt x="189" y="69"/>
                  </a:cubicBezTo>
                  <a:cubicBezTo>
                    <a:pt x="133" y="124"/>
                    <a:pt x="77" y="191"/>
                    <a:pt x="22" y="247"/>
                  </a:cubicBezTo>
                  <a:cubicBezTo>
                    <a:pt x="11" y="258"/>
                    <a:pt x="0" y="280"/>
                    <a:pt x="0" y="292"/>
                  </a:cubicBezTo>
                  <a:cubicBezTo>
                    <a:pt x="11" y="302"/>
                    <a:pt x="11" y="302"/>
                    <a:pt x="22" y="302"/>
                  </a:cubicBezTo>
                  <a:cubicBezTo>
                    <a:pt x="97" y="328"/>
                    <a:pt x="173" y="340"/>
                    <a:pt x="248" y="340"/>
                  </a:cubicBezTo>
                  <a:cubicBezTo>
                    <a:pt x="273" y="340"/>
                    <a:pt x="297" y="339"/>
                    <a:pt x="322" y="336"/>
                  </a:cubicBezTo>
                  <a:cubicBezTo>
                    <a:pt x="333" y="247"/>
                    <a:pt x="322" y="158"/>
                    <a:pt x="311" y="69"/>
                  </a:cubicBezTo>
                  <a:cubicBezTo>
                    <a:pt x="306" y="19"/>
                    <a:pt x="296" y="0"/>
                    <a:pt x="281"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61">
              <a:extLst>
                <a:ext uri="{FF2B5EF4-FFF2-40B4-BE49-F238E27FC236}">
                  <a16:creationId xmlns:a16="http://schemas.microsoft.com/office/drawing/2014/main" id="{E56E4A8E-A2C7-8109-3F6F-F0BA7ADCCFA9}"/>
                </a:ext>
              </a:extLst>
            </p:cNvPr>
            <p:cNvSpPr/>
            <p:nvPr/>
          </p:nvSpPr>
          <p:spPr>
            <a:xfrm>
              <a:off x="1898150" y="3295575"/>
              <a:ext cx="117550" cy="237050"/>
            </a:xfrm>
            <a:custGeom>
              <a:avLst/>
              <a:gdLst/>
              <a:ahLst/>
              <a:cxnLst/>
              <a:rect l="l" t="t" r="r" b="b"/>
              <a:pathLst>
                <a:path w="4702" h="9482" extrusionOk="0">
                  <a:moveTo>
                    <a:pt x="3883" y="1"/>
                  </a:moveTo>
                  <a:cubicBezTo>
                    <a:pt x="3841" y="1"/>
                    <a:pt x="3795" y="10"/>
                    <a:pt x="3744" y="29"/>
                  </a:cubicBezTo>
                  <a:cubicBezTo>
                    <a:pt x="3311" y="195"/>
                    <a:pt x="2955" y="1239"/>
                    <a:pt x="2800" y="1629"/>
                  </a:cubicBezTo>
                  <a:cubicBezTo>
                    <a:pt x="2567" y="2228"/>
                    <a:pt x="2389" y="2861"/>
                    <a:pt x="2178" y="3473"/>
                  </a:cubicBezTo>
                  <a:cubicBezTo>
                    <a:pt x="1945" y="4172"/>
                    <a:pt x="1678" y="4861"/>
                    <a:pt x="1244" y="5461"/>
                  </a:cubicBezTo>
                  <a:cubicBezTo>
                    <a:pt x="956" y="5861"/>
                    <a:pt x="600" y="6216"/>
                    <a:pt x="390" y="6660"/>
                  </a:cubicBezTo>
                  <a:cubicBezTo>
                    <a:pt x="0" y="7494"/>
                    <a:pt x="200" y="8494"/>
                    <a:pt x="612" y="9316"/>
                  </a:cubicBezTo>
                  <a:cubicBezTo>
                    <a:pt x="634" y="9371"/>
                    <a:pt x="667" y="9427"/>
                    <a:pt x="723" y="9460"/>
                  </a:cubicBezTo>
                  <a:cubicBezTo>
                    <a:pt x="750" y="9475"/>
                    <a:pt x="778" y="9481"/>
                    <a:pt x="807" y="9481"/>
                  </a:cubicBezTo>
                  <a:cubicBezTo>
                    <a:pt x="862" y="9481"/>
                    <a:pt x="920" y="9460"/>
                    <a:pt x="978" y="9438"/>
                  </a:cubicBezTo>
                  <a:cubicBezTo>
                    <a:pt x="1634" y="9160"/>
                    <a:pt x="2244" y="8805"/>
                    <a:pt x="2822" y="8371"/>
                  </a:cubicBezTo>
                  <a:cubicBezTo>
                    <a:pt x="3222" y="8060"/>
                    <a:pt x="3611" y="7705"/>
                    <a:pt x="3822" y="7250"/>
                  </a:cubicBezTo>
                  <a:cubicBezTo>
                    <a:pt x="3955" y="6927"/>
                    <a:pt x="4011" y="6583"/>
                    <a:pt x="4033" y="6238"/>
                  </a:cubicBezTo>
                  <a:cubicBezTo>
                    <a:pt x="4078" y="5438"/>
                    <a:pt x="3999" y="4639"/>
                    <a:pt x="4055" y="3850"/>
                  </a:cubicBezTo>
                  <a:cubicBezTo>
                    <a:pt x="4087" y="3417"/>
                    <a:pt x="4701" y="1"/>
                    <a:pt x="3883" y="1"/>
                  </a:cubicBezTo>
                  <a:close/>
                </a:path>
              </a:pathLst>
            </a:custGeom>
            <a:solidFill>
              <a:srgbClr val="C3D8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61">
              <a:extLst>
                <a:ext uri="{FF2B5EF4-FFF2-40B4-BE49-F238E27FC236}">
                  <a16:creationId xmlns:a16="http://schemas.microsoft.com/office/drawing/2014/main" id="{3E28F451-F346-C028-3081-48B9884F2A73}"/>
                </a:ext>
              </a:extLst>
            </p:cNvPr>
            <p:cNvSpPr/>
            <p:nvPr/>
          </p:nvSpPr>
          <p:spPr>
            <a:xfrm>
              <a:off x="1922325" y="3230050"/>
              <a:ext cx="381050" cy="497600"/>
            </a:xfrm>
            <a:custGeom>
              <a:avLst/>
              <a:gdLst/>
              <a:ahLst/>
              <a:cxnLst/>
              <a:rect l="l" t="t" r="r" b="b"/>
              <a:pathLst>
                <a:path w="15242" h="19904" extrusionOk="0">
                  <a:moveTo>
                    <a:pt x="11212" y="0"/>
                  </a:moveTo>
                  <a:cubicBezTo>
                    <a:pt x="11117" y="0"/>
                    <a:pt x="11006" y="7"/>
                    <a:pt x="10875" y="17"/>
                  </a:cubicBezTo>
                  <a:cubicBezTo>
                    <a:pt x="9265" y="128"/>
                    <a:pt x="7676" y="361"/>
                    <a:pt x="6143" y="728"/>
                  </a:cubicBezTo>
                  <a:cubicBezTo>
                    <a:pt x="5644" y="850"/>
                    <a:pt x="5155" y="950"/>
                    <a:pt x="4666" y="1061"/>
                  </a:cubicBezTo>
                  <a:cubicBezTo>
                    <a:pt x="4222" y="1172"/>
                    <a:pt x="3644" y="1250"/>
                    <a:pt x="3344" y="1594"/>
                  </a:cubicBezTo>
                  <a:cubicBezTo>
                    <a:pt x="2844" y="2183"/>
                    <a:pt x="2289" y="2994"/>
                    <a:pt x="2188" y="3783"/>
                  </a:cubicBezTo>
                  <a:cubicBezTo>
                    <a:pt x="2089" y="4694"/>
                    <a:pt x="2200" y="5671"/>
                    <a:pt x="2155" y="6593"/>
                  </a:cubicBezTo>
                  <a:cubicBezTo>
                    <a:pt x="2133" y="7215"/>
                    <a:pt x="2089" y="7837"/>
                    <a:pt x="2010" y="8459"/>
                  </a:cubicBezTo>
                  <a:cubicBezTo>
                    <a:pt x="1855" y="9659"/>
                    <a:pt x="1588" y="10848"/>
                    <a:pt x="1111" y="11970"/>
                  </a:cubicBezTo>
                  <a:cubicBezTo>
                    <a:pt x="1422" y="11948"/>
                    <a:pt x="1733" y="11814"/>
                    <a:pt x="1966" y="11592"/>
                  </a:cubicBezTo>
                  <a:lnTo>
                    <a:pt x="1966" y="11592"/>
                  </a:lnTo>
                  <a:cubicBezTo>
                    <a:pt x="1855" y="12214"/>
                    <a:pt x="1000" y="12525"/>
                    <a:pt x="988" y="13159"/>
                  </a:cubicBezTo>
                  <a:cubicBezTo>
                    <a:pt x="1333" y="13003"/>
                    <a:pt x="1677" y="12858"/>
                    <a:pt x="2022" y="12714"/>
                  </a:cubicBezTo>
                  <a:lnTo>
                    <a:pt x="2022" y="12714"/>
                  </a:lnTo>
                  <a:cubicBezTo>
                    <a:pt x="1022" y="14280"/>
                    <a:pt x="0" y="16435"/>
                    <a:pt x="1467" y="18057"/>
                  </a:cubicBezTo>
                  <a:cubicBezTo>
                    <a:pt x="2044" y="18691"/>
                    <a:pt x="2844" y="19091"/>
                    <a:pt x="3677" y="19324"/>
                  </a:cubicBezTo>
                  <a:cubicBezTo>
                    <a:pt x="4510" y="19558"/>
                    <a:pt x="5377" y="19635"/>
                    <a:pt x="6232" y="19724"/>
                  </a:cubicBezTo>
                  <a:cubicBezTo>
                    <a:pt x="7086" y="19815"/>
                    <a:pt x="7988" y="19904"/>
                    <a:pt x="8885" y="19904"/>
                  </a:cubicBezTo>
                  <a:cubicBezTo>
                    <a:pt x="10295" y="19904"/>
                    <a:pt x="11693" y="19683"/>
                    <a:pt x="12875" y="18902"/>
                  </a:cubicBezTo>
                  <a:cubicBezTo>
                    <a:pt x="13953" y="18202"/>
                    <a:pt x="14797" y="17158"/>
                    <a:pt x="15242" y="15947"/>
                  </a:cubicBezTo>
                  <a:lnTo>
                    <a:pt x="15242" y="15947"/>
                  </a:lnTo>
                  <a:lnTo>
                    <a:pt x="14975" y="16247"/>
                  </a:lnTo>
                  <a:cubicBezTo>
                    <a:pt x="15052" y="15625"/>
                    <a:pt x="15042" y="15014"/>
                    <a:pt x="15030" y="14391"/>
                  </a:cubicBezTo>
                  <a:cubicBezTo>
                    <a:pt x="15008" y="13703"/>
                    <a:pt x="14975" y="13014"/>
                    <a:pt x="15019" y="12337"/>
                  </a:cubicBezTo>
                  <a:cubicBezTo>
                    <a:pt x="15052" y="11748"/>
                    <a:pt x="14842" y="11204"/>
                    <a:pt x="14842" y="10626"/>
                  </a:cubicBezTo>
                  <a:lnTo>
                    <a:pt x="14842" y="10626"/>
                  </a:lnTo>
                  <a:cubicBezTo>
                    <a:pt x="14864" y="10792"/>
                    <a:pt x="15008" y="10925"/>
                    <a:pt x="15163" y="10948"/>
                  </a:cubicBezTo>
                  <a:cubicBezTo>
                    <a:pt x="15130" y="8837"/>
                    <a:pt x="14753" y="6726"/>
                    <a:pt x="14052" y="4738"/>
                  </a:cubicBezTo>
                  <a:cubicBezTo>
                    <a:pt x="13709" y="3749"/>
                    <a:pt x="13275" y="2783"/>
                    <a:pt x="12775" y="1850"/>
                  </a:cubicBezTo>
                  <a:cubicBezTo>
                    <a:pt x="12531" y="1383"/>
                    <a:pt x="12253" y="939"/>
                    <a:pt x="11964" y="495"/>
                  </a:cubicBezTo>
                  <a:cubicBezTo>
                    <a:pt x="11711" y="93"/>
                    <a:pt x="11561" y="0"/>
                    <a:pt x="11212" y="0"/>
                  </a:cubicBez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61">
              <a:extLst>
                <a:ext uri="{FF2B5EF4-FFF2-40B4-BE49-F238E27FC236}">
                  <a16:creationId xmlns:a16="http://schemas.microsoft.com/office/drawing/2014/main" id="{55EA8F34-90DD-550D-C73C-B8919215A5BC}"/>
                </a:ext>
              </a:extLst>
            </p:cNvPr>
            <p:cNvSpPr/>
            <p:nvPr/>
          </p:nvSpPr>
          <p:spPr>
            <a:xfrm>
              <a:off x="2236975" y="3267950"/>
              <a:ext cx="66400" cy="368300"/>
            </a:xfrm>
            <a:custGeom>
              <a:avLst/>
              <a:gdLst/>
              <a:ahLst/>
              <a:cxnLst/>
              <a:rect l="l" t="t" r="r" b="b"/>
              <a:pathLst>
                <a:path w="2656" h="14732" extrusionOk="0">
                  <a:moveTo>
                    <a:pt x="2656" y="14431"/>
                  </a:moveTo>
                  <a:lnTo>
                    <a:pt x="2389" y="14731"/>
                  </a:lnTo>
                  <a:lnTo>
                    <a:pt x="2389" y="14731"/>
                  </a:lnTo>
                  <a:lnTo>
                    <a:pt x="2656" y="14431"/>
                  </a:lnTo>
                  <a:lnTo>
                    <a:pt x="2656" y="14431"/>
                  </a:lnTo>
                  <a:close/>
                  <a:moveTo>
                    <a:pt x="2256" y="9110"/>
                  </a:moveTo>
                  <a:cubicBezTo>
                    <a:pt x="2256" y="9688"/>
                    <a:pt x="2466" y="10232"/>
                    <a:pt x="2433" y="10821"/>
                  </a:cubicBezTo>
                  <a:cubicBezTo>
                    <a:pt x="2389" y="11498"/>
                    <a:pt x="2422" y="12187"/>
                    <a:pt x="2444" y="12875"/>
                  </a:cubicBezTo>
                  <a:cubicBezTo>
                    <a:pt x="2444" y="13109"/>
                    <a:pt x="2456" y="13342"/>
                    <a:pt x="2456" y="13576"/>
                  </a:cubicBezTo>
                  <a:cubicBezTo>
                    <a:pt x="2456" y="13342"/>
                    <a:pt x="2444" y="13109"/>
                    <a:pt x="2444" y="12875"/>
                  </a:cubicBezTo>
                  <a:cubicBezTo>
                    <a:pt x="2422" y="12187"/>
                    <a:pt x="2389" y="11498"/>
                    <a:pt x="2433" y="10821"/>
                  </a:cubicBezTo>
                  <a:cubicBezTo>
                    <a:pt x="2466" y="10232"/>
                    <a:pt x="2256" y="9688"/>
                    <a:pt x="2256" y="9110"/>
                  </a:cubicBezTo>
                  <a:lnTo>
                    <a:pt x="2256" y="9110"/>
                  </a:lnTo>
                  <a:close/>
                  <a:moveTo>
                    <a:pt x="1711" y="3955"/>
                  </a:moveTo>
                  <a:lnTo>
                    <a:pt x="1711" y="3955"/>
                  </a:lnTo>
                  <a:cubicBezTo>
                    <a:pt x="2256" y="5733"/>
                    <a:pt x="2555" y="7577"/>
                    <a:pt x="2577" y="9432"/>
                  </a:cubicBezTo>
                  <a:lnTo>
                    <a:pt x="2577" y="9432"/>
                  </a:lnTo>
                  <a:cubicBezTo>
                    <a:pt x="2555" y="7577"/>
                    <a:pt x="2256" y="5733"/>
                    <a:pt x="1711" y="3955"/>
                  </a:cubicBezTo>
                  <a:close/>
                  <a:moveTo>
                    <a:pt x="0" y="1"/>
                  </a:moveTo>
                  <a:cubicBezTo>
                    <a:pt x="67" y="112"/>
                    <a:pt x="133" y="223"/>
                    <a:pt x="189" y="334"/>
                  </a:cubicBezTo>
                  <a:cubicBezTo>
                    <a:pt x="634" y="1167"/>
                    <a:pt x="1022" y="2023"/>
                    <a:pt x="1355" y="2900"/>
                  </a:cubicBezTo>
                  <a:lnTo>
                    <a:pt x="1355" y="2900"/>
                  </a:lnTo>
                  <a:cubicBezTo>
                    <a:pt x="1022" y="2023"/>
                    <a:pt x="634" y="1167"/>
                    <a:pt x="189" y="334"/>
                  </a:cubicBezTo>
                  <a:cubicBezTo>
                    <a:pt x="133" y="223"/>
                    <a:pt x="67" y="112"/>
                    <a:pt x="0" y="1"/>
                  </a:cubicBezTo>
                  <a:close/>
                </a:path>
              </a:pathLst>
            </a:custGeom>
            <a:solidFill>
              <a:srgbClr val="E2EC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61">
              <a:extLst>
                <a:ext uri="{FF2B5EF4-FFF2-40B4-BE49-F238E27FC236}">
                  <a16:creationId xmlns:a16="http://schemas.microsoft.com/office/drawing/2014/main" id="{8BCD87E9-18BE-DD5A-B7C5-8251B0613416}"/>
                </a:ext>
              </a:extLst>
            </p:cNvPr>
            <p:cNvSpPr/>
            <p:nvPr/>
          </p:nvSpPr>
          <p:spPr>
            <a:xfrm>
              <a:off x="2062300" y="3713125"/>
              <a:ext cx="162750" cy="11150"/>
            </a:xfrm>
            <a:custGeom>
              <a:avLst/>
              <a:gdLst/>
              <a:ahLst/>
              <a:cxnLst/>
              <a:rect l="l" t="t" r="r" b="b"/>
              <a:pathLst>
                <a:path w="6510" h="446" extrusionOk="0">
                  <a:moveTo>
                    <a:pt x="0" y="334"/>
                  </a:moveTo>
                  <a:lnTo>
                    <a:pt x="633" y="401"/>
                  </a:lnTo>
                  <a:cubicBezTo>
                    <a:pt x="644" y="401"/>
                    <a:pt x="667" y="401"/>
                    <a:pt x="677" y="412"/>
                  </a:cubicBezTo>
                  <a:lnTo>
                    <a:pt x="677" y="412"/>
                  </a:lnTo>
                  <a:cubicBezTo>
                    <a:pt x="667" y="401"/>
                    <a:pt x="644" y="401"/>
                    <a:pt x="633" y="401"/>
                  </a:cubicBezTo>
                  <a:lnTo>
                    <a:pt x="0" y="334"/>
                  </a:lnTo>
                  <a:close/>
                  <a:moveTo>
                    <a:pt x="6498" y="12"/>
                  </a:moveTo>
                  <a:cubicBezTo>
                    <a:pt x="6021" y="212"/>
                    <a:pt x="5532" y="356"/>
                    <a:pt x="5021" y="445"/>
                  </a:cubicBezTo>
                  <a:lnTo>
                    <a:pt x="5021" y="445"/>
                  </a:lnTo>
                  <a:cubicBezTo>
                    <a:pt x="5532" y="356"/>
                    <a:pt x="6021" y="212"/>
                    <a:pt x="6498" y="12"/>
                  </a:cubicBezTo>
                  <a:close/>
                  <a:moveTo>
                    <a:pt x="6510" y="1"/>
                  </a:moveTo>
                  <a:lnTo>
                    <a:pt x="6498" y="1"/>
                  </a:lnTo>
                  <a:close/>
                </a:path>
              </a:pathLst>
            </a:custGeom>
            <a:solidFill>
              <a:srgbClr val="2F55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61">
              <a:extLst>
                <a:ext uri="{FF2B5EF4-FFF2-40B4-BE49-F238E27FC236}">
                  <a16:creationId xmlns:a16="http://schemas.microsoft.com/office/drawing/2014/main" id="{0C45E826-6E03-EE0A-7440-D3385E52476F}"/>
                </a:ext>
              </a:extLst>
            </p:cNvPr>
            <p:cNvSpPr/>
            <p:nvPr/>
          </p:nvSpPr>
          <p:spPr>
            <a:xfrm>
              <a:off x="1957875" y="3680350"/>
              <a:ext cx="31675" cy="23650"/>
            </a:xfrm>
            <a:custGeom>
              <a:avLst/>
              <a:gdLst/>
              <a:ahLst/>
              <a:cxnLst/>
              <a:rect l="l" t="t" r="r" b="b"/>
              <a:pathLst>
                <a:path w="1267" h="946" extrusionOk="0">
                  <a:moveTo>
                    <a:pt x="67" y="68"/>
                  </a:moveTo>
                  <a:cubicBezTo>
                    <a:pt x="400" y="435"/>
                    <a:pt x="822" y="723"/>
                    <a:pt x="1267" y="946"/>
                  </a:cubicBezTo>
                  <a:cubicBezTo>
                    <a:pt x="822" y="723"/>
                    <a:pt x="400" y="435"/>
                    <a:pt x="67" y="68"/>
                  </a:cubicBezTo>
                  <a:close/>
                  <a:moveTo>
                    <a:pt x="33" y="35"/>
                  </a:moveTo>
                  <a:lnTo>
                    <a:pt x="33" y="35"/>
                  </a:lnTo>
                  <a:lnTo>
                    <a:pt x="33" y="35"/>
                  </a:lnTo>
                  <a:close/>
                  <a:moveTo>
                    <a:pt x="33" y="35"/>
                  </a:moveTo>
                  <a:lnTo>
                    <a:pt x="33" y="35"/>
                  </a:lnTo>
                  <a:lnTo>
                    <a:pt x="33" y="35"/>
                  </a:lnTo>
                  <a:close/>
                  <a:moveTo>
                    <a:pt x="22" y="23"/>
                  </a:moveTo>
                  <a:lnTo>
                    <a:pt x="22" y="23"/>
                  </a:lnTo>
                  <a:lnTo>
                    <a:pt x="22" y="23"/>
                  </a:lnTo>
                  <a:close/>
                  <a:moveTo>
                    <a:pt x="22" y="23"/>
                  </a:moveTo>
                  <a:lnTo>
                    <a:pt x="22" y="23"/>
                  </a:lnTo>
                  <a:lnTo>
                    <a:pt x="22" y="23"/>
                  </a:lnTo>
                  <a:close/>
                  <a:moveTo>
                    <a:pt x="22" y="12"/>
                  </a:moveTo>
                  <a:lnTo>
                    <a:pt x="22" y="12"/>
                  </a:lnTo>
                  <a:lnTo>
                    <a:pt x="22" y="12"/>
                  </a:lnTo>
                  <a:close/>
                  <a:moveTo>
                    <a:pt x="11" y="12"/>
                  </a:moveTo>
                  <a:lnTo>
                    <a:pt x="11" y="12"/>
                  </a:lnTo>
                  <a:lnTo>
                    <a:pt x="11" y="12"/>
                  </a:lnTo>
                  <a:close/>
                  <a:moveTo>
                    <a:pt x="11" y="1"/>
                  </a:moveTo>
                  <a:lnTo>
                    <a:pt x="11" y="1"/>
                  </a:lnTo>
                  <a:lnTo>
                    <a:pt x="11" y="1"/>
                  </a:lnTo>
                  <a:close/>
                  <a:moveTo>
                    <a:pt x="0" y="1"/>
                  </a:moveTo>
                  <a:lnTo>
                    <a:pt x="0" y="1"/>
                  </a:ln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61">
              <a:extLst>
                <a:ext uri="{FF2B5EF4-FFF2-40B4-BE49-F238E27FC236}">
                  <a16:creationId xmlns:a16="http://schemas.microsoft.com/office/drawing/2014/main" id="{B8F6734B-E6EC-BDCB-28B4-F616A63967CB}"/>
                </a:ext>
              </a:extLst>
            </p:cNvPr>
            <p:cNvSpPr/>
            <p:nvPr/>
          </p:nvSpPr>
          <p:spPr>
            <a:xfrm>
              <a:off x="1937575" y="3259625"/>
              <a:ext cx="365800" cy="464650"/>
            </a:xfrm>
            <a:custGeom>
              <a:avLst/>
              <a:gdLst/>
              <a:ahLst/>
              <a:cxnLst/>
              <a:rect l="l" t="t" r="r" b="b"/>
              <a:pathLst>
                <a:path w="14632" h="18586" extrusionOk="0">
                  <a:moveTo>
                    <a:pt x="11332" y="0"/>
                  </a:moveTo>
                  <a:cubicBezTo>
                    <a:pt x="11343" y="45"/>
                    <a:pt x="11343" y="89"/>
                    <a:pt x="11343" y="144"/>
                  </a:cubicBezTo>
                  <a:cubicBezTo>
                    <a:pt x="11343" y="312"/>
                    <a:pt x="11299" y="489"/>
                    <a:pt x="11210" y="645"/>
                  </a:cubicBezTo>
                  <a:cubicBezTo>
                    <a:pt x="11110" y="589"/>
                    <a:pt x="10998" y="534"/>
                    <a:pt x="10887" y="489"/>
                  </a:cubicBezTo>
                  <a:lnTo>
                    <a:pt x="10887" y="489"/>
                  </a:lnTo>
                  <a:cubicBezTo>
                    <a:pt x="10899" y="500"/>
                    <a:pt x="10899" y="511"/>
                    <a:pt x="10899" y="522"/>
                  </a:cubicBezTo>
                  <a:cubicBezTo>
                    <a:pt x="10954" y="734"/>
                    <a:pt x="10976" y="944"/>
                    <a:pt x="10976" y="1156"/>
                  </a:cubicBezTo>
                  <a:cubicBezTo>
                    <a:pt x="10976" y="1245"/>
                    <a:pt x="10976" y="1334"/>
                    <a:pt x="10966" y="1411"/>
                  </a:cubicBezTo>
                  <a:cubicBezTo>
                    <a:pt x="10976" y="1478"/>
                    <a:pt x="10988" y="1534"/>
                    <a:pt x="10998" y="1600"/>
                  </a:cubicBezTo>
                  <a:cubicBezTo>
                    <a:pt x="11010" y="1611"/>
                    <a:pt x="11010" y="1622"/>
                    <a:pt x="11010" y="1633"/>
                  </a:cubicBezTo>
                  <a:cubicBezTo>
                    <a:pt x="11032" y="1622"/>
                    <a:pt x="11054" y="1622"/>
                    <a:pt x="11077" y="1622"/>
                  </a:cubicBezTo>
                  <a:lnTo>
                    <a:pt x="11188" y="1622"/>
                  </a:lnTo>
                  <a:cubicBezTo>
                    <a:pt x="11776" y="1622"/>
                    <a:pt x="12321" y="1944"/>
                    <a:pt x="12731" y="2366"/>
                  </a:cubicBezTo>
                  <a:cubicBezTo>
                    <a:pt x="12731" y="2378"/>
                    <a:pt x="12743" y="2388"/>
                    <a:pt x="12754" y="2400"/>
                  </a:cubicBezTo>
                  <a:lnTo>
                    <a:pt x="12765" y="2411"/>
                  </a:lnTo>
                  <a:lnTo>
                    <a:pt x="12776" y="2422"/>
                  </a:lnTo>
                  <a:cubicBezTo>
                    <a:pt x="13010" y="2667"/>
                    <a:pt x="13187" y="2944"/>
                    <a:pt x="13331" y="3233"/>
                  </a:cubicBezTo>
                  <a:cubicBezTo>
                    <a:pt x="12998" y="2356"/>
                    <a:pt x="12610" y="1500"/>
                    <a:pt x="12165" y="667"/>
                  </a:cubicBezTo>
                  <a:cubicBezTo>
                    <a:pt x="12109" y="556"/>
                    <a:pt x="12043" y="445"/>
                    <a:pt x="11976" y="334"/>
                  </a:cubicBezTo>
                  <a:cubicBezTo>
                    <a:pt x="11743" y="289"/>
                    <a:pt x="11521" y="156"/>
                    <a:pt x="11332" y="0"/>
                  </a:cubicBezTo>
                  <a:close/>
                  <a:moveTo>
                    <a:pt x="13565" y="11643"/>
                  </a:moveTo>
                  <a:lnTo>
                    <a:pt x="13565" y="11643"/>
                  </a:lnTo>
                  <a:cubicBezTo>
                    <a:pt x="13743" y="12897"/>
                    <a:pt x="13521" y="14198"/>
                    <a:pt x="12921" y="15319"/>
                  </a:cubicBezTo>
                  <a:cubicBezTo>
                    <a:pt x="12887" y="15375"/>
                    <a:pt x="12787" y="15575"/>
                    <a:pt x="12610" y="15575"/>
                  </a:cubicBezTo>
                  <a:lnTo>
                    <a:pt x="12576" y="15575"/>
                  </a:lnTo>
                  <a:lnTo>
                    <a:pt x="12565" y="15541"/>
                  </a:lnTo>
                  <a:cubicBezTo>
                    <a:pt x="12554" y="15497"/>
                    <a:pt x="12554" y="15452"/>
                    <a:pt x="12543" y="15408"/>
                  </a:cubicBezTo>
                  <a:cubicBezTo>
                    <a:pt x="12121" y="16219"/>
                    <a:pt x="11354" y="16874"/>
                    <a:pt x="10465" y="17141"/>
                  </a:cubicBezTo>
                  <a:lnTo>
                    <a:pt x="10443" y="17064"/>
                  </a:lnTo>
                  <a:cubicBezTo>
                    <a:pt x="11388" y="16785"/>
                    <a:pt x="12188" y="16052"/>
                    <a:pt x="12576" y="15153"/>
                  </a:cubicBezTo>
                  <a:cubicBezTo>
                    <a:pt x="12598" y="15109"/>
                    <a:pt x="12610" y="15064"/>
                    <a:pt x="12632" y="15020"/>
                  </a:cubicBezTo>
                  <a:lnTo>
                    <a:pt x="12709" y="15053"/>
                  </a:lnTo>
                  <a:cubicBezTo>
                    <a:pt x="12687" y="15097"/>
                    <a:pt x="12676" y="15141"/>
                    <a:pt x="12654" y="15186"/>
                  </a:cubicBezTo>
                  <a:cubicBezTo>
                    <a:pt x="12620" y="15286"/>
                    <a:pt x="12620" y="15386"/>
                    <a:pt x="12632" y="15497"/>
                  </a:cubicBezTo>
                  <a:cubicBezTo>
                    <a:pt x="12709" y="15475"/>
                    <a:pt x="12787" y="15408"/>
                    <a:pt x="12854" y="15275"/>
                  </a:cubicBezTo>
                  <a:cubicBezTo>
                    <a:pt x="13442" y="14175"/>
                    <a:pt x="13665" y="12887"/>
                    <a:pt x="13487" y="11653"/>
                  </a:cubicBezTo>
                  <a:lnTo>
                    <a:pt x="13565" y="11643"/>
                  </a:lnTo>
                  <a:close/>
                  <a:moveTo>
                    <a:pt x="13687" y="4288"/>
                  </a:moveTo>
                  <a:lnTo>
                    <a:pt x="13687" y="4288"/>
                  </a:lnTo>
                  <a:cubicBezTo>
                    <a:pt x="13776" y="4699"/>
                    <a:pt x="13832" y="5121"/>
                    <a:pt x="13865" y="5543"/>
                  </a:cubicBezTo>
                  <a:cubicBezTo>
                    <a:pt x="13876" y="5688"/>
                    <a:pt x="13887" y="5844"/>
                    <a:pt x="13898" y="5999"/>
                  </a:cubicBezTo>
                  <a:cubicBezTo>
                    <a:pt x="13987" y="7165"/>
                    <a:pt x="14032" y="8354"/>
                    <a:pt x="13921" y="9510"/>
                  </a:cubicBezTo>
                  <a:cubicBezTo>
                    <a:pt x="13898" y="9787"/>
                    <a:pt x="13854" y="10065"/>
                    <a:pt x="13809" y="10342"/>
                  </a:cubicBezTo>
                  <a:cubicBezTo>
                    <a:pt x="13776" y="10542"/>
                    <a:pt x="13731" y="10742"/>
                    <a:pt x="13687" y="10932"/>
                  </a:cubicBezTo>
                  <a:cubicBezTo>
                    <a:pt x="13531" y="11564"/>
                    <a:pt x="13309" y="12164"/>
                    <a:pt x="12998" y="12731"/>
                  </a:cubicBezTo>
                  <a:cubicBezTo>
                    <a:pt x="12832" y="13031"/>
                    <a:pt x="12632" y="13320"/>
                    <a:pt x="12343" y="13509"/>
                  </a:cubicBezTo>
                  <a:cubicBezTo>
                    <a:pt x="12243" y="13575"/>
                    <a:pt x="12132" y="13642"/>
                    <a:pt x="12010" y="13687"/>
                  </a:cubicBezTo>
                  <a:cubicBezTo>
                    <a:pt x="11798" y="14230"/>
                    <a:pt x="11510" y="14741"/>
                    <a:pt x="11132" y="15208"/>
                  </a:cubicBezTo>
                  <a:cubicBezTo>
                    <a:pt x="10199" y="16341"/>
                    <a:pt x="8877" y="16886"/>
                    <a:pt x="7488" y="16886"/>
                  </a:cubicBezTo>
                  <a:cubicBezTo>
                    <a:pt x="7110" y="16886"/>
                    <a:pt x="6744" y="16852"/>
                    <a:pt x="6367" y="16775"/>
                  </a:cubicBezTo>
                  <a:lnTo>
                    <a:pt x="6367" y="16941"/>
                  </a:lnTo>
                  <a:cubicBezTo>
                    <a:pt x="6367" y="16997"/>
                    <a:pt x="6333" y="17041"/>
                    <a:pt x="6278" y="17041"/>
                  </a:cubicBezTo>
                  <a:lnTo>
                    <a:pt x="6255" y="17041"/>
                  </a:lnTo>
                  <a:cubicBezTo>
                    <a:pt x="5200" y="16941"/>
                    <a:pt x="4200" y="16497"/>
                    <a:pt x="3367" y="15830"/>
                  </a:cubicBezTo>
                  <a:lnTo>
                    <a:pt x="3367" y="15830"/>
                  </a:lnTo>
                  <a:cubicBezTo>
                    <a:pt x="3467" y="16042"/>
                    <a:pt x="3567" y="16252"/>
                    <a:pt x="3634" y="16486"/>
                  </a:cubicBezTo>
                  <a:cubicBezTo>
                    <a:pt x="3656" y="16530"/>
                    <a:pt x="3622" y="16608"/>
                    <a:pt x="3567" y="16608"/>
                  </a:cubicBezTo>
                  <a:lnTo>
                    <a:pt x="3545" y="16608"/>
                  </a:lnTo>
                  <a:cubicBezTo>
                    <a:pt x="2767" y="16608"/>
                    <a:pt x="2056" y="16075"/>
                    <a:pt x="1512" y="15564"/>
                  </a:cubicBezTo>
                  <a:cubicBezTo>
                    <a:pt x="1023" y="15097"/>
                    <a:pt x="556" y="14542"/>
                    <a:pt x="279" y="13909"/>
                  </a:cubicBezTo>
                  <a:lnTo>
                    <a:pt x="279" y="13909"/>
                  </a:lnTo>
                  <a:cubicBezTo>
                    <a:pt x="1" y="14919"/>
                    <a:pt x="45" y="15953"/>
                    <a:pt x="812" y="16830"/>
                  </a:cubicBezTo>
                  <a:lnTo>
                    <a:pt x="823" y="16830"/>
                  </a:lnTo>
                  <a:lnTo>
                    <a:pt x="823" y="16841"/>
                  </a:lnTo>
                  <a:lnTo>
                    <a:pt x="834" y="16841"/>
                  </a:lnTo>
                  <a:lnTo>
                    <a:pt x="834" y="16852"/>
                  </a:lnTo>
                  <a:cubicBezTo>
                    <a:pt x="845" y="16852"/>
                    <a:pt x="845" y="16852"/>
                    <a:pt x="845" y="16864"/>
                  </a:cubicBezTo>
                  <a:cubicBezTo>
                    <a:pt x="845" y="16864"/>
                    <a:pt x="857" y="16864"/>
                    <a:pt x="857" y="16874"/>
                  </a:cubicBezTo>
                  <a:lnTo>
                    <a:pt x="879" y="16897"/>
                  </a:lnTo>
                  <a:cubicBezTo>
                    <a:pt x="1212" y="17264"/>
                    <a:pt x="1634" y="17552"/>
                    <a:pt x="2079" y="17775"/>
                  </a:cubicBezTo>
                  <a:cubicBezTo>
                    <a:pt x="2400" y="17919"/>
                    <a:pt x="2734" y="18041"/>
                    <a:pt x="3067" y="18141"/>
                  </a:cubicBezTo>
                  <a:cubicBezTo>
                    <a:pt x="3700" y="18319"/>
                    <a:pt x="4345" y="18397"/>
                    <a:pt x="4989" y="18474"/>
                  </a:cubicBezTo>
                  <a:lnTo>
                    <a:pt x="5622" y="18541"/>
                  </a:lnTo>
                  <a:cubicBezTo>
                    <a:pt x="5633" y="18541"/>
                    <a:pt x="5656" y="18541"/>
                    <a:pt x="5666" y="18552"/>
                  </a:cubicBezTo>
                  <a:cubicBezTo>
                    <a:pt x="5678" y="18496"/>
                    <a:pt x="5678" y="18441"/>
                    <a:pt x="5688" y="18397"/>
                  </a:cubicBezTo>
                  <a:cubicBezTo>
                    <a:pt x="6044" y="18452"/>
                    <a:pt x="6399" y="18474"/>
                    <a:pt x="6744" y="18474"/>
                  </a:cubicBezTo>
                  <a:cubicBezTo>
                    <a:pt x="7611" y="18474"/>
                    <a:pt x="8477" y="18341"/>
                    <a:pt x="9322" y="18263"/>
                  </a:cubicBezTo>
                  <a:lnTo>
                    <a:pt x="10021" y="18197"/>
                  </a:lnTo>
                  <a:lnTo>
                    <a:pt x="10021" y="18241"/>
                  </a:lnTo>
                  <a:cubicBezTo>
                    <a:pt x="10010" y="18352"/>
                    <a:pt x="10010" y="18474"/>
                    <a:pt x="10010" y="18585"/>
                  </a:cubicBezTo>
                  <a:cubicBezTo>
                    <a:pt x="10521" y="18496"/>
                    <a:pt x="11010" y="18352"/>
                    <a:pt x="11487" y="18152"/>
                  </a:cubicBezTo>
                  <a:lnTo>
                    <a:pt x="11487" y="18141"/>
                  </a:lnTo>
                  <a:lnTo>
                    <a:pt x="11499" y="18141"/>
                  </a:lnTo>
                  <a:cubicBezTo>
                    <a:pt x="11765" y="18030"/>
                    <a:pt x="12021" y="17886"/>
                    <a:pt x="12265" y="17719"/>
                  </a:cubicBezTo>
                  <a:cubicBezTo>
                    <a:pt x="13343" y="17019"/>
                    <a:pt x="14187" y="15975"/>
                    <a:pt x="14632" y="14764"/>
                  </a:cubicBezTo>
                  <a:lnTo>
                    <a:pt x="14632" y="14764"/>
                  </a:lnTo>
                  <a:lnTo>
                    <a:pt x="14365" y="15064"/>
                  </a:lnTo>
                  <a:cubicBezTo>
                    <a:pt x="14409" y="14675"/>
                    <a:pt x="14432" y="14286"/>
                    <a:pt x="14432" y="13909"/>
                  </a:cubicBezTo>
                  <a:cubicBezTo>
                    <a:pt x="14432" y="13675"/>
                    <a:pt x="14420" y="13442"/>
                    <a:pt x="14420" y="13208"/>
                  </a:cubicBezTo>
                  <a:cubicBezTo>
                    <a:pt x="14398" y="12520"/>
                    <a:pt x="14365" y="11831"/>
                    <a:pt x="14409" y="11154"/>
                  </a:cubicBezTo>
                  <a:cubicBezTo>
                    <a:pt x="14442" y="10565"/>
                    <a:pt x="14232" y="10021"/>
                    <a:pt x="14232" y="9443"/>
                  </a:cubicBezTo>
                  <a:lnTo>
                    <a:pt x="14232" y="9443"/>
                  </a:lnTo>
                  <a:cubicBezTo>
                    <a:pt x="14254" y="9609"/>
                    <a:pt x="14398" y="9742"/>
                    <a:pt x="14553" y="9765"/>
                  </a:cubicBezTo>
                  <a:cubicBezTo>
                    <a:pt x="14531" y="7910"/>
                    <a:pt x="14232" y="6066"/>
                    <a:pt x="13687" y="4288"/>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61">
              <a:extLst>
                <a:ext uri="{FF2B5EF4-FFF2-40B4-BE49-F238E27FC236}">
                  <a16:creationId xmlns:a16="http://schemas.microsoft.com/office/drawing/2014/main" id="{FF613380-EFA0-5E60-2008-F80C09F612A3}"/>
                </a:ext>
              </a:extLst>
            </p:cNvPr>
            <p:cNvSpPr/>
            <p:nvPr/>
          </p:nvSpPr>
          <p:spPr>
            <a:xfrm>
              <a:off x="2221975" y="3306825"/>
              <a:ext cx="10025" cy="16400"/>
            </a:xfrm>
            <a:custGeom>
              <a:avLst/>
              <a:gdLst/>
              <a:ahLst/>
              <a:cxnLst/>
              <a:rect l="l" t="t" r="r" b="b"/>
              <a:pathLst>
                <a:path w="401" h="656" extrusionOk="0">
                  <a:moveTo>
                    <a:pt x="56" y="1"/>
                  </a:moveTo>
                  <a:lnTo>
                    <a:pt x="0" y="45"/>
                  </a:lnTo>
                  <a:cubicBezTo>
                    <a:pt x="145" y="234"/>
                    <a:pt x="245" y="434"/>
                    <a:pt x="323" y="656"/>
                  </a:cubicBezTo>
                  <a:lnTo>
                    <a:pt x="400" y="634"/>
                  </a:lnTo>
                  <a:cubicBezTo>
                    <a:pt x="323" y="401"/>
                    <a:pt x="212" y="189"/>
                    <a:pt x="56"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61">
              <a:extLst>
                <a:ext uri="{FF2B5EF4-FFF2-40B4-BE49-F238E27FC236}">
                  <a16:creationId xmlns:a16="http://schemas.microsoft.com/office/drawing/2014/main" id="{8C30F24A-8396-5738-6511-B81C48C6EE77}"/>
                </a:ext>
              </a:extLst>
            </p:cNvPr>
            <p:cNvSpPr/>
            <p:nvPr/>
          </p:nvSpPr>
          <p:spPr>
            <a:xfrm>
              <a:off x="2225025" y="3288500"/>
              <a:ext cx="6700" cy="8375"/>
            </a:xfrm>
            <a:custGeom>
              <a:avLst/>
              <a:gdLst/>
              <a:ahLst/>
              <a:cxnLst/>
              <a:rect l="l" t="t" r="r" b="b"/>
              <a:pathLst>
                <a:path w="268" h="335" extrusionOk="0">
                  <a:moveTo>
                    <a:pt x="56" y="1"/>
                  </a:moveTo>
                  <a:lnTo>
                    <a:pt x="1" y="56"/>
                  </a:lnTo>
                  <a:cubicBezTo>
                    <a:pt x="90" y="134"/>
                    <a:pt x="156" y="223"/>
                    <a:pt x="201" y="334"/>
                  </a:cubicBezTo>
                  <a:lnTo>
                    <a:pt x="267" y="312"/>
                  </a:lnTo>
                  <a:cubicBezTo>
                    <a:pt x="223" y="189"/>
                    <a:pt x="156" y="78"/>
                    <a:pt x="56"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61">
              <a:extLst>
                <a:ext uri="{FF2B5EF4-FFF2-40B4-BE49-F238E27FC236}">
                  <a16:creationId xmlns:a16="http://schemas.microsoft.com/office/drawing/2014/main" id="{D6AE9DCF-D51B-9BFF-A4A3-963347A03BAA}"/>
                </a:ext>
              </a:extLst>
            </p:cNvPr>
            <p:cNvSpPr/>
            <p:nvPr/>
          </p:nvSpPr>
          <p:spPr>
            <a:xfrm>
              <a:off x="2240300" y="3320725"/>
              <a:ext cx="7250" cy="13900"/>
            </a:xfrm>
            <a:custGeom>
              <a:avLst/>
              <a:gdLst/>
              <a:ahLst/>
              <a:cxnLst/>
              <a:rect l="l" t="t" r="r" b="b"/>
              <a:pathLst>
                <a:path w="290" h="556" extrusionOk="0">
                  <a:moveTo>
                    <a:pt x="67" y="0"/>
                  </a:moveTo>
                  <a:lnTo>
                    <a:pt x="0" y="45"/>
                  </a:lnTo>
                  <a:cubicBezTo>
                    <a:pt x="101" y="200"/>
                    <a:pt x="178" y="367"/>
                    <a:pt x="212" y="556"/>
                  </a:cubicBezTo>
                  <a:lnTo>
                    <a:pt x="289" y="534"/>
                  </a:lnTo>
                  <a:cubicBezTo>
                    <a:pt x="245" y="344"/>
                    <a:pt x="167" y="156"/>
                    <a:pt x="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61">
              <a:extLst>
                <a:ext uri="{FF2B5EF4-FFF2-40B4-BE49-F238E27FC236}">
                  <a16:creationId xmlns:a16="http://schemas.microsoft.com/office/drawing/2014/main" id="{9102D0A1-2072-E607-C591-282C83493BC3}"/>
                </a:ext>
              </a:extLst>
            </p:cNvPr>
            <p:cNvSpPr/>
            <p:nvPr/>
          </p:nvSpPr>
          <p:spPr>
            <a:xfrm>
              <a:off x="2220025" y="3340175"/>
              <a:ext cx="7525" cy="14450"/>
            </a:xfrm>
            <a:custGeom>
              <a:avLst/>
              <a:gdLst/>
              <a:ahLst/>
              <a:cxnLst/>
              <a:rect l="l" t="t" r="r" b="b"/>
              <a:pathLst>
                <a:path w="301" h="578" extrusionOk="0">
                  <a:moveTo>
                    <a:pt x="68" y="0"/>
                  </a:moveTo>
                  <a:lnTo>
                    <a:pt x="1" y="44"/>
                  </a:lnTo>
                  <a:cubicBezTo>
                    <a:pt x="123" y="200"/>
                    <a:pt x="201" y="378"/>
                    <a:pt x="223" y="578"/>
                  </a:cubicBezTo>
                  <a:lnTo>
                    <a:pt x="300" y="566"/>
                  </a:lnTo>
                  <a:cubicBezTo>
                    <a:pt x="278" y="356"/>
                    <a:pt x="189" y="156"/>
                    <a:pt x="6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61">
              <a:extLst>
                <a:ext uri="{FF2B5EF4-FFF2-40B4-BE49-F238E27FC236}">
                  <a16:creationId xmlns:a16="http://schemas.microsoft.com/office/drawing/2014/main" id="{042D048E-A5D9-8DC7-5BC1-7EA4FD1D8E0F}"/>
                </a:ext>
              </a:extLst>
            </p:cNvPr>
            <p:cNvSpPr/>
            <p:nvPr/>
          </p:nvSpPr>
          <p:spPr>
            <a:xfrm>
              <a:off x="2241700" y="3359050"/>
              <a:ext cx="6125" cy="21400"/>
            </a:xfrm>
            <a:custGeom>
              <a:avLst/>
              <a:gdLst/>
              <a:ahLst/>
              <a:cxnLst/>
              <a:rect l="l" t="t" r="r" b="b"/>
              <a:pathLst>
                <a:path w="245" h="856" extrusionOk="0">
                  <a:moveTo>
                    <a:pt x="67" y="0"/>
                  </a:moveTo>
                  <a:lnTo>
                    <a:pt x="0" y="33"/>
                  </a:lnTo>
                  <a:cubicBezTo>
                    <a:pt x="100" y="289"/>
                    <a:pt x="156" y="567"/>
                    <a:pt x="167" y="855"/>
                  </a:cubicBezTo>
                  <a:lnTo>
                    <a:pt x="245" y="855"/>
                  </a:lnTo>
                  <a:cubicBezTo>
                    <a:pt x="233" y="556"/>
                    <a:pt x="178" y="267"/>
                    <a:pt x="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61">
              <a:extLst>
                <a:ext uri="{FF2B5EF4-FFF2-40B4-BE49-F238E27FC236}">
                  <a16:creationId xmlns:a16="http://schemas.microsoft.com/office/drawing/2014/main" id="{3917B2E8-32A5-6119-DF5E-71FD662CF1EB}"/>
                </a:ext>
              </a:extLst>
            </p:cNvPr>
            <p:cNvSpPr/>
            <p:nvPr/>
          </p:nvSpPr>
          <p:spPr>
            <a:xfrm>
              <a:off x="1971750" y="3084050"/>
              <a:ext cx="268575" cy="316350"/>
            </a:xfrm>
            <a:custGeom>
              <a:avLst/>
              <a:gdLst/>
              <a:ahLst/>
              <a:cxnLst/>
              <a:rect l="l" t="t" r="r" b="b"/>
              <a:pathLst>
                <a:path w="10743" h="12654" extrusionOk="0">
                  <a:moveTo>
                    <a:pt x="3747" y="0"/>
                  </a:moveTo>
                  <a:cubicBezTo>
                    <a:pt x="3631" y="0"/>
                    <a:pt x="3515" y="4"/>
                    <a:pt x="3400" y="13"/>
                  </a:cubicBezTo>
                  <a:cubicBezTo>
                    <a:pt x="2867" y="58"/>
                    <a:pt x="2245" y="191"/>
                    <a:pt x="1789" y="480"/>
                  </a:cubicBezTo>
                  <a:cubicBezTo>
                    <a:pt x="1633" y="580"/>
                    <a:pt x="1500" y="736"/>
                    <a:pt x="1423" y="914"/>
                  </a:cubicBezTo>
                  <a:cubicBezTo>
                    <a:pt x="1322" y="1158"/>
                    <a:pt x="1344" y="1435"/>
                    <a:pt x="1611" y="1625"/>
                  </a:cubicBezTo>
                  <a:cubicBezTo>
                    <a:pt x="1378" y="1736"/>
                    <a:pt x="1178" y="1913"/>
                    <a:pt x="1023" y="2124"/>
                  </a:cubicBezTo>
                  <a:cubicBezTo>
                    <a:pt x="1122" y="2213"/>
                    <a:pt x="1267" y="2269"/>
                    <a:pt x="1400" y="2269"/>
                  </a:cubicBezTo>
                  <a:cubicBezTo>
                    <a:pt x="445" y="3158"/>
                    <a:pt x="1" y="4557"/>
                    <a:pt x="267" y="5834"/>
                  </a:cubicBezTo>
                  <a:cubicBezTo>
                    <a:pt x="312" y="6012"/>
                    <a:pt x="389" y="6135"/>
                    <a:pt x="567" y="6179"/>
                  </a:cubicBezTo>
                  <a:cubicBezTo>
                    <a:pt x="500" y="6990"/>
                    <a:pt x="456" y="7812"/>
                    <a:pt x="389" y="8623"/>
                  </a:cubicBezTo>
                  <a:cubicBezTo>
                    <a:pt x="689" y="8501"/>
                    <a:pt x="978" y="8323"/>
                    <a:pt x="1211" y="8101"/>
                  </a:cubicBezTo>
                  <a:lnTo>
                    <a:pt x="1211" y="8101"/>
                  </a:lnTo>
                  <a:cubicBezTo>
                    <a:pt x="856" y="9078"/>
                    <a:pt x="700" y="10122"/>
                    <a:pt x="778" y="11156"/>
                  </a:cubicBezTo>
                  <a:cubicBezTo>
                    <a:pt x="811" y="11700"/>
                    <a:pt x="956" y="12311"/>
                    <a:pt x="1445" y="12544"/>
                  </a:cubicBezTo>
                  <a:cubicBezTo>
                    <a:pt x="1593" y="12623"/>
                    <a:pt x="1754" y="12653"/>
                    <a:pt x="1917" y="12653"/>
                  </a:cubicBezTo>
                  <a:cubicBezTo>
                    <a:pt x="2170" y="12653"/>
                    <a:pt x="2431" y="12581"/>
                    <a:pt x="2667" y="12500"/>
                  </a:cubicBezTo>
                  <a:cubicBezTo>
                    <a:pt x="3511" y="12200"/>
                    <a:pt x="4299" y="11756"/>
                    <a:pt x="4988" y="11200"/>
                  </a:cubicBezTo>
                  <a:cubicBezTo>
                    <a:pt x="5216" y="11014"/>
                    <a:pt x="5474" y="10808"/>
                    <a:pt x="5760" y="10808"/>
                  </a:cubicBezTo>
                  <a:cubicBezTo>
                    <a:pt x="5780" y="10808"/>
                    <a:pt x="5801" y="10809"/>
                    <a:pt x="5822" y="10811"/>
                  </a:cubicBezTo>
                  <a:cubicBezTo>
                    <a:pt x="5955" y="10833"/>
                    <a:pt x="6088" y="10889"/>
                    <a:pt x="6222" y="10934"/>
                  </a:cubicBezTo>
                  <a:cubicBezTo>
                    <a:pt x="6302" y="10954"/>
                    <a:pt x="6382" y="10964"/>
                    <a:pt x="6461" y="10964"/>
                  </a:cubicBezTo>
                  <a:cubicBezTo>
                    <a:pt x="6900" y="10964"/>
                    <a:pt x="7325" y="10676"/>
                    <a:pt x="7654" y="10356"/>
                  </a:cubicBezTo>
                  <a:cubicBezTo>
                    <a:pt x="8199" y="9789"/>
                    <a:pt x="8599" y="9078"/>
                    <a:pt x="8799" y="8323"/>
                  </a:cubicBezTo>
                  <a:cubicBezTo>
                    <a:pt x="9043" y="8478"/>
                    <a:pt x="9288" y="8645"/>
                    <a:pt x="9532" y="8801"/>
                  </a:cubicBezTo>
                  <a:cubicBezTo>
                    <a:pt x="9643" y="8379"/>
                    <a:pt x="9631" y="7934"/>
                    <a:pt x="9520" y="7512"/>
                  </a:cubicBezTo>
                  <a:lnTo>
                    <a:pt x="9520" y="7512"/>
                  </a:lnTo>
                  <a:cubicBezTo>
                    <a:pt x="9631" y="7557"/>
                    <a:pt x="9743" y="7612"/>
                    <a:pt x="9843" y="7668"/>
                  </a:cubicBezTo>
                  <a:cubicBezTo>
                    <a:pt x="9954" y="7468"/>
                    <a:pt x="9999" y="7234"/>
                    <a:pt x="9965" y="7023"/>
                  </a:cubicBezTo>
                  <a:lnTo>
                    <a:pt x="9965" y="7023"/>
                  </a:lnTo>
                  <a:cubicBezTo>
                    <a:pt x="10187" y="7201"/>
                    <a:pt x="10465" y="7357"/>
                    <a:pt x="10742" y="7367"/>
                  </a:cubicBezTo>
                  <a:cubicBezTo>
                    <a:pt x="10398" y="6145"/>
                    <a:pt x="9754" y="4790"/>
                    <a:pt x="9120" y="3679"/>
                  </a:cubicBezTo>
                  <a:cubicBezTo>
                    <a:pt x="8765" y="3057"/>
                    <a:pt x="8054" y="1546"/>
                    <a:pt x="7299" y="1391"/>
                  </a:cubicBezTo>
                  <a:cubicBezTo>
                    <a:pt x="7555" y="1102"/>
                    <a:pt x="7699" y="736"/>
                    <a:pt x="7699" y="358"/>
                  </a:cubicBezTo>
                  <a:cubicBezTo>
                    <a:pt x="7699" y="269"/>
                    <a:pt x="7654" y="191"/>
                    <a:pt x="7587" y="147"/>
                  </a:cubicBezTo>
                  <a:cubicBezTo>
                    <a:pt x="7555" y="127"/>
                    <a:pt x="7524" y="119"/>
                    <a:pt x="7495" y="119"/>
                  </a:cubicBezTo>
                  <a:cubicBezTo>
                    <a:pt x="7425" y="119"/>
                    <a:pt x="7365" y="166"/>
                    <a:pt x="7310" y="213"/>
                  </a:cubicBezTo>
                  <a:cubicBezTo>
                    <a:pt x="7143" y="380"/>
                    <a:pt x="6988" y="580"/>
                    <a:pt x="6866" y="791"/>
                  </a:cubicBezTo>
                  <a:cubicBezTo>
                    <a:pt x="6921" y="591"/>
                    <a:pt x="6832" y="358"/>
                    <a:pt x="6654" y="258"/>
                  </a:cubicBezTo>
                  <a:cubicBezTo>
                    <a:pt x="6477" y="447"/>
                    <a:pt x="6577" y="758"/>
                    <a:pt x="6477" y="969"/>
                  </a:cubicBezTo>
                  <a:cubicBezTo>
                    <a:pt x="6555" y="803"/>
                    <a:pt x="5255" y="258"/>
                    <a:pt x="5111" y="213"/>
                  </a:cubicBezTo>
                  <a:cubicBezTo>
                    <a:pt x="4675" y="71"/>
                    <a:pt x="4211" y="0"/>
                    <a:pt x="3747" y="0"/>
                  </a:cubicBezTo>
                  <a:close/>
                </a:path>
              </a:pathLst>
            </a:custGeom>
            <a:solidFill>
              <a:srgbClr val="E3F1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61">
              <a:extLst>
                <a:ext uri="{FF2B5EF4-FFF2-40B4-BE49-F238E27FC236}">
                  <a16:creationId xmlns:a16="http://schemas.microsoft.com/office/drawing/2014/main" id="{89C9C92C-C046-98E4-0EA2-5C235C92EFC1}"/>
                </a:ext>
              </a:extLst>
            </p:cNvPr>
            <p:cNvSpPr/>
            <p:nvPr/>
          </p:nvSpPr>
          <p:spPr>
            <a:xfrm>
              <a:off x="2056725" y="3084100"/>
              <a:ext cx="183600" cy="184150"/>
            </a:xfrm>
            <a:custGeom>
              <a:avLst/>
              <a:gdLst/>
              <a:ahLst/>
              <a:cxnLst/>
              <a:rect l="l" t="t" r="r" b="b"/>
              <a:pathLst>
                <a:path w="7344" h="7366" extrusionOk="0">
                  <a:moveTo>
                    <a:pt x="5388" y="3077"/>
                  </a:moveTo>
                  <a:cubicBezTo>
                    <a:pt x="5522" y="3311"/>
                    <a:pt x="5633" y="3522"/>
                    <a:pt x="5721" y="3677"/>
                  </a:cubicBezTo>
                  <a:cubicBezTo>
                    <a:pt x="6355" y="4788"/>
                    <a:pt x="6999" y="6143"/>
                    <a:pt x="7343" y="7365"/>
                  </a:cubicBezTo>
                  <a:lnTo>
                    <a:pt x="7343" y="7365"/>
                  </a:lnTo>
                  <a:cubicBezTo>
                    <a:pt x="6999" y="6143"/>
                    <a:pt x="6355" y="4788"/>
                    <a:pt x="5721" y="3677"/>
                  </a:cubicBezTo>
                  <a:cubicBezTo>
                    <a:pt x="5633" y="3522"/>
                    <a:pt x="5522" y="3311"/>
                    <a:pt x="5388" y="3077"/>
                  </a:cubicBezTo>
                  <a:close/>
                  <a:moveTo>
                    <a:pt x="4100" y="112"/>
                  </a:moveTo>
                  <a:lnTo>
                    <a:pt x="4100" y="112"/>
                  </a:lnTo>
                  <a:cubicBezTo>
                    <a:pt x="4122" y="112"/>
                    <a:pt x="4156" y="122"/>
                    <a:pt x="4188" y="145"/>
                  </a:cubicBezTo>
                  <a:cubicBezTo>
                    <a:pt x="4255" y="189"/>
                    <a:pt x="4300" y="267"/>
                    <a:pt x="4300" y="356"/>
                  </a:cubicBezTo>
                  <a:lnTo>
                    <a:pt x="4300" y="389"/>
                  </a:lnTo>
                  <a:lnTo>
                    <a:pt x="4300" y="356"/>
                  </a:lnTo>
                  <a:cubicBezTo>
                    <a:pt x="4300" y="267"/>
                    <a:pt x="4255" y="189"/>
                    <a:pt x="4188" y="145"/>
                  </a:cubicBezTo>
                  <a:cubicBezTo>
                    <a:pt x="4156" y="122"/>
                    <a:pt x="4122" y="112"/>
                    <a:pt x="4100" y="112"/>
                  </a:cubicBezTo>
                  <a:close/>
                  <a:moveTo>
                    <a:pt x="367" y="1"/>
                  </a:moveTo>
                  <a:cubicBezTo>
                    <a:pt x="245" y="1"/>
                    <a:pt x="123" y="1"/>
                    <a:pt x="1" y="11"/>
                  </a:cubicBezTo>
                  <a:lnTo>
                    <a:pt x="1" y="11"/>
                  </a:lnTo>
                  <a:lnTo>
                    <a:pt x="1" y="11"/>
                  </a:lnTo>
                  <a:cubicBezTo>
                    <a:pt x="123" y="1"/>
                    <a:pt x="245" y="1"/>
                    <a:pt x="367" y="1"/>
                  </a:cubicBezTo>
                  <a:cubicBezTo>
                    <a:pt x="823" y="1"/>
                    <a:pt x="1278" y="67"/>
                    <a:pt x="1712" y="211"/>
                  </a:cubicBezTo>
                  <a:cubicBezTo>
                    <a:pt x="1845" y="256"/>
                    <a:pt x="3078" y="767"/>
                    <a:pt x="3078" y="945"/>
                  </a:cubicBezTo>
                  <a:cubicBezTo>
                    <a:pt x="3078" y="767"/>
                    <a:pt x="1845" y="256"/>
                    <a:pt x="1712" y="211"/>
                  </a:cubicBezTo>
                  <a:cubicBezTo>
                    <a:pt x="1278" y="67"/>
                    <a:pt x="823" y="1"/>
                    <a:pt x="367" y="1"/>
                  </a:cubicBezTo>
                  <a:close/>
                </a:path>
              </a:pathLst>
            </a:custGeom>
            <a:solidFill>
              <a:srgbClr val="EEF4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61">
              <a:extLst>
                <a:ext uri="{FF2B5EF4-FFF2-40B4-BE49-F238E27FC236}">
                  <a16:creationId xmlns:a16="http://schemas.microsoft.com/office/drawing/2014/main" id="{650B93ED-DCFD-242A-1CBA-C0956A02054E}"/>
                </a:ext>
              </a:extLst>
            </p:cNvPr>
            <p:cNvSpPr/>
            <p:nvPr/>
          </p:nvSpPr>
          <p:spPr>
            <a:xfrm>
              <a:off x="2006750" y="3294875"/>
              <a:ext cx="204975" cy="102800"/>
            </a:xfrm>
            <a:custGeom>
              <a:avLst/>
              <a:gdLst/>
              <a:ahLst/>
              <a:cxnLst/>
              <a:rect l="l" t="t" r="r" b="b"/>
              <a:pathLst>
                <a:path w="8199" h="4112" extrusionOk="0">
                  <a:moveTo>
                    <a:pt x="33" y="4111"/>
                  </a:moveTo>
                  <a:lnTo>
                    <a:pt x="45" y="4111"/>
                  </a:lnTo>
                  <a:lnTo>
                    <a:pt x="33" y="4111"/>
                  </a:lnTo>
                  <a:close/>
                  <a:moveTo>
                    <a:pt x="33" y="4111"/>
                  </a:moveTo>
                  <a:lnTo>
                    <a:pt x="33" y="4111"/>
                  </a:lnTo>
                  <a:lnTo>
                    <a:pt x="33" y="4111"/>
                  </a:lnTo>
                  <a:close/>
                  <a:moveTo>
                    <a:pt x="23" y="4111"/>
                  </a:moveTo>
                  <a:lnTo>
                    <a:pt x="33" y="4111"/>
                  </a:lnTo>
                  <a:lnTo>
                    <a:pt x="23" y="4111"/>
                  </a:lnTo>
                  <a:close/>
                  <a:moveTo>
                    <a:pt x="23" y="4100"/>
                  </a:moveTo>
                  <a:lnTo>
                    <a:pt x="23" y="4111"/>
                  </a:lnTo>
                  <a:lnTo>
                    <a:pt x="23" y="4100"/>
                  </a:lnTo>
                  <a:close/>
                  <a:moveTo>
                    <a:pt x="11" y="4100"/>
                  </a:moveTo>
                  <a:lnTo>
                    <a:pt x="23" y="4100"/>
                  </a:lnTo>
                  <a:lnTo>
                    <a:pt x="11" y="4100"/>
                  </a:lnTo>
                  <a:close/>
                  <a:moveTo>
                    <a:pt x="11" y="4100"/>
                  </a:moveTo>
                  <a:lnTo>
                    <a:pt x="11" y="4100"/>
                  </a:lnTo>
                  <a:lnTo>
                    <a:pt x="11" y="4100"/>
                  </a:lnTo>
                  <a:close/>
                  <a:moveTo>
                    <a:pt x="0" y="4100"/>
                  </a:moveTo>
                  <a:lnTo>
                    <a:pt x="0" y="4100"/>
                  </a:lnTo>
                  <a:lnTo>
                    <a:pt x="0" y="4100"/>
                  </a:lnTo>
                  <a:close/>
                  <a:moveTo>
                    <a:pt x="0" y="4089"/>
                  </a:moveTo>
                  <a:lnTo>
                    <a:pt x="0" y="4100"/>
                  </a:lnTo>
                  <a:lnTo>
                    <a:pt x="0" y="4089"/>
                  </a:lnTo>
                  <a:close/>
                  <a:moveTo>
                    <a:pt x="4355" y="2378"/>
                  </a:moveTo>
                  <a:lnTo>
                    <a:pt x="4355" y="2378"/>
                  </a:lnTo>
                  <a:lnTo>
                    <a:pt x="4422" y="2378"/>
                  </a:lnTo>
                  <a:lnTo>
                    <a:pt x="4355" y="2378"/>
                  </a:lnTo>
                  <a:close/>
                  <a:moveTo>
                    <a:pt x="6254" y="1923"/>
                  </a:moveTo>
                  <a:cubicBezTo>
                    <a:pt x="6110" y="2067"/>
                    <a:pt x="5943" y="2200"/>
                    <a:pt x="5765" y="2312"/>
                  </a:cubicBezTo>
                  <a:cubicBezTo>
                    <a:pt x="5943" y="2200"/>
                    <a:pt x="6110" y="2067"/>
                    <a:pt x="6254" y="1923"/>
                  </a:cubicBezTo>
                  <a:close/>
                  <a:moveTo>
                    <a:pt x="8199" y="1"/>
                  </a:moveTo>
                  <a:cubicBezTo>
                    <a:pt x="8187" y="79"/>
                    <a:pt x="8176" y="156"/>
                    <a:pt x="8165" y="223"/>
                  </a:cubicBezTo>
                  <a:lnTo>
                    <a:pt x="8165" y="223"/>
                  </a:lnTo>
                  <a:cubicBezTo>
                    <a:pt x="8176" y="156"/>
                    <a:pt x="8187" y="79"/>
                    <a:pt x="8199" y="1"/>
                  </a:cubicBezTo>
                  <a:close/>
                </a:path>
              </a:pathLst>
            </a:custGeom>
            <a:solidFill>
              <a:srgbClr val="C2D9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61">
              <a:extLst>
                <a:ext uri="{FF2B5EF4-FFF2-40B4-BE49-F238E27FC236}">
                  <a16:creationId xmlns:a16="http://schemas.microsoft.com/office/drawing/2014/main" id="{2BE23A1C-25B2-03F3-2E1C-924CFCF9155B}"/>
                </a:ext>
              </a:extLst>
            </p:cNvPr>
            <p:cNvSpPr/>
            <p:nvPr/>
          </p:nvSpPr>
          <p:spPr>
            <a:xfrm>
              <a:off x="2211700" y="3288500"/>
              <a:ext cx="300" cy="6400"/>
            </a:xfrm>
            <a:custGeom>
              <a:avLst/>
              <a:gdLst/>
              <a:ahLst/>
              <a:cxnLst/>
              <a:rect l="l" t="t" r="r" b="b"/>
              <a:pathLst>
                <a:path w="12" h="256" extrusionOk="0">
                  <a:moveTo>
                    <a:pt x="11" y="1"/>
                  </a:moveTo>
                  <a:cubicBezTo>
                    <a:pt x="11" y="90"/>
                    <a:pt x="11" y="179"/>
                    <a:pt x="1" y="256"/>
                  </a:cubicBezTo>
                  <a:lnTo>
                    <a:pt x="1" y="256"/>
                  </a:lnTo>
                  <a:cubicBezTo>
                    <a:pt x="11" y="179"/>
                    <a:pt x="11" y="90"/>
                    <a:pt x="11" y="1"/>
                  </a:cubicBezTo>
                  <a:close/>
                </a:path>
              </a:pathLst>
            </a:custGeom>
            <a:solidFill>
              <a:srgbClr val="B6D1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61">
              <a:extLst>
                <a:ext uri="{FF2B5EF4-FFF2-40B4-BE49-F238E27FC236}">
                  <a16:creationId xmlns:a16="http://schemas.microsoft.com/office/drawing/2014/main" id="{467465F2-8A91-D87D-60DF-36FEA549CB9C}"/>
                </a:ext>
              </a:extLst>
            </p:cNvPr>
            <p:cNvSpPr/>
            <p:nvPr/>
          </p:nvSpPr>
          <p:spPr>
            <a:xfrm>
              <a:off x="1993675" y="3084100"/>
              <a:ext cx="246650" cy="316350"/>
            </a:xfrm>
            <a:custGeom>
              <a:avLst/>
              <a:gdLst/>
              <a:ahLst/>
              <a:cxnLst/>
              <a:rect l="l" t="t" r="r" b="b"/>
              <a:pathLst>
                <a:path w="9866" h="12654" extrusionOk="0">
                  <a:moveTo>
                    <a:pt x="2889" y="1"/>
                  </a:moveTo>
                  <a:cubicBezTo>
                    <a:pt x="2767" y="1"/>
                    <a:pt x="2645" y="1"/>
                    <a:pt x="2523" y="11"/>
                  </a:cubicBezTo>
                  <a:cubicBezTo>
                    <a:pt x="2245" y="34"/>
                    <a:pt x="1945" y="90"/>
                    <a:pt x="1645" y="167"/>
                  </a:cubicBezTo>
                  <a:cubicBezTo>
                    <a:pt x="1756" y="156"/>
                    <a:pt x="1867" y="145"/>
                    <a:pt x="1978" y="145"/>
                  </a:cubicBezTo>
                  <a:cubicBezTo>
                    <a:pt x="2223" y="145"/>
                    <a:pt x="2478" y="167"/>
                    <a:pt x="2711" y="211"/>
                  </a:cubicBezTo>
                  <a:cubicBezTo>
                    <a:pt x="3556" y="345"/>
                    <a:pt x="4333" y="722"/>
                    <a:pt x="5011" y="1245"/>
                  </a:cubicBezTo>
                  <a:cubicBezTo>
                    <a:pt x="6255" y="2211"/>
                    <a:pt x="6922" y="3622"/>
                    <a:pt x="7466" y="5066"/>
                  </a:cubicBezTo>
                  <a:lnTo>
                    <a:pt x="7488" y="5066"/>
                  </a:lnTo>
                  <a:cubicBezTo>
                    <a:pt x="7510" y="5066"/>
                    <a:pt x="7544" y="5077"/>
                    <a:pt x="7566" y="5099"/>
                  </a:cubicBezTo>
                  <a:cubicBezTo>
                    <a:pt x="8155" y="5877"/>
                    <a:pt x="7877" y="7454"/>
                    <a:pt x="7155" y="8054"/>
                  </a:cubicBezTo>
                  <a:cubicBezTo>
                    <a:pt x="7133" y="8076"/>
                    <a:pt x="7110" y="8076"/>
                    <a:pt x="7100" y="8076"/>
                  </a:cubicBezTo>
                  <a:cubicBezTo>
                    <a:pt x="7078" y="8076"/>
                    <a:pt x="7066" y="8076"/>
                    <a:pt x="7055" y="8066"/>
                  </a:cubicBezTo>
                  <a:cubicBezTo>
                    <a:pt x="6999" y="8044"/>
                    <a:pt x="6966" y="8021"/>
                    <a:pt x="6922" y="7988"/>
                  </a:cubicBezTo>
                  <a:cubicBezTo>
                    <a:pt x="6844" y="8521"/>
                    <a:pt x="6710" y="9098"/>
                    <a:pt x="6344" y="9498"/>
                  </a:cubicBezTo>
                  <a:cubicBezTo>
                    <a:pt x="6144" y="9710"/>
                    <a:pt x="5911" y="9787"/>
                    <a:pt x="5666" y="9787"/>
                  </a:cubicBezTo>
                  <a:cubicBezTo>
                    <a:pt x="5444" y="9787"/>
                    <a:pt x="5211" y="9720"/>
                    <a:pt x="5000" y="9621"/>
                  </a:cubicBezTo>
                  <a:cubicBezTo>
                    <a:pt x="4222" y="10932"/>
                    <a:pt x="2578" y="11932"/>
                    <a:pt x="1012" y="11932"/>
                  </a:cubicBezTo>
                  <a:cubicBezTo>
                    <a:pt x="667" y="11932"/>
                    <a:pt x="334" y="11887"/>
                    <a:pt x="1" y="11787"/>
                  </a:cubicBezTo>
                  <a:lnTo>
                    <a:pt x="1" y="11787"/>
                  </a:lnTo>
                  <a:cubicBezTo>
                    <a:pt x="90" y="12098"/>
                    <a:pt x="257" y="12376"/>
                    <a:pt x="523" y="12520"/>
                  </a:cubicBezTo>
                  <a:lnTo>
                    <a:pt x="523" y="12531"/>
                  </a:lnTo>
                  <a:lnTo>
                    <a:pt x="546" y="12531"/>
                  </a:lnTo>
                  <a:lnTo>
                    <a:pt x="546" y="12542"/>
                  </a:lnTo>
                  <a:lnTo>
                    <a:pt x="568" y="12542"/>
                  </a:lnTo>
                  <a:cubicBezTo>
                    <a:pt x="712" y="12620"/>
                    <a:pt x="867" y="12653"/>
                    <a:pt x="1034" y="12653"/>
                  </a:cubicBezTo>
                  <a:cubicBezTo>
                    <a:pt x="1289" y="12653"/>
                    <a:pt x="1556" y="12576"/>
                    <a:pt x="1790" y="12498"/>
                  </a:cubicBezTo>
                  <a:cubicBezTo>
                    <a:pt x="2634" y="12198"/>
                    <a:pt x="3422" y="11754"/>
                    <a:pt x="4111" y="11198"/>
                  </a:cubicBezTo>
                  <a:cubicBezTo>
                    <a:pt x="4345" y="11021"/>
                    <a:pt x="4600" y="10809"/>
                    <a:pt x="4878" y="10809"/>
                  </a:cubicBezTo>
                  <a:lnTo>
                    <a:pt x="4945" y="10809"/>
                  </a:lnTo>
                  <a:cubicBezTo>
                    <a:pt x="5078" y="10831"/>
                    <a:pt x="5211" y="10887"/>
                    <a:pt x="5345" y="10932"/>
                  </a:cubicBezTo>
                  <a:cubicBezTo>
                    <a:pt x="5422" y="10954"/>
                    <a:pt x="5511" y="10965"/>
                    <a:pt x="5589" y="10965"/>
                  </a:cubicBezTo>
                  <a:cubicBezTo>
                    <a:pt x="5833" y="10965"/>
                    <a:pt x="6066" y="10876"/>
                    <a:pt x="6288" y="10743"/>
                  </a:cubicBezTo>
                  <a:cubicBezTo>
                    <a:pt x="6466" y="10631"/>
                    <a:pt x="6633" y="10498"/>
                    <a:pt x="6777" y="10354"/>
                  </a:cubicBezTo>
                  <a:cubicBezTo>
                    <a:pt x="7322" y="9787"/>
                    <a:pt x="7722" y="9076"/>
                    <a:pt x="7922" y="8321"/>
                  </a:cubicBezTo>
                  <a:cubicBezTo>
                    <a:pt x="8122" y="8443"/>
                    <a:pt x="8310" y="8577"/>
                    <a:pt x="8510" y="8698"/>
                  </a:cubicBezTo>
                  <a:cubicBezTo>
                    <a:pt x="8566" y="8688"/>
                    <a:pt x="8621" y="8666"/>
                    <a:pt x="8688" y="8654"/>
                  </a:cubicBezTo>
                  <a:cubicBezTo>
                    <a:pt x="8699" y="8587"/>
                    <a:pt x="8710" y="8510"/>
                    <a:pt x="8722" y="8432"/>
                  </a:cubicBezTo>
                  <a:cubicBezTo>
                    <a:pt x="8732" y="8355"/>
                    <a:pt x="8732" y="8266"/>
                    <a:pt x="8732" y="8177"/>
                  </a:cubicBezTo>
                  <a:cubicBezTo>
                    <a:pt x="8732" y="7965"/>
                    <a:pt x="8710" y="7755"/>
                    <a:pt x="8655" y="7543"/>
                  </a:cubicBezTo>
                  <a:cubicBezTo>
                    <a:pt x="8655" y="7532"/>
                    <a:pt x="8655" y="7521"/>
                    <a:pt x="8643" y="7510"/>
                  </a:cubicBezTo>
                  <a:lnTo>
                    <a:pt x="8643" y="7510"/>
                  </a:lnTo>
                  <a:cubicBezTo>
                    <a:pt x="8754" y="7555"/>
                    <a:pt x="8866" y="7610"/>
                    <a:pt x="8966" y="7666"/>
                  </a:cubicBezTo>
                  <a:cubicBezTo>
                    <a:pt x="9055" y="7510"/>
                    <a:pt x="9099" y="7333"/>
                    <a:pt x="9099" y="7165"/>
                  </a:cubicBezTo>
                  <a:cubicBezTo>
                    <a:pt x="9099" y="7110"/>
                    <a:pt x="9099" y="7066"/>
                    <a:pt x="9088" y="7021"/>
                  </a:cubicBezTo>
                  <a:lnTo>
                    <a:pt x="9088" y="7021"/>
                  </a:lnTo>
                  <a:cubicBezTo>
                    <a:pt x="9310" y="7199"/>
                    <a:pt x="9588" y="7355"/>
                    <a:pt x="9865" y="7365"/>
                  </a:cubicBezTo>
                  <a:cubicBezTo>
                    <a:pt x="9521" y="6143"/>
                    <a:pt x="8877" y="4788"/>
                    <a:pt x="8243" y="3677"/>
                  </a:cubicBezTo>
                  <a:cubicBezTo>
                    <a:pt x="8155" y="3522"/>
                    <a:pt x="8044" y="3311"/>
                    <a:pt x="7910" y="3077"/>
                  </a:cubicBezTo>
                  <a:cubicBezTo>
                    <a:pt x="7544" y="2411"/>
                    <a:pt x="7033" y="1578"/>
                    <a:pt x="6500" y="1400"/>
                  </a:cubicBezTo>
                  <a:cubicBezTo>
                    <a:pt x="6478" y="1400"/>
                    <a:pt x="6455" y="1389"/>
                    <a:pt x="6422" y="1389"/>
                  </a:cubicBezTo>
                  <a:cubicBezTo>
                    <a:pt x="6678" y="1112"/>
                    <a:pt x="6822" y="756"/>
                    <a:pt x="6822" y="389"/>
                  </a:cubicBezTo>
                  <a:lnTo>
                    <a:pt x="6822" y="356"/>
                  </a:lnTo>
                  <a:cubicBezTo>
                    <a:pt x="6822" y="267"/>
                    <a:pt x="6777" y="189"/>
                    <a:pt x="6710" y="145"/>
                  </a:cubicBezTo>
                  <a:cubicBezTo>
                    <a:pt x="6678" y="122"/>
                    <a:pt x="6644" y="112"/>
                    <a:pt x="6622" y="112"/>
                  </a:cubicBezTo>
                  <a:cubicBezTo>
                    <a:pt x="6544" y="112"/>
                    <a:pt x="6488" y="167"/>
                    <a:pt x="6444" y="211"/>
                  </a:cubicBezTo>
                  <a:lnTo>
                    <a:pt x="6433" y="211"/>
                  </a:lnTo>
                  <a:cubicBezTo>
                    <a:pt x="6266" y="378"/>
                    <a:pt x="6111" y="578"/>
                    <a:pt x="5989" y="789"/>
                  </a:cubicBezTo>
                  <a:cubicBezTo>
                    <a:pt x="6000" y="745"/>
                    <a:pt x="6011" y="712"/>
                    <a:pt x="6011" y="667"/>
                  </a:cubicBezTo>
                  <a:cubicBezTo>
                    <a:pt x="6011" y="500"/>
                    <a:pt x="5922" y="345"/>
                    <a:pt x="5777" y="256"/>
                  </a:cubicBezTo>
                  <a:cubicBezTo>
                    <a:pt x="5600" y="445"/>
                    <a:pt x="5700" y="756"/>
                    <a:pt x="5600" y="967"/>
                  </a:cubicBezTo>
                  <a:lnTo>
                    <a:pt x="5600" y="945"/>
                  </a:lnTo>
                  <a:cubicBezTo>
                    <a:pt x="5600" y="767"/>
                    <a:pt x="4367" y="256"/>
                    <a:pt x="4234" y="211"/>
                  </a:cubicBezTo>
                  <a:cubicBezTo>
                    <a:pt x="3800" y="67"/>
                    <a:pt x="3345" y="1"/>
                    <a:pt x="2889" y="1"/>
                  </a:cubicBezTo>
                  <a:close/>
                </a:path>
              </a:pathLst>
            </a:custGeom>
            <a:solidFill>
              <a:srgbClr val="D7E8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61">
              <a:extLst>
                <a:ext uri="{FF2B5EF4-FFF2-40B4-BE49-F238E27FC236}">
                  <a16:creationId xmlns:a16="http://schemas.microsoft.com/office/drawing/2014/main" id="{81837CB0-BC64-277E-81F5-4F53DC226645}"/>
                </a:ext>
              </a:extLst>
            </p:cNvPr>
            <p:cNvSpPr/>
            <p:nvPr/>
          </p:nvSpPr>
          <p:spPr>
            <a:xfrm>
              <a:off x="2000625" y="3154100"/>
              <a:ext cx="137500" cy="114425"/>
            </a:xfrm>
            <a:custGeom>
              <a:avLst/>
              <a:gdLst/>
              <a:ahLst/>
              <a:cxnLst/>
              <a:rect l="l" t="t" r="r" b="b"/>
              <a:pathLst>
                <a:path w="5500" h="4577" extrusionOk="0">
                  <a:moveTo>
                    <a:pt x="2344" y="0"/>
                  </a:moveTo>
                  <a:cubicBezTo>
                    <a:pt x="2223" y="0"/>
                    <a:pt x="2100" y="22"/>
                    <a:pt x="1978" y="55"/>
                  </a:cubicBezTo>
                  <a:cubicBezTo>
                    <a:pt x="1345" y="245"/>
                    <a:pt x="789" y="700"/>
                    <a:pt x="456" y="1277"/>
                  </a:cubicBezTo>
                  <a:cubicBezTo>
                    <a:pt x="123" y="1855"/>
                    <a:pt x="1" y="2544"/>
                    <a:pt x="68" y="3199"/>
                  </a:cubicBezTo>
                  <a:cubicBezTo>
                    <a:pt x="112" y="3533"/>
                    <a:pt x="189" y="3877"/>
                    <a:pt x="401" y="4133"/>
                  </a:cubicBezTo>
                  <a:cubicBezTo>
                    <a:pt x="500" y="4244"/>
                    <a:pt x="589" y="4365"/>
                    <a:pt x="678" y="4477"/>
                  </a:cubicBezTo>
                  <a:cubicBezTo>
                    <a:pt x="734" y="4543"/>
                    <a:pt x="789" y="4577"/>
                    <a:pt x="856" y="4577"/>
                  </a:cubicBezTo>
                  <a:cubicBezTo>
                    <a:pt x="890" y="4577"/>
                    <a:pt x="934" y="4565"/>
                    <a:pt x="967" y="4555"/>
                  </a:cubicBezTo>
                  <a:cubicBezTo>
                    <a:pt x="1034" y="4533"/>
                    <a:pt x="1100" y="4499"/>
                    <a:pt x="1178" y="4477"/>
                  </a:cubicBezTo>
                  <a:cubicBezTo>
                    <a:pt x="1367" y="4388"/>
                    <a:pt x="1567" y="4299"/>
                    <a:pt x="1767" y="4210"/>
                  </a:cubicBezTo>
                  <a:cubicBezTo>
                    <a:pt x="2156" y="4044"/>
                    <a:pt x="2544" y="3854"/>
                    <a:pt x="2922" y="3632"/>
                  </a:cubicBezTo>
                  <a:cubicBezTo>
                    <a:pt x="3922" y="3044"/>
                    <a:pt x="5499" y="1922"/>
                    <a:pt x="4855" y="566"/>
                  </a:cubicBezTo>
                  <a:cubicBezTo>
                    <a:pt x="4855" y="556"/>
                    <a:pt x="4844" y="544"/>
                    <a:pt x="4844" y="533"/>
                  </a:cubicBezTo>
                  <a:cubicBezTo>
                    <a:pt x="4588" y="277"/>
                    <a:pt x="4289" y="100"/>
                    <a:pt x="3922" y="11"/>
                  </a:cubicBezTo>
                  <a:lnTo>
                    <a:pt x="3911" y="11"/>
                  </a:lnTo>
                  <a:cubicBezTo>
                    <a:pt x="3789" y="156"/>
                    <a:pt x="3622" y="289"/>
                    <a:pt x="3489" y="366"/>
                  </a:cubicBezTo>
                  <a:cubicBezTo>
                    <a:pt x="3422" y="411"/>
                    <a:pt x="3334" y="455"/>
                    <a:pt x="3245" y="455"/>
                  </a:cubicBezTo>
                  <a:cubicBezTo>
                    <a:pt x="3200" y="455"/>
                    <a:pt x="3166" y="455"/>
                    <a:pt x="3134" y="433"/>
                  </a:cubicBezTo>
                  <a:cubicBezTo>
                    <a:pt x="3055" y="388"/>
                    <a:pt x="3033" y="311"/>
                    <a:pt x="3045" y="233"/>
                  </a:cubicBezTo>
                  <a:lnTo>
                    <a:pt x="3033" y="233"/>
                  </a:lnTo>
                  <a:cubicBezTo>
                    <a:pt x="2978" y="300"/>
                    <a:pt x="2922" y="366"/>
                    <a:pt x="2867" y="422"/>
                  </a:cubicBezTo>
                  <a:cubicBezTo>
                    <a:pt x="2756" y="544"/>
                    <a:pt x="2589" y="733"/>
                    <a:pt x="2400" y="733"/>
                  </a:cubicBezTo>
                  <a:cubicBezTo>
                    <a:pt x="2389" y="733"/>
                    <a:pt x="2378" y="733"/>
                    <a:pt x="2367" y="722"/>
                  </a:cubicBezTo>
                  <a:cubicBezTo>
                    <a:pt x="2200" y="700"/>
                    <a:pt x="2156" y="566"/>
                    <a:pt x="2189" y="444"/>
                  </a:cubicBezTo>
                  <a:cubicBezTo>
                    <a:pt x="2189" y="433"/>
                    <a:pt x="2189" y="411"/>
                    <a:pt x="2200" y="388"/>
                  </a:cubicBezTo>
                  <a:cubicBezTo>
                    <a:pt x="2211" y="322"/>
                    <a:pt x="2256" y="267"/>
                    <a:pt x="2312" y="222"/>
                  </a:cubicBezTo>
                  <a:cubicBezTo>
                    <a:pt x="2334" y="189"/>
                    <a:pt x="2356" y="166"/>
                    <a:pt x="2378" y="144"/>
                  </a:cubicBezTo>
                  <a:cubicBezTo>
                    <a:pt x="2467" y="45"/>
                    <a:pt x="2522" y="0"/>
                    <a:pt x="2367" y="0"/>
                  </a:cubicBezTo>
                  <a:close/>
                </a:path>
              </a:pathLst>
            </a:custGeom>
            <a:solidFill>
              <a:srgbClr val="CEE2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61">
              <a:extLst>
                <a:ext uri="{FF2B5EF4-FFF2-40B4-BE49-F238E27FC236}">
                  <a16:creationId xmlns:a16="http://schemas.microsoft.com/office/drawing/2014/main" id="{01EB55DF-2267-2E9B-180F-8F59CBCD964F}"/>
                </a:ext>
              </a:extLst>
            </p:cNvPr>
            <p:cNvSpPr/>
            <p:nvPr/>
          </p:nvSpPr>
          <p:spPr>
            <a:xfrm>
              <a:off x="1990350" y="3155625"/>
              <a:ext cx="155550" cy="122050"/>
            </a:xfrm>
            <a:custGeom>
              <a:avLst/>
              <a:gdLst/>
              <a:ahLst/>
              <a:cxnLst/>
              <a:rect l="l" t="t" r="r" b="b"/>
              <a:pathLst>
                <a:path w="6222" h="4882" extrusionOk="0">
                  <a:moveTo>
                    <a:pt x="4386" y="1"/>
                  </a:moveTo>
                  <a:cubicBezTo>
                    <a:pt x="4339" y="1"/>
                    <a:pt x="4295" y="22"/>
                    <a:pt x="4244" y="83"/>
                  </a:cubicBezTo>
                  <a:cubicBezTo>
                    <a:pt x="4111" y="216"/>
                    <a:pt x="3977" y="350"/>
                    <a:pt x="3822" y="472"/>
                  </a:cubicBezTo>
                  <a:cubicBezTo>
                    <a:pt x="3764" y="515"/>
                    <a:pt x="3671" y="552"/>
                    <a:pt x="3590" y="552"/>
                  </a:cubicBezTo>
                  <a:cubicBezTo>
                    <a:pt x="3501" y="552"/>
                    <a:pt x="3427" y="506"/>
                    <a:pt x="3434" y="372"/>
                  </a:cubicBezTo>
                  <a:lnTo>
                    <a:pt x="3434" y="250"/>
                  </a:lnTo>
                  <a:cubicBezTo>
                    <a:pt x="3256" y="416"/>
                    <a:pt x="3111" y="583"/>
                    <a:pt x="2889" y="695"/>
                  </a:cubicBezTo>
                  <a:cubicBezTo>
                    <a:pt x="2825" y="730"/>
                    <a:pt x="2757" y="756"/>
                    <a:pt x="2690" y="756"/>
                  </a:cubicBezTo>
                  <a:cubicBezTo>
                    <a:pt x="2652" y="756"/>
                    <a:pt x="2614" y="748"/>
                    <a:pt x="2578" y="727"/>
                  </a:cubicBezTo>
                  <a:cubicBezTo>
                    <a:pt x="2533" y="683"/>
                    <a:pt x="2500" y="628"/>
                    <a:pt x="2489" y="561"/>
                  </a:cubicBezTo>
                  <a:lnTo>
                    <a:pt x="2489" y="472"/>
                  </a:lnTo>
                  <a:cubicBezTo>
                    <a:pt x="2500" y="383"/>
                    <a:pt x="2555" y="305"/>
                    <a:pt x="2622" y="239"/>
                  </a:cubicBezTo>
                  <a:cubicBezTo>
                    <a:pt x="2678" y="184"/>
                    <a:pt x="2745" y="139"/>
                    <a:pt x="2800" y="72"/>
                  </a:cubicBezTo>
                  <a:cubicBezTo>
                    <a:pt x="2782" y="66"/>
                    <a:pt x="2762" y="63"/>
                    <a:pt x="2742" y="63"/>
                  </a:cubicBezTo>
                  <a:cubicBezTo>
                    <a:pt x="2629" y="63"/>
                    <a:pt x="2494" y="156"/>
                    <a:pt x="2400" y="194"/>
                  </a:cubicBezTo>
                  <a:cubicBezTo>
                    <a:pt x="2267" y="261"/>
                    <a:pt x="2123" y="327"/>
                    <a:pt x="1989" y="406"/>
                  </a:cubicBezTo>
                  <a:cubicBezTo>
                    <a:pt x="1745" y="550"/>
                    <a:pt x="1523" y="739"/>
                    <a:pt x="1345" y="972"/>
                  </a:cubicBezTo>
                  <a:cubicBezTo>
                    <a:pt x="612" y="1917"/>
                    <a:pt x="0" y="4082"/>
                    <a:pt x="1467" y="4660"/>
                  </a:cubicBezTo>
                  <a:cubicBezTo>
                    <a:pt x="1622" y="4727"/>
                    <a:pt x="1789" y="4760"/>
                    <a:pt x="1956" y="4783"/>
                  </a:cubicBezTo>
                  <a:cubicBezTo>
                    <a:pt x="2332" y="4841"/>
                    <a:pt x="2714" y="4881"/>
                    <a:pt x="3095" y="4881"/>
                  </a:cubicBezTo>
                  <a:cubicBezTo>
                    <a:pt x="3433" y="4881"/>
                    <a:pt x="3770" y="4850"/>
                    <a:pt x="4100" y="4771"/>
                  </a:cubicBezTo>
                  <a:cubicBezTo>
                    <a:pt x="4911" y="4583"/>
                    <a:pt x="5866" y="4038"/>
                    <a:pt x="6144" y="3138"/>
                  </a:cubicBezTo>
                  <a:cubicBezTo>
                    <a:pt x="6211" y="2927"/>
                    <a:pt x="6221" y="2705"/>
                    <a:pt x="6211" y="2483"/>
                  </a:cubicBezTo>
                  <a:cubicBezTo>
                    <a:pt x="6211" y="2405"/>
                    <a:pt x="6199" y="2339"/>
                    <a:pt x="6199" y="2260"/>
                  </a:cubicBezTo>
                  <a:cubicBezTo>
                    <a:pt x="6122" y="1717"/>
                    <a:pt x="5900" y="1183"/>
                    <a:pt x="5544" y="750"/>
                  </a:cubicBezTo>
                  <a:cubicBezTo>
                    <a:pt x="5366" y="550"/>
                    <a:pt x="5166" y="372"/>
                    <a:pt x="4944" y="228"/>
                  </a:cubicBezTo>
                  <a:cubicBezTo>
                    <a:pt x="4822" y="161"/>
                    <a:pt x="4711" y="105"/>
                    <a:pt x="4589" y="61"/>
                  </a:cubicBezTo>
                  <a:cubicBezTo>
                    <a:pt x="4504" y="31"/>
                    <a:pt x="4443" y="1"/>
                    <a:pt x="438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61">
              <a:extLst>
                <a:ext uri="{FF2B5EF4-FFF2-40B4-BE49-F238E27FC236}">
                  <a16:creationId xmlns:a16="http://schemas.microsoft.com/office/drawing/2014/main" id="{6AF18553-F58B-28F2-3ADE-8E7F47A1E9D4}"/>
                </a:ext>
              </a:extLst>
            </p:cNvPr>
            <p:cNvSpPr/>
            <p:nvPr/>
          </p:nvSpPr>
          <p:spPr>
            <a:xfrm>
              <a:off x="2060900" y="3225650"/>
              <a:ext cx="14200" cy="8250"/>
            </a:xfrm>
            <a:custGeom>
              <a:avLst/>
              <a:gdLst/>
              <a:ahLst/>
              <a:cxnLst/>
              <a:rect l="l" t="t" r="r" b="b"/>
              <a:pathLst>
                <a:path w="568" h="330" extrusionOk="0">
                  <a:moveTo>
                    <a:pt x="323" y="0"/>
                  </a:moveTo>
                  <a:cubicBezTo>
                    <a:pt x="234" y="0"/>
                    <a:pt x="142" y="17"/>
                    <a:pt x="56" y="59"/>
                  </a:cubicBezTo>
                  <a:cubicBezTo>
                    <a:pt x="45" y="71"/>
                    <a:pt x="22" y="82"/>
                    <a:pt x="12" y="104"/>
                  </a:cubicBezTo>
                  <a:cubicBezTo>
                    <a:pt x="0" y="126"/>
                    <a:pt x="0" y="160"/>
                    <a:pt x="12" y="182"/>
                  </a:cubicBezTo>
                  <a:cubicBezTo>
                    <a:pt x="41" y="260"/>
                    <a:pt x="70" y="330"/>
                    <a:pt x="145" y="330"/>
                  </a:cubicBezTo>
                  <a:cubicBezTo>
                    <a:pt x="155" y="330"/>
                    <a:pt x="166" y="329"/>
                    <a:pt x="178" y="326"/>
                  </a:cubicBezTo>
                  <a:cubicBezTo>
                    <a:pt x="289" y="315"/>
                    <a:pt x="400" y="281"/>
                    <a:pt x="500" y="249"/>
                  </a:cubicBezTo>
                  <a:cubicBezTo>
                    <a:pt x="533" y="237"/>
                    <a:pt x="556" y="226"/>
                    <a:pt x="567" y="193"/>
                  </a:cubicBezTo>
                  <a:lnTo>
                    <a:pt x="567" y="148"/>
                  </a:lnTo>
                  <a:cubicBezTo>
                    <a:pt x="556" y="104"/>
                    <a:pt x="545" y="59"/>
                    <a:pt x="500" y="26"/>
                  </a:cubicBezTo>
                  <a:cubicBezTo>
                    <a:pt x="478" y="4"/>
                    <a:pt x="434" y="4"/>
                    <a:pt x="400" y="4"/>
                  </a:cubicBezTo>
                  <a:cubicBezTo>
                    <a:pt x="375" y="2"/>
                    <a:pt x="349" y="0"/>
                    <a:pt x="32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61">
              <a:extLst>
                <a:ext uri="{FF2B5EF4-FFF2-40B4-BE49-F238E27FC236}">
                  <a16:creationId xmlns:a16="http://schemas.microsoft.com/office/drawing/2014/main" id="{2B561B75-1BF4-56C2-784F-F48FB4C31247}"/>
                </a:ext>
              </a:extLst>
            </p:cNvPr>
            <p:cNvSpPr/>
            <p:nvPr/>
          </p:nvSpPr>
          <p:spPr>
            <a:xfrm>
              <a:off x="2013400" y="3168800"/>
              <a:ext cx="35575" cy="20300"/>
            </a:xfrm>
            <a:custGeom>
              <a:avLst/>
              <a:gdLst/>
              <a:ahLst/>
              <a:cxnLst/>
              <a:rect l="l" t="t" r="r" b="b"/>
              <a:pathLst>
                <a:path w="1423" h="812" extrusionOk="0">
                  <a:moveTo>
                    <a:pt x="1290" y="0"/>
                  </a:moveTo>
                  <a:cubicBezTo>
                    <a:pt x="1090" y="23"/>
                    <a:pt x="890" y="101"/>
                    <a:pt x="723" y="190"/>
                  </a:cubicBezTo>
                  <a:cubicBezTo>
                    <a:pt x="445" y="323"/>
                    <a:pt x="201" y="511"/>
                    <a:pt x="1" y="745"/>
                  </a:cubicBezTo>
                  <a:cubicBezTo>
                    <a:pt x="12" y="767"/>
                    <a:pt x="23" y="790"/>
                    <a:pt x="45" y="812"/>
                  </a:cubicBezTo>
                  <a:cubicBezTo>
                    <a:pt x="423" y="590"/>
                    <a:pt x="878" y="511"/>
                    <a:pt x="1312" y="423"/>
                  </a:cubicBezTo>
                  <a:cubicBezTo>
                    <a:pt x="1345" y="423"/>
                    <a:pt x="1389" y="412"/>
                    <a:pt x="1423" y="390"/>
                  </a:cubicBezTo>
                  <a:cubicBezTo>
                    <a:pt x="1367" y="267"/>
                    <a:pt x="1322" y="134"/>
                    <a:pt x="129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61">
              <a:extLst>
                <a:ext uri="{FF2B5EF4-FFF2-40B4-BE49-F238E27FC236}">
                  <a16:creationId xmlns:a16="http://schemas.microsoft.com/office/drawing/2014/main" id="{44000838-FB14-C067-0FB1-BB461CE5A8CD}"/>
                </a:ext>
              </a:extLst>
            </p:cNvPr>
            <p:cNvSpPr/>
            <p:nvPr/>
          </p:nvSpPr>
          <p:spPr>
            <a:xfrm>
              <a:off x="2083675" y="3169900"/>
              <a:ext cx="40300" cy="19475"/>
            </a:xfrm>
            <a:custGeom>
              <a:avLst/>
              <a:gdLst/>
              <a:ahLst/>
              <a:cxnLst/>
              <a:rect l="l" t="t" r="r" b="b"/>
              <a:pathLst>
                <a:path w="1612" h="779" extrusionOk="0">
                  <a:moveTo>
                    <a:pt x="111" y="1"/>
                  </a:moveTo>
                  <a:cubicBezTo>
                    <a:pt x="78" y="156"/>
                    <a:pt x="34" y="301"/>
                    <a:pt x="0" y="457"/>
                  </a:cubicBezTo>
                  <a:cubicBezTo>
                    <a:pt x="34" y="467"/>
                    <a:pt x="78" y="479"/>
                    <a:pt x="123" y="479"/>
                  </a:cubicBezTo>
                  <a:cubicBezTo>
                    <a:pt x="611" y="534"/>
                    <a:pt x="1122" y="579"/>
                    <a:pt x="1567" y="779"/>
                  </a:cubicBezTo>
                  <a:cubicBezTo>
                    <a:pt x="1577" y="756"/>
                    <a:pt x="1600" y="723"/>
                    <a:pt x="1611" y="701"/>
                  </a:cubicBezTo>
                  <a:cubicBezTo>
                    <a:pt x="1355" y="467"/>
                    <a:pt x="1066" y="279"/>
                    <a:pt x="745" y="156"/>
                  </a:cubicBezTo>
                  <a:cubicBezTo>
                    <a:pt x="555" y="79"/>
                    <a:pt x="323" y="1"/>
                    <a:pt x="11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61">
              <a:extLst>
                <a:ext uri="{FF2B5EF4-FFF2-40B4-BE49-F238E27FC236}">
                  <a16:creationId xmlns:a16="http://schemas.microsoft.com/office/drawing/2014/main" id="{65BE37AB-FDF1-6CFA-1963-A189248648CA}"/>
                </a:ext>
              </a:extLst>
            </p:cNvPr>
            <p:cNvSpPr/>
            <p:nvPr/>
          </p:nvSpPr>
          <p:spPr>
            <a:xfrm>
              <a:off x="2078725" y="3211625"/>
              <a:ext cx="12175" cy="17375"/>
            </a:xfrm>
            <a:custGeom>
              <a:avLst/>
              <a:gdLst/>
              <a:ahLst/>
              <a:cxnLst/>
              <a:rect l="l" t="t" r="r" b="b"/>
              <a:pathLst>
                <a:path w="487" h="695" extrusionOk="0">
                  <a:moveTo>
                    <a:pt x="188" y="1"/>
                  </a:moveTo>
                  <a:cubicBezTo>
                    <a:pt x="170" y="1"/>
                    <a:pt x="154" y="16"/>
                    <a:pt x="154" y="32"/>
                  </a:cubicBezTo>
                  <a:cubicBezTo>
                    <a:pt x="143" y="143"/>
                    <a:pt x="98" y="309"/>
                    <a:pt x="98" y="343"/>
                  </a:cubicBezTo>
                  <a:cubicBezTo>
                    <a:pt x="76" y="443"/>
                    <a:pt x="42" y="543"/>
                    <a:pt x="10" y="643"/>
                  </a:cubicBezTo>
                  <a:cubicBezTo>
                    <a:pt x="1" y="669"/>
                    <a:pt x="19" y="694"/>
                    <a:pt x="43" y="694"/>
                  </a:cubicBezTo>
                  <a:cubicBezTo>
                    <a:pt x="50" y="694"/>
                    <a:pt x="57" y="692"/>
                    <a:pt x="65" y="687"/>
                  </a:cubicBezTo>
                  <a:cubicBezTo>
                    <a:pt x="176" y="632"/>
                    <a:pt x="287" y="543"/>
                    <a:pt x="410" y="487"/>
                  </a:cubicBezTo>
                  <a:cubicBezTo>
                    <a:pt x="442" y="476"/>
                    <a:pt x="476" y="454"/>
                    <a:pt x="487" y="420"/>
                  </a:cubicBezTo>
                  <a:cubicBezTo>
                    <a:pt x="487" y="398"/>
                    <a:pt x="476" y="376"/>
                    <a:pt x="465" y="354"/>
                  </a:cubicBezTo>
                  <a:cubicBezTo>
                    <a:pt x="398" y="232"/>
                    <a:pt x="309" y="109"/>
                    <a:pt x="210" y="10"/>
                  </a:cubicBezTo>
                  <a:cubicBezTo>
                    <a:pt x="203" y="3"/>
                    <a:pt x="196" y="1"/>
                    <a:pt x="18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61">
              <a:extLst>
                <a:ext uri="{FF2B5EF4-FFF2-40B4-BE49-F238E27FC236}">
                  <a16:creationId xmlns:a16="http://schemas.microsoft.com/office/drawing/2014/main" id="{074ACB1F-0EA6-0234-7463-ECF4AF3E1BC7}"/>
                </a:ext>
              </a:extLst>
            </p:cNvPr>
            <p:cNvSpPr/>
            <p:nvPr/>
          </p:nvSpPr>
          <p:spPr>
            <a:xfrm>
              <a:off x="2024525" y="3218550"/>
              <a:ext cx="13300" cy="15875"/>
            </a:xfrm>
            <a:custGeom>
              <a:avLst/>
              <a:gdLst/>
              <a:ahLst/>
              <a:cxnLst/>
              <a:rect l="l" t="t" r="r" b="b"/>
              <a:pathLst>
                <a:path w="532" h="635" extrusionOk="0">
                  <a:moveTo>
                    <a:pt x="207" y="0"/>
                  </a:moveTo>
                  <a:cubicBezTo>
                    <a:pt x="194" y="0"/>
                    <a:pt x="183" y="6"/>
                    <a:pt x="178" y="22"/>
                  </a:cubicBezTo>
                  <a:cubicBezTo>
                    <a:pt x="100" y="143"/>
                    <a:pt x="45" y="277"/>
                    <a:pt x="11" y="422"/>
                  </a:cubicBezTo>
                  <a:cubicBezTo>
                    <a:pt x="11" y="444"/>
                    <a:pt x="0" y="466"/>
                    <a:pt x="11" y="477"/>
                  </a:cubicBezTo>
                  <a:cubicBezTo>
                    <a:pt x="22" y="510"/>
                    <a:pt x="55" y="521"/>
                    <a:pt x="89" y="533"/>
                  </a:cubicBezTo>
                  <a:cubicBezTo>
                    <a:pt x="222" y="555"/>
                    <a:pt x="356" y="610"/>
                    <a:pt x="478" y="632"/>
                  </a:cubicBezTo>
                  <a:cubicBezTo>
                    <a:pt x="482" y="634"/>
                    <a:pt x="487" y="634"/>
                    <a:pt x="491" y="634"/>
                  </a:cubicBezTo>
                  <a:cubicBezTo>
                    <a:pt x="517" y="634"/>
                    <a:pt x="532" y="605"/>
                    <a:pt x="522" y="577"/>
                  </a:cubicBezTo>
                  <a:cubicBezTo>
                    <a:pt x="467" y="488"/>
                    <a:pt x="411" y="399"/>
                    <a:pt x="366" y="310"/>
                  </a:cubicBezTo>
                  <a:cubicBezTo>
                    <a:pt x="356" y="277"/>
                    <a:pt x="278" y="121"/>
                    <a:pt x="245" y="22"/>
                  </a:cubicBezTo>
                  <a:cubicBezTo>
                    <a:pt x="238" y="9"/>
                    <a:pt x="222" y="0"/>
                    <a:pt x="207"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61">
              <a:extLst>
                <a:ext uri="{FF2B5EF4-FFF2-40B4-BE49-F238E27FC236}">
                  <a16:creationId xmlns:a16="http://schemas.microsoft.com/office/drawing/2014/main" id="{551256A9-18B8-B928-D257-67CA3148ABA8}"/>
                </a:ext>
              </a:extLst>
            </p:cNvPr>
            <p:cNvSpPr/>
            <p:nvPr/>
          </p:nvSpPr>
          <p:spPr>
            <a:xfrm>
              <a:off x="2070075" y="3291000"/>
              <a:ext cx="115825" cy="55575"/>
            </a:xfrm>
            <a:custGeom>
              <a:avLst/>
              <a:gdLst/>
              <a:ahLst/>
              <a:cxnLst/>
              <a:rect l="l" t="t" r="r" b="b"/>
              <a:pathLst>
                <a:path w="4633" h="2223" extrusionOk="0">
                  <a:moveTo>
                    <a:pt x="3743" y="167"/>
                  </a:moveTo>
                  <a:lnTo>
                    <a:pt x="3743" y="167"/>
                  </a:lnTo>
                  <a:cubicBezTo>
                    <a:pt x="3822" y="289"/>
                    <a:pt x="3854" y="456"/>
                    <a:pt x="3854" y="622"/>
                  </a:cubicBezTo>
                  <a:cubicBezTo>
                    <a:pt x="3766" y="501"/>
                    <a:pt x="3721" y="334"/>
                    <a:pt x="3743" y="167"/>
                  </a:cubicBezTo>
                  <a:close/>
                  <a:moveTo>
                    <a:pt x="2388" y="456"/>
                  </a:moveTo>
                  <a:lnTo>
                    <a:pt x="2388" y="456"/>
                  </a:lnTo>
                  <a:cubicBezTo>
                    <a:pt x="2400" y="523"/>
                    <a:pt x="2410" y="590"/>
                    <a:pt x="2400" y="656"/>
                  </a:cubicBezTo>
                  <a:cubicBezTo>
                    <a:pt x="2388" y="600"/>
                    <a:pt x="2388" y="523"/>
                    <a:pt x="2388" y="456"/>
                  </a:cubicBezTo>
                  <a:close/>
                  <a:moveTo>
                    <a:pt x="1966" y="567"/>
                  </a:moveTo>
                  <a:cubicBezTo>
                    <a:pt x="1977" y="645"/>
                    <a:pt x="1966" y="723"/>
                    <a:pt x="1966" y="800"/>
                  </a:cubicBezTo>
                  <a:cubicBezTo>
                    <a:pt x="1955" y="790"/>
                    <a:pt x="1955" y="778"/>
                    <a:pt x="1944" y="756"/>
                  </a:cubicBezTo>
                  <a:cubicBezTo>
                    <a:pt x="1933" y="701"/>
                    <a:pt x="1933" y="622"/>
                    <a:pt x="1966" y="567"/>
                  </a:cubicBezTo>
                  <a:close/>
                  <a:moveTo>
                    <a:pt x="1289" y="845"/>
                  </a:moveTo>
                  <a:cubicBezTo>
                    <a:pt x="1299" y="845"/>
                    <a:pt x="1333" y="901"/>
                    <a:pt x="1333" y="945"/>
                  </a:cubicBezTo>
                  <a:cubicBezTo>
                    <a:pt x="1333" y="1078"/>
                    <a:pt x="1311" y="1200"/>
                    <a:pt x="1277" y="1323"/>
                  </a:cubicBezTo>
                  <a:cubicBezTo>
                    <a:pt x="1222" y="1189"/>
                    <a:pt x="1222" y="1022"/>
                    <a:pt x="1267" y="878"/>
                  </a:cubicBezTo>
                  <a:cubicBezTo>
                    <a:pt x="1267" y="867"/>
                    <a:pt x="1277" y="856"/>
                    <a:pt x="1289" y="845"/>
                  </a:cubicBezTo>
                  <a:close/>
                  <a:moveTo>
                    <a:pt x="3688" y="0"/>
                  </a:moveTo>
                  <a:lnTo>
                    <a:pt x="3677" y="67"/>
                  </a:lnTo>
                  <a:cubicBezTo>
                    <a:pt x="3622" y="323"/>
                    <a:pt x="3699" y="590"/>
                    <a:pt x="3854" y="745"/>
                  </a:cubicBezTo>
                  <a:lnTo>
                    <a:pt x="3854" y="778"/>
                  </a:lnTo>
                  <a:cubicBezTo>
                    <a:pt x="3854" y="945"/>
                    <a:pt x="3854" y="1167"/>
                    <a:pt x="3766" y="1333"/>
                  </a:cubicBezTo>
                  <a:cubicBezTo>
                    <a:pt x="3665" y="1492"/>
                    <a:pt x="3477" y="1588"/>
                    <a:pt x="3277" y="1588"/>
                  </a:cubicBezTo>
                  <a:cubicBezTo>
                    <a:pt x="3211" y="1588"/>
                    <a:pt x="3143" y="1578"/>
                    <a:pt x="3077" y="1556"/>
                  </a:cubicBezTo>
                  <a:cubicBezTo>
                    <a:pt x="2855" y="1478"/>
                    <a:pt x="2655" y="1278"/>
                    <a:pt x="2511" y="1000"/>
                  </a:cubicBezTo>
                  <a:cubicBezTo>
                    <a:pt x="2488" y="945"/>
                    <a:pt x="2466" y="889"/>
                    <a:pt x="2433" y="822"/>
                  </a:cubicBezTo>
                  <a:cubicBezTo>
                    <a:pt x="2499" y="656"/>
                    <a:pt x="2499" y="456"/>
                    <a:pt x="2422" y="301"/>
                  </a:cubicBezTo>
                  <a:lnTo>
                    <a:pt x="2388" y="212"/>
                  </a:lnTo>
                  <a:lnTo>
                    <a:pt x="2355" y="301"/>
                  </a:lnTo>
                  <a:cubicBezTo>
                    <a:pt x="2277" y="478"/>
                    <a:pt x="2299" y="667"/>
                    <a:pt x="2355" y="822"/>
                  </a:cubicBezTo>
                  <a:cubicBezTo>
                    <a:pt x="2333" y="878"/>
                    <a:pt x="2299" y="923"/>
                    <a:pt x="2266" y="967"/>
                  </a:cubicBezTo>
                  <a:cubicBezTo>
                    <a:pt x="2247" y="987"/>
                    <a:pt x="2219" y="1014"/>
                    <a:pt x="2198" y="1014"/>
                  </a:cubicBezTo>
                  <a:cubicBezTo>
                    <a:pt x="2194" y="1014"/>
                    <a:pt x="2191" y="1013"/>
                    <a:pt x="2188" y="1012"/>
                  </a:cubicBezTo>
                  <a:cubicBezTo>
                    <a:pt x="2166" y="1012"/>
                    <a:pt x="2155" y="1000"/>
                    <a:pt x="2133" y="989"/>
                  </a:cubicBezTo>
                  <a:cubicBezTo>
                    <a:pt x="2089" y="956"/>
                    <a:pt x="2055" y="923"/>
                    <a:pt x="2022" y="889"/>
                  </a:cubicBezTo>
                  <a:cubicBezTo>
                    <a:pt x="2055" y="756"/>
                    <a:pt x="2055" y="622"/>
                    <a:pt x="2044" y="489"/>
                  </a:cubicBezTo>
                  <a:lnTo>
                    <a:pt x="2044" y="434"/>
                  </a:lnTo>
                  <a:lnTo>
                    <a:pt x="1988" y="456"/>
                  </a:lnTo>
                  <a:cubicBezTo>
                    <a:pt x="1866" y="511"/>
                    <a:pt x="1833" y="667"/>
                    <a:pt x="1877" y="790"/>
                  </a:cubicBezTo>
                  <a:cubicBezTo>
                    <a:pt x="1889" y="834"/>
                    <a:pt x="1911" y="878"/>
                    <a:pt x="1944" y="911"/>
                  </a:cubicBezTo>
                  <a:cubicBezTo>
                    <a:pt x="1899" y="1133"/>
                    <a:pt x="1788" y="1345"/>
                    <a:pt x="1644" y="1511"/>
                  </a:cubicBezTo>
                  <a:cubicBezTo>
                    <a:pt x="1610" y="1545"/>
                    <a:pt x="1578" y="1578"/>
                    <a:pt x="1544" y="1578"/>
                  </a:cubicBezTo>
                  <a:cubicBezTo>
                    <a:pt x="1538" y="1579"/>
                    <a:pt x="1532" y="1579"/>
                    <a:pt x="1526" y="1579"/>
                  </a:cubicBezTo>
                  <a:cubicBezTo>
                    <a:pt x="1465" y="1579"/>
                    <a:pt x="1408" y="1530"/>
                    <a:pt x="1388" y="1500"/>
                  </a:cubicBezTo>
                  <a:cubicBezTo>
                    <a:pt x="1366" y="1478"/>
                    <a:pt x="1344" y="1456"/>
                    <a:pt x="1333" y="1434"/>
                  </a:cubicBezTo>
                  <a:cubicBezTo>
                    <a:pt x="1388" y="1278"/>
                    <a:pt x="1410" y="1111"/>
                    <a:pt x="1410" y="945"/>
                  </a:cubicBezTo>
                  <a:cubicBezTo>
                    <a:pt x="1410" y="889"/>
                    <a:pt x="1378" y="800"/>
                    <a:pt x="1322" y="778"/>
                  </a:cubicBezTo>
                  <a:cubicBezTo>
                    <a:pt x="1313" y="774"/>
                    <a:pt x="1302" y="771"/>
                    <a:pt x="1290" y="771"/>
                  </a:cubicBezTo>
                  <a:cubicBezTo>
                    <a:pt x="1272" y="771"/>
                    <a:pt x="1253" y="776"/>
                    <a:pt x="1233" y="790"/>
                  </a:cubicBezTo>
                  <a:cubicBezTo>
                    <a:pt x="1211" y="800"/>
                    <a:pt x="1200" y="822"/>
                    <a:pt x="1200" y="856"/>
                  </a:cubicBezTo>
                  <a:cubicBezTo>
                    <a:pt x="1133" y="1045"/>
                    <a:pt x="1144" y="1267"/>
                    <a:pt x="1244" y="1434"/>
                  </a:cubicBezTo>
                  <a:cubicBezTo>
                    <a:pt x="1166" y="1644"/>
                    <a:pt x="1044" y="1834"/>
                    <a:pt x="889" y="1978"/>
                  </a:cubicBezTo>
                  <a:cubicBezTo>
                    <a:pt x="815" y="2042"/>
                    <a:pt x="689" y="2136"/>
                    <a:pt x="547" y="2136"/>
                  </a:cubicBezTo>
                  <a:cubicBezTo>
                    <a:pt x="517" y="2136"/>
                    <a:pt x="486" y="2132"/>
                    <a:pt x="455" y="2123"/>
                  </a:cubicBezTo>
                  <a:cubicBezTo>
                    <a:pt x="289" y="2067"/>
                    <a:pt x="211" y="1867"/>
                    <a:pt x="166" y="1711"/>
                  </a:cubicBezTo>
                  <a:cubicBezTo>
                    <a:pt x="77" y="1345"/>
                    <a:pt x="77" y="956"/>
                    <a:pt x="178" y="590"/>
                  </a:cubicBezTo>
                  <a:lnTo>
                    <a:pt x="100" y="578"/>
                  </a:lnTo>
                  <a:cubicBezTo>
                    <a:pt x="0" y="945"/>
                    <a:pt x="0" y="1345"/>
                    <a:pt x="89" y="1723"/>
                  </a:cubicBezTo>
                  <a:cubicBezTo>
                    <a:pt x="156" y="1989"/>
                    <a:pt x="277" y="2145"/>
                    <a:pt x="433" y="2200"/>
                  </a:cubicBezTo>
                  <a:cubicBezTo>
                    <a:pt x="477" y="2211"/>
                    <a:pt x="511" y="2222"/>
                    <a:pt x="544" y="2222"/>
                  </a:cubicBezTo>
                  <a:cubicBezTo>
                    <a:pt x="711" y="2222"/>
                    <a:pt x="855" y="2111"/>
                    <a:pt x="944" y="2034"/>
                  </a:cubicBezTo>
                  <a:cubicBezTo>
                    <a:pt x="1099" y="1889"/>
                    <a:pt x="1222" y="1711"/>
                    <a:pt x="1299" y="1523"/>
                  </a:cubicBezTo>
                  <a:cubicBezTo>
                    <a:pt x="1311" y="1533"/>
                    <a:pt x="1311" y="1545"/>
                    <a:pt x="1322" y="1556"/>
                  </a:cubicBezTo>
                  <a:cubicBezTo>
                    <a:pt x="1386" y="1620"/>
                    <a:pt x="1450" y="1662"/>
                    <a:pt x="1515" y="1662"/>
                  </a:cubicBezTo>
                  <a:cubicBezTo>
                    <a:pt x="1528" y="1662"/>
                    <a:pt x="1542" y="1660"/>
                    <a:pt x="1555" y="1656"/>
                  </a:cubicBezTo>
                  <a:cubicBezTo>
                    <a:pt x="1622" y="1644"/>
                    <a:pt x="1666" y="1600"/>
                    <a:pt x="1699" y="1556"/>
                  </a:cubicBezTo>
                  <a:cubicBezTo>
                    <a:pt x="1844" y="1400"/>
                    <a:pt x="1955" y="1200"/>
                    <a:pt x="2010" y="989"/>
                  </a:cubicBezTo>
                  <a:cubicBezTo>
                    <a:pt x="2033" y="1012"/>
                    <a:pt x="2055" y="1034"/>
                    <a:pt x="2089" y="1045"/>
                  </a:cubicBezTo>
                  <a:cubicBezTo>
                    <a:pt x="2111" y="1067"/>
                    <a:pt x="2144" y="1089"/>
                    <a:pt x="2177" y="1101"/>
                  </a:cubicBezTo>
                  <a:cubicBezTo>
                    <a:pt x="2233" y="1101"/>
                    <a:pt x="2277" y="1078"/>
                    <a:pt x="2333" y="1012"/>
                  </a:cubicBezTo>
                  <a:cubicBezTo>
                    <a:pt x="2355" y="989"/>
                    <a:pt x="2377" y="956"/>
                    <a:pt x="2388" y="923"/>
                  </a:cubicBezTo>
                  <a:cubicBezTo>
                    <a:pt x="2410" y="967"/>
                    <a:pt x="2422" y="1000"/>
                    <a:pt x="2444" y="1034"/>
                  </a:cubicBezTo>
                  <a:cubicBezTo>
                    <a:pt x="2588" y="1333"/>
                    <a:pt x="2810" y="1545"/>
                    <a:pt x="3055" y="1622"/>
                  </a:cubicBezTo>
                  <a:cubicBezTo>
                    <a:pt x="3134" y="1652"/>
                    <a:pt x="3215" y="1665"/>
                    <a:pt x="3295" y="1665"/>
                  </a:cubicBezTo>
                  <a:cubicBezTo>
                    <a:pt x="3518" y="1665"/>
                    <a:pt x="3726" y="1558"/>
                    <a:pt x="3832" y="1378"/>
                  </a:cubicBezTo>
                  <a:cubicBezTo>
                    <a:pt x="3933" y="1200"/>
                    <a:pt x="3943" y="989"/>
                    <a:pt x="3943" y="812"/>
                  </a:cubicBezTo>
                  <a:cubicBezTo>
                    <a:pt x="4015" y="855"/>
                    <a:pt x="4105" y="879"/>
                    <a:pt x="4199" y="879"/>
                  </a:cubicBezTo>
                  <a:cubicBezTo>
                    <a:pt x="4251" y="879"/>
                    <a:pt x="4303" y="872"/>
                    <a:pt x="4355" y="856"/>
                  </a:cubicBezTo>
                  <a:cubicBezTo>
                    <a:pt x="4488" y="812"/>
                    <a:pt x="4588" y="711"/>
                    <a:pt x="4632" y="590"/>
                  </a:cubicBezTo>
                  <a:lnTo>
                    <a:pt x="4555" y="567"/>
                  </a:lnTo>
                  <a:cubicBezTo>
                    <a:pt x="4521" y="667"/>
                    <a:pt x="4444" y="745"/>
                    <a:pt x="4333" y="778"/>
                  </a:cubicBezTo>
                  <a:cubicBezTo>
                    <a:pt x="4287" y="794"/>
                    <a:pt x="4241" y="802"/>
                    <a:pt x="4195" y="802"/>
                  </a:cubicBezTo>
                  <a:cubicBezTo>
                    <a:pt x="4116" y="802"/>
                    <a:pt x="4040" y="780"/>
                    <a:pt x="3977" y="745"/>
                  </a:cubicBezTo>
                  <a:lnTo>
                    <a:pt x="3943" y="711"/>
                  </a:lnTo>
                  <a:cubicBezTo>
                    <a:pt x="3933" y="456"/>
                    <a:pt x="3910" y="212"/>
                    <a:pt x="3743" y="45"/>
                  </a:cubicBezTo>
                  <a:lnTo>
                    <a:pt x="3688"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61">
              <a:extLst>
                <a:ext uri="{FF2B5EF4-FFF2-40B4-BE49-F238E27FC236}">
                  <a16:creationId xmlns:a16="http://schemas.microsoft.com/office/drawing/2014/main" id="{17028AA0-1616-21B3-C2FC-9E73F23FED22}"/>
                </a:ext>
              </a:extLst>
            </p:cNvPr>
            <p:cNvSpPr/>
            <p:nvPr/>
          </p:nvSpPr>
          <p:spPr>
            <a:xfrm>
              <a:off x="2136425" y="3092400"/>
              <a:ext cx="25325" cy="33650"/>
            </a:xfrm>
            <a:custGeom>
              <a:avLst/>
              <a:gdLst/>
              <a:ahLst/>
              <a:cxnLst/>
              <a:rect l="l" t="t" r="r" b="b"/>
              <a:pathLst>
                <a:path w="1013" h="1346" extrusionOk="0">
                  <a:moveTo>
                    <a:pt x="308" y="1"/>
                  </a:moveTo>
                  <a:cubicBezTo>
                    <a:pt x="287" y="1"/>
                    <a:pt x="266" y="10"/>
                    <a:pt x="245" y="24"/>
                  </a:cubicBezTo>
                  <a:cubicBezTo>
                    <a:pt x="190" y="69"/>
                    <a:pt x="168" y="135"/>
                    <a:pt x="156" y="213"/>
                  </a:cubicBezTo>
                  <a:lnTo>
                    <a:pt x="1" y="780"/>
                  </a:lnTo>
                  <a:lnTo>
                    <a:pt x="79" y="802"/>
                  </a:lnTo>
                  <a:lnTo>
                    <a:pt x="223" y="235"/>
                  </a:lnTo>
                  <a:cubicBezTo>
                    <a:pt x="245" y="168"/>
                    <a:pt x="257" y="113"/>
                    <a:pt x="301" y="91"/>
                  </a:cubicBezTo>
                  <a:cubicBezTo>
                    <a:pt x="301" y="79"/>
                    <a:pt x="312" y="79"/>
                    <a:pt x="312" y="79"/>
                  </a:cubicBezTo>
                  <a:cubicBezTo>
                    <a:pt x="312" y="79"/>
                    <a:pt x="312" y="91"/>
                    <a:pt x="323" y="113"/>
                  </a:cubicBezTo>
                  <a:cubicBezTo>
                    <a:pt x="345" y="324"/>
                    <a:pt x="356" y="546"/>
                    <a:pt x="323" y="768"/>
                  </a:cubicBezTo>
                  <a:lnTo>
                    <a:pt x="312" y="924"/>
                  </a:lnTo>
                  <a:lnTo>
                    <a:pt x="823" y="190"/>
                  </a:lnTo>
                  <a:cubicBezTo>
                    <a:pt x="834" y="157"/>
                    <a:pt x="867" y="124"/>
                    <a:pt x="889" y="124"/>
                  </a:cubicBezTo>
                  <a:cubicBezTo>
                    <a:pt x="912" y="568"/>
                    <a:pt x="701" y="1024"/>
                    <a:pt x="345" y="1279"/>
                  </a:cubicBezTo>
                  <a:lnTo>
                    <a:pt x="390" y="1346"/>
                  </a:lnTo>
                  <a:cubicBezTo>
                    <a:pt x="778" y="1068"/>
                    <a:pt x="1012" y="568"/>
                    <a:pt x="968" y="79"/>
                  </a:cubicBezTo>
                  <a:lnTo>
                    <a:pt x="968" y="46"/>
                  </a:lnTo>
                  <a:lnTo>
                    <a:pt x="945" y="46"/>
                  </a:lnTo>
                  <a:cubicBezTo>
                    <a:pt x="932" y="42"/>
                    <a:pt x="919" y="40"/>
                    <a:pt x="905" y="40"/>
                  </a:cubicBezTo>
                  <a:cubicBezTo>
                    <a:pt x="852" y="40"/>
                    <a:pt x="801" y="75"/>
                    <a:pt x="756" y="146"/>
                  </a:cubicBezTo>
                  <a:lnTo>
                    <a:pt x="423" y="624"/>
                  </a:lnTo>
                  <a:cubicBezTo>
                    <a:pt x="434" y="446"/>
                    <a:pt x="423" y="269"/>
                    <a:pt x="401" y="102"/>
                  </a:cubicBezTo>
                  <a:cubicBezTo>
                    <a:pt x="390" y="79"/>
                    <a:pt x="390" y="24"/>
                    <a:pt x="345" y="13"/>
                  </a:cubicBezTo>
                  <a:cubicBezTo>
                    <a:pt x="333" y="4"/>
                    <a:pt x="320" y="1"/>
                    <a:pt x="308"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61">
              <a:extLst>
                <a:ext uri="{FF2B5EF4-FFF2-40B4-BE49-F238E27FC236}">
                  <a16:creationId xmlns:a16="http://schemas.microsoft.com/office/drawing/2014/main" id="{55C356A6-1919-0714-C560-E8C521ED3D2C}"/>
                </a:ext>
              </a:extLst>
            </p:cNvPr>
            <p:cNvSpPr/>
            <p:nvPr/>
          </p:nvSpPr>
          <p:spPr>
            <a:xfrm>
              <a:off x="1984800" y="3150750"/>
              <a:ext cx="35575" cy="56950"/>
            </a:xfrm>
            <a:custGeom>
              <a:avLst/>
              <a:gdLst/>
              <a:ahLst/>
              <a:cxnLst/>
              <a:rect l="l" t="t" r="r" b="b"/>
              <a:pathLst>
                <a:path w="1423" h="2278" extrusionOk="0">
                  <a:moveTo>
                    <a:pt x="645" y="1600"/>
                  </a:moveTo>
                  <a:lnTo>
                    <a:pt x="645" y="1600"/>
                  </a:lnTo>
                  <a:cubicBezTo>
                    <a:pt x="567" y="1689"/>
                    <a:pt x="478" y="1789"/>
                    <a:pt x="367" y="1845"/>
                  </a:cubicBezTo>
                  <a:cubicBezTo>
                    <a:pt x="434" y="1734"/>
                    <a:pt x="533" y="1633"/>
                    <a:pt x="645" y="1600"/>
                  </a:cubicBezTo>
                  <a:close/>
                  <a:moveTo>
                    <a:pt x="1145" y="1"/>
                  </a:moveTo>
                  <a:cubicBezTo>
                    <a:pt x="923" y="112"/>
                    <a:pt x="723" y="256"/>
                    <a:pt x="556" y="434"/>
                  </a:cubicBezTo>
                  <a:cubicBezTo>
                    <a:pt x="467" y="522"/>
                    <a:pt x="412" y="656"/>
                    <a:pt x="489" y="734"/>
                  </a:cubicBezTo>
                  <a:cubicBezTo>
                    <a:pt x="533" y="778"/>
                    <a:pt x="578" y="778"/>
                    <a:pt x="622" y="789"/>
                  </a:cubicBezTo>
                  <a:lnTo>
                    <a:pt x="711" y="789"/>
                  </a:lnTo>
                  <a:cubicBezTo>
                    <a:pt x="400" y="1001"/>
                    <a:pt x="167" y="1322"/>
                    <a:pt x="45" y="1700"/>
                  </a:cubicBezTo>
                  <a:cubicBezTo>
                    <a:pt x="34" y="1734"/>
                    <a:pt x="0" y="1833"/>
                    <a:pt x="67" y="1900"/>
                  </a:cubicBezTo>
                  <a:cubicBezTo>
                    <a:pt x="89" y="1934"/>
                    <a:pt x="134" y="1944"/>
                    <a:pt x="156" y="1944"/>
                  </a:cubicBezTo>
                  <a:cubicBezTo>
                    <a:pt x="178" y="1956"/>
                    <a:pt x="200" y="1956"/>
                    <a:pt x="212" y="1956"/>
                  </a:cubicBezTo>
                  <a:lnTo>
                    <a:pt x="212" y="1967"/>
                  </a:lnTo>
                  <a:cubicBezTo>
                    <a:pt x="190" y="2023"/>
                    <a:pt x="167" y="2078"/>
                    <a:pt x="167" y="2134"/>
                  </a:cubicBezTo>
                  <a:cubicBezTo>
                    <a:pt x="167" y="2200"/>
                    <a:pt x="222" y="2278"/>
                    <a:pt x="301" y="2278"/>
                  </a:cubicBezTo>
                  <a:lnTo>
                    <a:pt x="301" y="2200"/>
                  </a:lnTo>
                  <a:cubicBezTo>
                    <a:pt x="278" y="2200"/>
                    <a:pt x="245" y="2167"/>
                    <a:pt x="245" y="2134"/>
                  </a:cubicBezTo>
                  <a:cubicBezTo>
                    <a:pt x="245" y="2089"/>
                    <a:pt x="267" y="2045"/>
                    <a:pt x="278" y="2000"/>
                  </a:cubicBezTo>
                  <a:cubicBezTo>
                    <a:pt x="289" y="1978"/>
                    <a:pt x="301" y="1967"/>
                    <a:pt x="311" y="1944"/>
                  </a:cubicBezTo>
                  <a:cubicBezTo>
                    <a:pt x="501" y="1900"/>
                    <a:pt x="656" y="1722"/>
                    <a:pt x="767" y="1578"/>
                  </a:cubicBezTo>
                  <a:lnTo>
                    <a:pt x="812" y="1512"/>
                  </a:lnTo>
                  <a:lnTo>
                    <a:pt x="745" y="1512"/>
                  </a:lnTo>
                  <a:cubicBezTo>
                    <a:pt x="737" y="1511"/>
                    <a:pt x="730" y="1511"/>
                    <a:pt x="722" y="1511"/>
                  </a:cubicBezTo>
                  <a:cubicBezTo>
                    <a:pt x="542" y="1511"/>
                    <a:pt x="384" y="1643"/>
                    <a:pt x="256" y="1878"/>
                  </a:cubicBezTo>
                  <a:cubicBezTo>
                    <a:pt x="234" y="1878"/>
                    <a:pt x="200" y="1878"/>
                    <a:pt x="178" y="1867"/>
                  </a:cubicBezTo>
                  <a:cubicBezTo>
                    <a:pt x="145" y="1867"/>
                    <a:pt x="134" y="1856"/>
                    <a:pt x="123" y="1845"/>
                  </a:cubicBezTo>
                  <a:cubicBezTo>
                    <a:pt x="101" y="1823"/>
                    <a:pt x="101" y="1789"/>
                    <a:pt x="123" y="1722"/>
                  </a:cubicBezTo>
                  <a:cubicBezTo>
                    <a:pt x="256" y="1312"/>
                    <a:pt x="533" y="956"/>
                    <a:pt x="901" y="756"/>
                  </a:cubicBezTo>
                  <a:cubicBezTo>
                    <a:pt x="1000" y="734"/>
                    <a:pt x="1100" y="690"/>
                    <a:pt x="1178" y="634"/>
                  </a:cubicBezTo>
                  <a:lnTo>
                    <a:pt x="1422" y="467"/>
                  </a:lnTo>
                  <a:lnTo>
                    <a:pt x="1145" y="567"/>
                  </a:lnTo>
                  <a:cubicBezTo>
                    <a:pt x="1056" y="589"/>
                    <a:pt x="956" y="634"/>
                    <a:pt x="867" y="678"/>
                  </a:cubicBezTo>
                  <a:cubicBezTo>
                    <a:pt x="810" y="694"/>
                    <a:pt x="753" y="705"/>
                    <a:pt x="697" y="705"/>
                  </a:cubicBezTo>
                  <a:cubicBezTo>
                    <a:pt x="676" y="705"/>
                    <a:pt x="655" y="703"/>
                    <a:pt x="634" y="700"/>
                  </a:cubicBezTo>
                  <a:cubicBezTo>
                    <a:pt x="600" y="700"/>
                    <a:pt x="567" y="700"/>
                    <a:pt x="545" y="678"/>
                  </a:cubicBezTo>
                  <a:cubicBezTo>
                    <a:pt x="501" y="634"/>
                    <a:pt x="556" y="534"/>
                    <a:pt x="612" y="490"/>
                  </a:cubicBezTo>
                  <a:cubicBezTo>
                    <a:pt x="778" y="312"/>
                    <a:pt x="967" y="179"/>
                    <a:pt x="1178" y="78"/>
                  </a:cubicBezTo>
                  <a:lnTo>
                    <a:pt x="1145" y="1"/>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61">
              <a:extLst>
                <a:ext uri="{FF2B5EF4-FFF2-40B4-BE49-F238E27FC236}">
                  <a16:creationId xmlns:a16="http://schemas.microsoft.com/office/drawing/2014/main" id="{74FCE409-82A9-D603-FA83-C51B04AF0CCA}"/>
                </a:ext>
              </a:extLst>
            </p:cNvPr>
            <p:cNvSpPr/>
            <p:nvPr/>
          </p:nvSpPr>
          <p:spPr>
            <a:xfrm>
              <a:off x="2179200" y="3186850"/>
              <a:ext cx="26125" cy="50300"/>
            </a:xfrm>
            <a:custGeom>
              <a:avLst/>
              <a:gdLst/>
              <a:ahLst/>
              <a:cxnLst/>
              <a:rect l="l" t="t" r="r" b="b"/>
              <a:pathLst>
                <a:path w="1045" h="2012" extrusionOk="0">
                  <a:moveTo>
                    <a:pt x="367" y="1145"/>
                  </a:moveTo>
                  <a:lnTo>
                    <a:pt x="367" y="1145"/>
                  </a:lnTo>
                  <a:cubicBezTo>
                    <a:pt x="445" y="1211"/>
                    <a:pt x="501" y="1278"/>
                    <a:pt x="545" y="1356"/>
                  </a:cubicBezTo>
                  <a:cubicBezTo>
                    <a:pt x="534" y="1345"/>
                    <a:pt x="511" y="1334"/>
                    <a:pt x="501" y="1322"/>
                  </a:cubicBezTo>
                  <a:cubicBezTo>
                    <a:pt x="434" y="1278"/>
                    <a:pt x="390" y="1211"/>
                    <a:pt x="367" y="1145"/>
                  </a:cubicBezTo>
                  <a:close/>
                  <a:moveTo>
                    <a:pt x="245" y="1"/>
                  </a:moveTo>
                  <a:lnTo>
                    <a:pt x="200" y="68"/>
                  </a:lnTo>
                  <a:cubicBezTo>
                    <a:pt x="501" y="245"/>
                    <a:pt x="689" y="579"/>
                    <a:pt x="822" y="900"/>
                  </a:cubicBezTo>
                  <a:cubicBezTo>
                    <a:pt x="889" y="1034"/>
                    <a:pt x="956" y="1201"/>
                    <a:pt x="911" y="1345"/>
                  </a:cubicBezTo>
                  <a:cubicBezTo>
                    <a:pt x="911" y="1367"/>
                    <a:pt x="889" y="1411"/>
                    <a:pt x="867" y="1423"/>
                  </a:cubicBezTo>
                  <a:cubicBezTo>
                    <a:pt x="856" y="1428"/>
                    <a:pt x="845" y="1431"/>
                    <a:pt x="834" y="1431"/>
                  </a:cubicBezTo>
                  <a:cubicBezTo>
                    <a:pt x="822" y="1431"/>
                    <a:pt x="811" y="1428"/>
                    <a:pt x="800" y="1423"/>
                  </a:cubicBezTo>
                  <a:cubicBezTo>
                    <a:pt x="767" y="1423"/>
                    <a:pt x="711" y="1411"/>
                    <a:pt x="667" y="1401"/>
                  </a:cubicBezTo>
                  <a:cubicBezTo>
                    <a:pt x="590" y="1256"/>
                    <a:pt x="479" y="1123"/>
                    <a:pt x="345" y="1023"/>
                  </a:cubicBezTo>
                  <a:lnTo>
                    <a:pt x="289" y="989"/>
                  </a:lnTo>
                  <a:lnTo>
                    <a:pt x="279" y="1056"/>
                  </a:lnTo>
                  <a:cubicBezTo>
                    <a:pt x="279" y="1179"/>
                    <a:pt x="345" y="1312"/>
                    <a:pt x="456" y="1389"/>
                  </a:cubicBezTo>
                  <a:cubicBezTo>
                    <a:pt x="501" y="1423"/>
                    <a:pt x="556" y="1456"/>
                    <a:pt x="612" y="1467"/>
                  </a:cubicBezTo>
                  <a:cubicBezTo>
                    <a:pt x="656" y="1567"/>
                    <a:pt x="689" y="1690"/>
                    <a:pt x="701" y="1801"/>
                  </a:cubicBezTo>
                  <a:cubicBezTo>
                    <a:pt x="701" y="1833"/>
                    <a:pt x="701" y="1900"/>
                    <a:pt x="667" y="1922"/>
                  </a:cubicBezTo>
                  <a:cubicBezTo>
                    <a:pt x="660" y="1926"/>
                    <a:pt x="651" y="1927"/>
                    <a:pt x="642" y="1927"/>
                  </a:cubicBezTo>
                  <a:cubicBezTo>
                    <a:pt x="623" y="1927"/>
                    <a:pt x="601" y="1922"/>
                    <a:pt x="578" y="1922"/>
                  </a:cubicBezTo>
                  <a:cubicBezTo>
                    <a:pt x="378" y="1845"/>
                    <a:pt x="190" y="1712"/>
                    <a:pt x="67" y="1534"/>
                  </a:cubicBezTo>
                  <a:lnTo>
                    <a:pt x="0" y="1578"/>
                  </a:lnTo>
                  <a:cubicBezTo>
                    <a:pt x="134" y="1778"/>
                    <a:pt x="334" y="1922"/>
                    <a:pt x="556" y="1989"/>
                  </a:cubicBezTo>
                  <a:cubicBezTo>
                    <a:pt x="578" y="2001"/>
                    <a:pt x="612" y="2011"/>
                    <a:pt x="634" y="2011"/>
                  </a:cubicBezTo>
                  <a:cubicBezTo>
                    <a:pt x="667" y="2011"/>
                    <a:pt x="689" y="2001"/>
                    <a:pt x="711" y="1989"/>
                  </a:cubicBezTo>
                  <a:cubicBezTo>
                    <a:pt x="745" y="1967"/>
                    <a:pt x="790" y="1912"/>
                    <a:pt x="778" y="1789"/>
                  </a:cubicBezTo>
                  <a:cubicBezTo>
                    <a:pt x="767" y="1690"/>
                    <a:pt x="745" y="1589"/>
                    <a:pt x="701" y="1490"/>
                  </a:cubicBezTo>
                  <a:lnTo>
                    <a:pt x="701" y="1490"/>
                  </a:lnTo>
                  <a:cubicBezTo>
                    <a:pt x="734" y="1500"/>
                    <a:pt x="767" y="1500"/>
                    <a:pt x="790" y="1500"/>
                  </a:cubicBezTo>
                  <a:cubicBezTo>
                    <a:pt x="806" y="1506"/>
                    <a:pt x="823" y="1509"/>
                    <a:pt x="841" y="1509"/>
                  </a:cubicBezTo>
                  <a:cubicBezTo>
                    <a:pt x="859" y="1509"/>
                    <a:pt x="878" y="1506"/>
                    <a:pt x="901" y="1500"/>
                  </a:cubicBezTo>
                  <a:cubicBezTo>
                    <a:pt x="945" y="1478"/>
                    <a:pt x="978" y="1434"/>
                    <a:pt x="990" y="1367"/>
                  </a:cubicBezTo>
                  <a:cubicBezTo>
                    <a:pt x="1045" y="1189"/>
                    <a:pt x="967" y="1011"/>
                    <a:pt x="901" y="867"/>
                  </a:cubicBezTo>
                  <a:cubicBezTo>
                    <a:pt x="756" y="545"/>
                    <a:pt x="556" y="189"/>
                    <a:pt x="245"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61">
              <a:extLst>
                <a:ext uri="{FF2B5EF4-FFF2-40B4-BE49-F238E27FC236}">
                  <a16:creationId xmlns:a16="http://schemas.microsoft.com/office/drawing/2014/main" id="{9C12A8F8-4AC4-A5E5-4471-B6129FD3FB9D}"/>
                </a:ext>
              </a:extLst>
            </p:cNvPr>
            <p:cNvSpPr/>
            <p:nvPr/>
          </p:nvSpPr>
          <p:spPr>
            <a:xfrm>
              <a:off x="2023675" y="3220750"/>
              <a:ext cx="68350" cy="16400"/>
            </a:xfrm>
            <a:custGeom>
              <a:avLst/>
              <a:gdLst/>
              <a:ahLst/>
              <a:cxnLst/>
              <a:rect l="l" t="t" r="r" b="b"/>
              <a:pathLst>
                <a:path w="2734" h="656" extrusionOk="0">
                  <a:moveTo>
                    <a:pt x="2700" y="0"/>
                  </a:moveTo>
                  <a:cubicBezTo>
                    <a:pt x="2224" y="386"/>
                    <a:pt x="1632" y="585"/>
                    <a:pt x="1039" y="585"/>
                  </a:cubicBezTo>
                  <a:cubicBezTo>
                    <a:pt x="693" y="585"/>
                    <a:pt x="347" y="517"/>
                    <a:pt x="23" y="378"/>
                  </a:cubicBezTo>
                  <a:lnTo>
                    <a:pt x="0" y="445"/>
                  </a:lnTo>
                  <a:cubicBezTo>
                    <a:pt x="323" y="589"/>
                    <a:pt x="689" y="655"/>
                    <a:pt x="1045" y="655"/>
                  </a:cubicBezTo>
                  <a:cubicBezTo>
                    <a:pt x="1645" y="655"/>
                    <a:pt x="2256" y="455"/>
                    <a:pt x="2733" y="55"/>
                  </a:cubicBezTo>
                  <a:lnTo>
                    <a:pt x="2700"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61">
              <a:extLst>
                <a:ext uri="{FF2B5EF4-FFF2-40B4-BE49-F238E27FC236}">
                  <a16:creationId xmlns:a16="http://schemas.microsoft.com/office/drawing/2014/main" id="{3BD877CC-9B96-A822-4AD7-08308FC674C9}"/>
                </a:ext>
              </a:extLst>
            </p:cNvPr>
            <p:cNvSpPr/>
            <p:nvPr/>
          </p:nvSpPr>
          <p:spPr>
            <a:xfrm>
              <a:off x="2046175" y="3212125"/>
              <a:ext cx="23625" cy="13900"/>
            </a:xfrm>
            <a:custGeom>
              <a:avLst/>
              <a:gdLst/>
              <a:ahLst/>
              <a:cxnLst/>
              <a:rect l="l" t="t" r="r" b="b"/>
              <a:pathLst>
                <a:path w="945" h="556" extrusionOk="0">
                  <a:moveTo>
                    <a:pt x="1" y="0"/>
                  </a:moveTo>
                  <a:cubicBezTo>
                    <a:pt x="11" y="168"/>
                    <a:pt x="45" y="323"/>
                    <a:pt x="123" y="456"/>
                  </a:cubicBezTo>
                  <a:cubicBezTo>
                    <a:pt x="145" y="489"/>
                    <a:pt x="178" y="534"/>
                    <a:pt x="211" y="545"/>
                  </a:cubicBezTo>
                  <a:cubicBezTo>
                    <a:pt x="234" y="556"/>
                    <a:pt x="256" y="556"/>
                    <a:pt x="267" y="556"/>
                  </a:cubicBezTo>
                  <a:cubicBezTo>
                    <a:pt x="322" y="556"/>
                    <a:pt x="378" y="534"/>
                    <a:pt x="423" y="479"/>
                  </a:cubicBezTo>
                  <a:lnTo>
                    <a:pt x="522" y="378"/>
                  </a:lnTo>
                  <a:cubicBezTo>
                    <a:pt x="556" y="323"/>
                    <a:pt x="601" y="279"/>
                    <a:pt x="645" y="245"/>
                  </a:cubicBezTo>
                  <a:cubicBezTo>
                    <a:pt x="713" y="186"/>
                    <a:pt x="806" y="154"/>
                    <a:pt x="896" y="154"/>
                  </a:cubicBezTo>
                  <a:cubicBezTo>
                    <a:pt x="909" y="154"/>
                    <a:pt x="921" y="155"/>
                    <a:pt x="934" y="156"/>
                  </a:cubicBezTo>
                  <a:lnTo>
                    <a:pt x="945" y="79"/>
                  </a:lnTo>
                  <a:cubicBezTo>
                    <a:pt x="929" y="77"/>
                    <a:pt x="913" y="76"/>
                    <a:pt x="897" y="76"/>
                  </a:cubicBezTo>
                  <a:cubicBezTo>
                    <a:pt x="789" y="76"/>
                    <a:pt x="678" y="111"/>
                    <a:pt x="601" y="178"/>
                  </a:cubicBezTo>
                  <a:cubicBezTo>
                    <a:pt x="545" y="223"/>
                    <a:pt x="500" y="279"/>
                    <a:pt x="467" y="323"/>
                  </a:cubicBezTo>
                  <a:cubicBezTo>
                    <a:pt x="434" y="356"/>
                    <a:pt x="411" y="390"/>
                    <a:pt x="378" y="423"/>
                  </a:cubicBezTo>
                  <a:cubicBezTo>
                    <a:pt x="360" y="441"/>
                    <a:pt x="317" y="484"/>
                    <a:pt x="272" y="484"/>
                  </a:cubicBezTo>
                  <a:cubicBezTo>
                    <a:pt x="263" y="484"/>
                    <a:pt x="254" y="482"/>
                    <a:pt x="245" y="479"/>
                  </a:cubicBezTo>
                  <a:cubicBezTo>
                    <a:pt x="223" y="467"/>
                    <a:pt x="201" y="445"/>
                    <a:pt x="189" y="412"/>
                  </a:cubicBezTo>
                  <a:cubicBezTo>
                    <a:pt x="123" y="289"/>
                    <a:pt x="78" y="145"/>
                    <a:pt x="7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61">
              <a:extLst>
                <a:ext uri="{FF2B5EF4-FFF2-40B4-BE49-F238E27FC236}">
                  <a16:creationId xmlns:a16="http://schemas.microsoft.com/office/drawing/2014/main" id="{7FBBD48D-57C6-18FA-B56D-AF2682FE8DD2}"/>
                </a:ext>
              </a:extLst>
            </p:cNvPr>
            <p:cNvSpPr/>
            <p:nvPr/>
          </p:nvSpPr>
          <p:spPr>
            <a:xfrm>
              <a:off x="1965900" y="3581225"/>
              <a:ext cx="92225" cy="115000"/>
            </a:xfrm>
            <a:custGeom>
              <a:avLst/>
              <a:gdLst/>
              <a:ahLst/>
              <a:cxnLst/>
              <a:rect l="l" t="t" r="r" b="b"/>
              <a:pathLst>
                <a:path w="3689" h="4600" extrusionOk="0">
                  <a:moveTo>
                    <a:pt x="445" y="1"/>
                  </a:moveTo>
                  <a:cubicBezTo>
                    <a:pt x="79" y="267"/>
                    <a:pt x="23" y="767"/>
                    <a:pt x="12" y="1045"/>
                  </a:cubicBezTo>
                  <a:cubicBezTo>
                    <a:pt x="1" y="1911"/>
                    <a:pt x="423" y="2800"/>
                    <a:pt x="1101" y="3344"/>
                  </a:cubicBezTo>
                  <a:lnTo>
                    <a:pt x="1146" y="3378"/>
                  </a:lnTo>
                  <a:lnTo>
                    <a:pt x="1168" y="3322"/>
                  </a:lnTo>
                  <a:cubicBezTo>
                    <a:pt x="1190" y="3244"/>
                    <a:pt x="1212" y="3155"/>
                    <a:pt x="1223" y="3067"/>
                  </a:cubicBezTo>
                  <a:cubicBezTo>
                    <a:pt x="1323" y="3299"/>
                    <a:pt x="1501" y="3499"/>
                    <a:pt x="1657" y="3644"/>
                  </a:cubicBezTo>
                  <a:cubicBezTo>
                    <a:pt x="2112" y="4055"/>
                    <a:pt x="2701" y="4344"/>
                    <a:pt x="3301" y="4444"/>
                  </a:cubicBezTo>
                  <a:cubicBezTo>
                    <a:pt x="3422" y="4466"/>
                    <a:pt x="3567" y="4488"/>
                    <a:pt x="3622" y="4600"/>
                  </a:cubicBezTo>
                  <a:lnTo>
                    <a:pt x="3689" y="4555"/>
                  </a:lnTo>
                  <a:cubicBezTo>
                    <a:pt x="3622" y="4422"/>
                    <a:pt x="3445" y="4388"/>
                    <a:pt x="3311" y="4366"/>
                  </a:cubicBezTo>
                  <a:cubicBezTo>
                    <a:pt x="2723" y="4266"/>
                    <a:pt x="2156" y="3988"/>
                    <a:pt x="1712" y="3588"/>
                  </a:cubicBezTo>
                  <a:cubicBezTo>
                    <a:pt x="1523" y="3410"/>
                    <a:pt x="1301" y="3155"/>
                    <a:pt x="1245" y="2855"/>
                  </a:cubicBezTo>
                  <a:cubicBezTo>
                    <a:pt x="1257" y="2788"/>
                    <a:pt x="1245" y="2711"/>
                    <a:pt x="1245" y="2633"/>
                  </a:cubicBezTo>
                  <a:lnTo>
                    <a:pt x="1212" y="2267"/>
                  </a:lnTo>
                  <a:lnTo>
                    <a:pt x="1168" y="2633"/>
                  </a:lnTo>
                  <a:cubicBezTo>
                    <a:pt x="1156" y="2711"/>
                    <a:pt x="1156" y="2788"/>
                    <a:pt x="1168" y="2867"/>
                  </a:cubicBezTo>
                  <a:cubicBezTo>
                    <a:pt x="1168" y="2988"/>
                    <a:pt x="1146" y="3122"/>
                    <a:pt x="1112" y="3244"/>
                  </a:cubicBezTo>
                  <a:cubicBezTo>
                    <a:pt x="467" y="2711"/>
                    <a:pt x="79" y="1867"/>
                    <a:pt x="90" y="1045"/>
                  </a:cubicBezTo>
                  <a:cubicBezTo>
                    <a:pt x="101" y="778"/>
                    <a:pt x="156" y="312"/>
                    <a:pt x="490" y="67"/>
                  </a:cubicBezTo>
                  <a:lnTo>
                    <a:pt x="445" y="1"/>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61">
              <a:extLst>
                <a:ext uri="{FF2B5EF4-FFF2-40B4-BE49-F238E27FC236}">
                  <a16:creationId xmlns:a16="http://schemas.microsoft.com/office/drawing/2014/main" id="{57B7BC52-C712-F292-7C0B-61A4F71DBE6B}"/>
                </a:ext>
              </a:extLst>
            </p:cNvPr>
            <p:cNvSpPr/>
            <p:nvPr/>
          </p:nvSpPr>
          <p:spPr>
            <a:xfrm>
              <a:off x="2198650" y="3550675"/>
              <a:ext cx="82500" cy="137475"/>
            </a:xfrm>
            <a:custGeom>
              <a:avLst/>
              <a:gdLst/>
              <a:ahLst/>
              <a:cxnLst/>
              <a:rect l="l" t="t" r="r" b="b"/>
              <a:pathLst>
                <a:path w="3300" h="5499" extrusionOk="0">
                  <a:moveTo>
                    <a:pt x="3122" y="1"/>
                  </a:moveTo>
                  <a:lnTo>
                    <a:pt x="3044" y="11"/>
                  </a:lnTo>
                  <a:cubicBezTo>
                    <a:pt x="3222" y="1245"/>
                    <a:pt x="2999" y="2533"/>
                    <a:pt x="2411" y="3633"/>
                  </a:cubicBezTo>
                  <a:cubicBezTo>
                    <a:pt x="2344" y="3766"/>
                    <a:pt x="2266" y="3833"/>
                    <a:pt x="2189" y="3855"/>
                  </a:cubicBezTo>
                  <a:cubicBezTo>
                    <a:pt x="2177" y="3744"/>
                    <a:pt x="2177" y="3644"/>
                    <a:pt x="2211" y="3544"/>
                  </a:cubicBezTo>
                  <a:cubicBezTo>
                    <a:pt x="2233" y="3499"/>
                    <a:pt x="2244" y="3455"/>
                    <a:pt x="2266" y="3411"/>
                  </a:cubicBezTo>
                  <a:lnTo>
                    <a:pt x="2189" y="3378"/>
                  </a:lnTo>
                  <a:cubicBezTo>
                    <a:pt x="2167" y="3422"/>
                    <a:pt x="2155" y="3467"/>
                    <a:pt x="2133" y="3511"/>
                  </a:cubicBezTo>
                  <a:cubicBezTo>
                    <a:pt x="1745" y="4410"/>
                    <a:pt x="945" y="5143"/>
                    <a:pt x="0" y="5422"/>
                  </a:cubicBezTo>
                  <a:lnTo>
                    <a:pt x="22" y="5499"/>
                  </a:lnTo>
                  <a:cubicBezTo>
                    <a:pt x="911" y="5232"/>
                    <a:pt x="1678" y="4577"/>
                    <a:pt x="2100" y="3766"/>
                  </a:cubicBezTo>
                  <a:cubicBezTo>
                    <a:pt x="2111" y="3810"/>
                    <a:pt x="2111" y="3855"/>
                    <a:pt x="2122" y="3899"/>
                  </a:cubicBezTo>
                  <a:lnTo>
                    <a:pt x="2133" y="3933"/>
                  </a:lnTo>
                  <a:lnTo>
                    <a:pt x="2167" y="3933"/>
                  </a:lnTo>
                  <a:cubicBezTo>
                    <a:pt x="2344" y="3933"/>
                    <a:pt x="2444" y="3733"/>
                    <a:pt x="2478" y="3677"/>
                  </a:cubicBezTo>
                  <a:cubicBezTo>
                    <a:pt x="3078" y="2556"/>
                    <a:pt x="3300" y="1255"/>
                    <a:pt x="312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61">
              <a:extLst>
                <a:ext uri="{FF2B5EF4-FFF2-40B4-BE49-F238E27FC236}">
                  <a16:creationId xmlns:a16="http://schemas.microsoft.com/office/drawing/2014/main" id="{1ACDF2FB-D780-15FD-BC83-DC609A3AC187}"/>
                </a:ext>
              </a:extLst>
            </p:cNvPr>
            <p:cNvSpPr/>
            <p:nvPr/>
          </p:nvSpPr>
          <p:spPr>
            <a:xfrm>
              <a:off x="2012300" y="3413200"/>
              <a:ext cx="17500" cy="52775"/>
            </a:xfrm>
            <a:custGeom>
              <a:avLst/>
              <a:gdLst/>
              <a:ahLst/>
              <a:cxnLst/>
              <a:rect l="l" t="t" r="r" b="b"/>
              <a:pathLst>
                <a:path w="700" h="2111" extrusionOk="0">
                  <a:moveTo>
                    <a:pt x="623" y="0"/>
                  </a:moveTo>
                  <a:cubicBezTo>
                    <a:pt x="300" y="656"/>
                    <a:pt x="89" y="1367"/>
                    <a:pt x="0" y="2100"/>
                  </a:cubicBezTo>
                  <a:lnTo>
                    <a:pt x="78" y="2111"/>
                  </a:lnTo>
                  <a:cubicBezTo>
                    <a:pt x="167" y="1389"/>
                    <a:pt x="367" y="689"/>
                    <a:pt x="700" y="34"/>
                  </a:cubicBezTo>
                  <a:lnTo>
                    <a:pt x="623"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61">
              <a:extLst>
                <a:ext uri="{FF2B5EF4-FFF2-40B4-BE49-F238E27FC236}">
                  <a16:creationId xmlns:a16="http://schemas.microsoft.com/office/drawing/2014/main" id="{21620F53-6389-2D17-75DA-FFB081A06A92}"/>
                </a:ext>
              </a:extLst>
            </p:cNvPr>
            <p:cNvSpPr/>
            <p:nvPr/>
          </p:nvSpPr>
          <p:spPr>
            <a:xfrm>
              <a:off x="2024775" y="3460700"/>
              <a:ext cx="6150" cy="27225"/>
            </a:xfrm>
            <a:custGeom>
              <a:avLst/>
              <a:gdLst/>
              <a:ahLst/>
              <a:cxnLst/>
              <a:rect l="l" t="t" r="r" b="b"/>
              <a:pathLst>
                <a:path w="246" h="1089" extrusionOk="0">
                  <a:moveTo>
                    <a:pt x="168" y="0"/>
                  </a:moveTo>
                  <a:cubicBezTo>
                    <a:pt x="45" y="344"/>
                    <a:pt x="1" y="722"/>
                    <a:pt x="23" y="1089"/>
                  </a:cubicBezTo>
                  <a:lnTo>
                    <a:pt x="112" y="1077"/>
                  </a:lnTo>
                  <a:cubicBezTo>
                    <a:pt x="79" y="722"/>
                    <a:pt x="124" y="356"/>
                    <a:pt x="245" y="23"/>
                  </a:cubicBezTo>
                  <a:lnTo>
                    <a:pt x="168"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61">
              <a:extLst>
                <a:ext uri="{FF2B5EF4-FFF2-40B4-BE49-F238E27FC236}">
                  <a16:creationId xmlns:a16="http://schemas.microsoft.com/office/drawing/2014/main" id="{591E0A45-B29A-81F3-679D-3A572BDBE57F}"/>
                </a:ext>
              </a:extLst>
            </p:cNvPr>
            <p:cNvSpPr/>
            <p:nvPr/>
          </p:nvSpPr>
          <p:spPr>
            <a:xfrm>
              <a:off x="2040625" y="3479025"/>
              <a:ext cx="3350" cy="17250"/>
            </a:xfrm>
            <a:custGeom>
              <a:avLst/>
              <a:gdLst/>
              <a:ahLst/>
              <a:cxnLst/>
              <a:rect l="l" t="t" r="r" b="b"/>
              <a:pathLst>
                <a:path w="134" h="690" extrusionOk="0">
                  <a:moveTo>
                    <a:pt x="56" y="0"/>
                  </a:moveTo>
                  <a:cubicBezTo>
                    <a:pt x="11" y="223"/>
                    <a:pt x="1" y="467"/>
                    <a:pt x="33" y="689"/>
                  </a:cubicBezTo>
                  <a:lnTo>
                    <a:pt x="112" y="689"/>
                  </a:lnTo>
                  <a:cubicBezTo>
                    <a:pt x="78" y="455"/>
                    <a:pt x="89" y="233"/>
                    <a:pt x="134" y="11"/>
                  </a:cubicBezTo>
                  <a:lnTo>
                    <a:pt x="56"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61">
              <a:extLst>
                <a:ext uri="{FF2B5EF4-FFF2-40B4-BE49-F238E27FC236}">
                  <a16:creationId xmlns:a16="http://schemas.microsoft.com/office/drawing/2014/main" id="{D934A4BB-D237-0D1A-7140-A951FA3CA011}"/>
                </a:ext>
              </a:extLst>
            </p:cNvPr>
            <p:cNvSpPr/>
            <p:nvPr/>
          </p:nvSpPr>
          <p:spPr>
            <a:xfrm>
              <a:off x="1946750" y="3436250"/>
              <a:ext cx="95025" cy="114725"/>
            </a:xfrm>
            <a:custGeom>
              <a:avLst/>
              <a:gdLst/>
              <a:ahLst/>
              <a:cxnLst/>
              <a:rect l="l" t="t" r="r" b="b"/>
              <a:pathLst>
                <a:path w="3801" h="4589" extrusionOk="0">
                  <a:moveTo>
                    <a:pt x="1" y="1"/>
                  </a:moveTo>
                  <a:lnTo>
                    <a:pt x="1" y="4267"/>
                  </a:lnTo>
                  <a:lnTo>
                    <a:pt x="11" y="4267"/>
                  </a:lnTo>
                  <a:cubicBezTo>
                    <a:pt x="123" y="4444"/>
                    <a:pt x="922" y="4588"/>
                    <a:pt x="1900" y="4588"/>
                  </a:cubicBezTo>
                  <a:cubicBezTo>
                    <a:pt x="2878" y="4588"/>
                    <a:pt x="3689" y="4444"/>
                    <a:pt x="3788" y="4267"/>
                  </a:cubicBezTo>
                  <a:lnTo>
                    <a:pt x="3800" y="4267"/>
                  </a:lnTo>
                  <a:lnTo>
                    <a:pt x="380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61">
              <a:extLst>
                <a:ext uri="{FF2B5EF4-FFF2-40B4-BE49-F238E27FC236}">
                  <a16:creationId xmlns:a16="http://schemas.microsoft.com/office/drawing/2014/main" id="{F2DA9F1B-6F66-55A8-65DD-16EA4855C608}"/>
                </a:ext>
              </a:extLst>
            </p:cNvPr>
            <p:cNvSpPr/>
            <p:nvPr/>
          </p:nvSpPr>
          <p:spPr>
            <a:xfrm>
              <a:off x="1946750" y="3428200"/>
              <a:ext cx="95025" cy="17800"/>
            </a:xfrm>
            <a:custGeom>
              <a:avLst/>
              <a:gdLst/>
              <a:ahLst/>
              <a:cxnLst/>
              <a:rect l="l" t="t" r="r" b="b"/>
              <a:pathLst>
                <a:path w="3801" h="712" extrusionOk="0">
                  <a:moveTo>
                    <a:pt x="1900" y="0"/>
                  </a:moveTo>
                  <a:cubicBezTo>
                    <a:pt x="856" y="0"/>
                    <a:pt x="1" y="156"/>
                    <a:pt x="1" y="356"/>
                  </a:cubicBezTo>
                  <a:cubicBezTo>
                    <a:pt x="1" y="556"/>
                    <a:pt x="856" y="711"/>
                    <a:pt x="1900" y="711"/>
                  </a:cubicBezTo>
                  <a:cubicBezTo>
                    <a:pt x="2956" y="711"/>
                    <a:pt x="3800" y="556"/>
                    <a:pt x="3800" y="356"/>
                  </a:cubicBezTo>
                  <a:cubicBezTo>
                    <a:pt x="3800" y="156"/>
                    <a:pt x="2956" y="0"/>
                    <a:pt x="1900"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61">
              <a:extLst>
                <a:ext uri="{FF2B5EF4-FFF2-40B4-BE49-F238E27FC236}">
                  <a16:creationId xmlns:a16="http://schemas.microsoft.com/office/drawing/2014/main" id="{197D3226-3BB4-67C6-0367-70A9F5986840}"/>
                </a:ext>
              </a:extLst>
            </p:cNvPr>
            <p:cNvSpPr/>
            <p:nvPr/>
          </p:nvSpPr>
          <p:spPr>
            <a:xfrm>
              <a:off x="1946750" y="3428200"/>
              <a:ext cx="95025" cy="13900"/>
            </a:xfrm>
            <a:custGeom>
              <a:avLst/>
              <a:gdLst/>
              <a:ahLst/>
              <a:cxnLst/>
              <a:rect l="l" t="t" r="r" b="b"/>
              <a:pathLst>
                <a:path w="3801" h="556" extrusionOk="0">
                  <a:moveTo>
                    <a:pt x="1900" y="0"/>
                  </a:moveTo>
                  <a:cubicBezTo>
                    <a:pt x="856" y="0"/>
                    <a:pt x="1" y="156"/>
                    <a:pt x="1" y="356"/>
                  </a:cubicBezTo>
                  <a:cubicBezTo>
                    <a:pt x="1" y="434"/>
                    <a:pt x="123" y="500"/>
                    <a:pt x="323" y="556"/>
                  </a:cubicBezTo>
                  <a:cubicBezTo>
                    <a:pt x="667" y="456"/>
                    <a:pt x="1245" y="400"/>
                    <a:pt x="1900" y="400"/>
                  </a:cubicBezTo>
                  <a:cubicBezTo>
                    <a:pt x="2566" y="400"/>
                    <a:pt x="3144" y="456"/>
                    <a:pt x="3489" y="556"/>
                  </a:cubicBezTo>
                  <a:cubicBezTo>
                    <a:pt x="3689" y="500"/>
                    <a:pt x="3800" y="434"/>
                    <a:pt x="3800" y="356"/>
                  </a:cubicBezTo>
                  <a:cubicBezTo>
                    <a:pt x="3800" y="156"/>
                    <a:pt x="2956" y="0"/>
                    <a:pt x="1900"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61">
              <a:extLst>
                <a:ext uri="{FF2B5EF4-FFF2-40B4-BE49-F238E27FC236}">
                  <a16:creationId xmlns:a16="http://schemas.microsoft.com/office/drawing/2014/main" id="{239378CF-9968-28A1-E935-A6F53315373E}"/>
                </a:ext>
              </a:extLst>
            </p:cNvPr>
            <p:cNvSpPr/>
            <p:nvPr/>
          </p:nvSpPr>
          <p:spPr>
            <a:xfrm>
              <a:off x="1960650" y="3482350"/>
              <a:ext cx="89700" cy="98925"/>
            </a:xfrm>
            <a:custGeom>
              <a:avLst/>
              <a:gdLst/>
              <a:ahLst/>
              <a:cxnLst/>
              <a:rect l="l" t="t" r="r" b="b"/>
              <a:pathLst>
                <a:path w="3588" h="3957" extrusionOk="0">
                  <a:moveTo>
                    <a:pt x="1899" y="1"/>
                  </a:moveTo>
                  <a:cubicBezTo>
                    <a:pt x="1811" y="1"/>
                    <a:pt x="1699" y="56"/>
                    <a:pt x="1677" y="145"/>
                  </a:cubicBezTo>
                  <a:cubicBezTo>
                    <a:pt x="1633" y="345"/>
                    <a:pt x="1966" y="522"/>
                    <a:pt x="1877" y="712"/>
                  </a:cubicBezTo>
                  <a:cubicBezTo>
                    <a:pt x="1489" y="623"/>
                    <a:pt x="1089" y="545"/>
                    <a:pt x="700" y="467"/>
                  </a:cubicBezTo>
                  <a:cubicBezTo>
                    <a:pt x="634" y="453"/>
                    <a:pt x="562" y="441"/>
                    <a:pt x="492" y="441"/>
                  </a:cubicBezTo>
                  <a:cubicBezTo>
                    <a:pt x="398" y="441"/>
                    <a:pt x="309" y="463"/>
                    <a:pt x="245" y="534"/>
                  </a:cubicBezTo>
                  <a:cubicBezTo>
                    <a:pt x="156" y="645"/>
                    <a:pt x="189" y="833"/>
                    <a:pt x="300" y="934"/>
                  </a:cubicBezTo>
                  <a:cubicBezTo>
                    <a:pt x="411" y="1033"/>
                    <a:pt x="556" y="1078"/>
                    <a:pt x="700" y="1122"/>
                  </a:cubicBezTo>
                  <a:cubicBezTo>
                    <a:pt x="1055" y="1223"/>
                    <a:pt x="1400" y="1322"/>
                    <a:pt x="1755" y="1423"/>
                  </a:cubicBezTo>
                  <a:cubicBezTo>
                    <a:pt x="1766" y="1467"/>
                    <a:pt x="1699" y="1500"/>
                    <a:pt x="1644" y="1500"/>
                  </a:cubicBezTo>
                  <a:cubicBezTo>
                    <a:pt x="1455" y="1500"/>
                    <a:pt x="1267" y="1456"/>
                    <a:pt x="1089" y="1411"/>
                  </a:cubicBezTo>
                  <a:cubicBezTo>
                    <a:pt x="906" y="1369"/>
                    <a:pt x="728" y="1327"/>
                    <a:pt x="555" y="1327"/>
                  </a:cubicBezTo>
                  <a:cubicBezTo>
                    <a:pt x="453" y="1327"/>
                    <a:pt x="354" y="1341"/>
                    <a:pt x="255" y="1378"/>
                  </a:cubicBezTo>
                  <a:cubicBezTo>
                    <a:pt x="156" y="1411"/>
                    <a:pt x="45" y="1489"/>
                    <a:pt x="33" y="1600"/>
                  </a:cubicBezTo>
                  <a:cubicBezTo>
                    <a:pt x="0" y="1800"/>
                    <a:pt x="233" y="1911"/>
                    <a:pt x="422" y="1956"/>
                  </a:cubicBezTo>
                  <a:cubicBezTo>
                    <a:pt x="811" y="2055"/>
                    <a:pt x="1211" y="2144"/>
                    <a:pt x="1600" y="2223"/>
                  </a:cubicBezTo>
                  <a:cubicBezTo>
                    <a:pt x="1501" y="2338"/>
                    <a:pt x="1340" y="2380"/>
                    <a:pt x="1182" y="2380"/>
                  </a:cubicBezTo>
                  <a:cubicBezTo>
                    <a:pt x="1128" y="2380"/>
                    <a:pt x="1073" y="2375"/>
                    <a:pt x="1022" y="2367"/>
                  </a:cubicBezTo>
                  <a:cubicBezTo>
                    <a:pt x="851" y="2340"/>
                    <a:pt x="687" y="2291"/>
                    <a:pt x="519" y="2291"/>
                  </a:cubicBezTo>
                  <a:cubicBezTo>
                    <a:pt x="479" y="2291"/>
                    <a:pt x="440" y="2294"/>
                    <a:pt x="400" y="2300"/>
                  </a:cubicBezTo>
                  <a:cubicBezTo>
                    <a:pt x="245" y="2322"/>
                    <a:pt x="78" y="2455"/>
                    <a:pt x="111" y="2611"/>
                  </a:cubicBezTo>
                  <a:cubicBezTo>
                    <a:pt x="134" y="2711"/>
                    <a:pt x="233" y="2778"/>
                    <a:pt x="322" y="2822"/>
                  </a:cubicBezTo>
                  <a:cubicBezTo>
                    <a:pt x="700" y="3011"/>
                    <a:pt x="1122" y="3122"/>
                    <a:pt x="1544" y="3144"/>
                  </a:cubicBezTo>
                  <a:cubicBezTo>
                    <a:pt x="1445" y="3251"/>
                    <a:pt x="1314" y="3279"/>
                    <a:pt x="1169" y="3279"/>
                  </a:cubicBezTo>
                  <a:cubicBezTo>
                    <a:pt x="1104" y="3279"/>
                    <a:pt x="1035" y="3274"/>
                    <a:pt x="966" y="3267"/>
                  </a:cubicBezTo>
                  <a:cubicBezTo>
                    <a:pt x="900" y="3267"/>
                    <a:pt x="833" y="3262"/>
                    <a:pt x="767" y="3262"/>
                  </a:cubicBezTo>
                  <a:cubicBezTo>
                    <a:pt x="733" y="3262"/>
                    <a:pt x="700" y="3263"/>
                    <a:pt x="667" y="3267"/>
                  </a:cubicBezTo>
                  <a:cubicBezTo>
                    <a:pt x="600" y="3267"/>
                    <a:pt x="533" y="3289"/>
                    <a:pt x="489" y="3344"/>
                  </a:cubicBezTo>
                  <a:cubicBezTo>
                    <a:pt x="411" y="3467"/>
                    <a:pt x="556" y="3622"/>
                    <a:pt x="689" y="3689"/>
                  </a:cubicBezTo>
                  <a:cubicBezTo>
                    <a:pt x="1054" y="3875"/>
                    <a:pt x="1509" y="3957"/>
                    <a:pt x="1958" y="3957"/>
                  </a:cubicBezTo>
                  <a:cubicBezTo>
                    <a:pt x="2287" y="3957"/>
                    <a:pt x="2613" y="3913"/>
                    <a:pt x="2899" y="3833"/>
                  </a:cubicBezTo>
                  <a:cubicBezTo>
                    <a:pt x="3499" y="3667"/>
                    <a:pt x="3277" y="2700"/>
                    <a:pt x="3232" y="2223"/>
                  </a:cubicBezTo>
                  <a:cubicBezTo>
                    <a:pt x="3177" y="1712"/>
                    <a:pt x="3210" y="1122"/>
                    <a:pt x="3588" y="767"/>
                  </a:cubicBezTo>
                  <a:cubicBezTo>
                    <a:pt x="3121" y="534"/>
                    <a:pt x="2644" y="300"/>
                    <a:pt x="2166" y="78"/>
                  </a:cubicBezTo>
                  <a:cubicBezTo>
                    <a:pt x="2089" y="34"/>
                    <a:pt x="2000" y="1"/>
                    <a:pt x="189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61">
              <a:extLst>
                <a:ext uri="{FF2B5EF4-FFF2-40B4-BE49-F238E27FC236}">
                  <a16:creationId xmlns:a16="http://schemas.microsoft.com/office/drawing/2014/main" id="{2E40A58F-BC6C-E442-79BB-6885AD6D6836}"/>
                </a:ext>
              </a:extLst>
            </p:cNvPr>
            <p:cNvSpPr/>
            <p:nvPr/>
          </p:nvSpPr>
          <p:spPr>
            <a:xfrm>
              <a:off x="1974525" y="3564050"/>
              <a:ext cx="7575" cy="9425"/>
            </a:xfrm>
            <a:custGeom>
              <a:avLst/>
              <a:gdLst/>
              <a:ahLst/>
              <a:cxnLst/>
              <a:rect l="l" t="t" r="r" b="b"/>
              <a:pathLst>
                <a:path w="303" h="377" extrusionOk="0">
                  <a:moveTo>
                    <a:pt x="265" y="0"/>
                  </a:moveTo>
                  <a:cubicBezTo>
                    <a:pt x="247" y="0"/>
                    <a:pt x="224" y="12"/>
                    <a:pt x="201" y="21"/>
                  </a:cubicBezTo>
                  <a:cubicBezTo>
                    <a:pt x="145" y="54"/>
                    <a:pt x="90" y="76"/>
                    <a:pt x="23" y="98"/>
                  </a:cubicBezTo>
                  <a:cubicBezTo>
                    <a:pt x="11" y="98"/>
                    <a:pt x="1" y="110"/>
                    <a:pt x="1" y="132"/>
                  </a:cubicBezTo>
                  <a:cubicBezTo>
                    <a:pt x="1" y="143"/>
                    <a:pt x="11" y="143"/>
                    <a:pt x="11" y="154"/>
                  </a:cubicBezTo>
                  <a:cubicBezTo>
                    <a:pt x="78" y="254"/>
                    <a:pt x="145" y="332"/>
                    <a:pt x="234" y="376"/>
                  </a:cubicBezTo>
                  <a:cubicBezTo>
                    <a:pt x="256" y="288"/>
                    <a:pt x="278" y="199"/>
                    <a:pt x="290" y="98"/>
                  </a:cubicBezTo>
                  <a:cubicBezTo>
                    <a:pt x="302" y="21"/>
                    <a:pt x="289" y="0"/>
                    <a:pt x="265"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61">
              <a:extLst>
                <a:ext uri="{FF2B5EF4-FFF2-40B4-BE49-F238E27FC236}">
                  <a16:creationId xmlns:a16="http://schemas.microsoft.com/office/drawing/2014/main" id="{A36327D5-AA97-82A1-91C7-BEF79C868AB5}"/>
                </a:ext>
              </a:extLst>
            </p:cNvPr>
            <p:cNvSpPr/>
            <p:nvPr/>
          </p:nvSpPr>
          <p:spPr>
            <a:xfrm>
              <a:off x="1966750" y="3543625"/>
              <a:ext cx="7400" cy="9300"/>
            </a:xfrm>
            <a:custGeom>
              <a:avLst/>
              <a:gdLst/>
              <a:ahLst/>
              <a:cxnLst/>
              <a:rect l="l" t="t" r="r" b="b"/>
              <a:pathLst>
                <a:path w="296" h="372" extrusionOk="0">
                  <a:moveTo>
                    <a:pt x="261" y="1"/>
                  </a:moveTo>
                  <a:cubicBezTo>
                    <a:pt x="245" y="1"/>
                    <a:pt x="224" y="13"/>
                    <a:pt x="201" y="27"/>
                  </a:cubicBezTo>
                  <a:cubicBezTo>
                    <a:pt x="134" y="49"/>
                    <a:pt x="78" y="71"/>
                    <a:pt x="23" y="93"/>
                  </a:cubicBezTo>
                  <a:cubicBezTo>
                    <a:pt x="11" y="93"/>
                    <a:pt x="1" y="105"/>
                    <a:pt x="1" y="127"/>
                  </a:cubicBezTo>
                  <a:cubicBezTo>
                    <a:pt x="1" y="138"/>
                    <a:pt x="1" y="138"/>
                    <a:pt x="11" y="149"/>
                  </a:cubicBezTo>
                  <a:cubicBezTo>
                    <a:pt x="67" y="249"/>
                    <a:pt x="145" y="327"/>
                    <a:pt x="223" y="371"/>
                  </a:cubicBezTo>
                  <a:cubicBezTo>
                    <a:pt x="256" y="283"/>
                    <a:pt x="267" y="194"/>
                    <a:pt x="289" y="93"/>
                  </a:cubicBezTo>
                  <a:cubicBezTo>
                    <a:pt x="296" y="23"/>
                    <a:pt x="283" y="1"/>
                    <a:pt x="26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61">
              <a:extLst>
                <a:ext uri="{FF2B5EF4-FFF2-40B4-BE49-F238E27FC236}">
                  <a16:creationId xmlns:a16="http://schemas.microsoft.com/office/drawing/2014/main" id="{C88567EC-7D1B-FEBF-44E2-F8A86A5ECBE1}"/>
                </a:ext>
              </a:extLst>
            </p:cNvPr>
            <p:cNvSpPr/>
            <p:nvPr/>
          </p:nvSpPr>
          <p:spPr>
            <a:xfrm>
              <a:off x="1966750" y="3518475"/>
              <a:ext cx="7400" cy="9175"/>
            </a:xfrm>
            <a:custGeom>
              <a:avLst/>
              <a:gdLst/>
              <a:ahLst/>
              <a:cxnLst/>
              <a:rect l="l" t="t" r="r" b="b"/>
              <a:pathLst>
                <a:path w="296" h="367" extrusionOk="0">
                  <a:moveTo>
                    <a:pt x="263" y="0"/>
                  </a:moveTo>
                  <a:cubicBezTo>
                    <a:pt x="247" y="0"/>
                    <a:pt x="225" y="12"/>
                    <a:pt x="201" y="22"/>
                  </a:cubicBezTo>
                  <a:cubicBezTo>
                    <a:pt x="134" y="44"/>
                    <a:pt x="78" y="67"/>
                    <a:pt x="23" y="89"/>
                  </a:cubicBezTo>
                  <a:cubicBezTo>
                    <a:pt x="11" y="99"/>
                    <a:pt x="1" y="99"/>
                    <a:pt x="1" y="122"/>
                  </a:cubicBezTo>
                  <a:cubicBezTo>
                    <a:pt x="1" y="133"/>
                    <a:pt x="1" y="144"/>
                    <a:pt x="11" y="144"/>
                  </a:cubicBezTo>
                  <a:cubicBezTo>
                    <a:pt x="67" y="244"/>
                    <a:pt x="145" y="322"/>
                    <a:pt x="223" y="366"/>
                  </a:cubicBezTo>
                  <a:cubicBezTo>
                    <a:pt x="256" y="277"/>
                    <a:pt x="267" y="188"/>
                    <a:pt x="289" y="89"/>
                  </a:cubicBezTo>
                  <a:cubicBezTo>
                    <a:pt x="295" y="20"/>
                    <a:pt x="284" y="0"/>
                    <a:pt x="263"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61">
              <a:extLst>
                <a:ext uri="{FF2B5EF4-FFF2-40B4-BE49-F238E27FC236}">
                  <a16:creationId xmlns:a16="http://schemas.microsoft.com/office/drawing/2014/main" id="{008DD544-C835-A372-7E67-865F9FA94723}"/>
                </a:ext>
              </a:extLst>
            </p:cNvPr>
            <p:cNvSpPr/>
            <p:nvPr/>
          </p:nvSpPr>
          <p:spPr>
            <a:xfrm>
              <a:off x="1969800" y="3496275"/>
              <a:ext cx="7575" cy="9425"/>
            </a:xfrm>
            <a:custGeom>
              <a:avLst/>
              <a:gdLst/>
              <a:ahLst/>
              <a:cxnLst/>
              <a:rect l="l" t="t" r="r" b="b"/>
              <a:pathLst>
                <a:path w="303" h="377" extrusionOk="0">
                  <a:moveTo>
                    <a:pt x="265" y="1"/>
                  </a:moveTo>
                  <a:cubicBezTo>
                    <a:pt x="248" y="1"/>
                    <a:pt x="224" y="12"/>
                    <a:pt x="200" y="21"/>
                  </a:cubicBezTo>
                  <a:cubicBezTo>
                    <a:pt x="145" y="44"/>
                    <a:pt x="79" y="66"/>
                    <a:pt x="23" y="99"/>
                  </a:cubicBezTo>
                  <a:cubicBezTo>
                    <a:pt x="12" y="99"/>
                    <a:pt x="0" y="110"/>
                    <a:pt x="0" y="133"/>
                  </a:cubicBezTo>
                  <a:cubicBezTo>
                    <a:pt x="0" y="133"/>
                    <a:pt x="12" y="143"/>
                    <a:pt x="12" y="155"/>
                  </a:cubicBezTo>
                  <a:cubicBezTo>
                    <a:pt x="79" y="244"/>
                    <a:pt x="145" y="321"/>
                    <a:pt x="234" y="377"/>
                  </a:cubicBezTo>
                  <a:cubicBezTo>
                    <a:pt x="256" y="288"/>
                    <a:pt x="279" y="199"/>
                    <a:pt x="289" y="99"/>
                  </a:cubicBezTo>
                  <a:cubicBezTo>
                    <a:pt x="302" y="22"/>
                    <a:pt x="289" y="1"/>
                    <a:pt x="265"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61">
              <a:extLst>
                <a:ext uri="{FF2B5EF4-FFF2-40B4-BE49-F238E27FC236}">
                  <a16:creationId xmlns:a16="http://schemas.microsoft.com/office/drawing/2014/main" id="{8B8AE81F-94E2-BE9F-7217-A32A73D35F28}"/>
                </a:ext>
              </a:extLst>
            </p:cNvPr>
            <p:cNvSpPr/>
            <p:nvPr/>
          </p:nvSpPr>
          <p:spPr>
            <a:xfrm>
              <a:off x="2006750" y="3483175"/>
              <a:ext cx="7500" cy="8650"/>
            </a:xfrm>
            <a:custGeom>
              <a:avLst/>
              <a:gdLst/>
              <a:ahLst/>
              <a:cxnLst/>
              <a:rect l="l" t="t" r="r" b="b"/>
              <a:pathLst>
                <a:path w="300" h="346" extrusionOk="0">
                  <a:moveTo>
                    <a:pt x="33" y="1"/>
                  </a:moveTo>
                  <a:cubicBezTo>
                    <a:pt x="23" y="1"/>
                    <a:pt x="11" y="12"/>
                    <a:pt x="0" y="23"/>
                  </a:cubicBezTo>
                  <a:lnTo>
                    <a:pt x="0" y="57"/>
                  </a:lnTo>
                  <a:cubicBezTo>
                    <a:pt x="23" y="168"/>
                    <a:pt x="55" y="267"/>
                    <a:pt x="111" y="345"/>
                  </a:cubicBezTo>
                  <a:cubicBezTo>
                    <a:pt x="166" y="279"/>
                    <a:pt x="222" y="201"/>
                    <a:pt x="278" y="123"/>
                  </a:cubicBezTo>
                  <a:cubicBezTo>
                    <a:pt x="289" y="90"/>
                    <a:pt x="300" y="67"/>
                    <a:pt x="300" y="57"/>
                  </a:cubicBezTo>
                  <a:cubicBezTo>
                    <a:pt x="300" y="45"/>
                    <a:pt x="289" y="45"/>
                    <a:pt x="278" y="34"/>
                  </a:cubicBezTo>
                  <a:cubicBezTo>
                    <a:pt x="255" y="34"/>
                    <a:pt x="245" y="23"/>
                    <a:pt x="233" y="12"/>
                  </a:cubicBezTo>
                  <a:lnTo>
                    <a:pt x="222" y="12"/>
                  </a:lnTo>
                  <a:cubicBezTo>
                    <a:pt x="166" y="12"/>
                    <a:pt x="100" y="12"/>
                    <a:pt x="3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61">
              <a:extLst>
                <a:ext uri="{FF2B5EF4-FFF2-40B4-BE49-F238E27FC236}">
                  <a16:creationId xmlns:a16="http://schemas.microsoft.com/office/drawing/2014/main" id="{77035E6E-F134-A251-8131-54409CC1F17D}"/>
                </a:ext>
              </a:extLst>
            </p:cNvPr>
            <p:cNvSpPr/>
            <p:nvPr/>
          </p:nvSpPr>
          <p:spPr>
            <a:xfrm>
              <a:off x="2016200" y="3300175"/>
              <a:ext cx="272450" cy="317450"/>
            </a:xfrm>
            <a:custGeom>
              <a:avLst/>
              <a:gdLst/>
              <a:ahLst/>
              <a:cxnLst/>
              <a:rect l="l" t="t" r="r" b="b"/>
              <a:pathLst>
                <a:path w="10898" h="12698" extrusionOk="0">
                  <a:moveTo>
                    <a:pt x="8039" y="0"/>
                  </a:moveTo>
                  <a:cubicBezTo>
                    <a:pt x="8029" y="0"/>
                    <a:pt x="8019" y="0"/>
                    <a:pt x="8009" y="0"/>
                  </a:cubicBezTo>
                  <a:cubicBezTo>
                    <a:pt x="7110" y="11"/>
                    <a:pt x="6910" y="700"/>
                    <a:pt x="6632" y="1389"/>
                  </a:cubicBezTo>
                  <a:cubicBezTo>
                    <a:pt x="6265" y="2311"/>
                    <a:pt x="6032" y="3289"/>
                    <a:pt x="5921" y="4266"/>
                  </a:cubicBezTo>
                  <a:cubicBezTo>
                    <a:pt x="5921" y="5310"/>
                    <a:pt x="5787" y="6355"/>
                    <a:pt x="5643" y="7399"/>
                  </a:cubicBezTo>
                  <a:cubicBezTo>
                    <a:pt x="5232" y="7466"/>
                    <a:pt x="4821" y="7521"/>
                    <a:pt x="4421" y="7554"/>
                  </a:cubicBezTo>
                  <a:cubicBezTo>
                    <a:pt x="3928" y="7600"/>
                    <a:pt x="3437" y="7625"/>
                    <a:pt x="2945" y="7625"/>
                  </a:cubicBezTo>
                  <a:cubicBezTo>
                    <a:pt x="2251" y="7625"/>
                    <a:pt x="1557" y="7576"/>
                    <a:pt x="855" y="7466"/>
                  </a:cubicBezTo>
                  <a:lnTo>
                    <a:pt x="855" y="7466"/>
                  </a:lnTo>
                  <a:cubicBezTo>
                    <a:pt x="922" y="7821"/>
                    <a:pt x="1144" y="8143"/>
                    <a:pt x="1444" y="8343"/>
                  </a:cubicBezTo>
                  <a:cubicBezTo>
                    <a:pt x="1294" y="8293"/>
                    <a:pt x="1136" y="8268"/>
                    <a:pt x="977" y="8268"/>
                  </a:cubicBezTo>
                  <a:cubicBezTo>
                    <a:pt x="819" y="8268"/>
                    <a:pt x="661" y="8293"/>
                    <a:pt x="511" y="8343"/>
                  </a:cubicBezTo>
                  <a:cubicBezTo>
                    <a:pt x="444" y="8365"/>
                    <a:pt x="388" y="8399"/>
                    <a:pt x="366" y="8465"/>
                  </a:cubicBezTo>
                  <a:cubicBezTo>
                    <a:pt x="333" y="8543"/>
                    <a:pt x="400" y="8631"/>
                    <a:pt x="477" y="8687"/>
                  </a:cubicBezTo>
                  <a:cubicBezTo>
                    <a:pt x="667" y="8865"/>
                    <a:pt x="889" y="9009"/>
                    <a:pt x="1122" y="9132"/>
                  </a:cubicBezTo>
                  <a:cubicBezTo>
                    <a:pt x="996" y="9100"/>
                    <a:pt x="871" y="9087"/>
                    <a:pt x="748" y="9087"/>
                  </a:cubicBezTo>
                  <a:cubicBezTo>
                    <a:pt x="653" y="9087"/>
                    <a:pt x="559" y="9095"/>
                    <a:pt x="467" y="9110"/>
                  </a:cubicBezTo>
                  <a:cubicBezTo>
                    <a:pt x="378" y="9120"/>
                    <a:pt x="289" y="9143"/>
                    <a:pt x="233" y="9221"/>
                  </a:cubicBezTo>
                  <a:cubicBezTo>
                    <a:pt x="156" y="9332"/>
                    <a:pt x="233" y="9498"/>
                    <a:pt x="333" y="9609"/>
                  </a:cubicBezTo>
                  <a:cubicBezTo>
                    <a:pt x="522" y="9809"/>
                    <a:pt x="766" y="9965"/>
                    <a:pt x="1033" y="10031"/>
                  </a:cubicBezTo>
                  <a:cubicBezTo>
                    <a:pt x="1002" y="10029"/>
                    <a:pt x="971" y="10028"/>
                    <a:pt x="940" y="10028"/>
                  </a:cubicBezTo>
                  <a:cubicBezTo>
                    <a:pt x="692" y="10028"/>
                    <a:pt x="442" y="10106"/>
                    <a:pt x="244" y="10253"/>
                  </a:cubicBezTo>
                  <a:cubicBezTo>
                    <a:pt x="111" y="10342"/>
                    <a:pt x="0" y="10476"/>
                    <a:pt x="0" y="10631"/>
                  </a:cubicBezTo>
                  <a:cubicBezTo>
                    <a:pt x="11" y="10798"/>
                    <a:pt x="156" y="10931"/>
                    <a:pt x="322" y="10976"/>
                  </a:cubicBezTo>
                  <a:cubicBezTo>
                    <a:pt x="388" y="10994"/>
                    <a:pt x="455" y="11001"/>
                    <a:pt x="521" y="11001"/>
                  </a:cubicBezTo>
                  <a:cubicBezTo>
                    <a:pt x="622" y="11001"/>
                    <a:pt x="722" y="10985"/>
                    <a:pt x="822" y="10964"/>
                  </a:cubicBezTo>
                  <a:lnTo>
                    <a:pt x="822" y="10964"/>
                  </a:lnTo>
                  <a:cubicBezTo>
                    <a:pt x="699" y="11154"/>
                    <a:pt x="366" y="11176"/>
                    <a:pt x="344" y="11398"/>
                  </a:cubicBezTo>
                  <a:cubicBezTo>
                    <a:pt x="333" y="11564"/>
                    <a:pt x="533" y="11653"/>
                    <a:pt x="699" y="11698"/>
                  </a:cubicBezTo>
                  <a:cubicBezTo>
                    <a:pt x="1377" y="11875"/>
                    <a:pt x="2066" y="11998"/>
                    <a:pt x="2766" y="12075"/>
                  </a:cubicBezTo>
                  <a:cubicBezTo>
                    <a:pt x="3032" y="12097"/>
                    <a:pt x="3277" y="12164"/>
                    <a:pt x="3543" y="12176"/>
                  </a:cubicBezTo>
                  <a:lnTo>
                    <a:pt x="3688" y="12176"/>
                  </a:lnTo>
                  <a:cubicBezTo>
                    <a:pt x="3877" y="12176"/>
                    <a:pt x="4088" y="12176"/>
                    <a:pt x="4232" y="12297"/>
                  </a:cubicBezTo>
                  <a:cubicBezTo>
                    <a:pt x="4132" y="12209"/>
                    <a:pt x="4032" y="12120"/>
                    <a:pt x="3921" y="12031"/>
                  </a:cubicBezTo>
                  <a:lnTo>
                    <a:pt x="3921" y="12031"/>
                  </a:lnTo>
                  <a:cubicBezTo>
                    <a:pt x="4821" y="12342"/>
                    <a:pt x="5743" y="12564"/>
                    <a:pt x="6676" y="12697"/>
                  </a:cubicBezTo>
                  <a:cubicBezTo>
                    <a:pt x="6454" y="12586"/>
                    <a:pt x="6221" y="12464"/>
                    <a:pt x="5999" y="12353"/>
                  </a:cubicBezTo>
                  <a:cubicBezTo>
                    <a:pt x="6510" y="12353"/>
                    <a:pt x="7031" y="12320"/>
                    <a:pt x="7542" y="12265"/>
                  </a:cubicBezTo>
                  <a:cubicBezTo>
                    <a:pt x="7542" y="12253"/>
                    <a:pt x="7532" y="12242"/>
                    <a:pt x="7532" y="12220"/>
                  </a:cubicBezTo>
                  <a:lnTo>
                    <a:pt x="7532" y="12220"/>
                  </a:lnTo>
                  <a:cubicBezTo>
                    <a:pt x="7634" y="12230"/>
                    <a:pt x="7738" y="12235"/>
                    <a:pt x="7841" y="12235"/>
                  </a:cubicBezTo>
                  <a:cubicBezTo>
                    <a:pt x="8075" y="12235"/>
                    <a:pt x="8308" y="12210"/>
                    <a:pt x="8532" y="12164"/>
                  </a:cubicBezTo>
                  <a:cubicBezTo>
                    <a:pt x="8764" y="12109"/>
                    <a:pt x="8998" y="12020"/>
                    <a:pt x="9198" y="11887"/>
                  </a:cubicBezTo>
                  <a:cubicBezTo>
                    <a:pt x="9487" y="11698"/>
                    <a:pt x="9687" y="11409"/>
                    <a:pt x="9853" y="11109"/>
                  </a:cubicBezTo>
                  <a:cubicBezTo>
                    <a:pt x="10164" y="10542"/>
                    <a:pt x="10386" y="9942"/>
                    <a:pt x="10542" y="9310"/>
                  </a:cubicBezTo>
                  <a:cubicBezTo>
                    <a:pt x="10653" y="8843"/>
                    <a:pt x="10731" y="8365"/>
                    <a:pt x="10776" y="7888"/>
                  </a:cubicBezTo>
                  <a:cubicBezTo>
                    <a:pt x="10897" y="6577"/>
                    <a:pt x="10831" y="5232"/>
                    <a:pt x="10720" y="3921"/>
                  </a:cubicBezTo>
                  <a:cubicBezTo>
                    <a:pt x="10620" y="2800"/>
                    <a:pt x="10420" y="1644"/>
                    <a:pt x="9631" y="800"/>
                  </a:cubicBezTo>
                  <a:cubicBezTo>
                    <a:pt x="9215" y="352"/>
                    <a:pt x="8649" y="0"/>
                    <a:pt x="8039" y="0"/>
                  </a:cubicBezTo>
                  <a:close/>
                </a:path>
              </a:pathLst>
            </a:custGeom>
            <a:solidFill>
              <a:srgbClr val="E3F1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61">
              <a:extLst>
                <a:ext uri="{FF2B5EF4-FFF2-40B4-BE49-F238E27FC236}">
                  <a16:creationId xmlns:a16="http://schemas.microsoft.com/office/drawing/2014/main" id="{ACA89507-BACE-8A39-6A53-B66441BE19B0}"/>
                </a:ext>
              </a:extLst>
            </p:cNvPr>
            <p:cNvSpPr/>
            <p:nvPr/>
          </p:nvSpPr>
          <p:spPr>
            <a:xfrm>
              <a:off x="2214475" y="3300175"/>
              <a:ext cx="42250" cy="19725"/>
            </a:xfrm>
            <a:custGeom>
              <a:avLst/>
              <a:gdLst/>
              <a:ahLst/>
              <a:cxnLst/>
              <a:rect l="l" t="t" r="r" b="b"/>
              <a:pathLst>
                <a:path w="1690" h="789" extrusionOk="0">
                  <a:moveTo>
                    <a:pt x="1678" y="778"/>
                  </a:moveTo>
                  <a:lnTo>
                    <a:pt x="1689" y="789"/>
                  </a:lnTo>
                  <a:lnTo>
                    <a:pt x="1678" y="778"/>
                  </a:lnTo>
                  <a:close/>
                  <a:moveTo>
                    <a:pt x="1655" y="744"/>
                  </a:moveTo>
                  <a:cubicBezTo>
                    <a:pt x="1655" y="756"/>
                    <a:pt x="1667" y="766"/>
                    <a:pt x="1678" y="778"/>
                  </a:cubicBezTo>
                  <a:cubicBezTo>
                    <a:pt x="1667" y="766"/>
                    <a:pt x="1655" y="756"/>
                    <a:pt x="1655" y="744"/>
                  </a:cubicBezTo>
                  <a:close/>
                  <a:moveTo>
                    <a:pt x="1" y="0"/>
                  </a:moveTo>
                  <a:lnTo>
                    <a:pt x="1" y="0"/>
                  </a:lnTo>
                  <a:lnTo>
                    <a:pt x="1" y="0"/>
                  </a:lnTo>
                  <a:close/>
                  <a:moveTo>
                    <a:pt x="1" y="0"/>
                  </a:moveTo>
                  <a:lnTo>
                    <a:pt x="1" y="0"/>
                  </a:lnTo>
                  <a:lnTo>
                    <a:pt x="1" y="0"/>
                  </a:lnTo>
                  <a:close/>
                  <a:moveTo>
                    <a:pt x="11" y="0"/>
                  </a:moveTo>
                  <a:lnTo>
                    <a:pt x="11" y="0"/>
                  </a:lnTo>
                  <a:lnTo>
                    <a:pt x="11" y="0"/>
                  </a:lnTo>
                  <a:close/>
                  <a:moveTo>
                    <a:pt x="11" y="0"/>
                  </a:moveTo>
                  <a:lnTo>
                    <a:pt x="11" y="0"/>
                  </a:lnTo>
                  <a:lnTo>
                    <a:pt x="11" y="0"/>
                  </a:lnTo>
                  <a:close/>
                  <a:moveTo>
                    <a:pt x="23" y="0"/>
                  </a:moveTo>
                  <a:lnTo>
                    <a:pt x="23" y="0"/>
                  </a:lnTo>
                  <a:lnTo>
                    <a:pt x="23" y="0"/>
                  </a:lnTo>
                  <a:close/>
                  <a:moveTo>
                    <a:pt x="23" y="0"/>
                  </a:moveTo>
                  <a:lnTo>
                    <a:pt x="23" y="0"/>
                  </a:lnTo>
                  <a:lnTo>
                    <a:pt x="23" y="0"/>
                  </a:lnTo>
                  <a:close/>
                  <a:moveTo>
                    <a:pt x="34" y="0"/>
                  </a:moveTo>
                  <a:lnTo>
                    <a:pt x="34" y="0"/>
                  </a:lnTo>
                  <a:lnTo>
                    <a:pt x="34" y="0"/>
                  </a:lnTo>
                  <a:close/>
                  <a:moveTo>
                    <a:pt x="34" y="0"/>
                  </a:moveTo>
                  <a:lnTo>
                    <a:pt x="34" y="0"/>
                  </a:lnTo>
                  <a:lnTo>
                    <a:pt x="34" y="0"/>
                  </a:lnTo>
                  <a:close/>
                  <a:moveTo>
                    <a:pt x="45" y="0"/>
                  </a:moveTo>
                  <a:lnTo>
                    <a:pt x="45" y="0"/>
                  </a:lnTo>
                  <a:lnTo>
                    <a:pt x="45" y="0"/>
                  </a:lnTo>
                  <a:close/>
                  <a:moveTo>
                    <a:pt x="45" y="0"/>
                  </a:moveTo>
                  <a:lnTo>
                    <a:pt x="45" y="0"/>
                  </a:lnTo>
                  <a:lnTo>
                    <a:pt x="45" y="0"/>
                  </a:lnTo>
                  <a:close/>
                  <a:moveTo>
                    <a:pt x="56" y="0"/>
                  </a:moveTo>
                  <a:lnTo>
                    <a:pt x="56" y="0"/>
                  </a:lnTo>
                  <a:lnTo>
                    <a:pt x="56" y="0"/>
                  </a:lnTo>
                  <a:close/>
                  <a:moveTo>
                    <a:pt x="56" y="0"/>
                  </a:moveTo>
                  <a:lnTo>
                    <a:pt x="56" y="0"/>
                  </a:lnTo>
                  <a:lnTo>
                    <a:pt x="56" y="0"/>
                  </a:lnTo>
                  <a:close/>
                  <a:moveTo>
                    <a:pt x="67" y="0"/>
                  </a:moveTo>
                  <a:lnTo>
                    <a:pt x="67" y="0"/>
                  </a:lnTo>
                  <a:lnTo>
                    <a:pt x="67" y="0"/>
                  </a:lnTo>
                  <a:close/>
                  <a:moveTo>
                    <a:pt x="67" y="0"/>
                  </a:moveTo>
                  <a:lnTo>
                    <a:pt x="67" y="0"/>
                  </a:lnTo>
                  <a:lnTo>
                    <a:pt x="67" y="0"/>
                  </a:lnTo>
                  <a:close/>
                  <a:moveTo>
                    <a:pt x="78" y="0"/>
                  </a:moveTo>
                  <a:lnTo>
                    <a:pt x="78" y="0"/>
                  </a:lnTo>
                  <a:lnTo>
                    <a:pt x="78" y="0"/>
                  </a:lnTo>
                  <a:close/>
                  <a:moveTo>
                    <a:pt x="112" y="0"/>
                  </a:moveTo>
                  <a:lnTo>
                    <a:pt x="78" y="0"/>
                  </a:lnTo>
                  <a:lnTo>
                    <a:pt x="78" y="0"/>
                  </a:lnTo>
                  <a:lnTo>
                    <a:pt x="78" y="0"/>
                  </a:lnTo>
                  <a:lnTo>
                    <a:pt x="112" y="0"/>
                  </a:lnTo>
                  <a:close/>
                  <a:moveTo>
                    <a:pt x="112" y="0"/>
                  </a:moveTo>
                  <a:lnTo>
                    <a:pt x="112" y="0"/>
                  </a:lnTo>
                  <a:lnTo>
                    <a:pt x="112" y="0"/>
                  </a:lnTo>
                  <a:close/>
                </a:path>
              </a:pathLst>
            </a:custGeom>
            <a:solidFill>
              <a:srgbClr val="B7D2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61">
              <a:extLst>
                <a:ext uri="{FF2B5EF4-FFF2-40B4-BE49-F238E27FC236}">
                  <a16:creationId xmlns:a16="http://schemas.microsoft.com/office/drawing/2014/main" id="{C7468199-101E-DFCA-A6F1-1CB614C23751}"/>
                </a:ext>
              </a:extLst>
            </p:cNvPr>
            <p:cNvSpPr/>
            <p:nvPr/>
          </p:nvSpPr>
          <p:spPr>
            <a:xfrm>
              <a:off x="2279725" y="3518175"/>
              <a:ext cx="3100" cy="14750"/>
            </a:xfrm>
            <a:custGeom>
              <a:avLst/>
              <a:gdLst/>
              <a:ahLst/>
              <a:cxnLst/>
              <a:rect l="l" t="t" r="r" b="b"/>
              <a:pathLst>
                <a:path w="124" h="590" extrusionOk="0">
                  <a:moveTo>
                    <a:pt x="123" y="0"/>
                  </a:moveTo>
                  <a:cubicBezTo>
                    <a:pt x="90" y="200"/>
                    <a:pt x="45" y="400"/>
                    <a:pt x="1" y="590"/>
                  </a:cubicBezTo>
                  <a:cubicBezTo>
                    <a:pt x="45" y="400"/>
                    <a:pt x="90" y="200"/>
                    <a:pt x="123" y="0"/>
                  </a:cubicBezTo>
                  <a:close/>
                </a:path>
              </a:pathLst>
            </a:custGeom>
            <a:solidFill>
              <a:srgbClr val="B7D2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61">
              <a:extLst>
                <a:ext uri="{FF2B5EF4-FFF2-40B4-BE49-F238E27FC236}">
                  <a16:creationId xmlns:a16="http://schemas.microsoft.com/office/drawing/2014/main" id="{5F1FEF1B-4483-436E-8144-331D12A4F62A}"/>
                </a:ext>
              </a:extLst>
            </p:cNvPr>
            <p:cNvSpPr/>
            <p:nvPr/>
          </p:nvSpPr>
          <p:spPr>
            <a:xfrm>
              <a:off x="2104775" y="3600925"/>
              <a:ext cx="124725" cy="16700"/>
            </a:xfrm>
            <a:custGeom>
              <a:avLst/>
              <a:gdLst/>
              <a:ahLst/>
              <a:cxnLst/>
              <a:rect l="l" t="t" r="r" b="b"/>
              <a:pathLst>
                <a:path w="4989" h="668" extrusionOk="0">
                  <a:moveTo>
                    <a:pt x="2456" y="323"/>
                  </a:moveTo>
                  <a:lnTo>
                    <a:pt x="2456" y="323"/>
                  </a:lnTo>
                  <a:cubicBezTo>
                    <a:pt x="2578" y="390"/>
                    <a:pt x="2711" y="457"/>
                    <a:pt x="2833" y="512"/>
                  </a:cubicBezTo>
                  <a:cubicBezTo>
                    <a:pt x="2711" y="457"/>
                    <a:pt x="2578" y="390"/>
                    <a:pt x="2456" y="323"/>
                  </a:cubicBezTo>
                  <a:close/>
                  <a:moveTo>
                    <a:pt x="4300" y="212"/>
                  </a:moveTo>
                  <a:lnTo>
                    <a:pt x="4300" y="212"/>
                  </a:lnTo>
                  <a:lnTo>
                    <a:pt x="4300" y="212"/>
                  </a:lnTo>
                  <a:lnTo>
                    <a:pt x="4300" y="212"/>
                  </a:lnTo>
                  <a:close/>
                  <a:moveTo>
                    <a:pt x="3989" y="190"/>
                  </a:moveTo>
                  <a:lnTo>
                    <a:pt x="4011" y="190"/>
                  </a:lnTo>
                  <a:lnTo>
                    <a:pt x="3989" y="190"/>
                  </a:lnTo>
                  <a:close/>
                  <a:moveTo>
                    <a:pt x="3989" y="190"/>
                  </a:moveTo>
                  <a:cubicBezTo>
                    <a:pt x="3989" y="212"/>
                    <a:pt x="3999" y="223"/>
                    <a:pt x="3999" y="235"/>
                  </a:cubicBezTo>
                  <a:cubicBezTo>
                    <a:pt x="3844" y="257"/>
                    <a:pt x="3688" y="267"/>
                    <a:pt x="3533" y="279"/>
                  </a:cubicBezTo>
                  <a:cubicBezTo>
                    <a:pt x="3688" y="267"/>
                    <a:pt x="3844" y="257"/>
                    <a:pt x="3999" y="235"/>
                  </a:cubicBezTo>
                  <a:cubicBezTo>
                    <a:pt x="3999" y="223"/>
                    <a:pt x="3989" y="212"/>
                    <a:pt x="3989" y="190"/>
                  </a:cubicBezTo>
                  <a:lnTo>
                    <a:pt x="3989" y="190"/>
                  </a:lnTo>
                  <a:close/>
                  <a:moveTo>
                    <a:pt x="556" y="190"/>
                  </a:moveTo>
                  <a:cubicBezTo>
                    <a:pt x="600" y="212"/>
                    <a:pt x="645" y="235"/>
                    <a:pt x="689" y="267"/>
                  </a:cubicBezTo>
                  <a:lnTo>
                    <a:pt x="689" y="267"/>
                  </a:lnTo>
                  <a:cubicBezTo>
                    <a:pt x="645" y="235"/>
                    <a:pt x="600" y="212"/>
                    <a:pt x="556" y="190"/>
                  </a:cubicBezTo>
                  <a:close/>
                  <a:moveTo>
                    <a:pt x="45" y="146"/>
                  </a:moveTo>
                  <a:lnTo>
                    <a:pt x="45" y="146"/>
                  </a:lnTo>
                  <a:lnTo>
                    <a:pt x="45" y="146"/>
                  </a:lnTo>
                  <a:close/>
                  <a:moveTo>
                    <a:pt x="34" y="146"/>
                  </a:moveTo>
                  <a:lnTo>
                    <a:pt x="45" y="146"/>
                  </a:lnTo>
                  <a:lnTo>
                    <a:pt x="34" y="146"/>
                  </a:lnTo>
                  <a:close/>
                  <a:moveTo>
                    <a:pt x="34" y="146"/>
                  </a:moveTo>
                  <a:lnTo>
                    <a:pt x="34" y="146"/>
                  </a:lnTo>
                  <a:lnTo>
                    <a:pt x="34" y="146"/>
                  </a:lnTo>
                  <a:close/>
                  <a:moveTo>
                    <a:pt x="22" y="146"/>
                  </a:moveTo>
                  <a:lnTo>
                    <a:pt x="34" y="146"/>
                  </a:lnTo>
                  <a:lnTo>
                    <a:pt x="22" y="146"/>
                  </a:lnTo>
                  <a:close/>
                  <a:moveTo>
                    <a:pt x="22" y="146"/>
                  </a:moveTo>
                  <a:lnTo>
                    <a:pt x="22" y="146"/>
                  </a:lnTo>
                  <a:lnTo>
                    <a:pt x="22" y="146"/>
                  </a:lnTo>
                  <a:close/>
                  <a:moveTo>
                    <a:pt x="12" y="146"/>
                  </a:moveTo>
                  <a:lnTo>
                    <a:pt x="22" y="146"/>
                  </a:lnTo>
                  <a:lnTo>
                    <a:pt x="12" y="146"/>
                  </a:lnTo>
                  <a:close/>
                  <a:moveTo>
                    <a:pt x="12" y="146"/>
                  </a:moveTo>
                  <a:lnTo>
                    <a:pt x="12" y="146"/>
                  </a:lnTo>
                  <a:lnTo>
                    <a:pt x="12" y="146"/>
                  </a:lnTo>
                  <a:close/>
                  <a:moveTo>
                    <a:pt x="0" y="146"/>
                  </a:moveTo>
                  <a:lnTo>
                    <a:pt x="12" y="146"/>
                  </a:lnTo>
                  <a:lnTo>
                    <a:pt x="0" y="146"/>
                  </a:lnTo>
                  <a:close/>
                  <a:moveTo>
                    <a:pt x="4966" y="134"/>
                  </a:moveTo>
                  <a:cubicBezTo>
                    <a:pt x="4744" y="179"/>
                    <a:pt x="4522" y="212"/>
                    <a:pt x="4300" y="212"/>
                  </a:cubicBezTo>
                  <a:cubicBezTo>
                    <a:pt x="4522" y="212"/>
                    <a:pt x="4744" y="179"/>
                    <a:pt x="4966" y="134"/>
                  </a:cubicBezTo>
                  <a:close/>
                  <a:moveTo>
                    <a:pt x="4977" y="134"/>
                  </a:moveTo>
                  <a:lnTo>
                    <a:pt x="4966" y="134"/>
                  </a:lnTo>
                  <a:lnTo>
                    <a:pt x="4977" y="134"/>
                  </a:lnTo>
                  <a:close/>
                  <a:moveTo>
                    <a:pt x="4989" y="134"/>
                  </a:moveTo>
                  <a:lnTo>
                    <a:pt x="4989" y="134"/>
                  </a:lnTo>
                  <a:lnTo>
                    <a:pt x="4989" y="134"/>
                  </a:lnTo>
                  <a:close/>
                  <a:moveTo>
                    <a:pt x="378" y="1"/>
                  </a:moveTo>
                  <a:lnTo>
                    <a:pt x="378" y="1"/>
                  </a:lnTo>
                  <a:cubicBezTo>
                    <a:pt x="1278" y="312"/>
                    <a:pt x="2200" y="534"/>
                    <a:pt x="3133" y="667"/>
                  </a:cubicBezTo>
                  <a:lnTo>
                    <a:pt x="3133" y="667"/>
                  </a:lnTo>
                  <a:cubicBezTo>
                    <a:pt x="2200" y="534"/>
                    <a:pt x="1278" y="312"/>
                    <a:pt x="378" y="1"/>
                  </a:cubicBezTo>
                  <a:close/>
                </a:path>
              </a:pathLst>
            </a:custGeom>
            <a:solidFill>
              <a:srgbClr val="C3DA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61">
              <a:extLst>
                <a:ext uri="{FF2B5EF4-FFF2-40B4-BE49-F238E27FC236}">
                  <a16:creationId xmlns:a16="http://schemas.microsoft.com/office/drawing/2014/main" id="{DD000FDD-9FDE-4F51-8E07-4AF9F92EF42A}"/>
                </a:ext>
              </a:extLst>
            </p:cNvPr>
            <p:cNvSpPr/>
            <p:nvPr/>
          </p:nvSpPr>
          <p:spPr>
            <a:xfrm>
              <a:off x="2016200" y="3533450"/>
              <a:ext cx="25825" cy="45300"/>
            </a:xfrm>
            <a:custGeom>
              <a:avLst/>
              <a:gdLst/>
              <a:ahLst/>
              <a:cxnLst/>
              <a:rect l="l" t="t" r="r" b="b"/>
              <a:pathLst>
                <a:path w="1033" h="1812" extrusionOk="0">
                  <a:moveTo>
                    <a:pt x="511" y="1667"/>
                  </a:moveTo>
                  <a:lnTo>
                    <a:pt x="511" y="1667"/>
                  </a:lnTo>
                  <a:lnTo>
                    <a:pt x="511" y="1667"/>
                  </a:lnTo>
                  <a:lnTo>
                    <a:pt x="511" y="1667"/>
                  </a:lnTo>
                  <a:close/>
                  <a:moveTo>
                    <a:pt x="322" y="1645"/>
                  </a:moveTo>
                  <a:lnTo>
                    <a:pt x="333" y="1645"/>
                  </a:lnTo>
                  <a:lnTo>
                    <a:pt x="322" y="1645"/>
                  </a:lnTo>
                  <a:close/>
                  <a:moveTo>
                    <a:pt x="800" y="1645"/>
                  </a:moveTo>
                  <a:cubicBezTo>
                    <a:pt x="699" y="1656"/>
                    <a:pt x="611" y="1667"/>
                    <a:pt x="511" y="1667"/>
                  </a:cubicBezTo>
                  <a:cubicBezTo>
                    <a:pt x="611" y="1667"/>
                    <a:pt x="699" y="1656"/>
                    <a:pt x="800" y="1645"/>
                  </a:cubicBezTo>
                  <a:close/>
                  <a:moveTo>
                    <a:pt x="800" y="1645"/>
                  </a:moveTo>
                  <a:lnTo>
                    <a:pt x="800" y="1645"/>
                  </a:lnTo>
                  <a:lnTo>
                    <a:pt x="800" y="1645"/>
                  </a:lnTo>
                  <a:close/>
                  <a:moveTo>
                    <a:pt x="822" y="1633"/>
                  </a:moveTo>
                  <a:lnTo>
                    <a:pt x="811" y="1633"/>
                  </a:lnTo>
                  <a:lnTo>
                    <a:pt x="822" y="1633"/>
                  </a:lnTo>
                  <a:cubicBezTo>
                    <a:pt x="766" y="1712"/>
                    <a:pt x="689" y="1756"/>
                    <a:pt x="600" y="1811"/>
                  </a:cubicBezTo>
                  <a:lnTo>
                    <a:pt x="600" y="1811"/>
                  </a:lnTo>
                  <a:cubicBezTo>
                    <a:pt x="689" y="1756"/>
                    <a:pt x="766" y="1712"/>
                    <a:pt x="822" y="1633"/>
                  </a:cubicBezTo>
                  <a:close/>
                  <a:moveTo>
                    <a:pt x="244" y="922"/>
                  </a:moveTo>
                  <a:lnTo>
                    <a:pt x="244" y="922"/>
                  </a:lnTo>
                  <a:cubicBezTo>
                    <a:pt x="122" y="1011"/>
                    <a:pt x="0" y="1134"/>
                    <a:pt x="0" y="1289"/>
                  </a:cubicBezTo>
                  <a:cubicBezTo>
                    <a:pt x="0" y="1134"/>
                    <a:pt x="122" y="1011"/>
                    <a:pt x="244" y="922"/>
                  </a:cubicBezTo>
                  <a:lnTo>
                    <a:pt x="244" y="922"/>
                  </a:lnTo>
                  <a:close/>
                  <a:moveTo>
                    <a:pt x="255" y="912"/>
                  </a:moveTo>
                  <a:lnTo>
                    <a:pt x="244" y="912"/>
                  </a:lnTo>
                  <a:lnTo>
                    <a:pt x="255" y="912"/>
                  </a:lnTo>
                  <a:close/>
                  <a:moveTo>
                    <a:pt x="944" y="690"/>
                  </a:moveTo>
                  <a:cubicBezTo>
                    <a:pt x="699" y="690"/>
                    <a:pt x="455" y="767"/>
                    <a:pt x="255" y="900"/>
                  </a:cubicBezTo>
                  <a:cubicBezTo>
                    <a:pt x="455" y="767"/>
                    <a:pt x="699" y="690"/>
                    <a:pt x="944" y="690"/>
                  </a:cubicBezTo>
                  <a:lnTo>
                    <a:pt x="944" y="690"/>
                  </a:lnTo>
                  <a:close/>
                  <a:moveTo>
                    <a:pt x="800" y="611"/>
                  </a:moveTo>
                  <a:cubicBezTo>
                    <a:pt x="877" y="645"/>
                    <a:pt x="955" y="678"/>
                    <a:pt x="1033" y="700"/>
                  </a:cubicBezTo>
                  <a:lnTo>
                    <a:pt x="1033" y="700"/>
                  </a:lnTo>
                  <a:cubicBezTo>
                    <a:pt x="955" y="678"/>
                    <a:pt x="877" y="645"/>
                    <a:pt x="800" y="611"/>
                  </a:cubicBezTo>
                  <a:close/>
                  <a:moveTo>
                    <a:pt x="800" y="611"/>
                  </a:moveTo>
                  <a:lnTo>
                    <a:pt x="800" y="611"/>
                  </a:lnTo>
                  <a:lnTo>
                    <a:pt x="800" y="611"/>
                  </a:lnTo>
                  <a:close/>
                  <a:moveTo>
                    <a:pt x="200" y="1"/>
                  </a:moveTo>
                  <a:cubicBezTo>
                    <a:pt x="200" y="100"/>
                    <a:pt x="255" y="201"/>
                    <a:pt x="333" y="278"/>
                  </a:cubicBezTo>
                  <a:cubicBezTo>
                    <a:pt x="378" y="334"/>
                    <a:pt x="433" y="379"/>
                    <a:pt x="489" y="423"/>
                  </a:cubicBezTo>
                  <a:cubicBezTo>
                    <a:pt x="433" y="379"/>
                    <a:pt x="378" y="334"/>
                    <a:pt x="333" y="278"/>
                  </a:cubicBezTo>
                  <a:cubicBezTo>
                    <a:pt x="255" y="201"/>
                    <a:pt x="200" y="100"/>
                    <a:pt x="200" y="1"/>
                  </a:cubicBezTo>
                  <a:close/>
                </a:path>
              </a:pathLst>
            </a:custGeom>
            <a:solidFill>
              <a:srgbClr val="DB96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61">
              <a:extLst>
                <a:ext uri="{FF2B5EF4-FFF2-40B4-BE49-F238E27FC236}">
                  <a16:creationId xmlns:a16="http://schemas.microsoft.com/office/drawing/2014/main" id="{3580912F-F720-0BE7-7173-6FF4A47619F8}"/>
                </a:ext>
              </a:extLst>
            </p:cNvPr>
            <p:cNvSpPr/>
            <p:nvPr/>
          </p:nvSpPr>
          <p:spPr>
            <a:xfrm>
              <a:off x="2016200" y="3300175"/>
              <a:ext cx="272175" cy="317450"/>
            </a:xfrm>
            <a:custGeom>
              <a:avLst/>
              <a:gdLst/>
              <a:ahLst/>
              <a:cxnLst/>
              <a:rect l="l" t="t" r="r" b="b"/>
              <a:pathLst>
                <a:path w="10887" h="12698" extrusionOk="0">
                  <a:moveTo>
                    <a:pt x="7932" y="0"/>
                  </a:moveTo>
                  <a:cubicBezTo>
                    <a:pt x="7510" y="33"/>
                    <a:pt x="7243" y="223"/>
                    <a:pt x="7054" y="489"/>
                  </a:cubicBezTo>
                  <a:cubicBezTo>
                    <a:pt x="7898" y="778"/>
                    <a:pt x="8564" y="1455"/>
                    <a:pt x="9009" y="2233"/>
                  </a:cubicBezTo>
                  <a:cubicBezTo>
                    <a:pt x="10031" y="3988"/>
                    <a:pt x="10364" y="6699"/>
                    <a:pt x="9065" y="8421"/>
                  </a:cubicBezTo>
                  <a:cubicBezTo>
                    <a:pt x="8920" y="8621"/>
                    <a:pt x="8754" y="8799"/>
                    <a:pt x="8564" y="8943"/>
                  </a:cubicBezTo>
                  <a:cubicBezTo>
                    <a:pt x="8265" y="9176"/>
                    <a:pt x="7887" y="9132"/>
                    <a:pt x="7576" y="9332"/>
                  </a:cubicBezTo>
                  <a:cubicBezTo>
                    <a:pt x="7243" y="9532"/>
                    <a:pt x="6976" y="9809"/>
                    <a:pt x="6665" y="10031"/>
                  </a:cubicBezTo>
                  <a:cubicBezTo>
                    <a:pt x="6365" y="10253"/>
                    <a:pt x="6021" y="10398"/>
                    <a:pt x="5666" y="10509"/>
                  </a:cubicBezTo>
                  <a:cubicBezTo>
                    <a:pt x="5177" y="10665"/>
                    <a:pt x="4654" y="10764"/>
                    <a:pt x="4132" y="10764"/>
                  </a:cubicBezTo>
                  <a:cubicBezTo>
                    <a:pt x="3899" y="10764"/>
                    <a:pt x="3666" y="10742"/>
                    <a:pt x="3444" y="10698"/>
                  </a:cubicBezTo>
                  <a:cubicBezTo>
                    <a:pt x="2988" y="10620"/>
                    <a:pt x="2188" y="10342"/>
                    <a:pt x="2422" y="9787"/>
                  </a:cubicBezTo>
                  <a:cubicBezTo>
                    <a:pt x="1921" y="9609"/>
                    <a:pt x="1455" y="9431"/>
                    <a:pt x="1066" y="9120"/>
                  </a:cubicBezTo>
                  <a:cubicBezTo>
                    <a:pt x="955" y="9098"/>
                    <a:pt x="833" y="9087"/>
                    <a:pt x="722" y="9087"/>
                  </a:cubicBezTo>
                  <a:cubicBezTo>
                    <a:pt x="633" y="9087"/>
                    <a:pt x="555" y="9098"/>
                    <a:pt x="467" y="9110"/>
                  </a:cubicBezTo>
                  <a:cubicBezTo>
                    <a:pt x="378" y="9120"/>
                    <a:pt x="289" y="9143"/>
                    <a:pt x="233" y="9221"/>
                  </a:cubicBezTo>
                  <a:cubicBezTo>
                    <a:pt x="222" y="9231"/>
                    <a:pt x="222" y="9243"/>
                    <a:pt x="211" y="9254"/>
                  </a:cubicBezTo>
                  <a:cubicBezTo>
                    <a:pt x="200" y="9276"/>
                    <a:pt x="200" y="9310"/>
                    <a:pt x="200" y="9332"/>
                  </a:cubicBezTo>
                  <a:cubicBezTo>
                    <a:pt x="200" y="9431"/>
                    <a:pt x="255" y="9532"/>
                    <a:pt x="333" y="9609"/>
                  </a:cubicBezTo>
                  <a:cubicBezTo>
                    <a:pt x="378" y="9665"/>
                    <a:pt x="433" y="9710"/>
                    <a:pt x="489" y="9754"/>
                  </a:cubicBezTo>
                  <a:cubicBezTo>
                    <a:pt x="578" y="9831"/>
                    <a:pt x="689" y="9898"/>
                    <a:pt x="800" y="9942"/>
                  </a:cubicBezTo>
                  <a:cubicBezTo>
                    <a:pt x="873" y="9974"/>
                    <a:pt x="947" y="10005"/>
                    <a:pt x="1020" y="10027"/>
                  </a:cubicBezTo>
                  <a:lnTo>
                    <a:pt x="1020" y="10027"/>
                  </a:lnTo>
                  <a:cubicBezTo>
                    <a:pt x="994" y="10021"/>
                    <a:pt x="973" y="10021"/>
                    <a:pt x="944" y="10021"/>
                  </a:cubicBezTo>
                  <a:cubicBezTo>
                    <a:pt x="699" y="10021"/>
                    <a:pt x="455" y="10098"/>
                    <a:pt x="255" y="10231"/>
                  </a:cubicBezTo>
                  <a:lnTo>
                    <a:pt x="255" y="10243"/>
                  </a:lnTo>
                  <a:lnTo>
                    <a:pt x="244" y="10243"/>
                  </a:lnTo>
                  <a:lnTo>
                    <a:pt x="244" y="10253"/>
                  </a:lnTo>
                  <a:cubicBezTo>
                    <a:pt x="122" y="10342"/>
                    <a:pt x="0" y="10465"/>
                    <a:pt x="0" y="10620"/>
                  </a:cubicBezTo>
                  <a:lnTo>
                    <a:pt x="0" y="10631"/>
                  </a:lnTo>
                  <a:cubicBezTo>
                    <a:pt x="11" y="10798"/>
                    <a:pt x="156" y="10931"/>
                    <a:pt x="322" y="10976"/>
                  </a:cubicBezTo>
                  <a:lnTo>
                    <a:pt x="333" y="10976"/>
                  </a:lnTo>
                  <a:cubicBezTo>
                    <a:pt x="388" y="10998"/>
                    <a:pt x="455" y="10998"/>
                    <a:pt x="511" y="10998"/>
                  </a:cubicBezTo>
                  <a:cubicBezTo>
                    <a:pt x="611" y="10998"/>
                    <a:pt x="699" y="10987"/>
                    <a:pt x="800" y="10976"/>
                  </a:cubicBezTo>
                  <a:cubicBezTo>
                    <a:pt x="811" y="10976"/>
                    <a:pt x="811" y="10964"/>
                    <a:pt x="811" y="10964"/>
                  </a:cubicBezTo>
                  <a:lnTo>
                    <a:pt x="822" y="10964"/>
                  </a:lnTo>
                  <a:cubicBezTo>
                    <a:pt x="766" y="11043"/>
                    <a:pt x="689" y="11087"/>
                    <a:pt x="600" y="11142"/>
                  </a:cubicBezTo>
                  <a:cubicBezTo>
                    <a:pt x="477" y="11198"/>
                    <a:pt x="355" y="11265"/>
                    <a:pt x="344" y="11398"/>
                  </a:cubicBezTo>
                  <a:lnTo>
                    <a:pt x="344" y="11409"/>
                  </a:lnTo>
                  <a:cubicBezTo>
                    <a:pt x="344" y="11564"/>
                    <a:pt x="544" y="11653"/>
                    <a:pt x="699" y="11698"/>
                  </a:cubicBezTo>
                  <a:cubicBezTo>
                    <a:pt x="1377" y="11875"/>
                    <a:pt x="2066" y="11998"/>
                    <a:pt x="2766" y="12075"/>
                  </a:cubicBezTo>
                  <a:cubicBezTo>
                    <a:pt x="3032" y="12097"/>
                    <a:pt x="3277" y="12164"/>
                    <a:pt x="3543" y="12176"/>
                  </a:cubicBezTo>
                  <a:lnTo>
                    <a:pt x="3733" y="12176"/>
                  </a:lnTo>
                  <a:cubicBezTo>
                    <a:pt x="3854" y="12176"/>
                    <a:pt x="3988" y="12186"/>
                    <a:pt x="4099" y="12220"/>
                  </a:cubicBezTo>
                  <a:cubicBezTo>
                    <a:pt x="4143" y="12242"/>
                    <a:pt x="4188" y="12265"/>
                    <a:pt x="4232" y="12297"/>
                  </a:cubicBezTo>
                  <a:cubicBezTo>
                    <a:pt x="4132" y="12209"/>
                    <a:pt x="4021" y="12120"/>
                    <a:pt x="3921" y="12031"/>
                  </a:cubicBezTo>
                  <a:lnTo>
                    <a:pt x="3921" y="12031"/>
                  </a:lnTo>
                  <a:cubicBezTo>
                    <a:pt x="4821" y="12342"/>
                    <a:pt x="5743" y="12564"/>
                    <a:pt x="6676" y="12697"/>
                  </a:cubicBezTo>
                  <a:cubicBezTo>
                    <a:pt x="6576" y="12653"/>
                    <a:pt x="6476" y="12598"/>
                    <a:pt x="6376" y="12542"/>
                  </a:cubicBezTo>
                  <a:cubicBezTo>
                    <a:pt x="6254" y="12487"/>
                    <a:pt x="6121" y="12420"/>
                    <a:pt x="5999" y="12353"/>
                  </a:cubicBezTo>
                  <a:cubicBezTo>
                    <a:pt x="6354" y="12353"/>
                    <a:pt x="6720" y="12331"/>
                    <a:pt x="7076" y="12309"/>
                  </a:cubicBezTo>
                  <a:cubicBezTo>
                    <a:pt x="7231" y="12297"/>
                    <a:pt x="7387" y="12287"/>
                    <a:pt x="7542" y="12265"/>
                  </a:cubicBezTo>
                  <a:cubicBezTo>
                    <a:pt x="7542" y="12253"/>
                    <a:pt x="7532" y="12242"/>
                    <a:pt x="7532" y="12220"/>
                  </a:cubicBezTo>
                  <a:lnTo>
                    <a:pt x="7554" y="12220"/>
                  </a:lnTo>
                  <a:cubicBezTo>
                    <a:pt x="7643" y="12231"/>
                    <a:pt x="7742" y="12242"/>
                    <a:pt x="7843" y="12242"/>
                  </a:cubicBezTo>
                  <a:cubicBezTo>
                    <a:pt x="8065" y="12242"/>
                    <a:pt x="8287" y="12209"/>
                    <a:pt x="8509" y="12164"/>
                  </a:cubicBezTo>
                  <a:lnTo>
                    <a:pt x="8532" y="12164"/>
                  </a:lnTo>
                  <a:cubicBezTo>
                    <a:pt x="8764" y="12109"/>
                    <a:pt x="8998" y="12020"/>
                    <a:pt x="9198" y="11887"/>
                  </a:cubicBezTo>
                  <a:cubicBezTo>
                    <a:pt x="9487" y="11698"/>
                    <a:pt x="9687" y="11409"/>
                    <a:pt x="9853" y="11109"/>
                  </a:cubicBezTo>
                  <a:cubicBezTo>
                    <a:pt x="10164" y="10542"/>
                    <a:pt x="10386" y="9942"/>
                    <a:pt x="10542" y="9310"/>
                  </a:cubicBezTo>
                  <a:cubicBezTo>
                    <a:pt x="10586" y="9120"/>
                    <a:pt x="10631" y="8920"/>
                    <a:pt x="10664" y="8720"/>
                  </a:cubicBezTo>
                  <a:cubicBezTo>
                    <a:pt x="10709" y="8443"/>
                    <a:pt x="10753" y="8165"/>
                    <a:pt x="10776" y="7888"/>
                  </a:cubicBezTo>
                  <a:cubicBezTo>
                    <a:pt x="10887" y="6732"/>
                    <a:pt x="10842" y="5543"/>
                    <a:pt x="10753" y="4377"/>
                  </a:cubicBezTo>
                  <a:cubicBezTo>
                    <a:pt x="10742" y="4222"/>
                    <a:pt x="10731" y="4066"/>
                    <a:pt x="10720" y="3921"/>
                  </a:cubicBezTo>
                  <a:cubicBezTo>
                    <a:pt x="10620" y="2800"/>
                    <a:pt x="10420" y="1644"/>
                    <a:pt x="9631" y="800"/>
                  </a:cubicBezTo>
                  <a:lnTo>
                    <a:pt x="9620" y="789"/>
                  </a:lnTo>
                  <a:lnTo>
                    <a:pt x="9609" y="778"/>
                  </a:lnTo>
                  <a:cubicBezTo>
                    <a:pt x="9598" y="766"/>
                    <a:pt x="9586" y="756"/>
                    <a:pt x="9586" y="744"/>
                  </a:cubicBezTo>
                  <a:cubicBezTo>
                    <a:pt x="9176" y="322"/>
                    <a:pt x="8631" y="0"/>
                    <a:pt x="8043" y="0"/>
                  </a:cubicBezTo>
                  <a:close/>
                </a:path>
              </a:pathLst>
            </a:custGeom>
            <a:solidFill>
              <a:srgbClr val="D9EA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61">
              <a:extLst>
                <a:ext uri="{FF2B5EF4-FFF2-40B4-BE49-F238E27FC236}">
                  <a16:creationId xmlns:a16="http://schemas.microsoft.com/office/drawing/2014/main" id="{1C3323C3-1006-92E9-741B-18EFA1414CAE}"/>
                </a:ext>
              </a:extLst>
            </p:cNvPr>
            <p:cNvSpPr/>
            <p:nvPr/>
          </p:nvSpPr>
          <p:spPr>
            <a:xfrm>
              <a:off x="2028125" y="3517625"/>
              <a:ext cx="25" cy="25"/>
            </a:xfrm>
            <a:custGeom>
              <a:avLst/>
              <a:gdLst/>
              <a:ahLst/>
              <a:cxnLst/>
              <a:rect l="l" t="t" r="r" b="b"/>
              <a:pathLst>
                <a:path w="1" h="1" extrusionOk="0">
                  <a:moveTo>
                    <a:pt x="0" y="0"/>
                  </a:moveTo>
                  <a:lnTo>
                    <a:pt x="0" y="0"/>
                  </a:lnTo>
                  <a:close/>
                </a:path>
              </a:pathLst>
            </a:custGeom>
            <a:solidFill>
              <a:srgbClr val="CF9D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61">
              <a:extLst>
                <a:ext uri="{FF2B5EF4-FFF2-40B4-BE49-F238E27FC236}">
                  <a16:creationId xmlns:a16="http://schemas.microsoft.com/office/drawing/2014/main" id="{0560F3BA-03FD-4AD8-D6C7-9C4E57A80CC7}"/>
                </a:ext>
              </a:extLst>
            </p:cNvPr>
            <p:cNvSpPr/>
            <p:nvPr/>
          </p:nvSpPr>
          <p:spPr>
            <a:xfrm>
              <a:off x="2024525" y="3509025"/>
              <a:ext cx="16400" cy="17500"/>
            </a:xfrm>
            <a:custGeom>
              <a:avLst/>
              <a:gdLst/>
              <a:ahLst/>
              <a:cxnLst/>
              <a:rect l="l" t="t" r="r" b="b"/>
              <a:pathLst>
                <a:path w="656" h="700" extrusionOk="0">
                  <a:moveTo>
                    <a:pt x="178" y="0"/>
                  </a:moveTo>
                  <a:cubicBezTo>
                    <a:pt x="111" y="11"/>
                    <a:pt x="55" y="45"/>
                    <a:pt x="33" y="111"/>
                  </a:cubicBezTo>
                  <a:cubicBezTo>
                    <a:pt x="0" y="189"/>
                    <a:pt x="67" y="277"/>
                    <a:pt x="144" y="333"/>
                  </a:cubicBezTo>
                  <a:lnTo>
                    <a:pt x="144" y="344"/>
                  </a:lnTo>
                  <a:cubicBezTo>
                    <a:pt x="300" y="477"/>
                    <a:pt x="478" y="600"/>
                    <a:pt x="655" y="700"/>
                  </a:cubicBezTo>
                  <a:cubicBezTo>
                    <a:pt x="467" y="544"/>
                    <a:pt x="300" y="344"/>
                    <a:pt x="166" y="111"/>
                  </a:cubicBezTo>
                  <a:cubicBezTo>
                    <a:pt x="144" y="67"/>
                    <a:pt x="156" y="22"/>
                    <a:pt x="178" y="0"/>
                  </a:cubicBezTo>
                  <a:close/>
                </a:path>
              </a:pathLst>
            </a:custGeom>
            <a:solidFill>
              <a:srgbClr val="CEE2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61">
              <a:extLst>
                <a:ext uri="{FF2B5EF4-FFF2-40B4-BE49-F238E27FC236}">
                  <a16:creationId xmlns:a16="http://schemas.microsoft.com/office/drawing/2014/main" id="{3C63C95A-5D42-248B-B87D-53FCC9AB3109}"/>
                </a:ext>
              </a:extLst>
            </p:cNvPr>
            <p:cNvSpPr/>
            <p:nvPr/>
          </p:nvSpPr>
          <p:spPr>
            <a:xfrm>
              <a:off x="2055900" y="3490700"/>
              <a:ext cx="219975" cy="110825"/>
            </a:xfrm>
            <a:custGeom>
              <a:avLst/>
              <a:gdLst/>
              <a:ahLst/>
              <a:cxnLst/>
              <a:rect l="l" t="t" r="r" b="b"/>
              <a:pathLst>
                <a:path w="8799" h="4433" extrusionOk="0">
                  <a:moveTo>
                    <a:pt x="5455" y="3844"/>
                  </a:moveTo>
                  <a:cubicBezTo>
                    <a:pt x="5443" y="3877"/>
                    <a:pt x="5421" y="3899"/>
                    <a:pt x="5399" y="3933"/>
                  </a:cubicBezTo>
                  <a:cubicBezTo>
                    <a:pt x="5411" y="3899"/>
                    <a:pt x="5433" y="3866"/>
                    <a:pt x="5455" y="3844"/>
                  </a:cubicBezTo>
                  <a:close/>
                  <a:moveTo>
                    <a:pt x="8788" y="0"/>
                  </a:moveTo>
                  <a:lnTo>
                    <a:pt x="8665" y="11"/>
                  </a:lnTo>
                  <a:cubicBezTo>
                    <a:pt x="8687" y="356"/>
                    <a:pt x="8610" y="699"/>
                    <a:pt x="8532" y="988"/>
                  </a:cubicBezTo>
                  <a:cubicBezTo>
                    <a:pt x="8277" y="1933"/>
                    <a:pt x="7921" y="2644"/>
                    <a:pt x="7443" y="3166"/>
                  </a:cubicBezTo>
                  <a:cubicBezTo>
                    <a:pt x="6899" y="3752"/>
                    <a:pt x="6196" y="4092"/>
                    <a:pt x="5513" y="4092"/>
                  </a:cubicBezTo>
                  <a:cubicBezTo>
                    <a:pt x="5472" y="4092"/>
                    <a:pt x="5430" y="4091"/>
                    <a:pt x="5388" y="4088"/>
                  </a:cubicBezTo>
                  <a:cubicBezTo>
                    <a:pt x="5577" y="3965"/>
                    <a:pt x="5621" y="3821"/>
                    <a:pt x="5611" y="3710"/>
                  </a:cubicBezTo>
                  <a:lnTo>
                    <a:pt x="5611" y="3632"/>
                  </a:lnTo>
                  <a:lnTo>
                    <a:pt x="5532" y="3666"/>
                  </a:lnTo>
                  <a:cubicBezTo>
                    <a:pt x="5366" y="3721"/>
                    <a:pt x="5255" y="3877"/>
                    <a:pt x="5221" y="4044"/>
                  </a:cubicBezTo>
                  <a:cubicBezTo>
                    <a:pt x="5177" y="4077"/>
                    <a:pt x="5122" y="4099"/>
                    <a:pt x="5077" y="4110"/>
                  </a:cubicBezTo>
                  <a:cubicBezTo>
                    <a:pt x="4813" y="4207"/>
                    <a:pt x="4520" y="4311"/>
                    <a:pt x="4233" y="4311"/>
                  </a:cubicBezTo>
                  <a:cubicBezTo>
                    <a:pt x="4158" y="4311"/>
                    <a:pt x="4084" y="4304"/>
                    <a:pt x="4011" y="4288"/>
                  </a:cubicBezTo>
                  <a:cubicBezTo>
                    <a:pt x="3922" y="4266"/>
                    <a:pt x="3822" y="4232"/>
                    <a:pt x="3777" y="4143"/>
                  </a:cubicBezTo>
                  <a:cubicBezTo>
                    <a:pt x="3766" y="4110"/>
                    <a:pt x="3766" y="4054"/>
                    <a:pt x="3789" y="4021"/>
                  </a:cubicBezTo>
                  <a:cubicBezTo>
                    <a:pt x="3789" y="4021"/>
                    <a:pt x="3799" y="4021"/>
                    <a:pt x="3799" y="4010"/>
                  </a:cubicBezTo>
                  <a:cubicBezTo>
                    <a:pt x="3822" y="4010"/>
                    <a:pt x="3844" y="3999"/>
                    <a:pt x="3878" y="3988"/>
                  </a:cubicBezTo>
                  <a:lnTo>
                    <a:pt x="4122" y="3877"/>
                  </a:lnTo>
                  <a:lnTo>
                    <a:pt x="3855" y="3866"/>
                  </a:lnTo>
                  <a:cubicBezTo>
                    <a:pt x="3811" y="3866"/>
                    <a:pt x="3766" y="3888"/>
                    <a:pt x="3733" y="3910"/>
                  </a:cubicBezTo>
                  <a:cubicBezTo>
                    <a:pt x="3275" y="4094"/>
                    <a:pt x="2783" y="4184"/>
                    <a:pt x="2291" y="4184"/>
                  </a:cubicBezTo>
                  <a:cubicBezTo>
                    <a:pt x="1504" y="4184"/>
                    <a:pt x="716" y="3954"/>
                    <a:pt x="67" y="3510"/>
                  </a:cubicBezTo>
                  <a:lnTo>
                    <a:pt x="0" y="3610"/>
                  </a:lnTo>
                  <a:cubicBezTo>
                    <a:pt x="662" y="4068"/>
                    <a:pt x="1472" y="4302"/>
                    <a:pt x="2281" y="4302"/>
                  </a:cubicBezTo>
                  <a:cubicBezTo>
                    <a:pt x="2749" y="4302"/>
                    <a:pt x="3216" y="4224"/>
                    <a:pt x="3655" y="4066"/>
                  </a:cubicBezTo>
                  <a:lnTo>
                    <a:pt x="3655" y="4066"/>
                  </a:lnTo>
                  <a:cubicBezTo>
                    <a:pt x="3644" y="4110"/>
                    <a:pt x="3655" y="4165"/>
                    <a:pt x="3678" y="4199"/>
                  </a:cubicBezTo>
                  <a:cubicBezTo>
                    <a:pt x="3722" y="4299"/>
                    <a:pt x="3822" y="4365"/>
                    <a:pt x="3977" y="4399"/>
                  </a:cubicBezTo>
                  <a:cubicBezTo>
                    <a:pt x="4066" y="4421"/>
                    <a:pt x="4155" y="4432"/>
                    <a:pt x="4244" y="4432"/>
                  </a:cubicBezTo>
                  <a:cubicBezTo>
                    <a:pt x="4544" y="4432"/>
                    <a:pt x="4844" y="4321"/>
                    <a:pt x="5110" y="4221"/>
                  </a:cubicBezTo>
                  <a:cubicBezTo>
                    <a:pt x="5155" y="4210"/>
                    <a:pt x="5188" y="4199"/>
                    <a:pt x="5221" y="4177"/>
                  </a:cubicBezTo>
                  <a:lnTo>
                    <a:pt x="5221" y="4199"/>
                  </a:lnTo>
                  <a:lnTo>
                    <a:pt x="5277" y="4199"/>
                  </a:lnTo>
                  <a:cubicBezTo>
                    <a:pt x="5348" y="4206"/>
                    <a:pt x="5420" y="4210"/>
                    <a:pt x="5492" y="4210"/>
                  </a:cubicBezTo>
                  <a:cubicBezTo>
                    <a:pt x="6216" y="4210"/>
                    <a:pt x="6966" y="3860"/>
                    <a:pt x="7532" y="3244"/>
                  </a:cubicBezTo>
                  <a:cubicBezTo>
                    <a:pt x="8021" y="2711"/>
                    <a:pt x="8388" y="1977"/>
                    <a:pt x="8643" y="1022"/>
                  </a:cubicBezTo>
                  <a:cubicBezTo>
                    <a:pt x="8721" y="722"/>
                    <a:pt x="8798" y="366"/>
                    <a:pt x="878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61">
              <a:extLst>
                <a:ext uri="{FF2B5EF4-FFF2-40B4-BE49-F238E27FC236}">
                  <a16:creationId xmlns:a16="http://schemas.microsoft.com/office/drawing/2014/main" id="{0821503C-299E-8F8A-119D-1F394B5CF54F}"/>
                </a:ext>
              </a:extLst>
            </p:cNvPr>
            <p:cNvSpPr/>
            <p:nvPr/>
          </p:nvSpPr>
          <p:spPr>
            <a:xfrm>
              <a:off x="2167275" y="3487350"/>
              <a:ext cx="25575" cy="38625"/>
            </a:xfrm>
            <a:custGeom>
              <a:avLst/>
              <a:gdLst/>
              <a:ahLst/>
              <a:cxnLst/>
              <a:rect l="l" t="t" r="r" b="b"/>
              <a:pathLst>
                <a:path w="1023" h="1545" extrusionOk="0">
                  <a:moveTo>
                    <a:pt x="78" y="1"/>
                  </a:moveTo>
                  <a:lnTo>
                    <a:pt x="0" y="100"/>
                  </a:lnTo>
                  <a:cubicBezTo>
                    <a:pt x="356" y="389"/>
                    <a:pt x="645" y="801"/>
                    <a:pt x="800" y="1245"/>
                  </a:cubicBezTo>
                  <a:lnTo>
                    <a:pt x="778" y="1267"/>
                  </a:lnTo>
                  <a:lnTo>
                    <a:pt x="1022" y="1544"/>
                  </a:lnTo>
                  <a:lnTo>
                    <a:pt x="944" y="1278"/>
                  </a:lnTo>
                  <a:cubicBezTo>
                    <a:pt x="778" y="789"/>
                    <a:pt x="477" y="334"/>
                    <a:pt x="78"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61">
              <a:extLst>
                <a:ext uri="{FF2B5EF4-FFF2-40B4-BE49-F238E27FC236}">
                  <a16:creationId xmlns:a16="http://schemas.microsoft.com/office/drawing/2014/main" id="{87390818-77B0-707C-C274-C32F25EB64CA}"/>
                </a:ext>
              </a:extLst>
            </p:cNvPr>
            <p:cNvSpPr/>
            <p:nvPr/>
          </p:nvSpPr>
          <p:spPr>
            <a:xfrm>
              <a:off x="2158925" y="3494300"/>
              <a:ext cx="13925" cy="28900"/>
            </a:xfrm>
            <a:custGeom>
              <a:avLst/>
              <a:gdLst/>
              <a:ahLst/>
              <a:cxnLst/>
              <a:rect l="l" t="t" r="r" b="b"/>
              <a:pathLst>
                <a:path w="557" h="1156" extrusionOk="0">
                  <a:moveTo>
                    <a:pt x="90" y="0"/>
                  </a:moveTo>
                  <a:lnTo>
                    <a:pt x="1" y="89"/>
                  </a:lnTo>
                  <a:cubicBezTo>
                    <a:pt x="268" y="378"/>
                    <a:pt x="423" y="767"/>
                    <a:pt x="434" y="1155"/>
                  </a:cubicBezTo>
                  <a:lnTo>
                    <a:pt x="556" y="1155"/>
                  </a:lnTo>
                  <a:cubicBezTo>
                    <a:pt x="545" y="733"/>
                    <a:pt x="379" y="311"/>
                    <a:pt x="9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61">
              <a:extLst>
                <a:ext uri="{FF2B5EF4-FFF2-40B4-BE49-F238E27FC236}">
                  <a16:creationId xmlns:a16="http://schemas.microsoft.com/office/drawing/2014/main" id="{D708BDB7-C631-4264-257D-1A8B0DCFADE1}"/>
                </a:ext>
              </a:extLst>
            </p:cNvPr>
            <p:cNvSpPr/>
            <p:nvPr/>
          </p:nvSpPr>
          <p:spPr>
            <a:xfrm>
              <a:off x="1991200" y="3790675"/>
              <a:ext cx="146925" cy="76875"/>
            </a:xfrm>
            <a:custGeom>
              <a:avLst/>
              <a:gdLst/>
              <a:ahLst/>
              <a:cxnLst/>
              <a:rect l="l" t="t" r="r" b="b"/>
              <a:pathLst>
                <a:path w="5877" h="3075" extrusionOk="0">
                  <a:moveTo>
                    <a:pt x="4919" y="1"/>
                  </a:moveTo>
                  <a:cubicBezTo>
                    <a:pt x="4848" y="1"/>
                    <a:pt x="4787" y="10"/>
                    <a:pt x="4743" y="31"/>
                  </a:cubicBezTo>
                  <a:cubicBezTo>
                    <a:pt x="4477" y="154"/>
                    <a:pt x="4521" y="532"/>
                    <a:pt x="4488" y="831"/>
                  </a:cubicBezTo>
                  <a:cubicBezTo>
                    <a:pt x="4477" y="910"/>
                    <a:pt x="4466" y="987"/>
                    <a:pt x="4432" y="1053"/>
                  </a:cubicBezTo>
                  <a:cubicBezTo>
                    <a:pt x="4346" y="1191"/>
                    <a:pt x="4175" y="1229"/>
                    <a:pt x="4003" y="1229"/>
                  </a:cubicBezTo>
                  <a:cubicBezTo>
                    <a:pt x="3953" y="1229"/>
                    <a:pt x="3903" y="1226"/>
                    <a:pt x="3855" y="1221"/>
                  </a:cubicBezTo>
                  <a:cubicBezTo>
                    <a:pt x="3232" y="1154"/>
                    <a:pt x="2610" y="1076"/>
                    <a:pt x="1978" y="1009"/>
                  </a:cubicBezTo>
                  <a:cubicBezTo>
                    <a:pt x="1789" y="987"/>
                    <a:pt x="1595" y="968"/>
                    <a:pt x="1402" y="968"/>
                  </a:cubicBezTo>
                  <a:cubicBezTo>
                    <a:pt x="1207" y="968"/>
                    <a:pt x="1012" y="987"/>
                    <a:pt x="822" y="1043"/>
                  </a:cubicBezTo>
                  <a:cubicBezTo>
                    <a:pt x="433" y="1154"/>
                    <a:pt x="78" y="1465"/>
                    <a:pt x="11" y="1865"/>
                  </a:cubicBezTo>
                  <a:cubicBezTo>
                    <a:pt x="0" y="1964"/>
                    <a:pt x="22" y="2098"/>
                    <a:pt x="122" y="2098"/>
                  </a:cubicBezTo>
                  <a:cubicBezTo>
                    <a:pt x="156" y="2098"/>
                    <a:pt x="189" y="2087"/>
                    <a:pt x="222" y="2065"/>
                  </a:cubicBezTo>
                  <a:cubicBezTo>
                    <a:pt x="455" y="1942"/>
                    <a:pt x="677" y="1820"/>
                    <a:pt x="911" y="1698"/>
                  </a:cubicBezTo>
                  <a:lnTo>
                    <a:pt x="911" y="1698"/>
                  </a:lnTo>
                  <a:cubicBezTo>
                    <a:pt x="633" y="1853"/>
                    <a:pt x="411" y="2142"/>
                    <a:pt x="344" y="2453"/>
                  </a:cubicBezTo>
                  <a:cubicBezTo>
                    <a:pt x="333" y="2498"/>
                    <a:pt x="322" y="2564"/>
                    <a:pt x="356" y="2598"/>
                  </a:cubicBezTo>
                  <a:cubicBezTo>
                    <a:pt x="369" y="2608"/>
                    <a:pt x="384" y="2612"/>
                    <a:pt x="402" y="2612"/>
                  </a:cubicBezTo>
                  <a:cubicBezTo>
                    <a:pt x="443" y="2612"/>
                    <a:pt x="494" y="2588"/>
                    <a:pt x="533" y="2564"/>
                  </a:cubicBezTo>
                  <a:cubicBezTo>
                    <a:pt x="811" y="2376"/>
                    <a:pt x="1089" y="2176"/>
                    <a:pt x="1355" y="1987"/>
                  </a:cubicBezTo>
                  <a:lnTo>
                    <a:pt x="1355" y="1987"/>
                  </a:lnTo>
                  <a:cubicBezTo>
                    <a:pt x="1201" y="2110"/>
                    <a:pt x="395" y="3075"/>
                    <a:pt x="839" y="3075"/>
                  </a:cubicBezTo>
                  <a:cubicBezTo>
                    <a:pt x="876" y="3075"/>
                    <a:pt x="922" y="3068"/>
                    <a:pt x="978" y="3053"/>
                  </a:cubicBezTo>
                  <a:cubicBezTo>
                    <a:pt x="1077" y="3031"/>
                    <a:pt x="1166" y="2964"/>
                    <a:pt x="1267" y="2909"/>
                  </a:cubicBezTo>
                  <a:cubicBezTo>
                    <a:pt x="1598" y="2716"/>
                    <a:pt x="1972" y="2651"/>
                    <a:pt x="2351" y="2651"/>
                  </a:cubicBezTo>
                  <a:cubicBezTo>
                    <a:pt x="2583" y="2651"/>
                    <a:pt x="2817" y="2675"/>
                    <a:pt x="3044" y="2709"/>
                  </a:cubicBezTo>
                  <a:cubicBezTo>
                    <a:pt x="3539" y="2793"/>
                    <a:pt x="4034" y="2924"/>
                    <a:pt x="4543" y="2924"/>
                  </a:cubicBezTo>
                  <a:cubicBezTo>
                    <a:pt x="4639" y="2924"/>
                    <a:pt x="4735" y="2920"/>
                    <a:pt x="4832" y="2909"/>
                  </a:cubicBezTo>
                  <a:cubicBezTo>
                    <a:pt x="5410" y="2853"/>
                    <a:pt x="5488" y="2520"/>
                    <a:pt x="5565" y="2009"/>
                  </a:cubicBezTo>
                  <a:cubicBezTo>
                    <a:pt x="5666" y="1398"/>
                    <a:pt x="5777" y="787"/>
                    <a:pt x="5876" y="176"/>
                  </a:cubicBezTo>
                  <a:cubicBezTo>
                    <a:pt x="5672" y="149"/>
                    <a:pt x="5208" y="1"/>
                    <a:pt x="491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61">
              <a:extLst>
                <a:ext uri="{FF2B5EF4-FFF2-40B4-BE49-F238E27FC236}">
                  <a16:creationId xmlns:a16="http://schemas.microsoft.com/office/drawing/2014/main" id="{0193C3E7-0BF5-79D4-C084-E270CDAB8E90}"/>
                </a:ext>
              </a:extLst>
            </p:cNvPr>
            <p:cNvSpPr/>
            <p:nvPr/>
          </p:nvSpPr>
          <p:spPr>
            <a:xfrm>
              <a:off x="2100325" y="3817000"/>
              <a:ext cx="1425" cy="1700"/>
            </a:xfrm>
            <a:custGeom>
              <a:avLst/>
              <a:gdLst/>
              <a:ahLst/>
              <a:cxnLst/>
              <a:rect l="l" t="t" r="r" b="b"/>
              <a:pathLst>
                <a:path w="57" h="68" extrusionOk="0">
                  <a:moveTo>
                    <a:pt x="57" y="0"/>
                  </a:moveTo>
                  <a:cubicBezTo>
                    <a:pt x="45" y="23"/>
                    <a:pt x="23" y="45"/>
                    <a:pt x="1" y="67"/>
                  </a:cubicBezTo>
                  <a:lnTo>
                    <a:pt x="1" y="67"/>
                  </a:lnTo>
                  <a:cubicBezTo>
                    <a:pt x="23" y="45"/>
                    <a:pt x="45" y="23"/>
                    <a:pt x="57" y="0"/>
                  </a:cubicBezTo>
                  <a:close/>
                </a:path>
              </a:pathLst>
            </a:custGeom>
            <a:solidFill>
              <a:srgbClr val="6156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61">
              <a:extLst>
                <a:ext uri="{FF2B5EF4-FFF2-40B4-BE49-F238E27FC236}">
                  <a16:creationId xmlns:a16="http://schemas.microsoft.com/office/drawing/2014/main" id="{A8AB4130-B72D-1F9A-68E0-548526C5B56B}"/>
                </a:ext>
              </a:extLst>
            </p:cNvPr>
            <p:cNvSpPr/>
            <p:nvPr/>
          </p:nvSpPr>
          <p:spPr>
            <a:xfrm>
              <a:off x="2100325" y="3800625"/>
              <a:ext cx="34475" cy="34175"/>
            </a:xfrm>
            <a:custGeom>
              <a:avLst/>
              <a:gdLst/>
              <a:ahLst/>
              <a:cxnLst/>
              <a:rect l="l" t="t" r="r" b="b"/>
              <a:pathLst>
                <a:path w="1379" h="1367" extrusionOk="0">
                  <a:moveTo>
                    <a:pt x="223" y="1"/>
                  </a:moveTo>
                  <a:cubicBezTo>
                    <a:pt x="200" y="45"/>
                    <a:pt x="178" y="78"/>
                    <a:pt x="145" y="122"/>
                  </a:cubicBezTo>
                  <a:cubicBezTo>
                    <a:pt x="134" y="223"/>
                    <a:pt x="134" y="334"/>
                    <a:pt x="123" y="433"/>
                  </a:cubicBezTo>
                  <a:lnTo>
                    <a:pt x="123" y="445"/>
                  </a:lnTo>
                  <a:cubicBezTo>
                    <a:pt x="112" y="522"/>
                    <a:pt x="101" y="589"/>
                    <a:pt x="67" y="655"/>
                  </a:cubicBezTo>
                  <a:lnTo>
                    <a:pt x="57" y="655"/>
                  </a:lnTo>
                  <a:cubicBezTo>
                    <a:pt x="45" y="678"/>
                    <a:pt x="23" y="700"/>
                    <a:pt x="1" y="722"/>
                  </a:cubicBezTo>
                  <a:cubicBezTo>
                    <a:pt x="112" y="1045"/>
                    <a:pt x="301" y="1366"/>
                    <a:pt x="612" y="1366"/>
                  </a:cubicBezTo>
                  <a:lnTo>
                    <a:pt x="679" y="1366"/>
                  </a:lnTo>
                  <a:cubicBezTo>
                    <a:pt x="1034" y="1311"/>
                    <a:pt x="1223" y="878"/>
                    <a:pt x="1378" y="567"/>
                  </a:cubicBezTo>
                  <a:cubicBezTo>
                    <a:pt x="879" y="522"/>
                    <a:pt x="400" y="334"/>
                    <a:pt x="223"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61">
              <a:extLst>
                <a:ext uri="{FF2B5EF4-FFF2-40B4-BE49-F238E27FC236}">
                  <a16:creationId xmlns:a16="http://schemas.microsoft.com/office/drawing/2014/main" id="{C55CB615-4B31-8098-D1DD-CFE645491657}"/>
                </a:ext>
              </a:extLst>
            </p:cNvPr>
            <p:cNvSpPr/>
            <p:nvPr/>
          </p:nvSpPr>
          <p:spPr>
            <a:xfrm>
              <a:off x="2075325" y="3714525"/>
              <a:ext cx="121125" cy="100550"/>
            </a:xfrm>
            <a:custGeom>
              <a:avLst/>
              <a:gdLst/>
              <a:ahLst/>
              <a:cxnLst/>
              <a:rect l="l" t="t" r="r" b="b"/>
              <a:pathLst>
                <a:path w="4845" h="4022" extrusionOk="0">
                  <a:moveTo>
                    <a:pt x="4511" y="1"/>
                  </a:moveTo>
                  <a:lnTo>
                    <a:pt x="3812" y="67"/>
                  </a:lnTo>
                  <a:cubicBezTo>
                    <a:pt x="2960" y="146"/>
                    <a:pt x="2096" y="281"/>
                    <a:pt x="1234" y="281"/>
                  </a:cubicBezTo>
                  <a:cubicBezTo>
                    <a:pt x="882" y="281"/>
                    <a:pt x="530" y="259"/>
                    <a:pt x="178" y="201"/>
                  </a:cubicBezTo>
                  <a:cubicBezTo>
                    <a:pt x="67" y="922"/>
                    <a:pt x="101" y="1756"/>
                    <a:pt x="57" y="2245"/>
                  </a:cubicBezTo>
                  <a:cubicBezTo>
                    <a:pt x="35" y="2511"/>
                    <a:pt x="1" y="2789"/>
                    <a:pt x="67" y="3055"/>
                  </a:cubicBezTo>
                  <a:cubicBezTo>
                    <a:pt x="123" y="3322"/>
                    <a:pt x="279" y="3578"/>
                    <a:pt x="534" y="3677"/>
                  </a:cubicBezTo>
                  <a:cubicBezTo>
                    <a:pt x="602" y="3709"/>
                    <a:pt x="677" y="3724"/>
                    <a:pt x="753" y="3724"/>
                  </a:cubicBezTo>
                  <a:cubicBezTo>
                    <a:pt x="862" y="3724"/>
                    <a:pt x="971" y="3692"/>
                    <a:pt x="1057" y="3633"/>
                  </a:cubicBezTo>
                  <a:cubicBezTo>
                    <a:pt x="1134" y="3588"/>
                    <a:pt x="1190" y="3522"/>
                    <a:pt x="1223" y="3445"/>
                  </a:cubicBezTo>
                  <a:cubicBezTo>
                    <a:pt x="1422" y="3836"/>
                    <a:pt x="2024" y="4022"/>
                    <a:pt x="2603" y="4022"/>
                  </a:cubicBezTo>
                  <a:cubicBezTo>
                    <a:pt x="2992" y="4022"/>
                    <a:pt x="3371" y="3938"/>
                    <a:pt x="3612" y="3778"/>
                  </a:cubicBezTo>
                  <a:cubicBezTo>
                    <a:pt x="4089" y="3455"/>
                    <a:pt x="4589" y="3045"/>
                    <a:pt x="4666" y="2467"/>
                  </a:cubicBezTo>
                  <a:lnTo>
                    <a:pt x="4666" y="2467"/>
                  </a:lnTo>
                  <a:cubicBezTo>
                    <a:pt x="4533" y="2611"/>
                    <a:pt x="4378" y="2722"/>
                    <a:pt x="4211" y="2811"/>
                  </a:cubicBezTo>
                  <a:cubicBezTo>
                    <a:pt x="4589" y="2400"/>
                    <a:pt x="4822" y="1845"/>
                    <a:pt x="4844" y="1278"/>
                  </a:cubicBezTo>
                  <a:lnTo>
                    <a:pt x="4844" y="1278"/>
                  </a:lnTo>
                  <a:cubicBezTo>
                    <a:pt x="4711" y="1445"/>
                    <a:pt x="4545" y="1578"/>
                    <a:pt x="4367" y="1689"/>
                  </a:cubicBezTo>
                  <a:cubicBezTo>
                    <a:pt x="4444" y="1145"/>
                    <a:pt x="4500" y="589"/>
                    <a:pt x="4511" y="45"/>
                  </a:cubicBezTo>
                  <a:lnTo>
                    <a:pt x="4511" y="1"/>
                  </a:ln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61">
              <a:extLst>
                <a:ext uri="{FF2B5EF4-FFF2-40B4-BE49-F238E27FC236}">
                  <a16:creationId xmlns:a16="http://schemas.microsoft.com/office/drawing/2014/main" id="{436FBA4F-2FFF-26BD-B141-B6D959ACB099}"/>
                </a:ext>
              </a:extLst>
            </p:cNvPr>
            <p:cNvSpPr/>
            <p:nvPr/>
          </p:nvSpPr>
          <p:spPr>
            <a:xfrm>
              <a:off x="2108650" y="3743125"/>
              <a:ext cx="68900" cy="63800"/>
            </a:xfrm>
            <a:custGeom>
              <a:avLst/>
              <a:gdLst/>
              <a:ahLst/>
              <a:cxnLst/>
              <a:rect l="l" t="t" r="r" b="b"/>
              <a:pathLst>
                <a:path w="2756" h="2552" extrusionOk="0">
                  <a:moveTo>
                    <a:pt x="857" y="1311"/>
                  </a:moveTo>
                  <a:cubicBezTo>
                    <a:pt x="867" y="1311"/>
                    <a:pt x="879" y="1311"/>
                    <a:pt x="901" y="1323"/>
                  </a:cubicBezTo>
                  <a:lnTo>
                    <a:pt x="912" y="1334"/>
                  </a:lnTo>
                  <a:cubicBezTo>
                    <a:pt x="945" y="1367"/>
                    <a:pt x="934" y="1422"/>
                    <a:pt x="901" y="1511"/>
                  </a:cubicBezTo>
                  <a:cubicBezTo>
                    <a:pt x="879" y="1590"/>
                    <a:pt x="845" y="1667"/>
                    <a:pt x="801" y="1745"/>
                  </a:cubicBezTo>
                  <a:cubicBezTo>
                    <a:pt x="790" y="1723"/>
                    <a:pt x="790" y="1701"/>
                    <a:pt x="778" y="1678"/>
                  </a:cubicBezTo>
                  <a:cubicBezTo>
                    <a:pt x="734" y="1590"/>
                    <a:pt x="712" y="1489"/>
                    <a:pt x="746" y="1400"/>
                  </a:cubicBezTo>
                  <a:cubicBezTo>
                    <a:pt x="756" y="1356"/>
                    <a:pt x="812" y="1323"/>
                    <a:pt x="857" y="1311"/>
                  </a:cubicBezTo>
                  <a:close/>
                  <a:moveTo>
                    <a:pt x="2612" y="1"/>
                  </a:moveTo>
                  <a:lnTo>
                    <a:pt x="2534" y="12"/>
                  </a:lnTo>
                  <a:cubicBezTo>
                    <a:pt x="2678" y="778"/>
                    <a:pt x="2479" y="1612"/>
                    <a:pt x="2000" y="2234"/>
                  </a:cubicBezTo>
                  <a:cubicBezTo>
                    <a:pt x="1920" y="2343"/>
                    <a:pt x="1796" y="2472"/>
                    <a:pt x="1666" y="2472"/>
                  </a:cubicBezTo>
                  <a:cubicBezTo>
                    <a:pt x="1652" y="2472"/>
                    <a:pt x="1637" y="2470"/>
                    <a:pt x="1623" y="2467"/>
                  </a:cubicBezTo>
                  <a:cubicBezTo>
                    <a:pt x="1512" y="2444"/>
                    <a:pt x="1434" y="2333"/>
                    <a:pt x="1378" y="2111"/>
                  </a:cubicBezTo>
                  <a:cubicBezTo>
                    <a:pt x="1356" y="2022"/>
                    <a:pt x="1334" y="1911"/>
                    <a:pt x="1334" y="1812"/>
                  </a:cubicBezTo>
                  <a:cubicBezTo>
                    <a:pt x="1390" y="1711"/>
                    <a:pt x="1412" y="1600"/>
                    <a:pt x="1434" y="1511"/>
                  </a:cubicBezTo>
                  <a:lnTo>
                    <a:pt x="1479" y="1356"/>
                  </a:lnTo>
                  <a:lnTo>
                    <a:pt x="1479" y="1356"/>
                  </a:lnTo>
                  <a:lnTo>
                    <a:pt x="1368" y="1478"/>
                  </a:lnTo>
                  <a:cubicBezTo>
                    <a:pt x="1289" y="1567"/>
                    <a:pt x="1257" y="1667"/>
                    <a:pt x="1257" y="1789"/>
                  </a:cubicBezTo>
                  <a:cubicBezTo>
                    <a:pt x="1245" y="1789"/>
                    <a:pt x="1245" y="1800"/>
                    <a:pt x="1245" y="1812"/>
                  </a:cubicBezTo>
                  <a:cubicBezTo>
                    <a:pt x="1197" y="1879"/>
                    <a:pt x="1107" y="1938"/>
                    <a:pt x="1026" y="1938"/>
                  </a:cubicBezTo>
                  <a:cubicBezTo>
                    <a:pt x="1014" y="1938"/>
                    <a:pt x="1002" y="1936"/>
                    <a:pt x="990" y="1933"/>
                  </a:cubicBezTo>
                  <a:cubicBezTo>
                    <a:pt x="934" y="1923"/>
                    <a:pt x="890" y="1878"/>
                    <a:pt x="845" y="1822"/>
                  </a:cubicBezTo>
                  <a:cubicBezTo>
                    <a:pt x="901" y="1734"/>
                    <a:pt x="945" y="1634"/>
                    <a:pt x="978" y="1534"/>
                  </a:cubicBezTo>
                  <a:cubicBezTo>
                    <a:pt x="1012" y="1467"/>
                    <a:pt x="1034" y="1367"/>
                    <a:pt x="978" y="1289"/>
                  </a:cubicBezTo>
                  <a:cubicBezTo>
                    <a:pt x="945" y="1245"/>
                    <a:pt x="901" y="1234"/>
                    <a:pt x="845" y="1234"/>
                  </a:cubicBezTo>
                  <a:cubicBezTo>
                    <a:pt x="768" y="1245"/>
                    <a:pt x="690" y="1301"/>
                    <a:pt x="667" y="1378"/>
                  </a:cubicBezTo>
                  <a:cubicBezTo>
                    <a:pt x="623" y="1489"/>
                    <a:pt x="657" y="1600"/>
                    <a:pt x="701" y="1711"/>
                  </a:cubicBezTo>
                  <a:cubicBezTo>
                    <a:pt x="723" y="1745"/>
                    <a:pt x="734" y="1789"/>
                    <a:pt x="756" y="1834"/>
                  </a:cubicBezTo>
                  <a:cubicBezTo>
                    <a:pt x="701" y="1923"/>
                    <a:pt x="645" y="2022"/>
                    <a:pt x="578" y="2111"/>
                  </a:cubicBezTo>
                  <a:cubicBezTo>
                    <a:pt x="523" y="2189"/>
                    <a:pt x="457" y="2278"/>
                    <a:pt x="368" y="2323"/>
                  </a:cubicBezTo>
                  <a:cubicBezTo>
                    <a:pt x="331" y="2338"/>
                    <a:pt x="287" y="2349"/>
                    <a:pt x="244" y="2349"/>
                  </a:cubicBezTo>
                  <a:cubicBezTo>
                    <a:pt x="197" y="2349"/>
                    <a:pt x="152" y="2336"/>
                    <a:pt x="123" y="2301"/>
                  </a:cubicBezTo>
                  <a:cubicBezTo>
                    <a:pt x="101" y="2267"/>
                    <a:pt x="90" y="2222"/>
                    <a:pt x="90" y="2178"/>
                  </a:cubicBezTo>
                  <a:cubicBezTo>
                    <a:pt x="101" y="2133"/>
                    <a:pt x="123" y="2111"/>
                    <a:pt x="156" y="2089"/>
                  </a:cubicBezTo>
                  <a:lnTo>
                    <a:pt x="123" y="2022"/>
                  </a:lnTo>
                  <a:cubicBezTo>
                    <a:pt x="67" y="2045"/>
                    <a:pt x="35" y="2089"/>
                    <a:pt x="12" y="2156"/>
                  </a:cubicBezTo>
                  <a:cubicBezTo>
                    <a:pt x="1" y="2234"/>
                    <a:pt x="23" y="2311"/>
                    <a:pt x="67" y="2356"/>
                  </a:cubicBezTo>
                  <a:cubicBezTo>
                    <a:pt x="79" y="2367"/>
                    <a:pt x="101" y="2389"/>
                    <a:pt x="123" y="2400"/>
                  </a:cubicBezTo>
                  <a:cubicBezTo>
                    <a:pt x="159" y="2416"/>
                    <a:pt x="203" y="2424"/>
                    <a:pt x="248" y="2424"/>
                  </a:cubicBezTo>
                  <a:cubicBezTo>
                    <a:pt x="299" y="2424"/>
                    <a:pt x="353" y="2413"/>
                    <a:pt x="401" y="2389"/>
                  </a:cubicBezTo>
                  <a:cubicBezTo>
                    <a:pt x="501" y="2333"/>
                    <a:pt x="578" y="2245"/>
                    <a:pt x="645" y="2156"/>
                  </a:cubicBezTo>
                  <a:cubicBezTo>
                    <a:pt x="701" y="2078"/>
                    <a:pt x="756" y="1989"/>
                    <a:pt x="812" y="1901"/>
                  </a:cubicBezTo>
                  <a:cubicBezTo>
                    <a:pt x="845" y="1956"/>
                    <a:pt x="901" y="2000"/>
                    <a:pt x="968" y="2012"/>
                  </a:cubicBezTo>
                  <a:cubicBezTo>
                    <a:pt x="985" y="2015"/>
                    <a:pt x="1001" y="2017"/>
                    <a:pt x="1018" y="2017"/>
                  </a:cubicBezTo>
                  <a:cubicBezTo>
                    <a:pt x="1112" y="2017"/>
                    <a:pt x="1200" y="1968"/>
                    <a:pt x="1257" y="1911"/>
                  </a:cubicBezTo>
                  <a:cubicBezTo>
                    <a:pt x="1267" y="1989"/>
                    <a:pt x="1279" y="2067"/>
                    <a:pt x="1301" y="2123"/>
                  </a:cubicBezTo>
                  <a:cubicBezTo>
                    <a:pt x="1334" y="2289"/>
                    <a:pt x="1412" y="2511"/>
                    <a:pt x="1612" y="2545"/>
                  </a:cubicBezTo>
                  <a:cubicBezTo>
                    <a:pt x="1632" y="2549"/>
                    <a:pt x="1651" y="2552"/>
                    <a:pt x="1671" y="2552"/>
                  </a:cubicBezTo>
                  <a:cubicBezTo>
                    <a:pt x="1798" y="2552"/>
                    <a:pt x="1933" y="2462"/>
                    <a:pt x="2067" y="2289"/>
                  </a:cubicBezTo>
                  <a:cubicBezTo>
                    <a:pt x="2556" y="1634"/>
                    <a:pt x="2756" y="778"/>
                    <a:pt x="261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61">
              <a:extLst>
                <a:ext uri="{FF2B5EF4-FFF2-40B4-BE49-F238E27FC236}">
                  <a16:creationId xmlns:a16="http://schemas.microsoft.com/office/drawing/2014/main" id="{DC4116F8-B719-D854-DD86-C2FE44F9A570}"/>
                </a:ext>
              </a:extLst>
            </p:cNvPr>
            <p:cNvSpPr/>
            <p:nvPr/>
          </p:nvSpPr>
          <p:spPr>
            <a:xfrm>
              <a:off x="2076725" y="3790625"/>
              <a:ext cx="25300" cy="16950"/>
            </a:xfrm>
            <a:custGeom>
              <a:avLst/>
              <a:gdLst/>
              <a:ahLst/>
              <a:cxnLst/>
              <a:rect l="l" t="t" r="r" b="b"/>
              <a:pathLst>
                <a:path w="1012" h="678" extrusionOk="0">
                  <a:moveTo>
                    <a:pt x="1001" y="589"/>
                  </a:moveTo>
                  <a:cubicBezTo>
                    <a:pt x="912" y="645"/>
                    <a:pt x="801" y="678"/>
                    <a:pt x="689" y="678"/>
                  </a:cubicBezTo>
                  <a:cubicBezTo>
                    <a:pt x="623" y="678"/>
                    <a:pt x="545" y="667"/>
                    <a:pt x="478" y="633"/>
                  </a:cubicBezTo>
                  <a:cubicBezTo>
                    <a:pt x="545" y="667"/>
                    <a:pt x="623" y="678"/>
                    <a:pt x="689" y="678"/>
                  </a:cubicBezTo>
                  <a:cubicBezTo>
                    <a:pt x="801" y="678"/>
                    <a:pt x="912" y="645"/>
                    <a:pt x="1001" y="589"/>
                  </a:cubicBezTo>
                  <a:close/>
                  <a:moveTo>
                    <a:pt x="1001" y="589"/>
                  </a:moveTo>
                  <a:lnTo>
                    <a:pt x="1001" y="589"/>
                  </a:lnTo>
                  <a:lnTo>
                    <a:pt x="1001" y="589"/>
                  </a:lnTo>
                  <a:close/>
                  <a:moveTo>
                    <a:pt x="1011" y="589"/>
                  </a:moveTo>
                  <a:lnTo>
                    <a:pt x="1001" y="589"/>
                  </a:lnTo>
                  <a:lnTo>
                    <a:pt x="1011" y="589"/>
                  </a:lnTo>
                  <a:close/>
                  <a:moveTo>
                    <a:pt x="1011" y="578"/>
                  </a:moveTo>
                  <a:lnTo>
                    <a:pt x="1011" y="589"/>
                  </a:lnTo>
                  <a:lnTo>
                    <a:pt x="1011" y="578"/>
                  </a:lnTo>
                  <a:close/>
                  <a:moveTo>
                    <a:pt x="1011" y="578"/>
                  </a:moveTo>
                  <a:lnTo>
                    <a:pt x="1011" y="578"/>
                  </a:lnTo>
                  <a:lnTo>
                    <a:pt x="1011" y="578"/>
                  </a:lnTo>
                  <a:close/>
                  <a:moveTo>
                    <a:pt x="1" y="1"/>
                  </a:moveTo>
                  <a:cubicBezTo>
                    <a:pt x="11" y="1"/>
                    <a:pt x="11" y="11"/>
                    <a:pt x="11" y="11"/>
                  </a:cubicBezTo>
                  <a:cubicBezTo>
                    <a:pt x="11" y="11"/>
                    <a:pt x="11" y="1"/>
                    <a:pt x="1" y="1"/>
                  </a:cubicBezTo>
                  <a:close/>
                  <a:moveTo>
                    <a:pt x="1" y="1"/>
                  </a:moveTo>
                  <a:lnTo>
                    <a:pt x="1" y="1"/>
                  </a:lnTo>
                  <a:close/>
                </a:path>
              </a:pathLst>
            </a:custGeom>
            <a:solidFill>
              <a:srgbClr val="3157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61">
              <a:extLst>
                <a:ext uri="{FF2B5EF4-FFF2-40B4-BE49-F238E27FC236}">
                  <a16:creationId xmlns:a16="http://schemas.microsoft.com/office/drawing/2014/main" id="{87519393-66AB-08BF-0B25-34B0546A1B09}"/>
                </a:ext>
              </a:extLst>
            </p:cNvPr>
            <p:cNvSpPr/>
            <p:nvPr/>
          </p:nvSpPr>
          <p:spPr>
            <a:xfrm>
              <a:off x="2076450" y="3788400"/>
              <a:ext cx="28625" cy="19175"/>
            </a:xfrm>
            <a:custGeom>
              <a:avLst/>
              <a:gdLst/>
              <a:ahLst/>
              <a:cxnLst/>
              <a:rect l="l" t="t" r="r" b="b"/>
              <a:pathLst>
                <a:path w="1145" h="767" extrusionOk="0">
                  <a:moveTo>
                    <a:pt x="0" y="1"/>
                  </a:moveTo>
                  <a:cubicBezTo>
                    <a:pt x="0" y="23"/>
                    <a:pt x="12" y="56"/>
                    <a:pt x="12" y="90"/>
                  </a:cubicBezTo>
                  <a:cubicBezTo>
                    <a:pt x="22" y="90"/>
                    <a:pt x="22" y="100"/>
                    <a:pt x="22" y="100"/>
                  </a:cubicBezTo>
                  <a:cubicBezTo>
                    <a:pt x="78" y="367"/>
                    <a:pt x="234" y="623"/>
                    <a:pt x="489" y="722"/>
                  </a:cubicBezTo>
                  <a:cubicBezTo>
                    <a:pt x="556" y="756"/>
                    <a:pt x="634" y="767"/>
                    <a:pt x="700" y="767"/>
                  </a:cubicBezTo>
                  <a:cubicBezTo>
                    <a:pt x="812" y="767"/>
                    <a:pt x="923" y="734"/>
                    <a:pt x="1012" y="678"/>
                  </a:cubicBezTo>
                  <a:lnTo>
                    <a:pt x="1022" y="678"/>
                  </a:lnTo>
                  <a:lnTo>
                    <a:pt x="1022" y="667"/>
                  </a:lnTo>
                  <a:cubicBezTo>
                    <a:pt x="1078" y="633"/>
                    <a:pt x="1111" y="601"/>
                    <a:pt x="1145" y="545"/>
                  </a:cubicBezTo>
                  <a:cubicBezTo>
                    <a:pt x="723" y="467"/>
                    <a:pt x="333" y="278"/>
                    <a:pt x="0" y="1"/>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61">
              <a:extLst>
                <a:ext uri="{FF2B5EF4-FFF2-40B4-BE49-F238E27FC236}">
                  <a16:creationId xmlns:a16="http://schemas.microsoft.com/office/drawing/2014/main" id="{ABC1D780-10D3-31AA-4C90-0E8F9673BB6E}"/>
                </a:ext>
              </a:extLst>
            </p:cNvPr>
            <p:cNvSpPr/>
            <p:nvPr/>
          </p:nvSpPr>
          <p:spPr>
            <a:xfrm>
              <a:off x="1992300" y="3827250"/>
              <a:ext cx="10300" cy="10675"/>
            </a:xfrm>
            <a:custGeom>
              <a:avLst/>
              <a:gdLst/>
              <a:ahLst/>
              <a:cxnLst/>
              <a:rect l="l" t="t" r="r" b="b"/>
              <a:pathLst>
                <a:path w="412" h="427" extrusionOk="0">
                  <a:moveTo>
                    <a:pt x="267" y="0"/>
                  </a:moveTo>
                  <a:cubicBezTo>
                    <a:pt x="239" y="0"/>
                    <a:pt x="213" y="53"/>
                    <a:pt x="178" y="101"/>
                  </a:cubicBezTo>
                  <a:cubicBezTo>
                    <a:pt x="134" y="190"/>
                    <a:pt x="78" y="279"/>
                    <a:pt x="23" y="368"/>
                  </a:cubicBezTo>
                  <a:cubicBezTo>
                    <a:pt x="11" y="380"/>
                    <a:pt x="1" y="402"/>
                    <a:pt x="23" y="424"/>
                  </a:cubicBezTo>
                  <a:lnTo>
                    <a:pt x="45" y="424"/>
                  </a:lnTo>
                  <a:cubicBezTo>
                    <a:pt x="65" y="426"/>
                    <a:pt x="85" y="427"/>
                    <a:pt x="104" y="427"/>
                  </a:cubicBezTo>
                  <a:cubicBezTo>
                    <a:pt x="207" y="427"/>
                    <a:pt x="309" y="404"/>
                    <a:pt x="411" y="357"/>
                  </a:cubicBezTo>
                  <a:cubicBezTo>
                    <a:pt x="389" y="257"/>
                    <a:pt x="367" y="157"/>
                    <a:pt x="322" y="69"/>
                  </a:cubicBezTo>
                  <a:cubicBezTo>
                    <a:pt x="302" y="19"/>
                    <a:pt x="284" y="0"/>
                    <a:pt x="2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61">
              <a:extLst>
                <a:ext uri="{FF2B5EF4-FFF2-40B4-BE49-F238E27FC236}">
                  <a16:creationId xmlns:a16="http://schemas.microsoft.com/office/drawing/2014/main" id="{FEB155F4-52DE-63BC-6143-FC746142A4A7}"/>
                </a:ext>
              </a:extLst>
            </p:cNvPr>
            <p:cNvSpPr/>
            <p:nvPr/>
          </p:nvSpPr>
          <p:spPr>
            <a:xfrm>
              <a:off x="2001450" y="3843025"/>
              <a:ext cx="7800" cy="8850"/>
            </a:xfrm>
            <a:custGeom>
              <a:avLst/>
              <a:gdLst/>
              <a:ahLst/>
              <a:cxnLst/>
              <a:rect l="l" t="t" r="r" b="b"/>
              <a:pathLst>
                <a:path w="312" h="354" extrusionOk="0">
                  <a:moveTo>
                    <a:pt x="173" y="1"/>
                  </a:moveTo>
                  <a:cubicBezTo>
                    <a:pt x="151" y="1"/>
                    <a:pt x="134" y="49"/>
                    <a:pt x="112" y="93"/>
                  </a:cubicBezTo>
                  <a:cubicBezTo>
                    <a:pt x="79" y="159"/>
                    <a:pt x="45" y="237"/>
                    <a:pt x="12" y="315"/>
                  </a:cubicBezTo>
                  <a:cubicBezTo>
                    <a:pt x="12" y="326"/>
                    <a:pt x="1" y="337"/>
                    <a:pt x="12" y="349"/>
                  </a:cubicBezTo>
                  <a:cubicBezTo>
                    <a:pt x="16" y="352"/>
                    <a:pt x="18" y="353"/>
                    <a:pt x="20" y="353"/>
                  </a:cubicBezTo>
                  <a:cubicBezTo>
                    <a:pt x="24" y="353"/>
                    <a:pt x="27" y="349"/>
                    <a:pt x="35" y="349"/>
                  </a:cubicBezTo>
                  <a:cubicBezTo>
                    <a:pt x="134" y="349"/>
                    <a:pt x="223" y="315"/>
                    <a:pt x="312" y="260"/>
                  </a:cubicBezTo>
                  <a:cubicBezTo>
                    <a:pt x="290" y="193"/>
                    <a:pt x="257" y="115"/>
                    <a:pt x="212" y="48"/>
                  </a:cubicBezTo>
                  <a:cubicBezTo>
                    <a:pt x="197" y="14"/>
                    <a:pt x="184" y="1"/>
                    <a:pt x="1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61">
              <a:extLst>
                <a:ext uri="{FF2B5EF4-FFF2-40B4-BE49-F238E27FC236}">
                  <a16:creationId xmlns:a16="http://schemas.microsoft.com/office/drawing/2014/main" id="{44E8EBD5-B59B-F603-51E5-4F1D4D1D4DA8}"/>
                </a:ext>
              </a:extLst>
            </p:cNvPr>
            <p:cNvSpPr/>
            <p:nvPr/>
          </p:nvSpPr>
          <p:spPr>
            <a:xfrm>
              <a:off x="2008400" y="3855075"/>
              <a:ext cx="8925" cy="10275"/>
            </a:xfrm>
            <a:custGeom>
              <a:avLst/>
              <a:gdLst/>
              <a:ahLst/>
              <a:cxnLst/>
              <a:rect l="l" t="t" r="r" b="b"/>
              <a:pathLst>
                <a:path w="357" h="411" extrusionOk="0">
                  <a:moveTo>
                    <a:pt x="200" y="0"/>
                  </a:moveTo>
                  <a:cubicBezTo>
                    <a:pt x="172" y="0"/>
                    <a:pt x="156" y="53"/>
                    <a:pt x="134" y="111"/>
                  </a:cubicBezTo>
                  <a:cubicBezTo>
                    <a:pt x="90" y="188"/>
                    <a:pt x="56" y="277"/>
                    <a:pt x="23" y="355"/>
                  </a:cubicBezTo>
                  <a:cubicBezTo>
                    <a:pt x="12" y="378"/>
                    <a:pt x="1" y="400"/>
                    <a:pt x="23" y="410"/>
                  </a:cubicBezTo>
                  <a:lnTo>
                    <a:pt x="45" y="410"/>
                  </a:lnTo>
                  <a:cubicBezTo>
                    <a:pt x="156" y="400"/>
                    <a:pt x="268" y="366"/>
                    <a:pt x="356" y="299"/>
                  </a:cubicBezTo>
                  <a:cubicBezTo>
                    <a:pt x="334" y="222"/>
                    <a:pt x="300" y="133"/>
                    <a:pt x="256" y="55"/>
                  </a:cubicBezTo>
                  <a:cubicBezTo>
                    <a:pt x="233" y="16"/>
                    <a:pt x="215" y="0"/>
                    <a:pt x="20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61">
              <a:extLst>
                <a:ext uri="{FF2B5EF4-FFF2-40B4-BE49-F238E27FC236}">
                  <a16:creationId xmlns:a16="http://schemas.microsoft.com/office/drawing/2014/main" id="{DB6ABC89-CC90-6FEA-7FC8-CB12406E43DB}"/>
                </a:ext>
              </a:extLst>
            </p:cNvPr>
            <p:cNvSpPr/>
            <p:nvPr/>
          </p:nvSpPr>
          <p:spPr>
            <a:xfrm>
              <a:off x="2084500" y="3196025"/>
              <a:ext cx="28925" cy="16975"/>
            </a:xfrm>
            <a:custGeom>
              <a:avLst/>
              <a:gdLst/>
              <a:ahLst/>
              <a:cxnLst/>
              <a:rect l="l" t="t" r="r" b="b"/>
              <a:pathLst>
                <a:path w="1157" h="679" extrusionOk="0">
                  <a:moveTo>
                    <a:pt x="1089" y="0"/>
                  </a:moveTo>
                  <a:cubicBezTo>
                    <a:pt x="1056" y="189"/>
                    <a:pt x="1001" y="422"/>
                    <a:pt x="833" y="533"/>
                  </a:cubicBezTo>
                  <a:cubicBezTo>
                    <a:pt x="759" y="586"/>
                    <a:pt x="673" y="612"/>
                    <a:pt x="586" y="612"/>
                  </a:cubicBezTo>
                  <a:cubicBezTo>
                    <a:pt x="490" y="612"/>
                    <a:pt x="393" y="581"/>
                    <a:pt x="312" y="523"/>
                  </a:cubicBezTo>
                  <a:cubicBezTo>
                    <a:pt x="156" y="422"/>
                    <a:pt x="67" y="245"/>
                    <a:pt x="56" y="45"/>
                  </a:cubicBezTo>
                  <a:lnTo>
                    <a:pt x="1" y="45"/>
                  </a:lnTo>
                  <a:cubicBezTo>
                    <a:pt x="1" y="267"/>
                    <a:pt x="112" y="467"/>
                    <a:pt x="278" y="578"/>
                  </a:cubicBezTo>
                  <a:cubicBezTo>
                    <a:pt x="367" y="644"/>
                    <a:pt x="478" y="678"/>
                    <a:pt x="578" y="678"/>
                  </a:cubicBezTo>
                  <a:cubicBezTo>
                    <a:pt x="690" y="678"/>
                    <a:pt x="778" y="644"/>
                    <a:pt x="867" y="589"/>
                  </a:cubicBezTo>
                  <a:cubicBezTo>
                    <a:pt x="1056" y="456"/>
                    <a:pt x="1122" y="212"/>
                    <a:pt x="1156" y="12"/>
                  </a:cubicBezTo>
                  <a:lnTo>
                    <a:pt x="1089"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61">
              <a:extLst>
                <a:ext uri="{FF2B5EF4-FFF2-40B4-BE49-F238E27FC236}">
                  <a16:creationId xmlns:a16="http://schemas.microsoft.com/office/drawing/2014/main" id="{95F83286-3409-94AA-F202-9772E81EDED0}"/>
                </a:ext>
              </a:extLst>
            </p:cNvPr>
            <p:cNvSpPr/>
            <p:nvPr/>
          </p:nvSpPr>
          <p:spPr>
            <a:xfrm>
              <a:off x="2019225" y="3194350"/>
              <a:ext cx="22250" cy="18075"/>
            </a:xfrm>
            <a:custGeom>
              <a:avLst/>
              <a:gdLst/>
              <a:ahLst/>
              <a:cxnLst/>
              <a:rect l="l" t="t" r="r" b="b"/>
              <a:pathLst>
                <a:path w="890" h="723" extrusionOk="0">
                  <a:moveTo>
                    <a:pt x="35" y="0"/>
                  </a:moveTo>
                  <a:cubicBezTo>
                    <a:pt x="12" y="112"/>
                    <a:pt x="1" y="234"/>
                    <a:pt x="12" y="356"/>
                  </a:cubicBezTo>
                  <a:cubicBezTo>
                    <a:pt x="35" y="489"/>
                    <a:pt x="101" y="612"/>
                    <a:pt x="201" y="667"/>
                  </a:cubicBezTo>
                  <a:cubicBezTo>
                    <a:pt x="257" y="711"/>
                    <a:pt x="323" y="723"/>
                    <a:pt x="390" y="723"/>
                  </a:cubicBezTo>
                  <a:cubicBezTo>
                    <a:pt x="490" y="723"/>
                    <a:pt x="590" y="689"/>
                    <a:pt x="667" y="623"/>
                  </a:cubicBezTo>
                  <a:cubicBezTo>
                    <a:pt x="790" y="534"/>
                    <a:pt x="867" y="378"/>
                    <a:pt x="889" y="200"/>
                  </a:cubicBezTo>
                  <a:lnTo>
                    <a:pt x="823" y="190"/>
                  </a:lnTo>
                  <a:cubicBezTo>
                    <a:pt x="801" y="356"/>
                    <a:pt x="734" y="489"/>
                    <a:pt x="634" y="578"/>
                  </a:cubicBezTo>
                  <a:cubicBezTo>
                    <a:pt x="565" y="635"/>
                    <a:pt x="483" y="663"/>
                    <a:pt x="404" y="663"/>
                  </a:cubicBezTo>
                  <a:cubicBezTo>
                    <a:pt x="342" y="663"/>
                    <a:pt x="283" y="646"/>
                    <a:pt x="234" y="612"/>
                  </a:cubicBezTo>
                  <a:cubicBezTo>
                    <a:pt x="146" y="567"/>
                    <a:pt x="90" y="467"/>
                    <a:pt x="79" y="345"/>
                  </a:cubicBezTo>
                  <a:cubicBezTo>
                    <a:pt x="57" y="234"/>
                    <a:pt x="79" y="123"/>
                    <a:pt x="101" y="12"/>
                  </a:cubicBezTo>
                  <a:lnTo>
                    <a:pt x="35"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61">
              <a:extLst>
                <a:ext uri="{FF2B5EF4-FFF2-40B4-BE49-F238E27FC236}">
                  <a16:creationId xmlns:a16="http://schemas.microsoft.com/office/drawing/2014/main" id="{6BFF0C6D-5FCD-124E-2846-4DF38BE976B1}"/>
                </a:ext>
              </a:extLst>
            </p:cNvPr>
            <p:cNvSpPr/>
            <p:nvPr/>
          </p:nvSpPr>
          <p:spPr>
            <a:xfrm>
              <a:off x="1902875" y="3448925"/>
              <a:ext cx="98350" cy="98825"/>
            </a:xfrm>
            <a:custGeom>
              <a:avLst/>
              <a:gdLst/>
              <a:ahLst/>
              <a:cxnLst/>
              <a:rect l="l" t="t" r="r" b="b"/>
              <a:pathLst>
                <a:path w="3934" h="3953" extrusionOk="0">
                  <a:moveTo>
                    <a:pt x="1699" y="1"/>
                  </a:moveTo>
                  <a:cubicBezTo>
                    <a:pt x="1408" y="1"/>
                    <a:pt x="1146" y="91"/>
                    <a:pt x="856" y="393"/>
                  </a:cubicBezTo>
                  <a:cubicBezTo>
                    <a:pt x="423" y="849"/>
                    <a:pt x="122" y="1437"/>
                    <a:pt x="33" y="2059"/>
                  </a:cubicBezTo>
                  <a:cubicBezTo>
                    <a:pt x="1" y="2315"/>
                    <a:pt x="1" y="2582"/>
                    <a:pt x="78" y="2815"/>
                  </a:cubicBezTo>
                  <a:cubicBezTo>
                    <a:pt x="289" y="3471"/>
                    <a:pt x="1167" y="3871"/>
                    <a:pt x="1789" y="3948"/>
                  </a:cubicBezTo>
                  <a:cubicBezTo>
                    <a:pt x="1809" y="3951"/>
                    <a:pt x="1831" y="3953"/>
                    <a:pt x="1854" y="3953"/>
                  </a:cubicBezTo>
                  <a:cubicBezTo>
                    <a:pt x="1989" y="3953"/>
                    <a:pt x="2143" y="3894"/>
                    <a:pt x="2133" y="3770"/>
                  </a:cubicBezTo>
                  <a:cubicBezTo>
                    <a:pt x="2133" y="3704"/>
                    <a:pt x="2089" y="3648"/>
                    <a:pt x="2033" y="3604"/>
                  </a:cubicBezTo>
                  <a:cubicBezTo>
                    <a:pt x="1800" y="3415"/>
                    <a:pt x="1423" y="3326"/>
                    <a:pt x="1378" y="3015"/>
                  </a:cubicBezTo>
                  <a:lnTo>
                    <a:pt x="1378" y="3015"/>
                  </a:lnTo>
                  <a:cubicBezTo>
                    <a:pt x="1744" y="3237"/>
                    <a:pt x="2156" y="3382"/>
                    <a:pt x="2578" y="3437"/>
                  </a:cubicBezTo>
                  <a:cubicBezTo>
                    <a:pt x="2607" y="3440"/>
                    <a:pt x="2637" y="3443"/>
                    <a:pt x="2667" y="3443"/>
                  </a:cubicBezTo>
                  <a:cubicBezTo>
                    <a:pt x="2740" y="3443"/>
                    <a:pt x="2811" y="3429"/>
                    <a:pt x="2867" y="3382"/>
                  </a:cubicBezTo>
                  <a:cubicBezTo>
                    <a:pt x="2978" y="3271"/>
                    <a:pt x="2911" y="3071"/>
                    <a:pt x="2800" y="2960"/>
                  </a:cubicBezTo>
                  <a:cubicBezTo>
                    <a:pt x="2644" y="2815"/>
                    <a:pt x="2433" y="2760"/>
                    <a:pt x="2245" y="2671"/>
                  </a:cubicBezTo>
                  <a:cubicBezTo>
                    <a:pt x="2055" y="2570"/>
                    <a:pt x="1878" y="2426"/>
                    <a:pt x="1845" y="2226"/>
                  </a:cubicBezTo>
                  <a:lnTo>
                    <a:pt x="1845" y="2226"/>
                  </a:lnTo>
                  <a:cubicBezTo>
                    <a:pt x="2211" y="2382"/>
                    <a:pt x="2589" y="2526"/>
                    <a:pt x="2966" y="2659"/>
                  </a:cubicBezTo>
                  <a:cubicBezTo>
                    <a:pt x="3054" y="2690"/>
                    <a:pt x="3156" y="2714"/>
                    <a:pt x="3248" y="2714"/>
                  </a:cubicBezTo>
                  <a:cubicBezTo>
                    <a:pt x="3354" y="2714"/>
                    <a:pt x="3447" y="2682"/>
                    <a:pt x="3489" y="2593"/>
                  </a:cubicBezTo>
                  <a:cubicBezTo>
                    <a:pt x="3544" y="2482"/>
                    <a:pt x="3499" y="2360"/>
                    <a:pt x="3433" y="2271"/>
                  </a:cubicBezTo>
                  <a:cubicBezTo>
                    <a:pt x="3166" y="1893"/>
                    <a:pt x="2600" y="1871"/>
                    <a:pt x="2211" y="1604"/>
                  </a:cubicBezTo>
                  <a:cubicBezTo>
                    <a:pt x="2166" y="1571"/>
                    <a:pt x="2122" y="1504"/>
                    <a:pt x="2166" y="1471"/>
                  </a:cubicBezTo>
                  <a:lnTo>
                    <a:pt x="2166" y="1471"/>
                  </a:lnTo>
                  <a:cubicBezTo>
                    <a:pt x="2511" y="1582"/>
                    <a:pt x="2867" y="1704"/>
                    <a:pt x="3211" y="1815"/>
                  </a:cubicBezTo>
                  <a:cubicBezTo>
                    <a:pt x="3319" y="1851"/>
                    <a:pt x="3443" y="1888"/>
                    <a:pt x="3564" y="1888"/>
                  </a:cubicBezTo>
                  <a:cubicBezTo>
                    <a:pt x="3591" y="1888"/>
                    <a:pt x="3618" y="1886"/>
                    <a:pt x="3644" y="1882"/>
                  </a:cubicBezTo>
                  <a:cubicBezTo>
                    <a:pt x="3788" y="1849"/>
                    <a:pt x="3933" y="1726"/>
                    <a:pt x="3911" y="1571"/>
                  </a:cubicBezTo>
                  <a:cubicBezTo>
                    <a:pt x="3899" y="1415"/>
                    <a:pt x="3722" y="1326"/>
                    <a:pt x="3578" y="1271"/>
                  </a:cubicBezTo>
                  <a:cubicBezTo>
                    <a:pt x="3211" y="1116"/>
                    <a:pt x="2833" y="960"/>
                    <a:pt x="2467" y="815"/>
                  </a:cubicBezTo>
                  <a:cubicBezTo>
                    <a:pt x="2489" y="605"/>
                    <a:pt x="2867" y="649"/>
                    <a:pt x="2944" y="460"/>
                  </a:cubicBezTo>
                  <a:cubicBezTo>
                    <a:pt x="2978" y="371"/>
                    <a:pt x="2922" y="260"/>
                    <a:pt x="2844" y="205"/>
                  </a:cubicBezTo>
                  <a:cubicBezTo>
                    <a:pt x="2766" y="160"/>
                    <a:pt x="2667" y="138"/>
                    <a:pt x="2566" y="126"/>
                  </a:cubicBezTo>
                  <a:cubicBezTo>
                    <a:pt x="2230" y="70"/>
                    <a:pt x="1953" y="1"/>
                    <a:pt x="169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61">
              <a:extLst>
                <a:ext uri="{FF2B5EF4-FFF2-40B4-BE49-F238E27FC236}">
                  <a16:creationId xmlns:a16="http://schemas.microsoft.com/office/drawing/2014/main" id="{56076282-762A-AA25-8AAC-431CA0D603E1}"/>
                </a:ext>
              </a:extLst>
            </p:cNvPr>
            <p:cNvSpPr/>
            <p:nvPr/>
          </p:nvSpPr>
          <p:spPr>
            <a:xfrm>
              <a:off x="1944225" y="3539000"/>
              <a:ext cx="7550" cy="7050"/>
            </a:xfrm>
            <a:custGeom>
              <a:avLst/>
              <a:gdLst/>
              <a:ahLst/>
              <a:cxnLst/>
              <a:rect l="l" t="t" r="r" b="b"/>
              <a:pathLst>
                <a:path w="302" h="282" extrusionOk="0">
                  <a:moveTo>
                    <a:pt x="80" y="1"/>
                  </a:moveTo>
                  <a:cubicBezTo>
                    <a:pt x="46" y="68"/>
                    <a:pt x="24" y="134"/>
                    <a:pt x="13" y="212"/>
                  </a:cubicBezTo>
                  <a:cubicBezTo>
                    <a:pt x="1" y="267"/>
                    <a:pt x="12" y="282"/>
                    <a:pt x="34" y="282"/>
                  </a:cubicBezTo>
                  <a:cubicBezTo>
                    <a:pt x="52" y="282"/>
                    <a:pt x="77" y="272"/>
                    <a:pt x="102" y="268"/>
                  </a:cubicBezTo>
                  <a:cubicBezTo>
                    <a:pt x="157" y="245"/>
                    <a:pt x="213" y="223"/>
                    <a:pt x="280" y="212"/>
                  </a:cubicBezTo>
                  <a:cubicBezTo>
                    <a:pt x="290" y="201"/>
                    <a:pt x="302" y="201"/>
                    <a:pt x="302" y="179"/>
                  </a:cubicBezTo>
                  <a:lnTo>
                    <a:pt x="290" y="167"/>
                  </a:lnTo>
                  <a:cubicBezTo>
                    <a:pt x="235" y="90"/>
                    <a:pt x="157" y="34"/>
                    <a:pt x="80"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61">
              <a:extLst>
                <a:ext uri="{FF2B5EF4-FFF2-40B4-BE49-F238E27FC236}">
                  <a16:creationId xmlns:a16="http://schemas.microsoft.com/office/drawing/2014/main" id="{66A54C40-A788-4B2F-4452-2B8CEA6E14A0}"/>
                </a:ext>
              </a:extLst>
            </p:cNvPr>
            <p:cNvSpPr/>
            <p:nvPr/>
          </p:nvSpPr>
          <p:spPr>
            <a:xfrm>
              <a:off x="1966325" y="3524825"/>
              <a:ext cx="7675" cy="7075"/>
            </a:xfrm>
            <a:custGeom>
              <a:avLst/>
              <a:gdLst/>
              <a:ahLst/>
              <a:cxnLst/>
              <a:rect l="l" t="t" r="r" b="b"/>
              <a:pathLst>
                <a:path w="307" h="283" extrusionOk="0">
                  <a:moveTo>
                    <a:pt x="73" y="1"/>
                  </a:moveTo>
                  <a:cubicBezTo>
                    <a:pt x="51" y="68"/>
                    <a:pt x="28" y="134"/>
                    <a:pt x="6" y="212"/>
                  </a:cubicBezTo>
                  <a:cubicBezTo>
                    <a:pt x="0" y="268"/>
                    <a:pt x="11" y="282"/>
                    <a:pt x="32" y="282"/>
                  </a:cubicBezTo>
                  <a:cubicBezTo>
                    <a:pt x="48" y="282"/>
                    <a:pt x="70" y="273"/>
                    <a:pt x="95" y="268"/>
                  </a:cubicBezTo>
                  <a:cubicBezTo>
                    <a:pt x="162" y="245"/>
                    <a:pt x="218" y="223"/>
                    <a:pt x="273" y="201"/>
                  </a:cubicBezTo>
                  <a:cubicBezTo>
                    <a:pt x="284" y="201"/>
                    <a:pt x="306" y="190"/>
                    <a:pt x="295" y="179"/>
                  </a:cubicBezTo>
                  <a:lnTo>
                    <a:pt x="295" y="168"/>
                  </a:lnTo>
                  <a:cubicBezTo>
                    <a:pt x="228" y="90"/>
                    <a:pt x="151" y="35"/>
                    <a:pt x="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61">
              <a:extLst>
                <a:ext uri="{FF2B5EF4-FFF2-40B4-BE49-F238E27FC236}">
                  <a16:creationId xmlns:a16="http://schemas.microsoft.com/office/drawing/2014/main" id="{770483E7-001B-D077-BFAA-3BD6E3DF30E2}"/>
                </a:ext>
              </a:extLst>
            </p:cNvPr>
            <p:cNvSpPr/>
            <p:nvPr/>
          </p:nvSpPr>
          <p:spPr>
            <a:xfrm>
              <a:off x="1982150" y="3505950"/>
              <a:ext cx="7400" cy="6900"/>
            </a:xfrm>
            <a:custGeom>
              <a:avLst/>
              <a:gdLst/>
              <a:ahLst/>
              <a:cxnLst/>
              <a:rect l="l" t="t" r="r" b="b"/>
              <a:pathLst>
                <a:path w="296" h="276" extrusionOk="0">
                  <a:moveTo>
                    <a:pt x="73" y="1"/>
                  </a:moveTo>
                  <a:lnTo>
                    <a:pt x="7" y="201"/>
                  </a:lnTo>
                  <a:cubicBezTo>
                    <a:pt x="0" y="258"/>
                    <a:pt x="12" y="275"/>
                    <a:pt x="34" y="275"/>
                  </a:cubicBezTo>
                  <a:cubicBezTo>
                    <a:pt x="50" y="275"/>
                    <a:pt x="72" y="266"/>
                    <a:pt x="96" y="257"/>
                  </a:cubicBezTo>
                  <a:cubicBezTo>
                    <a:pt x="162" y="245"/>
                    <a:pt x="217" y="223"/>
                    <a:pt x="273" y="201"/>
                  </a:cubicBezTo>
                  <a:cubicBezTo>
                    <a:pt x="284" y="201"/>
                    <a:pt x="296" y="190"/>
                    <a:pt x="296" y="178"/>
                  </a:cubicBezTo>
                  <a:cubicBezTo>
                    <a:pt x="296" y="168"/>
                    <a:pt x="296" y="168"/>
                    <a:pt x="284" y="156"/>
                  </a:cubicBezTo>
                  <a:cubicBezTo>
                    <a:pt x="229" y="89"/>
                    <a:pt x="151" y="34"/>
                    <a:pt x="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61">
              <a:extLst>
                <a:ext uri="{FF2B5EF4-FFF2-40B4-BE49-F238E27FC236}">
                  <a16:creationId xmlns:a16="http://schemas.microsoft.com/office/drawing/2014/main" id="{56FAA560-1F1C-C1F5-E3A7-2CBFD5CB9728}"/>
                </a:ext>
              </a:extLst>
            </p:cNvPr>
            <p:cNvSpPr/>
            <p:nvPr/>
          </p:nvSpPr>
          <p:spPr>
            <a:xfrm>
              <a:off x="1990050" y="3483725"/>
              <a:ext cx="7550" cy="7075"/>
            </a:xfrm>
            <a:custGeom>
              <a:avLst/>
              <a:gdLst/>
              <a:ahLst/>
              <a:cxnLst/>
              <a:rect l="l" t="t" r="r" b="b"/>
              <a:pathLst>
                <a:path w="302" h="283" extrusionOk="0">
                  <a:moveTo>
                    <a:pt x="79" y="1"/>
                  </a:moveTo>
                  <a:cubicBezTo>
                    <a:pt x="46" y="68"/>
                    <a:pt x="24" y="134"/>
                    <a:pt x="12" y="212"/>
                  </a:cubicBezTo>
                  <a:cubicBezTo>
                    <a:pt x="0" y="268"/>
                    <a:pt x="8" y="282"/>
                    <a:pt x="29" y="282"/>
                  </a:cubicBezTo>
                  <a:cubicBezTo>
                    <a:pt x="46" y="282"/>
                    <a:pt x="72" y="273"/>
                    <a:pt x="101" y="267"/>
                  </a:cubicBezTo>
                  <a:cubicBezTo>
                    <a:pt x="157" y="245"/>
                    <a:pt x="212" y="223"/>
                    <a:pt x="279" y="212"/>
                  </a:cubicBezTo>
                  <a:cubicBezTo>
                    <a:pt x="291" y="201"/>
                    <a:pt x="301" y="201"/>
                    <a:pt x="301" y="179"/>
                  </a:cubicBezTo>
                  <a:lnTo>
                    <a:pt x="291" y="168"/>
                  </a:lnTo>
                  <a:cubicBezTo>
                    <a:pt x="224" y="90"/>
                    <a:pt x="157" y="35"/>
                    <a:pt x="79"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61">
              <a:extLst>
                <a:ext uri="{FF2B5EF4-FFF2-40B4-BE49-F238E27FC236}">
                  <a16:creationId xmlns:a16="http://schemas.microsoft.com/office/drawing/2014/main" id="{36688AE0-FC31-8E8D-32FC-4B77AC077763}"/>
                </a:ext>
              </a:extLst>
            </p:cNvPr>
            <p:cNvSpPr/>
            <p:nvPr/>
          </p:nvSpPr>
          <p:spPr>
            <a:xfrm>
              <a:off x="1966750" y="3454850"/>
              <a:ext cx="6950" cy="7100"/>
            </a:xfrm>
            <a:custGeom>
              <a:avLst/>
              <a:gdLst/>
              <a:ahLst/>
              <a:cxnLst/>
              <a:rect l="l" t="t" r="r" b="b"/>
              <a:pathLst>
                <a:path w="278" h="284" extrusionOk="0">
                  <a:moveTo>
                    <a:pt x="1" y="1"/>
                  </a:moveTo>
                  <a:cubicBezTo>
                    <a:pt x="1" y="67"/>
                    <a:pt x="1" y="145"/>
                    <a:pt x="23" y="223"/>
                  </a:cubicBezTo>
                  <a:cubicBezTo>
                    <a:pt x="28" y="268"/>
                    <a:pt x="39" y="284"/>
                    <a:pt x="54" y="284"/>
                  </a:cubicBezTo>
                  <a:cubicBezTo>
                    <a:pt x="73" y="284"/>
                    <a:pt x="98" y="259"/>
                    <a:pt x="122" y="234"/>
                  </a:cubicBezTo>
                  <a:cubicBezTo>
                    <a:pt x="167" y="201"/>
                    <a:pt x="211" y="156"/>
                    <a:pt x="267" y="112"/>
                  </a:cubicBezTo>
                  <a:cubicBezTo>
                    <a:pt x="278" y="112"/>
                    <a:pt x="278" y="101"/>
                    <a:pt x="278" y="89"/>
                  </a:cubicBezTo>
                  <a:lnTo>
                    <a:pt x="256" y="67"/>
                  </a:lnTo>
                  <a:cubicBezTo>
                    <a:pt x="178" y="23"/>
                    <a:pt x="89" y="1"/>
                    <a:pt x="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2" name="Google Shape;2102;p61">
            <a:extLst>
              <a:ext uri="{FF2B5EF4-FFF2-40B4-BE49-F238E27FC236}">
                <a16:creationId xmlns:a16="http://schemas.microsoft.com/office/drawing/2014/main" id="{004A6F83-CDFA-F728-8E4D-D8AF888CE96F}"/>
              </a:ext>
            </a:extLst>
          </p:cNvPr>
          <p:cNvSpPr/>
          <p:nvPr/>
        </p:nvSpPr>
        <p:spPr>
          <a:xfrm>
            <a:off x="640926" y="4543550"/>
            <a:ext cx="3110249" cy="425526"/>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2103" name="Google Shape;2103;p61">
            <a:extLst>
              <a:ext uri="{FF2B5EF4-FFF2-40B4-BE49-F238E27FC236}">
                <a16:creationId xmlns:a16="http://schemas.microsoft.com/office/drawing/2014/main" id="{C6564676-DC09-E595-C0C2-AAFAB48F76B5}"/>
              </a:ext>
            </a:extLst>
          </p:cNvPr>
          <p:cNvSpPr txBox="1">
            <a:spLocks noGrp="1"/>
          </p:cNvSpPr>
          <p:nvPr>
            <p:ph type="subTitle" idx="1"/>
          </p:nvPr>
        </p:nvSpPr>
        <p:spPr>
          <a:xfrm>
            <a:off x="676125" y="4638900"/>
            <a:ext cx="3039600" cy="234600"/>
          </a:xfrm>
          <a:prstGeom prst="rect">
            <a:avLst/>
          </a:prstGeom>
        </p:spPr>
        <p:txBody>
          <a:bodyPr spcFirstLastPara="1" wrap="square" lIns="91425" tIns="91425" rIns="91425" bIns="91425" anchor="ctr" anchorCtr="0">
            <a:noAutofit/>
          </a:bodyPr>
          <a:lstStyle/>
          <a:p>
            <a:pPr marL="0" lvl="0" indent="0" algn="ctr" rtl="0">
              <a:lnSpc>
                <a:spcPct val="90000"/>
              </a:lnSpc>
              <a:spcBef>
                <a:spcPts val="0"/>
              </a:spcBef>
              <a:spcAft>
                <a:spcPts val="0"/>
              </a:spcAft>
              <a:buNone/>
            </a:pPr>
            <a:r>
              <a:rPr lang="en" sz="1800"/>
              <a:t>Bigfoot sasquatch is his bff!!</a:t>
            </a:r>
            <a:endParaRPr sz="1800"/>
          </a:p>
        </p:txBody>
      </p:sp>
    </p:spTree>
    <p:extLst>
      <p:ext uri="{BB962C8B-B14F-4D97-AF65-F5344CB8AC3E}">
        <p14:creationId xmlns:p14="http://schemas.microsoft.com/office/powerpoint/2010/main" val="2057059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07" name="Google Shape;607;p31"/>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608" name="Google Shape;608;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Contents of this template</a:t>
            </a:r>
            <a:endParaRPr>
              <a:solidFill>
                <a:schemeClr val="lt1"/>
              </a:solidFill>
            </a:endParaRPr>
          </a:p>
        </p:txBody>
      </p:sp>
      <p:sp>
        <p:nvSpPr>
          <p:cNvPr id="609" name="Google Shape;609;p31"/>
          <p:cNvSpPr txBox="1">
            <a:spLocks noGrp="1"/>
          </p:cNvSpPr>
          <p:nvPr>
            <p:ph type="body" idx="1"/>
          </p:nvPr>
        </p:nvSpPr>
        <p:spPr>
          <a:xfrm>
            <a:off x="720000" y="1354250"/>
            <a:ext cx="7704000" cy="3214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Here’s what you’ll find in this </a:t>
            </a:r>
            <a:r>
              <a:rPr lang="en" b="1">
                <a:uFill>
                  <a:noFill/>
                </a:uFill>
                <a:hlinkClick r:id="rId3"/>
              </a:rPr>
              <a:t>Slidesgo</a:t>
            </a:r>
            <a:r>
              <a:rPr lang="en"/>
              <a:t> template: </a:t>
            </a:r>
            <a:endParaRPr/>
          </a:p>
          <a:p>
            <a:pPr marL="457200" lvl="0" indent="-304800" algn="l" rtl="0">
              <a:spcBef>
                <a:spcPts val="0"/>
              </a:spcBef>
              <a:spcAft>
                <a:spcPts val="0"/>
              </a:spcAft>
              <a:buClr>
                <a:schemeClr val="dk1"/>
              </a:buClr>
              <a:buSzPts val="1200"/>
              <a:buAutoNum type="arabicPeriod"/>
            </a:pPr>
            <a:r>
              <a:rPr lang="en"/>
              <a:t>A slide structure based on a multi-purpose presentation for education, which you can easily adapt to your needs. For more info on how to edit the template, please visit </a:t>
            </a:r>
            <a:r>
              <a:rPr lang="en" b="1">
                <a:uFill>
                  <a:noFill/>
                </a:uFill>
                <a:hlinkClick r:id="rId4"/>
              </a:rPr>
              <a:t>Slidesgo School</a:t>
            </a:r>
            <a:r>
              <a:rPr lang="en"/>
              <a:t> or read our </a:t>
            </a:r>
            <a:r>
              <a:rPr lang="en" b="1">
                <a:uFill>
                  <a:noFill/>
                </a:uFill>
                <a:hlinkClick r:id="rId5"/>
              </a:rPr>
              <a:t>FAQs</a:t>
            </a:r>
            <a:r>
              <a:rPr lang="en"/>
              <a:t>.</a:t>
            </a:r>
            <a:endParaRPr/>
          </a:p>
          <a:p>
            <a:pPr marL="457200" lvl="0" indent="-304800" algn="l" rtl="0">
              <a:spcBef>
                <a:spcPts val="0"/>
              </a:spcBef>
              <a:spcAft>
                <a:spcPts val="0"/>
              </a:spcAft>
              <a:buClr>
                <a:schemeClr val="dk1"/>
              </a:buClr>
              <a:buSzPts val="1200"/>
              <a:buAutoNum type="arabicPeriod"/>
            </a:pPr>
            <a:r>
              <a:rPr lang="en"/>
              <a:t>An assortment of graphic resources that are suitable for use in the presentation can be found in the </a:t>
            </a:r>
            <a:r>
              <a:rPr lang="en" b="1">
                <a:uFill>
                  <a:noFill/>
                </a:uFill>
                <a:hlinkClick r:id="rId6" action="ppaction://hlinksldjump"/>
              </a:rPr>
              <a:t>alternative resources slide</a:t>
            </a:r>
            <a:r>
              <a:rPr lang="en"/>
              <a:t>.</a:t>
            </a:r>
            <a:endParaRPr/>
          </a:p>
          <a:p>
            <a:pPr marL="457200" lvl="0" indent="-304800" algn="l" rtl="0">
              <a:spcBef>
                <a:spcPts val="0"/>
              </a:spcBef>
              <a:spcAft>
                <a:spcPts val="0"/>
              </a:spcAft>
              <a:buClr>
                <a:schemeClr val="dk1"/>
              </a:buClr>
              <a:buSzPts val="1200"/>
              <a:buAutoNum type="arabicPeriod"/>
            </a:pPr>
            <a:r>
              <a:rPr lang="en"/>
              <a:t>A </a:t>
            </a:r>
            <a:r>
              <a:rPr lang="en" b="1">
                <a:uFill>
                  <a:noFill/>
                </a:uFill>
                <a:hlinkClick r:id="rId7" action="ppaction://hlinksldjump"/>
              </a:rPr>
              <a:t>thanks </a:t>
            </a:r>
            <a:r>
              <a:rPr lang="en" b="1"/>
              <a:t>slide</a:t>
            </a:r>
            <a:r>
              <a:rPr lang="en"/>
              <a:t>, which you must keep so that proper credits for our design are given.</a:t>
            </a:r>
            <a:endParaRPr/>
          </a:p>
          <a:p>
            <a:pPr marL="457200" lvl="0" indent="-304800" algn="l" rtl="0">
              <a:spcBef>
                <a:spcPts val="0"/>
              </a:spcBef>
              <a:spcAft>
                <a:spcPts val="0"/>
              </a:spcAft>
              <a:buClr>
                <a:schemeClr val="dk1"/>
              </a:buClr>
              <a:buSzPts val="1200"/>
              <a:buAutoNum type="arabicPeriod"/>
            </a:pPr>
            <a:r>
              <a:rPr lang="en"/>
              <a:t>A </a:t>
            </a:r>
            <a:r>
              <a:rPr lang="en" b="1">
                <a:uFill>
                  <a:noFill/>
                </a:uFill>
                <a:hlinkClick r:id="rId8" action="ppaction://hlinksldjump"/>
              </a:rPr>
              <a:t>resources </a:t>
            </a:r>
            <a:r>
              <a:rPr lang="en" b="1"/>
              <a:t>slide</a:t>
            </a:r>
            <a:r>
              <a:rPr lang="en"/>
              <a:t>, where you’ll find links to all the elements used in the template.</a:t>
            </a:r>
            <a:endParaRPr/>
          </a:p>
          <a:p>
            <a:pPr marL="457200" lvl="0" indent="-304800" algn="l" rtl="0">
              <a:spcBef>
                <a:spcPts val="0"/>
              </a:spcBef>
              <a:spcAft>
                <a:spcPts val="0"/>
              </a:spcAft>
              <a:buClr>
                <a:schemeClr val="dk1"/>
              </a:buClr>
              <a:buSzPts val="1200"/>
              <a:buAutoNum type="arabicPeriod"/>
            </a:pPr>
            <a:r>
              <a:rPr lang="en" b="1">
                <a:uFill>
                  <a:noFill/>
                </a:uFill>
                <a:hlinkClick r:id="" action="ppaction://noaction"/>
              </a:rPr>
              <a:t>Instructions for use</a:t>
            </a:r>
            <a:r>
              <a:rPr lang="en"/>
              <a:t>.</a:t>
            </a:r>
            <a:endParaRPr/>
          </a:p>
          <a:p>
            <a:pPr marL="457200" lvl="0" indent="-304800" algn="l" rtl="0">
              <a:spcBef>
                <a:spcPts val="0"/>
              </a:spcBef>
              <a:spcAft>
                <a:spcPts val="0"/>
              </a:spcAft>
              <a:buClr>
                <a:schemeClr val="dk1"/>
              </a:buClr>
              <a:buSzPts val="1200"/>
              <a:buAutoNum type="arabicPeriod"/>
            </a:pPr>
            <a:r>
              <a:rPr lang="en"/>
              <a:t>Final slides with:</a:t>
            </a:r>
            <a:endParaRPr/>
          </a:p>
          <a:p>
            <a:pPr marL="914400" lvl="0" indent="-304800" algn="l" rtl="0">
              <a:spcBef>
                <a:spcPts val="0"/>
              </a:spcBef>
              <a:spcAft>
                <a:spcPts val="0"/>
              </a:spcAft>
              <a:buClr>
                <a:schemeClr val="dk1"/>
              </a:buClr>
              <a:buSzPts val="1200"/>
              <a:buChar char="●"/>
            </a:pPr>
            <a:r>
              <a:rPr lang="en"/>
              <a:t>The</a:t>
            </a:r>
            <a:r>
              <a:rPr lang="en">
                <a:uFill>
                  <a:noFill/>
                </a:uFill>
                <a:hlinkClick r:id="rId9" action="ppaction://hlinksldjump"/>
              </a:rPr>
              <a:t> </a:t>
            </a:r>
            <a:r>
              <a:rPr lang="en" b="1">
                <a:uFill>
                  <a:noFill/>
                </a:uFill>
                <a:hlinkClick r:id="rId9" action="ppaction://hlinksldjump"/>
              </a:rPr>
              <a:t>fonts and colors</a:t>
            </a:r>
            <a:r>
              <a:rPr lang="en"/>
              <a:t> used in the template.</a:t>
            </a:r>
            <a:endParaRPr/>
          </a:p>
          <a:p>
            <a:pPr marL="914400" lvl="0" indent="-304800" algn="l" rtl="0">
              <a:spcBef>
                <a:spcPts val="0"/>
              </a:spcBef>
              <a:spcAft>
                <a:spcPts val="0"/>
              </a:spcAft>
              <a:buClr>
                <a:schemeClr val="dk1"/>
              </a:buClr>
              <a:buSzPts val="1200"/>
              <a:buChar char="●"/>
            </a:pPr>
            <a:r>
              <a:rPr lang="en"/>
              <a:t>A </a:t>
            </a:r>
            <a:r>
              <a:rPr lang="en" b="1">
                <a:uFill>
                  <a:noFill/>
                </a:uFill>
                <a:hlinkClick r:id="rId10" action="ppaction://hlinksldjump"/>
              </a:rPr>
              <a:t>selection of illustrations</a:t>
            </a:r>
            <a:r>
              <a:rPr lang="en"/>
              <a:t>. You can also customize and animate them as you wish with the online editor. Visit </a:t>
            </a:r>
            <a:r>
              <a:rPr lang="en" b="1">
                <a:uFill>
                  <a:noFill/>
                </a:uFill>
                <a:hlinkClick r:id="rId11"/>
              </a:rPr>
              <a:t>Storyset</a:t>
            </a:r>
            <a:r>
              <a:rPr lang="en"/>
              <a:t> to find more. </a:t>
            </a:r>
            <a:endParaRPr/>
          </a:p>
          <a:p>
            <a:pPr marL="914400" lvl="0" indent="-304800" algn="l" rtl="0">
              <a:spcBef>
                <a:spcPts val="0"/>
              </a:spcBef>
              <a:spcAft>
                <a:spcPts val="0"/>
              </a:spcAft>
              <a:buClr>
                <a:schemeClr val="dk1"/>
              </a:buClr>
              <a:buSzPts val="1200"/>
              <a:buChar char="●"/>
            </a:pPr>
            <a:r>
              <a:rPr lang="en"/>
              <a:t>More</a:t>
            </a:r>
            <a:r>
              <a:rPr lang="en">
                <a:uFill>
                  <a:noFill/>
                </a:uFill>
                <a:hlinkClick r:id="rId12" action="ppaction://hlinksldjump"/>
              </a:rPr>
              <a:t> </a:t>
            </a:r>
            <a:r>
              <a:rPr lang="en" b="1">
                <a:uFill>
                  <a:noFill/>
                </a:uFill>
                <a:hlinkClick r:id="rId12" action="ppaction://hlinksldjump"/>
              </a:rPr>
              <a:t>infographic resources</a:t>
            </a:r>
            <a:r>
              <a:rPr lang="en"/>
              <a:t>, whose size and color can be edited. </a:t>
            </a:r>
            <a:endParaRPr/>
          </a:p>
          <a:p>
            <a:pPr marL="914400" lvl="0" indent="-304800" algn="l" rtl="0">
              <a:spcBef>
                <a:spcPts val="0"/>
              </a:spcBef>
              <a:spcAft>
                <a:spcPts val="0"/>
              </a:spcAft>
              <a:buClr>
                <a:schemeClr val="dk1"/>
              </a:buClr>
              <a:buSzPts val="1200"/>
              <a:buChar char="●"/>
            </a:pPr>
            <a:r>
              <a:rPr lang="en"/>
              <a:t>Sets of </a:t>
            </a:r>
            <a:r>
              <a:rPr lang="en" b="1">
                <a:uFill>
                  <a:noFill/>
                </a:uFill>
                <a:hlinkClick r:id="rId13" action="ppaction://hlinksldjump"/>
              </a:rPr>
              <a:t>customizable icons</a:t>
            </a:r>
            <a:r>
              <a:rPr lang="en"/>
              <a:t> of the following themes: general, business, avatar, creative process, education, help &amp; support, medical, nature, performing arts, SEO &amp; marketing, and teamwork.</a:t>
            </a:r>
            <a:endParaRPr/>
          </a:p>
          <a:p>
            <a:pPr marL="0" lvl="0" indent="0" algn="l" rtl="0">
              <a:spcBef>
                <a:spcPts val="0"/>
              </a:spcBef>
              <a:spcAft>
                <a:spcPts val="0"/>
              </a:spcAft>
              <a:buNone/>
            </a:pPr>
            <a:r>
              <a:rPr lang="en"/>
              <a:t>You can delete this slide when you’re done editing the presentation.</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13"/>
        <p:cNvGrpSpPr/>
        <p:nvPr/>
      </p:nvGrpSpPr>
      <p:grpSpPr>
        <a:xfrm>
          <a:off x="0" y="0"/>
          <a:ext cx="0" cy="0"/>
          <a:chOff x="0" y="0"/>
          <a:chExt cx="0" cy="0"/>
        </a:xfrm>
      </p:grpSpPr>
      <p:sp>
        <p:nvSpPr>
          <p:cNvPr id="614" name="Google Shape;614;p32"/>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615" name="Google Shape;615;p32"/>
          <p:cNvSpPr/>
          <p:nvPr/>
        </p:nvSpPr>
        <p:spPr>
          <a:xfrm>
            <a:off x="748363" y="1695738"/>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6" name="Google Shape;616;p32"/>
          <p:cNvSpPr/>
          <p:nvPr/>
        </p:nvSpPr>
        <p:spPr>
          <a:xfrm rot="10800000" flipH="1">
            <a:off x="4659013" y="1695738"/>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7" name="Google Shape;617;p32"/>
          <p:cNvSpPr/>
          <p:nvPr/>
        </p:nvSpPr>
        <p:spPr>
          <a:xfrm flipH="1">
            <a:off x="748363" y="3177000"/>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8" name="Google Shape;618;p32"/>
          <p:cNvSpPr/>
          <p:nvPr/>
        </p:nvSpPr>
        <p:spPr>
          <a:xfrm rot="10800000">
            <a:off x="4659013" y="3177000"/>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9" name="Google Shape;619;p3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 of Contents</a:t>
            </a:r>
            <a:endParaRPr/>
          </a:p>
        </p:txBody>
      </p:sp>
      <p:sp>
        <p:nvSpPr>
          <p:cNvPr id="620" name="Google Shape;620;p32"/>
          <p:cNvSpPr txBox="1">
            <a:spLocks noGrp="1"/>
          </p:cNvSpPr>
          <p:nvPr>
            <p:ph type="subTitle" idx="1"/>
          </p:nvPr>
        </p:nvSpPr>
        <p:spPr>
          <a:xfrm>
            <a:off x="2107350" y="22316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Here you can describe the topic of the section</a:t>
            </a:r>
            <a:endParaRPr/>
          </a:p>
        </p:txBody>
      </p:sp>
      <p:sp>
        <p:nvSpPr>
          <p:cNvPr id="621" name="Google Shape;621;p32"/>
          <p:cNvSpPr txBox="1">
            <a:spLocks noGrp="1"/>
          </p:cNvSpPr>
          <p:nvPr>
            <p:ph type="title" idx="2"/>
          </p:nvPr>
        </p:nvSpPr>
        <p:spPr>
          <a:xfrm>
            <a:off x="820500" y="1880150"/>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622" name="Google Shape;622;p32"/>
          <p:cNvSpPr txBox="1">
            <a:spLocks noGrp="1"/>
          </p:cNvSpPr>
          <p:nvPr>
            <p:ph type="subTitle" idx="3"/>
          </p:nvPr>
        </p:nvSpPr>
        <p:spPr>
          <a:xfrm>
            <a:off x="2107350" y="18096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 A</a:t>
            </a:r>
            <a:endParaRPr/>
          </a:p>
        </p:txBody>
      </p:sp>
      <p:sp>
        <p:nvSpPr>
          <p:cNvPr id="623" name="Google Shape;623;p32"/>
          <p:cNvSpPr txBox="1">
            <a:spLocks noGrp="1"/>
          </p:cNvSpPr>
          <p:nvPr>
            <p:ph type="title" idx="4"/>
          </p:nvPr>
        </p:nvSpPr>
        <p:spPr>
          <a:xfrm>
            <a:off x="4731150" y="1880150"/>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624" name="Google Shape;624;p32"/>
          <p:cNvSpPr txBox="1">
            <a:spLocks noGrp="1"/>
          </p:cNvSpPr>
          <p:nvPr>
            <p:ph type="subTitle" idx="5"/>
          </p:nvPr>
        </p:nvSpPr>
        <p:spPr>
          <a:xfrm>
            <a:off x="6018000" y="22316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Here you can describe the topic of the section</a:t>
            </a:r>
            <a:endParaRPr/>
          </a:p>
        </p:txBody>
      </p:sp>
      <p:sp>
        <p:nvSpPr>
          <p:cNvPr id="625" name="Google Shape;625;p32"/>
          <p:cNvSpPr txBox="1">
            <a:spLocks noGrp="1"/>
          </p:cNvSpPr>
          <p:nvPr>
            <p:ph type="subTitle" idx="6"/>
          </p:nvPr>
        </p:nvSpPr>
        <p:spPr>
          <a:xfrm>
            <a:off x="6018000" y="18096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 B</a:t>
            </a:r>
            <a:endParaRPr/>
          </a:p>
        </p:txBody>
      </p:sp>
      <p:sp>
        <p:nvSpPr>
          <p:cNvPr id="626" name="Google Shape;626;p32"/>
          <p:cNvSpPr txBox="1">
            <a:spLocks noGrp="1"/>
          </p:cNvSpPr>
          <p:nvPr>
            <p:ph type="title" idx="7"/>
          </p:nvPr>
        </p:nvSpPr>
        <p:spPr>
          <a:xfrm>
            <a:off x="820500" y="3411425"/>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627" name="Google Shape;627;p32"/>
          <p:cNvSpPr txBox="1">
            <a:spLocks noGrp="1"/>
          </p:cNvSpPr>
          <p:nvPr>
            <p:ph type="subTitle" idx="8"/>
          </p:nvPr>
        </p:nvSpPr>
        <p:spPr>
          <a:xfrm>
            <a:off x="2107350" y="37448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Here you can describe the topic of the section</a:t>
            </a:r>
            <a:endParaRPr/>
          </a:p>
        </p:txBody>
      </p:sp>
      <p:sp>
        <p:nvSpPr>
          <p:cNvPr id="628" name="Google Shape;628;p32"/>
          <p:cNvSpPr txBox="1">
            <a:spLocks noGrp="1"/>
          </p:cNvSpPr>
          <p:nvPr>
            <p:ph type="subTitle" idx="9"/>
          </p:nvPr>
        </p:nvSpPr>
        <p:spPr>
          <a:xfrm>
            <a:off x="2107350" y="33228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 C</a:t>
            </a:r>
            <a:endParaRPr/>
          </a:p>
        </p:txBody>
      </p:sp>
      <p:sp>
        <p:nvSpPr>
          <p:cNvPr id="629" name="Google Shape;629;p32"/>
          <p:cNvSpPr txBox="1">
            <a:spLocks noGrp="1"/>
          </p:cNvSpPr>
          <p:nvPr>
            <p:ph type="title" idx="13"/>
          </p:nvPr>
        </p:nvSpPr>
        <p:spPr>
          <a:xfrm>
            <a:off x="4731150" y="3411425"/>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630" name="Google Shape;630;p32"/>
          <p:cNvSpPr txBox="1">
            <a:spLocks noGrp="1"/>
          </p:cNvSpPr>
          <p:nvPr>
            <p:ph type="subTitle" idx="14"/>
          </p:nvPr>
        </p:nvSpPr>
        <p:spPr>
          <a:xfrm>
            <a:off x="6018000" y="37448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Here you can describe the topic of the section</a:t>
            </a:r>
            <a:endParaRPr/>
          </a:p>
        </p:txBody>
      </p:sp>
      <p:sp>
        <p:nvSpPr>
          <p:cNvPr id="631" name="Google Shape;631;p32"/>
          <p:cNvSpPr txBox="1">
            <a:spLocks noGrp="1"/>
          </p:cNvSpPr>
          <p:nvPr>
            <p:ph type="subTitle" idx="15"/>
          </p:nvPr>
        </p:nvSpPr>
        <p:spPr>
          <a:xfrm>
            <a:off x="6018000" y="33228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 D</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33"/>
          <p:cNvSpPr/>
          <p:nvPr/>
        </p:nvSpPr>
        <p:spPr>
          <a:xfrm flipH="1">
            <a:off x="887600" y="1827850"/>
            <a:ext cx="3982187" cy="1277752"/>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637" name="Google Shape;637;p33"/>
          <p:cNvSpPr txBox="1">
            <a:spLocks noGrp="1"/>
          </p:cNvSpPr>
          <p:nvPr>
            <p:ph type="title"/>
          </p:nvPr>
        </p:nvSpPr>
        <p:spPr>
          <a:xfrm>
            <a:off x="845075" y="2133875"/>
            <a:ext cx="4045200" cy="6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Whoa!</a:t>
            </a:r>
            <a:endParaRPr/>
          </a:p>
        </p:txBody>
      </p:sp>
      <p:sp>
        <p:nvSpPr>
          <p:cNvPr id="638" name="Google Shape;638;p33"/>
          <p:cNvSpPr txBox="1">
            <a:spLocks noGrp="1"/>
          </p:cNvSpPr>
          <p:nvPr>
            <p:ph type="subTitle" idx="1"/>
          </p:nvPr>
        </p:nvSpPr>
        <p:spPr>
          <a:xfrm>
            <a:off x="968475" y="3061025"/>
            <a:ext cx="3798300" cy="1235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This can be the part of the presentation where you can introduce yourself, write your email…</a:t>
            </a:r>
            <a:endParaRPr/>
          </a:p>
        </p:txBody>
      </p:sp>
      <p:grpSp>
        <p:nvGrpSpPr>
          <p:cNvPr id="639" name="Google Shape;639;p33"/>
          <p:cNvGrpSpPr/>
          <p:nvPr/>
        </p:nvGrpSpPr>
        <p:grpSpPr>
          <a:xfrm flipH="1">
            <a:off x="5763641" y="1669424"/>
            <a:ext cx="2098750" cy="3188031"/>
            <a:chOff x="4849750" y="3190150"/>
            <a:chExt cx="521325" cy="791900"/>
          </a:xfrm>
        </p:grpSpPr>
        <p:sp>
          <p:nvSpPr>
            <p:cNvPr id="640" name="Google Shape;640;p33"/>
            <p:cNvSpPr/>
            <p:nvPr/>
          </p:nvSpPr>
          <p:spPr>
            <a:xfrm>
              <a:off x="5266150" y="3385600"/>
              <a:ext cx="104925" cy="211325"/>
            </a:xfrm>
            <a:custGeom>
              <a:avLst/>
              <a:gdLst/>
              <a:ahLst/>
              <a:cxnLst/>
              <a:rect l="l" t="t" r="r" b="b"/>
              <a:pathLst>
                <a:path w="4197" h="8453" extrusionOk="0">
                  <a:moveTo>
                    <a:pt x="736" y="1"/>
                  </a:moveTo>
                  <a:cubicBezTo>
                    <a:pt x="0" y="1"/>
                    <a:pt x="543" y="3047"/>
                    <a:pt x="575" y="3426"/>
                  </a:cubicBezTo>
                  <a:cubicBezTo>
                    <a:pt x="630" y="4137"/>
                    <a:pt x="553" y="4848"/>
                    <a:pt x="597" y="5559"/>
                  </a:cubicBezTo>
                  <a:cubicBezTo>
                    <a:pt x="620" y="5870"/>
                    <a:pt x="664" y="6181"/>
                    <a:pt x="786" y="6459"/>
                  </a:cubicBezTo>
                  <a:cubicBezTo>
                    <a:pt x="975" y="6881"/>
                    <a:pt x="1319" y="7192"/>
                    <a:pt x="1686" y="7470"/>
                  </a:cubicBezTo>
                  <a:cubicBezTo>
                    <a:pt x="2185" y="7848"/>
                    <a:pt x="2741" y="8169"/>
                    <a:pt x="3330" y="8414"/>
                  </a:cubicBezTo>
                  <a:cubicBezTo>
                    <a:pt x="3373" y="8436"/>
                    <a:pt x="3426" y="8453"/>
                    <a:pt x="3476" y="8453"/>
                  </a:cubicBezTo>
                  <a:cubicBezTo>
                    <a:pt x="3503" y="8453"/>
                    <a:pt x="3529" y="8448"/>
                    <a:pt x="3552" y="8436"/>
                  </a:cubicBezTo>
                  <a:cubicBezTo>
                    <a:pt x="3607" y="8414"/>
                    <a:pt x="3630" y="8359"/>
                    <a:pt x="3652" y="8314"/>
                  </a:cubicBezTo>
                  <a:cubicBezTo>
                    <a:pt x="4019" y="7581"/>
                    <a:pt x="4197" y="6681"/>
                    <a:pt x="3852" y="5937"/>
                  </a:cubicBezTo>
                  <a:cubicBezTo>
                    <a:pt x="3663" y="5537"/>
                    <a:pt x="3341" y="5226"/>
                    <a:pt x="3086" y="4859"/>
                  </a:cubicBezTo>
                  <a:cubicBezTo>
                    <a:pt x="2708" y="4326"/>
                    <a:pt x="2464" y="3715"/>
                    <a:pt x="2252" y="3093"/>
                  </a:cubicBezTo>
                  <a:cubicBezTo>
                    <a:pt x="2064" y="2548"/>
                    <a:pt x="1908" y="1982"/>
                    <a:pt x="1697" y="1449"/>
                  </a:cubicBezTo>
                  <a:cubicBezTo>
                    <a:pt x="1553" y="1104"/>
                    <a:pt x="1242" y="171"/>
                    <a:pt x="864" y="27"/>
                  </a:cubicBezTo>
                  <a:cubicBezTo>
                    <a:pt x="818" y="9"/>
                    <a:pt x="775" y="1"/>
                    <a:pt x="736"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33"/>
            <p:cNvSpPr/>
            <p:nvPr/>
          </p:nvSpPr>
          <p:spPr>
            <a:xfrm>
              <a:off x="5191350" y="3850050"/>
              <a:ext cx="156675" cy="121125"/>
            </a:xfrm>
            <a:custGeom>
              <a:avLst/>
              <a:gdLst/>
              <a:ahLst/>
              <a:cxnLst/>
              <a:rect l="l" t="t" r="r" b="b"/>
              <a:pathLst>
                <a:path w="6267" h="4845" extrusionOk="0">
                  <a:moveTo>
                    <a:pt x="412" y="1"/>
                  </a:moveTo>
                  <a:cubicBezTo>
                    <a:pt x="312" y="890"/>
                    <a:pt x="134" y="2378"/>
                    <a:pt x="45" y="3267"/>
                  </a:cubicBezTo>
                  <a:cubicBezTo>
                    <a:pt x="23" y="3445"/>
                    <a:pt x="1" y="3622"/>
                    <a:pt x="79" y="3766"/>
                  </a:cubicBezTo>
                  <a:cubicBezTo>
                    <a:pt x="190" y="4011"/>
                    <a:pt x="479" y="4100"/>
                    <a:pt x="745" y="4133"/>
                  </a:cubicBezTo>
                  <a:cubicBezTo>
                    <a:pt x="988" y="4167"/>
                    <a:pt x="1234" y="4184"/>
                    <a:pt x="1479" y="4184"/>
                  </a:cubicBezTo>
                  <a:cubicBezTo>
                    <a:pt x="1794" y="4184"/>
                    <a:pt x="2110" y="4156"/>
                    <a:pt x="2422" y="4100"/>
                  </a:cubicBezTo>
                  <a:cubicBezTo>
                    <a:pt x="2812" y="4022"/>
                    <a:pt x="3189" y="3911"/>
                    <a:pt x="3578" y="3911"/>
                  </a:cubicBezTo>
                  <a:cubicBezTo>
                    <a:pt x="3967" y="3911"/>
                    <a:pt x="4378" y="4067"/>
                    <a:pt x="4567" y="4400"/>
                  </a:cubicBezTo>
                  <a:cubicBezTo>
                    <a:pt x="4634" y="4511"/>
                    <a:pt x="4666" y="4644"/>
                    <a:pt x="4755" y="4744"/>
                  </a:cubicBezTo>
                  <a:cubicBezTo>
                    <a:pt x="4809" y="4805"/>
                    <a:pt x="4892" y="4845"/>
                    <a:pt x="4970" y="4845"/>
                  </a:cubicBezTo>
                  <a:cubicBezTo>
                    <a:pt x="5022" y="4845"/>
                    <a:pt x="5072" y="4828"/>
                    <a:pt x="5111" y="4788"/>
                  </a:cubicBezTo>
                  <a:cubicBezTo>
                    <a:pt x="5177" y="4711"/>
                    <a:pt x="5177" y="4588"/>
                    <a:pt x="5155" y="4489"/>
                  </a:cubicBezTo>
                  <a:cubicBezTo>
                    <a:pt x="5100" y="4133"/>
                    <a:pt x="4945" y="3800"/>
                    <a:pt x="4711" y="3533"/>
                  </a:cubicBezTo>
                  <a:lnTo>
                    <a:pt x="4711" y="3533"/>
                  </a:lnTo>
                  <a:cubicBezTo>
                    <a:pt x="4955" y="3800"/>
                    <a:pt x="5200" y="4067"/>
                    <a:pt x="5433" y="4333"/>
                  </a:cubicBezTo>
                  <a:cubicBezTo>
                    <a:pt x="5477" y="4377"/>
                    <a:pt x="5528" y="4421"/>
                    <a:pt x="5580" y="4421"/>
                  </a:cubicBezTo>
                  <a:cubicBezTo>
                    <a:pt x="5594" y="4421"/>
                    <a:pt x="5608" y="4418"/>
                    <a:pt x="5622" y="4411"/>
                  </a:cubicBezTo>
                  <a:cubicBezTo>
                    <a:pt x="5666" y="4378"/>
                    <a:pt x="5678" y="4311"/>
                    <a:pt x="5678" y="4255"/>
                  </a:cubicBezTo>
                  <a:cubicBezTo>
                    <a:pt x="5700" y="3900"/>
                    <a:pt x="5545" y="3556"/>
                    <a:pt x="5289" y="3322"/>
                  </a:cubicBezTo>
                  <a:lnTo>
                    <a:pt x="5289" y="3322"/>
                  </a:lnTo>
                  <a:cubicBezTo>
                    <a:pt x="5500" y="3500"/>
                    <a:pt x="5711" y="3689"/>
                    <a:pt x="5933" y="3867"/>
                  </a:cubicBezTo>
                  <a:cubicBezTo>
                    <a:pt x="5955" y="3889"/>
                    <a:pt x="5989" y="3911"/>
                    <a:pt x="6022" y="3922"/>
                  </a:cubicBezTo>
                  <a:cubicBezTo>
                    <a:pt x="6029" y="3923"/>
                    <a:pt x="6037" y="3924"/>
                    <a:pt x="6044" y="3924"/>
                  </a:cubicBezTo>
                  <a:cubicBezTo>
                    <a:pt x="6143" y="3924"/>
                    <a:pt x="6212" y="3792"/>
                    <a:pt x="6222" y="3689"/>
                  </a:cubicBezTo>
                  <a:cubicBezTo>
                    <a:pt x="6266" y="3245"/>
                    <a:pt x="5967" y="2833"/>
                    <a:pt x="5589" y="2633"/>
                  </a:cubicBezTo>
                  <a:cubicBezTo>
                    <a:pt x="5211" y="2423"/>
                    <a:pt x="4767" y="2378"/>
                    <a:pt x="4323" y="2344"/>
                  </a:cubicBezTo>
                  <a:cubicBezTo>
                    <a:pt x="3622" y="2278"/>
                    <a:pt x="2923" y="2223"/>
                    <a:pt x="2212" y="2156"/>
                  </a:cubicBezTo>
                  <a:cubicBezTo>
                    <a:pt x="1978" y="2144"/>
                    <a:pt x="1701" y="2078"/>
                    <a:pt x="1645" y="1856"/>
                  </a:cubicBezTo>
                  <a:cubicBezTo>
                    <a:pt x="1623" y="1778"/>
                    <a:pt x="1634" y="1689"/>
                    <a:pt x="1645" y="1611"/>
                  </a:cubicBezTo>
                  <a:cubicBezTo>
                    <a:pt x="1701" y="1278"/>
                    <a:pt x="1867" y="878"/>
                    <a:pt x="1612" y="690"/>
                  </a:cubicBezTo>
                  <a:cubicBezTo>
                    <a:pt x="1400" y="523"/>
                    <a:pt x="690" y="12"/>
                    <a:pt x="41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33"/>
            <p:cNvSpPr/>
            <p:nvPr/>
          </p:nvSpPr>
          <p:spPr>
            <a:xfrm>
              <a:off x="5197475" y="3871425"/>
              <a:ext cx="35000" cy="24750"/>
            </a:xfrm>
            <a:custGeom>
              <a:avLst/>
              <a:gdLst/>
              <a:ahLst/>
              <a:cxnLst/>
              <a:rect l="l" t="t" r="r" b="b"/>
              <a:pathLst>
                <a:path w="1400" h="990" extrusionOk="0">
                  <a:moveTo>
                    <a:pt x="1400" y="756"/>
                  </a:moveTo>
                  <a:cubicBezTo>
                    <a:pt x="1389" y="834"/>
                    <a:pt x="1378" y="912"/>
                    <a:pt x="1400" y="990"/>
                  </a:cubicBezTo>
                  <a:lnTo>
                    <a:pt x="1400" y="990"/>
                  </a:lnTo>
                  <a:cubicBezTo>
                    <a:pt x="1378" y="912"/>
                    <a:pt x="1389" y="834"/>
                    <a:pt x="1400" y="756"/>
                  </a:cubicBezTo>
                  <a:close/>
                  <a:moveTo>
                    <a:pt x="67" y="1"/>
                  </a:moveTo>
                  <a:lnTo>
                    <a:pt x="67" y="1"/>
                  </a:lnTo>
                  <a:cubicBezTo>
                    <a:pt x="45" y="190"/>
                    <a:pt x="22" y="401"/>
                    <a:pt x="0" y="601"/>
                  </a:cubicBezTo>
                  <a:lnTo>
                    <a:pt x="0" y="601"/>
                  </a:lnTo>
                  <a:cubicBezTo>
                    <a:pt x="22" y="401"/>
                    <a:pt x="45" y="190"/>
                    <a:pt x="67"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33"/>
            <p:cNvSpPr/>
            <p:nvPr/>
          </p:nvSpPr>
          <p:spPr>
            <a:xfrm>
              <a:off x="5197475" y="3860625"/>
              <a:ext cx="37525" cy="35550"/>
            </a:xfrm>
            <a:custGeom>
              <a:avLst/>
              <a:gdLst/>
              <a:ahLst/>
              <a:cxnLst/>
              <a:rect l="l" t="t" r="r" b="b"/>
              <a:pathLst>
                <a:path w="1501" h="1422" extrusionOk="0">
                  <a:moveTo>
                    <a:pt x="456" y="0"/>
                  </a:moveTo>
                  <a:cubicBezTo>
                    <a:pt x="434" y="211"/>
                    <a:pt x="267" y="366"/>
                    <a:pt x="67" y="433"/>
                  </a:cubicBezTo>
                  <a:cubicBezTo>
                    <a:pt x="45" y="622"/>
                    <a:pt x="22" y="833"/>
                    <a:pt x="0" y="1033"/>
                  </a:cubicBezTo>
                  <a:cubicBezTo>
                    <a:pt x="111" y="933"/>
                    <a:pt x="222" y="822"/>
                    <a:pt x="333" y="699"/>
                  </a:cubicBezTo>
                  <a:cubicBezTo>
                    <a:pt x="367" y="667"/>
                    <a:pt x="400" y="655"/>
                    <a:pt x="445" y="655"/>
                  </a:cubicBezTo>
                  <a:cubicBezTo>
                    <a:pt x="489" y="655"/>
                    <a:pt x="533" y="677"/>
                    <a:pt x="556" y="733"/>
                  </a:cubicBezTo>
                  <a:cubicBezTo>
                    <a:pt x="733" y="1166"/>
                    <a:pt x="989" y="1422"/>
                    <a:pt x="1333" y="1422"/>
                  </a:cubicBezTo>
                  <a:lnTo>
                    <a:pt x="1400" y="1422"/>
                  </a:lnTo>
                  <a:cubicBezTo>
                    <a:pt x="1378" y="1344"/>
                    <a:pt x="1389" y="1266"/>
                    <a:pt x="1400" y="1188"/>
                  </a:cubicBezTo>
                  <a:cubicBezTo>
                    <a:pt x="1434" y="988"/>
                    <a:pt x="1500" y="766"/>
                    <a:pt x="1500" y="578"/>
                  </a:cubicBezTo>
                  <a:cubicBezTo>
                    <a:pt x="1500" y="522"/>
                    <a:pt x="1500" y="477"/>
                    <a:pt x="1489" y="433"/>
                  </a:cubicBezTo>
                  <a:cubicBezTo>
                    <a:pt x="1400" y="467"/>
                    <a:pt x="1311" y="489"/>
                    <a:pt x="1222" y="489"/>
                  </a:cubicBezTo>
                  <a:cubicBezTo>
                    <a:pt x="900" y="489"/>
                    <a:pt x="612" y="277"/>
                    <a:pt x="456"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33"/>
            <p:cNvSpPr/>
            <p:nvPr/>
          </p:nvSpPr>
          <p:spPr>
            <a:xfrm>
              <a:off x="5159975" y="3745625"/>
              <a:ext cx="124075" cy="127250"/>
            </a:xfrm>
            <a:custGeom>
              <a:avLst/>
              <a:gdLst/>
              <a:ahLst/>
              <a:cxnLst/>
              <a:rect l="l" t="t" r="r" b="b"/>
              <a:pathLst>
                <a:path w="4963" h="5090" extrusionOk="0">
                  <a:moveTo>
                    <a:pt x="4676" y="1"/>
                  </a:moveTo>
                  <a:cubicBezTo>
                    <a:pt x="4673" y="1"/>
                    <a:pt x="4670" y="1"/>
                    <a:pt x="4667" y="1"/>
                  </a:cubicBezTo>
                  <a:cubicBezTo>
                    <a:pt x="4588" y="1"/>
                    <a:pt x="4511" y="45"/>
                    <a:pt x="4433" y="78"/>
                  </a:cubicBezTo>
                  <a:cubicBezTo>
                    <a:pt x="3289" y="589"/>
                    <a:pt x="1922" y="345"/>
                    <a:pt x="723" y="745"/>
                  </a:cubicBezTo>
                  <a:cubicBezTo>
                    <a:pt x="678" y="767"/>
                    <a:pt x="634" y="789"/>
                    <a:pt x="611" y="823"/>
                  </a:cubicBezTo>
                  <a:cubicBezTo>
                    <a:pt x="601" y="856"/>
                    <a:pt x="601" y="890"/>
                    <a:pt x="601" y="912"/>
                  </a:cubicBezTo>
                  <a:cubicBezTo>
                    <a:pt x="645" y="1334"/>
                    <a:pt x="634" y="1767"/>
                    <a:pt x="567" y="2178"/>
                  </a:cubicBezTo>
                  <a:cubicBezTo>
                    <a:pt x="545" y="2277"/>
                    <a:pt x="513" y="2689"/>
                    <a:pt x="415" y="2689"/>
                  </a:cubicBezTo>
                  <a:cubicBezTo>
                    <a:pt x="414" y="2689"/>
                    <a:pt x="413" y="2689"/>
                    <a:pt x="411" y="2689"/>
                  </a:cubicBezTo>
                  <a:cubicBezTo>
                    <a:pt x="411" y="2689"/>
                    <a:pt x="323" y="2623"/>
                    <a:pt x="234" y="2544"/>
                  </a:cubicBezTo>
                  <a:cubicBezTo>
                    <a:pt x="145" y="2467"/>
                    <a:pt x="45" y="2389"/>
                    <a:pt x="45" y="2389"/>
                  </a:cubicBezTo>
                  <a:lnTo>
                    <a:pt x="45" y="2389"/>
                  </a:lnTo>
                  <a:cubicBezTo>
                    <a:pt x="134" y="2878"/>
                    <a:pt x="290" y="3344"/>
                    <a:pt x="512" y="3789"/>
                  </a:cubicBezTo>
                  <a:cubicBezTo>
                    <a:pt x="356" y="3622"/>
                    <a:pt x="189" y="3478"/>
                    <a:pt x="1" y="3366"/>
                  </a:cubicBezTo>
                  <a:lnTo>
                    <a:pt x="1" y="3366"/>
                  </a:lnTo>
                  <a:cubicBezTo>
                    <a:pt x="68" y="3789"/>
                    <a:pt x="245" y="4200"/>
                    <a:pt x="512" y="4544"/>
                  </a:cubicBezTo>
                  <a:cubicBezTo>
                    <a:pt x="700" y="4788"/>
                    <a:pt x="956" y="5011"/>
                    <a:pt x="1267" y="5055"/>
                  </a:cubicBezTo>
                  <a:cubicBezTo>
                    <a:pt x="1301" y="5061"/>
                    <a:pt x="1336" y="5064"/>
                    <a:pt x="1370" y="5064"/>
                  </a:cubicBezTo>
                  <a:cubicBezTo>
                    <a:pt x="1643" y="5064"/>
                    <a:pt x="1926" y="4876"/>
                    <a:pt x="1956" y="4600"/>
                  </a:cubicBezTo>
                  <a:cubicBezTo>
                    <a:pt x="2112" y="4877"/>
                    <a:pt x="2400" y="5089"/>
                    <a:pt x="2722" y="5089"/>
                  </a:cubicBezTo>
                  <a:cubicBezTo>
                    <a:pt x="2730" y="5089"/>
                    <a:pt x="2737" y="5089"/>
                    <a:pt x="2745" y="5089"/>
                  </a:cubicBezTo>
                  <a:cubicBezTo>
                    <a:pt x="2972" y="5089"/>
                    <a:pt x="3203" y="4937"/>
                    <a:pt x="3300" y="4733"/>
                  </a:cubicBezTo>
                  <a:cubicBezTo>
                    <a:pt x="3334" y="4667"/>
                    <a:pt x="3356" y="4600"/>
                    <a:pt x="3356" y="4522"/>
                  </a:cubicBezTo>
                  <a:cubicBezTo>
                    <a:pt x="3396" y="4736"/>
                    <a:pt x="3613" y="4893"/>
                    <a:pt x="3829" y="4893"/>
                  </a:cubicBezTo>
                  <a:cubicBezTo>
                    <a:pt x="3849" y="4893"/>
                    <a:pt x="3869" y="4892"/>
                    <a:pt x="3889" y="4889"/>
                  </a:cubicBezTo>
                  <a:cubicBezTo>
                    <a:pt x="4533" y="4800"/>
                    <a:pt x="4267" y="3778"/>
                    <a:pt x="4244" y="3356"/>
                  </a:cubicBezTo>
                  <a:cubicBezTo>
                    <a:pt x="4211" y="2800"/>
                    <a:pt x="4411" y="2211"/>
                    <a:pt x="4544" y="1667"/>
                  </a:cubicBezTo>
                  <a:cubicBezTo>
                    <a:pt x="4611" y="1345"/>
                    <a:pt x="4689" y="1023"/>
                    <a:pt x="4755" y="700"/>
                  </a:cubicBezTo>
                  <a:cubicBezTo>
                    <a:pt x="4788" y="525"/>
                    <a:pt x="4962" y="1"/>
                    <a:pt x="4676"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33"/>
            <p:cNvSpPr/>
            <p:nvPr/>
          </p:nvSpPr>
          <p:spPr>
            <a:xfrm>
              <a:off x="5175525" y="3825075"/>
              <a:ext cx="56125" cy="47500"/>
            </a:xfrm>
            <a:custGeom>
              <a:avLst/>
              <a:gdLst/>
              <a:ahLst/>
              <a:cxnLst/>
              <a:rect l="l" t="t" r="r" b="b"/>
              <a:pathLst>
                <a:path w="2245" h="1900" extrusionOk="0">
                  <a:moveTo>
                    <a:pt x="1478" y="433"/>
                  </a:moveTo>
                  <a:cubicBezTo>
                    <a:pt x="1522" y="500"/>
                    <a:pt x="1534" y="588"/>
                    <a:pt x="1522" y="655"/>
                  </a:cubicBezTo>
                  <a:cubicBezTo>
                    <a:pt x="1512" y="711"/>
                    <a:pt x="1500" y="755"/>
                    <a:pt x="1478" y="800"/>
                  </a:cubicBezTo>
                  <a:cubicBezTo>
                    <a:pt x="1467" y="677"/>
                    <a:pt x="1467" y="556"/>
                    <a:pt x="1478" y="433"/>
                  </a:cubicBezTo>
                  <a:close/>
                  <a:moveTo>
                    <a:pt x="101" y="0"/>
                  </a:moveTo>
                  <a:cubicBezTo>
                    <a:pt x="12" y="333"/>
                    <a:pt x="1" y="689"/>
                    <a:pt x="45" y="1022"/>
                  </a:cubicBezTo>
                  <a:cubicBezTo>
                    <a:pt x="68" y="1155"/>
                    <a:pt x="101" y="1322"/>
                    <a:pt x="223" y="1422"/>
                  </a:cubicBezTo>
                  <a:cubicBezTo>
                    <a:pt x="223" y="1422"/>
                    <a:pt x="234" y="1422"/>
                    <a:pt x="234" y="1433"/>
                  </a:cubicBezTo>
                  <a:cubicBezTo>
                    <a:pt x="292" y="1468"/>
                    <a:pt x="359" y="1486"/>
                    <a:pt x="427" y="1486"/>
                  </a:cubicBezTo>
                  <a:cubicBezTo>
                    <a:pt x="530" y="1486"/>
                    <a:pt x="636" y="1446"/>
                    <a:pt x="723" y="1366"/>
                  </a:cubicBezTo>
                  <a:cubicBezTo>
                    <a:pt x="756" y="1333"/>
                    <a:pt x="789" y="1289"/>
                    <a:pt x="823" y="1233"/>
                  </a:cubicBezTo>
                  <a:cubicBezTo>
                    <a:pt x="834" y="1255"/>
                    <a:pt x="856" y="1289"/>
                    <a:pt x="890" y="1299"/>
                  </a:cubicBezTo>
                  <a:cubicBezTo>
                    <a:pt x="929" y="1330"/>
                    <a:pt x="976" y="1344"/>
                    <a:pt x="1024" y="1344"/>
                  </a:cubicBezTo>
                  <a:cubicBezTo>
                    <a:pt x="1097" y="1344"/>
                    <a:pt x="1174" y="1313"/>
                    <a:pt x="1234" y="1266"/>
                  </a:cubicBezTo>
                  <a:cubicBezTo>
                    <a:pt x="1323" y="1200"/>
                    <a:pt x="1389" y="1099"/>
                    <a:pt x="1445" y="1011"/>
                  </a:cubicBezTo>
                  <a:cubicBezTo>
                    <a:pt x="1522" y="1355"/>
                    <a:pt x="1722" y="1666"/>
                    <a:pt x="2001" y="1866"/>
                  </a:cubicBezTo>
                  <a:lnTo>
                    <a:pt x="2045" y="1899"/>
                  </a:lnTo>
                  <a:lnTo>
                    <a:pt x="2245" y="1410"/>
                  </a:lnTo>
                  <a:lnTo>
                    <a:pt x="2178" y="1378"/>
                  </a:lnTo>
                  <a:lnTo>
                    <a:pt x="2011" y="1777"/>
                  </a:lnTo>
                  <a:cubicBezTo>
                    <a:pt x="1745" y="1566"/>
                    <a:pt x="1567" y="1255"/>
                    <a:pt x="1500" y="922"/>
                  </a:cubicBezTo>
                  <a:cubicBezTo>
                    <a:pt x="1545" y="844"/>
                    <a:pt x="1578" y="766"/>
                    <a:pt x="1601" y="667"/>
                  </a:cubicBezTo>
                  <a:cubicBezTo>
                    <a:pt x="1623" y="556"/>
                    <a:pt x="1589" y="400"/>
                    <a:pt x="1478" y="333"/>
                  </a:cubicBezTo>
                  <a:lnTo>
                    <a:pt x="1434" y="300"/>
                  </a:lnTo>
                  <a:lnTo>
                    <a:pt x="1423" y="356"/>
                  </a:lnTo>
                  <a:cubicBezTo>
                    <a:pt x="1389" y="533"/>
                    <a:pt x="1389" y="722"/>
                    <a:pt x="1423" y="911"/>
                  </a:cubicBezTo>
                  <a:cubicBezTo>
                    <a:pt x="1411" y="922"/>
                    <a:pt x="1401" y="944"/>
                    <a:pt x="1389" y="966"/>
                  </a:cubicBezTo>
                  <a:cubicBezTo>
                    <a:pt x="1334" y="1055"/>
                    <a:pt x="1267" y="1144"/>
                    <a:pt x="1189" y="1210"/>
                  </a:cubicBezTo>
                  <a:cubicBezTo>
                    <a:pt x="1140" y="1246"/>
                    <a:pt x="1082" y="1268"/>
                    <a:pt x="1026" y="1268"/>
                  </a:cubicBezTo>
                  <a:cubicBezTo>
                    <a:pt x="994" y="1268"/>
                    <a:pt x="962" y="1261"/>
                    <a:pt x="934" y="1244"/>
                  </a:cubicBezTo>
                  <a:lnTo>
                    <a:pt x="923" y="1244"/>
                  </a:lnTo>
                  <a:cubicBezTo>
                    <a:pt x="890" y="1210"/>
                    <a:pt x="867" y="1178"/>
                    <a:pt x="856" y="1122"/>
                  </a:cubicBezTo>
                  <a:cubicBezTo>
                    <a:pt x="878" y="1044"/>
                    <a:pt x="878" y="955"/>
                    <a:pt x="867" y="877"/>
                  </a:cubicBezTo>
                  <a:lnTo>
                    <a:pt x="834" y="689"/>
                  </a:lnTo>
                  <a:lnTo>
                    <a:pt x="789" y="877"/>
                  </a:lnTo>
                  <a:cubicBezTo>
                    <a:pt x="767" y="966"/>
                    <a:pt x="767" y="1055"/>
                    <a:pt x="779" y="1122"/>
                  </a:cubicBezTo>
                  <a:cubicBezTo>
                    <a:pt x="756" y="1200"/>
                    <a:pt x="723" y="1266"/>
                    <a:pt x="668" y="1311"/>
                  </a:cubicBezTo>
                  <a:cubicBezTo>
                    <a:pt x="603" y="1376"/>
                    <a:pt x="515" y="1410"/>
                    <a:pt x="432" y="1410"/>
                  </a:cubicBezTo>
                  <a:cubicBezTo>
                    <a:pt x="372" y="1410"/>
                    <a:pt x="314" y="1392"/>
                    <a:pt x="268" y="1355"/>
                  </a:cubicBezTo>
                  <a:cubicBezTo>
                    <a:pt x="167" y="1277"/>
                    <a:pt x="134" y="1133"/>
                    <a:pt x="123" y="1011"/>
                  </a:cubicBezTo>
                  <a:cubicBezTo>
                    <a:pt x="78" y="689"/>
                    <a:pt x="90" y="344"/>
                    <a:pt x="167" y="11"/>
                  </a:cubicBezTo>
                  <a:lnTo>
                    <a:pt x="101"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33"/>
            <p:cNvSpPr/>
            <p:nvPr/>
          </p:nvSpPr>
          <p:spPr>
            <a:xfrm>
              <a:off x="5337175" y="3933400"/>
              <a:ext cx="10775" cy="13100"/>
            </a:xfrm>
            <a:custGeom>
              <a:avLst/>
              <a:gdLst/>
              <a:ahLst/>
              <a:cxnLst/>
              <a:rect l="l" t="t" r="r" b="b"/>
              <a:pathLst>
                <a:path w="431" h="524" extrusionOk="0">
                  <a:moveTo>
                    <a:pt x="373" y="0"/>
                  </a:moveTo>
                  <a:cubicBezTo>
                    <a:pt x="356" y="0"/>
                    <a:pt x="333" y="7"/>
                    <a:pt x="300" y="22"/>
                  </a:cubicBezTo>
                  <a:cubicBezTo>
                    <a:pt x="200" y="66"/>
                    <a:pt x="89" y="121"/>
                    <a:pt x="0" y="188"/>
                  </a:cubicBezTo>
                  <a:cubicBezTo>
                    <a:pt x="55" y="321"/>
                    <a:pt x="144" y="432"/>
                    <a:pt x="255" y="511"/>
                  </a:cubicBezTo>
                  <a:cubicBezTo>
                    <a:pt x="255" y="521"/>
                    <a:pt x="267" y="521"/>
                    <a:pt x="278" y="521"/>
                  </a:cubicBezTo>
                  <a:cubicBezTo>
                    <a:pt x="281" y="523"/>
                    <a:pt x="284" y="524"/>
                    <a:pt x="286" y="524"/>
                  </a:cubicBezTo>
                  <a:cubicBezTo>
                    <a:pt x="303" y="524"/>
                    <a:pt x="311" y="496"/>
                    <a:pt x="311" y="477"/>
                  </a:cubicBezTo>
                  <a:cubicBezTo>
                    <a:pt x="334" y="377"/>
                    <a:pt x="366" y="266"/>
                    <a:pt x="389" y="155"/>
                  </a:cubicBezTo>
                  <a:cubicBezTo>
                    <a:pt x="406" y="77"/>
                    <a:pt x="430" y="0"/>
                    <a:pt x="373"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33"/>
            <p:cNvSpPr/>
            <p:nvPr/>
          </p:nvSpPr>
          <p:spPr>
            <a:xfrm>
              <a:off x="5325225" y="3946725"/>
              <a:ext cx="7375" cy="10550"/>
            </a:xfrm>
            <a:custGeom>
              <a:avLst/>
              <a:gdLst/>
              <a:ahLst/>
              <a:cxnLst/>
              <a:rect l="l" t="t" r="r" b="b"/>
              <a:pathLst>
                <a:path w="295" h="422" extrusionOk="0">
                  <a:moveTo>
                    <a:pt x="262" y="1"/>
                  </a:moveTo>
                  <a:cubicBezTo>
                    <a:pt x="249" y="1"/>
                    <a:pt x="229" y="10"/>
                    <a:pt x="200" y="33"/>
                  </a:cubicBezTo>
                  <a:cubicBezTo>
                    <a:pt x="134" y="89"/>
                    <a:pt x="67" y="144"/>
                    <a:pt x="0" y="210"/>
                  </a:cubicBezTo>
                  <a:cubicBezTo>
                    <a:pt x="67" y="299"/>
                    <a:pt x="145" y="377"/>
                    <a:pt x="245" y="422"/>
                  </a:cubicBezTo>
                  <a:lnTo>
                    <a:pt x="267" y="422"/>
                  </a:lnTo>
                  <a:cubicBezTo>
                    <a:pt x="278" y="422"/>
                    <a:pt x="289" y="400"/>
                    <a:pt x="289" y="377"/>
                  </a:cubicBezTo>
                  <a:lnTo>
                    <a:pt x="289" y="122"/>
                  </a:lnTo>
                  <a:cubicBezTo>
                    <a:pt x="289" y="58"/>
                    <a:pt x="295" y="1"/>
                    <a:pt x="262"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33"/>
            <p:cNvSpPr/>
            <p:nvPr/>
          </p:nvSpPr>
          <p:spPr>
            <a:xfrm>
              <a:off x="5309400" y="3958275"/>
              <a:ext cx="8625" cy="12050"/>
            </a:xfrm>
            <a:custGeom>
              <a:avLst/>
              <a:gdLst/>
              <a:ahLst/>
              <a:cxnLst/>
              <a:rect l="l" t="t" r="r" b="b"/>
              <a:pathLst>
                <a:path w="345" h="482" extrusionOk="0">
                  <a:moveTo>
                    <a:pt x="307" y="1"/>
                  </a:moveTo>
                  <a:cubicBezTo>
                    <a:pt x="292" y="1"/>
                    <a:pt x="269" y="12"/>
                    <a:pt x="233" y="37"/>
                  </a:cubicBezTo>
                  <a:cubicBezTo>
                    <a:pt x="156" y="93"/>
                    <a:pt x="78" y="160"/>
                    <a:pt x="0" y="237"/>
                  </a:cubicBezTo>
                  <a:cubicBezTo>
                    <a:pt x="78" y="348"/>
                    <a:pt x="178" y="426"/>
                    <a:pt x="289" y="482"/>
                  </a:cubicBezTo>
                  <a:lnTo>
                    <a:pt x="311" y="482"/>
                  </a:lnTo>
                  <a:cubicBezTo>
                    <a:pt x="322" y="482"/>
                    <a:pt x="334" y="459"/>
                    <a:pt x="334" y="437"/>
                  </a:cubicBezTo>
                  <a:lnTo>
                    <a:pt x="334" y="138"/>
                  </a:lnTo>
                  <a:cubicBezTo>
                    <a:pt x="334" y="66"/>
                    <a:pt x="345" y="1"/>
                    <a:pt x="307"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33"/>
            <p:cNvSpPr/>
            <p:nvPr/>
          </p:nvSpPr>
          <p:spPr>
            <a:xfrm>
              <a:off x="4986950" y="3315500"/>
              <a:ext cx="339125" cy="457925"/>
            </a:xfrm>
            <a:custGeom>
              <a:avLst/>
              <a:gdLst/>
              <a:ahLst/>
              <a:cxnLst/>
              <a:rect l="l" t="t" r="r" b="b"/>
              <a:pathLst>
                <a:path w="13565" h="18317" extrusionOk="0">
                  <a:moveTo>
                    <a:pt x="7204" y="1"/>
                  </a:moveTo>
                  <a:cubicBezTo>
                    <a:pt x="6597" y="1"/>
                    <a:pt x="5996" y="100"/>
                    <a:pt x="5422" y="365"/>
                  </a:cubicBezTo>
                  <a:cubicBezTo>
                    <a:pt x="4555" y="765"/>
                    <a:pt x="3822" y="1398"/>
                    <a:pt x="3189" y="2109"/>
                  </a:cubicBezTo>
                  <a:cubicBezTo>
                    <a:pt x="1634" y="3819"/>
                    <a:pt x="601" y="6053"/>
                    <a:pt x="534" y="8363"/>
                  </a:cubicBezTo>
                  <a:cubicBezTo>
                    <a:pt x="523" y="8552"/>
                    <a:pt x="534" y="8752"/>
                    <a:pt x="623" y="8929"/>
                  </a:cubicBezTo>
                  <a:lnTo>
                    <a:pt x="990" y="8563"/>
                  </a:lnTo>
                  <a:lnTo>
                    <a:pt x="990" y="8563"/>
                  </a:lnTo>
                  <a:cubicBezTo>
                    <a:pt x="356" y="10018"/>
                    <a:pt x="1" y="11618"/>
                    <a:pt x="123" y="13207"/>
                  </a:cubicBezTo>
                  <a:cubicBezTo>
                    <a:pt x="178" y="13984"/>
                    <a:pt x="368" y="14750"/>
                    <a:pt x="679" y="15473"/>
                  </a:cubicBezTo>
                  <a:cubicBezTo>
                    <a:pt x="956" y="16117"/>
                    <a:pt x="1400" y="16994"/>
                    <a:pt x="1990" y="17406"/>
                  </a:cubicBezTo>
                  <a:cubicBezTo>
                    <a:pt x="3043" y="18129"/>
                    <a:pt x="4437" y="18317"/>
                    <a:pt x="5728" y="18317"/>
                  </a:cubicBezTo>
                  <a:cubicBezTo>
                    <a:pt x="6002" y="18317"/>
                    <a:pt x="6272" y="18308"/>
                    <a:pt x="6533" y="18295"/>
                  </a:cubicBezTo>
                  <a:cubicBezTo>
                    <a:pt x="7122" y="18261"/>
                    <a:pt x="7710" y="18206"/>
                    <a:pt x="8299" y="18139"/>
                  </a:cubicBezTo>
                  <a:cubicBezTo>
                    <a:pt x="9210" y="18050"/>
                    <a:pt x="10121" y="17861"/>
                    <a:pt x="11021" y="17794"/>
                  </a:cubicBezTo>
                  <a:cubicBezTo>
                    <a:pt x="11854" y="17728"/>
                    <a:pt x="12620" y="17350"/>
                    <a:pt x="13010" y="16595"/>
                  </a:cubicBezTo>
                  <a:cubicBezTo>
                    <a:pt x="13295" y="16032"/>
                    <a:pt x="13328" y="15386"/>
                    <a:pt x="13319" y="14750"/>
                  </a:cubicBezTo>
                  <a:lnTo>
                    <a:pt x="13319" y="14750"/>
                  </a:lnTo>
                  <a:cubicBezTo>
                    <a:pt x="13326" y="14769"/>
                    <a:pt x="13334" y="14788"/>
                    <a:pt x="13343" y="14806"/>
                  </a:cubicBezTo>
                  <a:cubicBezTo>
                    <a:pt x="13420" y="14629"/>
                    <a:pt x="13454" y="14417"/>
                    <a:pt x="13454" y="14217"/>
                  </a:cubicBezTo>
                  <a:cubicBezTo>
                    <a:pt x="13565" y="11807"/>
                    <a:pt x="11876" y="9774"/>
                    <a:pt x="11810" y="7430"/>
                  </a:cubicBezTo>
                  <a:cubicBezTo>
                    <a:pt x="11798" y="7063"/>
                    <a:pt x="11832" y="6697"/>
                    <a:pt x="11909" y="6308"/>
                  </a:cubicBezTo>
                  <a:cubicBezTo>
                    <a:pt x="11976" y="5997"/>
                    <a:pt x="12076" y="5686"/>
                    <a:pt x="12143" y="5375"/>
                  </a:cubicBezTo>
                  <a:cubicBezTo>
                    <a:pt x="12343" y="4275"/>
                    <a:pt x="11998" y="3131"/>
                    <a:pt x="11432" y="2165"/>
                  </a:cubicBezTo>
                  <a:cubicBezTo>
                    <a:pt x="10865" y="1165"/>
                    <a:pt x="10099" y="476"/>
                    <a:pt x="8977" y="220"/>
                  </a:cubicBezTo>
                  <a:cubicBezTo>
                    <a:pt x="8391" y="94"/>
                    <a:pt x="7794" y="1"/>
                    <a:pt x="720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33"/>
            <p:cNvSpPr/>
            <p:nvPr/>
          </p:nvSpPr>
          <p:spPr>
            <a:xfrm>
              <a:off x="5000275" y="3367925"/>
              <a:ext cx="321375" cy="388850"/>
            </a:xfrm>
            <a:custGeom>
              <a:avLst/>
              <a:gdLst/>
              <a:ahLst/>
              <a:cxnLst/>
              <a:rect l="l" t="t" r="r" b="b"/>
              <a:pathLst>
                <a:path w="12855" h="15554" extrusionOk="0">
                  <a:moveTo>
                    <a:pt x="12309" y="14776"/>
                  </a:moveTo>
                  <a:cubicBezTo>
                    <a:pt x="12021" y="15153"/>
                    <a:pt x="11632" y="15408"/>
                    <a:pt x="11199" y="15553"/>
                  </a:cubicBezTo>
                  <a:lnTo>
                    <a:pt x="11199" y="15553"/>
                  </a:lnTo>
                  <a:cubicBezTo>
                    <a:pt x="11632" y="15408"/>
                    <a:pt x="12021" y="15153"/>
                    <a:pt x="12309" y="14776"/>
                  </a:cubicBezTo>
                  <a:close/>
                  <a:moveTo>
                    <a:pt x="12487" y="14487"/>
                  </a:moveTo>
                  <a:cubicBezTo>
                    <a:pt x="12487" y="14487"/>
                    <a:pt x="12477" y="14487"/>
                    <a:pt x="12477" y="14498"/>
                  </a:cubicBezTo>
                  <a:cubicBezTo>
                    <a:pt x="12477" y="14487"/>
                    <a:pt x="12487" y="14487"/>
                    <a:pt x="12487" y="14487"/>
                  </a:cubicBezTo>
                  <a:close/>
                  <a:moveTo>
                    <a:pt x="12487" y="14475"/>
                  </a:moveTo>
                  <a:lnTo>
                    <a:pt x="12487" y="14487"/>
                  </a:lnTo>
                  <a:lnTo>
                    <a:pt x="12487" y="14475"/>
                  </a:lnTo>
                  <a:close/>
                  <a:moveTo>
                    <a:pt x="12487" y="14475"/>
                  </a:moveTo>
                  <a:lnTo>
                    <a:pt x="12487" y="14475"/>
                  </a:lnTo>
                  <a:lnTo>
                    <a:pt x="12487" y="14475"/>
                  </a:lnTo>
                  <a:close/>
                  <a:moveTo>
                    <a:pt x="12499" y="14465"/>
                  </a:moveTo>
                  <a:lnTo>
                    <a:pt x="12487" y="14465"/>
                  </a:lnTo>
                  <a:lnTo>
                    <a:pt x="12499" y="14465"/>
                  </a:lnTo>
                  <a:close/>
                  <a:moveTo>
                    <a:pt x="12499" y="14442"/>
                  </a:moveTo>
                  <a:lnTo>
                    <a:pt x="12499" y="14465"/>
                  </a:lnTo>
                  <a:lnTo>
                    <a:pt x="12499" y="14442"/>
                  </a:lnTo>
                  <a:close/>
                  <a:moveTo>
                    <a:pt x="12509" y="14442"/>
                  </a:moveTo>
                  <a:lnTo>
                    <a:pt x="12509" y="14442"/>
                  </a:lnTo>
                  <a:lnTo>
                    <a:pt x="12509" y="14442"/>
                  </a:lnTo>
                  <a:close/>
                  <a:moveTo>
                    <a:pt x="12509" y="14431"/>
                  </a:moveTo>
                  <a:lnTo>
                    <a:pt x="12509" y="14431"/>
                  </a:lnTo>
                  <a:lnTo>
                    <a:pt x="12509" y="14431"/>
                  </a:lnTo>
                  <a:close/>
                  <a:moveTo>
                    <a:pt x="12509" y="14420"/>
                  </a:moveTo>
                  <a:lnTo>
                    <a:pt x="12509" y="14431"/>
                  </a:lnTo>
                  <a:lnTo>
                    <a:pt x="12509" y="14420"/>
                  </a:lnTo>
                  <a:close/>
                  <a:moveTo>
                    <a:pt x="12521" y="14409"/>
                  </a:moveTo>
                  <a:lnTo>
                    <a:pt x="12521" y="14420"/>
                  </a:lnTo>
                  <a:lnTo>
                    <a:pt x="12521" y="14409"/>
                  </a:lnTo>
                  <a:close/>
                  <a:moveTo>
                    <a:pt x="12521" y="14409"/>
                  </a:moveTo>
                  <a:lnTo>
                    <a:pt x="12521" y="14409"/>
                  </a:lnTo>
                  <a:lnTo>
                    <a:pt x="12521" y="14409"/>
                  </a:lnTo>
                  <a:close/>
                  <a:moveTo>
                    <a:pt x="12521" y="14398"/>
                  </a:moveTo>
                  <a:lnTo>
                    <a:pt x="12521" y="14398"/>
                  </a:lnTo>
                  <a:lnTo>
                    <a:pt x="12521" y="14398"/>
                  </a:lnTo>
                  <a:close/>
                  <a:moveTo>
                    <a:pt x="12532" y="14386"/>
                  </a:moveTo>
                  <a:lnTo>
                    <a:pt x="12532" y="14398"/>
                  </a:lnTo>
                  <a:lnTo>
                    <a:pt x="12532" y="14386"/>
                  </a:lnTo>
                  <a:close/>
                  <a:moveTo>
                    <a:pt x="12532" y="14386"/>
                  </a:moveTo>
                  <a:lnTo>
                    <a:pt x="12532" y="14386"/>
                  </a:lnTo>
                  <a:lnTo>
                    <a:pt x="12532" y="14386"/>
                  </a:lnTo>
                  <a:close/>
                  <a:moveTo>
                    <a:pt x="12532" y="14376"/>
                  </a:moveTo>
                  <a:lnTo>
                    <a:pt x="12532" y="14376"/>
                  </a:lnTo>
                  <a:lnTo>
                    <a:pt x="12532" y="14376"/>
                  </a:lnTo>
                  <a:close/>
                  <a:moveTo>
                    <a:pt x="12543" y="14364"/>
                  </a:moveTo>
                  <a:lnTo>
                    <a:pt x="12543" y="14364"/>
                  </a:lnTo>
                  <a:lnTo>
                    <a:pt x="12543" y="14364"/>
                  </a:lnTo>
                  <a:close/>
                  <a:moveTo>
                    <a:pt x="12543" y="14354"/>
                  </a:moveTo>
                  <a:lnTo>
                    <a:pt x="12543" y="14364"/>
                  </a:lnTo>
                  <a:lnTo>
                    <a:pt x="12543" y="14354"/>
                  </a:lnTo>
                  <a:close/>
                  <a:moveTo>
                    <a:pt x="12543" y="14354"/>
                  </a:moveTo>
                  <a:lnTo>
                    <a:pt x="12543" y="14354"/>
                  </a:lnTo>
                  <a:lnTo>
                    <a:pt x="12543" y="14354"/>
                  </a:lnTo>
                  <a:close/>
                  <a:moveTo>
                    <a:pt x="12554" y="14342"/>
                  </a:moveTo>
                  <a:lnTo>
                    <a:pt x="12554" y="14342"/>
                  </a:lnTo>
                  <a:lnTo>
                    <a:pt x="12554" y="14342"/>
                  </a:lnTo>
                  <a:close/>
                  <a:moveTo>
                    <a:pt x="12554" y="14342"/>
                  </a:moveTo>
                  <a:lnTo>
                    <a:pt x="12554" y="14342"/>
                  </a:lnTo>
                  <a:lnTo>
                    <a:pt x="12554" y="14342"/>
                  </a:lnTo>
                  <a:close/>
                  <a:moveTo>
                    <a:pt x="12554" y="14331"/>
                  </a:moveTo>
                  <a:lnTo>
                    <a:pt x="12554" y="14331"/>
                  </a:lnTo>
                  <a:lnTo>
                    <a:pt x="12554" y="14331"/>
                  </a:lnTo>
                  <a:close/>
                  <a:moveTo>
                    <a:pt x="12565" y="14320"/>
                  </a:moveTo>
                  <a:lnTo>
                    <a:pt x="12565" y="14320"/>
                  </a:lnTo>
                  <a:lnTo>
                    <a:pt x="12565" y="14320"/>
                  </a:lnTo>
                  <a:close/>
                  <a:moveTo>
                    <a:pt x="12565" y="14309"/>
                  </a:moveTo>
                  <a:lnTo>
                    <a:pt x="12565" y="14309"/>
                  </a:lnTo>
                  <a:lnTo>
                    <a:pt x="12565" y="14309"/>
                  </a:lnTo>
                  <a:close/>
                  <a:moveTo>
                    <a:pt x="12565" y="14309"/>
                  </a:moveTo>
                  <a:lnTo>
                    <a:pt x="12565" y="14309"/>
                  </a:lnTo>
                  <a:lnTo>
                    <a:pt x="12565" y="14309"/>
                  </a:lnTo>
                  <a:close/>
                  <a:moveTo>
                    <a:pt x="12576" y="14275"/>
                  </a:moveTo>
                  <a:lnTo>
                    <a:pt x="12576" y="14275"/>
                  </a:lnTo>
                  <a:lnTo>
                    <a:pt x="12576" y="14275"/>
                  </a:lnTo>
                  <a:close/>
                  <a:moveTo>
                    <a:pt x="12854" y="12587"/>
                  </a:moveTo>
                  <a:cubicBezTo>
                    <a:pt x="12843" y="12631"/>
                    <a:pt x="12832" y="12676"/>
                    <a:pt x="12810" y="12709"/>
                  </a:cubicBezTo>
                  <a:cubicBezTo>
                    <a:pt x="12832" y="12676"/>
                    <a:pt x="12843" y="12631"/>
                    <a:pt x="12854" y="12587"/>
                  </a:cubicBezTo>
                  <a:close/>
                  <a:moveTo>
                    <a:pt x="2656" y="12"/>
                  </a:moveTo>
                  <a:lnTo>
                    <a:pt x="2656" y="12"/>
                  </a:lnTo>
                  <a:cubicBezTo>
                    <a:pt x="1101" y="1722"/>
                    <a:pt x="68" y="3956"/>
                    <a:pt x="1" y="6266"/>
                  </a:cubicBezTo>
                  <a:lnTo>
                    <a:pt x="1" y="6366"/>
                  </a:lnTo>
                  <a:lnTo>
                    <a:pt x="1" y="6266"/>
                  </a:lnTo>
                  <a:cubicBezTo>
                    <a:pt x="68" y="3956"/>
                    <a:pt x="1101" y="1722"/>
                    <a:pt x="2656" y="12"/>
                  </a:cubicBezTo>
                  <a:lnTo>
                    <a:pt x="2656" y="12"/>
                  </a:lnTo>
                  <a:close/>
                  <a:moveTo>
                    <a:pt x="2667" y="1"/>
                  </a:moveTo>
                  <a:lnTo>
                    <a:pt x="2667" y="1"/>
                  </a:ln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33"/>
            <p:cNvSpPr/>
            <p:nvPr/>
          </p:nvSpPr>
          <p:spPr>
            <a:xfrm>
              <a:off x="5251625" y="3756750"/>
              <a:ext cx="28625" cy="4475"/>
            </a:xfrm>
            <a:custGeom>
              <a:avLst/>
              <a:gdLst/>
              <a:ahLst/>
              <a:cxnLst/>
              <a:rect l="l" t="t" r="r" b="b"/>
              <a:pathLst>
                <a:path w="1145" h="179" extrusionOk="0">
                  <a:moveTo>
                    <a:pt x="1145" y="0"/>
                  </a:moveTo>
                  <a:cubicBezTo>
                    <a:pt x="922" y="78"/>
                    <a:pt x="678" y="122"/>
                    <a:pt x="434" y="144"/>
                  </a:cubicBezTo>
                  <a:lnTo>
                    <a:pt x="1" y="178"/>
                  </a:lnTo>
                  <a:lnTo>
                    <a:pt x="434" y="144"/>
                  </a:lnTo>
                  <a:cubicBezTo>
                    <a:pt x="678" y="122"/>
                    <a:pt x="922" y="78"/>
                    <a:pt x="1145" y="0"/>
                  </a:cubicBezTo>
                  <a:close/>
                </a:path>
              </a:pathLst>
            </a:custGeom>
            <a:solidFill>
              <a:srgbClr val="6534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33"/>
            <p:cNvSpPr/>
            <p:nvPr/>
          </p:nvSpPr>
          <p:spPr>
            <a:xfrm>
              <a:off x="5251625" y="3761200"/>
              <a:ext cx="25" cy="25"/>
            </a:xfrm>
            <a:custGeom>
              <a:avLst/>
              <a:gdLst/>
              <a:ahLst/>
              <a:cxnLst/>
              <a:rect l="l" t="t" r="r" b="b"/>
              <a:pathLst>
                <a:path w="1" h="1" extrusionOk="0">
                  <a:moveTo>
                    <a:pt x="1" y="0"/>
                  </a:moveTo>
                  <a:lnTo>
                    <a:pt x="1" y="0"/>
                  </a:lnTo>
                  <a:close/>
                </a:path>
              </a:pathLst>
            </a:custGeom>
            <a:solidFill>
              <a:srgbClr val="6534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33"/>
            <p:cNvSpPr/>
            <p:nvPr/>
          </p:nvSpPr>
          <p:spPr>
            <a:xfrm>
              <a:off x="5130250" y="3770900"/>
              <a:ext cx="45025" cy="2525"/>
            </a:xfrm>
            <a:custGeom>
              <a:avLst/>
              <a:gdLst/>
              <a:ahLst/>
              <a:cxnLst/>
              <a:rect l="l" t="t" r="r" b="b"/>
              <a:pathLst>
                <a:path w="1801" h="101" extrusionOk="0">
                  <a:moveTo>
                    <a:pt x="1800" y="0"/>
                  </a:moveTo>
                  <a:cubicBezTo>
                    <a:pt x="1467" y="34"/>
                    <a:pt x="1134" y="67"/>
                    <a:pt x="801" y="79"/>
                  </a:cubicBezTo>
                  <a:cubicBezTo>
                    <a:pt x="546" y="89"/>
                    <a:pt x="279" y="101"/>
                    <a:pt x="1" y="101"/>
                  </a:cubicBezTo>
                  <a:lnTo>
                    <a:pt x="1" y="101"/>
                  </a:lnTo>
                  <a:cubicBezTo>
                    <a:pt x="279" y="101"/>
                    <a:pt x="546" y="89"/>
                    <a:pt x="801" y="79"/>
                  </a:cubicBezTo>
                  <a:cubicBezTo>
                    <a:pt x="1134" y="67"/>
                    <a:pt x="1467" y="34"/>
                    <a:pt x="1800" y="0"/>
                  </a:cubicBez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33"/>
            <p:cNvSpPr/>
            <p:nvPr/>
          </p:nvSpPr>
          <p:spPr>
            <a:xfrm>
              <a:off x="4989475" y="3334325"/>
              <a:ext cx="333825" cy="439100"/>
            </a:xfrm>
            <a:custGeom>
              <a:avLst/>
              <a:gdLst/>
              <a:ahLst/>
              <a:cxnLst/>
              <a:rect l="l" t="t" r="r" b="b"/>
              <a:pathLst>
                <a:path w="13353" h="17564" extrusionOk="0">
                  <a:moveTo>
                    <a:pt x="4632" y="0"/>
                  </a:moveTo>
                  <a:cubicBezTo>
                    <a:pt x="4066" y="367"/>
                    <a:pt x="3555" y="834"/>
                    <a:pt x="3099" y="1345"/>
                  </a:cubicBezTo>
                  <a:cubicBezTo>
                    <a:pt x="3088" y="1345"/>
                    <a:pt x="3088" y="1356"/>
                    <a:pt x="3088" y="1356"/>
                  </a:cubicBezTo>
                  <a:cubicBezTo>
                    <a:pt x="1533" y="3066"/>
                    <a:pt x="500" y="5300"/>
                    <a:pt x="433" y="7610"/>
                  </a:cubicBezTo>
                  <a:lnTo>
                    <a:pt x="433" y="7710"/>
                  </a:lnTo>
                  <a:cubicBezTo>
                    <a:pt x="433" y="7865"/>
                    <a:pt x="444" y="8032"/>
                    <a:pt x="522" y="8176"/>
                  </a:cubicBezTo>
                  <a:lnTo>
                    <a:pt x="889" y="7810"/>
                  </a:lnTo>
                  <a:lnTo>
                    <a:pt x="889" y="7810"/>
                  </a:lnTo>
                  <a:cubicBezTo>
                    <a:pt x="344" y="9077"/>
                    <a:pt x="0" y="10454"/>
                    <a:pt x="0" y="11832"/>
                  </a:cubicBezTo>
                  <a:cubicBezTo>
                    <a:pt x="0" y="12032"/>
                    <a:pt x="0" y="12242"/>
                    <a:pt x="22" y="12454"/>
                  </a:cubicBezTo>
                  <a:cubicBezTo>
                    <a:pt x="77" y="13231"/>
                    <a:pt x="267" y="13997"/>
                    <a:pt x="578" y="14720"/>
                  </a:cubicBezTo>
                  <a:cubicBezTo>
                    <a:pt x="855" y="15364"/>
                    <a:pt x="1299" y="16241"/>
                    <a:pt x="1889" y="16653"/>
                  </a:cubicBezTo>
                  <a:cubicBezTo>
                    <a:pt x="1899" y="16653"/>
                    <a:pt x="1899" y="16664"/>
                    <a:pt x="1899" y="16664"/>
                  </a:cubicBezTo>
                  <a:cubicBezTo>
                    <a:pt x="2943" y="17386"/>
                    <a:pt x="4343" y="17564"/>
                    <a:pt x="5632" y="17564"/>
                  </a:cubicBezTo>
                  <a:cubicBezTo>
                    <a:pt x="5910" y="17564"/>
                    <a:pt x="6177" y="17552"/>
                    <a:pt x="6432" y="17542"/>
                  </a:cubicBezTo>
                  <a:cubicBezTo>
                    <a:pt x="6765" y="17530"/>
                    <a:pt x="7098" y="17497"/>
                    <a:pt x="7431" y="17463"/>
                  </a:cubicBezTo>
                  <a:cubicBezTo>
                    <a:pt x="7587" y="17453"/>
                    <a:pt x="7742" y="17441"/>
                    <a:pt x="7898" y="17419"/>
                  </a:cubicBezTo>
                  <a:lnTo>
                    <a:pt x="8198" y="17386"/>
                  </a:lnTo>
                  <a:cubicBezTo>
                    <a:pt x="8964" y="17308"/>
                    <a:pt x="9731" y="17164"/>
                    <a:pt x="10487" y="17075"/>
                  </a:cubicBezTo>
                  <a:lnTo>
                    <a:pt x="10920" y="17041"/>
                  </a:lnTo>
                  <a:cubicBezTo>
                    <a:pt x="11164" y="17019"/>
                    <a:pt x="11408" y="16975"/>
                    <a:pt x="11631" y="16897"/>
                  </a:cubicBezTo>
                  <a:cubicBezTo>
                    <a:pt x="12064" y="16752"/>
                    <a:pt x="12453" y="16497"/>
                    <a:pt x="12741" y="16120"/>
                  </a:cubicBezTo>
                  <a:cubicBezTo>
                    <a:pt x="12797" y="16031"/>
                    <a:pt x="12864" y="15942"/>
                    <a:pt x="12909" y="15842"/>
                  </a:cubicBezTo>
                  <a:cubicBezTo>
                    <a:pt x="12909" y="15831"/>
                    <a:pt x="12919" y="15831"/>
                    <a:pt x="12919" y="15831"/>
                  </a:cubicBezTo>
                  <a:lnTo>
                    <a:pt x="12919" y="15819"/>
                  </a:lnTo>
                  <a:lnTo>
                    <a:pt x="12919" y="15809"/>
                  </a:lnTo>
                  <a:lnTo>
                    <a:pt x="12931" y="15809"/>
                  </a:lnTo>
                  <a:lnTo>
                    <a:pt x="12931" y="15786"/>
                  </a:lnTo>
                  <a:lnTo>
                    <a:pt x="12941" y="15786"/>
                  </a:lnTo>
                  <a:lnTo>
                    <a:pt x="12941" y="15775"/>
                  </a:lnTo>
                  <a:lnTo>
                    <a:pt x="12941" y="15764"/>
                  </a:lnTo>
                  <a:lnTo>
                    <a:pt x="12953" y="15764"/>
                  </a:lnTo>
                  <a:lnTo>
                    <a:pt x="12953" y="15753"/>
                  </a:lnTo>
                  <a:lnTo>
                    <a:pt x="12953" y="15742"/>
                  </a:lnTo>
                  <a:lnTo>
                    <a:pt x="12964" y="15742"/>
                  </a:lnTo>
                  <a:lnTo>
                    <a:pt x="12964" y="15730"/>
                  </a:lnTo>
                  <a:lnTo>
                    <a:pt x="12964" y="15720"/>
                  </a:lnTo>
                  <a:cubicBezTo>
                    <a:pt x="12964" y="15720"/>
                    <a:pt x="12975" y="15720"/>
                    <a:pt x="12975" y="15708"/>
                  </a:cubicBezTo>
                  <a:lnTo>
                    <a:pt x="12975" y="15698"/>
                  </a:lnTo>
                  <a:lnTo>
                    <a:pt x="12986" y="15686"/>
                  </a:lnTo>
                  <a:lnTo>
                    <a:pt x="12986" y="15675"/>
                  </a:lnTo>
                  <a:cubicBezTo>
                    <a:pt x="12986" y="15664"/>
                    <a:pt x="12986" y="15664"/>
                    <a:pt x="12997" y="15664"/>
                  </a:cubicBezTo>
                  <a:lnTo>
                    <a:pt x="12997" y="15653"/>
                  </a:lnTo>
                  <a:cubicBezTo>
                    <a:pt x="12997" y="15642"/>
                    <a:pt x="13008" y="15631"/>
                    <a:pt x="13008" y="15619"/>
                  </a:cubicBezTo>
                  <a:cubicBezTo>
                    <a:pt x="13208" y="15120"/>
                    <a:pt x="13230" y="14553"/>
                    <a:pt x="13220" y="13997"/>
                  </a:cubicBezTo>
                  <a:lnTo>
                    <a:pt x="13220" y="13997"/>
                  </a:lnTo>
                  <a:cubicBezTo>
                    <a:pt x="13230" y="14020"/>
                    <a:pt x="13230" y="14042"/>
                    <a:pt x="13242" y="14053"/>
                  </a:cubicBezTo>
                  <a:cubicBezTo>
                    <a:pt x="13264" y="14020"/>
                    <a:pt x="13275" y="13975"/>
                    <a:pt x="13286" y="13931"/>
                  </a:cubicBezTo>
                  <a:cubicBezTo>
                    <a:pt x="13331" y="13775"/>
                    <a:pt x="13353" y="13620"/>
                    <a:pt x="13353" y="13464"/>
                  </a:cubicBezTo>
                  <a:lnTo>
                    <a:pt x="13353" y="13409"/>
                  </a:lnTo>
                  <a:cubicBezTo>
                    <a:pt x="12786" y="14853"/>
                    <a:pt x="11564" y="16031"/>
                    <a:pt x="10098" y="16597"/>
                  </a:cubicBezTo>
                  <a:cubicBezTo>
                    <a:pt x="9443" y="16853"/>
                    <a:pt x="8742" y="16986"/>
                    <a:pt x="8043" y="16986"/>
                  </a:cubicBezTo>
                  <a:cubicBezTo>
                    <a:pt x="7865" y="16986"/>
                    <a:pt x="7676" y="16975"/>
                    <a:pt x="7498" y="16952"/>
                  </a:cubicBezTo>
                  <a:cubicBezTo>
                    <a:pt x="6621" y="16864"/>
                    <a:pt x="5587" y="16564"/>
                    <a:pt x="4921" y="15953"/>
                  </a:cubicBezTo>
                  <a:cubicBezTo>
                    <a:pt x="4510" y="15575"/>
                    <a:pt x="4288" y="15031"/>
                    <a:pt x="3822" y="14708"/>
                  </a:cubicBezTo>
                  <a:cubicBezTo>
                    <a:pt x="3422" y="14431"/>
                    <a:pt x="3010" y="14231"/>
                    <a:pt x="2688" y="13842"/>
                  </a:cubicBezTo>
                  <a:cubicBezTo>
                    <a:pt x="2010" y="13064"/>
                    <a:pt x="1833" y="11921"/>
                    <a:pt x="1899" y="10921"/>
                  </a:cubicBezTo>
                  <a:cubicBezTo>
                    <a:pt x="1955" y="10232"/>
                    <a:pt x="2133" y="9565"/>
                    <a:pt x="2321" y="8899"/>
                  </a:cubicBezTo>
                  <a:cubicBezTo>
                    <a:pt x="2410" y="8576"/>
                    <a:pt x="2533" y="8265"/>
                    <a:pt x="2600" y="7944"/>
                  </a:cubicBezTo>
                  <a:cubicBezTo>
                    <a:pt x="2632" y="7766"/>
                    <a:pt x="2644" y="7599"/>
                    <a:pt x="2477" y="7499"/>
                  </a:cubicBezTo>
                  <a:cubicBezTo>
                    <a:pt x="2400" y="7443"/>
                    <a:pt x="2333" y="7488"/>
                    <a:pt x="2266" y="7443"/>
                  </a:cubicBezTo>
                  <a:cubicBezTo>
                    <a:pt x="1633" y="7110"/>
                    <a:pt x="2699" y="6366"/>
                    <a:pt x="2933" y="6166"/>
                  </a:cubicBezTo>
                  <a:cubicBezTo>
                    <a:pt x="3521" y="5677"/>
                    <a:pt x="4010" y="5155"/>
                    <a:pt x="4365" y="4544"/>
                  </a:cubicBezTo>
                  <a:cubicBezTo>
                    <a:pt x="4343" y="4488"/>
                    <a:pt x="4310" y="4422"/>
                    <a:pt x="4266" y="4367"/>
                  </a:cubicBezTo>
                  <a:cubicBezTo>
                    <a:pt x="4165" y="4222"/>
                    <a:pt x="3999" y="4133"/>
                    <a:pt x="3888" y="4000"/>
                  </a:cubicBezTo>
                  <a:cubicBezTo>
                    <a:pt x="3743" y="3833"/>
                    <a:pt x="3677" y="3656"/>
                    <a:pt x="3533" y="3500"/>
                  </a:cubicBezTo>
                  <a:cubicBezTo>
                    <a:pt x="3311" y="3233"/>
                    <a:pt x="3177" y="2955"/>
                    <a:pt x="3155" y="2611"/>
                  </a:cubicBezTo>
                  <a:lnTo>
                    <a:pt x="3155" y="2222"/>
                  </a:lnTo>
                  <a:cubicBezTo>
                    <a:pt x="3577" y="1511"/>
                    <a:pt x="4155" y="901"/>
                    <a:pt x="4844" y="434"/>
                  </a:cubicBezTo>
                  <a:cubicBezTo>
                    <a:pt x="4777" y="289"/>
                    <a:pt x="4710" y="145"/>
                    <a:pt x="4632"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33"/>
            <p:cNvSpPr/>
            <p:nvPr/>
          </p:nvSpPr>
          <p:spPr>
            <a:xfrm>
              <a:off x="5098600" y="3323775"/>
              <a:ext cx="182200" cy="159425"/>
            </a:xfrm>
            <a:custGeom>
              <a:avLst/>
              <a:gdLst/>
              <a:ahLst/>
              <a:cxnLst/>
              <a:rect l="l" t="t" r="r" b="b"/>
              <a:pathLst>
                <a:path w="7288" h="6377" extrusionOk="0">
                  <a:moveTo>
                    <a:pt x="2811" y="0"/>
                  </a:moveTo>
                  <a:cubicBezTo>
                    <a:pt x="2345" y="0"/>
                    <a:pt x="1900" y="133"/>
                    <a:pt x="1412" y="345"/>
                  </a:cubicBezTo>
                  <a:cubicBezTo>
                    <a:pt x="1078" y="489"/>
                    <a:pt x="767" y="656"/>
                    <a:pt x="479" y="856"/>
                  </a:cubicBezTo>
                  <a:cubicBezTo>
                    <a:pt x="800" y="1711"/>
                    <a:pt x="778" y="2689"/>
                    <a:pt x="567" y="3577"/>
                  </a:cubicBezTo>
                  <a:cubicBezTo>
                    <a:pt x="445" y="4088"/>
                    <a:pt x="256" y="4555"/>
                    <a:pt x="0" y="4966"/>
                  </a:cubicBezTo>
                  <a:cubicBezTo>
                    <a:pt x="34" y="5033"/>
                    <a:pt x="56" y="5100"/>
                    <a:pt x="79" y="5166"/>
                  </a:cubicBezTo>
                  <a:cubicBezTo>
                    <a:pt x="289" y="5677"/>
                    <a:pt x="723" y="6088"/>
                    <a:pt x="1256" y="6277"/>
                  </a:cubicBezTo>
                  <a:cubicBezTo>
                    <a:pt x="1456" y="6344"/>
                    <a:pt x="1678" y="6377"/>
                    <a:pt x="1900" y="6377"/>
                  </a:cubicBezTo>
                  <a:cubicBezTo>
                    <a:pt x="2234" y="6377"/>
                    <a:pt x="2567" y="6299"/>
                    <a:pt x="2866" y="6132"/>
                  </a:cubicBezTo>
                  <a:cubicBezTo>
                    <a:pt x="3011" y="6055"/>
                    <a:pt x="3167" y="5944"/>
                    <a:pt x="3333" y="5944"/>
                  </a:cubicBezTo>
                  <a:lnTo>
                    <a:pt x="3355" y="5944"/>
                  </a:lnTo>
                  <a:cubicBezTo>
                    <a:pt x="3456" y="5955"/>
                    <a:pt x="3545" y="5988"/>
                    <a:pt x="3633" y="6021"/>
                  </a:cubicBezTo>
                  <a:cubicBezTo>
                    <a:pt x="3711" y="6043"/>
                    <a:pt x="3800" y="6055"/>
                    <a:pt x="3888" y="6055"/>
                  </a:cubicBezTo>
                  <a:cubicBezTo>
                    <a:pt x="4233" y="6055"/>
                    <a:pt x="4577" y="5877"/>
                    <a:pt x="4878" y="5677"/>
                  </a:cubicBezTo>
                  <a:cubicBezTo>
                    <a:pt x="5255" y="5433"/>
                    <a:pt x="5599" y="5144"/>
                    <a:pt x="5999" y="4944"/>
                  </a:cubicBezTo>
                  <a:cubicBezTo>
                    <a:pt x="6300" y="4789"/>
                    <a:pt x="6633" y="4677"/>
                    <a:pt x="6966" y="4677"/>
                  </a:cubicBezTo>
                  <a:cubicBezTo>
                    <a:pt x="7077" y="4677"/>
                    <a:pt x="7177" y="4688"/>
                    <a:pt x="7288" y="4722"/>
                  </a:cubicBezTo>
                  <a:cubicBezTo>
                    <a:pt x="7266" y="4422"/>
                    <a:pt x="7210" y="4122"/>
                    <a:pt x="7144" y="3833"/>
                  </a:cubicBezTo>
                  <a:cubicBezTo>
                    <a:pt x="6932" y="2989"/>
                    <a:pt x="6532" y="2189"/>
                    <a:pt x="5966" y="1533"/>
                  </a:cubicBezTo>
                  <a:cubicBezTo>
                    <a:pt x="5366" y="822"/>
                    <a:pt x="4522" y="400"/>
                    <a:pt x="3644" y="133"/>
                  </a:cubicBezTo>
                  <a:cubicBezTo>
                    <a:pt x="3355" y="45"/>
                    <a:pt x="3078" y="0"/>
                    <a:pt x="2811"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33"/>
            <p:cNvSpPr/>
            <p:nvPr/>
          </p:nvSpPr>
          <p:spPr>
            <a:xfrm>
              <a:off x="5068325" y="3345175"/>
              <a:ext cx="50300" cy="102775"/>
            </a:xfrm>
            <a:custGeom>
              <a:avLst/>
              <a:gdLst/>
              <a:ahLst/>
              <a:cxnLst/>
              <a:rect l="l" t="t" r="r" b="b"/>
              <a:pathLst>
                <a:path w="2012" h="4111" extrusionOk="0">
                  <a:moveTo>
                    <a:pt x="1690" y="0"/>
                  </a:moveTo>
                  <a:cubicBezTo>
                    <a:pt x="1001" y="467"/>
                    <a:pt x="423" y="1077"/>
                    <a:pt x="1" y="1788"/>
                  </a:cubicBezTo>
                  <a:lnTo>
                    <a:pt x="1" y="2177"/>
                  </a:lnTo>
                  <a:cubicBezTo>
                    <a:pt x="23" y="2521"/>
                    <a:pt x="157" y="2799"/>
                    <a:pt x="379" y="3066"/>
                  </a:cubicBezTo>
                  <a:cubicBezTo>
                    <a:pt x="523" y="3222"/>
                    <a:pt x="589" y="3399"/>
                    <a:pt x="734" y="3566"/>
                  </a:cubicBezTo>
                  <a:cubicBezTo>
                    <a:pt x="845" y="3699"/>
                    <a:pt x="1011" y="3788"/>
                    <a:pt x="1112" y="3933"/>
                  </a:cubicBezTo>
                  <a:cubicBezTo>
                    <a:pt x="1156" y="3988"/>
                    <a:pt x="1189" y="4054"/>
                    <a:pt x="1211" y="4110"/>
                  </a:cubicBezTo>
                  <a:cubicBezTo>
                    <a:pt x="1467" y="3699"/>
                    <a:pt x="1656" y="3232"/>
                    <a:pt x="1778" y="2721"/>
                  </a:cubicBezTo>
                  <a:cubicBezTo>
                    <a:pt x="1989" y="1833"/>
                    <a:pt x="2011" y="855"/>
                    <a:pt x="1690" y="0"/>
                  </a:cubicBezTo>
                  <a:close/>
                </a:path>
              </a:pathLst>
            </a:custGeom>
            <a:solidFill>
              <a:srgbClr val="6B38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33"/>
            <p:cNvSpPr/>
            <p:nvPr/>
          </p:nvSpPr>
          <p:spPr>
            <a:xfrm>
              <a:off x="5209675" y="3645650"/>
              <a:ext cx="87525" cy="97800"/>
            </a:xfrm>
            <a:custGeom>
              <a:avLst/>
              <a:gdLst/>
              <a:ahLst/>
              <a:cxnLst/>
              <a:rect l="l" t="t" r="r" b="b"/>
              <a:pathLst>
                <a:path w="3501" h="3912" extrusionOk="0">
                  <a:moveTo>
                    <a:pt x="3412" y="1"/>
                  </a:moveTo>
                  <a:cubicBezTo>
                    <a:pt x="3390" y="11"/>
                    <a:pt x="3356" y="11"/>
                    <a:pt x="3334" y="23"/>
                  </a:cubicBezTo>
                  <a:cubicBezTo>
                    <a:pt x="3400" y="211"/>
                    <a:pt x="3422" y="401"/>
                    <a:pt x="3422" y="534"/>
                  </a:cubicBezTo>
                  <a:cubicBezTo>
                    <a:pt x="3434" y="1322"/>
                    <a:pt x="3067" y="2122"/>
                    <a:pt x="2456" y="2622"/>
                  </a:cubicBezTo>
                  <a:cubicBezTo>
                    <a:pt x="2423" y="2511"/>
                    <a:pt x="2400" y="2389"/>
                    <a:pt x="2400" y="2267"/>
                  </a:cubicBezTo>
                  <a:cubicBezTo>
                    <a:pt x="2412" y="2200"/>
                    <a:pt x="2412" y="2122"/>
                    <a:pt x="2400" y="2045"/>
                  </a:cubicBezTo>
                  <a:lnTo>
                    <a:pt x="2356" y="1700"/>
                  </a:lnTo>
                  <a:lnTo>
                    <a:pt x="2334" y="2055"/>
                  </a:lnTo>
                  <a:cubicBezTo>
                    <a:pt x="2323" y="2122"/>
                    <a:pt x="2323" y="2189"/>
                    <a:pt x="2323" y="2255"/>
                  </a:cubicBezTo>
                  <a:cubicBezTo>
                    <a:pt x="2279" y="2544"/>
                    <a:pt x="2067" y="2789"/>
                    <a:pt x="1879" y="2956"/>
                  </a:cubicBezTo>
                  <a:cubicBezTo>
                    <a:pt x="1457" y="3333"/>
                    <a:pt x="923" y="3600"/>
                    <a:pt x="356" y="3689"/>
                  </a:cubicBezTo>
                  <a:cubicBezTo>
                    <a:pt x="235" y="3711"/>
                    <a:pt x="68" y="3744"/>
                    <a:pt x="1" y="3877"/>
                  </a:cubicBezTo>
                  <a:lnTo>
                    <a:pt x="68" y="3911"/>
                  </a:lnTo>
                  <a:cubicBezTo>
                    <a:pt x="124" y="3811"/>
                    <a:pt x="268" y="3788"/>
                    <a:pt x="379" y="3766"/>
                  </a:cubicBezTo>
                  <a:cubicBezTo>
                    <a:pt x="946" y="3667"/>
                    <a:pt x="1501" y="3400"/>
                    <a:pt x="1934" y="3011"/>
                  </a:cubicBezTo>
                  <a:cubicBezTo>
                    <a:pt x="2089" y="2867"/>
                    <a:pt x="2256" y="2678"/>
                    <a:pt x="2345" y="2455"/>
                  </a:cubicBezTo>
                  <a:cubicBezTo>
                    <a:pt x="2356" y="2544"/>
                    <a:pt x="2378" y="2622"/>
                    <a:pt x="2400" y="2700"/>
                  </a:cubicBezTo>
                  <a:lnTo>
                    <a:pt x="2423" y="2756"/>
                  </a:lnTo>
                  <a:lnTo>
                    <a:pt x="2467" y="2711"/>
                  </a:lnTo>
                  <a:cubicBezTo>
                    <a:pt x="3111" y="2200"/>
                    <a:pt x="3501" y="1367"/>
                    <a:pt x="3501" y="534"/>
                  </a:cubicBezTo>
                  <a:cubicBezTo>
                    <a:pt x="3489" y="389"/>
                    <a:pt x="3478" y="201"/>
                    <a:pt x="341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33"/>
            <p:cNvSpPr/>
            <p:nvPr/>
          </p:nvSpPr>
          <p:spPr>
            <a:xfrm>
              <a:off x="5060550" y="3190150"/>
              <a:ext cx="240550" cy="291400"/>
            </a:xfrm>
            <a:custGeom>
              <a:avLst/>
              <a:gdLst/>
              <a:ahLst/>
              <a:cxnLst/>
              <a:rect l="l" t="t" r="r" b="b"/>
              <a:pathLst>
                <a:path w="9622" h="11656" extrusionOk="0">
                  <a:moveTo>
                    <a:pt x="9621" y="7756"/>
                  </a:moveTo>
                  <a:cubicBezTo>
                    <a:pt x="9621" y="7756"/>
                    <a:pt x="9621" y="7756"/>
                    <a:pt x="9621" y="7756"/>
                  </a:cubicBezTo>
                  <a:cubicBezTo>
                    <a:pt x="9621" y="7756"/>
                    <a:pt x="9621" y="7756"/>
                    <a:pt x="9621" y="7756"/>
                  </a:cubicBezTo>
                  <a:close/>
                  <a:moveTo>
                    <a:pt x="6120" y="1"/>
                  </a:moveTo>
                  <a:cubicBezTo>
                    <a:pt x="6079" y="1"/>
                    <a:pt x="6039" y="1"/>
                    <a:pt x="6000" y="2"/>
                  </a:cubicBezTo>
                  <a:cubicBezTo>
                    <a:pt x="5466" y="2"/>
                    <a:pt x="4933" y="124"/>
                    <a:pt x="4444" y="336"/>
                  </a:cubicBezTo>
                  <a:cubicBezTo>
                    <a:pt x="4322" y="391"/>
                    <a:pt x="3178" y="1013"/>
                    <a:pt x="3267" y="1158"/>
                  </a:cubicBezTo>
                  <a:cubicBezTo>
                    <a:pt x="3156" y="980"/>
                    <a:pt x="3223" y="679"/>
                    <a:pt x="3033" y="536"/>
                  </a:cubicBezTo>
                  <a:cubicBezTo>
                    <a:pt x="2889" y="635"/>
                    <a:pt x="2823" y="857"/>
                    <a:pt x="2889" y="1035"/>
                  </a:cubicBezTo>
                  <a:cubicBezTo>
                    <a:pt x="2756" y="847"/>
                    <a:pt x="2600" y="691"/>
                    <a:pt x="2423" y="546"/>
                  </a:cubicBezTo>
                  <a:cubicBezTo>
                    <a:pt x="2353" y="493"/>
                    <a:pt x="2299" y="469"/>
                    <a:pt x="2258" y="469"/>
                  </a:cubicBezTo>
                  <a:cubicBezTo>
                    <a:pt x="1996" y="469"/>
                    <a:pt x="2279" y="1448"/>
                    <a:pt x="2211" y="1602"/>
                  </a:cubicBezTo>
                  <a:cubicBezTo>
                    <a:pt x="2122" y="1835"/>
                    <a:pt x="1712" y="2079"/>
                    <a:pt x="1534" y="2279"/>
                  </a:cubicBezTo>
                  <a:cubicBezTo>
                    <a:pt x="1300" y="2546"/>
                    <a:pt x="1090" y="2835"/>
                    <a:pt x="890" y="3135"/>
                  </a:cubicBezTo>
                  <a:cubicBezTo>
                    <a:pt x="401" y="3890"/>
                    <a:pt x="1" y="4834"/>
                    <a:pt x="323" y="5678"/>
                  </a:cubicBezTo>
                  <a:cubicBezTo>
                    <a:pt x="474" y="5517"/>
                    <a:pt x="615" y="5345"/>
                    <a:pt x="755" y="5172"/>
                  </a:cubicBezTo>
                  <a:lnTo>
                    <a:pt x="755" y="5172"/>
                  </a:lnTo>
                  <a:cubicBezTo>
                    <a:pt x="264" y="5797"/>
                    <a:pt x="762" y="7637"/>
                    <a:pt x="1423" y="8001"/>
                  </a:cubicBezTo>
                  <a:cubicBezTo>
                    <a:pt x="1445" y="8013"/>
                    <a:pt x="1469" y="8018"/>
                    <a:pt x="1493" y="8018"/>
                  </a:cubicBezTo>
                  <a:cubicBezTo>
                    <a:pt x="1582" y="8018"/>
                    <a:pt x="1679" y="7955"/>
                    <a:pt x="1747" y="7955"/>
                  </a:cubicBezTo>
                  <a:cubicBezTo>
                    <a:pt x="1763" y="7955"/>
                    <a:pt x="1777" y="7958"/>
                    <a:pt x="1789" y="7967"/>
                  </a:cubicBezTo>
                  <a:cubicBezTo>
                    <a:pt x="1934" y="8067"/>
                    <a:pt x="2011" y="8467"/>
                    <a:pt x="2100" y="8623"/>
                  </a:cubicBezTo>
                  <a:cubicBezTo>
                    <a:pt x="2400" y="9144"/>
                    <a:pt x="2855" y="9578"/>
                    <a:pt x="3311" y="9966"/>
                  </a:cubicBezTo>
                  <a:cubicBezTo>
                    <a:pt x="3489" y="10122"/>
                    <a:pt x="3689" y="10278"/>
                    <a:pt x="3922" y="10289"/>
                  </a:cubicBezTo>
                  <a:cubicBezTo>
                    <a:pt x="3928" y="10289"/>
                    <a:pt x="3934" y="10289"/>
                    <a:pt x="3940" y="10289"/>
                  </a:cubicBezTo>
                  <a:cubicBezTo>
                    <a:pt x="4158" y="10289"/>
                    <a:pt x="4399" y="10105"/>
                    <a:pt x="4366" y="9889"/>
                  </a:cubicBezTo>
                  <a:lnTo>
                    <a:pt x="4366" y="9889"/>
                  </a:lnTo>
                  <a:cubicBezTo>
                    <a:pt x="4667" y="10622"/>
                    <a:pt x="5222" y="11311"/>
                    <a:pt x="5977" y="11566"/>
                  </a:cubicBezTo>
                  <a:cubicBezTo>
                    <a:pt x="6158" y="11626"/>
                    <a:pt x="6350" y="11656"/>
                    <a:pt x="6541" y="11656"/>
                  </a:cubicBezTo>
                  <a:cubicBezTo>
                    <a:pt x="7163" y="11656"/>
                    <a:pt x="7784" y="11346"/>
                    <a:pt x="8022" y="10778"/>
                  </a:cubicBezTo>
                  <a:cubicBezTo>
                    <a:pt x="8100" y="10842"/>
                    <a:pt x="8196" y="10870"/>
                    <a:pt x="8294" y="10870"/>
                  </a:cubicBezTo>
                  <a:cubicBezTo>
                    <a:pt x="8487" y="10870"/>
                    <a:pt x="8692" y="10762"/>
                    <a:pt x="8810" y="10600"/>
                  </a:cubicBezTo>
                  <a:cubicBezTo>
                    <a:pt x="8999" y="10356"/>
                    <a:pt x="9032" y="10045"/>
                    <a:pt x="9066" y="9734"/>
                  </a:cubicBezTo>
                  <a:cubicBezTo>
                    <a:pt x="9132" y="9067"/>
                    <a:pt x="9199" y="8389"/>
                    <a:pt x="9276" y="7712"/>
                  </a:cubicBezTo>
                  <a:cubicBezTo>
                    <a:pt x="9387" y="7722"/>
                    <a:pt x="9510" y="7745"/>
                    <a:pt x="9621" y="7756"/>
                  </a:cubicBezTo>
                  <a:lnTo>
                    <a:pt x="9621" y="7756"/>
                  </a:lnTo>
                  <a:cubicBezTo>
                    <a:pt x="9487" y="7740"/>
                    <a:pt x="9221" y="5601"/>
                    <a:pt x="9177" y="5379"/>
                  </a:cubicBezTo>
                  <a:cubicBezTo>
                    <a:pt x="9332" y="5323"/>
                    <a:pt x="9399" y="5201"/>
                    <a:pt x="9421" y="5034"/>
                  </a:cubicBezTo>
                  <a:cubicBezTo>
                    <a:pt x="9543" y="3834"/>
                    <a:pt x="8999" y="2602"/>
                    <a:pt x="8044" y="1869"/>
                  </a:cubicBezTo>
                  <a:cubicBezTo>
                    <a:pt x="8165" y="1857"/>
                    <a:pt x="8288" y="1790"/>
                    <a:pt x="8377" y="1701"/>
                  </a:cubicBezTo>
                  <a:cubicBezTo>
                    <a:pt x="8210" y="1524"/>
                    <a:pt x="8010" y="1390"/>
                    <a:pt x="7788" y="1302"/>
                  </a:cubicBezTo>
                  <a:cubicBezTo>
                    <a:pt x="8022" y="1102"/>
                    <a:pt x="8010" y="847"/>
                    <a:pt x="7888" y="635"/>
                  </a:cubicBezTo>
                  <a:cubicBezTo>
                    <a:pt x="7799" y="480"/>
                    <a:pt x="7666" y="346"/>
                    <a:pt x="7511" y="269"/>
                  </a:cubicBezTo>
                  <a:cubicBezTo>
                    <a:pt x="7102" y="65"/>
                    <a:pt x="6581" y="1"/>
                    <a:pt x="6120"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33"/>
            <p:cNvSpPr/>
            <p:nvPr/>
          </p:nvSpPr>
          <p:spPr>
            <a:xfrm>
              <a:off x="5125550" y="3240750"/>
              <a:ext cx="153600" cy="127400"/>
            </a:xfrm>
            <a:custGeom>
              <a:avLst/>
              <a:gdLst/>
              <a:ahLst/>
              <a:cxnLst/>
              <a:rect l="l" t="t" r="r" b="b"/>
              <a:pathLst>
                <a:path w="6144" h="5096" extrusionOk="0">
                  <a:moveTo>
                    <a:pt x="2578" y="0"/>
                  </a:moveTo>
                  <a:cubicBezTo>
                    <a:pt x="1956" y="0"/>
                    <a:pt x="1333" y="333"/>
                    <a:pt x="1000" y="855"/>
                  </a:cubicBezTo>
                  <a:cubicBezTo>
                    <a:pt x="789" y="1188"/>
                    <a:pt x="689" y="1566"/>
                    <a:pt x="522" y="1921"/>
                  </a:cubicBezTo>
                  <a:cubicBezTo>
                    <a:pt x="423" y="2121"/>
                    <a:pt x="300" y="2333"/>
                    <a:pt x="211" y="2533"/>
                  </a:cubicBezTo>
                  <a:cubicBezTo>
                    <a:pt x="89" y="2788"/>
                    <a:pt x="0" y="3055"/>
                    <a:pt x="33" y="3321"/>
                  </a:cubicBezTo>
                  <a:cubicBezTo>
                    <a:pt x="78" y="3721"/>
                    <a:pt x="367" y="4054"/>
                    <a:pt x="689" y="4299"/>
                  </a:cubicBezTo>
                  <a:cubicBezTo>
                    <a:pt x="1300" y="4765"/>
                    <a:pt x="2055" y="5010"/>
                    <a:pt x="2822" y="5076"/>
                  </a:cubicBezTo>
                  <a:cubicBezTo>
                    <a:pt x="2974" y="5090"/>
                    <a:pt x="3126" y="5096"/>
                    <a:pt x="3278" y="5096"/>
                  </a:cubicBezTo>
                  <a:cubicBezTo>
                    <a:pt x="3892" y="5096"/>
                    <a:pt x="4503" y="4995"/>
                    <a:pt x="5099" y="4844"/>
                  </a:cubicBezTo>
                  <a:cubicBezTo>
                    <a:pt x="5343" y="4777"/>
                    <a:pt x="5599" y="4699"/>
                    <a:pt x="5777" y="4521"/>
                  </a:cubicBezTo>
                  <a:cubicBezTo>
                    <a:pt x="6143" y="4165"/>
                    <a:pt x="6076" y="3566"/>
                    <a:pt x="5965" y="3066"/>
                  </a:cubicBezTo>
                  <a:cubicBezTo>
                    <a:pt x="5799" y="2344"/>
                    <a:pt x="5555" y="1633"/>
                    <a:pt x="5266" y="944"/>
                  </a:cubicBezTo>
                  <a:cubicBezTo>
                    <a:pt x="5143" y="667"/>
                    <a:pt x="4999" y="388"/>
                    <a:pt x="4733" y="233"/>
                  </a:cubicBezTo>
                  <a:cubicBezTo>
                    <a:pt x="4637" y="177"/>
                    <a:pt x="4526" y="151"/>
                    <a:pt x="4413" y="151"/>
                  </a:cubicBezTo>
                  <a:cubicBezTo>
                    <a:pt x="4214" y="151"/>
                    <a:pt x="4008" y="232"/>
                    <a:pt x="3866" y="366"/>
                  </a:cubicBezTo>
                  <a:cubicBezTo>
                    <a:pt x="3775" y="457"/>
                    <a:pt x="3721" y="639"/>
                    <a:pt x="3604" y="639"/>
                  </a:cubicBezTo>
                  <a:cubicBezTo>
                    <a:pt x="3592" y="639"/>
                    <a:pt x="3579" y="637"/>
                    <a:pt x="3566" y="633"/>
                  </a:cubicBezTo>
                  <a:cubicBezTo>
                    <a:pt x="3455" y="600"/>
                    <a:pt x="3344" y="255"/>
                    <a:pt x="3222" y="178"/>
                  </a:cubicBezTo>
                  <a:cubicBezTo>
                    <a:pt x="3033" y="55"/>
                    <a:pt x="2800" y="0"/>
                    <a:pt x="257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33"/>
            <p:cNvSpPr/>
            <p:nvPr/>
          </p:nvSpPr>
          <p:spPr>
            <a:xfrm>
              <a:off x="5194425" y="3323275"/>
              <a:ext cx="14725" cy="10600"/>
            </a:xfrm>
            <a:custGeom>
              <a:avLst/>
              <a:gdLst/>
              <a:ahLst/>
              <a:cxnLst/>
              <a:rect l="l" t="t" r="r" b="b"/>
              <a:pathLst>
                <a:path w="589" h="424" extrusionOk="0">
                  <a:moveTo>
                    <a:pt x="167" y="1"/>
                  </a:moveTo>
                  <a:cubicBezTo>
                    <a:pt x="147" y="1"/>
                    <a:pt x="128" y="4"/>
                    <a:pt x="111" y="10"/>
                  </a:cubicBezTo>
                  <a:cubicBezTo>
                    <a:pt x="67" y="32"/>
                    <a:pt x="33" y="76"/>
                    <a:pt x="11" y="121"/>
                  </a:cubicBezTo>
                  <a:cubicBezTo>
                    <a:pt x="0" y="131"/>
                    <a:pt x="0" y="143"/>
                    <a:pt x="0" y="153"/>
                  </a:cubicBezTo>
                  <a:cubicBezTo>
                    <a:pt x="0" y="187"/>
                    <a:pt x="23" y="209"/>
                    <a:pt x="45" y="220"/>
                  </a:cubicBezTo>
                  <a:cubicBezTo>
                    <a:pt x="144" y="287"/>
                    <a:pt x="245" y="353"/>
                    <a:pt x="344" y="409"/>
                  </a:cubicBezTo>
                  <a:cubicBezTo>
                    <a:pt x="364" y="419"/>
                    <a:pt x="383" y="424"/>
                    <a:pt x="400" y="424"/>
                  </a:cubicBezTo>
                  <a:cubicBezTo>
                    <a:pt x="462" y="424"/>
                    <a:pt x="512" y="370"/>
                    <a:pt x="556" y="309"/>
                  </a:cubicBezTo>
                  <a:cubicBezTo>
                    <a:pt x="567" y="287"/>
                    <a:pt x="589" y="254"/>
                    <a:pt x="578" y="232"/>
                  </a:cubicBezTo>
                  <a:cubicBezTo>
                    <a:pt x="578" y="209"/>
                    <a:pt x="556" y="187"/>
                    <a:pt x="544" y="176"/>
                  </a:cubicBezTo>
                  <a:cubicBezTo>
                    <a:pt x="455" y="87"/>
                    <a:pt x="334" y="42"/>
                    <a:pt x="223" y="10"/>
                  </a:cubicBezTo>
                  <a:cubicBezTo>
                    <a:pt x="206" y="4"/>
                    <a:pt x="186" y="1"/>
                    <a:pt x="167"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33"/>
            <p:cNvSpPr/>
            <p:nvPr/>
          </p:nvSpPr>
          <p:spPr>
            <a:xfrm>
              <a:off x="5167200" y="3287950"/>
              <a:ext cx="33075" cy="20275"/>
            </a:xfrm>
            <a:custGeom>
              <a:avLst/>
              <a:gdLst/>
              <a:ahLst/>
              <a:cxnLst/>
              <a:rect l="l" t="t" r="r" b="b"/>
              <a:pathLst>
                <a:path w="1323" h="811" extrusionOk="0">
                  <a:moveTo>
                    <a:pt x="178" y="1"/>
                  </a:moveTo>
                  <a:cubicBezTo>
                    <a:pt x="1" y="145"/>
                    <a:pt x="112" y="544"/>
                    <a:pt x="267" y="689"/>
                  </a:cubicBezTo>
                  <a:cubicBezTo>
                    <a:pt x="322" y="744"/>
                    <a:pt x="401" y="778"/>
                    <a:pt x="490" y="789"/>
                  </a:cubicBezTo>
                  <a:cubicBezTo>
                    <a:pt x="547" y="802"/>
                    <a:pt x="607" y="810"/>
                    <a:pt x="668" y="810"/>
                  </a:cubicBezTo>
                  <a:cubicBezTo>
                    <a:pt x="761" y="810"/>
                    <a:pt x="853" y="792"/>
                    <a:pt x="934" y="744"/>
                  </a:cubicBezTo>
                  <a:cubicBezTo>
                    <a:pt x="1167" y="623"/>
                    <a:pt x="1256" y="345"/>
                    <a:pt x="1322" y="78"/>
                  </a:cubicBezTo>
                  <a:cubicBezTo>
                    <a:pt x="945" y="67"/>
                    <a:pt x="556" y="1"/>
                    <a:pt x="1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33"/>
            <p:cNvSpPr/>
            <p:nvPr/>
          </p:nvSpPr>
          <p:spPr>
            <a:xfrm>
              <a:off x="5236625" y="3289325"/>
              <a:ext cx="23925" cy="14550"/>
            </a:xfrm>
            <a:custGeom>
              <a:avLst/>
              <a:gdLst/>
              <a:ahLst/>
              <a:cxnLst/>
              <a:rect l="l" t="t" r="r" b="b"/>
              <a:pathLst>
                <a:path w="957" h="582" extrusionOk="0">
                  <a:moveTo>
                    <a:pt x="1" y="1"/>
                  </a:moveTo>
                  <a:cubicBezTo>
                    <a:pt x="23" y="201"/>
                    <a:pt x="68" y="401"/>
                    <a:pt x="223" y="512"/>
                  </a:cubicBezTo>
                  <a:cubicBezTo>
                    <a:pt x="297" y="558"/>
                    <a:pt x="393" y="581"/>
                    <a:pt x="487" y="581"/>
                  </a:cubicBezTo>
                  <a:cubicBezTo>
                    <a:pt x="507" y="581"/>
                    <a:pt x="526" y="580"/>
                    <a:pt x="545" y="578"/>
                  </a:cubicBezTo>
                  <a:cubicBezTo>
                    <a:pt x="611" y="568"/>
                    <a:pt x="667" y="556"/>
                    <a:pt x="712" y="512"/>
                  </a:cubicBezTo>
                  <a:cubicBezTo>
                    <a:pt x="834" y="423"/>
                    <a:pt x="956" y="146"/>
                    <a:pt x="834" y="23"/>
                  </a:cubicBezTo>
                  <a:cubicBezTo>
                    <a:pt x="700" y="12"/>
                    <a:pt x="561" y="12"/>
                    <a:pt x="421" y="12"/>
                  </a:cubicBezTo>
                  <a:cubicBezTo>
                    <a:pt x="281" y="12"/>
                    <a:pt x="140" y="12"/>
                    <a:pt x="1"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33"/>
            <p:cNvSpPr/>
            <p:nvPr/>
          </p:nvSpPr>
          <p:spPr>
            <a:xfrm>
              <a:off x="5227750" y="3267350"/>
              <a:ext cx="36125" cy="16450"/>
            </a:xfrm>
            <a:custGeom>
              <a:avLst/>
              <a:gdLst/>
              <a:ahLst/>
              <a:cxnLst/>
              <a:rect l="l" t="t" r="r" b="b"/>
              <a:pathLst>
                <a:path w="1445" h="658" extrusionOk="0">
                  <a:moveTo>
                    <a:pt x="150" y="1"/>
                  </a:moveTo>
                  <a:cubicBezTo>
                    <a:pt x="130" y="1"/>
                    <a:pt x="109" y="1"/>
                    <a:pt x="89" y="3"/>
                  </a:cubicBezTo>
                  <a:cubicBezTo>
                    <a:pt x="56" y="158"/>
                    <a:pt x="33" y="324"/>
                    <a:pt x="0" y="480"/>
                  </a:cubicBezTo>
                  <a:cubicBezTo>
                    <a:pt x="33" y="491"/>
                    <a:pt x="78" y="491"/>
                    <a:pt x="112" y="491"/>
                  </a:cubicBezTo>
                  <a:cubicBezTo>
                    <a:pt x="556" y="502"/>
                    <a:pt x="1011" y="491"/>
                    <a:pt x="1411" y="658"/>
                  </a:cubicBezTo>
                  <a:cubicBezTo>
                    <a:pt x="1422" y="625"/>
                    <a:pt x="1433" y="602"/>
                    <a:pt x="1445" y="569"/>
                  </a:cubicBezTo>
                  <a:cubicBezTo>
                    <a:pt x="1211" y="346"/>
                    <a:pt x="944" y="191"/>
                    <a:pt x="655" y="102"/>
                  </a:cubicBezTo>
                  <a:cubicBezTo>
                    <a:pt x="497" y="43"/>
                    <a:pt x="320" y="1"/>
                    <a:pt x="15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33"/>
            <p:cNvSpPr/>
            <p:nvPr/>
          </p:nvSpPr>
          <p:spPr>
            <a:xfrm>
              <a:off x="5164700" y="3262950"/>
              <a:ext cx="41125" cy="19475"/>
            </a:xfrm>
            <a:custGeom>
              <a:avLst/>
              <a:gdLst/>
              <a:ahLst/>
              <a:cxnLst/>
              <a:rect l="l" t="t" r="r" b="b"/>
              <a:pathLst>
                <a:path w="1645" h="779" extrusionOk="0">
                  <a:moveTo>
                    <a:pt x="1545" y="1"/>
                  </a:moveTo>
                  <a:cubicBezTo>
                    <a:pt x="1323" y="1"/>
                    <a:pt x="1089" y="78"/>
                    <a:pt x="889" y="145"/>
                  </a:cubicBezTo>
                  <a:cubicBezTo>
                    <a:pt x="567" y="267"/>
                    <a:pt x="256" y="456"/>
                    <a:pt x="0" y="690"/>
                  </a:cubicBezTo>
                  <a:cubicBezTo>
                    <a:pt x="12" y="722"/>
                    <a:pt x="23" y="745"/>
                    <a:pt x="45" y="778"/>
                  </a:cubicBezTo>
                  <a:cubicBezTo>
                    <a:pt x="489" y="567"/>
                    <a:pt x="1022" y="545"/>
                    <a:pt x="1523" y="490"/>
                  </a:cubicBezTo>
                  <a:cubicBezTo>
                    <a:pt x="1567" y="490"/>
                    <a:pt x="1612" y="478"/>
                    <a:pt x="1644" y="467"/>
                  </a:cubicBezTo>
                  <a:lnTo>
                    <a:pt x="154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33"/>
            <p:cNvSpPr/>
            <p:nvPr/>
          </p:nvSpPr>
          <p:spPr>
            <a:xfrm>
              <a:off x="5171100" y="3288475"/>
              <a:ext cx="10850" cy="11450"/>
            </a:xfrm>
            <a:custGeom>
              <a:avLst/>
              <a:gdLst/>
              <a:ahLst/>
              <a:cxnLst/>
              <a:rect l="l" t="t" r="r" b="b"/>
              <a:pathLst>
                <a:path w="434" h="458" extrusionOk="0">
                  <a:moveTo>
                    <a:pt x="216" y="1"/>
                  </a:moveTo>
                  <a:cubicBezTo>
                    <a:pt x="211" y="1"/>
                    <a:pt x="206" y="1"/>
                    <a:pt x="200" y="2"/>
                  </a:cubicBezTo>
                  <a:cubicBezTo>
                    <a:pt x="78" y="24"/>
                    <a:pt x="0" y="113"/>
                    <a:pt x="0" y="246"/>
                  </a:cubicBezTo>
                  <a:cubicBezTo>
                    <a:pt x="10" y="352"/>
                    <a:pt x="112" y="458"/>
                    <a:pt x="217" y="458"/>
                  </a:cubicBezTo>
                  <a:cubicBezTo>
                    <a:pt x="222" y="458"/>
                    <a:pt x="228" y="457"/>
                    <a:pt x="233" y="457"/>
                  </a:cubicBezTo>
                  <a:cubicBezTo>
                    <a:pt x="356" y="435"/>
                    <a:pt x="433" y="346"/>
                    <a:pt x="433" y="212"/>
                  </a:cubicBezTo>
                  <a:cubicBezTo>
                    <a:pt x="423" y="107"/>
                    <a:pt x="322" y="1"/>
                    <a:pt x="21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33"/>
            <p:cNvSpPr/>
            <p:nvPr/>
          </p:nvSpPr>
          <p:spPr>
            <a:xfrm>
              <a:off x="5237200" y="3290850"/>
              <a:ext cx="12225" cy="10850"/>
            </a:xfrm>
            <a:custGeom>
              <a:avLst/>
              <a:gdLst/>
              <a:ahLst/>
              <a:cxnLst/>
              <a:rect l="l" t="t" r="r" b="b"/>
              <a:pathLst>
                <a:path w="489" h="434" extrusionOk="0">
                  <a:moveTo>
                    <a:pt x="253" y="1"/>
                  </a:moveTo>
                  <a:cubicBezTo>
                    <a:pt x="174" y="1"/>
                    <a:pt x="97" y="47"/>
                    <a:pt x="55" y="129"/>
                  </a:cubicBezTo>
                  <a:cubicBezTo>
                    <a:pt x="0" y="229"/>
                    <a:pt x="55" y="373"/>
                    <a:pt x="156" y="418"/>
                  </a:cubicBezTo>
                  <a:cubicBezTo>
                    <a:pt x="182" y="428"/>
                    <a:pt x="208" y="433"/>
                    <a:pt x="233" y="433"/>
                  </a:cubicBezTo>
                  <a:cubicBezTo>
                    <a:pt x="316" y="433"/>
                    <a:pt x="391" y="380"/>
                    <a:pt x="433" y="295"/>
                  </a:cubicBezTo>
                  <a:cubicBezTo>
                    <a:pt x="489" y="196"/>
                    <a:pt x="433" y="62"/>
                    <a:pt x="333" y="18"/>
                  </a:cubicBezTo>
                  <a:cubicBezTo>
                    <a:pt x="307" y="6"/>
                    <a:pt x="280" y="1"/>
                    <a:pt x="25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33"/>
            <p:cNvSpPr/>
            <p:nvPr/>
          </p:nvSpPr>
          <p:spPr>
            <a:xfrm>
              <a:off x="5179700" y="3310625"/>
              <a:ext cx="10850" cy="17050"/>
            </a:xfrm>
            <a:custGeom>
              <a:avLst/>
              <a:gdLst/>
              <a:ahLst/>
              <a:cxnLst/>
              <a:rect l="l" t="t" r="r" b="b"/>
              <a:pathLst>
                <a:path w="434" h="682" extrusionOk="0">
                  <a:moveTo>
                    <a:pt x="369" y="0"/>
                  </a:moveTo>
                  <a:cubicBezTo>
                    <a:pt x="362" y="0"/>
                    <a:pt x="353" y="2"/>
                    <a:pt x="345" y="5"/>
                  </a:cubicBezTo>
                  <a:cubicBezTo>
                    <a:pt x="222" y="93"/>
                    <a:pt x="123" y="193"/>
                    <a:pt x="22" y="316"/>
                  </a:cubicBezTo>
                  <a:cubicBezTo>
                    <a:pt x="12" y="326"/>
                    <a:pt x="0" y="348"/>
                    <a:pt x="0" y="371"/>
                  </a:cubicBezTo>
                  <a:lnTo>
                    <a:pt x="12" y="371"/>
                  </a:lnTo>
                  <a:cubicBezTo>
                    <a:pt x="111" y="482"/>
                    <a:pt x="222" y="582"/>
                    <a:pt x="356" y="637"/>
                  </a:cubicBezTo>
                  <a:cubicBezTo>
                    <a:pt x="378" y="659"/>
                    <a:pt x="412" y="671"/>
                    <a:pt x="434" y="682"/>
                  </a:cubicBezTo>
                  <a:cubicBezTo>
                    <a:pt x="422" y="571"/>
                    <a:pt x="412" y="471"/>
                    <a:pt x="412" y="371"/>
                  </a:cubicBezTo>
                  <a:cubicBezTo>
                    <a:pt x="412" y="326"/>
                    <a:pt x="400" y="148"/>
                    <a:pt x="400" y="37"/>
                  </a:cubicBezTo>
                  <a:cubicBezTo>
                    <a:pt x="409" y="13"/>
                    <a:pt x="392" y="0"/>
                    <a:pt x="36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33"/>
            <p:cNvSpPr/>
            <p:nvPr/>
          </p:nvSpPr>
          <p:spPr>
            <a:xfrm>
              <a:off x="5213025" y="3323000"/>
              <a:ext cx="14450" cy="13850"/>
            </a:xfrm>
            <a:custGeom>
              <a:avLst/>
              <a:gdLst/>
              <a:ahLst/>
              <a:cxnLst/>
              <a:rect l="l" t="t" r="r" b="b"/>
              <a:pathLst>
                <a:path w="578" h="554" extrusionOk="0">
                  <a:moveTo>
                    <a:pt x="498" y="0"/>
                  </a:moveTo>
                  <a:cubicBezTo>
                    <a:pt x="487" y="0"/>
                    <a:pt x="476" y="6"/>
                    <a:pt x="467" y="21"/>
                  </a:cubicBezTo>
                  <a:cubicBezTo>
                    <a:pt x="400" y="98"/>
                    <a:pt x="278" y="231"/>
                    <a:pt x="245" y="253"/>
                  </a:cubicBezTo>
                  <a:cubicBezTo>
                    <a:pt x="178" y="332"/>
                    <a:pt x="101" y="409"/>
                    <a:pt x="12" y="476"/>
                  </a:cubicBezTo>
                  <a:cubicBezTo>
                    <a:pt x="12" y="487"/>
                    <a:pt x="0" y="487"/>
                    <a:pt x="0" y="498"/>
                  </a:cubicBezTo>
                  <a:cubicBezTo>
                    <a:pt x="17" y="496"/>
                    <a:pt x="33" y="495"/>
                    <a:pt x="50" y="495"/>
                  </a:cubicBezTo>
                  <a:cubicBezTo>
                    <a:pt x="122" y="495"/>
                    <a:pt x="192" y="511"/>
                    <a:pt x="256" y="520"/>
                  </a:cubicBezTo>
                  <a:cubicBezTo>
                    <a:pt x="356" y="532"/>
                    <a:pt x="445" y="542"/>
                    <a:pt x="533" y="554"/>
                  </a:cubicBezTo>
                  <a:cubicBezTo>
                    <a:pt x="545" y="554"/>
                    <a:pt x="545" y="542"/>
                    <a:pt x="556" y="542"/>
                  </a:cubicBezTo>
                  <a:cubicBezTo>
                    <a:pt x="567" y="520"/>
                    <a:pt x="567" y="498"/>
                    <a:pt x="567" y="476"/>
                  </a:cubicBezTo>
                  <a:cubicBezTo>
                    <a:pt x="578" y="332"/>
                    <a:pt x="567" y="176"/>
                    <a:pt x="533" y="31"/>
                  </a:cubicBezTo>
                  <a:cubicBezTo>
                    <a:pt x="527" y="12"/>
                    <a:pt x="513" y="0"/>
                    <a:pt x="49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33"/>
            <p:cNvSpPr/>
            <p:nvPr/>
          </p:nvSpPr>
          <p:spPr>
            <a:xfrm>
              <a:off x="5171350" y="3286275"/>
              <a:ext cx="29475" cy="4525"/>
            </a:xfrm>
            <a:custGeom>
              <a:avLst/>
              <a:gdLst/>
              <a:ahLst/>
              <a:cxnLst/>
              <a:rect l="l" t="t" r="r" b="b"/>
              <a:pathLst>
                <a:path w="1179" h="181" extrusionOk="0">
                  <a:moveTo>
                    <a:pt x="23" y="1"/>
                  </a:moveTo>
                  <a:lnTo>
                    <a:pt x="1" y="78"/>
                  </a:lnTo>
                  <a:cubicBezTo>
                    <a:pt x="343" y="147"/>
                    <a:pt x="684" y="181"/>
                    <a:pt x="1032" y="181"/>
                  </a:cubicBezTo>
                  <a:cubicBezTo>
                    <a:pt x="1081" y="181"/>
                    <a:pt x="1130" y="180"/>
                    <a:pt x="1178" y="179"/>
                  </a:cubicBezTo>
                  <a:lnTo>
                    <a:pt x="1168" y="112"/>
                  </a:lnTo>
                  <a:cubicBezTo>
                    <a:pt x="1122" y="113"/>
                    <a:pt x="1077" y="114"/>
                    <a:pt x="1031" y="114"/>
                  </a:cubicBezTo>
                  <a:cubicBezTo>
                    <a:pt x="697" y="114"/>
                    <a:pt x="355" y="79"/>
                    <a:pt x="2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33"/>
            <p:cNvSpPr/>
            <p:nvPr/>
          </p:nvSpPr>
          <p:spPr>
            <a:xfrm>
              <a:off x="5235525" y="3288500"/>
              <a:ext cx="22500" cy="2600"/>
            </a:xfrm>
            <a:custGeom>
              <a:avLst/>
              <a:gdLst/>
              <a:ahLst/>
              <a:cxnLst/>
              <a:rect l="l" t="t" r="r" b="b"/>
              <a:pathLst>
                <a:path w="900" h="104" extrusionOk="0">
                  <a:moveTo>
                    <a:pt x="11" y="1"/>
                  </a:moveTo>
                  <a:lnTo>
                    <a:pt x="1" y="78"/>
                  </a:lnTo>
                  <a:cubicBezTo>
                    <a:pt x="150" y="95"/>
                    <a:pt x="300" y="103"/>
                    <a:pt x="450" y="103"/>
                  </a:cubicBezTo>
                  <a:cubicBezTo>
                    <a:pt x="600" y="103"/>
                    <a:pt x="750" y="95"/>
                    <a:pt x="900" y="78"/>
                  </a:cubicBezTo>
                  <a:lnTo>
                    <a:pt x="889" y="11"/>
                  </a:lnTo>
                  <a:cubicBezTo>
                    <a:pt x="768" y="26"/>
                    <a:pt x="645" y="32"/>
                    <a:pt x="522" y="32"/>
                  </a:cubicBezTo>
                  <a:cubicBezTo>
                    <a:pt x="351" y="32"/>
                    <a:pt x="179" y="20"/>
                    <a:pt x="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33"/>
            <p:cNvSpPr/>
            <p:nvPr/>
          </p:nvSpPr>
          <p:spPr>
            <a:xfrm>
              <a:off x="5202475" y="3295750"/>
              <a:ext cx="27775" cy="20275"/>
            </a:xfrm>
            <a:custGeom>
              <a:avLst/>
              <a:gdLst/>
              <a:ahLst/>
              <a:cxnLst/>
              <a:rect l="l" t="t" r="r" b="b"/>
              <a:pathLst>
                <a:path w="1111" h="811" extrusionOk="0">
                  <a:moveTo>
                    <a:pt x="871" y="0"/>
                  </a:moveTo>
                  <a:cubicBezTo>
                    <a:pt x="790" y="0"/>
                    <a:pt x="711" y="40"/>
                    <a:pt x="667" y="99"/>
                  </a:cubicBezTo>
                  <a:cubicBezTo>
                    <a:pt x="634" y="133"/>
                    <a:pt x="600" y="177"/>
                    <a:pt x="589" y="222"/>
                  </a:cubicBezTo>
                  <a:cubicBezTo>
                    <a:pt x="503" y="107"/>
                    <a:pt x="360" y="26"/>
                    <a:pt x="216" y="26"/>
                  </a:cubicBezTo>
                  <a:cubicBezTo>
                    <a:pt x="192" y="26"/>
                    <a:pt x="168" y="28"/>
                    <a:pt x="145" y="33"/>
                  </a:cubicBezTo>
                  <a:cubicBezTo>
                    <a:pt x="123" y="33"/>
                    <a:pt x="101" y="33"/>
                    <a:pt x="78" y="55"/>
                  </a:cubicBezTo>
                  <a:cubicBezTo>
                    <a:pt x="45" y="77"/>
                    <a:pt x="34" y="99"/>
                    <a:pt x="22" y="133"/>
                  </a:cubicBezTo>
                  <a:cubicBezTo>
                    <a:pt x="0" y="244"/>
                    <a:pt x="45" y="344"/>
                    <a:pt x="101" y="432"/>
                  </a:cubicBezTo>
                  <a:cubicBezTo>
                    <a:pt x="200" y="577"/>
                    <a:pt x="300" y="733"/>
                    <a:pt x="467" y="766"/>
                  </a:cubicBezTo>
                  <a:lnTo>
                    <a:pt x="500" y="655"/>
                  </a:lnTo>
                  <a:cubicBezTo>
                    <a:pt x="367" y="622"/>
                    <a:pt x="289" y="499"/>
                    <a:pt x="200" y="366"/>
                  </a:cubicBezTo>
                  <a:cubicBezTo>
                    <a:pt x="167" y="299"/>
                    <a:pt x="123" y="232"/>
                    <a:pt x="133" y="166"/>
                  </a:cubicBezTo>
                  <a:lnTo>
                    <a:pt x="145" y="155"/>
                  </a:lnTo>
                  <a:cubicBezTo>
                    <a:pt x="145" y="155"/>
                    <a:pt x="156" y="144"/>
                    <a:pt x="167" y="144"/>
                  </a:cubicBezTo>
                  <a:cubicBezTo>
                    <a:pt x="181" y="142"/>
                    <a:pt x="196" y="141"/>
                    <a:pt x="210" y="141"/>
                  </a:cubicBezTo>
                  <a:cubicBezTo>
                    <a:pt x="361" y="141"/>
                    <a:pt x="503" y="247"/>
                    <a:pt x="533" y="400"/>
                  </a:cubicBezTo>
                  <a:lnTo>
                    <a:pt x="589" y="632"/>
                  </a:lnTo>
                  <a:lnTo>
                    <a:pt x="656" y="400"/>
                  </a:lnTo>
                  <a:cubicBezTo>
                    <a:pt x="678" y="321"/>
                    <a:pt x="700" y="232"/>
                    <a:pt x="756" y="177"/>
                  </a:cubicBezTo>
                  <a:cubicBezTo>
                    <a:pt x="780" y="146"/>
                    <a:pt x="826" y="119"/>
                    <a:pt x="871" y="119"/>
                  </a:cubicBezTo>
                  <a:cubicBezTo>
                    <a:pt x="889" y="119"/>
                    <a:pt x="907" y="123"/>
                    <a:pt x="923" y="133"/>
                  </a:cubicBezTo>
                  <a:cubicBezTo>
                    <a:pt x="978" y="166"/>
                    <a:pt x="989" y="244"/>
                    <a:pt x="978" y="299"/>
                  </a:cubicBezTo>
                  <a:cubicBezTo>
                    <a:pt x="967" y="466"/>
                    <a:pt x="878" y="610"/>
                    <a:pt x="800" y="743"/>
                  </a:cubicBezTo>
                  <a:lnTo>
                    <a:pt x="900" y="810"/>
                  </a:lnTo>
                  <a:cubicBezTo>
                    <a:pt x="989" y="666"/>
                    <a:pt x="1089" y="499"/>
                    <a:pt x="1100" y="311"/>
                  </a:cubicBezTo>
                  <a:cubicBezTo>
                    <a:pt x="1111" y="188"/>
                    <a:pt x="1067" y="77"/>
                    <a:pt x="989" y="33"/>
                  </a:cubicBezTo>
                  <a:cubicBezTo>
                    <a:pt x="952" y="10"/>
                    <a:pt x="911" y="0"/>
                    <a:pt x="87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33"/>
            <p:cNvSpPr/>
            <p:nvPr/>
          </p:nvSpPr>
          <p:spPr>
            <a:xfrm>
              <a:off x="5178325" y="3318225"/>
              <a:ext cx="48600" cy="19800"/>
            </a:xfrm>
            <a:custGeom>
              <a:avLst/>
              <a:gdLst/>
              <a:ahLst/>
              <a:cxnLst/>
              <a:rect l="l" t="t" r="r" b="b"/>
              <a:pathLst>
                <a:path w="1944" h="792" extrusionOk="0">
                  <a:moveTo>
                    <a:pt x="55" y="0"/>
                  </a:moveTo>
                  <a:cubicBezTo>
                    <a:pt x="45" y="22"/>
                    <a:pt x="22" y="34"/>
                    <a:pt x="0" y="56"/>
                  </a:cubicBezTo>
                  <a:cubicBezTo>
                    <a:pt x="388" y="411"/>
                    <a:pt x="877" y="656"/>
                    <a:pt x="1388" y="745"/>
                  </a:cubicBezTo>
                  <a:cubicBezTo>
                    <a:pt x="1535" y="772"/>
                    <a:pt x="1690" y="792"/>
                    <a:pt x="1840" y="792"/>
                  </a:cubicBezTo>
                  <a:cubicBezTo>
                    <a:pt x="1871" y="792"/>
                    <a:pt x="1902" y="791"/>
                    <a:pt x="1933" y="789"/>
                  </a:cubicBezTo>
                  <a:cubicBezTo>
                    <a:pt x="1944" y="767"/>
                    <a:pt x="1944" y="745"/>
                    <a:pt x="1944" y="723"/>
                  </a:cubicBezTo>
                  <a:lnTo>
                    <a:pt x="1944" y="723"/>
                  </a:lnTo>
                  <a:cubicBezTo>
                    <a:pt x="1930" y="723"/>
                    <a:pt x="1916" y="723"/>
                    <a:pt x="1902" y="723"/>
                  </a:cubicBezTo>
                  <a:cubicBezTo>
                    <a:pt x="1228" y="723"/>
                    <a:pt x="567" y="469"/>
                    <a:pt x="5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33"/>
            <p:cNvSpPr/>
            <p:nvPr/>
          </p:nvSpPr>
          <p:spPr>
            <a:xfrm>
              <a:off x="5091925" y="3268775"/>
              <a:ext cx="43900" cy="59425"/>
            </a:xfrm>
            <a:custGeom>
              <a:avLst/>
              <a:gdLst/>
              <a:ahLst/>
              <a:cxnLst/>
              <a:rect l="l" t="t" r="r" b="b"/>
              <a:pathLst>
                <a:path w="1756" h="2377" extrusionOk="0">
                  <a:moveTo>
                    <a:pt x="634" y="1"/>
                  </a:moveTo>
                  <a:cubicBezTo>
                    <a:pt x="368" y="12"/>
                    <a:pt x="123" y="245"/>
                    <a:pt x="67" y="512"/>
                  </a:cubicBezTo>
                  <a:cubicBezTo>
                    <a:pt x="1" y="778"/>
                    <a:pt x="101" y="1067"/>
                    <a:pt x="257" y="1289"/>
                  </a:cubicBezTo>
                  <a:cubicBezTo>
                    <a:pt x="323" y="1378"/>
                    <a:pt x="401" y="1456"/>
                    <a:pt x="467" y="1545"/>
                  </a:cubicBezTo>
                  <a:cubicBezTo>
                    <a:pt x="590" y="1711"/>
                    <a:pt x="679" y="1889"/>
                    <a:pt x="801" y="2056"/>
                  </a:cubicBezTo>
                  <a:cubicBezTo>
                    <a:pt x="955" y="2255"/>
                    <a:pt x="1165" y="2377"/>
                    <a:pt x="1343" y="2377"/>
                  </a:cubicBezTo>
                  <a:cubicBezTo>
                    <a:pt x="1524" y="2377"/>
                    <a:pt x="1673" y="2252"/>
                    <a:pt x="1701" y="1956"/>
                  </a:cubicBezTo>
                  <a:cubicBezTo>
                    <a:pt x="1756" y="1390"/>
                    <a:pt x="1612" y="745"/>
                    <a:pt x="1234" y="323"/>
                  </a:cubicBezTo>
                  <a:cubicBezTo>
                    <a:pt x="1089" y="145"/>
                    <a:pt x="867" y="1"/>
                    <a:pt x="634"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33"/>
            <p:cNvSpPr/>
            <p:nvPr/>
          </p:nvSpPr>
          <p:spPr>
            <a:xfrm>
              <a:off x="5098875" y="3277950"/>
              <a:ext cx="30300" cy="41025"/>
            </a:xfrm>
            <a:custGeom>
              <a:avLst/>
              <a:gdLst/>
              <a:ahLst/>
              <a:cxnLst/>
              <a:rect l="l" t="t" r="r" b="b"/>
              <a:pathLst>
                <a:path w="1212" h="1641" extrusionOk="0">
                  <a:moveTo>
                    <a:pt x="434" y="1"/>
                  </a:moveTo>
                  <a:cubicBezTo>
                    <a:pt x="245" y="11"/>
                    <a:pt x="78" y="167"/>
                    <a:pt x="45" y="356"/>
                  </a:cubicBezTo>
                  <a:cubicBezTo>
                    <a:pt x="1" y="534"/>
                    <a:pt x="68" y="734"/>
                    <a:pt x="179" y="889"/>
                  </a:cubicBezTo>
                  <a:cubicBezTo>
                    <a:pt x="223" y="956"/>
                    <a:pt x="268" y="1011"/>
                    <a:pt x="323" y="1067"/>
                  </a:cubicBezTo>
                  <a:cubicBezTo>
                    <a:pt x="401" y="1178"/>
                    <a:pt x="468" y="1300"/>
                    <a:pt x="545" y="1411"/>
                  </a:cubicBezTo>
                  <a:cubicBezTo>
                    <a:pt x="655" y="1554"/>
                    <a:pt x="801" y="1640"/>
                    <a:pt x="924" y="1640"/>
                  </a:cubicBezTo>
                  <a:cubicBezTo>
                    <a:pt x="1049" y="1640"/>
                    <a:pt x="1150" y="1552"/>
                    <a:pt x="1167" y="1344"/>
                  </a:cubicBezTo>
                  <a:cubicBezTo>
                    <a:pt x="1211" y="956"/>
                    <a:pt x="1112" y="512"/>
                    <a:pt x="856" y="223"/>
                  </a:cubicBezTo>
                  <a:cubicBezTo>
                    <a:pt x="745" y="100"/>
                    <a:pt x="601" y="1"/>
                    <a:pt x="434"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33"/>
            <p:cNvSpPr/>
            <p:nvPr/>
          </p:nvSpPr>
          <p:spPr>
            <a:xfrm>
              <a:off x="5106375" y="3282100"/>
              <a:ext cx="16425" cy="29750"/>
            </a:xfrm>
            <a:custGeom>
              <a:avLst/>
              <a:gdLst/>
              <a:ahLst/>
              <a:cxnLst/>
              <a:rect l="l" t="t" r="r" b="b"/>
              <a:pathLst>
                <a:path w="657" h="1190" extrusionOk="0">
                  <a:moveTo>
                    <a:pt x="578" y="1057"/>
                  </a:moveTo>
                  <a:cubicBezTo>
                    <a:pt x="590" y="1057"/>
                    <a:pt x="600" y="1057"/>
                    <a:pt x="612" y="1067"/>
                  </a:cubicBezTo>
                  <a:lnTo>
                    <a:pt x="578" y="1101"/>
                  </a:lnTo>
                  <a:lnTo>
                    <a:pt x="578" y="1057"/>
                  </a:lnTo>
                  <a:close/>
                  <a:moveTo>
                    <a:pt x="45" y="1"/>
                  </a:moveTo>
                  <a:lnTo>
                    <a:pt x="0" y="112"/>
                  </a:lnTo>
                  <a:cubicBezTo>
                    <a:pt x="79" y="146"/>
                    <a:pt x="134" y="212"/>
                    <a:pt x="190" y="290"/>
                  </a:cubicBezTo>
                  <a:cubicBezTo>
                    <a:pt x="356" y="512"/>
                    <a:pt x="467" y="768"/>
                    <a:pt x="523" y="1057"/>
                  </a:cubicBezTo>
                  <a:lnTo>
                    <a:pt x="511" y="1079"/>
                  </a:lnTo>
                  <a:cubicBezTo>
                    <a:pt x="511" y="1112"/>
                    <a:pt x="511" y="1134"/>
                    <a:pt x="534" y="1156"/>
                  </a:cubicBezTo>
                  <a:lnTo>
                    <a:pt x="578" y="1190"/>
                  </a:lnTo>
                  <a:lnTo>
                    <a:pt x="612" y="1168"/>
                  </a:lnTo>
                  <a:cubicBezTo>
                    <a:pt x="634" y="1156"/>
                    <a:pt x="656" y="1134"/>
                    <a:pt x="645" y="1067"/>
                  </a:cubicBezTo>
                  <a:cubicBezTo>
                    <a:pt x="590" y="756"/>
                    <a:pt x="467" y="467"/>
                    <a:pt x="289" y="212"/>
                  </a:cubicBezTo>
                  <a:cubicBezTo>
                    <a:pt x="223" y="134"/>
                    <a:pt x="156" y="45"/>
                    <a:pt x="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33"/>
            <p:cNvSpPr/>
            <p:nvPr/>
          </p:nvSpPr>
          <p:spPr>
            <a:xfrm>
              <a:off x="5107225" y="3293500"/>
              <a:ext cx="12500" cy="9175"/>
            </a:xfrm>
            <a:custGeom>
              <a:avLst/>
              <a:gdLst/>
              <a:ahLst/>
              <a:cxnLst/>
              <a:rect l="l" t="t" r="r" b="b"/>
              <a:pathLst>
                <a:path w="500" h="367" extrusionOk="0">
                  <a:moveTo>
                    <a:pt x="45" y="1"/>
                  </a:moveTo>
                  <a:lnTo>
                    <a:pt x="0" y="112"/>
                  </a:lnTo>
                  <a:cubicBezTo>
                    <a:pt x="156" y="167"/>
                    <a:pt x="289" y="256"/>
                    <a:pt x="422" y="367"/>
                  </a:cubicBezTo>
                  <a:lnTo>
                    <a:pt x="500" y="267"/>
                  </a:lnTo>
                  <a:cubicBezTo>
                    <a:pt x="356" y="156"/>
                    <a:pt x="211" y="67"/>
                    <a:pt x="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33"/>
            <p:cNvSpPr/>
            <p:nvPr/>
          </p:nvSpPr>
          <p:spPr>
            <a:xfrm>
              <a:off x="5093050" y="3334325"/>
              <a:ext cx="133050" cy="124450"/>
            </a:xfrm>
            <a:custGeom>
              <a:avLst/>
              <a:gdLst/>
              <a:ahLst/>
              <a:cxnLst/>
              <a:rect l="l" t="t" r="r" b="b"/>
              <a:pathLst>
                <a:path w="5322" h="4978" extrusionOk="0">
                  <a:moveTo>
                    <a:pt x="12" y="0"/>
                  </a:moveTo>
                  <a:cubicBezTo>
                    <a:pt x="0" y="534"/>
                    <a:pt x="156" y="1056"/>
                    <a:pt x="456" y="1489"/>
                  </a:cubicBezTo>
                  <a:cubicBezTo>
                    <a:pt x="489" y="1533"/>
                    <a:pt x="523" y="1589"/>
                    <a:pt x="578" y="1612"/>
                  </a:cubicBezTo>
                  <a:cubicBezTo>
                    <a:pt x="606" y="1628"/>
                    <a:pt x="637" y="1636"/>
                    <a:pt x="667" y="1636"/>
                  </a:cubicBezTo>
                  <a:cubicBezTo>
                    <a:pt x="698" y="1636"/>
                    <a:pt x="728" y="1628"/>
                    <a:pt x="756" y="1612"/>
                  </a:cubicBezTo>
                  <a:cubicBezTo>
                    <a:pt x="812" y="1600"/>
                    <a:pt x="845" y="1556"/>
                    <a:pt x="878" y="1523"/>
                  </a:cubicBezTo>
                  <a:cubicBezTo>
                    <a:pt x="1078" y="2244"/>
                    <a:pt x="1500" y="2922"/>
                    <a:pt x="2056" y="3422"/>
                  </a:cubicBezTo>
                  <a:cubicBezTo>
                    <a:pt x="2122" y="3479"/>
                    <a:pt x="2220" y="3552"/>
                    <a:pt x="2324" y="3552"/>
                  </a:cubicBezTo>
                  <a:cubicBezTo>
                    <a:pt x="2341" y="3552"/>
                    <a:pt x="2360" y="3549"/>
                    <a:pt x="2378" y="3544"/>
                  </a:cubicBezTo>
                  <a:cubicBezTo>
                    <a:pt x="2466" y="3522"/>
                    <a:pt x="2533" y="3444"/>
                    <a:pt x="2589" y="3311"/>
                  </a:cubicBezTo>
                  <a:cubicBezTo>
                    <a:pt x="2611" y="3244"/>
                    <a:pt x="2622" y="3177"/>
                    <a:pt x="2633" y="3111"/>
                  </a:cubicBezTo>
                  <a:cubicBezTo>
                    <a:pt x="2656" y="3155"/>
                    <a:pt x="2689" y="3200"/>
                    <a:pt x="2711" y="3233"/>
                  </a:cubicBezTo>
                  <a:cubicBezTo>
                    <a:pt x="3000" y="3700"/>
                    <a:pt x="3288" y="4177"/>
                    <a:pt x="3733" y="4533"/>
                  </a:cubicBezTo>
                  <a:cubicBezTo>
                    <a:pt x="4088" y="4822"/>
                    <a:pt x="4500" y="4977"/>
                    <a:pt x="4888" y="4977"/>
                  </a:cubicBezTo>
                  <a:cubicBezTo>
                    <a:pt x="5033" y="4977"/>
                    <a:pt x="5188" y="4955"/>
                    <a:pt x="5322" y="4900"/>
                  </a:cubicBezTo>
                  <a:lnTo>
                    <a:pt x="5288" y="4789"/>
                  </a:lnTo>
                  <a:cubicBezTo>
                    <a:pt x="5155" y="4835"/>
                    <a:pt x="5020" y="4855"/>
                    <a:pt x="4887" y="4855"/>
                  </a:cubicBezTo>
                  <a:cubicBezTo>
                    <a:pt x="4475" y="4855"/>
                    <a:pt x="4080" y="4662"/>
                    <a:pt x="3811" y="4444"/>
                  </a:cubicBezTo>
                  <a:cubicBezTo>
                    <a:pt x="3389" y="4100"/>
                    <a:pt x="3088" y="3633"/>
                    <a:pt x="2811" y="3177"/>
                  </a:cubicBezTo>
                  <a:cubicBezTo>
                    <a:pt x="2755" y="3089"/>
                    <a:pt x="2700" y="2989"/>
                    <a:pt x="2666" y="2900"/>
                  </a:cubicBezTo>
                  <a:cubicBezTo>
                    <a:pt x="2666" y="2778"/>
                    <a:pt x="2666" y="2656"/>
                    <a:pt x="2633" y="2545"/>
                  </a:cubicBezTo>
                  <a:lnTo>
                    <a:pt x="2589" y="2311"/>
                  </a:lnTo>
                  <a:lnTo>
                    <a:pt x="2522" y="2533"/>
                  </a:lnTo>
                  <a:cubicBezTo>
                    <a:pt x="2478" y="2666"/>
                    <a:pt x="2500" y="2789"/>
                    <a:pt x="2545" y="2911"/>
                  </a:cubicBezTo>
                  <a:cubicBezTo>
                    <a:pt x="2533" y="3033"/>
                    <a:pt x="2511" y="3155"/>
                    <a:pt x="2466" y="3266"/>
                  </a:cubicBezTo>
                  <a:cubicBezTo>
                    <a:pt x="2434" y="3367"/>
                    <a:pt x="2400" y="3411"/>
                    <a:pt x="2345" y="3422"/>
                  </a:cubicBezTo>
                  <a:cubicBezTo>
                    <a:pt x="2334" y="3425"/>
                    <a:pt x="2324" y="3427"/>
                    <a:pt x="2313" y="3427"/>
                  </a:cubicBezTo>
                  <a:cubicBezTo>
                    <a:pt x="2254" y="3427"/>
                    <a:pt x="2189" y="3380"/>
                    <a:pt x="2133" y="3333"/>
                  </a:cubicBezTo>
                  <a:cubicBezTo>
                    <a:pt x="1533" y="2800"/>
                    <a:pt x="1111" y="2056"/>
                    <a:pt x="945" y="1267"/>
                  </a:cubicBezTo>
                  <a:cubicBezTo>
                    <a:pt x="933" y="1200"/>
                    <a:pt x="923" y="1133"/>
                    <a:pt x="911" y="1078"/>
                  </a:cubicBezTo>
                  <a:lnTo>
                    <a:pt x="789" y="1101"/>
                  </a:lnTo>
                  <a:cubicBezTo>
                    <a:pt x="800" y="1156"/>
                    <a:pt x="812" y="1222"/>
                    <a:pt x="822" y="1278"/>
                  </a:cubicBezTo>
                  <a:cubicBezTo>
                    <a:pt x="822" y="1323"/>
                    <a:pt x="822" y="1367"/>
                    <a:pt x="812" y="1400"/>
                  </a:cubicBezTo>
                  <a:cubicBezTo>
                    <a:pt x="800" y="1444"/>
                    <a:pt x="756" y="1489"/>
                    <a:pt x="711" y="1500"/>
                  </a:cubicBezTo>
                  <a:cubicBezTo>
                    <a:pt x="696" y="1508"/>
                    <a:pt x="680" y="1516"/>
                    <a:pt x="660" y="1516"/>
                  </a:cubicBezTo>
                  <a:cubicBezTo>
                    <a:pt x="652" y="1516"/>
                    <a:pt x="644" y="1515"/>
                    <a:pt x="634" y="1511"/>
                  </a:cubicBezTo>
                  <a:cubicBezTo>
                    <a:pt x="600" y="1489"/>
                    <a:pt x="578" y="1456"/>
                    <a:pt x="556" y="1422"/>
                  </a:cubicBezTo>
                  <a:cubicBezTo>
                    <a:pt x="267" y="1012"/>
                    <a:pt x="123" y="511"/>
                    <a:pt x="1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33"/>
            <p:cNvSpPr/>
            <p:nvPr/>
          </p:nvSpPr>
          <p:spPr>
            <a:xfrm>
              <a:off x="4875050" y="3868775"/>
              <a:ext cx="162775" cy="113275"/>
            </a:xfrm>
            <a:custGeom>
              <a:avLst/>
              <a:gdLst/>
              <a:ahLst/>
              <a:cxnLst/>
              <a:rect l="l" t="t" r="r" b="b"/>
              <a:pathLst>
                <a:path w="6511" h="4531" extrusionOk="0">
                  <a:moveTo>
                    <a:pt x="5696" y="0"/>
                  </a:moveTo>
                  <a:cubicBezTo>
                    <a:pt x="5434" y="0"/>
                    <a:pt x="5185" y="19"/>
                    <a:pt x="5077" y="96"/>
                  </a:cubicBezTo>
                  <a:cubicBezTo>
                    <a:pt x="4799" y="307"/>
                    <a:pt x="4943" y="729"/>
                    <a:pt x="4965" y="1084"/>
                  </a:cubicBezTo>
                  <a:cubicBezTo>
                    <a:pt x="4965" y="1173"/>
                    <a:pt x="4977" y="1262"/>
                    <a:pt x="4943" y="1351"/>
                  </a:cubicBezTo>
                  <a:cubicBezTo>
                    <a:pt x="4866" y="1595"/>
                    <a:pt x="4566" y="1651"/>
                    <a:pt x="4333" y="1674"/>
                  </a:cubicBezTo>
                  <a:lnTo>
                    <a:pt x="2099" y="1874"/>
                  </a:lnTo>
                  <a:cubicBezTo>
                    <a:pt x="1644" y="1906"/>
                    <a:pt x="1178" y="1951"/>
                    <a:pt x="766" y="2173"/>
                  </a:cubicBezTo>
                  <a:cubicBezTo>
                    <a:pt x="344" y="2395"/>
                    <a:pt x="0" y="2829"/>
                    <a:pt x="22" y="3306"/>
                  </a:cubicBezTo>
                  <a:cubicBezTo>
                    <a:pt x="22" y="3420"/>
                    <a:pt x="80" y="3553"/>
                    <a:pt x="178" y="3553"/>
                  </a:cubicBezTo>
                  <a:cubicBezTo>
                    <a:pt x="185" y="3553"/>
                    <a:pt x="192" y="3552"/>
                    <a:pt x="200" y="3551"/>
                  </a:cubicBezTo>
                  <a:cubicBezTo>
                    <a:pt x="245" y="3551"/>
                    <a:pt x="278" y="3518"/>
                    <a:pt x="311" y="3495"/>
                  </a:cubicBezTo>
                  <a:cubicBezTo>
                    <a:pt x="544" y="3306"/>
                    <a:pt x="789" y="3106"/>
                    <a:pt x="1022" y="2918"/>
                  </a:cubicBezTo>
                  <a:lnTo>
                    <a:pt x="1022" y="2918"/>
                  </a:lnTo>
                  <a:cubicBezTo>
                    <a:pt x="733" y="3162"/>
                    <a:pt x="544" y="3540"/>
                    <a:pt x="533" y="3918"/>
                  </a:cubicBezTo>
                  <a:cubicBezTo>
                    <a:pt x="533" y="3973"/>
                    <a:pt x="544" y="4051"/>
                    <a:pt x="589" y="4073"/>
                  </a:cubicBezTo>
                  <a:cubicBezTo>
                    <a:pt x="604" y="4083"/>
                    <a:pt x="620" y="4088"/>
                    <a:pt x="636" y="4088"/>
                  </a:cubicBezTo>
                  <a:cubicBezTo>
                    <a:pt x="690" y="4088"/>
                    <a:pt x="746" y="4038"/>
                    <a:pt x="789" y="3995"/>
                  </a:cubicBezTo>
                  <a:cubicBezTo>
                    <a:pt x="1055" y="3718"/>
                    <a:pt x="1333" y="3429"/>
                    <a:pt x="1610" y="3151"/>
                  </a:cubicBezTo>
                  <a:lnTo>
                    <a:pt x="1610" y="3151"/>
                  </a:lnTo>
                  <a:cubicBezTo>
                    <a:pt x="1451" y="3312"/>
                    <a:pt x="790" y="4530"/>
                    <a:pt x="1209" y="4530"/>
                  </a:cubicBezTo>
                  <a:cubicBezTo>
                    <a:pt x="1260" y="4530"/>
                    <a:pt x="1326" y="4512"/>
                    <a:pt x="1411" y="4473"/>
                  </a:cubicBezTo>
                  <a:cubicBezTo>
                    <a:pt x="1522" y="4417"/>
                    <a:pt x="1611" y="4318"/>
                    <a:pt x="1711" y="4229"/>
                  </a:cubicBezTo>
                  <a:cubicBezTo>
                    <a:pt x="2266" y="3751"/>
                    <a:pt x="3010" y="3629"/>
                    <a:pt x="3721" y="3595"/>
                  </a:cubicBezTo>
                  <a:cubicBezTo>
                    <a:pt x="4432" y="3573"/>
                    <a:pt x="5155" y="3629"/>
                    <a:pt x="5843" y="3417"/>
                  </a:cubicBezTo>
                  <a:cubicBezTo>
                    <a:pt x="6498" y="3217"/>
                    <a:pt x="6510" y="2807"/>
                    <a:pt x="6488" y="2207"/>
                  </a:cubicBezTo>
                  <a:cubicBezTo>
                    <a:pt x="6466" y="1474"/>
                    <a:pt x="6443" y="751"/>
                    <a:pt x="6421" y="18"/>
                  </a:cubicBezTo>
                  <a:cubicBezTo>
                    <a:pt x="6332" y="18"/>
                    <a:pt x="6187" y="18"/>
                    <a:pt x="6032" y="7"/>
                  </a:cubicBezTo>
                  <a:cubicBezTo>
                    <a:pt x="5925" y="4"/>
                    <a:pt x="5809" y="0"/>
                    <a:pt x="569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33"/>
            <p:cNvSpPr/>
            <p:nvPr/>
          </p:nvSpPr>
          <p:spPr>
            <a:xfrm>
              <a:off x="4902825" y="3966400"/>
              <a:ext cx="10275" cy="12550"/>
            </a:xfrm>
            <a:custGeom>
              <a:avLst/>
              <a:gdLst/>
              <a:ahLst/>
              <a:cxnLst/>
              <a:rect l="l" t="t" r="r" b="b"/>
              <a:pathLst>
                <a:path w="411" h="502" extrusionOk="0">
                  <a:moveTo>
                    <a:pt x="194" y="0"/>
                  </a:moveTo>
                  <a:cubicBezTo>
                    <a:pt x="162" y="0"/>
                    <a:pt x="145" y="68"/>
                    <a:pt x="122" y="134"/>
                  </a:cubicBezTo>
                  <a:cubicBezTo>
                    <a:pt x="89" y="235"/>
                    <a:pt x="45" y="334"/>
                    <a:pt x="11" y="445"/>
                  </a:cubicBezTo>
                  <a:cubicBezTo>
                    <a:pt x="11" y="457"/>
                    <a:pt x="0" y="490"/>
                    <a:pt x="22" y="501"/>
                  </a:cubicBezTo>
                  <a:lnTo>
                    <a:pt x="45" y="501"/>
                  </a:lnTo>
                  <a:cubicBezTo>
                    <a:pt x="178" y="479"/>
                    <a:pt x="300" y="423"/>
                    <a:pt x="411" y="346"/>
                  </a:cubicBezTo>
                  <a:cubicBezTo>
                    <a:pt x="366" y="245"/>
                    <a:pt x="322" y="146"/>
                    <a:pt x="255" y="57"/>
                  </a:cubicBezTo>
                  <a:cubicBezTo>
                    <a:pt x="230" y="17"/>
                    <a:pt x="210" y="0"/>
                    <a:pt x="194"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33"/>
            <p:cNvSpPr/>
            <p:nvPr/>
          </p:nvSpPr>
          <p:spPr>
            <a:xfrm>
              <a:off x="4997500" y="3868650"/>
              <a:ext cx="38925" cy="36425"/>
            </a:xfrm>
            <a:custGeom>
              <a:avLst/>
              <a:gdLst/>
              <a:ahLst/>
              <a:cxnLst/>
              <a:rect l="l" t="t" r="r" b="b"/>
              <a:pathLst>
                <a:path w="1557" h="1457" extrusionOk="0">
                  <a:moveTo>
                    <a:pt x="45" y="1368"/>
                  </a:moveTo>
                  <a:cubicBezTo>
                    <a:pt x="35" y="1400"/>
                    <a:pt x="12" y="1434"/>
                    <a:pt x="1" y="1456"/>
                  </a:cubicBezTo>
                  <a:lnTo>
                    <a:pt x="1" y="1456"/>
                  </a:lnTo>
                  <a:cubicBezTo>
                    <a:pt x="12" y="1434"/>
                    <a:pt x="35" y="1400"/>
                    <a:pt x="45" y="1368"/>
                  </a:cubicBezTo>
                  <a:close/>
                  <a:moveTo>
                    <a:pt x="45" y="1368"/>
                  </a:moveTo>
                  <a:lnTo>
                    <a:pt x="45" y="1368"/>
                  </a:lnTo>
                  <a:lnTo>
                    <a:pt x="45" y="1368"/>
                  </a:lnTo>
                  <a:close/>
                  <a:moveTo>
                    <a:pt x="67" y="1200"/>
                  </a:moveTo>
                  <a:lnTo>
                    <a:pt x="67" y="1267"/>
                  </a:lnTo>
                  <a:lnTo>
                    <a:pt x="67" y="1200"/>
                  </a:lnTo>
                  <a:close/>
                  <a:moveTo>
                    <a:pt x="768" y="1"/>
                  </a:moveTo>
                  <a:cubicBezTo>
                    <a:pt x="523" y="1"/>
                    <a:pt x="290" y="23"/>
                    <a:pt x="179" y="101"/>
                  </a:cubicBezTo>
                  <a:cubicBezTo>
                    <a:pt x="45" y="201"/>
                    <a:pt x="1" y="346"/>
                    <a:pt x="1" y="512"/>
                  </a:cubicBezTo>
                  <a:cubicBezTo>
                    <a:pt x="1" y="346"/>
                    <a:pt x="45" y="201"/>
                    <a:pt x="179" y="101"/>
                  </a:cubicBezTo>
                  <a:cubicBezTo>
                    <a:pt x="290" y="23"/>
                    <a:pt x="523" y="1"/>
                    <a:pt x="768" y="1"/>
                  </a:cubicBezTo>
                  <a:cubicBezTo>
                    <a:pt x="890" y="1"/>
                    <a:pt x="1023" y="12"/>
                    <a:pt x="1134" y="12"/>
                  </a:cubicBezTo>
                  <a:cubicBezTo>
                    <a:pt x="1245" y="23"/>
                    <a:pt x="1356" y="23"/>
                    <a:pt x="1445" y="23"/>
                  </a:cubicBezTo>
                  <a:lnTo>
                    <a:pt x="1523" y="23"/>
                  </a:lnTo>
                  <a:lnTo>
                    <a:pt x="1556" y="956"/>
                  </a:lnTo>
                  <a:lnTo>
                    <a:pt x="1556" y="956"/>
                  </a:lnTo>
                  <a:lnTo>
                    <a:pt x="1523" y="23"/>
                  </a:lnTo>
                  <a:lnTo>
                    <a:pt x="1445" y="23"/>
                  </a:lnTo>
                  <a:cubicBezTo>
                    <a:pt x="1356" y="23"/>
                    <a:pt x="1245" y="23"/>
                    <a:pt x="1134" y="12"/>
                  </a:cubicBezTo>
                  <a:cubicBezTo>
                    <a:pt x="1023" y="12"/>
                    <a:pt x="890" y="1"/>
                    <a:pt x="768"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33"/>
            <p:cNvSpPr/>
            <p:nvPr/>
          </p:nvSpPr>
          <p:spPr>
            <a:xfrm>
              <a:off x="4997500" y="3868650"/>
              <a:ext cx="38925" cy="51975"/>
            </a:xfrm>
            <a:custGeom>
              <a:avLst/>
              <a:gdLst/>
              <a:ahLst/>
              <a:cxnLst/>
              <a:rect l="l" t="t" r="r" b="b"/>
              <a:pathLst>
                <a:path w="1557" h="2079" extrusionOk="0">
                  <a:moveTo>
                    <a:pt x="768" y="1"/>
                  </a:moveTo>
                  <a:cubicBezTo>
                    <a:pt x="523" y="1"/>
                    <a:pt x="290" y="23"/>
                    <a:pt x="179" y="101"/>
                  </a:cubicBezTo>
                  <a:cubicBezTo>
                    <a:pt x="45" y="201"/>
                    <a:pt x="1" y="346"/>
                    <a:pt x="1" y="512"/>
                  </a:cubicBezTo>
                  <a:cubicBezTo>
                    <a:pt x="1" y="701"/>
                    <a:pt x="57" y="901"/>
                    <a:pt x="67" y="1089"/>
                  </a:cubicBezTo>
                  <a:lnTo>
                    <a:pt x="67" y="1200"/>
                  </a:lnTo>
                  <a:lnTo>
                    <a:pt x="67" y="1267"/>
                  </a:lnTo>
                  <a:cubicBezTo>
                    <a:pt x="67" y="1289"/>
                    <a:pt x="57" y="1323"/>
                    <a:pt x="45" y="1356"/>
                  </a:cubicBezTo>
                  <a:lnTo>
                    <a:pt x="45" y="1368"/>
                  </a:lnTo>
                  <a:cubicBezTo>
                    <a:pt x="35" y="1400"/>
                    <a:pt x="12" y="1434"/>
                    <a:pt x="1" y="1456"/>
                  </a:cubicBezTo>
                  <a:cubicBezTo>
                    <a:pt x="179" y="1778"/>
                    <a:pt x="434" y="2079"/>
                    <a:pt x="746" y="2079"/>
                  </a:cubicBezTo>
                  <a:cubicBezTo>
                    <a:pt x="812" y="2079"/>
                    <a:pt x="867" y="2067"/>
                    <a:pt x="934" y="2045"/>
                  </a:cubicBezTo>
                  <a:cubicBezTo>
                    <a:pt x="1323" y="1901"/>
                    <a:pt x="1445" y="1356"/>
                    <a:pt x="1556" y="956"/>
                  </a:cubicBezTo>
                  <a:lnTo>
                    <a:pt x="1523" y="23"/>
                  </a:lnTo>
                  <a:lnTo>
                    <a:pt x="1445" y="23"/>
                  </a:lnTo>
                  <a:cubicBezTo>
                    <a:pt x="1356" y="23"/>
                    <a:pt x="1245" y="23"/>
                    <a:pt x="1134" y="12"/>
                  </a:cubicBezTo>
                  <a:cubicBezTo>
                    <a:pt x="1023" y="12"/>
                    <a:pt x="890" y="1"/>
                    <a:pt x="768"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33"/>
            <p:cNvSpPr/>
            <p:nvPr/>
          </p:nvSpPr>
          <p:spPr>
            <a:xfrm>
              <a:off x="4972800" y="3699125"/>
              <a:ext cx="139150" cy="190350"/>
            </a:xfrm>
            <a:custGeom>
              <a:avLst/>
              <a:gdLst/>
              <a:ahLst/>
              <a:cxnLst/>
              <a:rect l="l" t="t" r="r" b="b"/>
              <a:pathLst>
                <a:path w="5566" h="7614" extrusionOk="0">
                  <a:moveTo>
                    <a:pt x="4410" y="4560"/>
                  </a:moveTo>
                  <a:cubicBezTo>
                    <a:pt x="4410" y="4561"/>
                    <a:pt x="4411" y="4562"/>
                    <a:pt x="4411" y="4563"/>
                  </a:cubicBezTo>
                  <a:lnTo>
                    <a:pt x="4411" y="4563"/>
                  </a:lnTo>
                  <a:cubicBezTo>
                    <a:pt x="4411" y="4562"/>
                    <a:pt x="4410" y="4561"/>
                    <a:pt x="4410" y="4560"/>
                  </a:cubicBezTo>
                  <a:close/>
                  <a:moveTo>
                    <a:pt x="2681" y="1"/>
                  </a:moveTo>
                  <a:cubicBezTo>
                    <a:pt x="2489" y="1"/>
                    <a:pt x="2304" y="44"/>
                    <a:pt x="2144" y="150"/>
                  </a:cubicBezTo>
                  <a:cubicBezTo>
                    <a:pt x="2089" y="195"/>
                    <a:pt x="2045" y="250"/>
                    <a:pt x="1989" y="306"/>
                  </a:cubicBezTo>
                  <a:cubicBezTo>
                    <a:pt x="1322" y="1172"/>
                    <a:pt x="645" y="2039"/>
                    <a:pt x="156" y="3016"/>
                  </a:cubicBezTo>
                  <a:cubicBezTo>
                    <a:pt x="100" y="3127"/>
                    <a:pt x="45" y="3249"/>
                    <a:pt x="23" y="3372"/>
                  </a:cubicBezTo>
                  <a:cubicBezTo>
                    <a:pt x="1" y="3505"/>
                    <a:pt x="11" y="3638"/>
                    <a:pt x="23" y="3772"/>
                  </a:cubicBezTo>
                  <a:cubicBezTo>
                    <a:pt x="100" y="4594"/>
                    <a:pt x="178" y="5404"/>
                    <a:pt x="256" y="6226"/>
                  </a:cubicBezTo>
                  <a:cubicBezTo>
                    <a:pt x="312" y="6727"/>
                    <a:pt x="167" y="7460"/>
                    <a:pt x="833" y="7604"/>
                  </a:cubicBezTo>
                  <a:cubicBezTo>
                    <a:pt x="866" y="7610"/>
                    <a:pt x="899" y="7613"/>
                    <a:pt x="933" y="7613"/>
                  </a:cubicBezTo>
                  <a:cubicBezTo>
                    <a:pt x="1074" y="7613"/>
                    <a:pt x="1222" y="7558"/>
                    <a:pt x="1311" y="7460"/>
                  </a:cubicBezTo>
                  <a:cubicBezTo>
                    <a:pt x="1378" y="7404"/>
                    <a:pt x="1411" y="7327"/>
                    <a:pt x="1433" y="7248"/>
                  </a:cubicBezTo>
                  <a:cubicBezTo>
                    <a:pt x="1619" y="7481"/>
                    <a:pt x="1974" y="7582"/>
                    <a:pt x="2359" y="7582"/>
                  </a:cubicBezTo>
                  <a:cubicBezTo>
                    <a:pt x="2875" y="7582"/>
                    <a:pt x="3442" y="7401"/>
                    <a:pt x="3722" y="7115"/>
                  </a:cubicBezTo>
                  <a:cubicBezTo>
                    <a:pt x="4111" y="6727"/>
                    <a:pt x="4489" y="6260"/>
                    <a:pt x="4466" y="5705"/>
                  </a:cubicBezTo>
                  <a:lnTo>
                    <a:pt x="4466" y="5705"/>
                  </a:lnTo>
                  <a:cubicBezTo>
                    <a:pt x="4366" y="5860"/>
                    <a:pt x="4244" y="6004"/>
                    <a:pt x="4099" y="6115"/>
                  </a:cubicBezTo>
                  <a:cubicBezTo>
                    <a:pt x="4377" y="5650"/>
                    <a:pt x="4488" y="5095"/>
                    <a:pt x="4411" y="4563"/>
                  </a:cubicBezTo>
                  <a:lnTo>
                    <a:pt x="4411" y="4563"/>
                  </a:lnTo>
                  <a:cubicBezTo>
                    <a:pt x="4426" y="4680"/>
                    <a:pt x="4196" y="4935"/>
                    <a:pt x="4042" y="4935"/>
                  </a:cubicBezTo>
                  <a:cubicBezTo>
                    <a:pt x="4018" y="4935"/>
                    <a:pt x="3996" y="4929"/>
                    <a:pt x="3978" y="4915"/>
                  </a:cubicBezTo>
                  <a:cubicBezTo>
                    <a:pt x="3855" y="4838"/>
                    <a:pt x="3810" y="4271"/>
                    <a:pt x="3822" y="4127"/>
                  </a:cubicBezTo>
                  <a:cubicBezTo>
                    <a:pt x="3866" y="3816"/>
                    <a:pt x="4099" y="3572"/>
                    <a:pt x="4321" y="3372"/>
                  </a:cubicBezTo>
                  <a:cubicBezTo>
                    <a:pt x="4577" y="3150"/>
                    <a:pt x="4844" y="2950"/>
                    <a:pt x="5121" y="2772"/>
                  </a:cubicBezTo>
                  <a:cubicBezTo>
                    <a:pt x="5321" y="2639"/>
                    <a:pt x="5566" y="2471"/>
                    <a:pt x="5566" y="2216"/>
                  </a:cubicBezTo>
                  <a:cubicBezTo>
                    <a:pt x="5566" y="2083"/>
                    <a:pt x="5477" y="1960"/>
                    <a:pt x="5399" y="1849"/>
                  </a:cubicBezTo>
                  <a:cubicBezTo>
                    <a:pt x="4966" y="1272"/>
                    <a:pt x="4422" y="772"/>
                    <a:pt x="3810" y="383"/>
                  </a:cubicBezTo>
                  <a:cubicBezTo>
                    <a:pt x="3523" y="194"/>
                    <a:pt x="3088" y="1"/>
                    <a:pt x="268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33"/>
            <p:cNvSpPr/>
            <p:nvPr/>
          </p:nvSpPr>
          <p:spPr>
            <a:xfrm>
              <a:off x="5010850" y="3814225"/>
              <a:ext cx="57500" cy="67725"/>
            </a:xfrm>
            <a:custGeom>
              <a:avLst/>
              <a:gdLst/>
              <a:ahLst/>
              <a:cxnLst/>
              <a:rect l="l" t="t" r="r" b="b"/>
              <a:pathLst>
                <a:path w="2300" h="2709" extrusionOk="0">
                  <a:moveTo>
                    <a:pt x="667" y="1545"/>
                  </a:moveTo>
                  <a:cubicBezTo>
                    <a:pt x="678" y="1556"/>
                    <a:pt x="678" y="1556"/>
                    <a:pt x="689" y="1556"/>
                  </a:cubicBezTo>
                  <a:cubicBezTo>
                    <a:pt x="723" y="1589"/>
                    <a:pt x="723" y="1634"/>
                    <a:pt x="711" y="1723"/>
                  </a:cubicBezTo>
                  <a:cubicBezTo>
                    <a:pt x="700" y="1800"/>
                    <a:pt x="678" y="1878"/>
                    <a:pt x="656" y="1956"/>
                  </a:cubicBezTo>
                  <a:cubicBezTo>
                    <a:pt x="644" y="1945"/>
                    <a:pt x="634" y="1923"/>
                    <a:pt x="622" y="1900"/>
                  </a:cubicBezTo>
                  <a:cubicBezTo>
                    <a:pt x="567" y="1822"/>
                    <a:pt x="523" y="1745"/>
                    <a:pt x="545" y="1656"/>
                  </a:cubicBezTo>
                  <a:cubicBezTo>
                    <a:pt x="545" y="1612"/>
                    <a:pt x="589" y="1567"/>
                    <a:pt x="622" y="1556"/>
                  </a:cubicBezTo>
                  <a:cubicBezTo>
                    <a:pt x="634" y="1545"/>
                    <a:pt x="656" y="1545"/>
                    <a:pt x="667" y="1545"/>
                  </a:cubicBezTo>
                  <a:close/>
                  <a:moveTo>
                    <a:pt x="2022" y="0"/>
                  </a:moveTo>
                  <a:lnTo>
                    <a:pt x="1945" y="34"/>
                  </a:lnTo>
                  <a:cubicBezTo>
                    <a:pt x="2222" y="711"/>
                    <a:pt x="2189" y="1523"/>
                    <a:pt x="1866" y="2200"/>
                  </a:cubicBezTo>
                  <a:cubicBezTo>
                    <a:pt x="1800" y="2333"/>
                    <a:pt x="1700" y="2489"/>
                    <a:pt x="1555" y="2489"/>
                  </a:cubicBezTo>
                  <a:cubicBezTo>
                    <a:pt x="1444" y="2489"/>
                    <a:pt x="1355" y="2389"/>
                    <a:pt x="1256" y="2200"/>
                  </a:cubicBezTo>
                  <a:cubicBezTo>
                    <a:pt x="1222" y="2123"/>
                    <a:pt x="1178" y="2022"/>
                    <a:pt x="1167" y="1923"/>
                  </a:cubicBezTo>
                  <a:cubicBezTo>
                    <a:pt x="1200" y="1822"/>
                    <a:pt x="1200" y="1723"/>
                    <a:pt x="1200" y="1622"/>
                  </a:cubicBezTo>
                  <a:lnTo>
                    <a:pt x="1211" y="1478"/>
                  </a:lnTo>
                  <a:lnTo>
                    <a:pt x="1211" y="1478"/>
                  </a:lnTo>
                  <a:lnTo>
                    <a:pt x="1133" y="1600"/>
                  </a:lnTo>
                  <a:cubicBezTo>
                    <a:pt x="1078" y="1700"/>
                    <a:pt x="1066" y="1812"/>
                    <a:pt x="1089" y="1911"/>
                  </a:cubicBezTo>
                  <a:cubicBezTo>
                    <a:pt x="1089" y="1923"/>
                    <a:pt x="1078" y="1933"/>
                    <a:pt x="1078" y="1945"/>
                  </a:cubicBezTo>
                  <a:cubicBezTo>
                    <a:pt x="1046" y="2018"/>
                    <a:pt x="965" y="2101"/>
                    <a:pt x="881" y="2101"/>
                  </a:cubicBezTo>
                  <a:cubicBezTo>
                    <a:pt x="876" y="2101"/>
                    <a:pt x="871" y="2101"/>
                    <a:pt x="867" y="2100"/>
                  </a:cubicBezTo>
                  <a:cubicBezTo>
                    <a:pt x="811" y="2100"/>
                    <a:pt x="755" y="2078"/>
                    <a:pt x="723" y="2034"/>
                  </a:cubicBezTo>
                  <a:lnTo>
                    <a:pt x="789" y="1733"/>
                  </a:lnTo>
                  <a:cubicBezTo>
                    <a:pt x="800" y="1667"/>
                    <a:pt x="800" y="1567"/>
                    <a:pt x="745" y="1501"/>
                  </a:cubicBezTo>
                  <a:cubicBezTo>
                    <a:pt x="717" y="1479"/>
                    <a:pt x="689" y="1471"/>
                    <a:pt x="658" y="1471"/>
                  </a:cubicBezTo>
                  <a:cubicBezTo>
                    <a:pt x="640" y="1471"/>
                    <a:pt x="621" y="1474"/>
                    <a:pt x="600" y="1478"/>
                  </a:cubicBezTo>
                  <a:cubicBezTo>
                    <a:pt x="533" y="1511"/>
                    <a:pt x="478" y="1567"/>
                    <a:pt x="467" y="1644"/>
                  </a:cubicBezTo>
                  <a:cubicBezTo>
                    <a:pt x="444" y="1756"/>
                    <a:pt x="500" y="1856"/>
                    <a:pt x="555" y="1945"/>
                  </a:cubicBezTo>
                  <a:cubicBezTo>
                    <a:pt x="578" y="1978"/>
                    <a:pt x="600" y="2012"/>
                    <a:pt x="634" y="2044"/>
                  </a:cubicBezTo>
                  <a:cubicBezTo>
                    <a:pt x="600" y="2145"/>
                    <a:pt x="567" y="2244"/>
                    <a:pt x="523" y="2345"/>
                  </a:cubicBezTo>
                  <a:cubicBezTo>
                    <a:pt x="478" y="2422"/>
                    <a:pt x="434" y="2523"/>
                    <a:pt x="356" y="2578"/>
                  </a:cubicBezTo>
                  <a:cubicBezTo>
                    <a:pt x="314" y="2605"/>
                    <a:pt x="259" y="2629"/>
                    <a:pt x="208" y="2629"/>
                  </a:cubicBezTo>
                  <a:cubicBezTo>
                    <a:pt x="177" y="2629"/>
                    <a:pt x="148" y="2621"/>
                    <a:pt x="123" y="2600"/>
                  </a:cubicBezTo>
                  <a:cubicBezTo>
                    <a:pt x="100" y="2578"/>
                    <a:pt x="78" y="2545"/>
                    <a:pt x="78" y="2489"/>
                  </a:cubicBezTo>
                  <a:cubicBezTo>
                    <a:pt x="78" y="2456"/>
                    <a:pt x="89" y="2422"/>
                    <a:pt x="123" y="2411"/>
                  </a:cubicBezTo>
                  <a:lnTo>
                    <a:pt x="78" y="2345"/>
                  </a:lnTo>
                  <a:cubicBezTo>
                    <a:pt x="34" y="2378"/>
                    <a:pt x="0" y="2434"/>
                    <a:pt x="0" y="2489"/>
                  </a:cubicBezTo>
                  <a:cubicBezTo>
                    <a:pt x="0" y="2567"/>
                    <a:pt x="34" y="2634"/>
                    <a:pt x="89" y="2667"/>
                  </a:cubicBezTo>
                  <a:cubicBezTo>
                    <a:pt x="100" y="2678"/>
                    <a:pt x="123" y="2689"/>
                    <a:pt x="145" y="2700"/>
                  </a:cubicBezTo>
                  <a:cubicBezTo>
                    <a:pt x="164" y="2706"/>
                    <a:pt x="185" y="2709"/>
                    <a:pt x="206" y="2709"/>
                  </a:cubicBezTo>
                  <a:cubicBezTo>
                    <a:pt x="271" y="2709"/>
                    <a:pt x="342" y="2684"/>
                    <a:pt x="400" y="2634"/>
                  </a:cubicBezTo>
                  <a:cubicBezTo>
                    <a:pt x="489" y="2567"/>
                    <a:pt x="545" y="2467"/>
                    <a:pt x="589" y="2378"/>
                  </a:cubicBezTo>
                  <a:cubicBezTo>
                    <a:pt x="622" y="2289"/>
                    <a:pt x="667" y="2200"/>
                    <a:pt x="689" y="2111"/>
                  </a:cubicBezTo>
                  <a:cubicBezTo>
                    <a:pt x="745" y="2156"/>
                    <a:pt x="800" y="2178"/>
                    <a:pt x="867" y="2178"/>
                  </a:cubicBezTo>
                  <a:cubicBezTo>
                    <a:pt x="967" y="2178"/>
                    <a:pt x="1056" y="2111"/>
                    <a:pt x="1111" y="2034"/>
                  </a:cubicBezTo>
                  <a:cubicBezTo>
                    <a:pt x="1133" y="2100"/>
                    <a:pt x="1167" y="2167"/>
                    <a:pt x="1189" y="2222"/>
                  </a:cubicBezTo>
                  <a:cubicBezTo>
                    <a:pt x="1256" y="2367"/>
                    <a:pt x="1367" y="2567"/>
                    <a:pt x="1555" y="2567"/>
                  </a:cubicBezTo>
                  <a:cubicBezTo>
                    <a:pt x="1700" y="2567"/>
                    <a:pt x="1833" y="2444"/>
                    <a:pt x="1933" y="2234"/>
                  </a:cubicBezTo>
                  <a:cubicBezTo>
                    <a:pt x="2266" y="1533"/>
                    <a:pt x="2300" y="701"/>
                    <a:pt x="20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33"/>
            <p:cNvSpPr/>
            <p:nvPr/>
          </p:nvSpPr>
          <p:spPr>
            <a:xfrm>
              <a:off x="4876700" y="3938150"/>
              <a:ext cx="11400" cy="13775"/>
            </a:xfrm>
            <a:custGeom>
              <a:avLst/>
              <a:gdLst/>
              <a:ahLst/>
              <a:cxnLst/>
              <a:rect l="l" t="t" r="r" b="b"/>
              <a:pathLst>
                <a:path w="456" h="551" extrusionOk="0">
                  <a:moveTo>
                    <a:pt x="219" y="1"/>
                  </a:moveTo>
                  <a:cubicBezTo>
                    <a:pt x="183" y="1"/>
                    <a:pt x="164" y="70"/>
                    <a:pt x="134" y="143"/>
                  </a:cubicBezTo>
                  <a:cubicBezTo>
                    <a:pt x="90" y="254"/>
                    <a:pt x="56" y="365"/>
                    <a:pt x="12" y="487"/>
                  </a:cubicBezTo>
                  <a:cubicBezTo>
                    <a:pt x="1" y="509"/>
                    <a:pt x="1" y="531"/>
                    <a:pt x="12" y="543"/>
                  </a:cubicBezTo>
                  <a:cubicBezTo>
                    <a:pt x="17" y="548"/>
                    <a:pt x="23" y="551"/>
                    <a:pt x="28" y="551"/>
                  </a:cubicBezTo>
                  <a:cubicBezTo>
                    <a:pt x="34" y="551"/>
                    <a:pt x="40" y="548"/>
                    <a:pt x="45" y="543"/>
                  </a:cubicBezTo>
                  <a:cubicBezTo>
                    <a:pt x="189" y="531"/>
                    <a:pt x="334" y="476"/>
                    <a:pt x="456" y="387"/>
                  </a:cubicBezTo>
                  <a:cubicBezTo>
                    <a:pt x="411" y="276"/>
                    <a:pt x="356" y="165"/>
                    <a:pt x="290" y="65"/>
                  </a:cubicBezTo>
                  <a:cubicBezTo>
                    <a:pt x="259" y="19"/>
                    <a:pt x="237" y="1"/>
                    <a:pt x="219"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33"/>
            <p:cNvSpPr/>
            <p:nvPr/>
          </p:nvSpPr>
          <p:spPr>
            <a:xfrm>
              <a:off x="4890300" y="3954975"/>
              <a:ext cx="8650" cy="11025"/>
            </a:xfrm>
            <a:custGeom>
              <a:avLst/>
              <a:gdLst/>
              <a:ahLst/>
              <a:cxnLst/>
              <a:rect l="l" t="t" r="r" b="b"/>
              <a:pathLst>
                <a:path w="346" h="441" extrusionOk="0">
                  <a:moveTo>
                    <a:pt x="124" y="0"/>
                  </a:moveTo>
                  <a:cubicBezTo>
                    <a:pt x="92" y="0"/>
                    <a:pt x="82" y="55"/>
                    <a:pt x="67" y="114"/>
                  </a:cubicBezTo>
                  <a:cubicBezTo>
                    <a:pt x="57" y="214"/>
                    <a:pt x="35" y="303"/>
                    <a:pt x="12" y="391"/>
                  </a:cubicBezTo>
                  <a:cubicBezTo>
                    <a:pt x="12" y="414"/>
                    <a:pt x="1" y="436"/>
                    <a:pt x="23" y="436"/>
                  </a:cubicBezTo>
                  <a:cubicBezTo>
                    <a:pt x="23" y="440"/>
                    <a:pt x="24" y="441"/>
                    <a:pt x="26" y="441"/>
                  </a:cubicBezTo>
                  <a:cubicBezTo>
                    <a:pt x="31" y="441"/>
                    <a:pt x="38" y="436"/>
                    <a:pt x="45" y="436"/>
                  </a:cubicBezTo>
                  <a:cubicBezTo>
                    <a:pt x="156" y="414"/>
                    <a:pt x="257" y="347"/>
                    <a:pt x="346" y="270"/>
                  </a:cubicBezTo>
                  <a:cubicBezTo>
                    <a:pt x="301" y="191"/>
                    <a:pt x="245" y="114"/>
                    <a:pt x="190" y="47"/>
                  </a:cubicBezTo>
                  <a:cubicBezTo>
                    <a:pt x="160" y="14"/>
                    <a:pt x="139" y="0"/>
                    <a:pt x="124"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33"/>
            <p:cNvSpPr/>
            <p:nvPr/>
          </p:nvSpPr>
          <p:spPr>
            <a:xfrm>
              <a:off x="5054725" y="3784225"/>
              <a:ext cx="3650" cy="6700"/>
            </a:xfrm>
            <a:custGeom>
              <a:avLst/>
              <a:gdLst/>
              <a:ahLst/>
              <a:cxnLst/>
              <a:rect l="l" t="t" r="r" b="b"/>
              <a:pathLst>
                <a:path w="146" h="268" extrusionOk="0">
                  <a:moveTo>
                    <a:pt x="34" y="1"/>
                  </a:moveTo>
                  <a:cubicBezTo>
                    <a:pt x="0" y="79"/>
                    <a:pt x="0" y="178"/>
                    <a:pt x="12" y="267"/>
                  </a:cubicBezTo>
                  <a:lnTo>
                    <a:pt x="134" y="245"/>
                  </a:lnTo>
                  <a:cubicBezTo>
                    <a:pt x="111" y="178"/>
                    <a:pt x="123" y="101"/>
                    <a:pt x="145" y="34"/>
                  </a:cubicBezTo>
                  <a:lnTo>
                    <a:pt x="34"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33"/>
            <p:cNvSpPr/>
            <p:nvPr/>
          </p:nvSpPr>
          <p:spPr>
            <a:xfrm>
              <a:off x="5040000" y="3800075"/>
              <a:ext cx="3075" cy="3075"/>
            </a:xfrm>
            <a:custGeom>
              <a:avLst/>
              <a:gdLst/>
              <a:ahLst/>
              <a:cxnLst/>
              <a:rect l="l" t="t" r="r" b="b"/>
              <a:pathLst>
                <a:path w="123" h="123" extrusionOk="0">
                  <a:moveTo>
                    <a:pt x="1" y="0"/>
                  </a:moveTo>
                  <a:lnTo>
                    <a:pt x="1" y="122"/>
                  </a:lnTo>
                  <a:lnTo>
                    <a:pt x="123" y="122"/>
                  </a:lnTo>
                  <a:lnTo>
                    <a:pt x="1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33"/>
            <p:cNvSpPr/>
            <p:nvPr/>
          </p:nvSpPr>
          <p:spPr>
            <a:xfrm>
              <a:off x="5281900" y="3428200"/>
              <a:ext cx="4200" cy="8075"/>
            </a:xfrm>
            <a:custGeom>
              <a:avLst/>
              <a:gdLst/>
              <a:ahLst/>
              <a:cxnLst/>
              <a:rect l="l" t="t" r="r" b="b"/>
              <a:pathLst>
                <a:path w="168" h="323" extrusionOk="0">
                  <a:moveTo>
                    <a:pt x="111" y="0"/>
                  </a:moveTo>
                  <a:lnTo>
                    <a:pt x="22" y="78"/>
                  </a:lnTo>
                  <a:cubicBezTo>
                    <a:pt x="34" y="101"/>
                    <a:pt x="45" y="123"/>
                    <a:pt x="34" y="145"/>
                  </a:cubicBezTo>
                  <a:cubicBezTo>
                    <a:pt x="34" y="178"/>
                    <a:pt x="22" y="200"/>
                    <a:pt x="0" y="212"/>
                  </a:cubicBezTo>
                  <a:lnTo>
                    <a:pt x="56" y="323"/>
                  </a:lnTo>
                  <a:cubicBezTo>
                    <a:pt x="111" y="289"/>
                    <a:pt x="145" y="234"/>
                    <a:pt x="156" y="167"/>
                  </a:cubicBezTo>
                  <a:cubicBezTo>
                    <a:pt x="167" y="101"/>
                    <a:pt x="145" y="45"/>
                    <a:pt x="11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33"/>
            <p:cNvSpPr/>
            <p:nvPr/>
          </p:nvSpPr>
          <p:spPr>
            <a:xfrm>
              <a:off x="5287725" y="3412375"/>
              <a:ext cx="3625" cy="6675"/>
            </a:xfrm>
            <a:custGeom>
              <a:avLst/>
              <a:gdLst/>
              <a:ahLst/>
              <a:cxnLst/>
              <a:rect l="l" t="t" r="r" b="b"/>
              <a:pathLst>
                <a:path w="145" h="267" extrusionOk="0">
                  <a:moveTo>
                    <a:pt x="90" y="0"/>
                  </a:moveTo>
                  <a:lnTo>
                    <a:pt x="1" y="89"/>
                  </a:lnTo>
                  <a:cubicBezTo>
                    <a:pt x="12" y="100"/>
                    <a:pt x="23" y="111"/>
                    <a:pt x="23" y="134"/>
                  </a:cubicBezTo>
                  <a:cubicBezTo>
                    <a:pt x="23" y="156"/>
                    <a:pt x="12" y="167"/>
                    <a:pt x="1" y="178"/>
                  </a:cubicBezTo>
                  <a:lnTo>
                    <a:pt x="68" y="267"/>
                  </a:lnTo>
                  <a:cubicBezTo>
                    <a:pt x="112" y="245"/>
                    <a:pt x="134" y="189"/>
                    <a:pt x="145" y="134"/>
                  </a:cubicBezTo>
                  <a:cubicBezTo>
                    <a:pt x="145" y="89"/>
                    <a:pt x="123" y="33"/>
                    <a:pt x="9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33"/>
            <p:cNvSpPr/>
            <p:nvPr/>
          </p:nvSpPr>
          <p:spPr>
            <a:xfrm>
              <a:off x="4964475" y="3611475"/>
              <a:ext cx="99450" cy="91350"/>
            </a:xfrm>
            <a:custGeom>
              <a:avLst/>
              <a:gdLst/>
              <a:ahLst/>
              <a:cxnLst/>
              <a:rect l="l" t="t" r="r" b="b"/>
              <a:pathLst>
                <a:path w="3978" h="3654" extrusionOk="0">
                  <a:moveTo>
                    <a:pt x="2122" y="1"/>
                  </a:moveTo>
                  <a:cubicBezTo>
                    <a:pt x="2044" y="457"/>
                    <a:pt x="1622" y="756"/>
                    <a:pt x="1211" y="979"/>
                  </a:cubicBezTo>
                  <a:cubicBezTo>
                    <a:pt x="833" y="1178"/>
                    <a:pt x="0" y="1490"/>
                    <a:pt x="166" y="2012"/>
                  </a:cubicBezTo>
                  <a:cubicBezTo>
                    <a:pt x="366" y="2612"/>
                    <a:pt x="811" y="3278"/>
                    <a:pt x="1366" y="3590"/>
                  </a:cubicBezTo>
                  <a:cubicBezTo>
                    <a:pt x="1422" y="3628"/>
                    <a:pt x="1497" y="3653"/>
                    <a:pt x="1564" y="3653"/>
                  </a:cubicBezTo>
                  <a:cubicBezTo>
                    <a:pt x="1630" y="3653"/>
                    <a:pt x="1689" y="3628"/>
                    <a:pt x="1711" y="3567"/>
                  </a:cubicBezTo>
                  <a:cubicBezTo>
                    <a:pt x="1733" y="3511"/>
                    <a:pt x="1711" y="3445"/>
                    <a:pt x="1689" y="3400"/>
                  </a:cubicBezTo>
                  <a:cubicBezTo>
                    <a:pt x="1556" y="3156"/>
                    <a:pt x="1277" y="2945"/>
                    <a:pt x="1344" y="2689"/>
                  </a:cubicBezTo>
                  <a:lnTo>
                    <a:pt x="1344" y="2689"/>
                  </a:lnTo>
                  <a:cubicBezTo>
                    <a:pt x="1566" y="3000"/>
                    <a:pt x="1855" y="3256"/>
                    <a:pt x="2188" y="3445"/>
                  </a:cubicBezTo>
                  <a:cubicBezTo>
                    <a:pt x="2249" y="3479"/>
                    <a:pt x="2324" y="3508"/>
                    <a:pt x="2391" y="3508"/>
                  </a:cubicBezTo>
                  <a:cubicBezTo>
                    <a:pt x="2409" y="3508"/>
                    <a:pt x="2427" y="3506"/>
                    <a:pt x="2444" y="3501"/>
                  </a:cubicBezTo>
                  <a:cubicBezTo>
                    <a:pt x="2578" y="3445"/>
                    <a:pt x="2588" y="3256"/>
                    <a:pt x="2533" y="3123"/>
                  </a:cubicBezTo>
                  <a:cubicBezTo>
                    <a:pt x="2455" y="2956"/>
                    <a:pt x="2311" y="2834"/>
                    <a:pt x="2188" y="2701"/>
                  </a:cubicBezTo>
                  <a:cubicBezTo>
                    <a:pt x="2067" y="2556"/>
                    <a:pt x="1955" y="2378"/>
                    <a:pt x="2000" y="2190"/>
                  </a:cubicBezTo>
                  <a:lnTo>
                    <a:pt x="2000" y="2190"/>
                  </a:lnTo>
                  <a:cubicBezTo>
                    <a:pt x="2255" y="2445"/>
                    <a:pt x="2511" y="2701"/>
                    <a:pt x="2777" y="2945"/>
                  </a:cubicBezTo>
                  <a:cubicBezTo>
                    <a:pt x="2871" y="3023"/>
                    <a:pt x="2998" y="3107"/>
                    <a:pt x="3108" y="3107"/>
                  </a:cubicBezTo>
                  <a:cubicBezTo>
                    <a:pt x="3154" y="3107"/>
                    <a:pt x="3197" y="3092"/>
                    <a:pt x="3233" y="3056"/>
                  </a:cubicBezTo>
                  <a:cubicBezTo>
                    <a:pt x="3311" y="2990"/>
                    <a:pt x="3321" y="2879"/>
                    <a:pt x="3299" y="2778"/>
                  </a:cubicBezTo>
                  <a:cubicBezTo>
                    <a:pt x="3200" y="2378"/>
                    <a:pt x="2755" y="2156"/>
                    <a:pt x="2522" y="1812"/>
                  </a:cubicBezTo>
                  <a:cubicBezTo>
                    <a:pt x="2499" y="1768"/>
                    <a:pt x="2489" y="1701"/>
                    <a:pt x="2533" y="1689"/>
                  </a:cubicBezTo>
                  <a:lnTo>
                    <a:pt x="3266" y="2323"/>
                  </a:lnTo>
                  <a:cubicBezTo>
                    <a:pt x="3366" y="2412"/>
                    <a:pt x="3477" y="2501"/>
                    <a:pt x="3610" y="2534"/>
                  </a:cubicBezTo>
                  <a:cubicBezTo>
                    <a:pt x="3628" y="2537"/>
                    <a:pt x="3646" y="2539"/>
                    <a:pt x="3665" y="2539"/>
                  </a:cubicBezTo>
                  <a:cubicBezTo>
                    <a:pt x="3778" y="2539"/>
                    <a:pt x="3904" y="2482"/>
                    <a:pt x="3933" y="2368"/>
                  </a:cubicBezTo>
                  <a:cubicBezTo>
                    <a:pt x="3977" y="2234"/>
                    <a:pt x="3866" y="2101"/>
                    <a:pt x="3766" y="2001"/>
                  </a:cubicBezTo>
                  <a:cubicBezTo>
                    <a:pt x="3511" y="1745"/>
                    <a:pt x="3255" y="1501"/>
                    <a:pt x="3000" y="1245"/>
                  </a:cubicBezTo>
                  <a:cubicBezTo>
                    <a:pt x="3040" y="1177"/>
                    <a:pt x="3113" y="1165"/>
                    <a:pt x="3192" y="1165"/>
                  </a:cubicBezTo>
                  <a:cubicBezTo>
                    <a:pt x="3238" y="1165"/>
                    <a:pt x="3286" y="1169"/>
                    <a:pt x="3332" y="1169"/>
                  </a:cubicBezTo>
                  <a:cubicBezTo>
                    <a:pt x="3402" y="1169"/>
                    <a:pt x="3467" y="1159"/>
                    <a:pt x="3511" y="1112"/>
                  </a:cubicBezTo>
                  <a:cubicBezTo>
                    <a:pt x="3577" y="1057"/>
                    <a:pt x="3566" y="946"/>
                    <a:pt x="3521" y="879"/>
                  </a:cubicBezTo>
                  <a:cubicBezTo>
                    <a:pt x="3477" y="801"/>
                    <a:pt x="3400" y="756"/>
                    <a:pt x="3321" y="712"/>
                  </a:cubicBezTo>
                  <a:cubicBezTo>
                    <a:pt x="2933" y="468"/>
                    <a:pt x="2522" y="235"/>
                    <a:pt x="212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33"/>
            <p:cNvSpPr/>
            <p:nvPr/>
          </p:nvSpPr>
          <p:spPr>
            <a:xfrm>
              <a:off x="4849750" y="3367250"/>
              <a:ext cx="247200" cy="304950"/>
            </a:xfrm>
            <a:custGeom>
              <a:avLst/>
              <a:gdLst/>
              <a:ahLst/>
              <a:cxnLst/>
              <a:rect l="l" t="t" r="r" b="b"/>
              <a:pathLst>
                <a:path w="9888" h="12198" extrusionOk="0">
                  <a:moveTo>
                    <a:pt x="7597" y="1"/>
                  </a:moveTo>
                  <a:cubicBezTo>
                    <a:pt x="6750" y="1"/>
                    <a:pt x="5953" y="357"/>
                    <a:pt x="5211" y="761"/>
                  </a:cubicBezTo>
                  <a:cubicBezTo>
                    <a:pt x="4167" y="1317"/>
                    <a:pt x="3134" y="1927"/>
                    <a:pt x="2223" y="2660"/>
                  </a:cubicBezTo>
                  <a:cubicBezTo>
                    <a:pt x="1879" y="2927"/>
                    <a:pt x="1556" y="3216"/>
                    <a:pt x="1267" y="3538"/>
                  </a:cubicBezTo>
                  <a:cubicBezTo>
                    <a:pt x="879" y="3960"/>
                    <a:pt x="534" y="4415"/>
                    <a:pt x="268" y="4926"/>
                  </a:cubicBezTo>
                  <a:cubicBezTo>
                    <a:pt x="134" y="5205"/>
                    <a:pt x="12" y="5493"/>
                    <a:pt x="1" y="5793"/>
                  </a:cubicBezTo>
                  <a:cubicBezTo>
                    <a:pt x="1" y="6015"/>
                    <a:pt x="57" y="6227"/>
                    <a:pt x="124" y="6427"/>
                  </a:cubicBezTo>
                  <a:cubicBezTo>
                    <a:pt x="235" y="6715"/>
                    <a:pt x="390" y="6971"/>
                    <a:pt x="568" y="7204"/>
                  </a:cubicBezTo>
                  <a:cubicBezTo>
                    <a:pt x="556" y="7215"/>
                    <a:pt x="546" y="7215"/>
                    <a:pt x="534" y="7215"/>
                  </a:cubicBezTo>
                  <a:cubicBezTo>
                    <a:pt x="746" y="7626"/>
                    <a:pt x="978" y="8026"/>
                    <a:pt x="1234" y="8415"/>
                  </a:cubicBezTo>
                  <a:lnTo>
                    <a:pt x="635" y="8081"/>
                  </a:lnTo>
                  <a:lnTo>
                    <a:pt x="635" y="8081"/>
                  </a:lnTo>
                  <a:cubicBezTo>
                    <a:pt x="1190" y="8715"/>
                    <a:pt x="1812" y="9293"/>
                    <a:pt x="2489" y="9804"/>
                  </a:cubicBezTo>
                  <a:cubicBezTo>
                    <a:pt x="2368" y="9770"/>
                    <a:pt x="2256" y="9737"/>
                    <a:pt x="2134" y="9703"/>
                  </a:cubicBezTo>
                  <a:lnTo>
                    <a:pt x="2134" y="9703"/>
                  </a:lnTo>
                  <a:cubicBezTo>
                    <a:pt x="2334" y="9770"/>
                    <a:pt x="2445" y="10004"/>
                    <a:pt x="2567" y="10159"/>
                  </a:cubicBezTo>
                  <a:cubicBezTo>
                    <a:pt x="2701" y="10359"/>
                    <a:pt x="2879" y="10503"/>
                    <a:pt x="3023" y="10692"/>
                  </a:cubicBezTo>
                  <a:cubicBezTo>
                    <a:pt x="3422" y="11181"/>
                    <a:pt x="3845" y="11636"/>
                    <a:pt x="4311" y="12048"/>
                  </a:cubicBezTo>
                  <a:cubicBezTo>
                    <a:pt x="4391" y="12120"/>
                    <a:pt x="4507" y="12198"/>
                    <a:pt x="4606" y="12198"/>
                  </a:cubicBezTo>
                  <a:cubicBezTo>
                    <a:pt x="4644" y="12198"/>
                    <a:pt x="4680" y="12186"/>
                    <a:pt x="4711" y="12159"/>
                  </a:cubicBezTo>
                  <a:cubicBezTo>
                    <a:pt x="4867" y="12048"/>
                    <a:pt x="4723" y="11781"/>
                    <a:pt x="4800" y="11603"/>
                  </a:cubicBezTo>
                  <a:lnTo>
                    <a:pt x="4800" y="11603"/>
                  </a:lnTo>
                  <a:cubicBezTo>
                    <a:pt x="4867" y="11737"/>
                    <a:pt x="4923" y="11881"/>
                    <a:pt x="5034" y="11981"/>
                  </a:cubicBezTo>
                  <a:cubicBezTo>
                    <a:pt x="5113" y="12046"/>
                    <a:pt x="5211" y="12087"/>
                    <a:pt x="5306" y="12087"/>
                  </a:cubicBezTo>
                  <a:cubicBezTo>
                    <a:pt x="5358" y="12087"/>
                    <a:pt x="5409" y="12075"/>
                    <a:pt x="5456" y="12048"/>
                  </a:cubicBezTo>
                  <a:cubicBezTo>
                    <a:pt x="5567" y="11969"/>
                    <a:pt x="5611" y="11826"/>
                    <a:pt x="5622" y="11681"/>
                  </a:cubicBezTo>
                  <a:cubicBezTo>
                    <a:pt x="5634" y="11426"/>
                    <a:pt x="5555" y="11181"/>
                    <a:pt x="5400" y="10981"/>
                  </a:cubicBezTo>
                  <a:lnTo>
                    <a:pt x="5400" y="10981"/>
                  </a:lnTo>
                  <a:cubicBezTo>
                    <a:pt x="5578" y="11147"/>
                    <a:pt x="5811" y="11259"/>
                    <a:pt x="6056" y="11303"/>
                  </a:cubicBezTo>
                  <a:cubicBezTo>
                    <a:pt x="6085" y="11308"/>
                    <a:pt x="6115" y="11311"/>
                    <a:pt x="6146" y="11311"/>
                  </a:cubicBezTo>
                  <a:cubicBezTo>
                    <a:pt x="6253" y="11311"/>
                    <a:pt x="6357" y="11276"/>
                    <a:pt x="6400" y="11181"/>
                  </a:cubicBezTo>
                  <a:cubicBezTo>
                    <a:pt x="6422" y="11103"/>
                    <a:pt x="6400" y="11026"/>
                    <a:pt x="6367" y="10947"/>
                  </a:cubicBezTo>
                  <a:cubicBezTo>
                    <a:pt x="6278" y="10770"/>
                    <a:pt x="6167" y="10614"/>
                    <a:pt x="6022" y="10481"/>
                  </a:cubicBezTo>
                  <a:lnTo>
                    <a:pt x="6022" y="10481"/>
                  </a:lnTo>
                  <a:cubicBezTo>
                    <a:pt x="6233" y="10592"/>
                    <a:pt x="6444" y="10681"/>
                    <a:pt x="6666" y="10748"/>
                  </a:cubicBezTo>
                  <a:cubicBezTo>
                    <a:pt x="6700" y="10757"/>
                    <a:pt x="6739" y="10765"/>
                    <a:pt x="6776" y="10765"/>
                  </a:cubicBezTo>
                  <a:cubicBezTo>
                    <a:pt x="6823" y="10765"/>
                    <a:pt x="6868" y="10752"/>
                    <a:pt x="6900" y="10715"/>
                  </a:cubicBezTo>
                  <a:cubicBezTo>
                    <a:pt x="6933" y="10670"/>
                    <a:pt x="6922" y="10604"/>
                    <a:pt x="6911" y="10548"/>
                  </a:cubicBezTo>
                  <a:cubicBezTo>
                    <a:pt x="6844" y="10270"/>
                    <a:pt x="6678" y="10026"/>
                    <a:pt x="6456" y="9848"/>
                  </a:cubicBezTo>
                  <a:lnTo>
                    <a:pt x="6456" y="9848"/>
                  </a:lnTo>
                  <a:cubicBezTo>
                    <a:pt x="6612" y="9912"/>
                    <a:pt x="6781" y="9945"/>
                    <a:pt x="6949" y="9945"/>
                  </a:cubicBezTo>
                  <a:cubicBezTo>
                    <a:pt x="7103" y="9945"/>
                    <a:pt x="7256" y="9917"/>
                    <a:pt x="7399" y="9859"/>
                  </a:cubicBezTo>
                  <a:cubicBezTo>
                    <a:pt x="6666" y="9059"/>
                    <a:pt x="6078" y="8182"/>
                    <a:pt x="5578" y="7249"/>
                  </a:cubicBezTo>
                  <a:cubicBezTo>
                    <a:pt x="5411" y="6926"/>
                    <a:pt x="5256" y="6593"/>
                    <a:pt x="5100" y="6260"/>
                  </a:cubicBezTo>
                  <a:cubicBezTo>
                    <a:pt x="5800" y="5627"/>
                    <a:pt x="6522" y="5015"/>
                    <a:pt x="7300" y="4504"/>
                  </a:cubicBezTo>
                  <a:cubicBezTo>
                    <a:pt x="7977" y="3949"/>
                    <a:pt x="8588" y="3294"/>
                    <a:pt x="9099" y="2571"/>
                  </a:cubicBezTo>
                  <a:cubicBezTo>
                    <a:pt x="9477" y="2028"/>
                    <a:pt x="9888" y="1539"/>
                    <a:pt x="9455" y="850"/>
                  </a:cubicBezTo>
                  <a:cubicBezTo>
                    <a:pt x="9166" y="383"/>
                    <a:pt x="8611" y="139"/>
                    <a:pt x="8066" y="39"/>
                  </a:cubicBezTo>
                  <a:cubicBezTo>
                    <a:pt x="7908" y="13"/>
                    <a:pt x="7751" y="1"/>
                    <a:pt x="7597"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33"/>
            <p:cNvSpPr/>
            <p:nvPr/>
          </p:nvSpPr>
          <p:spPr>
            <a:xfrm>
              <a:off x="4864750" y="3437925"/>
              <a:ext cx="91675" cy="208300"/>
            </a:xfrm>
            <a:custGeom>
              <a:avLst/>
              <a:gdLst/>
              <a:ahLst/>
              <a:cxnLst/>
              <a:rect l="l" t="t" r="r" b="b"/>
              <a:pathLst>
                <a:path w="3667" h="8332" extrusionOk="0">
                  <a:moveTo>
                    <a:pt x="2000" y="0"/>
                  </a:moveTo>
                  <a:cubicBezTo>
                    <a:pt x="1723" y="167"/>
                    <a:pt x="1501" y="400"/>
                    <a:pt x="1312" y="611"/>
                  </a:cubicBezTo>
                  <a:cubicBezTo>
                    <a:pt x="723" y="1267"/>
                    <a:pt x="356" y="1900"/>
                    <a:pt x="201" y="2533"/>
                  </a:cubicBezTo>
                  <a:cubicBezTo>
                    <a:pt x="1" y="3333"/>
                    <a:pt x="146" y="4133"/>
                    <a:pt x="590" y="4688"/>
                  </a:cubicBezTo>
                  <a:lnTo>
                    <a:pt x="623" y="4733"/>
                  </a:lnTo>
                  <a:lnTo>
                    <a:pt x="634" y="4721"/>
                  </a:lnTo>
                  <a:cubicBezTo>
                    <a:pt x="645" y="4755"/>
                    <a:pt x="645" y="4788"/>
                    <a:pt x="657" y="4822"/>
                  </a:cubicBezTo>
                  <a:cubicBezTo>
                    <a:pt x="723" y="5143"/>
                    <a:pt x="823" y="5499"/>
                    <a:pt x="1079" y="5755"/>
                  </a:cubicBezTo>
                  <a:cubicBezTo>
                    <a:pt x="1179" y="5845"/>
                    <a:pt x="1270" y="5890"/>
                    <a:pt x="1361" y="5890"/>
                  </a:cubicBezTo>
                  <a:cubicBezTo>
                    <a:pt x="1370" y="5890"/>
                    <a:pt x="1380" y="5889"/>
                    <a:pt x="1390" y="5888"/>
                  </a:cubicBezTo>
                  <a:cubicBezTo>
                    <a:pt x="1423" y="5876"/>
                    <a:pt x="1456" y="5866"/>
                    <a:pt x="1489" y="5844"/>
                  </a:cubicBezTo>
                  <a:cubicBezTo>
                    <a:pt x="1756" y="6943"/>
                    <a:pt x="2578" y="7910"/>
                    <a:pt x="3622" y="8332"/>
                  </a:cubicBezTo>
                  <a:lnTo>
                    <a:pt x="3667" y="8232"/>
                  </a:lnTo>
                  <a:cubicBezTo>
                    <a:pt x="2622" y="7799"/>
                    <a:pt x="1812" y="6810"/>
                    <a:pt x="1578" y="5699"/>
                  </a:cubicBezTo>
                  <a:cubicBezTo>
                    <a:pt x="1590" y="5654"/>
                    <a:pt x="1578" y="5610"/>
                    <a:pt x="1556" y="5577"/>
                  </a:cubicBezTo>
                  <a:lnTo>
                    <a:pt x="1400" y="5355"/>
                  </a:lnTo>
                  <a:lnTo>
                    <a:pt x="1400" y="5355"/>
                  </a:lnTo>
                  <a:lnTo>
                    <a:pt x="1445" y="5621"/>
                  </a:lnTo>
                  <a:cubicBezTo>
                    <a:pt x="1445" y="5644"/>
                    <a:pt x="1456" y="5677"/>
                    <a:pt x="1456" y="5699"/>
                  </a:cubicBezTo>
                  <a:cubicBezTo>
                    <a:pt x="1445" y="5733"/>
                    <a:pt x="1400" y="5765"/>
                    <a:pt x="1378" y="5765"/>
                  </a:cubicBezTo>
                  <a:cubicBezTo>
                    <a:pt x="1370" y="5766"/>
                    <a:pt x="1362" y="5767"/>
                    <a:pt x="1355" y="5767"/>
                  </a:cubicBezTo>
                  <a:cubicBezTo>
                    <a:pt x="1276" y="5767"/>
                    <a:pt x="1208" y="5716"/>
                    <a:pt x="1168" y="5666"/>
                  </a:cubicBezTo>
                  <a:cubicBezTo>
                    <a:pt x="934" y="5444"/>
                    <a:pt x="845" y="5099"/>
                    <a:pt x="768" y="4788"/>
                  </a:cubicBezTo>
                  <a:cubicBezTo>
                    <a:pt x="756" y="4743"/>
                    <a:pt x="756" y="4699"/>
                    <a:pt x="746" y="4644"/>
                  </a:cubicBezTo>
                  <a:cubicBezTo>
                    <a:pt x="857" y="4543"/>
                    <a:pt x="912" y="4377"/>
                    <a:pt x="889" y="4232"/>
                  </a:cubicBezTo>
                  <a:lnTo>
                    <a:pt x="867" y="4144"/>
                  </a:lnTo>
                  <a:lnTo>
                    <a:pt x="801" y="4188"/>
                  </a:lnTo>
                  <a:cubicBezTo>
                    <a:pt x="712" y="4232"/>
                    <a:pt x="634" y="4333"/>
                    <a:pt x="623" y="4533"/>
                  </a:cubicBezTo>
                  <a:cubicBezTo>
                    <a:pt x="245" y="4010"/>
                    <a:pt x="134" y="3289"/>
                    <a:pt x="312" y="2566"/>
                  </a:cubicBezTo>
                  <a:cubicBezTo>
                    <a:pt x="467" y="1944"/>
                    <a:pt x="823" y="1333"/>
                    <a:pt x="1400" y="689"/>
                  </a:cubicBezTo>
                  <a:cubicBezTo>
                    <a:pt x="1578" y="489"/>
                    <a:pt x="1800" y="255"/>
                    <a:pt x="2067" y="100"/>
                  </a:cubicBezTo>
                  <a:lnTo>
                    <a:pt x="200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33"/>
            <p:cNvSpPr/>
            <p:nvPr/>
          </p:nvSpPr>
          <p:spPr>
            <a:xfrm>
              <a:off x="4932525" y="3510825"/>
              <a:ext cx="35575" cy="5150"/>
            </a:xfrm>
            <a:custGeom>
              <a:avLst/>
              <a:gdLst/>
              <a:ahLst/>
              <a:cxnLst/>
              <a:rect l="l" t="t" r="r" b="b"/>
              <a:pathLst>
                <a:path w="1423" h="206" extrusionOk="0">
                  <a:moveTo>
                    <a:pt x="810" y="0"/>
                  </a:moveTo>
                  <a:cubicBezTo>
                    <a:pt x="622" y="0"/>
                    <a:pt x="436" y="25"/>
                    <a:pt x="256" y="72"/>
                  </a:cubicBezTo>
                  <a:lnTo>
                    <a:pt x="0" y="150"/>
                  </a:lnTo>
                  <a:lnTo>
                    <a:pt x="334" y="205"/>
                  </a:lnTo>
                  <a:lnTo>
                    <a:pt x="345" y="173"/>
                  </a:lnTo>
                  <a:cubicBezTo>
                    <a:pt x="491" y="138"/>
                    <a:pt x="645" y="121"/>
                    <a:pt x="801" y="121"/>
                  </a:cubicBezTo>
                  <a:cubicBezTo>
                    <a:pt x="1000" y="121"/>
                    <a:pt x="1202" y="150"/>
                    <a:pt x="1389" y="205"/>
                  </a:cubicBezTo>
                  <a:lnTo>
                    <a:pt x="1422" y="94"/>
                  </a:lnTo>
                  <a:cubicBezTo>
                    <a:pt x="1224" y="30"/>
                    <a:pt x="1016" y="0"/>
                    <a:pt x="81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33"/>
            <p:cNvSpPr/>
            <p:nvPr/>
          </p:nvSpPr>
          <p:spPr>
            <a:xfrm>
              <a:off x="4941150" y="3524550"/>
              <a:ext cx="27225" cy="8375"/>
            </a:xfrm>
            <a:custGeom>
              <a:avLst/>
              <a:gdLst/>
              <a:ahLst/>
              <a:cxnLst/>
              <a:rect l="l" t="t" r="r" b="b"/>
              <a:pathLst>
                <a:path w="1089" h="335" extrusionOk="0">
                  <a:moveTo>
                    <a:pt x="825" y="0"/>
                  </a:moveTo>
                  <a:cubicBezTo>
                    <a:pt x="538" y="0"/>
                    <a:pt x="246" y="81"/>
                    <a:pt x="0" y="234"/>
                  </a:cubicBezTo>
                  <a:lnTo>
                    <a:pt x="67" y="335"/>
                  </a:lnTo>
                  <a:cubicBezTo>
                    <a:pt x="294" y="195"/>
                    <a:pt x="568" y="117"/>
                    <a:pt x="843" y="117"/>
                  </a:cubicBezTo>
                  <a:cubicBezTo>
                    <a:pt x="918" y="117"/>
                    <a:pt x="993" y="123"/>
                    <a:pt x="1067" y="135"/>
                  </a:cubicBezTo>
                  <a:lnTo>
                    <a:pt x="1089" y="24"/>
                  </a:lnTo>
                  <a:cubicBezTo>
                    <a:pt x="1002" y="8"/>
                    <a:pt x="914" y="0"/>
                    <a:pt x="82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33"/>
            <p:cNvSpPr/>
            <p:nvPr/>
          </p:nvSpPr>
          <p:spPr>
            <a:xfrm>
              <a:off x="5036950" y="3376050"/>
              <a:ext cx="18625" cy="6900"/>
            </a:xfrm>
            <a:custGeom>
              <a:avLst/>
              <a:gdLst/>
              <a:ahLst/>
              <a:cxnLst/>
              <a:rect l="l" t="t" r="r" b="b"/>
              <a:pathLst>
                <a:path w="745" h="276" extrusionOk="0">
                  <a:moveTo>
                    <a:pt x="503" y="0"/>
                  </a:moveTo>
                  <a:cubicBezTo>
                    <a:pt x="322" y="0"/>
                    <a:pt x="137" y="65"/>
                    <a:pt x="0" y="187"/>
                  </a:cubicBezTo>
                  <a:lnTo>
                    <a:pt x="78" y="276"/>
                  </a:lnTo>
                  <a:cubicBezTo>
                    <a:pt x="190" y="179"/>
                    <a:pt x="342" y="122"/>
                    <a:pt x="493" y="122"/>
                  </a:cubicBezTo>
                  <a:cubicBezTo>
                    <a:pt x="568" y="122"/>
                    <a:pt x="642" y="135"/>
                    <a:pt x="711" y="165"/>
                  </a:cubicBezTo>
                  <a:lnTo>
                    <a:pt x="745" y="42"/>
                  </a:lnTo>
                  <a:cubicBezTo>
                    <a:pt x="668" y="14"/>
                    <a:pt x="586" y="0"/>
                    <a:pt x="50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33"/>
            <p:cNvSpPr/>
            <p:nvPr/>
          </p:nvSpPr>
          <p:spPr>
            <a:xfrm>
              <a:off x="5016400" y="3381525"/>
              <a:ext cx="9200" cy="6700"/>
            </a:xfrm>
            <a:custGeom>
              <a:avLst/>
              <a:gdLst/>
              <a:ahLst/>
              <a:cxnLst/>
              <a:rect l="l" t="t" r="r" b="b"/>
              <a:pathLst>
                <a:path w="368" h="268" extrusionOk="0">
                  <a:moveTo>
                    <a:pt x="311" y="1"/>
                  </a:moveTo>
                  <a:lnTo>
                    <a:pt x="0" y="168"/>
                  </a:lnTo>
                  <a:lnTo>
                    <a:pt x="56" y="267"/>
                  </a:lnTo>
                  <a:lnTo>
                    <a:pt x="367" y="112"/>
                  </a:lnTo>
                  <a:lnTo>
                    <a:pt x="3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33"/>
            <p:cNvSpPr/>
            <p:nvPr/>
          </p:nvSpPr>
          <p:spPr>
            <a:xfrm>
              <a:off x="5028050" y="3389875"/>
              <a:ext cx="6150" cy="5300"/>
            </a:xfrm>
            <a:custGeom>
              <a:avLst/>
              <a:gdLst/>
              <a:ahLst/>
              <a:cxnLst/>
              <a:rect l="l" t="t" r="r" b="b"/>
              <a:pathLst>
                <a:path w="246" h="212" extrusionOk="0">
                  <a:moveTo>
                    <a:pt x="179" y="0"/>
                  </a:moveTo>
                  <a:lnTo>
                    <a:pt x="1" y="111"/>
                  </a:lnTo>
                  <a:lnTo>
                    <a:pt x="67" y="212"/>
                  </a:lnTo>
                  <a:lnTo>
                    <a:pt x="245" y="101"/>
                  </a:lnTo>
                  <a:lnTo>
                    <a:pt x="179"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33"/>
            <p:cNvSpPr/>
            <p:nvPr/>
          </p:nvSpPr>
          <p:spPr>
            <a:xfrm>
              <a:off x="5239975" y="3508175"/>
              <a:ext cx="84700" cy="102525"/>
            </a:xfrm>
            <a:custGeom>
              <a:avLst/>
              <a:gdLst/>
              <a:ahLst/>
              <a:cxnLst/>
              <a:rect l="l" t="t" r="r" b="b"/>
              <a:pathLst>
                <a:path w="3388" h="4101" extrusionOk="0">
                  <a:moveTo>
                    <a:pt x="0" y="0"/>
                  </a:moveTo>
                  <a:lnTo>
                    <a:pt x="0" y="3811"/>
                  </a:lnTo>
                  <a:lnTo>
                    <a:pt x="11" y="3811"/>
                  </a:lnTo>
                  <a:cubicBezTo>
                    <a:pt x="100" y="3977"/>
                    <a:pt x="822" y="4100"/>
                    <a:pt x="1699" y="4100"/>
                  </a:cubicBezTo>
                  <a:cubicBezTo>
                    <a:pt x="2566" y="4100"/>
                    <a:pt x="3288" y="3977"/>
                    <a:pt x="3377" y="3811"/>
                  </a:cubicBezTo>
                  <a:lnTo>
                    <a:pt x="3388" y="3811"/>
                  </a:lnTo>
                  <a:lnTo>
                    <a:pt x="338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33"/>
            <p:cNvSpPr/>
            <p:nvPr/>
          </p:nvSpPr>
          <p:spPr>
            <a:xfrm>
              <a:off x="5239975" y="3500950"/>
              <a:ext cx="84700" cy="15875"/>
            </a:xfrm>
            <a:custGeom>
              <a:avLst/>
              <a:gdLst/>
              <a:ahLst/>
              <a:cxnLst/>
              <a:rect l="l" t="t" r="r" b="b"/>
              <a:pathLst>
                <a:path w="3388" h="635" extrusionOk="0">
                  <a:moveTo>
                    <a:pt x="1699" y="1"/>
                  </a:moveTo>
                  <a:cubicBezTo>
                    <a:pt x="756" y="1"/>
                    <a:pt x="0" y="145"/>
                    <a:pt x="0" y="323"/>
                  </a:cubicBezTo>
                  <a:cubicBezTo>
                    <a:pt x="0" y="501"/>
                    <a:pt x="756" y="634"/>
                    <a:pt x="1699" y="634"/>
                  </a:cubicBezTo>
                  <a:cubicBezTo>
                    <a:pt x="2633" y="634"/>
                    <a:pt x="3388" y="501"/>
                    <a:pt x="3388" y="323"/>
                  </a:cubicBezTo>
                  <a:cubicBezTo>
                    <a:pt x="3388" y="145"/>
                    <a:pt x="2633" y="1"/>
                    <a:pt x="1699"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33"/>
            <p:cNvSpPr/>
            <p:nvPr/>
          </p:nvSpPr>
          <p:spPr>
            <a:xfrm>
              <a:off x="5239975" y="3500950"/>
              <a:ext cx="84700" cy="12525"/>
            </a:xfrm>
            <a:custGeom>
              <a:avLst/>
              <a:gdLst/>
              <a:ahLst/>
              <a:cxnLst/>
              <a:rect l="l" t="t" r="r" b="b"/>
              <a:pathLst>
                <a:path w="3388" h="501" extrusionOk="0">
                  <a:moveTo>
                    <a:pt x="1699" y="1"/>
                  </a:moveTo>
                  <a:cubicBezTo>
                    <a:pt x="756" y="1"/>
                    <a:pt x="0" y="145"/>
                    <a:pt x="0" y="323"/>
                  </a:cubicBezTo>
                  <a:cubicBezTo>
                    <a:pt x="0" y="390"/>
                    <a:pt x="100" y="445"/>
                    <a:pt x="289" y="501"/>
                  </a:cubicBezTo>
                  <a:cubicBezTo>
                    <a:pt x="589" y="412"/>
                    <a:pt x="1111" y="356"/>
                    <a:pt x="1699" y="356"/>
                  </a:cubicBezTo>
                  <a:cubicBezTo>
                    <a:pt x="2289" y="356"/>
                    <a:pt x="2800" y="412"/>
                    <a:pt x="3111" y="501"/>
                  </a:cubicBezTo>
                  <a:cubicBezTo>
                    <a:pt x="3288" y="445"/>
                    <a:pt x="3388" y="390"/>
                    <a:pt x="3388" y="323"/>
                  </a:cubicBezTo>
                  <a:cubicBezTo>
                    <a:pt x="3388" y="145"/>
                    <a:pt x="2633" y="1"/>
                    <a:pt x="1699" y="1"/>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33"/>
            <p:cNvSpPr/>
            <p:nvPr/>
          </p:nvSpPr>
          <p:spPr>
            <a:xfrm>
              <a:off x="5279125" y="3522425"/>
              <a:ext cx="87775" cy="88100"/>
            </a:xfrm>
            <a:custGeom>
              <a:avLst/>
              <a:gdLst/>
              <a:ahLst/>
              <a:cxnLst/>
              <a:rect l="l" t="t" r="r" b="b"/>
              <a:pathLst>
                <a:path w="3511" h="3524" extrusionOk="0">
                  <a:moveTo>
                    <a:pt x="1992" y="0"/>
                  </a:moveTo>
                  <a:cubicBezTo>
                    <a:pt x="1765" y="0"/>
                    <a:pt x="1517" y="62"/>
                    <a:pt x="1211" y="109"/>
                  </a:cubicBezTo>
                  <a:cubicBezTo>
                    <a:pt x="1133" y="119"/>
                    <a:pt x="1044" y="131"/>
                    <a:pt x="978" y="186"/>
                  </a:cubicBezTo>
                  <a:cubicBezTo>
                    <a:pt x="900" y="230"/>
                    <a:pt x="856" y="319"/>
                    <a:pt x="889" y="397"/>
                  </a:cubicBezTo>
                  <a:cubicBezTo>
                    <a:pt x="956" y="575"/>
                    <a:pt x="1289" y="531"/>
                    <a:pt x="1311" y="719"/>
                  </a:cubicBezTo>
                  <a:cubicBezTo>
                    <a:pt x="978" y="852"/>
                    <a:pt x="644" y="997"/>
                    <a:pt x="311" y="1131"/>
                  </a:cubicBezTo>
                  <a:cubicBezTo>
                    <a:pt x="178" y="1186"/>
                    <a:pt x="34" y="1264"/>
                    <a:pt x="12" y="1397"/>
                  </a:cubicBezTo>
                  <a:cubicBezTo>
                    <a:pt x="0" y="1530"/>
                    <a:pt x="123" y="1652"/>
                    <a:pt x="256" y="1674"/>
                  </a:cubicBezTo>
                  <a:cubicBezTo>
                    <a:pt x="281" y="1679"/>
                    <a:pt x="306" y="1680"/>
                    <a:pt x="331" y="1680"/>
                  </a:cubicBezTo>
                  <a:cubicBezTo>
                    <a:pt x="439" y="1680"/>
                    <a:pt x="545" y="1646"/>
                    <a:pt x="644" y="1619"/>
                  </a:cubicBezTo>
                  <a:cubicBezTo>
                    <a:pt x="956" y="1519"/>
                    <a:pt x="1267" y="1408"/>
                    <a:pt x="1578" y="1308"/>
                  </a:cubicBezTo>
                  <a:lnTo>
                    <a:pt x="1578" y="1308"/>
                  </a:lnTo>
                  <a:cubicBezTo>
                    <a:pt x="1611" y="1341"/>
                    <a:pt x="1578" y="1397"/>
                    <a:pt x="1533" y="1430"/>
                  </a:cubicBezTo>
                  <a:cubicBezTo>
                    <a:pt x="1189" y="1664"/>
                    <a:pt x="689" y="1686"/>
                    <a:pt x="444" y="2030"/>
                  </a:cubicBezTo>
                  <a:cubicBezTo>
                    <a:pt x="389" y="2108"/>
                    <a:pt x="345" y="2219"/>
                    <a:pt x="389" y="2308"/>
                  </a:cubicBezTo>
                  <a:cubicBezTo>
                    <a:pt x="431" y="2392"/>
                    <a:pt x="519" y="2421"/>
                    <a:pt x="616" y="2421"/>
                  </a:cubicBezTo>
                  <a:cubicBezTo>
                    <a:pt x="700" y="2421"/>
                    <a:pt x="790" y="2400"/>
                    <a:pt x="867" y="2375"/>
                  </a:cubicBezTo>
                  <a:cubicBezTo>
                    <a:pt x="1200" y="2252"/>
                    <a:pt x="1533" y="2119"/>
                    <a:pt x="1866" y="1985"/>
                  </a:cubicBezTo>
                  <a:lnTo>
                    <a:pt x="1866" y="1985"/>
                  </a:lnTo>
                  <a:cubicBezTo>
                    <a:pt x="1834" y="2163"/>
                    <a:pt x="1666" y="2297"/>
                    <a:pt x="1500" y="2375"/>
                  </a:cubicBezTo>
                  <a:cubicBezTo>
                    <a:pt x="1333" y="2452"/>
                    <a:pt x="1155" y="2508"/>
                    <a:pt x="1011" y="2641"/>
                  </a:cubicBezTo>
                  <a:cubicBezTo>
                    <a:pt x="911" y="2730"/>
                    <a:pt x="844" y="2908"/>
                    <a:pt x="956" y="3007"/>
                  </a:cubicBezTo>
                  <a:cubicBezTo>
                    <a:pt x="1003" y="3055"/>
                    <a:pt x="1068" y="3069"/>
                    <a:pt x="1134" y="3069"/>
                  </a:cubicBezTo>
                  <a:cubicBezTo>
                    <a:pt x="1160" y="3069"/>
                    <a:pt x="1186" y="3067"/>
                    <a:pt x="1211" y="3063"/>
                  </a:cubicBezTo>
                  <a:cubicBezTo>
                    <a:pt x="1589" y="3019"/>
                    <a:pt x="1955" y="2886"/>
                    <a:pt x="2278" y="2696"/>
                  </a:cubicBezTo>
                  <a:lnTo>
                    <a:pt x="2278" y="2696"/>
                  </a:lnTo>
                  <a:cubicBezTo>
                    <a:pt x="2244" y="2963"/>
                    <a:pt x="1900" y="3041"/>
                    <a:pt x="1689" y="3219"/>
                  </a:cubicBezTo>
                  <a:cubicBezTo>
                    <a:pt x="1644" y="3252"/>
                    <a:pt x="1600" y="3296"/>
                    <a:pt x="1600" y="3363"/>
                  </a:cubicBezTo>
                  <a:cubicBezTo>
                    <a:pt x="1600" y="3475"/>
                    <a:pt x="1725" y="3524"/>
                    <a:pt x="1843" y="3524"/>
                  </a:cubicBezTo>
                  <a:cubicBezTo>
                    <a:pt x="1866" y="3524"/>
                    <a:pt x="1889" y="3522"/>
                    <a:pt x="1911" y="3519"/>
                  </a:cubicBezTo>
                  <a:cubicBezTo>
                    <a:pt x="2466" y="3452"/>
                    <a:pt x="3255" y="3086"/>
                    <a:pt x="3444" y="2519"/>
                  </a:cubicBezTo>
                  <a:cubicBezTo>
                    <a:pt x="3511" y="2297"/>
                    <a:pt x="3511" y="2064"/>
                    <a:pt x="3478" y="1842"/>
                  </a:cubicBezTo>
                  <a:cubicBezTo>
                    <a:pt x="3399" y="1286"/>
                    <a:pt x="3133" y="753"/>
                    <a:pt x="2744" y="353"/>
                  </a:cubicBezTo>
                  <a:cubicBezTo>
                    <a:pt x="2484" y="80"/>
                    <a:pt x="2251" y="0"/>
                    <a:pt x="199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05"/>
        <p:cNvGrpSpPr/>
        <p:nvPr/>
      </p:nvGrpSpPr>
      <p:grpSpPr>
        <a:xfrm>
          <a:off x="0" y="0"/>
          <a:ext cx="0" cy="0"/>
          <a:chOff x="0" y="0"/>
          <a:chExt cx="0" cy="0"/>
        </a:xfrm>
      </p:grpSpPr>
      <p:sp>
        <p:nvSpPr>
          <p:cNvPr id="706" name="Google Shape;706;p34"/>
          <p:cNvSpPr/>
          <p:nvPr/>
        </p:nvSpPr>
        <p:spPr>
          <a:xfrm>
            <a:off x="2952950" y="3281325"/>
            <a:ext cx="3077899" cy="570038"/>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707" name="Google Shape;707;p34"/>
          <p:cNvSpPr txBox="1">
            <a:spLocks noGrp="1"/>
          </p:cNvSpPr>
          <p:nvPr>
            <p:ph type="subTitle" idx="1"/>
          </p:nvPr>
        </p:nvSpPr>
        <p:spPr>
          <a:xfrm>
            <a:off x="878850" y="1468550"/>
            <a:ext cx="7226100" cy="1724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“This is a quote, words full of wisdom that someone important said and can make the reader get inspired”</a:t>
            </a:r>
            <a:endParaRPr/>
          </a:p>
        </p:txBody>
      </p:sp>
      <p:sp>
        <p:nvSpPr>
          <p:cNvPr id="708" name="Google Shape;708;p34"/>
          <p:cNvSpPr txBox="1">
            <a:spLocks noGrp="1"/>
          </p:cNvSpPr>
          <p:nvPr>
            <p:ph type="subTitle" idx="2"/>
          </p:nvPr>
        </p:nvSpPr>
        <p:spPr>
          <a:xfrm>
            <a:off x="3071400" y="3386850"/>
            <a:ext cx="2841000" cy="310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—Someone Famous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712">
          <a:extLst>
            <a:ext uri="{FF2B5EF4-FFF2-40B4-BE49-F238E27FC236}">
              <a16:creationId xmlns:a16="http://schemas.microsoft.com/office/drawing/2014/main" id="{B8755615-D1BE-D040-C7BB-ED33FA839169}"/>
            </a:ext>
          </a:extLst>
        </p:cNvPr>
        <p:cNvGrpSpPr/>
        <p:nvPr/>
      </p:nvGrpSpPr>
      <p:grpSpPr>
        <a:xfrm>
          <a:off x="0" y="0"/>
          <a:ext cx="0" cy="0"/>
          <a:chOff x="0" y="0"/>
          <a:chExt cx="0" cy="0"/>
        </a:xfrm>
      </p:grpSpPr>
      <p:sp>
        <p:nvSpPr>
          <p:cNvPr id="713" name="Google Shape;713;p35">
            <a:extLst>
              <a:ext uri="{FF2B5EF4-FFF2-40B4-BE49-F238E27FC236}">
                <a16:creationId xmlns:a16="http://schemas.microsoft.com/office/drawing/2014/main" id="{E638E19D-9FF6-D5DC-7320-BEF510E2D84D}"/>
              </a:ext>
            </a:extLst>
          </p:cNvPr>
          <p:cNvSpPr/>
          <p:nvPr/>
        </p:nvSpPr>
        <p:spPr>
          <a:xfrm flipH="1">
            <a:off x="157797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714" name="Google Shape;714;p35">
            <a:extLst>
              <a:ext uri="{FF2B5EF4-FFF2-40B4-BE49-F238E27FC236}">
                <a16:creationId xmlns:a16="http://schemas.microsoft.com/office/drawing/2014/main" id="{BC0CEC9D-BBC5-B969-ACA3-8360701D015E}"/>
              </a:ext>
            </a:extLst>
          </p:cNvPr>
          <p:cNvSpPr txBox="1">
            <a:spLocks noGrp="1"/>
          </p:cNvSpPr>
          <p:nvPr>
            <p:ph type="title"/>
          </p:nvPr>
        </p:nvSpPr>
        <p:spPr>
          <a:xfrm>
            <a:off x="1413450"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Section A</a:t>
            </a:r>
            <a:endParaRPr/>
          </a:p>
        </p:txBody>
      </p:sp>
      <p:sp>
        <p:nvSpPr>
          <p:cNvPr id="715" name="Google Shape;715;p35">
            <a:extLst>
              <a:ext uri="{FF2B5EF4-FFF2-40B4-BE49-F238E27FC236}">
                <a16:creationId xmlns:a16="http://schemas.microsoft.com/office/drawing/2014/main" id="{CDD603B0-5F00-1BAE-50A1-E40E6EFCC876}"/>
              </a:ext>
            </a:extLst>
          </p:cNvPr>
          <p:cNvSpPr txBox="1">
            <a:spLocks noGrp="1"/>
          </p:cNvSpPr>
          <p:nvPr>
            <p:ph type="title" idx="2"/>
          </p:nvPr>
        </p:nvSpPr>
        <p:spPr>
          <a:xfrm>
            <a:off x="1413461"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716" name="Google Shape;716;p35">
            <a:extLst>
              <a:ext uri="{FF2B5EF4-FFF2-40B4-BE49-F238E27FC236}">
                <a16:creationId xmlns:a16="http://schemas.microsoft.com/office/drawing/2014/main" id="{0F950AA2-BC0C-4F0F-99B7-CD2D53376DA2}"/>
              </a:ext>
            </a:extLst>
          </p:cNvPr>
          <p:cNvSpPr txBox="1">
            <a:spLocks noGrp="1"/>
          </p:cNvSpPr>
          <p:nvPr>
            <p:ph type="subTitle" idx="1"/>
          </p:nvPr>
        </p:nvSpPr>
        <p:spPr>
          <a:xfrm>
            <a:off x="1544325"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Here you can describe the topic of the section</a:t>
            </a:r>
            <a:endParaRPr/>
          </a:p>
        </p:txBody>
      </p:sp>
      <p:grpSp>
        <p:nvGrpSpPr>
          <p:cNvPr id="717" name="Google Shape;717;p35">
            <a:extLst>
              <a:ext uri="{FF2B5EF4-FFF2-40B4-BE49-F238E27FC236}">
                <a16:creationId xmlns:a16="http://schemas.microsoft.com/office/drawing/2014/main" id="{42FE9F85-FBB9-F9D7-9663-22BC8CE46858}"/>
              </a:ext>
            </a:extLst>
          </p:cNvPr>
          <p:cNvGrpSpPr/>
          <p:nvPr/>
        </p:nvGrpSpPr>
        <p:grpSpPr>
          <a:xfrm flipH="1">
            <a:off x="4650766" y="1851100"/>
            <a:ext cx="2824598" cy="3090010"/>
            <a:chOff x="5072800" y="1574175"/>
            <a:chExt cx="1165600" cy="1275125"/>
          </a:xfrm>
        </p:grpSpPr>
        <p:sp>
          <p:nvSpPr>
            <p:cNvPr id="718" name="Google Shape;718;p35">
              <a:extLst>
                <a:ext uri="{FF2B5EF4-FFF2-40B4-BE49-F238E27FC236}">
                  <a16:creationId xmlns:a16="http://schemas.microsoft.com/office/drawing/2014/main" id="{668A0E4B-E241-477F-3794-1BE13F554000}"/>
                </a:ext>
              </a:extLst>
            </p:cNvPr>
            <p:cNvSpPr/>
            <p:nvPr/>
          </p:nvSpPr>
          <p:spPr>
            <a:xfrm>
              <a:off x="5087825" y="2414425"/>
              <a:ext cx="468850" cy="392825"/>
            </a:xfrm>
            <a:custGeom>
              <a:avLst/>
              <a:gdLst/>
              <a:ahLst/>
              <a:cxnLst/>
              <a:rect l="l" t="t" r="r" b="b"/>
              <a:pathLst>
                <a:path w="18754" h="15713" extrusionOk="0">
                  <a:moveTo>
                    <a:pt x="10978" y="0"/>
                  </a:moveTo>
                  <a:cubicBezTo>
                    <a:pt x="10219" y="0"/>
                    <a:pt x="9370" y="59"/>
                    <a:pt x="8420" y="187"/>
                  </a:cubicBezTo>
                  <a:cubicBezTo>
                    <a:pt x="5203" y="615"/>
                    <a:pt x="3102" y="3117"/>
                    <a:pt x="2144" y="5390"/>
                  </a:cubicBezTo>
                  <a:cubicBezTo>
                    <a:pt x="1187" y="7663"/>
                    <a:pt x="0" y="11551"/>
                    <a:pt x="2144" y="13695"/>
                  </a:cubicBezTo>
                  <a:cubicBezTo>
                    <a:pt x="3230" y="14795"/>
                    <a:pt x="5460" y="15309"/>
                    <a:pt x="7690" y="15538"/>
                  </a:cubicBezTo>
                  <a:cubicBezTo>
                    <a:pt x="8947" y="15671"/>
                    <a:pt x="10208" y="15712"/>
                    <a:pt x="11265" y="15712"/>
                  </a:cubicBezTo>
                  <a:cubicBezTo>
                    <a:pt x="12024" y="15712"/>
                    <a:pt x="12678" y="15691"/>
                    <a:pt x="13150" y="15667"/>
                  </a:cubicBezTo>
                  <a:cubicBezTo>
                    <a:pt x="13765" y="15638"/>
                    <a:pt x="14351" y="15581"/>
                    <a:pt x="14894" y="15496"/>
                  </a:cubicBezTo>
                  <a:cubicBezTo>
                    <a:pt x="16323" y="15252"/>
                    <a:pt x="17396" y="14795"/>
                    <a:pt x="17739" y="14009"/>
                  </a:cubicBezTo>
                  <a:cubicBezTo>
                    <a:pt x="18225" y="12923"/>
                    <a:pt x="18753" y="6790"/>
                    <a:pt x="17739" y="4303"/>
                  </a:cubicBezTo>
                  <a:cubicBezTo>
                    <a:pt x="16880" y="2157"/>
                    <a:pt x="15569" y="0"/>
                    <a:pt x="10978"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35">
              <a:extLst>
                <a:ext uri="{FF2B5EF4-FFF2-40B4-BE49-F238E27FC236}">
                  <a16:creationId xmlns:a16="http://schemas.microsoft.com/office/drawing/2014/main" id="{0BA45596-D84A-BD10-0CA9-DEF902FAF072}"/>
                </a:ext>
              </a:extLst>
            </p:cNvPr>
            <p:cNvSpPr/>
            <p:nvPr/>
          </p:nvSpPr>
          <p:spPr>
            <a:xfrm>
              <a:off x="5087825" y="2414425"/>
              <a:ext cx="468850" cy="388450"/>
            </a:xfrm>
            <a:custGeom>
              <a:avLst/>
              <a:gdLst/>
              <a:ahLst/>
              <a:cxnLst/>
              <a:rect l="l" t="t" r="r" b="b"/>
              <a:pathLst>
                <a:path w="18754" h="15538" extrusionOk="0">
                  <a:moveTo>
                    <a:pt x="10978" y="0"/>
                  </a:moveTo>
                  <a:cubicBezTo>
                    <a:pt x="10219" y="0"/>
                    <a:pt x="9370" y="59"/>
                    <a:pt x="8420" y="187"/>
                  </a:cubicBezTo>
                  <a:cubicBezTo>
                    <a:pt x="5203" y="615"/>
                    <a:pt x="3102" y="3117"/>
                    <a:pt x="2144" y="5390"/>
                  </a:cubicBezTo>
                  <a:cubicBezTo>
                    <a:pt x="1187" y="7663"/>
                    <a:pt x="0" y="11551"/>
                    <a:pt x="2144" y="13695"/>
                  </a:cubicBezTo>
                  <a:cubicBezTo>
                    <a:pt x="3230" y="14795"/>
                    <a:pt x="5460" y="15309"/>
                    <a:pt x="7690" y="15538"/>
                  </a:cubicBezTo>
                  <a:cubicBezTo>
                    <a:pt x="6104" y="12565"/>
                    <a:pt x="5546" y="9063"/>
                    <a:pt x="6146" y="5747"/>
                  </a:cubicBezTo>
                  <a:cubicBezTo>
                    <a:pt x="6361" y="4589"/>
                    <a:pt x="6790" y="3346"/>
                    <a:pt x="7833" y="2803"/>
                  </a:cubicBezTo>
                  <a:cubicBezTo>
                    <a:pt x="8448" y="2489"/>
                    <a:pt x="9177" y="2474"/>
                    <a:pt x="9877" y="2474"/>
                  </a:cubicBezTo>
                  <a:cubicBezTo>
                    <a:pt x="10949" y="2474"/>
                    <a:pt x="12035" y="2460"/>
                    <a:pt x="13122" y="2460"/>
                  </a:cubicBezTo>
                  <a:cubicBezTo>
                    <a:pt x="13479" y="2460"/>
                    <a:pt x="13865" y="2460"/>
                    <a:pt x="14165" y="2631"/>
                  </a:cubicBezTo>
                  <a:cubicBezTo>
                    <a:pt x="14637" y="2902"/>
                    <a:pt x="14823" y="3446"/>
                    <a:pt x="14937" y="3960"/>
                  </a:cubicBezTo>
                  <a:cubicBezTo>
                    <a:pt x="15623" y="7105"/>
                    <a:pt x="14379" y="11751"/>
                    <a:pt x="14894" y="15496"/>
                  </a:cubicBezTo>
                  <a:cubicBezTo>
                    <a:pt x="16323" y="15252"/>
                    <a:pt x="17396" y="14795"/>
                    <a:pt x="17739" y="14009"/>
                  </a:cubicBezTo>
                  <a:cubicBezTo>
                    <a:pt x="18225" y="12923"/>
                    <a:pt x="18753" y="6790"/>
                    <a:pt x="17739" y="4303"/>
                  </a:cubicBezTo>
                  <a:cubicBezTo>
                    <a:pt x="16880" y="2157"/>
                    <a:pt x="15569" y="0"/>
                    <a:pt x="1097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35">
              <a:extLst>
                <a:ext uri="{FF2B5EF4-FFF2-40B4-BE49-F238E27FC236}">
                  <a16:creationId xmlns:a16="http://schemas.microsoft.com/office/drawing/2014/main" id="{4274B789-8798-D077-1F58-CB0919ADEAFF}"/>
                </a:ext>
              </a:extLst>
            </p:cNvPr>
            <p:cNvSpPr/>
            <p:nvPr/>
          </p:nvSpPr>
          <p:spPr>
            <a:xfrm>
              <a:off x="5722825" y="2132950"/>
              <a:ext cx="120425" cy="105100"/>
            </a:xfrm>
            <a:custGeom>
              <a:avLst/>
              <a:gdLst/>
              <a:ahLst/>
              <a:cxnLst/>
              <a:rect l="l" t="t" r="r" b="b"/>
              <a:pathLst>
                <a:path w="4817" h="4204" extrusionOk="0">
                  <a:moveTo>
                    <a:pt x="3102" y="0"/>
                  </a:moveTo>
                  <a:cubicBezTo>
                    <a:pt x="2875" y="0"/>
                    <a:pt x="2659" y="106"/>
                    <a:pt x="2316" y="254"/>
                  </a:cubicBezTo>
                  <a:cubicBezTo>
                    <a:pt x="1687" y="540"/>
                    <a:pt x="658" y="1055"/>
                    <a:pt x="658" y="1055"/>
                  </a:cubicBezTo>
                  <a:cubicBezTo>
                    <a:pt x="0" y="2384"/>
                    <a:pt x="315" y="4070"/>
                    <a:pt x="315" y="4070"/>
                  </a:cubicBezTo>
                  <a:cubicBezTo>
                    <a:pt x="915" y="4171"/>
                    <a:pt x="1450" y="4204"/>
                    <a:pt x="1897" y="4204"/>
                  </a:cubicBezTo>
                  <a:cubicBezTo>
                    <a:pt x="2790" y="4204"/>
                    <a:pt x="3330" y="4070"/>
                    <a:pt x="3330" y="4070"/>
                  </a:cubicBezTo>
                  <a:lnTo>
                    <a:pt x="3116" y="1026"/>
                  </a:lnTo>
                  <a:lnTo>
                    <a:pt x="3116" y="1026"/>
                  </a:lnTo>
                  <a:cubicBezTo>
                    <a:pt x="3116" y="1026"/>
                    <a:pt x="3578" y="1497"/>
                    <a:pt x="3996" y="1497"/>
                  </a:cubicBezTo>
                  <a:cubicBezTo>
                    <a:pt x="4132" y="1497"/>
                    <a:pt x="4264" y="1446"/>
                    <a:pt x="4374" y="1312"/>
                  </a:cubicBezTo>
                  <a:cubicBezTo>
                    <a:pt x="4816" y="754"/>
                    <a:pt x="4402" y="655"/>
                    <a:pt x="3774" y="254"/>
                  </a:cubicBezTo>
                  <a:cubicBezTo>
                    <a:pt x="3488" y="73"/>
                    <a:pt x="3291" y="0"/>
                    <a:pt x="31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35">
              <a:extLst>
                <a:ext uri="{FF2B5EF4-FFF2-40B4-BE49-F238E27FC236}">
                  <a16:creationId xmlns:a16="http://schemas.microsoft.com/office/drawing/2014/main" id="{8694BC4D-5CB0-940E-C498-020AF9E51B5F}"/>
                </a:ext>
              </a:extLst>
            </p:cNvPr>
            <p:cNvSpPr/>
            <p:nvPr/>
          </p:nvSpPr>
          <p:spPr>
            <a:xfrm>
              <a:off x="5787125" y="2149650"/>
              <a:ext cx="38250" cy="82200"/>
            </a:xfrm>
            <a:custGeom>
              <a:avLst/>
              <a:gdLst/>
              <a:ahLst/>
              <a:cxnLst/>
              <a:rect l="l" t="t" r="r" b="b"/>
              <a:pathLst>
                <a:path w="1530" h="3288" extrusionOk="0">
                  <a:moveTo>
                    <a:pt x="773" y="0"/>
                  </a:moveTo>
                  <a:cubicBezTo>
                    <a:pt x="344" y="0"/>
                    <a:pt x="1" y="744"/>
                    <a:pt x="1" y="1645"/>
                  </a:cubicBezTo>
                  <a:cubicBezTo>
                    <a:pt x="1" y="2560"/>
                    <a:pt x="344" y="3288"/>
                    <a:pt x="773" y="3288"/>
                  </a:cubicBezTo>
                  <a:cubicBezTo>
                    <a:pt x="1187" y="3288"/>
                    <a:pt x="1530" y="2560"/>
                    <a:pt x="1530" y="1645"/>
                  </a:cubicBezTo>
                  <a:cubicBezTo>
                    <a:pt x="1530" y="744"/>
                    <a:pt x="1187" y="0"/>
                    <a:pt x="7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35">
              <a:extLst>
                <a:ext uri="{FF2B5EF4-FFF2-40B4-BE49-F238E27FC236}">
                  <a16:creationId xmlns:a16="http://schemas.microsoft.com/office/drawing/2014/main" id="{580BDB20-8C59-A514-F00C-1C97DD12469E}"/>
                </a:ext>
              </a:extLst>
            </p:cNvPr>
            <p:cNvSpPr/>
            <p:nvPr/>
          </p:nvSpPr>
          <p:spPr>
            <a:xfrm>
              <a:off x="5743875" y="2132875"/>
              <a:ext cx="92950" cy="105425"/>
            </a:xfrm>
            <a:custGeom>
              <a:avLst/>
              <a:gdLst/>
              <a:ahLst/>
              <a:cxnLst/>
              <a:rect l="l" t="t" r="r" b="b"/>
              <a:pathLst>
                <a:path w="3718" h="4217" extrusionOk="0">
                  <a:moveTo>
                    <a:pt x="1" y="0"/>
                  </a:moveTo>
                  <a:lnTo>
                    <a:pt x="1" y="4216"/>
                  </a:lnTo>
                  <a:lnTo>
                    <a:pt x="3717" y="4216"/>
                  </a:lnTo>
                  <a:lnTo>
                    <a:pt x="3717" y="0"/>
                  </a:lnTo>
                  <a:close/>
                </a:path>
              </a:pathLst>
            </a:custGeom>
            <a:solidFill>
              <a:srgbClr val="E08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35">
              <a:extLst>
                <a:ext uri="{FF2B5EF4-FFF2-40B4-BE49-F238E27FC236}">
                  <a16:creationId xmlns:a16="http://schemas.microsoft.com/office/drawing/2014/main" id="{03AF5495-31B4-3722-B845-7DA7AC216405}"/>
                </a:ext>
              </a:extLst>
            </p:cNvPr>
            <p:cNvSpPr/>
            <p:nvPr/>
          </p:nvSpPr>
          <p:spPr>
            <a:xfrm>
              <a:off x="5787125" y="2149650"/>
              <a:ext cx="38250" cy="82200"/>
            </a:xfrm>
            <a:custGeom>
              <a:avLst/>
              <a:gdLst/>
              <a:ahLst/>
              <a:cxnLst/>
              <a:rect l="l" t="t" r="r" b="b"/>
              <a:pathLst>
                <a:path w="1530" h="3288" extrusionOk="0">
                  <a:moveTo>
                    <a:pt x="1530" y="1601"/>
                  </a:moveTo>
                  <a:lnTo>
                    <a:pt x="1430" y="2459"/>
                  </a:lnTo>
                  <a:cubicBezTo>
                    <a:pt x="1487" y="2216"/>
                    <a:pt x="1530" y="1944"/>
                    <a:pt x="1530" y="1645"/>
                  </a:cubicBezTo>
                  <a:lnTo>
                    <a:pt x="1530" y="1601"/>
                  </a:lnTo>
                  <a:close/>
                  <a:moveTo>
                    <a:pt x="773" y="0"/>
                  </a:moveTo>
                  <a:cubicBezTo>
                    <a:pt x="344" y="0"/>
                    <a:pt x="1" y="744"/>
                    <a:pt x="1" y="1645"/>
                  </a:cubicBezTo>
                  <a:cubicBezTo>
                    <a:pt x="1" y="2531"/>
                    <a:pt x="329" y="3259"/>
                    <a:pt x="744" y="3288"/>
                  </a:cubicBezTo>
                  <a:lnTo>
                    <a:pt x="786" y="3288"/>
                  </a:lnTo>
                  <a:lnTo>
                    <a:pt x="1001" y="72"/>
                  </a:lnTo>
                  <a:cubicBezTo>
                    <a:pt x="929" y="29"/>
                    <a:pt x="844" y="0"/>
                    <a:pt x="773" y="0"/>
                  </a:cubicBezTo>
                  <a:close/>
                </a:path>
              </a:pathLst>
            </a:custGeom>
            <a:solidFill>
              <a:srgbClr val="E08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35">
              <a:extLst>
                <a:ext uri="{FF2B5EF4-FFF2-40B4-BE49-F238E27FC236}">
                  <a16:creationId xmlns:a16="http://schemas.microsoft.com/office/drawing/2014/main" id="{110F471D-4765-6CD3-6D3D-E925E6ABE93D}"/>
                </a:ext>
              </a:extLst>
            </p:cNvPr>
            <p:cNvSpPr/>
            <p:nvPr/>
          </p:nvSpPr>
          <p:spPr>
            <a:xfrm>
              <a:off x="5783900" y="2092125"/>
              <a:ext cx="52925" cy="181150"/>
            </a:xfrm>
            <a:custGeom>
              <a:avLst/>
              <a:gdLst/>
              <a:ahLst/>
              <a:cxnLst/>
              <a:rect l="l" t="t" r="r" b="b"/>
              <a:pathLst>
                <a:path w="2117" h="7246" extrusionOk="0">
                  <a:moveTo>
                    <a:pt x="1287" y="1"/>
                  </a:moveTo>
                  <a:lnTo>
                    <a:pt x="858" y="6304"/>
                  </a:lnTo>
                  <a:cubicBezTo>
                    <a:pt x="858" y="6304"/>
                    <a:pt x="1" y="6461"/>
                    <a:pt x="229" y="6961"/>
                  </a:cubicBezTo>
                  <a:cubicBezTo>
                    <a:pt x="307" y="7132"/>
                    <a:pt x="408" y="7198"/>
                    <a:pt x="512" y="7198"/>
                  </a:cubicBezTo>
                  <a:cubicBezTo>
                    <a:pt x="712" y="7198"/>
                    <a:pt x="921" y="6950"/>
                    <a:pt x="988" y="6732"/>
                  </a:cubicBezTo>
                  <a:cubicBezTo>
                    <a:pt x="988" y="6732"/>
                    <a:pt x="1212" y="7246"/>
                    <a:pt x="1513" y="7246"/>
                  </a:cubicBezTo>
                  <a:cubicBezTo>
                    <a:pt x="1560" y="7246"/>
                    <a:pt x="1609" y="7233"/>
                    <a:pt x="1659" y="7205"/>
                  </a:cubicBezTo>
                  <a:cubicBezTo>
                    <a:pt x="2030" y="6990"/>
                    <a:pt x="1744" y="6504"/>
                    <a:pt x="1373" y="6389"/>
                  </a:cubicBezTo>
                  <a:lnTo>
                    <a:pt x="2116" y="1"/>
                  </a:lnTo>
                  <a:close/>
                </a:path>
              </a:pathLst>
            </a:custGeom>
            <a:solidFill>
              <a:srgbClr val="FCD9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35">
              <a:extLst>
                <a:ext uri="{FF2B5EF4-FFF2-40B4-BE49-F238E27FC236}">
                  <a16:creationId xmlns:a16="http://schemas.microsoft.com/office/drawing/2014/main" id="{150CC8A6-64EF-41C4-2161-144906D3C9E0}"/>
                </a:ext>
              </a:extLst>
            </p:cNvPr>
            <p:cNvSpPr/>
            <p:nvPr/>
          </p:nvSpPr>
          <p:spPr>
            <a:xfrm>
              <a:off x="5785000" y="1978800"/>
              <a:ext cx="101125" cy="153075"/>
            </a:xfrm>
            <a:custGeom>
              <a:avLst/>
              <a:gdLst/>
              <a:ahLst/>
              <a:cxnLst/>
              <a:rect l="l" t="t" r="r" b="b"/>
              <a:pathLst>
                <a:path w="4045" h="6123" extrusionOk="0">
                  <a:moveTo>
                    <a:pt x="2013" y="1"/>
                  </a:moveTo>
                  <a:cubicBezTo>
                    <a:pt x="1057" y="1"/>
                    <a:pt x="0" y="821"/>
                    <a:pt x="0" y="2175"/>
                  </a:cubicBezTo>
                  <a:cubicBezTo>
                    <a:pt x="0" y="4162"/>
                    <a:pt x="715" y="4677"/>
                    <a:pt x="801" y="4833"/>
                  </a:cubicBezTo>
                  <a:cubicBezTo>
                    <a:pt x="929" y="5077"/>
                    <a:pt x="300" y="5834"/>
                    <a:pt x="600" y="5877"/>
                  </a:cubicBezTo>
                  <a:cubicBezTo>
                    <a:pt x="608" y="5878"/>
                    <a:pt x="615" y="5878"/>
                    <a:pt x="621" y="5878"/>
                  </a:cubicBezTo>
                  <a:cubicBezTo>
                    <a:pt x="753" y="5878"/>
                    <a:pt x="847" y="5757"/>
                    <a:pt x="929" y="5634"/>
                  </a:cubicBezTo>
                  <a:cubicBezTo>
                    <a:pt x="1006" y="5504"/>
                    <a:pt x="1060" y="5387"/>
                    <a:pt x="1112" y="5387"/>
                  </a:cubicBezTo>
                  <a:cubicBezTo>
                    <a:pt x="1118" y="5387"/>
                    <a:pt x="1123" y="5389"/>
                    <a:pt x="1129" y="5391"/>
                  </a:cubicBezTo>
                  <a:cubicBezTo>
                    <a:pt x="1229" y="5434"/>
                    <a:pt x="1144" y="6063"/>
                    <a:pt x="1357" y="6120"/>
                  </a:cubicBezTo>
                  <a:cubicBezTo>
                    <a:pt x="1364" y="6122"/>
                    <a:pt x="1371" y="6123"/>
                    <a:pt x="1378" y="6123"/>
                  </a:cubicBezTo>
                  <a:cubicBezTo>
                    <a:pt x="1571" y="6123"/>
                    <a:pt x="1762" y="5362"/>
                    <a:pt x="1887" y="5334"/>
                  </a:cubicBezTo>
                  <a:cubicBezTo>
                    <a:pt x="1890" y="5333"/>
                    <a:pt x="1892" y="5333"/>
                    <a:pt x="1895" y="5333"/>
                  </a:cubicBezTo>
                  <a:cubicBezTo>
                    <a:pt x="1948" y="5333"/>
                    <a:pt x="1989" y="5469"/>
                    <a:pt x="2044" y="5605"/>
                  </a:cubicBezTo>
                  <a:cubicBezTo>
                    <a:pt x="2098" y="5728"/>
                    <a:pt x="2178" y="5864"/>
                    <a:pt x="2284" y="5864"/>
                  </a:cubicBezTo>
                  <a:cubicBezTo>
                    <a:pt x="2290" y="5864"/>
                    <a:pt x="2295" y="5863"/>
                    <a:pt x="2301" y="5862"/>
                  </a:cubicBezTo>
                  <a:cubicBezTo>
                    <a:pt x="2558" y="5834"/>
                    <a:pt x="2358" y="5262"/>
                    <a:pt x="2358" y="5091"/>
                  </a:cubicBezTo>
                  <a:cubicBezTo>
                    <a:pt x="2358" y="4963"/>
                    <a:pt x="2558" y="4791"/>
                    <a:pt x="2873" y="4433"/>
                  </a:cubicBezTo>
                  <a:cubicBezTo>
                    <a:pt x="3002" y="4290"/>
                    <a:pt x="3145" y="4105"/>
                    <a:pt x="3316" y="3876"/>
                  </a:cubicBezTo>
                  <a:cubicBezTo>
                    <a:pt x="3859" y="3133"/>
                    <a:pt x="4045" y="1775"/>
                    <a:pt x="3158" y="560"/>
                  </a:cubicBezTo>
                  <a:cubicBezTo>
                    <a:pt x="3015" y="360"/>
                    <a:pt x="2815" y="202"/>
                    <a:pt x="2602" y="117"/>
                  </a:cubicBezTo>
                  <a:cubicBezTo>
                    <a:pt x="2417" y="38"/>
                    <a:pt x="2217" y="1"/>
                    <a:pt x="2013"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35">
              <a:extLst>
                <a:ext uri="{FF2B5EF4-FFF2-40B4-BE49-F238E27FC236}">
                  <a16:creationId xmlns:a16="http://schemas.microsoft.com/office/drawing/2014/main" id="{F26AE90A-3EE7-EEDA-F37A-49C3CBA20413}"/>
                </a:ext>
              </a:extLst>
            </p:cNvPr>
            <p:cNvSpPr/>
            <p:nvPr/>
          </p:nvSpPr>
          <p:spPr>
            <a:xfrm>
              <a:off x="5840025" y="2004575"/>
              <a:ext cx="27525" cy="47550"/>
            </a:xfrm>
            <a:custGeom>
              <a:avLst/>
              <a:gdLst/>
              <a:ahLst/>
              <a:cxnLst/>
              <a:rect l="l" t="t" r="r" b="b"/>
              <a:pathLst>
                <a:path w="1101" h="1902" extrusionOk="0">
                  <a:moveTo>
                    <a:pt x="529" y="0"/>
                  </a:moveTo>
                  <a:cubicBezTo>
                    <a:pt x="0" y="86"/>
                    <a:pt x="86" y="972"/>
                    <a:pt x="100" y="1344"/>
                  </a:cubicBezTo>
                  <a:cubicBezTo>
                    <a:pt x="115" y="1530"/>
                    <a:pt x="143" y="1730"/>
                    <a:pt x="286" y="1830"/>
                  </a:cubicBezTo>
                  <a:cubicBezTo>
                    <a:pt x="343" y="1887"/>
                    <a:pt x="414" y="1902"/>
                    <a:pt x="500" y="1902"/>
                  </a:cubicBezTo>
                  <a:cubicBezTo>
                    <a:pt x="643" y="1902"/>
                    <a:pt x="801" y="1830"/>
                    <a:pt x="900" y="1702"/>
                  </a:cubicBezTo>
                  <a:cubicBezTo>
                    <a:pt x="1043" y="1515"/>
                    <a:pt x="1072" y="1273"/>
                    <a:pt x="1087" y="1029"/>
                  </a:cubicBezTo>
                  <a:cubicBezTo>
                    <a:pt x="1100" y="686"/>
                    <a:pt x="1087" y="0"/>
                    <a:pt x="601" y="0"/>
                  </a:cubicBezTo>
                  <a:close/>
                </a:path>
              </a:pathLst>
            </a:custGeom>
            <a:solidFill>
              <a:srgbClr val="AE79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35">
              <a:extLst>
                <a:ext uri="{FF2B5EF4-FFF2-40B4-BE49-F238E27FC236}">
                  <a16:creationId xmlns:a16="http://schemas.microsoft.com/office/drawing/2014/main" id="{FE7A835E-E651-69D9-07BB-CFD14C46BBF6}"/>
                </a:ext>
              </a:extLst>
            </p:cNvPr>
            <p:cNvSpPr/>
            <p:nvPr/>
          </p:nvSpPr>
          <p:spPr>
            <a:xfrm>
              <a:off x="5785000" y="1978850"/>
              <a:ext cx="71825" cy="152950"/>
            </a:xfrm>
            <a:custGeom>
              <a:avLst/>
              <a:gdLst/>
              <a:ahLst/>
              <a:cxnLst/>
              <a:rect l="l" t="t" r="r" b="b"/>
              <a:pathLst>
                <a:path w="2873" h="6118" extrusionOk="0">
                  <a:moveTo>
                    <a:pt x="2015" y="0"/>
                  </a:moveTo>
                  <a:cubicBezTo>
                    <a:pt x="1058" y="0"/>
                    <a:pt x="0" y="815"/>
                    <a:pt x="0" y="2173"/>
                  </a:cubicBezTo>
                  <a:cubicBezTo>
                    <a:pt x="0" y="4160"/>
                    <a:pt x="715" y="4675"/>
                    <a:pt x="801" y="4831"/>
                  </a:cubicBezTo>
                  <a:cubicBezTo>
                    <a:pt x="814" y="4860"/>
                    <a:pt x="814" y="4875"/>
                    <a:pt x="814" y="4903"/>
                  </a:cubicBezTo>
                  <a:cubicBezTo>
                    <a:pt x="814" y="5146"/>
                    <a:pt x="515" y="5589"/>
                    <a:pt x="515" y="5775"/>
                  </a:cubicBezTo>
                  <a:cubicBezTo>
                    <a:pt x="515" y="5832"/>
                    <a:pt x="528" y="5875"/>
                    <a:pt x="600" y="5875"/>
                  </a:cubicBezTo>
                  <a:lnTo>
                    <a:pt x="614" y="5875"/>
                  </a:lnTo>
                  <a:cubicBezTo>
                    <a:pt x="757" y="5875"/>
                    <a:pt x="858" y="5761"/>
                    <a:pt x="929" y="5632"/>
                  </a:cubicBezTo>
                  <a:cubicBezTo>
                    <a:pt x="1014" y="5504"/>
                    <a:pt x="1072" y="5389"/>
                    <a:pt x="1115" y="5389"/>
                  </a:cubicBezTo>
                  <a:lnTo>
                    <a:pt x="1129" y="5389"/>
                  </a:lnTo>
                  <a:cubicBezTo>
                    <a:pt x="1229" y="5432"/>
                    <a:pt x="1144" y="6061"/>
                    <a:pt x="1357" y="6118"/>
                  </a:cubicBezTo>
                  <a:lnTo>
                    <a:pt x="1372" y="6118"/>
                  </a:lnTo>
                  <a:cubicBezTo>
                    <a:pt x="1572" y="6118"/>
                    <a:pt x="1758" y="5361"/>
                    <a:pt x="1887" y="5332"/>
                  </a:cubicBezTo>
                  <a:cubicBezTo>
                    <a:pt x="1958" y="5332"/>
                    <a:pt x="2001" y="5460"/>
                    <a:pt x="2044" y="5603"/>
                  </a:cubicBezTo>
                  <a:cubicBezTo>
                    <a:pt x="2101" y="5732"/>
                    <a:pt x="2173" y="5860"/>
                    <a:pt x="2287" y="5860"/>
                  </a:cubicBezTo>
                  <a:lnTo>
                    <a:pt x="2301" y="5860"/>
                  </a:lnTo>
                  <a:cubicBezTo>
                    <a:pt x="2401" y="5847"/>
                    <a:pt x="2430" y="5761"/>
                    <a:pt x="2430" y="5647"/>
                  </a:cubicBezTo>
                  <a:cubicBezTo>
                    <a:pt x="2430" y="5447"/>
                    <a:pt x="2358" y="5189"/>
                    <a:pt x="2358" y="5089"/>
                  </a:cubicBezTo>
                  <a:cubicBezTo>
                    <a:pt x="2358" y="4961"/>
                    <a:pt x="2558" y="4789"/>
                    <a:pt x="2873" y="4431"/>
                  </a:cubicBezTo>
                  <a:cubicBezTo>
                    <a:pt x="2444" y="4417"/>
                    <a:pt x="2001" y="4417"/>
                    <a:pt x="1658" y="4202"/>
                  </a:cubicBezTo>
                  <a:cubicBezTo>
                    <a:pt x="1100" y="3874"/>
                    <a:pt x="944" y="3131"/>
                    <a:pt x="986" y="2487"/>
                  </a:cubicBezTo>
                  <a:cubicBezTo>
                    <a:pt x="1043" y="1744"/>
                    <a:pt x="1344" y="972"/>
                    <a:pt x="1929" y="486"/>
                  </a:cubicBezTo>
                  <a:cubicBezTo>
                    <a:pt x="2144" y="301"/>
                    <a:pt x="2373" y="187"/>
                    <a:pt x="2602" y="115"/>
                  </a:cubicBezTo>
                  <a:cubicBezTo>
                    <a:pt x="2415" y="44"/>
                    <a:pt x="2215" y="0"/>
                    <a:pt x="2015" y="0"/>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35">
              <a:extLst>
                <a:ext uri="{FF2B5EF4-FFF2-40B4-BE49-F238E27FC236}">
                  <a16:creationId xmlns:a16="http://schemas.microsoft.com/office/drawing/2014/main" id="{7AEFC25C-7BB5-0735-3342-ECE9568AFCF4}"/>
                </a:ext>
              </a:extLst>
            </p:cNvPr>
            <p:cNvSpPr/>
            <p:nvPr/>
          </p:nvSpPr>
          <p:spPr>
            <a:xfrm>
              <a:off x="5796425" y="2175850"/>
              <a:ext cx="61475" cy="42725"/>
            </a:xfrm>
            <a:custGeom>
              <a:avLst/>
              <a:gdLst/>
              <a:ahLst/>
              <a:cxnLst/>
              <a:rect l="l" t="t" r="r" b="b"/>
              <a:pathLst>
                <a:path w="2459" h="1709" extrusionOk="0">
                  <a:moveTo>
                    <a:pt x="1802" y="1"/>
                  </a:moveTo>
                  <a:cubicBezTo>
                    <a:pt x="1538" y="1"/>
                    <a:pt x="1226" y="198"/>
                    <a:pt x="1001" y="382"/>
                  </a:cubicBezTo>
                  <a:cubicBezTo>
                    <a:pt x="601" y="696"/>
                    <a:pt x="1" y="625"/>
                    <a:pt x="43" y="1311"/>
                  </a:cubicBezTo>
                  <a:cubicBezTo>
                    <a:pt x="62" y="1584"/>
                    <a:pt x="328" y="1708"/>
                    <a:pt x="643" y="1708"/>
                  </a:cubicBezTo>
                  <a:cubicBezTo>
                    <a:pt x="806" y="1708"/>
                    <a:pt x="983" y="1675"/>
                    <a:pt x="1144" y="1611"/>
                  </a:cubicBezTo>
                  <a:cubicBezTo>
                    <a:pt x="1615" y="1426"/>
                    <a:pt x="2459" y="1068"/>
                    <a:pt x="2244" y="382"/>
                  </a:cubicBezTo>
                  <a:cubicBezTo>
                    <a:pt x="2155" y="102"/>
                    <a:pt x="1991" y="1"/>
                    <a:pt x="180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35">
              <a:extLst>
                <a:ext uri="{FF2B5EF4-FFF2-40B4-BE49-F238E27FC236}">
                  <a16:creationId xmlns:a16="http://schemas.microsoft.com/office/drawing/2014/main" id="{1D417BBF-4ADC-A64B-18CA-6D9C4B719E10}"/>
                </a:ext>
              </a:extLst>
            </p:cNvPr>
            <p:cNvSpPr/>
            <p:nvPr/>
          </p:nvSpPr>
          <p:spPr>
            <a:xfrm>
              <a:off x="5796425" y="2203025"/>
              <a:ext cx="61475" cy="42700"/>
            </a:xfrm>
            <a:custGeom>
              <a:avLst/>
              <a:gdLst/>
              <a:ahLst/>
              <a:cxnLst/>
              <a:rect l="l" t="t" r="r" b="b"/>
              <a:pathLst>
                <a:path w="2459" h="1708" extrusionOk="0">
                  <a:moveTo>
                    <a:pt x="1802" y="0"/>
                  </a:moveTo>
                  <a:cubicBezTo>
                    <a:pt x="1538" y="0"/>
                    <a:pt x="1226" y="198"/>
                    <a:pt x="1001" y="381"/>
                  </a:cubicBezTo>
                  <a:cubicBezTo>
                    <a:pt x="601" y="710"/>
                    <a:pt x="1" y="625"/>
                    <a:pt x="43" y="1311"/>
                  </a:cubicBezTo>
                  <a:cubicBezTo>
                    <a:pt x="62" y="1583"/>
                    <a:pt x="328" y="1708"/>
                    <a:pt x="643" y="1708"/>
                  </a:cubicBezTo>
                  <a:cubicBezTo>
                    <a:pt x="806" y="1708"/>
                    <a:pt x="983" y="1674"/>
                    <a:pt x="1144" y="1610"/>
                  </a:cubicBezTo>
                  <a:cubicBezTo>
                    <a:pt x="1615" y="1425"/>
                    <a:pt x="2459" y="1067"/>
                    <a:pt x="2244" y="381"/>
                  </a:cubicBezTo>
                  <a:cubicBezTo>
                    <a:pt x="2155" y="101"/>
                    <a:pt x="1991" y="0"/>
                    <a:pt x="18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35">
              <a:extLst>
                <a:ext uri="{FF2B5EF4-FFF2-40B4-BE49-F238E27FC236}">
                  <a16:creationId xmlns:a16="http://schemas.microsoft.com/office/drawing/2014/main" id="{0309C3D5-FD1D-9EA4-BF72-FD2B65FEDD23}"/>
                </a:ext>
              </a:extLst>
            </p:cNvPr>
            <p:cNvSpPr/>
            <p:nvPr/>
          </p:nvSpPr>
          <p:spPr>
            <a:xfrm>
              <a:off x="5794625" y="2150225"/>
              <a:ext cx="61150" cy="42950"/>
            </a:xfrm>
            <a:custGeom>
              <a:avLst/>
              <a:gdLst/>
              <a:ahLst/>
              <a:cxnLst/>
              <a:rect l="l" t="t" r="r" b="b"/>
              <a:pathLst>
                <a:path w="2446" h="1718" extrusionOk="0">
                  <a:moveTo>
                    <a:pt x="1786" y="1"/>
                  </a:moveTo>
                  <a:cubicBezTo>
                    <a:pt x="1522" y="1"/>
                    <a:pt x="1211" y="201"/>
                    <a:pt x="987" y="393"/>
                  </a:cubicBezTo>
                  <a:cubicBezTo>
                    <a:pt x="601" y="707"/>
                    <a:pt x="0" y="621"/>
                    <a:pt x="29" y="1307"/>
                  </a:cubicBezTo>
                  <a:cubicBezTo>
                    <a:pt x="48" y="1591"/>
                    <a:pt x="317" y="1718"/>
                    <a:pt x="633" y="1718"/>
                  </a:cubicBezTo>
                  <a:cubicBezTo>
                    <a:pt x="796" y="1718"/>
                    <a:pt x="970" y="1685"/>
                    <a:pt x="1130" y="1622"/>
                  </a:cubicBezTo>
                  <a:cubicBezTo>
                    <a:pt x="1601" y="1435"/>
                    <a:pt x="2445" y="1064"/>
                    <a:pt x="2230" y="393"/>
                  </a:cubicBezTo>
                  <a:cubicBezTo>
                    <a:pt x="2141" y="105"/>
                    <a:pt x="1976" y="1"/>
                    <a:pt x="178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35">
              <a:extLst>
                <a:ext uri="{FF2B5EF4-FFF2-40B4-BE49-F238E27FC236}">
                  <a16:creationId xmlns:a16="http://schemas.microsoft.com/office/drawing/2014/main" id="{788861D7-20E3-1E6F-A32F-A3029D08A804}"/>
                </a:ext>
              </a:extLst>
            </p:cNvPr>
            <p:cNvSpPr/>
            <p:nvPr/>
          </p:nvSpPr>
          <p:spPr>
            <a:xfrm>
              <a:off x="5579500" y="1867350"/>
              <a:ext cx="195850" cy="396650"/>
            </a:xfrm>
            <a:custGeom>
              <a:avLst/>
              <a:gdLst/>
              <a:ahLst/>
              <a:cxnLst/>
              <a:rect l="l" t="t" r="r" b="b"/>
              <a:pathLst>
                <a:path w="7834" h="15866" extrusionOk="0">
                  <a:moveTo>
                    <a:pt x="130" y="1"/>
                  </a:moveTo>
                  <a:lnTo>
                    <a:pt x="130" y="1"/>
                  </a:lnTo>
                  <a:cubicBezTo>
                    <a:pt x="130" y="1"/>
                    <a:pt x="759" y="1445"/>
                    <a:pt x="1131" y="4117"/>
                  </a:cubicBezTo>
                  <a:cubicBezTo>
                    <a:pt x="1487" y="6791"/>
                    <a:pt x="515" y="9706"/>
                    <a:pt x="230" y="12737"/>
                  </a:cubicBezTo>
                  <a:cubicBezTo>
                    <a:pt x="0" y="15157"/>
                    <a:pt x="959" y="15865"/>
                    <a:pt x="2293" y="15865"/>
                  </a:cubicBezTo>
                  <a:cubicBezTo>
                    <a:pt x="2621" y="15865"/>
                    <a:pt x="2971" y="15823"/>
                    <a:pt x="3332" y="15752"/>
                  </a:cubicBezTo>
                  <a:cubicBezTo>
                    <a:pt x="3942" y="15638"/>
                    <a:pt x="4602" y="15600"/>
                    <a:pt x="5212" y="15600"/>
                  </a:cubicBezTo>
                  <a:cubicBezTo>
                    <a:pt x="6432" y="15600"/>
                    <a:pt x="7448" y="15752"/>
                    <a:pt x="7448" y="15752"/>
                  </a:cubicBezTo>
                  <a:cubicBezTo>
                    <a:pt x="7134" y="15195"/>
                    <a:pt x="6576" y="15052"/>
                    <a:pt x="6576" y="15052"/>
                  </a:cubicBezTo>
                  <a:cubicBezTo>
                    <a:pt x="6705" y="15009"/>
                    <a:pt x="6862" y="14923"/>
                    <a:pt x="7005" y="14837"/>
                  </a:cubicBezTo>
                  <a:cubicBezTo>
                    <a:pt x="7262" y="14681"/>
                    <a:pt x="7491" y="14523"/>
                    <a:pt x="7491" y="14523"/>
                  </a:cubicBezTo>
                  <a:cubicBezTo>
                    <a:pt x="6962" y="14208"/>
                    <a:pt x="6576" y="13766"/>
                    <a:pt x="6576" y="13766"/>
                  </a:cubicBezTo>
                  <a:cubicBezTo>
                    <a:pt x="7162" y="13608"/>
                    <a:pt x="7834" y="12937"/>
                    <a:pt x="7834" y="12937"/>
                  </a:cubicBezTo>
                  <a:cubicBezTo>
                    <a:pt x="7233" y="12693"/>
                    <a:pt x="6576" y="12207"/>
                    <a:pt x="6576" y="12207"/>
                  </a:cubicBezTo>
                  <a:cubicBezTo>
                    <a:pt x="7205" y="11565"/>
                    <a:pt x="7662" y="10879"/>
                    <a:pt x="7662" y="10878"/>
                  </a:cubicBezTo>
                  <a:lnTo>
                    <a:pt x="7662" y="10878"/>
                  </a:lnTo>
                  <a:cubicBezTo>
                    <a:pt x="7662" y="10879"/>
                    <a:pt x="7008" y="10980"/>
                    <a:pt x="6496" y="10980"/>
                  </a:cubicBezTo>
                  <a:cubicBezTo>
                    <a:pt x="6240" y="10980"/>
                    <a:pt x="6019" y="10955"/>
                    <a:pt x="5933" y="10878"/>
                  </a:cubicBezTo>
                  <a:cubicBezTo>
                    <a:pt x="5690" y="10650"/>
                    <a:pt x="4704" y="10650"/>
                    <a:pt x="4317" y="7347"/>
                  </a:cubicBezTo>
                  <a:cubicBezTo>
                    <a:pt x="4218" y="6505"/>
                    <a:pt x="4003" y="5676"/>
                    <a:pt x="3717" y="4889"/>
                  </a:cubicBezTo>
                  <a:lnTo>
                    <a:pt x="3717" y="4875"/>
                  </a:lnTo>
                  <a:cubicBezTo>
                    <a:pt x="2903" y="2617"/>
                    <a:pt x="1430" y="759"/>
                    <a:pt x="13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35">
              <a:extLst>
                <a:ext uri="{FF2B5EF4-FFF2-40B4-BE49-F238E27FC236}">
                  <a16:creationId xmlns:a16="http://schemas.microsoft.com/office/drawing/2014/main" id="{2CD74B24-6B51-2307-576F-E57015F8ECF4}"/>
                </a:ext>
              </a:extLst>
            </p:cNvPr>
            <p:cNvSpPr/>
            <p:nvPr/>
          </p:nvSpPr>
          <p:spPr>
            <a:xfrm>
              <a:off x="5582750" y="1867350"/>
              <a:ext cx="182975" cy="395250"/>
            </a:xfrm>
            <a:custGeom>
              <a:avLst/>
              <a:gdLst/>
              <a:ahLst/>
              <a:cxnLst/>
              <a:rect l="l" t="t" r="r" b="b"/>
              <a:pathLst>
                <a:path w="7319" h="15810" extrusionOk="0">
                  <a:moveTo>
                    <a:pt x="0" y="1"/>
                  </a:moveTo>
                  <a:cubicBezTo>
                    <a:pt x="400" y="315"/>
                    <a:pt x="757" y="658"/>
                    <a:pt x="1072" y="1001"/>
                  </a:cubicBezTo>
                  <a:cubicBezTo>
                    <a:pt x="3444" y="3675"/>
                    <a:pt x="3573" y="7233"/>
                    <a:pt x="3702" y="9063"/>
                  </a:cubicBezTo>
                  <a:cubicBezTo>
                    <a:pt x="3802" y="10564"/>
                    <a:pt x="3859" y="13294"/>
                    <a:pt x="2887" y="15809"/>
                  </a:cubicBezTo>
                  <a:cubicBezTo>
                    <a:pt x="2987" y="15795"/>
                    <a:pt x="3101" y="15781"/>
                    <a:pt x="3202" y="15752"/>
                  </a:cubicBezTo>
                  <a:cubicBezTo>
                    <a:pt x="3802" y="15638"/>
                    <a:pt x="4473" y="15595"/>
                    <a:pt x="5074" y="15595"/>
                  </a:cubicBezTo>
                  <a:cubicBezTo>
                    <a:pt x="6303" y="15595"/>
                    <a:pt x="7318" y="15752"/>
                    <a:pt x="7318" y="15752"/>
                  </a:cubicBezTo>
                  <a:cubicBezTo>
                    <a:pt x="7004" y="15195"/>
                    <a:pt x="6446" y="15052"/>
                    <a:pt x="6446" y="15052"/>
                  </a:cubicBezTo>
                  <a:cubicBezTo>
                    <a:pt x="6575" y="15009"/>
                    <a:pt x="6732" y="14923"/>
                    <a:pt x="6875" y="14837"/>
                  </a:cubicBezTo>
                  <a:cubicBezTo>
                    <a:pt x="6461" y="14694"/>
                    <a:pt x="6003" y="14609"/>
                    <a:pt x="5560" y="14566"/>
                  </a:cubicBezTo>
                  <a:cubicBezTo>
                    <a:pt x="5146" y="14538"/>
                    <a:pt x="4702" y="14523"/>
                    <a:pt x="4416" y="14237"/>
                  </a:cubicBezTo>
                  <a:cubicBezTo>
                    <a:pt x="4102" y="13909"/>
                    <a:pt x="4130" y="13394"/>
                    <a:pt x="4174" y="12950"/>
                  </a:cubicBezTo>
                  <a:cubicBezTo>
                    <a:pt x="4388" y="10278"/>
                    <a:pt x="4231" y="7505"/>
                    <a:pt x="3587" y="4889"/>
                  </a:cubicBezTo>
                  <a:lnTo>
                    <a:pt x="3587" y="4875"/>
                  </a:lnTo>
                  <a:cubicBezTo>
                    <a:pt x="2773" y="2617"/>
                    <a:pt x="1300" y="759"/>
                    <a:pt x="0"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35">
              <a:extLst>
                <a:ext uri="{FF2B5EF4-FFF2-40B4-BE49-F238E27FC236}">
                  <a16:creationId xmlns:a16="http://schemas.microsoft.com/office/drawing/2014/main" id="{3D07BADC-A81E-9C59-8266-BC092A95C9BE}"/>
                </a:ext>
              </a:extLst>
            </p:cNvPr>
            <p:cNvSpPr/>
            <p:nvPr/>
          </p:nvSpPr>
          <p:spPr>
            <a:xfrm>
              <a:off x="5825725" y="2706350"/>
              <a:ext cx="68725" cy="59275"/>
            </a:xfrm>
            <a:custGeom>
              <a:avLst/>
              <a:gdLst/>
              <a:ahLst/>
              <a:cxnLst/>
              <a:rect l="l" t="t" r="r" b="b"/>
              <a:pathLst>
                <a:path w="2749" h="2371" extrusionOk="0">
                  <a:moveTo>
                    <a:pt x="1593" y="1"/>
                  </a:moveTo>
                  <a:cubicBezTo>
                    <a:pt x="1581" y="1"/>
                    <a:pt x="1570" y="1"/>
                    <a:pt x="1558" y="2"/>
                  </a:cubicBezTo>
                  <a:cubicBezTo>
                    <a:pt x="643" y="45"/>
                    <a:pt x="129" y="631"/>
                    <a:pt x="129" y="631"/>
                  </a:cubicBezTo>
                  <a:lnTo>
                    <a:pt x="1" y="1989"/>
                  </a:lnTo>
                  <a:cubicBezTo>
                    <a:pt x="1" y="1989"/>
                    <a:pt x="644" y="2370"/>
                    <a:pt x="1292" y="2370"/>
                  </a:cubicBezTo>
                  <a:cubicBezTo>
                    <a:pt x="1540" y="2370"/>
                    <a:pt x="1788" y="2315"/>
                    <a:pt x="2002" y="2161"/>
                  </a:cubicBezTo>
                  <a:cubicBezTo>
                    <a:pt x="2749" y="1596"/>
                    <a:pt x="2480" y="1"/>
                    <a:pt x="159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35">
              <a:extLst>
                <a:ext uri="{FF2B5EF4-FFF2-40B4-BE49-F238E27FC236}">
                  <a16:creationId xmlns:a16="http://schemas.microsoft.com/office/drawing/2014/main" id="{99CB6C91-34C1-1EC7-6E5B-5F45B7B6DE2B}"/>
                </a:ext>
              </a:extLst>
            </p:cNvPr>
            <p:cNvSpPr/>
            <p:nvPr/>
          </p:nvSpPr>
          <p:spPr>
            <a:xfrm>
              <a:off x="5775700" y="2700650"/>
              <a:ext cx="77200" cy="62325"/>
            </a:xfrm>
            <a:custGeom>
              <a:avLst/>
              <a:gdLst/>
              <a:ahLst/>
              <a:cxnLst/>
              <a:rect l="l" t="t" r="r" b="b"/>
              <a:pathLst>
                <a:path w="3088" h="2493" extrusionOk="0">
                  <a:moveTo>
                    <a:pt x="1823" y="0"/>
                  </a:moveTo>
                  <a:cubicBezTo>
                    <a:pt x="970" y="0"/>
                    <a:pt x="243" y="716"/>
                    <a:pt x="243" y="716"/>
                  </a:cubicBezTo>
                  <a:lnTo>
                    <a:pt x="1" y="1960"/>
                  </a:lnTo>
                  <a:cubicBezTo>
                    <a:pt x="1" y="1960"/>
                    <a:pt x="681" y="2492"/>
                    <a:pt x="1493" y="2492"/>
                  </a:cubicBezTo>
                  <a:cubicBezTo>
                    <a:pt x="1659" y="2492"/>
                    <a:pt x="1830" y="2470"/>
                    <a:pt x="2002" y="2417"/>
                  </a:cubicBezTo>
                  <a:cubicBezTo>
                    <a:pt x="3016" y="2088"/>
                    <a:pt x="3088" y="216"/>
                    <a:pt x="2116" y="30"/>
                  </a:cubicBezTo>
                  <a:cubicBezTo>
                    <a:pt x="2017" y="9"/>
                    <a:pt x="1919" y="0"/>
                    <a:pt x="182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35">
              <a:extLst>
                <a:ext uri="{FF2B5EF4-FFF2-40B4-BE49-F238E27FC236}">
                  <a16:creationId xmlns:a16="http://schemas.microsoft.com/office/drawing/2014/main" id="{230E0A72-A131-7625-8776-9B54DE3A744B}"/>
                </a:ext>
              </a:extLst>
            </p:cNvPr>
            <p:cNvSpPr/>
            <p:nvPr/>
          </p:nvSpPr>
          <p:spPr>
            <a:xfrm>
              <a:off x="5642050" y="2647900"/>
              <a:ext cx="163325" cy="110575"/>
            </a:xfrm>
            <a:custGeom>
              <a:avLst/>
              <a:gdLst/>
              <a:ahLst/>
              <a:cxnLst/>
              <a:rect l="l" t="t" r="r" b="b"/>
              <a:pathLst>
                <a:path w="6533" h="4423" extrusionOk="0">
                  <a:moveTo>
                    <a:pt x="3801" y="1"/>
                  </a:moveTo>
                  <a:cubicBezTo>
                    <a:pt x="3105" y="1"/>
                    <a:pt x="2094" y="103"/>
                    <a:pt x="1259" y="596"/>
                  </a:cubicBezTo>
                  <a:cubicBezTo>
                    <a:pt x="872" y="825"/>
                    <a:pt x="529" y="1125"/>
                    <a:pt x="258" y="1539"/>
                  </a:cubicBezTo>
                  <a:cubicBezTo>
                    <a:pt x="258" y="1539"/>
                    <a:pt x="115" y="1911"/>
                    <a:pt x="58" y="2368"/>
                  </a:cubicBezTo>
                  <a:lnTo>
                    <a:pt x="43" y="2397"/>
                  </a:lnTo>
                  <a:cubicBezTo>
                    <a:pt x="1" y="2812"/>
                    <a:pt x="29" y="3254"/>
                    <a:pt x="300" y="3555"/>
                  </a:cubicBezTo>
                  <a:cubicBezTo>
                    <a:pt x="544" y="3812"/>
                    <a:pt x="973" y="3883"/>
                    <a:pt x="1472" y="3898"/>
                  </a:cubicBezTo>
                  <a:cubicBezTo>
                    <a:pt x="1531" y="3901"/>
                    <a:pt x="1590" y="3902"/>
                    <a:pt x="1649" y="3902"/>
                  </a:cubicBezTo>
                  <a:cubicBezTo>
                    <a:pt x="1909" y="3902"/>
                    <a:pt x="2177" y="3881"/>
                    <a:pt x="2444" y="3870"/>
                  </a:cubicBezTo>
                  <a:cubicBezTo>
                    <a:pt x="2703" y="3855"/>
                    <a:pt x="2959" y="3844"/>
                    <a:pt x="3196" y="3844"/>
                  </a:cubicBezTo>
                  <a:cubicBezTo>
                    <a:pt x="3430" y="3844"/>
                    <a:pt x="3647" y="3855"/>
                    <a:pt x="3831" y="3883"/>
                  </a:cubicBezTo>
                  <a:cubicBezTo>
                    <a:pt x="4524" y="3999"/>
                    <a:pt x="4975" y="4422"/>
                    <a:pt x="5446" y="4422"/>
                  </a:cubicBezTo>
                  <a:cubicBezTo>
                    <a:pt x="5558" y="4422"/>
                    <a:pt x="5671" y="4398"/>
                    <a:pt x="5789" y="4341"/>
                  </a:cubicBezTo>
                  <a:cubicBezTo>
                    <a:pt x="5890" y="4284"/>
                    <a:pt x="5989" y="4213"/>
                    <a:pt x="6103" y="4098"/>
                  </a:cubicBezTo>
                  <a:cubicBezTo>
                    <a:pt x="6519" y="3698"/>
                    <a:pt x="6532" y="3054"/>
                    <a:pt x="6233" y="2612"/>
                  </a:cubicBezTo>
                  <a:cubicBezTo>
                    <a:pt x="6189" y="2555"/>
                    <a:pt x="6147" y="2497"/>
                    <a:pt x="6090" y="2454"/>
                  </a:cubicBezTo>
                  <a:cubicBezTo>
                    <a:pt x="5902" y="2267"/>
                    <a:pt x="5641" y="2147"/>
                    <a:pt x="5323" y="2147"/>
                  </a:cubicBezTo>
                  <a:cubicBezTo>
                    <a:pt x="5155" y="2147"/>
                    <a:pt x="4972" y="2180"/>
                    <a:pt x="4775" y="2254"/>
                  </a:cubicBezTo>
                  <a:lnTo>
                    <a:pt x="4746" y="1939"/>
                  </a:lnTo>
                  <a:lnTo>
                    <a:pt x="4674" y="696"/>
                  </a:lnTo>
                  <a:lnTo>
                    <a:pt x="4632" y="53"/>
                  </a:lnTo>
                  <a:cubicBezTo>
                    <a:pt x="4632" y="53"/>
                    <a:pt x="4296" y="1"/>
                    <a:pt x="38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35">
              <a:extLst>
                <a:ext uri="{FF2B5EF4-FFF2-40B4-BE49-F238E27FC236}">
                  <a16:creationId xmlns:a16="http://schemas.microsoft.com/office/drawing/2014/main" id="{D0FEA1E0-671F-2E86-2CFE-79C76E59EB95}"/>
                </a:ext>
              </a:extLst>
            </p:cNvPr>
            <p:cNvSpPr/>
            <p:nvPr/>
          </p:nvSpPr>
          <p:spPr>
            <a:xfrm>
              <a:off x="5643125" y="2661075"/>
              <a:ext cx="173675" cy="52850"/>
            </a:xfrm>
            <a:custGeom>
              <a:avLst/>
              <a:gdLst/>
              <a:ahLst/>
              <a:cxnLst/>
              <a:rect l="l" t="t" r="r" b="b"/>
              <a:pathLst>
                <a:path w="6947" h="2114" extrusionOk="0">
                  <a:moveTo>
                    <a:pt x="2901" y="1"/>
                  </a:moveTo>
                  <a:cubicBezTo>
                    <a:pt x="2306" y="1"/>
                    <a:pt x="1699" y="35"/>
                    <a:pt x="1216" y="69"/>
                  </a:cubicBezTo>
                  <a:cubicBezTo>
                    <a:pt x="615" y="112"/>
                    <a:pt x="200" y="169"/>
                    <a:pt x="200" y="169"/>
                  </a:cubicBezTo>
                  <a:lnTo>
                    <a:pt x="15" y="1841"/>
                  </a:lnTo>
                  <a:lnTo>
                    <a:pt x="0" y="1870"/>
                  </a:lnTo>
                  <a:lnTo>
                    <a:pt x="1559" y="1927"/>
                  </a:lnTo>
                  <a:lnTo>
                    <a:pt x="2130" y="1942"/>
                  </a:lnTo>
                  <a:lnTo>
                    <a:pt x="2601" y="1970"/>
                  </a:lnTo>
                  <a:lnTo>
                    <a:pt x="5818" y="2085"/>
                  </a:lnTo>
                  <a:lnTo>
                    <a:pt x="6190" y="2085"/>
                  </a:lnTo>
                  <a:lnTo>
                    <a:pt x="6947" y="2113"/>
                  </a:lnTo>
                  <a:cubicBezTo>
                    <a:pt x="6947" y="2113"/>
                    <a:pt x="6632" y="2013"/>
                    <a:pt x="6261" y="1813"/>
                  </a:cubicBezTo>
                  <a:cubicBezTo>
                    <a:pt x="6089" y="1713"/>
                    <a:pt x="5918" y="1584"/>
                    <a:pt x="5746" y="1441"/>
                  </a:cubicBezTo>
                  <a:cubicBezTo>
                    <a:pt x="5504" y="1227"/>
                    <a:pt x="5304" y="941"/>
                    <a:pt x="5246" y="612"/>
                  </a:cubicBezTo>
                  <a:cubicBezTo>
                    <a:pt x="5203" y="398"/>
                    <a:pt x="4974" y="269"/>
                    <a:pt x="4631" y="169"/>
                  </a:cubicBezTo>
                  <a:cubicBezTo>
                    <a:pt x="4190" y="42"/>
                    <a:pt x="3553" y="1"/>
                    <a:pt x="29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35">
              <a:extLst>
                <a:ext uri="{FF2B5EF4-FFF2-40B4-BE49-F238E27FC236}">
                  <a16:creationId xmlns:a16="http://schemas.microsoft.com/office/drawing/2014/main" id="{33650C77-DDEA-FD86-79AD-5197B065488D}"/>
                </a:ext>
              </a:extLst>
            </p:cNvPr>
            <p:cNvSpPr/>
            <p:nvPr/>
          </p:nvSpPr>
          <p:spPr>
            <a:xfrm>
              <a:off x="5642050" y="2647900"/>
              <a:ext cx="144750" cy="97475"/>
            </a:xfrm>
            <a:custGeom>
              <a:avLst/>
              <a:gdLst/>
              <a:ahLst/>
              <a:cxnLst/>
              <a:rect l="l" t="t" r="r" b="b"/>
              <a:pathLst>
                <a:path w="5790" h="3899" extrusionOk="0">
                  <a:moveTo>
                    <a:pt x="3801" y="1"/>
                  </a:moveTo>
                  <a:cubicBezTo>
                    <a:pt x="3105" y="1"/>
                    <a:pt x="2094" y="103"/>
                    <a:pt x="1259" y="596"/>
                  </a:cubicBezTo>
                  <a:cubicBezTo>
                    <a:pt x="658" y="639"/>
                    <a:pt x="243" y="696"/>
                    <a:pt x="243" y="696"/>
                  </a:cubicBezTo>
                  <a:lnTo>
                    <a:pt x="58" y="2368"/>
                  </a:lnTo>
                  <a:lnTo>
                    <a:pt x="43" y="2397"/>
                  </a:lnTo>
                  <a:cubicBezTo>
                    <a:pt x="1" y="2812"/>
                    <a:pt x="29" y="3254"/>
                    <a:pt x="300" y="3555"/>
                  </a:cubicBezTo>
                  <a:cubicBezTo>
                    <a:pt x="544" y="3812"/>
                    <a:pt x="973" y="3883"/>
                    <a:pt x="1472" y="3898"/>
                  </a:cubicBezTo>
                  <a:cubicBezTo>
                    <a:pt x="1459" y="3412"/>
                    <a:pt x="1472" y="2911"/>
                    <a:pt x="1602" y="2454"/>
                  </a:cubicBezTo>
                  <a:cubicBezTo>
                    <a:pt x="1630" y="2297"/>
                    <a:pt x="1687" y="2154"/>
                    <a:pt x="1758" y="2011"/>
                  </a:cubicBezTo>
                  <a:cubicBezTo>
                    <a:pt x="1901" y="2168"/>
                    <a:pt x="2030" y="2326"/>
                    <a:pt x="2173" y="2469"/>
                  </a:cubicBezTo>
                  <a:cubicBezTo>
                    <a:pt x="2202" y="2511"/>
                    <a:pt x="2231" y="2540"/>
                    <a:pt x="2259" y="2568"/>
                  </a:cubicBezTo>
                  <a:cubicBezTo>
                    <a:pt x="2306" y="2627"/>
                    <a:pt x="2371" y="2694"/>
                    <a:pt x="2447" y="2694"/>
                  </a:cubicBezTo>
                  <a:cubicBezTo>
                    <a:pt x="2465" y="2694"/>
                    <a:pt x="2483" y="2691"/>
                    <a:pt x="2502" y="2683"/>
                  </a:cubicBezTo>
                  <a:cubicBezTo>
                    <a:pt x="2559" y="2669"/>
                    <a:pt x="2587" y="2597"/>
                    <a:pt x="2616" y="2540"/>
                  </a:cubicBezTo>
                  <a:cubicBezTo>
                    <a:pt x="2631" y="2526"/>
                    <a:pt x="2631" y="2511"/>
                    <a:pt x="2644" y="2497"/>
                  </a:cubicBezTo>
                  <a:cubicBezTo>
                    <a:pt x="2816" y="2168"/>
                    <a:pt x="2988" y="1854"/>
                    <a:pt x="3145" y="1525"/>
                  </a:cubicBezTo>
                  <a:cubicBezTo>
                    <a:pt x="3288" y="1811"/>
                    <a:pt x="3445" y="2082"/>
                    <a:pt x="3616" y="2326"/>
                  </a:cubicBezTo>
                  <a:cubicBezTo>
                    <a:pt x="3845" y="2183"/>
                    <a:pt x="4045" y="1968"/>
                    <a:pt x="4188" y="1726"/>
                  </a:cubicBezTo>
                  <a:cubicBezTo>
                    <a:pt x="4388" y="1825"/>
                    <a:pt x="4575" y="1897"/>
                    <a:pt x="4746" y="1939"/>
                  </a:cubicBezTo>
                  <a:cubicBezTo>
                    <a:pt x="4961" y="2001"/>
                    <a:pt x="5159" y="2029"/>
                    <a:pt x="5342" y="2029"/>
                  </a:cubicBezTo>
                  <a:cubicBezTo>
                    <a:pt x="5502" y="2029"/>
                    <a:pt x="5650" y="2008"/>
                    <a:pt x="5789" y="1968"/>
                  </a:cubicBezTo>
                  <a:cubicBezTo>
                    <a:pt x="5547" y="1754"/>
                    <a:pt x="5347" y="1468"/>
                    <a:pt x="5289" y="1139"/>
                  </a:cubicBezTo>
                  <a:cubicBezTo>
                    <a:pt x="5246" y="925"/>
                    <a:pt x="5017" y="796"/>
                    <a:pt x="4674" y="696"/>
                  </a:cubicBezTo>
                  <a:lnTo>
                    <a:pt x="4632" y="53"/>
                  </a:lnTo>
                  <a:cubicBezTo>
                    <a:pt x="4632" y="53"/>
                    <a:pt x="4296" y="1"/>
                    <a:pt x="380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35">
              <a:extLst>
                <a:ext uri="{FF2B5EF4-FFF2-40B4-BE49-F238E27FC236}">
                  <a16:creationId xmlns:a16="http://schemas.microsoft.com/office/drawing/2014/main" id="{E59C7F80-CDF5-9D1F-FE0F-D757DA7DE19C}"/>
                </a:ext>
              </a:extLst>
            </p:cNvPr>
            <p:cNvSpPr/>
            <p:nvPr/>
          </p:nvSpPr>
          <p:spPr>
            <a:xfrm>
              <a:off x="5336525" y="2255575"/>
              <a:ext cx="475275" cy="449400"/>
            </a:xfrm>
            <a:custGeom>
              <a:avLst/>
              <a:gdLst/>
              <a:ahLst/>
              <a:cxnLst/>
              <a:rect l="l" t="t" r="r" b="b"/>
              <a:pathLst>
                <a:path w="19011" h="17976" extrusionOk="0">
                  <a:moveTo>
                    <a:pt x="5322" y="1"/>
                  </a:moveTo>
                  <a:cubicBezTo>
                    <a:pt x="2286" y="1"/>
                    <a:pt x="273" y="166"/>
                    <a:pt x="273" y="166"/>
                  </a:cubicBezTo>
                  <a:cubicBezTo>
                    <a:pt x="187" y="2053"/>
                    <a:pt x="0" y="5083"/>
                    <a:pt x="3631" y="5498"/>
                  </a:cubicBezTo>
                  <a:cubicBezTo>
                    <a:pt x="7276" y="5912"/>
                    <a:pt x="11549" y="5584"/>
                    <a:pt x="12350" y="6655"/>
                  </a:cubicBezTo>
                  <a:cubicBezTo>
                    <a:pt x="13137" y="7728"/>
                    <a:pt x="12350" y="17562"/>
                    <a:pt x="12350" y="17562"/>
                  </a:cubicBezTo>
                  <a:cubicBezTo>
                    <a:pt x="12350" y="17562"/>
                    <a:pt x="13236" y="17276"/>
                    <a:pt x="13693" y="16632"/>
                  </a:cubicBezTo>
                  <a:cubicBezTo>
                    <a:pt x="13693" y="16632"/>
                    <a:pt x="14280" y="17518"/>
                    <a:pt x="14380" y="17975"/>
                  </a:cubicBezTo>
                  <a:cubicBezTo>
                    <a:pt x="14380" y="17975"/>
                    <a:pt x="15123" y="17604"/>
                    <a:pt x="15409" y="16718"/>
                  </a:cubicBezTo>
                  <a:cubicBezTo>
                    <a:pt x="15409" y="16718"/>
                    <a:pt x="15695" y="17461"/>
                    <a:pt x="16167" y="17975"/>
                  </a:cubicBezTo>
                  <a:cubicBezTo>
                    <a:pt x="16167" y="17975"/>
                    <a:pt x="16224" y="17876"/>
                    <a:pt x="16310" y="17733"/>
                  </a:cubicBezTo>
                  <a:cubicBezTo>
                    <a:pt x="16466" y="17476"/>
                    <a:pt x="16710" y="17061"/>
                    <a:pt x="16924" y="16775"/>
                  </a:cubicBezTo>
                  <a:cubicBezTo>
                    <a:pt x="16924" y="16775"/>
                    <a:pt x="17324" y="17975"/>
                    <a:pt x="18397" y="17975"/>
                  </a:cubicBezTo>
                  <a:cubicBezTo>
                    <a:pt x="18397" y="17975"/>
                    <a:pt x="18082" y="17232"/>
                    <a:pt x="18397" y="15603"/>
                  </a:cubicBezTo>
                  <a:cubicBezTo>
                    <a:pt x="18725" y="13973"/>
                    <a:pt x="19011" y="6255"/>
                    <a:pt x="18397" y="4126"/>
                  </a:cubicBezTo>
                  <a:cubicBezTo>
                    <a:pt x="17939" y="2496"/>
                    <a:pt x="16924" y="1252"/>
                    <a:pt x="13894" y="595"/>
                  </a:cubicBezTo>
                  <a:cubicBezTo>
                    <a:pt x="12979" y="395"/>
                    <a:pt x="11864" y="252"/>
                    <a:pt x="10520" y="166"/>
                  </a:cubicBezTo>
                  <a:cubicBezTo>
                    <a:pt x="8615" y="42"/>
                    <a:pt x="6841" y="1"/>
                    <a:pt x="53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35">
              <a:extLst>
                <a:ext uri="{FF2B5EF4-FFF2-40B4-BE49-F238E27FC236}">
                  <a16:creationId xmlns:a16="http://schemas.microsoft.com/office/drawing/2014/main" id="{19B044E7-298B-A7AB-7A48-98D7827F3728}"/>
                </a:ext>
              </a:extLst>
            </p:cNvPr>
            <p:cNvSpPr/>
            <p:nvPr/>
          </p:nvSpPr>
          <p:spPr>
            <a:xfrm>
              <a:off x="5598450" y="2265075"/>
              <a:ext cx="145825" cy="439900"/>
            </a:xfrm>
            <a:custGeom>
              <a:avLst/>
              <a:gdLst/>
              <a:ahLst/>
              <a:cxnLst/>
              <a:rect l="l" t="t" r="r" b="b"/>
              <a:pathLst>
                <a:path w="5833" h="17596" extrusionOk="0">
                  <a:moveTo>
                    <a:pt x="2231" y="1"/>
                  </a:moveTo>
                  <a:cubicBezTo>
                    <a:pt x="1759" y="1201"/>
                    <a:pt x="1044" y="2330"/>
                    <a:pt x="1" y="3260"/>
                  </a:cubicBezTo>
                  <a:cubicBezTo>
                    <a:pt x="716" y="3860"/>
                    <a:pt x="1101" y="4588"/>
                    <a:pt x="1330" y="5417"/>
                  </a:cubicBezTo>
                  <a:cubicBezTo>
                    <a:pt x="1373" y="5560"/>
                    <a:pt x="1415" y="5747"/>
                    <a:pt x="1444" y="5961"/>
                  </a:cubicBezTo>
                  <a:cubicBezTo>
                    <a:pt x="1630" y="6046"/>
                    <a:pt x="1773" y="6161"/>
                    <a:pt x="1873" y="6275"/>
                  </a:cubicBezTo>
                  <a:cubicBezTo>
                    <a:pt x="2130" y="6633"/>
                    <a:pt x="2216" y="7977"/>
                    <a:pt x="2216" y="9591"/>
                  </a:cubicBezTo>
                  <a:cubicBezTo>
                    <a:pt x="2216" y="12808"/>
                    <a:pt x="1873" y="17182"/>
                    <a:pt x="1873" y="17182"/>
                  </a:cubicBezTo>
                  <a:cubicBezTo>
                    <a:pt x="1873" y="17182"/>
                    <a:pt x="2759" y="16896"/>
                    <a:pt x="3216" y="16252"/>
                  </a:cubicBezTo>
                  <a:cubicBezTo>
                    <a:pt x="3216" y="16252"/>
                    <a:pt x="3803" y="17138"/>
                    <a:pt x="3903" y="17595"/>
                  </a:cubicBezTo>
                  <a:cubicBezTo>
                    <a:pt x="3903" y="17595"/>
                    <a:pt x="4646" y="17224"/>
                    <a:pt x="4932" y="16338"/>
                  </a:cubicBezTo>
                  <a:cubicBezTo>
                    <a:pt x="4932" y="16338"/>
                    <a:pt x="5218" y="17081"/>
                    <a:pt x="5690" y="17595"/>
                  </a:cubicBezTo>
                  <a:cubicBezTo>
                    <a:pt x="5690" y="17595"/>
                    <a:pt x="5747" y="17496"/>
                    <a:pt x="5833" y="17353"/>
                  </a:cubicBezTo>
                  <a:cubicBezTo>
                    <a:pt x="5561" y="16667"/>
                    <a:pt x="5303" y="15981"/>
                    <a:pt x="5347" y="15266"/>
                  </a:cubicBezTo>
                  <a:lnTo>
                    <a:pt x="5347" y="15266"/>
                  </a:lnTo>
                  <a:cubicBezTo>
                    <a:pt x="4960" y="15638"/>
                    <a:pt x="4589" y="16023"/>
                    <a:pt x="4203" y="16395"/>
                  </a:cubicBezTo>
                  <a:cubicBezTo>
                    <a:pt x="4003" y="15737"/>
                    <a:pt x="3874" y="15051"/>
                    <a:pt x="3788" y="14351"/>
                  </a:cubicBezTo>
                  <a:cubicBezTo>
                    <a:pt x="3546" y="14437"/>
                    <a:pt x="3288" y="14508"/>
                    <a:pt x="3031" y="14594"/>
                  </a:cubicBezTo>
                  <a:cubicBezTo>
                    <a:pt x="3317" y="12293"/>
                    <a:pt x="3603" y="10006"/>
                    <a:pt x="3874" y="7719"/>
                  </a:cubicBezTo>
                  <a:cubicBezTo>
                    <a:pt x="4032" y="6447"/>
                    <a:pt x="4160" y="5003"/>
                    <a:pt x="3346" y="4003"/>
                  </a:cubicBezTo>
                  <a:cubicBezTo>
                    <a:pt x="2888" y="3431"/>
                    <a:pt x="2187" y="3102"/>
                    <a:pt x="1516" y="2802"/>
                  </a:cubicBezTo>
                  <a:cubicBezTo>
                    <a:pt x="2273" y="2116"/>
                    <a:pt x="2917" y="1230"/>
                    <a:pt x="3417" y="215"/>
                  </a:cubicBezTo>
                  <a:cubicBezTo>
                    <a:pt x="3060" y="144"/>
                    <a:pt x="2660" y="72"/>
                    <a:pt x="2231"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35">
              <a:extLst>
                <a:ext uri="{FF2B5EF4-FFF2-40B4-BE49-F238E27FC236}">
                  <a16:creationId xmlns:a16="http://schemas.microsoft.com/office/drawing/2014/main" id="{D7305B4F-313F-6F45-BA66-FFF1B1857808}"/>
                </a:ext>
              </a:extLst>
            </p:cNvPr>
            <p:cNvSpPr/>
            <p:nvPr/>
          </p:nvSpPr>
          <p:spPr>
            <a:xfrm>
              <a:off x="5112125" y="1809100"/>
              <a:ext cx="568550" cy="591300"/>
            </a:xfrm>
            <a:custGeom>
              <a:avLst/>
              <a:gdLst/>
              <a:ahLst/>
              <a:cxnLst/>
              <a:rect l="l" t="t" r="r" b="b"/>
              <a:pathLst>
                <a:path w="22742" h="23652" extrusionOk="0">
                  <a:moveTo>
                    <a:pt x="10551" y="0"/>
                  </a:moveTo>
                  <a:cubicBezTo>
                    <a:pt x="10479" y="0"/>
                    <a:pt x="10407" y="1"/>
                    <a:pt x="10335" y="1"/>
                  </a:cubicBezTo>
                  <a:cubicBezTo>
                    <a:pt x="5060" y="44"/>
                    <a:pt x="0" y="2902"/>
                    <a:pt x="315" y="11078"/>
                  </a:cubicBezTo>
                  <a:cubicBezTo>
                    <a:pt x="587" y="18225"/>
                    <a:pt x="3017" y="22671"/>
                    <a:pt x="9948" y="23513"/>
                  </a:cubicBezTo>
                  <a:cubicBezTo>
                    <a:pt x="10750" y="23605"/>
                    <a:pt x="11616" y="23651"/>
                    <a:pt x="12547" y="23651"/>
                  </a:cubicBezTo>
                  <a:cubicBezTo>
                    <a:pt x="12777" y="23651"/>
                    <a:pt x="13012" y="23648"/>
                    <a:pt x="13251" y="23643"/>
                  </a:cubicBezTo>
                  <a:cubicBezTo>
                    <a:pt x="22741" y="23371"/>
                    <a:pt x="22741" y="14566"/>
                    <a:pt x="22527" y="11393"/>
                  </a:cubicBezTo>
                  <a:cubicBezTo>
                    <a:pt x="22398" y="9563"/>
                    <a:pt x="22269" y="6005"/>
                    <a:pt x="19897" y="3331"/>
                  </a:cubicBezTo>
                  <a:cubicBezTo>
                    <a:pt x="18193" y="1430"/>
                    <a:pt x="15350" y="0"/>
                    <a:pt x="1055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35">
              <a:extLst>
                <a:ext uri="{FF2B5EF4-FFF2-40B4-BE49-F238E27FC236}">
                  <a16:creationId xmlns:a16="http://schemas.microsoft.com/office/drawing/2014/main" id="{A168032E-112C-0347-3D67-832B6FBC35EF}"/>
                </a:ext>
              </a:extLst>
            </p:cNvPr>
            <p:cNvSpPr/>
            <p:nvPr/>
          </p:nvSpPr>
          <p:spPr>
            <a:xfrm>
              <a:off x="5172150" y="1821625"/>
              <a:ext cx="437400" cy="479550"/>
            </a:xfrm>
            <a:custGeom>
              <a:avLst/>
              <a:gdLst/>
              <a:ahLst/>
              <a:cxnLst/>
              <a:rect l="l" t="t" r="r" b="b"/>
              <a:pathLst>
                <a:path w="17496" h="19182" extrusionOk="0">
                  <a:moveTo>
                    <a:pt x="15952" y="1487"/>
                  </a:moveTo>
                  <a:cubicBezTo>
                    <a:pt x="15980" y="1601"/>
                    <a:pt x="15995" y="1702"/>
                    <a:pt x="16009" y="1816"/>
                  </a:cubicBezTo>
                  <a:cubicBezTo>
                    <a:pt x="16066" y="2073"/>
                    <a:pt x="16110" y="2287"/>
                    <a:pt x="16152" y="2487"/>
                  </a:cubicBezTo>
                  <a:cubicBezTo>
                    <a:pt x="16609" y="2588"/>
                    <a:pt x="17053" y="2702"/>
                    <a:pt x="17496" y="2830"/>
                  </a:cubicBezTo>
                  <a:cubicBezTo>
                    <a:pt x="17181" y="2487"/>
                    <a:pt x="16824" y="2144"/>
                    <a:pt x="16424" y="1830"/>
                  </a:cubicBezTo>
                  <a:cubicBezTo>
                    <a:pt x="16266" y="1715"/>
                    <a:pt x="16123" y="1601"/>
                    <a:pt x="15952" y="1487"/>
                  </a:cubicBezTo>
                  <a:close/>
                  <a:moveTo>
                    <a:pt x="4418" y="0"/>
                  </a:moveTo>
                  <a:cubicBezTo>
                    <a:pt x="3503" y="272"/>
                    <a:pt x="2630" y="658"/>
                    <a:pt x="1845" y="1187"/>
                  </a:cubicBezTo>
                  <a:cubicBezTo>
                    <a:pt x="2702" y="2258"/>
                    <a:pt x="2960" y="4246"/>
                    <a:pt x="2960" y="6304"/>
                  </a:cubicBezTo>
                  <a:lnTo>
                    <a:pt x="2960" y="6504"/>
                  </a:lnTo>
                  <a:cubicBezTo>
                    <a:pt x="2931" y="9863"/>
                    <a:pt x="2230" y="13365"/>
                    <a:pt x="2230" y="13365"/>
                  </a:cubicBezTo>
                  <a:cubicBezTo>
                    <a:pt x="2230" y="13365"/>
                    <a:pt x="3160" y="13579"/>
                    <a:pt x="5018" y="13636"/>
                  </a:cubicBezTo>
                  <a:cubicBezTo>
                    <a:pt x="5047" y="13036"/>
                    <a:pt x="5075" y="12435"/>
                    <a:pt x="5117" y="11835"/>
                  </a:cubicBezTo>
                  <a:cubicBezTo>
                    <a:pt x="5275" y="9106"/>
                    <a:pt x="5418" y="6804"/>
                    <a:pt x="6890" y="4389"/>
                  </a:cubicBezTo>
                  <a:lnTo>
                    <a:pt x="6890" y="4389"/>
                  </a:lnTo>
                  <a:cubicBezTo>
                    <a:pt x="6661" y="4446"/>
                    <a:pt x="6432" y="4488"/>
                    <a:pt x="6247" y="4488"/>
                  </a:cubicBezTo>
                  <a:cubicBezTo>
                    <a:pt x="6161" y="4488"/>
                    <a:pt x="6076" y="4474"/>
                    <a:pt x="6019" y="4446"/>
                  </a:cubicBezTo>
                  <a:cubicBezTo>
                    <a:pt x="5889" y="4374"/>
                    <a:pt x="5847" y="4231"/>
                    <a:pt x="5847" y="4059"/>
                  </a:cubicBezTo>
                  <a:cubicBezTo>
                    <a:pt x="5847" y="3703"/>
                    <a:pt x="6019" y="3202"/>
                    <a:pt x="6019" y="2802"/>
                  </a:cubicBezTo>
                  <a:lnTo>
                    <a:pt x="6019" y="2802"/>
                  </a:lnTo>
                  <a:cubicBezTo>
                    <a:pt x="6018" y="2802"/>
                    <a:pt x="5403" y="3516"/>
                    <a:pt x="4989" y="3516"/>
                  </a:cubicBezTo>
                  <a:cubicBezTo>
                    <a:pt x="4961" y="3516"/>
                    <a:pt x="4917" y="3516"/>
                    <a:pt x="4889" y="3503"/>
                  </a:cubicBezTo>
                  <a:cubicBezTo>
                    <a:pt x="4631" y="3417"/>
                    <a:pt x="4460" y="1744"/>
                    <a:pt x="4418" y="0"/>
                  </a:cubicBezTo>
                  <a:close/>
                  <a:moveTo>
                    <a:pt x="5432" y="18796"/>
                  </a:moveTo>
                  <a:cubicBezTo>
                    <a:pt x="4989" y="18810"/>
                    <a:pt x="4574" y="18825"/>
                    <a:pt x="4160" y="18854"/>
                  </a:cubicBezTo>
                  <a:cubicBezTo>
                    <a:pt x="3274" y="18882"/>
                    <a:pt x="2459" y="18925"/>
                    <a:pt x="1702" y="18925"/>
                  </a:cubicBezTo>
                  <a:cubicBezTo>
                    <a:pt x="1087" y="18925"/>
                    <a:pt x="530" y="18896"/>
                    <a:pt x="0" y="18825"/>
                  </a:cubicBezTo>
                  <a:lnTo>
                    <a:pt x="0" y="18825"/>
                  </a:lnTo>
                  <a:cubicBezTo>
                    <a:pt x="86" y="18953"/>
                    <a:pt x="172" y="19068"/>
                    <a:pt x="258" y="19182"/>
                  </a:cubicBezTo>
                  <a:cubicBezTo>
                    <a:pt x="258" y="19182"/>
                    <a:pt x="2274" y="19025"/>
                    <a:pt x="5318" y="19025"/>
                  </a:cubicBezTo>
                  <a:lnTo>
                    <a:pt x="5489" y="19025"/>
                  </a:lnTo>
                  <a:cubicBezTo>
                    <a:pt x="5475" y="18953"/>
                    <a:pt x="5447" y="18867"/>
                    <a:pt x="5432" y="18796"/>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35">
              <a:extLst>
                <a:ext uri="{FF2B5EF4-FFF2-40B4-BE49-F238E27FC236}">
                  <a16:creationId xmlns:a16="http://schemas.microsoft.com/office/drawing/2014/main" id="{B0AA0264-24C7-F7BE-032B-1A7D88296576}"/>
                </a:ext>
              </a:extLst>
            </p:cNvPr>
            <p:cNvSpPr/>
            <p:nvPr/>
          </p:nvSpPr>
          <p:spPr>
            <a:xfrm>
              <a:off x="5558450" y="2192900"/>
              <a:ext cx="47175" cy="39325"/>
            </a:xfrm>
            <a:custGeom>
              <a:avLst/>
              <a:gdLst/>
              <a:ahLst/>
              <a:cxnLst/>
              <a:rect l="l" t="t" r="r" b="b"/>
              <a:pathLst>
                <a:path w="1887" h="1573" extrusionOk="0">
                  <a:moveTo>
                    <a:pt x="858" y="1"/>
                  </a:moveTo>
                  <a:cubicBezTo>
                    <a:pt x="0" y="1"/>
                    <a:pt x="86" y="1386"/>
                    <a:pt x="814" y="1558"/>
                  </a:cubicBezTo>
                  <a:cubicBezTo>
                    <a:pt x="843" y="1573"/>
                    <a:pt x="886" y="1573"/>
                    <a:pt x="929" y="1573"/>
                  </a:cubicBezTo>
                  <a:cubicBezTo>
                    <a:pt x="1601" y="1573"/>
                    <a:pt x="1887" y="129"/>
                    <a:pt x="972" y="14"/>
                  </a:cubicBezTo>
                  <a:cubicBezTo>
                    <a:pt x="929" y="1"/>
                    <a:pt x="886" y="1"/>
                    <a:pt x="858"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35">
              <a:extLst>
                <a:ext uri="{FF2B5EF4-FFF2-40B4-BE49-F238E27FC236}">
                  <a16:creationId xmlns:a16="http://schemas.microsoft.com/office/drawing/2014/main" id="{8AB4534F-918E-1070-D176-F1A125813FFF}"/>
                </a:ext>
              </a:extLst>
            </p:cNvPr>
            <p:cNvSpPr/>
            <p:nvPr/>
          </p:nvSpPr>
          <p:spPr>
            <a:xfrm>
              <a:off x="5581650" y="2255425"/>
              <a:ext cx="32200" cy="41850"/>
            </a:xfrm>
            <a:custGeom>
              <a:avLst/>
              <a:gdLst/>
              <a:ahLst/>
              <a:cxnLst/>
              <a:rect l="l" t="t" r="r" b="b"/>
              <a:pathLst>
                <a:path w="1288" h="1674" extrusionOk="0">
                  <a:moveTo>
                    <a:pt x="687" y="0"/>
                  </a:moveTo>
                  <a:cubicBezTo>
                    <a:pt x="673" y="0"/>
                    <a:pt x="644" y="0"/>
                    <a:pt x="616" y="15"/>
                  </a:cubicBezTo>
                  <a:cubicBezTo>
                    <a:pt x="73" y="57"/>
                    <a:pt x="1" y="1673"/>
                    <a:pt x="616" y="1673"/>
                  </a:cubicBezTo>
                  <a:cubicBezTo>
                    <a:pt x="915" y="1673"/>
                    <a:pt x="1173" y="1258"/>
                    <a:pt x="1230" y="844"/>
                  </a:cubicBezTo>
                  <a:cubicBezTo>
                    <a:pt x="1287" y="429"/>
                    <a:pt x="1144" y="0"/>
                    <a:pt x="687"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35">
              <a:extLst>
                <a:ext uri="{FF2B5EF4-FFF2-40B4-BE49-F238E27FC236}">
                  <a16:creationId xmlns:a16="http://schemas.microsoft.com/office/drawing/2014/main" id="{51AE4C46-C05A-39C1-FB6A-D16B714906F4}"/>
                </a:ext>
              </a:extLst>
            </p:cNvPr>
            <p:cNvSpPr/>
            <p:nvPr/>
          </p:nvSpPr>
          <p:spPr>
            <a:xfrm>
              <a:off x="5617750" y="2212200"/>
              <a:ext cx="21100" cy="20025"/>
            </a:xfrm>
            <a:custGeom>
              <a:avLst/>
              <a:gdLst/>
              <a:ahLst/>
              <a:cxnLst/>
              <a:rect l="l" t="t" r="r" b="b"/>
              <a:pathLst>
                <a:path w="844" h="801" extrusionOk="0">
                  <a:moveTo>
                    <a:pt x="430" y="0"/>
                  </a:moveTo>
                  <a:cubicBezTo>
                    <a:pt x="215" y="0"/>
                    <a:pt x="72" y="200"/>
                    <a:pt x="29" y="401"/>
                  </a:cubicBezTo>
                  <a:cubicBezTo>
                    <a:pt x="1" y="601"/>
                    <a:pt x="72" y="801"/>
                    <a:pt x="300" y="801"/>
                  </a:cubicBezTo>
                  <a:lnTo>
                    <a:pt x="315" y="801"/>
                  </a:lnTo>
                  <a:cubicBezTo>
                    <a:pt x="815" y="786"/>
                    <a:pt x="844" y="115"/>
                    <a:pt x="558" y="14"/>
                  </a:cubicBezTo>
                  <a:cubicBezTo>
                    <a:pt x="515" y="0"/>
                    <a:pt x="472" y="0"/>
                    <a:pt x="430"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35">
              <a:extLst>
                <a:ext uri="{FF2B5EF4-FFF2-40B4-BE49-F238E27FC236}">
                  <a16:creationId xmlns:a16="http://schemas.microsoft.com/office/drawing/2014/main" id="{C1E1FA32-73F5-A1A5-04DF-A9A253DDD707}"/>
                </a:ext>
              </a:extLst>
            </p:cNvPr>
            <p:cNvSpPr/>
            <p:nvPr/>
          </p:nvSpPr>
          <p:spPr>
            <a:xfrm>
              <a:off x="5596650" y="2160025"/>
              <a:ext cx="32200" cy="30750"/>
            </a:xfrm>
            <a:custGeom>
              <a:avLst/>
              <a:gdLst/>
              <a:ahLst/>
              <a:cxnLst/>
              <a:rect l="l" t="t" r="r" b="b"/>
              <a:pathLst>
                <a:path w="1288" h="1230" extrusionOk="0">
                  <a:moveTo>
                    <a:pt x="773" y="1"/>
                  </a:moveTo>
                  <a:cubicBezTo>
                    <a:pt x="458" y="1"/>
                    <a:pt x="1" y="1201"/>
                    <a:pt x="516" y="1230"/>
                  </a:cubicBezTo>
                  <a:lnTo>
                    <a:pt x="544" y="1230"/>
                  </a:lnTo>
                  <a:cubicBezTo>
                    <a:pt x="1087" y="1230"/>
                    <a:pt x="1287" y="486"/>
                    <a:pt x="873" y="43"/>
                  </a:cubicBezTo>
                  <a:cubicBezTo>
                    <a:pt x="845" y="14"/>
                    <a:pt x="801" y="1"/>
                    <a:pt x="773"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35">
              <a:extLst>
                <a:ext uri="{FF2B5EF4-FFF2-40B4-BE49-F238E27FC236}">
                  <a16:creationId xmlns:a16="http://schemas.microsoft.com/office/drawing/2014/main" id="{66AF05B3-239B-F611-8EF6-03D10848F503}"/>
                </a:ext>
              </a:extLst>
            </p:cNvPr>
            <p:cNvSpPr/>
            <p:nvPr/>
          </p:nvSpPr>
          <p:spPr>
            <a:xfrm>
              <a:off x="5663850" y="2748125"/>
              <a:ext cx="67800" cy="59825"/>
            </a:xfrm>
            <a:custGeom>
              <a:avLst/>
              <a:gdLst/>
              <a:ahLst/>
              <a:cxnLst/>
              <a:rect l="l" t="t" r="r" b="b"/>
              <a:pathLst>
                <a:path w="2712" h="2393" extrusionOk="0">
                  <a:moveTo>
                    <a:pt x="1527" y="0"/>
                  </a:moveTo>
                  <a:cubicBezTo>
                    <a:pt x="1504" y="0"/>
                    <a:pt x="1481" y="1"/>
                    <a:pt x="1458" y="4"/>
                  </a:cubicBezTo>
                  <a:cubicBezTo>
                    <a:pt x="543" y="89"/>
                    <a:pt x="57" y="703"/>
                    <a:pt x="57" y="703"/>
                  </a:cubicBezTo>
                  <a:lnTo>
                    <a:pt x="0" y="2076"/>
                  </a:lnTo>
                  <a:cubicBezTo>
                    <a:pt x="0" y="2076"/>
                    <a:pt x="592" y="2392"/>
                    <a:pt x="1204" y="2392"/>
                  </a:cubicBezTo>
                  <a:cubicBezTo>
                    <a:pt x="1484" y="2392"/>
                    <a:pt x="1768" y="2326"/>
                    <a:pt x="2001" y="2133"/>
                  </a:cubicBezTo>
                  <a:cubicBezTo>
                    <a:pt x="2712" y="1548"/>
                    <a:pt x="2378" y="0"/>
                    <a:pt x="152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35">
              <a:extLst>
                <a:ext uri="{FF2B5EF4-FFF2-40B4-BE49-F238E27FC236}">
                  <a16:creationId xmlns:a16="http://schemas.microsoft.com/office/drawing/2014/main" id="{26D7CF49-5982-74CA-051C-62CFB0BE24FC}"/>
                </a:ext>
              </a:extLst>
            </p:cNvPr>
            <p:cNvSpPr/>
            <p:nvPr/>
          </p:nvSpPr>
          <p:spPr>
            <a:xfrm>
              <a:off x="5613475" y="2744600"/>
              <a:ext cx="75775" cy="62900"/>
            </a:xfrm>
            <a:custGeom>
              <a:avLst/>
              <a:gdLst/>
              <a:ahLst/>
              <a:cxnLst/>
              <a:rect l="l" t="t" r="r" b="b"/>
              <a:pathLst>
                <a:path w="3031" h="2516" extrusionOk="0">
                  <a:moveTo>
                    <a:pt x="1806" y="0"/>
                  </a:moveTo>
                  <a:cubicBezTo>
                    <a:pt x="913" y="0"/>
                    <a:pt x="186" y="802"/>
                    <a:pt x="186" y="802"/>
                  </a:cubicBezTo>
                  <a:lnTo>
                    <a:pt x="0" y="2060"/>
                  </a:lnTo>
                  <a:cubicBezTo>
                    <a:pt x="0" y="2060"/>
                    <a:pt x="644" y="2515"/>
                    <a:pt x="1408" y="2515"/>
                  </a:cubicBezTo>
                  <a:cubicBezTo>
                    <a:pt x="1610" y="2515"/>
                    <a:pt x="1821" y="2484"/>
                    <a:pt x="2030" y="2403"/>
                  </a:cubicBezTo>
                  <a:cubicBezTo>
                    <a:pt x="3031" y="2031"/>
                    <a:pt x="3002" y="158"/>
                    <a:pt x="2015" y="15"/>
                  </a:cubicBezTo>
                  <a:cubicBezTo>
                    <a:pt x="1945" y="5"/>
                    <a:pt x="1875" y="0"/>
                    <a:pt x="180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35">
              <a:extLst>
                <a:ext uri="{FF2B5EF4-FFF2-40B4-BE49-F238E27FC236}">
                  <a16:creationId xmlns:a16="http://schemas.microsoft.com/office/drawing/2014/main" id="{60CAE2BF-7AF3-F45C-D29C-F34D9D60F102}"/>
                </a:ext>
              </a:extLst>
            </p:cNvPr>
            <p:cNvSpPr/>
            <p:nvPr/>
          </p:nvSpPr>
          <p:spPr>
            <a:xfrm>
              <a:off x="5478400" y="2696200"/>
              <a:ext cx="164025" cy="108500"/>
            </a:xfrm>
            <a:custGeom>
              <a:avLst/>
              <a:gdLst/>
              <a:ahLst/>
              <a:cxnLst/>
              <a:rect l="l" t="t" r="r" b="b"/>
              <a:pathLst>
                <a:path w="6561" h="4340" extrusionOk="0">
                  <a:moveTo>
                    <a:pt x="3981" y="1"/>
                  </a:moveTo>
                  <a:cubicBezTo>
                    <a:pt x="3307" y="1"/>
                    <a:pt x="2092" y="101"/>
                    <a:pt x="1144" y="737"/>
                  </a:cubicBezTo>
                  <a:cubicBezTo>
                    <a:pt x="772" y="979"/>
                    <a:pt x="443" y="1309"/>
                    <a:pt x="201" y="1723"/>
                  </a:cubicBezTo>
                  <a:cubicBezTo>
                    <a:pt x="201" y="1723"/>
                    <a:pt x="71" y="2109"/>
                    <a:pt x="29" y="2567"/>
                  </a:cubicBezTo>
                  <a:lnTo>
                    <a:pt x="29" y="2595"/>
                  </a:lnTo>
                  <a:cubicBezTo>
                    <a:pt x="0" y="3009"/>
                    <a:pt x="58" y="3453"/>
                    <a:pt x="343" y="3739"/>
                  </a:cubicBezTo>
                  <a:cubicBezTo>
                    <a:pt x="564" y="3959"/>
                    <a:pt x="951" y="4026"/>
                    <a:pt x="1395" y="4026"/>
                  </a:cubicBezTo>
                  <a:cubicBezTo>
                    <a:pt x="1440" y="4026"/>
                    <a:pt x="1484" y="4026"/>
                    <a:pt x="1529" y="4024"/>
                  </a:cubicBezTo>
                  <a:cubicBezTo>
                    <a:pt x="2190" y="4000"/>
                    <a:pt x="2961" y="3865"/>
                    <a:pt x="3564" y="3865"/>
                  </a:cubicBezTo>
                  <a:cubicBezTo>
                    <a:pt x="3679" y="3865"/>
                    <a:pt x="3788" y="3870"/>
                    <a:pt x="3888" y="3882"/>
                  </a:cubicBezTo>
                  <a:cubicBezTo>
                    <a:pt x="4558" y="3971"/>
                    <a:pt x="5019" y="4339"/>
                    <a:pt x="5474" y="4339"/>
                  </a:cubicBezTo>
                  <a:cubicBezTo>
                    <a:pt x="5602" y="4339"/>
                    <a:pt x="5729" y="4310"/>
                    <a:pt x="5861" y="4238"/>
                  </a:cubicBezTo>
                  <a:cubicBezTo>
                    <a:pt x="5960" y="4181"/>
                    <a:pt x="6061" y="4095"/>
                    <a:pt x="6160" y="3981"/>
                  </a:cubicBezTo>
                  <a:cubicBezTo>
                    <a:pt x="6561" y="3567"/>
                    <a:pt x="6547" y="2923"/>
                    <a:pt x="6217" y="2494"/>
                  </a:cubicBezTo>
                  <a:cubicBezTo>
                    <a:pt x="6175" y="2437"/>
                    <a:pt x="6132" y="2380"/>
                    <a:pt x="6075" y="2338"/>
                  </a:cubicBezTo>
                  <a:cubicBezTo>
                    <a:pt x="5893" y="2173"/>
                    <a:pt x="5647" y="2071"/>
                    <a:pt x="5354" y="2071"/>
                  </a:cubicBezTo>
                  <a:cubicBezTo>
                    <a:pt x="5165" y="2071"/>
                    <a:pt x="4955" y="2113"/>
                    <a:pt x="4731" y="2209"/>
                  </a:cubicBezTo>
                  <a:lnTo>
                    <a:pt x="4702" y="1894"/>
                  </a:lnTo>
                  <a:lnTo>
                    <a:pt x="4559" y="665"/>
                  </a:lnTo>
                  <a:lnTo>
                    <a:pt x="4489" y="22"/>
                  </a:lnTo>
                  <a:cubicBezTo>
                    <a:pt x="4489" y="22"/>
                    <a:pt x="4293" y="1"/>
                    <a:pt x="398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35">
              <a:extLst>
                <a:ext uri="{FF2B5EF4-FFF2-40B4-BE49-F238E27FC236}">
                  <a16:creationId xmlns:a16="http://schemas.microsoft.com/office/drawing/2014/main" id="{4CA84F1D-E967-3467-0E26-05A8FD6E0734}"/>
                </a:ext>
              </a:extLst>
            </p:cNvPr>
            <p:cNvSpPr/>
            <p:nvPr/>
          </p:nvSpPr>
          <p:spPr>
            <a:xfrm>
              <a:off x="5479125" y="2710325"/>
              <a:ext cx="173675" cy="50775"/>
            </a:xfrm>
            <a:custGeom>
              <a:avLst/>
              <a:gdLst/>
              <a:ahLst/>
              <a:cxnLst/>
              <a:rect l="l" t="t" r="r" b="b"/>
              <a:pathLst>
                <a:path w="6947" h="2031" extrusionOk="0">
                  <a:moveTo>
                    <a:pt x="3400" y="1"/>
                  </a:moveTo>
                  <a:cubicBezTo>
                    <a:pt x="2634" y="1"/>
                    <a:pt x="1766" y="89"/>
                    <a:pt x="1115" y="172"/>
                  </a:cubicBezTo>
                  <a:cubicBezTo>
                    <a:pt x="528" y="243"/>
                    <a:pt x="114" y="315"/>
                    <a:pt x="114" y="315"/>
                  </a:cubicBezTo>
                  <a:lnTo>
                    <a:pt x="0" y="2002"/>
                  </a:lnTo>
                  <a:lnTo>
                    <a:pt x="0" y="2030"/>
                  </a:lnTo>
                  <a:lnTo>
                    <a:pt x="1544" y="2015"/>
                  </a:lnTo>
                  <a:lnTo>
                    <a:pt x="2129" y="2002"/>
                  </a:lnTo>
                  <a:lnTo>
                    <a:pt x="2601" y="1987"/>
                  </a:lnTo>
                  <a:lnTo>
                    <a:pt x="5817" y="1944"/>
                  </a:lnTo>
                  <a:lnTo>
                    <a:pt x="6188" y="1929"/>
                  </a:lnTo>
                  <a:lnTo>
                    <a:pt x="6947" y="1916"/>
                  </a:lnTo>
                  <a:cubicBezTo>
                    <a:pt x="6947" y="1916"/>
                    <a:pt x="6617" y="1830"/>
                    <a:pt x="6246" y="1644"/>
                  </a:cubicBezTo>
                  <a:cubicBezTo>
                    <a:pt x="6074" y="1558"/>
                    <a:pt x="5889" y="1443"/>
                    <a:pt x="5717" y="1315"/>
                  </a:cubicBezTo>
                  <a:cubicBezTo>
                    <a:pt x="5460" y="1100"/>
                    <a:pt x="5245" y="843"/>
                    <a:pt x="5159" y="500"/>
                  </a:cubicBezTo>
                  <a:cubicBezTo>
                    <a:pt x="5117" y="300"/>
                    <a:pt x="4873" y="172"/>
                    <a:pt x="4530" y="100"/>
                  </a:cubicBezTo>
                  <a:cubicBezTo>
                    <a:pt x="4223" y="28"/>
                    <a:pt x="3827" y="1"/>
                    <a:pt x="340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35">
              <a:extLst>
                <a:ext uri="{FF2B5EF4-FFF2-40B4-BE49-F238E27FC236}">
                  <a16:creationId xmlns:a16="http://schemas.microsoft.com/office/drawing/2014/main" id="{3D6B67C0-446A-A6FD-4CD6-49B9E7B3BF4F}"/>
                </a:ext>
              </a:extLst>
            </p:cNvPr>
            <p:cNvSpPr/>
            <p:nvPr/>
          </p:nvSpPr>
          <p:spPr>
            <a:xfrm>
              <a:off x="5478400" y="2696200"/>
              <a:ext cx="143675" cy="100675"/>
            </a:xfrm>
            <a:custGeom>
              <a:avLst/>
              <a:gdLst/>
              <a:ahLst/>
              <a:cxnLst/>
              <a:rect l="l" t="t" r="r" b="b"/>
              <a:pathLst>
                <a:path w="5747" h="4027" extrusionOk="0">
                  <a:moveTo>
                    <a:pt x="3981" y="1"/>
                  </a:moveTo>
                  <a:cubicBezTo>
                    <a:pt x="3307" y="1"/>
                    <a:pt x="2092" y="101"/>
                    <a:pt x="1144" y="737"/>
                  </a:cubicBezTo>
                  <a:cubicBezTo>
                    <a:pt x="557" y="808"/>
                    <a:pt x="143" y="880"/>
                    <a:pt x="143" y="880"/>
                  </a:cubicBezTo>
                  <a:lnTo>
                    <a:pt x="29" y="2567"/>
                  </a:lnTo>
                  <a:lnTo>
                    <a:pt x="29" y="2595"/>
                  </a:lnTo>
                  <a:cubicBezTo>
                    <a:pt x="0" y="3009"/>
                    <a:pt x="58" y="3453"/>
                    <a:pt x="343" y="3739"/>
                  </a:cubicBezTo>
                  <a:cubicBezTo>
                    <a:pt x="564" y="3959"/>
                    <a:pt x="951" y="4026"/>
                    <a:pt x="1395" y="4026"/>
                  </a:cubicBezTo>
                  <a:cubicBezTo>
                    <a:pt x="1440" y="4026"/>
                    <a:pt x="1484" y="4026"/>
                    <a:pt x="1529" y="4024"/>
                  </a:cubicBezTo>
                  <a:cubicBezTo>
                    <a:pt x="1487" y="3524"/>
                    <a:pt x="1472" y="3038"/>
                    <a:pt x="1573" y="2580"/>
                  </a:cubicBezTo>
                  <a:cubicBezTo>
                    <a:pt x="1615" y="2424"/>
                    <a:pt x="1658" y="2266"/>
                    <a:pt x="1716" y="2123"/>
                  </a:cubicBezTo>
                  <a:lnTo>
                    <a:pt x="2158" y="2567"/>
                  </a:lnTo>
                  <a:lnTo>
                    <a:pt x="2244" y="2652"/>
                  </a:lnTo>
                  <a:cubicBezTo>
                    <a:pt x="2305" y="2712"/>
                    <a:pt x="2376" y="2773"/>
                    <a:pt x="2448" y="2773"/>
                  </a:cubicBezTo>
                  <a:cubicBezTo>
                    <a:pt x="2461" y="2773"/>
                    <a:pt x="2474" y="2771"/>
                    <a:pt x="2487" y="2767"/>
                  </a:cubicBezTo>
                  <a:cubicBezTo>
                    <a:pt x="2545" y="2738"/>
                    <a:pt x="2573" y="2666"/>
                    <a:pt x="2602" y="2609"/>
                  </a:cubicBezTo>
                  <a:cubicBezTo>
                    <a:pt x="2616" y="2595"/>
                    <a:pt x="2616" y="2580"/>
                    <a:pt x="2630" y="2552"/>
                  </a:cubicBezTo>
                  <a:cubicBezTo>
                    <a:pt x="2773" y="2223"/>
                    <a:pt x="2930" y="1894"/>
                    <a:pt x="3073" y="1566"/>
                  </a:cubicBezTo>
                  <a:cubicBezTo>
                    <a:pt x="3231" y="1837"/>
                    <a:pt x="3402" y="2109"/>
                    <a:pt x="3587" y="2352"/>
                  </a:cubicBezTo>
                  <a:cubicBezTo>
                    <a:pt x="3802" y="2180"/>
                    <a:pt x="3988" y="1966"/>
                    <a:pt x="4117" y="1709"/>
                  </a:cubicBezTo>
                  <a:cubicBezTo>
                    <a:pt x="4331" y="1795"/>
                    <a:pt x="4517" y="1852"/>
                    <a:pt x="4702" y="1894"/>
                  </a:cubicBezTo>
                  <a:cubicBezTo>
                    <a:pt x="4887" y="1934"/>
                    <a:pt x="5059" y="1952"/>
                    <a:pt x="5220" y="1952"/>
                  </a:cubicBezTo>
                  <a:cubicBezTo>
                    <a:pt x="5409" y="1952"/>
                    <a:pt x="5584" y="1927"/>
                    <a:pt x="5746" y="1880"/>
                  </a:cubicBezTo>
                  <a:cubicBezTo>
                    <a:pt x="5489" y="1665"/>
                    <a:pt x="5274" y="1408"/>
                    <a:pt x="5188" y="1065"/>
                  </a:cubicBezTo>
                  <a:cubicBezTo>
                    <a:pt x="5146" y="865"/>
                    <a:pt x="4902" y="737"/>
                    <a:pt x="4559" y="665"/>
                  </a:cubicBezTo>
                  <a:lnTo>
                    <a:pt x="4489" y="22"/>
                  </a:lnTo>
                  <a:cubicBezTo>
                    <a:pt x="4489" y="22"/>
                    <a:pt x="4293" y="1"/>
                    <a:pt x="398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35">
              <a:extLst>
                <a:ext uri="{FF2B5EF4-FFF2-40B4-BE49-F238E27FC236}">
                  <a16:creationId xmlns:a16="http://schemas.microsoft.com/office/drawing/2014/main" id="{297BDB60-B216-5C18-E9A0-7608B8D8ED0C}"/>
                </a:ext>
              </a:extLst>
            </p:cNvPr>
            <p:cNvSpPr/>
            <p:nvPr/>
          </p:nvSpPr>
          <p:spPr>
            <a:xfrm>
              <a:off x="5171800" y="2297325"/>
              <a:ext cx="475275" cy="449475"/>
            </a:xfrm>
            <a:custGeom>
              <a:avLst/>
              <a:gdLst/>
              <a:ahLst/>
              <a:cxnLst/>
              <a:rect l="l" t="t" r="r" b="b"/>
              <a:pathLst>
                <a:path w="19011" h="17979" extrusionOk="0">
                  <a:moveTo>
                    <a:pt x="5234" y="0"/>
                  </a:moveTo>
                  <a:cubicBezTo>
                    <a:pt x="2241" y="0"/>
                    <a:pt x="272" y="154"/>
                    <a:pt x="272" y="154"/>
                  </a:cubicBezTo>
                  <a:cubicBezTo>
                    <a:pt x="186" y="2041"/>
                    <a:pt x="1" y="5071"/>
                    <a:pt x="3631" y="5486"/>
                  </a:cubicBezTo>
                  <a:cubicBezTo>
                    <a:pt x="7262" y="5915"/>
                    <a:pt x="11550" y="5585"/>
                    <a:pt x="12335" y="6658"/>
                  </a:cubicBezTo>
                  <a:cubicBezTo>
                    <a:pt x="13136" y="7729"/>
                    <a:pt x="12335" y="17550"/>
                    <a:pt x="12335" y="17550"/>
                  </a:cubicBezTo>
                  <a:cubicBezTo>
                    <a:pt x="12335" y="17550"/>
                    <a:pt x="13236" y="17277"/>
                    <a:pt x="13694" y="16620"/>
                  </a:cubicBezTo>
                  <a:cubicBezTo>
                    <a:pt x="13694" y="16620"/>
                    <a:pt x="14279" y="17506"/>
                    <a:pt x="14380" y="17978"/>
                  </a:cubicBezTo>
                  <a:cubicBezTo>
                    <a:pt x="14380" y="17978"/>
                    <a:pt x="15123" y="17592"/>
                    <a:pt x="15409" y="16721"/>
                  </a:cubicBezTo>
                  <a:cubicBezTo>
                    <a:pt x="15409" y="16721"/>
                    <a:pt x="15695" y="17464"/>
                    <a:pt x="16166" y="17978"/>
                  </a:cubicBezTo>
                  <a:cubicBezTo>
                    <a:pt x="16166" y="17978"/>
                    <a:pt x="16595" y="17220"/>
                    <a:pt x="16909" y="16763"/>
                  </a:cubicBezTo>
                  <a:cubicBezTo>
                    <a:pt x="16909" y="16763"/>
                    <a:pt x="17324" y="17978"/>
                    <a:pt x="18396" y="17978"/>
                  </a:cubicBezTo>
                  <a:cubicBezTo>
                    <a:pt x="18396" y="17978"/>
                    <a:pt x="18367" y="17906"/>
                    <a:pt x="18339" y="17763"/>
                  </a:cubicBezTo>
                  <a:cubicBezTo>
                    <a:pt x="18268" y="17449"/>
                    <a:pt x="18167" y="16734"/>
                    <a:pt x="18396" y="15591"/>
                  </a:cubicBezTo>
                  <a:cubicBezTo>
                    <a:pt x="18725" y="13961"/>
                    <a:pt x="19011" y="6243"/>
                    <a:pt x="18396" y="4127"/>
                  </a:cubicBezTo>
                  <a:cubicBezTo>
                    <a:pt x="17795" y="1998"/>
                    <a:pt x="16238" y="525"/>
                    <a:pt x="10521" y="154"/>
                  </a:cubicBezTo>
                  <a:cubicBezTo>
                    <a:pt x="9406" y="83"/>
                    <a:pt x="8348" y="40"/>
                    <a:pt x="7347" y="26"/>
                  </a:cubicBezTo>
                  <a:cubicBezTo>
                    <a:pt x="6600" y="8"/>
                    <a:pt x="5892" y="0"/>
                    <a:pt x="52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35">
              <a:extLst>
                <a:ext uri="{FF2B5EF4-FFF2-40B4-BE49-F238E27FC236}">
                  <a16:creationId xmlns:a16="http://schemas.microsoft.com/office/drawing/2014/main" id="{86DB7863-9590-E074-A96F-A58C172F06F0}"/>
                </a:ext>
              </a:extLst>
            </p:cNvPr>
            <p:cNvSpPr/>
            <p:nvPr/>
          </p:nvSpPr>
          <p:spPr>
            <a:xfrm>
              <a:off x="5177525" y="2297250"/>
              <a:ext cx="454175" cy="449550"/>
            </a:xfrm>
            <a:custGeom>
              <a:avLst/>
              <a:gdLst/>
              <a:ahLst/>
              <a:cxnLst/>
              <a:rect l="l" t="t" r="r" b="b"/>
              <a:pathLst>
                <a:path w="18167" h="17982" extrusionOk="0">
                  <a:moveTo>
                    <a:pt x="5103" y="0"/>
                  </a:moveTo>
                  <a:cubicBezTo>
                    <a:pt x="2059" y="0"/>
                    <a:pt x="43" y="157"/>
                    <a:pt x="43" y="157"/>
                  </a:cubicBezTo>
                  <a:cubicBezTo>
                    <a:pt x="29" y="486"/>
                    <a:pt x="0" y="843"/>
                    <a:pt x="0" y="1215"/>
                  </a:cubicBezTo>
                  <a:cubicBezTo>
                    <a:pt x="0" y="3016"/>
                    <a:pt x="386" y="5146"/>
                    <a:pt x="3402" y="5489"/>
                  </a:cubicBezTo>
                  <a:cubicBezTo>
                    <a:pt x="7033" y="5918"/>
                    <a:pt x="11321" y="5588"/>
                    <a:pt x="12106" y="6661"/>
                  </a:cubicBezTo>
                  <a:cubicBezTo>
                    <a:pt x="12378" y="7018"/>
                    <a:pt x="12464" y="8348"/>
                    <a:pt x="12464" y="9962"/>
                  </a:cubicBezTo>
                  <a:cubicBezTo>
                    <a:pt x="12464" y="13192"/>
                    <a:pt x="12106" y="17553"/>
                    <a:pt x="12106" y="17553"/>
                  </a:cubicBezTo>
                  <a:cubicBezTo>
                    <a:pt x="12106" y="17553"/>
                    <a:pt x="13007" y="17280"/>
                    <a:pt x="13465" y="16623"/>
                  </a:cubicBezTo>
                  <a:cubicBezTo>
                    <a:pt x="13465" y="16623"/>
                    <a:pt x="14050" y="17509"/>
                    <a:pt x="14151" y="17981"/>
                  </a:cubicBezTo>
                  <a:cubicBezTo>
                    <a:pt x="14151" y="17981"/>
                    <a:pt x="14894" y="17595"/>
                    <a:pt x="15180" y="16724"/>
                  </a:cubicBezTo>
                  <a:cubicBezTo>
                    <a:pt x="15180" y="16724"/>
                    <a:pt x="15466" y="17467"/>
                    <a:pt x="15937" y="17981"/>
                  </a:cubicBezTo>
                  <a:cubicBezTo>
                    <a:pt x="15937" y="17981"/>
                    <a:pt x="16366" y="17223"/>
                    <a:pt x="16680" y="16766"/>
                  </a:cubicBezTo>
                  <a:cubicBezTo>
                    <a:pt x="16680" y="16766"/>
                    <a:pt x="17095" y="17981"/>
                    <a:pt x="18167" y="17981"/>
                  </a:cubicBezTo>
                  <a:cubicBezTo>
                    <a:pt x="18167" y="17981"/>
                    <a:pt x="18138" y="17909"/>
                    <a:pt x="18110" y="17766"/>
                  </a:cubicBezTo>
                  <a:cubicBezTo>
                    <a:pt x="17524" y="17166"/>
                    <a:pt x="16838" y="16609"/>
                    <a:pt x="16909" y="15822"/>
                  </a:cubicBezTo>
                  <a:lnTo>
                    <a:pt x="16909" y="15822"/>
                  </a:lnTo>
                  <a:cubicBezTo>
                    <a:pt x="16652" y="16009"/>
                    <a:pt x="16394" y="16209"/>
                    <a:pt x="16123" y="16394"/>
                  </a:cubicBezTo>
                  <a:cubicBezTo>
                    <a:pt x="15994" y="16066"/>
                    <a:pt x="15851" y="15737"/>
                    <a:pt x="15708" y="15409"/>
                  </a:cubicBezTo>
                  <a:cubicBezTo>
                    <a:pt x="15337" y="15794"/>
                    <a:pt x="14908" y="16108"/>
                    <a:pt x="14422" y="16323"/>
                  </a:cubicBezTo>
                  <a:cubicBezTo>
                    <a:pt x="14365" y="15809"/>
                    <a:pt x="14193" y="15323"/>
                    <a:pt x="13894" y="14908"/>
                  </a:cubicBezTo>
                  <a:cubicBezTo>
                    <a:pt x="13707" y="15037"/>
                    <a:pt x="13465" y="15108"/>
                    <a:pt x="13221" y="15108"/>
                  </a:cubicBezTo>
                  <a:cubicBezTo>
                    <a:pt x="13122" y="15108"/>
                    <a:pt x="13021" y="15094"/>
                    <a:pt x="12922" y="15065"/>
                  </a:cubicBezTo>
                  <a:cubicBezTo>
                    <a:pt x="13135" y="13236"/>
                    <a:pt x="13808" y="11477"/>
                    <a:pt x="13922" y="9648"/>
                  </a:cubicBezTo>
                  <a:cubicBezTo>
                    <a:pt x="14036" y="7804"/>
                    <a:pt x="13393" y="5731"/>
                    <a:pt x="11750" y="4917"/>
                  </a:cubicBezTo>
                  <a:cubicBezTo>
                    <a:pt x="10848" y="4460"/>
                    <a:pt x="9791" y="4473"/>
                    <a:pt x="8790" y="4359"/>
                  </a:cubicBezTo>
                  <a:cubicBezTo>
                    <a:pt x="7919" y="4260"/>
                    <a:pt x="7046" y="4060"/>
                    <a:pt x="6217" y="3759"/>
                  </a:cubicBezTo>
                  <a:cubicBezTo>
                    <a:pt x="5661" y="3559"/>
                    <a:pt x="5089" y="3288"/>
                    <a:pt x="4803" y="2787"/>
                  </a:cubicBezTo>
                  <a:cubicBezTo>
                    <a:pt x="4359" y="1986"/>
                    <a:pt x="4874" y="929"/>
                    <a:pt x="5661" y="471"/>
                  </a:cubicBezTo>
                  <a:cubicBezTo>
                    <a:pt x="6103" y="200"/>
                    <a:pt x="6604" y="86"/>
                    <a:pt x="7118" y="29"/>
                  </a:cubicBezTo>
                  <a:cubicBezTo>
                    <a:pt x="6404" y="0"/>
                    <a:pt x="5731" y="0"/>
                    <a:pt x="5103"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35">
              <a:extLst>
                <a:ext uri="{FF2B5EF4-FFF2-40B4-BE49-F238E27FC236}">
                  <a16:creationId xmlns:a16="http://schemas.microsoft.com/office/drawing/2014/main" id="{0A18D146-9DB7-188E-A30E-2F331972AA77}"/>
                </a:ext>
              </a:extLst>
            </p:cNvPr>
            <p:cNvSpPr/>
            <p:nvPr/>
          </p:nvSpPr>
          <p:spPr>
            <a:xfrm>
              <a:off x="5452675" y="1954900"/>
              <a:ext cx="99700" cy="356825"/>
            </a:xfrm>
            <a:custGeom>
              <a:avLst/>
              <a:gdLst/>
              <a:ahLst/>
              <a:cxnLst/>
              <a:rect l="l" t="t" r="r" b="b"/>
              <a:pathLst>
                <a:path w="3988" h="14273" extrusionOk="0">
                  <a:moveTo>
                    <a:pt x="3804" y="1"/>
                  </a:moveTo>
                  <a:cubicBezTo>
                    <a:pt x="3721" y="1"/>
                    <a:pt x="3638" y="55"/>
                    <a:pt x="3616" y="144"/>
                  </a:cubicBezTo>
                  <a:lnTo>
                    <a:pt x="14" y="13965"/>
                  </a:lnTo>
                  <a:cubicBezTo>
                    <a:pt x="0" y="14066"/>
                    <a:pt x="57" y="14165"/>
                    <a:pt x="143" y="14194"/>
                  </a:cubicBezTo>
                  <a:lnTo>
                    <a:pt x="414" y="14266"/>
                  </a:lnTo>
                  <a:cubicBezTo>
                    <a:pt x="429" y="14270"/>
                    <a:pt x="444" y="14272"/>
                    <a:pt x="459" y="14272"/>
                  </a:cubicBezTo>
                  <a:cubicBezTo>
                    <a:pt x="543" y="14272"/>
                    <a:pt x="619" y="14208"/>
                    <a:pt x="643" y="14123"/>
                  </a:cubicBezTo>
                  <a:lnTo>
                    <a:pt x="3974" y="230"/>
                  </a:lnTo>
                  <a:cubicBezTo>
                    <a:pt x="3988" y="144"/>
                    <a:pt x="3945" y="58"/>
                    <a:pt x="3873" y="15"/>
                  </a:cubicBezTo>
                  <a:cubicBezTo>
                    <a:pt x="3851" y="5"/>
                    <a:pt x="3827" y="1"/>
                    <a:pt x="3804" y="1"/>
                  </a:cubicBezTo>
                  <a:close/>
                </a:path>
              </a:pathLst>
            </a:custGeom>
            <a:solidFill>
              <a:srgbClr val="C67F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35">
              <a:extLst>
                <a:ext uri="{FF2B5EF4-FFF2-40B4-BE49-F238E27FC236}">
                  <a16:creationId xmlns:a16="http://schemas.microsoft.com/office/drawing/2014/main" id="{7098269C-3D79-96F0-5678-5948CB14683F}"/>
                </a:ext>
              </a:extLst>
            </p:cNvPr>
            <p:cNvSpPr/>
            <p:nvPr/>
          </p:nvSpPr>
          <p:spPr>
            <a:xfrm>
              <a:off x="5488025" y="1978750"/>
              <a:ext cx="92600" cy="86800"/>
            </a:xfrm>
            <a:custGeom>
              <a:avLst/>
              <a:gdLst/>
              <a:ahLst/>
              <a:cxnLst/>
              <a:rect l="l" t="t" r="r" b="b"/>
              <a:pathLst>
                <a:path w="3704" h="3472" extrusionOk="0">
                  <a:moveTo>
                    <a:pt x="1195" y="0"/>
                  </a:moveTo>
                  <a:cubicBezTo>
                    <a:pt x="761" y="0"/>
                    <a:pt x="378" y="277"/>
                    <a:pt x="244" y="690"/>
                  </a:cubicBezTo>
                  <a:cubicBezTo>
                    <a:pt x="87" y="1262"/>
                    <a:pt x="29" y="1820"/>
                    <a:pt x="16" y="2234"/>
                  </a:cubicBezTo>
                  <a:cubicBezTo>
                    <a:pt x="1" y="2634"/>
                    <a:pt x="244" y="3021"/>
                    <a:pt x="630" y="3164"/>
                  </a:cubicBezTo>
                  <a:cubicBezTo>
                    <a:pt x="1270" y="3408"/>
                    <a:pt x="1853" y="3472"/>
                    <a:pt x="2295" y="3472"/>
                  </a:cubicBezTo>
                  <a:cubicBezTo>
                    <a:pt x="2395" y="3472"/>
                    <a:pt x="2489" y="3468"/>
                    <a:pt x="2574" y="3463"/>
                  </a:cubicBezTo>
                  <a:cubicBezTo>
                    <a:pt x="2874" y="3449"/>
                    <a:pt x="3145" y="3307"/>
                    <a:pt x="3317" y="3063"/>
                  </a:cubicBezTo>
                  <a:cubicBezTo>
                    <a:pt x="3360" y="3006"/>
                    <a:pt x="3389" y="2935"/>
                    <a:pt x="3417" y="2878"/>
                  </a:cubicBezTo>
                  <a:cubicBezTo>
                    <a:pt x="3675" y="2263"/>
                    <a:pt x="3703" y="1677"/>
                    <a:pt x="3688" y="1262"/>
                  </a:cubicBezTo>
                  <a:cubicBezTo>
                    <a:pt x="3660" y="905"/>
                    <a:pt x="3446" y="591"/>
                    <a:pt x="3117" y="433"/>
                  </a:cubicBezTo>
                  <a:cubicBezTo>
                    <a:pt x="2560" y="191"/>
                    <a:pt x="1845" y="76"/>
                    <a:pt x="1302" y="4"/>
                  </a:cubicBezTo>
                  <a:lnTo>
                    <a:pt x="1287" y="4"/>
                  </a:lnTo>
                  <a:cubicBezTo>
                    <a:pt x="1256" y="1"/>
                    <a:pt x="1226" y="0"/>
                    <a:pt x="1195"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35">
              <a:extLst>
                <a:ext uri="{FF2B5EF4-FFF2-40B4-BE49-F238E27FC236}">
                  <a16:creationId xmlns:a16="http://schemas.microsoft.com/office/drawing/2014/main" id="{44A26D2A-695C-0D70-B143-2E0EAFB3FD90}"/>
                </a:ext>
              </a:extLst>
            </p:cNvPr>
            <p:cNvSpPr/>
            <p:nvPr/>
          </p:nvSpPr>
          <p:spPr>
            <a:xfrm>
              <a:off x="5488025" y="1978750"/>
              <a:ext cx="82925" cy="86800"/>
            </a:xfrm>
            <a:custGeom>
              <a:avLst/>
              <a:gdLst/>
              <a:ahLst/>
              <a:cxnLst/>
              <a:rect l="l" t="t" r="r" b="b"/>
              <a:pathLst>
                <a:path w="3317" h="3472" extrusionOk="0">
                  <a:moveTo>
                    <a:pt x="1195" y="0"/>
                  </a:moveTo>
                  <a:cubicBezTo>
                    <a:pt x="761" y="0"/>
                    <a:pt x="378" y="277"/>
                    <a:pt x="244" y="690"/>
                  </a:cubicBezTo>
                  <a:cubicBezTo>
                    <a:pt x="87" y="1262"/>
                    <a:pt x="29" y="1820"/>
                    <a:pt x="16" y="2234"/>
                  </a:cubicBezTo>
                  <a:cubicBezTo>
                    <a:pt x="1" y="2634"/>
                    <a:pt x="244" y="3021"/>
                    <a:pt x="630" y="3164"/>
                  </a:cubicBezTo>
                  <a:cubicBezTo>
                    <a:pt x="1270" y="3408"/>
                    <a:pt x="1853" y="3472"/>
                    <a:pt x="2295" y="3472"/>
                  </a:cubicBezTo>
                  <a:cubicBezTo>
                    <a:pt x="2395" y="3472"/>
                    <a:pt x="2489" y="3468"/>
                    <a:pt x="2574" y="3463"/>
                  </a:cubicBezTo>
                  <a:cubicBezTo>
                    <a:pt x="2874" y="3449"/>
                    <a:pt x="3145" y="3307"/>
                    <a:pt x="3317" y="3063"/>
                  </a:cubicBezTo>
                  <a:cubicBezTo>
                    <a:pt x="2659" y="2891"/>
                    <a:pt x="1817" y="2920"/>
                    <a:pt x="1344" y="2420"/>
                  </a:cubicBezTo>
                  <a:cubicBezTo>
                    <a:pt x="916" y="1963"/>
                    <a:pt x="959" y="1262"/>
                    <a:pt x="1102" y="648"/>
                  </a:cubicBezTo>
                  <a:cubicBezTo>
                    <a:pt x="1159" y="433"/>
                    <a:pt x="1230" y="219"/>
                    <a:pt x="1302" y="4"/>
                  </a:cubicBezTo>
                  <a:lnTo>
                    <a:pt x="1287" y="4"/>
                  </a:lnTo>
                  <a:cubicBezTo>
                    <a:pt x="1256" y="1"/>
                    <a:pt x="1226" y="0"/>
                    <a:pt x="1195"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35">
              <a:extLst>
                <a:ext uri="{FF2B5EF4-FFF2-40B4-BE49-F238E27FC236}">
                  <a16:creationId xmlns:a16="http://schemas.microsoft.com/office/drawing/2014/main" id="{EF731730-DA8A-2FF2-52A0-2792E6DF9FF3}"/>
                </a:ext>
              </a:extLst>
            </p:cNvPr>
            <p:cNvSpPr/>
            <p:nvPr/>
          </p:nvSpPr>
          <p:spPr>
            <a:xfrm>
              <a:off x="5367250" y="2139450"/>
              <a:ext cx="166550" cy="144250"/>
            </a:xfrm>
            <a:custGeom>
              <a:avLst/>
              <a:gdLst/>
              <a:ahLst/>
              <a:cxnLst/>
              <a:rect l="l" t="t" r="r" b="b"/>
              <a:pathLst>
                <a:path w="6662" h="5770" extrusionOk="0">
                  <a:moveTo>
                    <a:pt x="4606" y="1"/>
                  </a:moveTo>
                  <a:cubicBezTo>
                    <a:pt x="4037" y="1"/>
                    <a:pt x="3507" y="263"/>
                    <a:pt x="3059" y="666"/>
                  </a:cubicBezTo>
                  <a:cubicBezTo>
                    <a:pt x="2974" y="738"/>
                    <a:pt x="2888" y="809"/>
                    <a:pt x="2802" y="866"/>
                  </a:cubicBezTo>
                  <a:cubicBezTo>
                    <a:pt x="2288" y="1209"/>
                    <a:pt x="1802" y="1252"/>
                    <a:pt x="1802" y="1252"/>
                  </a:cubicBezTo>
                  <a:cubicBezTo>
                    <a:pt x="1" y="3782"/>
                    <a:pt x="1001" y="5540"/>
                    <a:pt x="1001" y="5540"/>
                  </a:cubicBezTo>
                  <a:cubicBezTo>
                    <a:pt x="1973" y="5697"/>
                    <a:pt x="2817" y="5769"/>
                    <a:pt x="3503" y="5769"/>
                  </a:cubicBezTo>
                  <a:cubicBezTo>
                    <a:pt x="5375" y="5754"/>
                    <a:pt x="6276" y="5254"/>
                    <a:pt x="6375" y="4740"/>
                  </a:cubicBezTo>
                  <a:cubicBezTo>
                    <a:pt x="6505" y="4039"/>
                    <a:pt x="6047" y="3882"/>
                    <a:pt x="6047" y="3882"/>
                  </a:cubicBezTo>
                  <a:cubicBezTo>
                    <a:pt x="6047" y="3882"/>
                    <a:pt x="6505" y="3753"/>
                    <a:pt x="6576" y="3153"/>
                  </a:cubicBezTo>
                  <a:cubicBezTo>
                    <a:pt x="6633" y="2552"/>
                    <a:pt x="6233" y="2281"/>
                    <a:pt x="6233" y="2281"/>
                  </a:cubicBezTo>
                  <a:cubicBezTo>
                    <a:pt x="6505" y="2152"/>
                    <a:pt x="6661" y="1595"/>
                    <a:pt x="6505" y="995"/>
                  </a:cubicBezTo>
                  <a:cubicBezTo>
                    <a:pt x="6430" y="732"/>
                    <a:pt x="6237" y="658"/>
                    <a:pt x="6043" y="658"/>
                  </a:cubicBezTo>
                  <a:cubicBezTo>
                    <a:pt x="5795" y="658"/>
                    <a:pt x="5546" y="780"/>
                    <a:pt x="5546" y="780"/>
                  </a:cubicBezTo>
                  <a:lnTo>
                    <a:pt x="5346" y="1409"/>
                  </a:lnTo>
                  <a:cubicBezTo>
                    <a:pt x="5161" y="1452"/>
                    <a:pt x="4761" y="1567"/>
                    <a:pt x="4761" y="1567"/>
                  </a:cubicBezTo>
                  <a:lnTo>
                    <a:pt x="5146" y="80"/>
                  </a:lnTo>
                  <a:cubicBezTo>
                    <a:pt x="4963" y="26"/>
                    <a:pt x="4783" y="1"/>
                    <a:pt x="460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35">
              <a:extLst>
                <a:ext uri="{FF2B5EF4-FFF2-40B4-BE49-F238E27FC236}">
                  <a16:creationId xmlns:a16="http://schemas.microsoft.com/office/drawing/2014/main" id="{DE8C8651-3AB7-9E1A-0061-16636507499A}"/>
                </a:ext>
              </a:extLst>
            </p:cNvPr>
            <p:cNvSpPr/>
            <p:nvPr/>
          </p:nvSpPr>
          <p:spPr>
            <a:xfrm>
              <a:off x="5367250" y="2161075"/>
              <a:ext cx="89350" cy="122625"/>
            </a:xfrm>
            <a:custGeom>
              <a:avLst/>
              <a:gdLst/>
              <a:ahLst/>
              <a:cxnLst/>
              <a:rect l="l" t="t" r="r" b="b"/>
              <a:pathLst>
                <a:path w="3574" h="4905" extrusionOk="0">
                  <a:moveTo>
                    <a:pt x="2802" y="1"/>
                  </a:moveTo>
                  <a:lnTo>
                    <a:pt x="2802" y="1"/>
                  </a:lnTo>
                  <a:cubicBezTo>
                    <a:pt x="2288" y="344"/>
                    <a:pt x="1802" y="387"/>
                    <a:pt x="1802" y="387"/>
                  </a:cubicBezTo>
                  <a:cubicBezTo>
                    <a:pt x="1" y="2917"/>
                    <a:pt x="1001" y="4675"/>
                    <a:pt x="1001" y="4675"/>
                  </a:cubicBezTo>
                  <a:cubicBezTo>
                    <a:pt x="1973" y="4832"/>
                    <a:pt x="2817" y="4904"/>
                    <a:pt x="3503" y="4904"/>
                  </a:cubicBezTo>
                  <a:cubicBezTo>
                    <a:pt x="3488" y="4889"/>
                    <a:pt x="3474" y="4861"/>
                    <a:pt x="3460" y="4847"/>
                  </a:cubicBezTo>
                  <a:cubicBezTo>
                    <a:pt x="3259" y="4632"/>
                    <a:pt x="3160" y="4317"/>
                    <a:pt x="3189" y="4018"/>
                  </a:cubicBezTo>
                  <a:cubicBezTo>
                    <a:pt x="3202" y="3818"/>
                    <a:pt x="3288" y="3631"/>
                    <a:pt x="3303" y="3431"/>
                  </a:cubicBezTo>
                  <a:cubicBezTo>
                    <a:pt x="3317" y="3246"/>
                    <a:pt x="3259" y="3017"/>
                    <a:pt x="3088" y="2932"/>
                  </a:cubicBezTo>
                  <a:cubicBezTo>
                    <a:pt x="2916" y="2846"/>
                    <a:pt x="2645" y="2817"/>
                    <a:pt x="2674" y="2631"/>
                  </a:cubicBezTo>
                  <a:cubicBezTo>
                    <a:pt x="2688" y="2574"/>
                    <a:pt x="2731" y="2516"/>
                    <a:pt x="2774" y="2488"/>
                  </a:cubicBezTo>
                  <a:cubicBezTo>
                    <a:pt x="2974" y="2316"/>
                    <a:pt x="3174" y="2131"/>
                    <a:pt x="3360" y="1960"/>
                  </a:cubicBezTo>
                  <a:cubicBezTo>
                    <a:pt x="3431" y="1902"/>
                    <a:pt x="3503" y="1830"/>
                    <a:pt x="3532" y="1745"/>
                  </a:cubicBezTo>
                  <a:cubicBezTo>
                    <a:pt x="3574" y="1573"/>
                    <a:pt x="3446" y="1402"/>
                    <a:pt x="3288" y="1316"/>
                  </a:cubicBezTo>
                  <a:cubicBezTo>
                    <a:pt x="3145" y="1230"/>
                    <a:pt x="2960" y="1188"/>
                    <a:pt x="2831" y="1059"/>
                  </a:cubicBezTo>
                  <a:cubicBezTo>
                    <a:pt x="2545" y="801"/>
                    <a:pt x="2617" y="359"/>
                    <a:pt x="2802"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35">
              <a:extLst>
                <a:ext uri="{FF2B5EF4-FFF2-40B4-BE49-F238E27FC236}">
                  <a16:creationId xmlns:a16="http://schemas.microsoft.com/office/drawing/2014/main" id="{457FFE4C-54C7-A05D-EBB6-FFE06FD7770B}"/>
                </a:ext>
              </a:extLst>
            </p:cNvPr>
            <p:cNvSpPr/>
            <p:nvPr/>
          </p:nvSpPr>
          <p:spPr>
            <a:xfrm>
              <a:off x="5072800" y="1851275"/>
              <a:ext cx="365600" cy="443575"/>
            </a:xfrm>
            <a:custGeom>
              <a:avLst/>
              <a:gdLst/>
              <a:ahLst/>
              <a:cxnLst/>
              <a:rect l="l" t="t" r="r" b="b"/>
              <a:pathLst>
                <a:path w="14624" h="17743" extrusionOk="0">
                  <a:moveTo>
                    <a:pt x="5819" y="1"/>
                  </a:moveTo>
                  <a:cubicBezTo>
                    <a:pt x="5819" y="1"/>
                    <a:pt x="2945" y="373"/>
                    <a:pt x="1474" y="5633"/>
                  </a:cubicBezTo>
                  <a:cubicBezTo>
                    <a:pt x="1" y="10893"/>
                    <a:pt x="243" y="16210"/>
                    <a:pt x="2560" y="17253"/>
                  </a:cubicBezTo>
                  <a:cubicBezTo>
                    <a:pt x="3427" y="17638"/>
                    <a:pt x="4474" y="17742"/>
                    <a:pt x="5711" y="17742"/>
                  </a:cubicBezTo>
                  <a:cubicBezTo>
                    <a:pt x="6450" y="17742"/>
                    <a:pt x="7257" y="17705"/>
                    <a:pt x="8134" y="17668"/>
                  </a:cubicBezTo>
                  <a:cubicBezTo>
                    <a:pt x="9041" y="17626"/>
                    <a:pt x="10028" y="17585"/>
                    <a:pt x="11096" y="17585"/>
                  </a:cubicBezTo>
                  <a:cubicBezTo>
                    <a:pt x="11880" y="17585"/>
                    <a:pt x="12708" y="17607"/>
                    <a:pt x="13580" y="17668"/>
                  </a:cubicBezTo>
                  <a:cubicBezTo>
                    <a:pt x="13580" y="17668"/>
                    <a:pt x="13065" y="16767"/>
                    <a:pt x="12765" y="16252"/>
                  </a:cubicBezTo>
                  <a:cubicBezTo>
                    <a:pt x="12765" y="16252"/>
                    <a:pt x="13808" y="16010"/>
                    <a:pt x="14195" y="15781"/>
                  </a:cubicBezTo>
                  <a:cubicBezTo>
                    <a:pt x="14195" y="15781"/>
                    <a:pt x="14138" y="15724"/>
                    <a:pt x="14023" y="15638"/>
                  </a:cubicBezTo>
                  <a:cubicBezTo>
                    <a:pt x="13837" y="15480"/>
                    <a:pt x="13509" y="15209"/>
                    <a:pt x="13179" y="14880"/>
                  </a:cubicBezTo>
                  <a:cubicBezTo>
                    <a:pt x="13179" y="14880"/>
                    <a:pt x="14338" y="14409"/>
                    <a:pt x="14624" y="14165"/>
                  </a:cubicBezTo>
                  <a:cubicBezTo>
                    <a:pt x="14624" y="14165"/>
                    <a:pt x="13923" y="13651"/>
                    <a:pt x="13580" y="13308"/>
                  </a:cubicBezTo>
                  <a:cubicBezTo>
                    <a:pt x="13580" y="13308"/>
                    <a:pt x="14138" y="12936"/>
                    <a:pt x="14509" y="12036"/>
                  </a:cubicBezTo>
                  <a:lnTo>
                    <a:pt x="14509" y="12036"/>
                  </a:lnTo>
                  <a:cubicBezTo>
                    <a:pt x="14509" y="12036"/>
                    <a:pt x="11458" y="12468"/>
                    <a:pt x="9455" y="12468"/>
                  </a:cubicBezTo>
                  <a:cubicBezTo>
                    <a:pt x="9365" y="12468"/>
                    <a:pt x="9277" y="12467"/>
                    <a:pt x="9192" y="12465"/>
                  </a:cubicBezTo>
                  <a:cubicBezTo>
                    <a:pt x="7205" y="12408"/>
                    <a:pt x="6204" y="12179"/>
                    <a:pt x="6204" y="12179"/>
                  </a:cubicBezTo>
                  <a:cubicBezTo>
                    <a:pt x="6204" y="12179"/>
                    <a:pt x="6905" y="8677"/>
                    <a:pt x="6934" y="5318"/>
                  </a:cubicBezTo>
                  <a:cubicBezTo>
                    <a:pt x="6947" y="3188"/>
                    <a:pt x="6705" y="1101"/>
                    <a:pt x="581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35">
              <a:extLst>
                <a:ext uri="{FF2B5EF4-FFF2-40B4-BE49-F238E27FC236}">
                  <a16:creationId xmlns:a16="http://schemas.microsoft.com/office/drawing/2014/main" id="{9D66752E-700F-AF7B-A3FC-7AAF394D471D}"/>
                </a:ext>
              </a:extLst>
            </p:cNvPr>
            <p:cNvSpPr/>
            <p:nvPr/>
          </p:nvSpPr>
          <p:spPr>
            <a:xfrm>
              <a:off x="5086400" y="1851275"/>
              <a:ext cx="341275" cy="443475"/>
            </a:xfrm>
            <a:custGeom>
              <a:avLst/>
              <a:gdLst/>
              <a:ahLst/>
              <a:cxnLst/>
              <a:rect l="l" t="t" r="r" b="b"/>
              <a:pathLst>
                <a:path w="13651" h="17739" extrusionOk="0">
                  <a:moveTo>
                    <a:pt x="5275" y="1"/>
                  </a:moveTo>
                  <a:cubicBezTo>
                    <a:pt x="5275" y="1"/>
                    <a:pt x="2401" y="373"/>
                    <a:pt x="930" y="5633"/>
                  </a:cubicBezTo>
                  <a:cubicBezTo>
                    <a:pt x="314" y="7805"/>
                    <a:pt x="0" y="9978"/>
                    <a:pt x="0" y="11865"/>
                  </a:cubicBezTo>
                  <a:cubicBezTo>
                    <a:pt x="0" y="14552"/>
                    <a:pt x="657" y="16639"/>
                    <a:pt x="2016" y="17253"/>
                  </a:cubicBezTo>
                  <a:cubicBezTo>
                    <a:pt x="2874" y="17639"/>
                    <a:pt x="3916" y="17739"/>
                    <a:pt x="5132" y="17739"/>
                  </a:cubicBezTo>
                  <a:cubicBezTo>
                    <a:pt x="5889" y="17739"/>
                    <a:pt x="6704" y="17696"/>
                    <a:pt x="7590" y="17668"/>
                  </a:cubicBezTo>
                  <a:cubicBezTo>
                    <a:pt x="8477" y="17624"/>
                    <a:pt x="9434" y="17582"/>
                    <a:pt x="10478" y="17582"/>
                  </a:cubicBezTo>
                  <a:cubicBezTo>
                    <a:pt x="11278" y="17582"/>
                    <a:pt x="12136" y="17610"/>
                    <a:pt x="13036" y="17668"/>
                  </a:cubicBezTo>
                  <a:cubicBezTo>
                    <a:pt x="13036" y="17668"/>
                    <a:pt x="12521" y="16767"/>
                    <a:pt x="12221" y="16252"/>
                  </a:cubicBezTo>
                  <a:cubicBezTo>
                    <a:pt x="12221" y="16252"/>
                    <a:pt x="13264" y="16010"/>
                    <a:pt x="13651" y="15781"/>
                  </a:cubicBezTo>
                  <a:cubicBezTo>
                    <a:pt x="13651" y="15781"/>
                    <a:pt x="13594" y="15724"/>
                    <a:pt x="13479" y="15638"/>
                  </a:cubicBezTo>
                  <a:cubicBezTo>
                    <a:pt x="13407" y="15623"/>
                    <a:pt x="13336" y="15623"/>
                    <a:pt x="13279" y="15623"/>
                  </a:cubicBezTo>
                  <a:lnTo>
                    <a:pt x="11435" y="15581"/>
                  </a:lnTo>
                  <a:lnTo>
                    <a:pt x="11435" y="15581"/>
                  </a:lnTo>
                  <a:cubicBezTo>
                    <a:pt x="11478" y="15981"/>
                    <a:pt x="11535" y="16381"/>
                    <a:pt x="11578" y="16781"/>
                  </a:cubicBezTo>
                  <a:cubicBezTo>
                    <a:pt x="10163" y="16724"/>
                    <a:pt x="8762" y="16624"/>
                    <a:pt x="7347" y="16467"/>
                  </a:cubicBezTo>
                  <a:cubicBezTo>
                    <a:pt x="5532" y="16267"/>
                    <a:pt x="3560" y="15880"/>
                    <a:pt x="2416" y="14451"/>
                  </a:cubicBezTo>
                  <a:cubicBezTo>
                    <a:pt x="1387" y="13180"/>
                    <a:pt x="1344" y="11379"/>
                    <a:pt x="1458" y="9749"/>
                  </a:cubicBezTo>
                  <a:cubicBezTo>
                    <a:pt x="1601" y="7905"/>
                    <a:pt x="1987" y="5932"/>
                    <a:pt x="3316" y="4661"/>
                  </a:cubicBezTo>
                  <a:cubicBezTo>
                    <a:pt x="3731" y="4260"/>
                    <a:pt x="4331" y="3960"/>
                    <a:pt x="4888" y="3960"/>
                  </a:cubicBezTo>
                  <a:cubicBezTo>
                    <a:pt x="5189" y="3960"/>
                    <a:pt x="5460" y="4045"/>
                    <a:pt x="5689" y="4260"/>
                  </a:cubicBezTo>
                  <a:cubicBezTo>
                    <a:pt x="6032" y="4560"/>
                    <a:pt x="6247" y="4918"/>
                    <a:pt x="6390" y="5318"/>
                  </a:cubicBezTo>
                  <a:lnTo>
                    <a:pt x="6390" y="5118"/>
                  </a:lnTo>
                  <a:cubicBezTo>
                    <a:pt x="6390" y="3060"/>
                    <a:pt x="6132" y="1072"/>
                    <a:pt x="5275"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35">
              <a:extLst>
                <a:ext uri="{FF2B5EF4-FFF2-40B4-BE49-F238E27FC236}">
                  <a16:creationId xmlns:a16="http://schemas.microsoft.com/office/drawing/2014/main" id="{AD158401-DC43-2AD5-ABF9-0835C53C692F}"/>
                </a:ext>
              </a:extLst>
            </p:cNvPr>
            <p:cNvSpPr/>
            <p:nvPr/>
          </p:nvSpPr>
          <p:spPr>
            <a:xfrm>
              <a:off x="5557000" y="1729475"/>
              <a:ext cx="43075" cy="62175"/>
            </a:xfrm>
            <a:custGeom>
              <a:avLst/>
              <a:gdLst/>
              <a:ahLst/>
              <a:cxnLst/>
              <a:rect l="l" t="t" r="r" b="b"/>
              <a:pathLst>
                <a:path w="1723" h="2487" extrusionOk="0">
                  <a:moveTo>
                    <a:pt x="531" y="0"/>
                  </a:moveTo>
                  <a:cubicBezTo>
                    <a:pt x="243" y="0"/>
                    <a:pt x="1" y="152"/>
                    <a:pt x="1" y="413"/>
                  </a:cubicBezTo>
                  <a:cubicBezTo>
                    <a:pt x="1" y="1027"/>
                    <a:pt x="115" y="2485"/>
                    <a:pt x="115" y="2485"/>
                  </a:cubicBezTo>
                  <a:cubicBezTo>
                    <a:pt x="140" y="2486"/>
                    <a:pt x="165" y="2487"/>
                    <a:pt x="190" y="2487"/>
                  </a:cubicBezTo>
                  <a:cubicBezTo>
                    <a:pt x="1279" y="2487"/>
                    <a:pt x="1723" y="1550"/>
                    <a:pt x="1402" y="642"/>
                  </a:cubicBezTo>
                  <a:cubicBezTo>
                    <a:pt x="1242" y="194"/>
                    <a:pt x="857" y="0"/>
                    <a:pt x="53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35">
              <a:extLst>
                <a:ext uri="{FF2B5EF4-FFF2-40B4-BE49-F238E27FC236}">
                  <a16:creationId xmlns:a16="http://schemas.microsoft.com/office/drawing/2014/main" id="{8C68BD94-E4DB-E458-C6D2-8A1E6B68D04C}"/>
                </a:ext>
              </a:extLst>
            </p:cNvPr>
            <p:cNvSpPr/>
            <p:nvPr/>
          </p:nvSpPr>
          <p:spPr>
            <a:xfrm>
              <a:off x="5565600" y="1745500"/>
              <a:ext cx="20575" cy="24025"/>
            </a:xfrm>
            <a:custGeom>
              <a:avLst/>
              <a:gdLst/>
              <a:ahLst/>
              <a:cxnLst/>
              <a:rect l="l" t="t" r="r" b="b"/>
              <a:pathLst>
                <a:path w="823" h="961" extrusionOk="0">
                  <a:moveTo>
                    <a:pt x="422" y="1"/>
                  </a:moveTo>
                  <a:cubicBezTo>
                    <a:pt x="419" y="1"/>
                    <a:pt x="417" y="1"/>
                    <a:pt x="414" y="1"/>
                  </a:cubicBezTo>
                  <a:cubicBezTo>
                    <a:pt x="86" y="1"/>
                    <a:pt x="0" y="901"/>
                    <a:pt x="414" y="958"/>
                  </a:cubicBezTo>
                  <a:cubicBezTo>
                    <a:pt x="425" y="960"/>
                    <a:pt x="436" y="960"/>
                    <a:pt x="447" y="960"/>
                  </a:cubicBezTo>
                  <a:cubicBezTo>
                    <a:pt x="823" y="960"/>
                    <a:pt x="763" y="1"/>
                    <a:pt x="422"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35">
              <a:extLst>
                <a:ext uri="{FF2B5EF4-FFF2-40B4-BE49-F238E27FC236}">
                  <a16:creationId xmlns:a16="http://schemas.microsoft.com/office/drawing/2014/main" id="{CD9CF8F4-C2FB-D94A-9C4D-48D137A4DB85}"/>
                </a:ext>
              </a:extLst>
            </p:cNvPr>
            <p:cNvSpPr/>
            <p:nvPr/>
          </p:nvSpPr>
          <p:spPr>
            <a:xfrm>
              <a:off x="5279725" y="1574175"/>
              <a:ext cx="299500" cy="386975"/>
            </a:xfrm>
            <a:custGeom>
              <a:avLst/>
              <a:gdLst/>
              <a:ahLst/>
              <a:cxnLst/>
              <a:rect l="l" t="t" r="r" b="b"/>
              <a:pathLst>
                <a:path w="11980" h="15479" extrusionOk="0">
                  <a:moveTo>
                    <a:pt x="8373" y="1"/>
                  </a:moveTo>
                  <a:cubicBezTo>
                    <a:pt x="8039" y="1"/>
                    <a:pt x="7531" y="74"/>
                    <a:pt x="6775" y="279"/>
                  </a:cubicBezTo>
                  <a:cubicBezTo>
                    <a:pt x="4946" y="765"/>
                    <a:pt x="4088" y="2094"/>
                    <a:pt x="4088" y="2094"/>
                  </a:cubicBezTo>
                  <a:cubicBezTo>
                    <a:pt x="4203" y="1293"/>
                    <a:pt x="5217" y="651"/>
                    <a:pt x="5017" y="321"/>
                  </a:cubicBezTo>
                  <a:cubicBezTo>
                    <a:pt x="5003" y="293"/>
                    <a:pt x="4974" y="279"/>
                    <a:pt x="4931" y="279"/>
                  </a:cubicBezTo>
                  <a:cubicBezTo>
                    <a:pt x="4915" y="277"/>
                    <a:pt x="4897" y="276"/>
                    <a:pt x="4878" y="276"/>
                  </a:cubicBezTo>
                  <a:cubicBezTo>
                    <a:pt x="4189" y="276"/>
                    <a:pt x="1445" y="1498"/>
                    <a:pt x="986" y="2680"/>
                  </a:cubicBezTo>
                  <a:cubicBezTo>
                    <a:pt x="486" y="4009"/>
                    <a:pt x="258" y="5482"/>
                    <a:pt x="143" y="7311"/>
                  </a:cubicBezTo>
                  <a:cubicBezTo>
                    <a:pt x="0" y="9427"/>
                    <a:pt x="186" y="13271"/>
                    <a:pt x="586" y="13401"/>
                  </a:cubicBezTo>
                  <a:cubicBezTo>
                    <a:pt x="617" y="13412"/>
                    <a:pt x="650" y="13417"/>
                    <a:pt x="685" y="13417"/>
                  </a:cubicBezTo>
                  <a:cubicBezTo>
                    <a:pt x="1095" y="13417"/>
                    <a:pt x="1715" y="12700"/>
                    <a:pt x="1716" y="12700"/>
                  </a:cubicBezTo>
                  <a:lnTo>
                    <a:pt x="1716" y="12700"/>
                  </a:lnTo>
                  <a:cubicBezTo>
                    <a:pt x="1716" y="13300"/>
                    <a:pt x="1315" y="14129"/>
                    <a:pt x="1716" y="14344"/>
                  </a:cubicBezTo>
                  <a:cubicBezTo>
                    <a:pt x="1773" y="14374"/>
                    <a:pt x="1852" y="14387"/>
                    <a:pt x="1947" y="14387"/>
                  </a:cubicBezTo>
                  <a:cubicBezTo>
                    <a:pt x="2517" y="14387"/>
                    <a:pt x="3631" y="13915"/>
                    <a:pt x="3631" y="13915"/>
                  </a:cubicBezTo>
                  <a:cubicBezTo>
                    <a:pt x="3631" y="13915"/>
                    <a:pt x="3670" y="15478"/>
                    <a:pt x="4086" y="15478"/>
                  </a:cubicBezTo>
                  <a:cubicBezTo>
                    <a:pt x="4101" y="15478"/>
                    <a:pt x="4115" y="15476"/>
                    <a:pt x="4131" y="15472"/>
                  </a:cubicBezTo>
                  <a:cubicBezTo>
                    <a:pt x="4588" y="15358"/>
                    <a:pt x="5617" y="14315"/>
                    <a:pt x="5617" y="14315"/>
                  </a:cubicBezTo>
                  <a:cubicBezTo>
                    <a:pt x="5617" y="14315"/>
                    <a:pt x="6230" y="15467"/>
                    <a:pt x="6673" y="15467"/>
                  </a:cubicBezTo>
                  <a:cubicBezTo>
                    <a:pt x="6708" y="15467"/>
                    <a:pt x="6742" y="15460"/>
                    <a:pt x="6775" y="15444"/>
                  </a:cubicBezTo>
                  <a:cubicBezTo>
                    <a:pt x="7218" y="15230"/>
                    <a:pt x="7332" y="14272"/>
                    <a:pt x="7332" y="14272"/>
                  </a:cubicBezTo>
                  <a:cubicBezTo>
                    <a:pt x="7332" y="14272"/>
                    <a:pt x="8740" y="15096"/>
                    <a:pt x="9256" y="15096"/>
                  </a:cubicBezTo>
                  <a:cubicBezTo>
                    <a:pt x="9305" y="15096"/>
                    <a:pt x="9346" y="15088"/>
                    <a:pt x="9377" y="15072"/>
                  </a:cubicBezTo>
                  <a:cubicBezTo>
                    <a:pt x="9748" y="14887"/>
                    <a:pt x="9377" y="13887"/>
                    <a:pt x="9377" y="13886"/>
                  </a:cubicBezTo>
                  <a:lnTo>
                    <a:pt x="9377" y="13886"/>
                  </a:lnTo>
                  <a:cubicBezTo>
                    <a:pt x="9861" y="14339"/>
                    <a:pt x="10678" y="14582"/>
                    <a:pt x="11121" y="14582"/>
                  </a:cubicBezTo>
                  <a:cubicBezTo>
                    <a:pt x="11279" y="14582"/>
                    <a:pt x="11390" y="14551"/>
                    <a:pt x="11420" y="14487"/>
                  </a:cubicBezTo>
                  <a:cubicBezTo>
                    <a:pt x="11521" y="14243"/>
                    <a:pt x="11178" y="13157"/>
                    <a:pt x="11178" y="13157"/>
                  </a:cubicBezTo>
                  <a:lnTo>
                    <a:pt x="11178" y="13157"/>
                  </a:lnTo>
                  <a:cubicBezTo>
                    <a:pt x="11380" y="13196"/>
                    <a:pt x="11535" y="13217"/>
                    <a:pt x="11651" y="13217"/>
                  </a:cubicBezTo>
                  <a:cubicBezTo>
                    <a:pt x="11918" y="13217"/>
                    <a:pt x="11979" y="13106"/>
                    <a:pt x="11950" y="12857"/>
                  </a:cubicBezTo>
                  <a:cubicBezTo>
                    <a:pt x="11921" y="12614"/>
                    <a:pt x="11807" y="12242"/>
                    <a:pt x="11706" y="11714"/>
                  </a:cubicBezTo>
                  <a:cubicBezTo>
                    <a:pt x="11464" y="10399"/>
                    <a:pt x="11263" y="8741"/>
                    <a:pt x="11220" y="5696"/>
                  </a:cubicBezTo>
                  <a:cubicBezTo>
                    <a:pt x="11179" y="2762"/>
                    <a:pt x="9677" y="2709"/>
                    <a:pt x="9568" y="2709"/>
                  </a:cubicBezTo>
                  <a:cubicBezTo>
                    <a:pt x="9564" y="2709"/>
                    <a:pt x="9562" y="2709"/>
                    <a:pt x="9562" y="2709"/>
                  </a:cubicBezTo>
                  <a:cubicBezTo>
                    <a:pt x="9905" y="1979"/>
                    <a:pt x="10448" y="1966"/>
                    <a:pt x="10963" y="1823"/>
                  </a:cubicBezTo>
                  <a:cubicBezTo>
                    <a:pt x="11464" y="1694"/>
                    <a:pt x="11277" y="1293"/>
                    <a:pt x="9920" y="1208"/>
                  </a:cubicBezTo>
                  <a:cubicBezTo>
                    <a:pt x="9852" y="1203"/>
                    <a:pt x="9783" y="1201"/>
                    <a:pt x="9712" y="1201"/>
                  </a:cubicBezTo>
                  <a:cubicBezTo>
                    <a:pt x="8374" y="1201"/>
                    <a:pt x="6632" y="1937"/>
                    <a:pt x="6632" y="1937"/>
                  </a:cubicBezTo>
                  <a:cubicBezTo>
                    <a:pt x="7304" y="508"/>
                    <a:pt x="8891" y="479"/>
                    <a:pt x="8948" y="279"/>
                  </a:cubicBezTo>
                  <a:cubicBezTo>
                    <a:pt x="8973" y="152"/>
                    <a:pt x="8854" y="1"/>
                    <a:pt x="837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35">
              <a:extLst>
                <a:ext uri="{FF2B5EF4-FFF2-40B4-BE49-F238E27FC236}">
                  <a16:creationId xmlns:a16="http://schemas.microsoft.com/office/drawing/2014/main" id="{6D1AB42A-A5C4-1447-6B1B-871144D86214}"/>
                </a:ext>
              </a:extLst>
            </p:cNvPr>
            <p:cNvSpPr/>
            <p:nvPr/>
          </p:nvSpPr>
          <p:spPr>
            <a:xfrm>
              <a:off x="5282200" y="1581150"/>
              <a:ext cx="296625" cy="379850"/>
            </a:xfrm>
            <a:custGeom>
              <a:avLst/>
              <a:gdLst/>
              <a:ahLst/>
              <a:cxnLst/>
              <a:rect l="l" t="t" r="r" b="b"/>
              <a:pathLst>
                <a:path w="11865" h="15194" extrusionOk="0">
                  <a:moveTo>
                    <a:pt x="4775" y="0"/>
                  </a:moveTo>
                  <a:cubicBezTo>
                    <a:pt x="4089" y="0"/>
                    <a:pt x="1359" y="1229"/>
                    <a:pt x="887" y="2401"/>
                  </a:cubicBezTo>
                  <a:cubicBezTo>
                    <a:pt x="387" y="3730"/>
                    <a:pt x="159" y="5203"/>
                    <a:pt x="44" y="7032"/>
                  </a:cubicBezTo>
                  <a:cubicBezTo>
                    <a:pt x="16" y="7490"/>
                    <a:pt x="1" y="8033"/>
                    <a:pt x="1" y="8605"/>
                  </a:cubicBezTo>
                  <a:cubicBezTo>
                    <a:pt x="1" y="10648"/>
                    <a:pt x="172" y="13021"/>
                    <a:pt x="487" y="13122"/>
                  </a:cubicBezTo>
                  <a:cubicBezTo>
                    <a:pt x="515" y="13135"/>
                    <a:pt x="559" y="13135"/>
                    <a:pt x="587" y="13135"/>
                  </a:cubicBezTo>
                  <a:cubicBezTo>
                    <a:pt x="1001" y="13135"/>
                    <a:pt x="1616" y="12421"/>
                    <a:pt x="1617" y="12421"/>
                  </a:cubicBezTo>
                  <a:lnTo>
                    <a:pt x="1617" y="12421"/>
                  </a:lnTo>
                  <a:cubicBezTo>
                    <a:pt x="1617" y="12821"/>
                    <a:pt x="1445" y="13322"/>
                    <a:pt x="1445" y="13678"/>
                  </a:cubicBezTo>
                  <a:cubicBezTo>
                    <a:pt x="1445" y="13850"/>
                    <a:pt x="1487" y="13993"/>
                    <a:pt x="1617" y="14065"/>
                  </a:cubicBezTo>
                  <a:cubicBezTo>
                    <a:pt x="1674" y="14093"/>
                    <a:pt x="1759" y="14107"/>
                    <a:pt x="1845" y="14107"/>
                  </a:cubicBezTo>
                  <a:cubicBezTo>
                    <a:pt x="2417" y="14107"/>
                    <a:pt x="3532" y="13636"/>
                    <a:pt x="3532" y="13636"/>
                  </a:cubicBezTo>
                  <a:cubicBezTo>
                    <a:pt x="3532" y="13636"/>
                    <a:pt x="3574" y="15193"/>
                    <a:pt x="3989" y="15193"/>
                  </a:cubicBezTo>
                  <a:lnTo>
                    <a:pt x="4032" y="15193"/>
                  </a:lnTo>
                  <a:cubicBezTo>
                    <a:pt x="4489" y="15079"/>
                    <a:pt x="5518" y="14036"/>
                    <a:pt x="5518" y="14036"/>
                  </a:cubicBezTo>
                  <a:cubicBezTo>
                    <a:pt x="5518" y="14036"/>
                    <a:pt x="6133" y="15193"/>
                    <a:pt x="6576" y="15193"/>
                  </a:cubicBezTo>
                  <a:cubicBezTo>
                    <a:pt x="6619" y="15193"/>
                    <a:pt x="6648" y="15180"/>
                    <a:pt x="6676" y="15165"/>
                  </a:cubicBezTo>
                  <a:cubicBezTo>
                    <a:pt x="7119" y="14951"/>
                    <a:pt x="7233" y="13993"/>
                    <a:pt x="7233" y="13993"/>
                  </a:cubicBezTo>
                  <a:cubicBezTo>
                    <a:pt x="7233" y="13993"/>
                    <a:pt x="8649" y="14822"/>
                    <a:pt x="9163" y="14822"/>
                  </a:cubicBezTo>
                  <a:cubicBezTo>
                    <a:pt x="9206" y="14822"/>
                    <a:pt x="9249" y="14808"/>
                    <a:pt x="9278" y="14793"/>
                  </a:cubicBezTo>
                  <a:cubicBezTo>
                    <a:pt x="9406" y="14722"/>
                    <a:pt x="9449" y="14579"/>
                    <a:pt x="9449" y="14408"/>
                  </a:cubicBezTo>
                  <a:cubicBezTo>
                    <a:pt x="9449" y="14050"/>
                    <a:pt x="9278" y="13608"/>
                    <a:pt x="9278" y="13607"/>
                  </a:cubicBezTo>
                  <a:lnTo>
                    <a:pt x="9278" y="13607"/>
                  </a:lnTo>
                  <a:cubicBezTo>
                    <a:pt x="9764" y="14065"/>
                    <a:pt x="10578" y="14294"/>
                    <a:pt x="11007" y="14294"/>
                  </a:cubicBezTo>
                  <a:cubicBezTo>
                    <a:pt x="11178" y="14294"/>
                    <a:pt x="11293" y="14265"/>
                    <a:pt x="11321" y="14208"/>
                  </a:cubicBezTo>
                  <a:cubicBezTo>
                    <a:pt x="11336" y="14164"/>
                    <a:pt x="11336" y="14122"/>
                    <a:pt x="11336" y="14065"/>
                  </a:cubicBezTo>
                  <a:cubicBezTo>
                    <a:pt x="11336" y="13693"/>
                    <a:pt x="11079" y="12878"/>
                    <a:pt x="11079" y="12878"/>
                  </a:cubicBezTo>
                  <a:lnTo>
                    <a:pt x="11079" y="12878"/>
                  </a:lnTo>
                  <a:cubicBezTo>
                    <a:pt x="11279" y="12921"/>
                    <a:pt x="11435" y="12935"/>
                    <a:pt x="11550" y="12935"/>
                  </a:cubicBezTo>
                  <a:cubicBezTo>
                    <a:pt x="11779" y="12935"/>
                    <a:pt x="11864" y="12849"/>
                    <a:pt x="11864" y="12678"/>
                  </a:cubicBezTo>
                  <a:cubicBezTo>
                    <a:pt x="11864" y="12649"/>
                    <a:pt x="11864" y="12621"/>
                    <a:pt x="11851" y="12578"/>
                  </a:cubicBezTo>
                  <a:cubicBezTo>
                    <a:pt x="11450" y="12563"/>
                    <a:pt x="11035" y="12563"/>
                    <a:pt x="10635" y="12550"/>
                  </a:cubicBezTo>
                  <a:lnTo>
                    <a:pt x="10635" y="12550"/>
                  </a:lnTo>
                  <a:cubicBezTo>
                    <a:pt x="10707" y="12921"/>
                    <a:pt x="10707" y="13322"/>
                    <a:pt x="10635" y="13707"/>
                  </a:cubicBezTo>
                  <a:cubicBezTo>
                    <a:pt x="10035" y="13421"/>
                    <a:pt x="9392" y="13221"/>
                    <a:pt x="8748" y="13107"/>
                  </a:cubicBezTo>
                  <a:lnTo>
                    <a:pt x="8748" y="14265"/>
                  </a:lnTo>
                  <a:cubicBezTo>
                    <a:pt x="8377" y="14021"/>
                    <a:pt x="7991" y="13764"/>
                    <a:pt x="7548" y="13722"/>
                  </a:cubicBezTo>
                  <a:cubicBezTo>
                    <a:pt x="7505" y="13722"/>
                    <a:pt x="7462" y="13707"/>
                    <a:pt x="7420" y="13707"/>
                  </a:cubicBezTo>
                  <a:cubicBezTo>
                    <a:pt x="7019" y="13707"/>
                    <a:pt x="6619" y="13922"/>
                    <a:pt x="6490" y="14279"/>
                  </a:cubicBezTo>
                  <a:cubicBezTo>
                    <a:pt x="6562" y="13993"/>
                    <a:pt x="6219" y="13793"/>
                    <a:pt x="5890" y="13793"/>
                  </a:cubicBezTo>
                  <a:cubicBezTo>
                    <a:pt x="5804" y="13793"/>
                    <a:pt x="5733" y="13808"/>
                    <a:pt x="5647" y="13836"/>
                  </a:cubicBezTo>
                  <a:cubicBezTo>
                    <a:pt x="5289" y="13979"/>
                    <a:pt x="4975" y="14294"/>
                    <a:pt x="4590" y="14294"/>
                  </a:cubicBezTo>
                  <a:lnTo>
                    <a:pt x="4546" y="14294"/>
                  </a:lnTo>
                  <a:cubicBezTo>
                    <a:pt x="4060" y="14265"/>
                    <a:pt x="3761" y="13593"/>
                    <a:pt x="4060" y="13221"/>
                  </a:cubicBezTo>
                  <a:lnTo>
                    <a:pt x="4060" y="13221"/>
                  </a:lnTo>
                  <a:cubicBezTo>
                    <a:pt x="3475" y="13293"/>
                    <a:pt x="2888" y="13364"/>
                    <a:pt x="2303" y="13450"/>
                  </a:cubicBezTo>
                  <a:cubicBezTo>
                    <a:pt x="2231" y="13135"/>
                    <a:pt x="2402" y="12821"/>
                    <a:pt x="2459" y="12521"/>
                  </a:cubicBezTo>
                  <a:cubicBezTo>
                    <a:pt x="2531" y="12207"/>
                    <a:pt x="2402" y="11778"/>
                    <a:pt x="2088" y="11763"/>
                  </a:cubicBezTo>
                  <a:lnTo>
                    <a:pt x="2045" y="11763"/>
                  </a:lnTo>
                  <a:cubicBezTo>
                    <a:pt x="1859" y="11763"/>
                    <a:pt x="1731" y="11807"/>
                    <a:pt x="1602" y="11849"/>
                  </a:cubicBezTo>
                  <a:cubicBezTo>
                    <a:pt x="1487" y="11906"/>
                    <a:pt x="1402" y="11949"/>
                    <a:pt x="1316" y="11949"/>
                  </a:cubicBezTo>
                  <a:cubicBezTo>
                    <a:pt x="1188" y="11949"/>
                    <a:pt x="1073" y="11849"/>
                    <a:pt x="930" y="11534"/>
                  </a:cubicBezTo>
                  <a:cubicBezTo>
                    <a:pt x="759" y="11163"/>
                    <a:pt x="759" y="10148"/>
                    <a:pt x="702" y="9705"/>
                  </a:cubicBezTo>
                  <a:cubicBezTo>
                    <a:pt x="502" y="8247"/>
                    <a:pt x="715" y="6747"/>
                    <a:pt x="930" y="5289"/>
                  </a:cubicBezTo>
                  <a:cubicBezTo>
                    <a:pt x="1116" y="4088"/>
                    <a:pt x="1344" y="2844"/>
                    <a:pt x="2059" y="1872"/>
                  </a:cubicBezTo>
                  <a:cubicBezTo>
                    <a:pt x="2259" y="1601"/>
                    <a:pt x="2488" y="1357"/>
                    <a:pt x="2717" y="1157"/>
                  </a:cubicBezTo>
                  <a:cubicBezTo>
                    <a:pt x="3345" y="643"/>
                    <a:pt x="4075" y="315"/>
                    <a:pt x="4832"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35">
              <a:extLst>
                <a:ext uri="{FF2B5EF4-FFF2-40B4-BE49-F238E27FC236}">
                  <a16:creationId xmlns:a16="http://schemas.microsoft.com/office/drawing/2014/main" id="{E4BF66D4-A95F-14DF-2115-DF9A572C03B1}"/>
                </a:ext>
              </a:extLst>
            </p:cNvPr>
            <p:cNvSpPr/>
            <p:nvPr/>
          </p:nvSpPr>
          <p:spPr>
            <a:xfrm>
              <a:off x="5242075" y="1729425"/>
              <a:ext cx="49825" cy="71550"/>
            </a:xfrm>
            <a:custGeom>
              <a:avLst/>
              <a:gdLst/>
              <a:ahLst/>
              <a:cxnLst/>
              <a:rect l="l" t="t" r="r" b="b"/>
              <a:pathLst>
                <a:path w="1993" h="2862" extrusionOk="0">
                  <a:moveTo>
                    <a:pt x="1375" y="1"/>
                  </a:moveTo>
                  <a:cubicBezTo>
                    <a:pt x="1000" y="1"/>
                    <a:pt x="558" y="222"/>
                    <a:pt x="377" y="744"/>
                  </a:cubicBezTo>
                  <a:cubicBezTo>
                    <a:pt x="1" y="1789"/>
                    <a:pt x="508" y="2861"/>
                    <a:pt x="1752" y="2861"/>
                  </a:cubicBezTo>
                  <a:cubicBezTo>
                    <a:pt x="1784" y="2861"/>
                    <a:pt x="1816" y="2860"/>
                    <a:pt x="1849" y="2859"/>
                  </a:cubicBezTo>
                  <a:cubicBezTo>
                    <a:pt x="1849" y="2859"/>
                    <a:pt x="1992" y="1187"/>
                    <a:pt x="1992" y="473"/>
                  </a:cubicBezTo>
                  <a:cubicBezTo>
                    <a:pt x="1992" y="176"/>
                    <a:pt x="1710" y="1"/>
                    <a:pt x="137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35">
              <a:extLst>
                <a:ext uri="{FF2B5EF4-FFF2-40B4-BE49-F238E27FC236}">
                  <a16:creationId xmlns:a16="http://schemas.microsoft.com/office/drawing/2014/main" id="{C6C1CFE7-B473-FBF3-459C-A101A36A2536}"/>
                </a:ext>
              </a:extLst>
            </p:cNvPr>
            <p:cNvSpPr/>
            <p:nvPr/>
          </p:nvSpPr>
          <p:spPr>
            <a:xfrm>
              <a:off x="5258425" y="1748000"/>
              <a:ext cx="23475" cy="27600"/>
            </a:xfrm>
            <a:custGeom>
              <a:avLst/>
              <a:gdLst/>
              <a:ahLst/>
              <a:cxnLst/>
              <a:rect l="l" t="t" r="r" b="b"/>
              <a:pathLst>
                <a:path w="939" h="1104" extrusionOk="0">
                  <a:moveTo>
                    <a:pt x="459" y="0"/>
                  </a:moveTo>
                  <a:cubicBezTo>
                    <a:pt x="61" y="0"/>
                    <a:pt x="0" y="1104"/>
                    <a:pt x="433" y="1104"/>
                  </a:cubicBezTo>
                  <a:cubicBezTo>
                    <a:pt x="444" y="1104"/>
                    <a:pt x="455" y="1103"/>
                    <a:pt x="466" y="1102"/>
                  </a:cubicBezTo>
                  <a:cubicBezTo>
                    <a:pt x="938" y="1030"/>
                    <a:pt x="837" y="1"/>
                    <a:pt x="466" y="1"/>
                  </a:cubicBezTo>
                  <a:cubicBezTo>
                    <a:pt x="463" y="1"/>
                    <a:pt x="461" y="0"/>
                    <a:pt x="459"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35">
              <a:extLst>
                <a:ext uri="{FF2B5EF4-FFF2-40B4-BE49-F238E27FC236}">
                  <a16:creationId xmlns:a16="http://schemas.microsoft.com/office/drawing/2014/main" id="{716B8E3F-8364-42E1-18B7-CC9AD3229611}"/>
                </a:ext>
              </a:extLst>
            </p:cNvPr>
            <p:cNvSpPr/>
            <p:nvPr/>
          </p:nvSpPr>
          <p:spPr>
            <a:xfrm>
              <a:off x="5293300" y="1698925"/>
              <a:ext cx="279100" cy="204175"/>
            </a:xfrm>
            <a:custGeom>
              <a:avLst/>
              <a:gdLst/>
              <a:ahLst/>
              <a:cxnLst/>
              <a:rect l="l" t="t" r="r" b="b"/>
              <a:pathLst>
                <a:path w="11164" h="8167" extrusionOk="0">
                  <a:moveTo>
                    <a:pt x="8115" y="1"/>
                  </a:moveTo>
                  <a:cubicBezTo>
                    <a:pt x="6924" y="1"/>
                    <a:pt x="6301" y="792"/>
                    <a:pt x="6098" y="792"/>
                  </a:cubicBezTo>
                  <a:cubicBezTo>
                    <a:pt x="6095" y="792"/>
                    <a:pt x="6092" y="792"/>
                    <a:pt x="6089" y="792"/>
                  </a:cubicBezTo>
                  <a:cubicBezTo>
                    <a:pt x="5778" y="749"/>
                    <a:pt x="5203" y="96"/>
                    <a:pt x="4038" y="96"/>
                  </a:cubicBezTo>
                  <a:cubicBezTo>
                    <a:pt x="3649" y="96"/>
                    <a:pt x="3193" y="169"/>
                    <a:pt x="2659" y="363"/>
                  </a:cubicBezTo>
                  <a:cubicBezTo>
                    <a:pt x="243" y="1235"/>
                    <a:pt x="0" y="5009"/>
                    <a:pt x="1615" y="6838"/>
                  </a:cubicBezTo>
                  <a:cubicBezTo>
                    <a:pt x="2391" y="7726"/>
                    <a:pt x="3998" y="8167"/>
                    <a:pt x="5629" y="8167"/>
                  </a:cubicBezTo>
                  <a:cubicBezTo>
                    <a:pt x="6702" y="8167"/>
                    <a:pt x="7785" y="7976"/>
                    <a:pt x="8647" y="7595"/>
                  </a:cubicBezTo>
                  <a:cubicBezTo>
                    <a:pt x="9177" y="7367"/>
                    <a:pt x="9606" y="7067"/>
                    <a:pt x="9920" y="6709"/>
                  </a:cubicBezTo>
                  <a:cubicBezTo>
                    <a:pt x="11163" y="5237"/>
                    <a:pt x="10849" y="2321"/>
                    <a:pt x="9848" y="892"/>
                  </a:cubicBezTo>
                  <a:cubicBezTo>
                    <a:pt x="9562" y="477"/>
                    <a:pt x="9219" y="191"/>
                    <a:pt x="8834" y="92"/>
                  </a:cubicBezTo>
                  <a:cubicBezTo>
                    <a:pt x="8574" y="28"/>
                    <a:pt x="8335" y="1"/>
                    <a:pt x="811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35">
              <a:extLst>
                <a:ext uri="{FF2B5EF4-FFF2-40B4-BE49-F238E27FC236}">
                  <a16:creationId xmlns:a16="http://schemas.microsoft.com/office/drawing/2014/main" id="{0BE6E161-50F3-CCF3-DC73-6A1B212A3985}"/>
                </a:ext>
              </a:extLst>
            </p:cNvPr>
            <p:cNvSpPr/>
            <p:nvPr/>
          </p:nvSpPr>
          <p:spPr>
            <a:xfrm>
              <a:off x="5293300" y="1698925"/>
              <a:ext cx="246225" cy="204175"/>
            </a:xfrm>
            <a:custGeom>
              <a:avLst/>
              <a:gdLst/>
              <a:ahLst/>
              <a:cxnLst/>
              <a:rect l="l" t="t" r="r" b="b"/>
              <a:pathLst>
                <a:path w="9849" h="8167" extrusionOk="0">
                  <a:moveTo>
                    <a:pt x="8115" y="1"/>
                  </a:moveTo>
                  <a:cubicBezTo>
                    <a:pt x="6924" y="1"/>
                    <a:pt x="6301" y="792"/>
                    <a:pt x="6098" y="792"/>
                  </a:cubicBezTo>
                  <a:cubicBezTo>
                    <a:pt x="6095" y="792"/>
                    <a:pt x="6092" y="792"/>
                    <a:pt x="6089" y="792"/>
                  </a:cubicBezTo>
                  <a:cubicBezTo>
                    <a:pt x="5778" y="749"/>
                    <a:pt x="5203" y="96"/>
                    <a:pt x="4038" y="96"/>
                  </a:cubicBezTo>
                  <a:cubicBezTo>
                    <a:pt x="3649" y="96"/>
                    <a:pt x="3193" y="169"/>
                    <a:pt x="2659" y="363"/>
                  </a:cubicBezTo>
                  <a:cubicBezTo>
                    <a:pt x="243" y="1235"/>
                    <a:pt x="0" y="5009"/>
                    <a:pt x="1615" y="6838"/>
                  </a:cubicBezTo>
                  <a:cubicBezTo>
                    <a:pt x="2391" y="7726"/>
                    <a:pt x="3998" y="8167"/>
                    <a:pt x="5629" y="8167"/>
                  </a:cubicBezTo>
                  <a:cubicBezTo>
                    <a:pt x="6702" y="8167"/>
                    <a:pt x="7785" y="7976"/>
                    <a:pt x="8647" y="7595"/>
                  </a:cubicBezTo>
                  <a:lnTo>
                    <a:pt x="8647" y="7595"/>
                  </a:lnTo>
                  <a:cubicBezTo>
                    <a:pt x="8504" y="7624"/>
                    <a:pt x="8362" y="7667"/>
                    <a:pt x="8219" y="7696"/>
                  </a:cubicBezTo>
                  <a:cubicBezTo>
                    <a:pt x="7533" y="7856"/>
                    <a:pt x="6830" y="7935"/>
                    <a:pt x="6124" y="7935"/>
                  </a:cubicBezTo>
                  <a:cubicBezTo>
                    <a:pt x="5315" y="7935"/>
                    <a:pt x="4503" y="7830"/>
                    <a:pt x="3717" y="7624"/>
                  </a:cubicBezTo>
                  <a:cubicBezTo>
                    <a:pt x="3088" y="7467"/>
                    <a:pt x="2444" y="7210"/>
                    <a:pt x="1987" y="6738"/>
                  </a:cubicBezTo>
                  <a:cubicBezTo>
                    <a:pt x="1344" y="6066"/>
                    <a:pt x="1186" y="5266"/>
                    <a:pt x="1129" y="4365"/>
                  </a:cubicBezTo>
                  <a:cubicBezTo>
                    <a:pt x="1087" y="3822"/>
                    <a:pt x="1043" y="3293"/>
                    <a:pt x="1129" y="2750"/>
                  </a:cubicBezTo>
                  <a:cubicBezTo>
                    <a:pt x="1215" y="2221"/>
                    <a:pt x="1430" y="1693"/>
                    <a:pt x="1830" y="1335"/>
                  </a:cubicBezTo>
                  <a:cubicBezTo>
                    <a:pt x="2403" y="821"/>
                    <a:pt x="3168" y="580"/>
                    <a:pt x="3930" y="580"/>
                  </a:cubicBezTo>
                  <a:cubicBezTo>
                    <a:pt x="4270" y="580"/>
                    <a:pt x="4609" y="628"/>
                    <a:pt x="4931" y="721"/>
                  </a:cubicBezTo>
                  <a:cubicBezTo>
                    <a:pt x="5259" y="816"/>
                    <a:pt x="5600" y="950"/>
                    <a:pt x="5941" y="950"/>
                  </a:cubicBezTo>
                  <a:cubicBezTo>
                    <a:pt x="5957" y="950"/>
                    <a:pt x="5973" y="950"/>
                    <a:pt x="5989" y="949"/>
                  </a:cubicBezTo>
                  <a:cubicBezTo>
                    <a:pt x="6389" y="921"/>
                    <a:pt x="6732" y="706"/>
                    <a:pt x="7104" y="563"/>
                  </a:cubicBezTo>
                  <a:cubicBezTo>
                    <a:pt x="7437" y="431"/>
                    <a:pt x="7791" y="369"/>
                    <a:pt x="8147" y="369"/>
                  </a:cubicBezTo>
                  <a:cubicBezTo>
                    <a:pt x="8602" y="369"/>
                    <a:pt x="9059" y="471"/>
                    <a:pt x="9476" y="663"/>
                  </a:cubicBezTo>
                  <a:cubicBezTo>
                    <a:pt x="9606" y="721"/>
                    <a:pt x="9734" y="806"/>
                    <a:pt x="9848" y="892"/>
                  </a:cubicBezTo>
                  <a:cubicBezTo>
                    <a:pt x="9562" y="477"/>
                    <a:pt x="9219" y="191"/>
                    <a:pt x="8834" y="92"/>
                  </a:cubicBezTo>
                  <a:cubicBezTo>
                    <a:pt x="8574" y="28"/>
                    <a:pt x="8335" y="1"/>
                    <a:pt x="8115"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35">
              <a:extLst>
                <a:ext uri="{FF2B5EF4-FFF2-40B4-BE49-F238E27FC236}">
                  <a16:creationId xmlns:a16="http://schemas.microsoft.com/office/drawing/2014/main" id="{154CF32D-9AA9-5019-5EC8-82B95B1667B8}"/>
                </a:ext>
              </a:extLst>
            </p:cNvPr>
            <p:cNvSpPr/>
            <p:nvPr/>
          </p:nvSpPr>
          <p:spPr>
            <a:xfrm>
              <a:off x="5401550" y="1835500"/>
              <a:ext cx="29325" cy="20825"/>
            </a:xfrm>
            <a:custGeom>
              <a:avLst/>
              <a:gdLst/>
              <a:ahLst/>
              <a:cxnLst/>
              <a:rect l="l" t="t" r="r" b="b"/>
              <a:pathLst>
                <a:path w="1173" h="833" extrusionOk="0">
                  <a:moveTo>
                    <a:pt x="320" y="0"/>
                  </a:moveTo>
                  <a:cubicBezTo>
                    <a:pt x="290" y="0"/>
                    <a:pt x="260" y="5"/>
                    <a:pt x="229" y="17"/>
                  </a:cubicBezTo>
                  <a:cubicBezTo>
                    <a:pt x="130" y="60"/>
                    <a:pt x="87" y="146"/>
                    <a:pt x="29" y="232"/>
                  </a:cubicBezTo>
                  <a:cubicBezTo>
                    <a:pt x="16" y="260"/>
                    <a:pt x="1" y="289"/>
                    <a:pt x="1" y="318"/>
                  </a:cubicBezTo>
                  <a:cubicBezTo>
                    <a:pt x="1" y="375"/>
                    <a:pt x="58" y="417"/>
                    <a:pt x="101" y="446"/>
                  </a:cubicBezTo>
                  <a:cubicBezTo>
                    <a:pt x="287" y="589"/>
                    <a:pt x="487" y="703"/>
                    <a:pt x="702" y="803"/>
                  </a:cubicBezTo>
                  <a:cubicBezTo>
                    <a:pt x="742" y="824"/>
                    <a:pt x="780" y="833"/>
                    <a:pt x="815" y="833"/>
                  </a:cubicBezTo>
                  <a:cubicBezTo>
                    <a:pt x="932" y="833"/>
                    <a:pt x="1028" y="735"/>
                    <a:pt x="1116" y="603"/>
                  </a:cubicBezTo>
                  <a:cubicBezTo>
                    <a:pt x="1144" y="560"/>
                    <a:pt x="1173" y="503"/>
                    <a:pt x="1159" y="446"/>
                  </a:cubicBezTo>
                  <a:cubicBezTo>
                    <a:pt x="1159" y="403"/>
                    <a:pt x="1116" y="375"/>
                    <a:pt x="1087" y="346"/>
                  </a:cubicBezTo>
                  <a:cubicBezTo>
                    <a:pt x="902" y="175"/>
                    <a:pt x="687" y="74"/>
                    <a:pt x="444" y="17"/>
                  </a:cubicBezTo>
                  <a:cubicBezTo>
                    <a:pt x="403" y="9"/>
                    <a:pt x="361" y="0"/>
                    <a:pt x="32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35">
              <a:extLst>
                <a:ext uri="{FF2B5EF4-FFF2-40B4-BE49-F238E27FC236}">
                  <a16:creationId xmlns:a16="http://schemas.microsoft.com/office/drawing/2014/main" id="{36230537-B913-B880-8EA6-8F2022C1C9F7}"/>
                </a:ext>
              </a:extLst>
            </p:cNvPr>
            <p:cNvSpPr/>
            <p:nvPr/>
          </p:nvSpPr>
          <p:spPr>
            <a:xfrm>
              <a:off x="5347950" y="1765150"/>
              <a:ext cx="65450" cy="40575"/>
            </a:xfrm>
            <a:custGeom>
              <a:avLst/>
              <a:gdLst/>
              <a:ahLst/>
              <a:cxnLst/>
              <a:rect l="l" t="t" r="r" b="b"/>
              <a:pathLst>
                <a:path w="2618" h="1623" extrusionOk="0">
                  <a:moveTo>
                    <a:pt x="359" y="1"/>
                  </a:moveTo>
                  <a:lnTo>
                    <a:pt x="359" y="1"/>
                  </a:lnTo>
                  <a:cubicBezTo>
                    <a:pt x="1" y="301"/>
                    <a:pt x="216" y="1087"/>
                    <a:pt x="515" y="1373"/>
                  </a:cubicBezTo>
                  <a:cubicBezTo>
                    <a:pt x="630" y="1487"/>
                    <a:pt x="801" y="1544"/>
                    <a:pt x="959" y="1588"/>
                  </a:cubicBezTo>
                  <a:cubicBezTo>
                    <a:pt x="1072" y="1609"/>
                    <a:pt x="1188" y="1623"/>
                    <a:pt x="1304" y="1623"/>
                  </a:cubicBezTo>
                  <a:cubicBezTo>
                    <a:pt x="1496" y="1623"/>
                    <a:pt x="1685" y="1586"/>
                    <a:pt x="1845" y="1487"/>
                  </a:cubicBezTo>
                  <a:cubicBezTo>
                    <a:pt x="2303" y="1245"/>
                    <a:pt x="2488" y="687"/>
                    <a:pt x="2617" y="172"/>
                  </a:cubicBezTo>
                  <a:cubicBezTo>
                    <a:pt x="1874" y="158"/>
                    <a:pt x="1087" y="16"/>
                    <a:pt x="35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35">
              <a:extLst>
                <a:ext uri="{FF2B5EF4-FFF2-40B4-BE49-F238E27FC236}">
                  <a16:creationId xmlns:a16="http://schemas.microsoft.com/office/drawing/2014/main" id="{87D2EF95-5F96-B81A-07BF-6F28E4102EBB}"/>
                </a:ext>
              </a:extLst>
            </p:cNvPr>
            <p:cNvSpPr/>
            <p:nvPr/>
          </p:nvSpPr>
          <p:spPr>
            <a:xfrm>
              <a:off x="5485550" y="1768375"/>
              <a:ext cx="47200" cy="28500"/>
            </a:xfrm>
            <a:custGeom>
              <a:avLst/>
              <a:gdLst/>
              <a:ahLst/>
              <a:cxnLst/>
              <a:rect l="l" t="t" r="r" b="b"/>
              <a:pathLst>
                <a:path w="1888" h="1140" extrusionOk="0">
                  <a:moveTo>
                    <a:pt x="0" y="1"/>
                  </a:moveTo>
                  <a:cubicBezTo>
                    <a:pt x="57" y="386"/>
                    <a:pt x="143" y="786"/>
                    <a:pt x="443" y="1001"/>
                  </a:cubicBezTo>
                  <a:cubicBezTo>
                    <a:pt x="586" y="1100"/>
                    <a:pt x="755" y="1140"/>
                    <a:pt x="929" y="1140"/>
                  </a:cubicBezTo>
                  <a:cubicBezTo>
                    <a:pt x="981" y="1140"/>
                    <a:pt x="1034" y="1136"/>
                    <a:pt x="1087" y="1129"/>
                  </a:cubicBezTo>
                  <a:cubicBezTo>
                    <a:pt x="1201" y="1116"/>
                    <a:pt x="1329" y="1087"/>
                    <a:pt x="1430" y="1015"/>
                  </a:cubicBezTo>
                  <a:cubicBezTo>
                    <a:pt x="1658" y="830"/>
                    <a:pt x="1887" y="287"/>
                    <a:pt x="1658" y="43"/>
                  </a:cubicBezTo>
                  <a:cubicBezTo>
                    <a:pt x="1447" y="20"/>
                    <a:pt x="1228" y="16"/>
                    <a:pt x="1005" y="16"/>
                  </a:cubicBezTo>
                  <a:cubicBezTo>
                    <a:pt x="853" y="16"/>
                    <a:pt x="699" y="18"/>
                    <a:pt x="546" y="18"/>
                  </a:cubicBezTo>
                  <a:cubicBezTo>
                    <a:pt x="362" y="18"/>
                    <a:pt x="179" y="15"/>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35">
              <a:extLst>
                <a:ext uri="{FF2B5EF4-FFF2-40B4-BE49-F238E27FC236}">
                  <a16:creationId xmlns:a16="http://schemas.microsoft.com/office/drawing/2014/main" id="{1154D1BC-B1E6-CAA0-40E8-C731D15C0595}"/>
                </a:ext>
              </a:extLst>
            </p:cNvPr>
            <p:cNvSpPr/>
            <p:nvPr/>
          </p:nvSpPr>
          <p:spPr>
            <a:xfrm>
              <a:off x="5468025" y="1724675"/>
              <a:ext cx="71850" cy="32650"/>
            </a:xfrm>
            <a:custGeom>
              <a:avLst/>
              <a:gdLst/>
              <a:ahLst/>
              <a:cxnLst/>
              <a:rect l="l" t="t" r="r" b="b"/>
              <a:pathLst>
                <a:path w="2874" h="1306" extrusionOk="0">
                  <a:moveTo>
                    <a:pt x="305" y="0"/>
                  </a:moveTo>
                  <a:cubicBezTo>
                    <a:pt x="260" y="0"/>
                    <a:pt x="216" y="2"/>
                    <a:pt x="172" y="5"/>
                  </a:cubicBezTo>
                  <a:lnTo>
                    <a:pt x="0" y="948"/>
                  </a:lnTo>
                  <a:cubicBezTo>
                    <a:pt x="72" y="962"/>
                    <a:pt x="143" y="962"/>
                    <a:pt x="215" y="962"/>
                  </a:cubicBezTo>
                  <a:cubicBezTo>
                    <a:pt x="1087" y="991"/>
                    <a:pt x="2001" y="962"/>
                    <a:pt x="2802" y="1305"/>
                  </a:cubicBezTo>
                  <a:cubicBezTo>
                    <a:pt x="2817" y="1234"/>
                    <a:pt x="2845" y="1177"/>
                    <a:pt x="2874" y="1120"/>
                  </a:cubicBezTo>
                  <a:cubicBezTo>
                    <a:pt x="2416" y="691"/>
                    <a:pt x="1873" y="377"/>
                    <a:pt x="1302" y="190"/>
                  </a:cubicBezTo>
                  <a:cubicBezTo>
                    <a:pt x="999" y="89"/>
                    <a:pt x="640" y="0"/>
                    <a:pt x="30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35">
              <a:extLst>
                <a:ext uri="{FF2B5EF4-FFF2-40B4-BE49-F238E27FC236}">
                  <a16:creationId xmlns:a16="http://schemas.microsoft.com/office/drawing/2014/main" id="{B77C2870-C3D1-A085-43BB-5B4EC5775043}"/>
                </a:ext>
              </a:extLst>
            </p:cNvPr>
            <p:cNvSpPr/>
            <p:nvPr/>
          </p:nvSpPr>
          <p:spPr>
            <a:xfrm>
              <a:off x="5342600" y="1715850"/>
              <a:ext cx="81850" cy="38600"/>
            </a:xfrm>
            <a:custGeom>
              <a:avLst/>
              <a:gdLst/>
              <a:ahLst/>
              <a:cxnLst/>
              <a:rect l="l" t="t" r="r" b="b"/>
              <a:pathLst>
                <a:path w="3274" h="1544" extrusionOk="0">
                  <a:moveTo>
                    <a:pt x="3073" y="0"/>
                  </a:moveTo>
                  <a:cubicBezTo>
                    <a:pt x="2645" y="0"/>
                    <a:pt x="2174" y="143"/>
                    <a:pt x="1773" y="286"/>
                  </a:cubicBezTo>
                  <a:cubicBezTo>
                    <a:pt x="1130" y="530"/>
                    <a:pt x="515" y="901"/>
                    <a:pt x="1" y="1372"/>
                  </a:cubicBezTo>
                  <a:lnTo>
                    <a:pt x="87" y="1544"/>
                  </a:lnTo>
                  <a:cubicBezTo>
                    <a:pt x="987" y="1130"/>
                    <a:pt x="2031" y="1073"/>
                    <a:pt x="3031" y="972"/>
                  </a:cubicBezTo>
                  <a:cubicBezTo>
                    <a:pt x="3117" y="972"/>
                    <a:pt x="3203" y="958"/>
                    <a:pt x="3274" y="930"/>
                  </a:cubicBezTo>
                  <a:cubicBezTo>
                    <a:pt x="3203" y="615"/>
                    <a:pt x="3131" y="315"/>
                    <a:pt x="307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35">
              <a:extLst>
                <a:ext uri="{FF2B5EF4-FFF2-40B4-BE49-F238E27FC236}">
                  <a16:creationId xmlns:a16="http://schemas.microsoft.com/office/drawing/2014/main" id="{8889D7E1-50DC-D7A9-7880-A4BF4105837A}"/>
                </a:ext>
              </a:extLst>
            </p:cNvPr>
            <p:cNvSpPr/>
            <p:nvPr/>
          </p:nvSpPr>
          <p:spPr>
            <a:xfrm>
              <a:off x="5355475" y="1766575"/>
              <a:ext cx="21475" cy="22575"/>
            </a:xfrm>
            <a:custGeom>
              <a:avLst/>
              <a:gdLst/>
              <a:ahLst/>
              <a:cxnLst/>
              <a:rect l="l" t="t" r="r" b="b"/>
              <a:pathLst>
                <a:path w="859" h="903" extrusionOk="0">
                  <a:moveTo>
                    <a:pt x="423" y="0"/>
                  </a:moveTo>
                  <a:cubicBezTo>
                    <a:pt x="416" y="0"/>
                    <a:pt x="408" y="0"/>
                    <a:pt x="401" y="1"/>
                  </a:cubicBezTo>
                  <a:cubicBezTo>
                    <a:pt x="172" y="29"/>
                    <a:pt x="0" y="230"/>
                    <a:pt x="14" y="473"/>
                  </a:cubicBezTo>
                  <a:cubicBezTo>
                    <a:pt x="14" y="708"/>
                    <a:pt x="228" y="903"/>
                    <a:pt x="437" y="903"/>
                  </a:cubicBezTo>
                  <a:cubicBezTo>
                    <a:pt x="444" y="903"/>
                    <a:pt x="451" y="902"/>
                    <a:pt x="458" y="902"/>
                  </a:cubicBezTo>
                  <a:cubicBezTo>
                    <a:pt x="700" y="873"/>
                    <a:pt x="858" y="673"/>
                    <a:pt x="858" y="430"/>
                  </a:cubicBezTo>
                  <a:cubicBezTo>
                    <a:pt x="844" y="195"/>
                    <a:pt x="643" y="0"/>
                    <a:pt x="4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35">
              <a:extLst>
                <a:ext uri="{FF2B5EF4-FFF2-40B4-BE49-F238E27FC236}">
                  <a16:creationId xmlns:a16="http://schemas.microsoft.com/office/drawing/2014/main" id="{FED4BD11-12D4-348D-A5AF-4A7FE3C84904}"/>
                </a:ext>
              </a:extLst>
            </p:cNvPr>
            <p:cNvSpPr/>
            <p:nvPr/>
          </p:nvSpPr>
          <p:spPr>
            <a:xfrm>
              <a:off x="5486975" y="1771025"/>
              <a:ext cx="23950" cy="21525"/>
            </a:xfrm>
            <a:custGeom>
              <a:avLst/>
              <a:gdLst/>
              <a:ahLst/>
              <a:cxnLst/>
              <a:rect l="l" t="t" r="r" b="b"/>
              <a:pathLst>
                <a:path w="958" h="861" extrusionOk="0">
                  <a:moveTo>
                    <a:pt x="496" y="1"/>
                  </a:moveTo>
                  <a:cubicBezTo>
                    <a:pt x="335" y="1"/>
                    <a:pt x="186" y="105"/>
                    <a:pt x="100" y="267"/>
                  </a:cubicBezTo>
                  <a:cubicBezTo>
                    <a:pt x="0" y="467"/>
                    <a:pt x="100" y="738"/>
                    <a:pt x="300" y="823"/>
                  </a:cubicBezTo>
                  <a:cubicBezTo>
                    <a:pt x="354" y="849"/>
                    <a:pt x="409" y="860"/>
                    <a:pt x="462" y="860"/>
                  </a:cubicBezTo>
                  <a:cubicBezTo>
                    <a:pt x="623" y="860"/>
                    <a:pt x="772" y="756"/>
                    <a:pt x="858" y="595"/>
                  </a:cubicBezTo>
                  <a:cubicBezTo>
                    <a:pt x="958" y="395"/>
                    <a:pt x="858" y="124"/>
                    <a:pt x="658" y="38"/>
                  </a:cubicBezTo>
                  <a:cubicBezTo>
                    <a:pt x="604" y="13"/>
                    <a:pt x="549" y="1"/>
                    <a:pt x="49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35">
              <a:extLst>
                <a:ext uri="{FF2B5EF4-FFF2-40B4-BE49-F238E27FC236}">
                  <a16:creationId xmlns:a16="http://schemas.microsoft.com/office/drawing/2014/main" id="{1D18A1A4-F7DD-C719-9696-E1BEFE48B573}"/>
                </a:ext>
              </a:extLst>
            </p:cNvPr>
            <p:cNvSpPr/>
            <p:nvPr/>
          </p:nvSpPr>
          <p:spPr>
            <a:xfrm>
              <a:off x="5372250" y="1810475"/>
              <a:ext cx="21850" cy="33700"/>
            </a:xfrm>
            <a:custGeom>
              <a:avLst/>
              <a:gdLst/>
              <a:ahLst/>
              <a:cxnLst/>
              <a:rect l="l" t="t" r="r" b="b"/>
              <a:pathLst>
                <a:path w="874" h="1348" extrusionOk="0">
                  <a:moveTo>
                    <a:pt x="749" y="0"/>
                  </a:moveTo>
                  <a:cubicBezTo>
                    <a:pt x="734" y="0"/>
                    <a:pt x="718" y="5"/>
                    <a:pt x="702" y="17"/>
                  </a:cubicBezTo>
                  <a:cubicBezTo>
                    <a:pt x="458" y="175"/>
                    <a:pt x="244" y="389"/>
                    <a:pt x="58" y="618"/>
                  </a:cubicBezTo>
                  <a:cubicBezTo>
                    <a:pt x="29" y="646"/>
                    <a:pt x="1" y="690"/>
                    <a:pt x="1" y="732"/>
                  </a:cubicBezTo>
                  <a:cubicBezTo>
                    <a:pt x="16" y="732"/>
                    <a:pt x="16" y="732"/>
                    <a:pt x="29" y="747"/>
                  </a:cubicBezTo>
                  <a:cubicBezTo>
                    <a:pt x="229" y="961"/>
                    <a:pt x="444" y="1147"/>
                    <a:pt x="715" y="1275"/>
                  </a:cubicBezTo>
                  <a:cubicBezTo>
                    <a:pt x="773" y="1304"/>
                    <a:pt x="816" y="1319"/>
                    <a:pt x="873" y="1347"/>
                  </a:cubicBezTo>
                  <a:cubicBezTo>
                    <a:pt x="845" y="1147"/>
                    <a:pt x="816" y="932"/>
                    <a:pt x="816" y="718"/>
                  </a:cubicBezTo>
                  <a:cubicBezTo>
                    <a:pt x="816" y="646"/>
                    <a:pt x="801" y="303"/>
                    <a:pt x="816" y="74"/>
                  </a:cubicBezTo>
                  <a:cubicBezTo>
                    <a:pt x="816" y="33"/>
                    <a:pt x="787" y="0"/>
                    <a:pt x="74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35">
              <a:extLst>
                <a:ext uri="{FF2B5EF4-FFF2-40B4-BE49-F238E27FC236}">
                  <a16:creationId xmlns:a16="http://schemas.microsoft.com/office/drawing/2014/main" id="{07147B0D-3681-C7BA-6A77-513B1B43F9E3}"/>
                </a:ext>
              </a:extLst>
            </p:cNvPr>
            <p:cNvSpPr/>
            <p:nvPr/>
          </p:nvSpPr>
          <p:spPr>
            <a:xfrm>
              <a:off x="5438725" y="1835025"/>
              <a:ext cx="28600" cy="27350"/>
            </a:xfrm>
            <a:custGeom>
              <a:avLst/>
              <a:gdLst/>
              <a:ahLst/>
              <a:cxnLst/>
              <a:rect l="l" t="t" r="r" b="b"/>
              <a:pathLst>
                <a:path w="1144" h="1094" extrusionOk="0">
                  <a:moveTo>
                    <a:pt x="986" y="1"/>
                  </a:moveTo>
                  <a:cubicBezTo>
                    <a:pt x="964" y="1"/>
                    <a:pt x="942" y="12"/>
                    <a:pt x="930" y="36"/>
                  </a:cubicBezTo>
                  <a:cubicBezTo>
                    <a:pt x="787" y="207"/>
                    <a:pt x="543" y="451"/>
                    <a:pt x="501" y="508"/>
                  </a:cubicBezTo>
                  <a:cubicBezTo>
                    <a:pt x="343" y="665"/>
                    <a:pt x="187" y="808"/>
                    <a:pt x="29" y="951"/>
                  </a:cubicBezTo>
                  <a:lnTo>
                    <a:pt x="0" y="979"/>
                  </a:lnTo>
                  <a:cubicBezTo>
                    <a:pt x="30" y="977"/>
                    <a:pt x="59" y="976"/>
                    <a:pt x="89" y="976"/>
                  </a:cubicBezTo>
                  <a:cubicBezTo>
                    <a:pt x="231" y="976"/>
                    <a:pt x="373" y="1001"/>
                    <a:pt x="515" y="1036"/>
                  </a:cubicBezTo>
                  <a:cubicBezTo>
                    <a:pt x="701" y="1065"/>
                    <a:pt x="886" y="1080"/>
                    <a:pt x="1058" y="1093"/>
                  </a:cubicBezTo>
                  <a:cubicBezTo>
                    <a:pt x="1073" y="1093"/>
                    <a:pt x="1087" y="1080"/>
                    <a:pt x="1087" y="1080"/>
                  </a:cubicBezTo>
                  <a:cubicBezTo>
                    <a:pt x="1115" y="1036"/>
                    <a:pt x="1130" y="994"/>
                    <a:pt x="1130" y="951"/>
                  </a:cubicBezTo>
                  <a:cubicBezTo>
                    <a:pt x="1144" y="651"/>
                    <a:pt x="1115" y="350"/>
                    <a:pt x="1058" y="64"/>
                  </a:cubicBezTo>
                  <a:cubicBezTo>
                    <a:pt x="1050" y="23"/>
                    <a:pt x="1017" y="1"/>
                    <a:pt x="986"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35">
              <a:extLst>
                <a:ext uri="{FF2B5EF4-FFF2-40B4-BE49-F238E27FC236}">
                  <a16:creationId xmlns:a16="http://schemas.microsoft.com/office/drawing/2014/main" id="{EF3CB10A-C001-A3E3-5B5F-49197B0203CC}"/>
                </a:ext>
              </a:extLst>
            </p:cNvPr>
            <p:cNvSpPr/>
            <p:nvPr/>
          </p:nvSpPr>
          <p:spPr>
            <a:xfrm>
              <a:off x="5356200" y="1762300"/>
              <a:ext cx="58250" cy="8750"/>
            </a:xfrm>
            <a:custGeom>
              <a:avLst/>
              <a:gdLst/>
              <a:ahLst/>
              <a:cxnLst/>
              <a:rect l="l" t="t" r="r" b="b"/>
              <a:pathLst>
                <a:path w="2330" h="350" extrusionOk="0">
                  <a:moveTo>
                    <a:pt x="29" y="0"/>
                  </a:moveTo>
                  <a:lnTo>
                    <a:pt x="0" y="143"/>
                  </a:lnTo>
                  <a:cubicBezTo>
                    <a:pt x="660" y="278"/>
                    <a:pt x="1320" y="350"/>
                    <a:pt x="1988" y="350"/>
                  </a:cubicBezTo>
                  <a:cubicBezTo>
                    <a:pt x="2102" y="350"/>
                    <a:pt x="2215" y="348"/>
                    <a:pt x="2329" y="343"/>
                  </a:cubicBezTo>
                  <a:lnTo>
                    <a:pt x="2316" y="200"/>
                  </a:lnTo>
                  <a:cubicBezTo>
                    <a:pt x="2206" y="205"/>
                    <a:pt x="2095" y="207"/>
                    <a:pt x="1985" y="207"/>
                  </a:cubicBezTo>
                  <a:cubicBezTo>
                    <a:pt x="1334" y="207"/>
                    <a:pt x="676" y="135"/>
                    <a:pt x="2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35">
              <a:extLst>
                <a:ext uri="{FF2B5EF4-FFF2-40B4-BE49-F238E27FC236}">
                  <a16:creationId xmlns:a16="http://schemas.microsoft.com/office/drawing/2014/main" id="{5B59CEA6-1F16-3064-19CE-F63AA7A4DCC1}"/>
                </a:ext>
              </a:extLst>
            </p:cNvPr>
            <p:cNvSpPr/>
            <p:nvPr/>
          </p:nvSpPr>
          <p:spPr>
            <a:xfrm>
              <a:off x="5483400" y="1766575"/>
              <a:ext cx="44675" cy="5150"/>
            </a:xfrm>
            <a:custGeom>
              <a:avLst/>
              <a:gdLst/>
              <a:ahLst/>
              <a:cxnLst/>
              <a:rect l="l" t="t" r="r" b="b"/>
              <a:pathLst>
                <a:path w="1787" h="206" extrusionOk="0">
                  <a:moveTo>
                    <a:pt x="29" y="1"/>
                  </a:moveTo>
                  <a:lnTo>
                    <a:pt x="1" y="144"/>
                  </a:lnTo>
                  <a:cubicBezTo>
                    <a:pt x="322" y="183"/>
                    <a:pt x="648" y="205"/>
                    <a:pt x="977" y="205"/>
                  </a:cubicBezTo>
                  <a:cubicBezTo>
                    <a:pt x="1246" y="205"/>
                    <a:pt x="1516" y="191"/>
                    <a:pt x="1787" y="159"/>
                  </a:cubicBezTo>
                  <a:lnTo>
                    <a:pt x="1773" y="16"/>
                  </a:lnTo>
                  <a:cubicBezTo>
                    <a:pt x="1497" y="43"/>
                    <a:pt x="1220" y="57"/>
                    <a:pt x="946" y="57"/>
                  </a:cubicBezTo>
                  <a:cubicBezTo>
                    <a:pt x="638" y="57"/>
                    <a:pt x="331" y="39"/>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35">
              <a:extLst>
                <a:ext uri="{FF2B5EF4-FFF2-40B4-BE49-F238E27FC236}">
                  <a16:creationId xmlns:a16="http://schemas.microsoft.com/office/drawing/2014/main" id="{87AFC2BC-1C53-9335-EA40-443C1AB292B3}"/>
                </a:ext>
              </a:extLst>
            </p:cNvPr>
            <p:cNvSpPr/>
            <p:nvPr/>
          </p:nvSpPr>
          <p:spPr>
            <a:xfrm>
              <a:off x="5417650" y="1780850"/>
              <a:ext cx="55400" cy="40075"/>
            </a:xfrm>
            <a:custGeom>
              <a:avLst/>
              <a:gdLst/>
              <a:ahLst/>
              <a:cxnLst/>
              <a:rect l="l" t="t" r="r" b="b"/>
              <a:pathLst>
                <a:path w="2216" h="1603" extrusionOk="0">
                  <a:moveTo>
                    <a:pt x="1741" y="0"/>
                  </a:moveTo>
                  <a:cubicBezTo>
                    <a:pt x="1582" y="0"/>
                    <a:pt x="1422" y="81"/>
                    <a:pt x="1316" y="188"/>
                  </a:cubicBezTo>
                  <a:cubicBezTo>
                    <a:pt x="1258" y="274"/>
                    <a:pt x="1201" y="359"/>
                    <a:pt x="1173" y="445"/>
                  </a:cubicBezTo>
                  <a:cubicBezTo>
                    <a:pt x="998" y="208"/>
                    <a:pt x="716" y="48"/>
                    <a:pt x="429" y="48"/>
                  </a:cubicBezTo>
                  <a:cubicBezTo>
                    <a:pt x="386" y="48"/>
                    <a:pt x="343" y="51"/>
                    <a:pt x="300" y="59"/>
                  </a:cubicBezTo>
                  <a:cubicBezTo>
                    <a:pt x="258" y="59"/>
                    <a:pt x="201" y="74"/>
                    <a:pt x="157" y="116"/>
                  </a:cubicBezTo>
                  <a:cubicBezTo>
                    <a:pt x="100" y="145"/>
                    <a:pt x="71" y="202"/>
                    <a:pt x="58" y="274"/>
                  </a:cubicBezTo>
                  <a:cubicBezTo>
                    <a:pt x="1" y="488"/>
                    <a:pt x="100" y="688"/>
                    <a:pt x="214" y="859"/>
                  </a:cubicBezTo>
                  <a:cubicBezTo>
                    <a:pt x="401" y="1160"/>
                    <a:pt x="601" y="1460"/>
                    <a:pt x="944" y="1532"/>
                  </a:cubicBezTo>
                  <a:lnTo>
                    <a:pt x="986" y="1303"/>
                  </a:lnTo>
                  <a:cubicBezTo>
                    <a:pt x="744" y="1246"/>
                    <a:pt x="572" y="988"/>
                    <a:pt x="414" y="745"/>
                  </a:cubicBezTo>
                  <a:cubicBezTo>
                    <a:pt x="329" y="602"/>
                    <a:pt x="243" y="459"/>
                    <a:pt x="286" y="331"/>
                  </a:cubicBezTo>
                  <a:cubicBezTo>
                    <a:pt x="286" y="316"/>
                    <a:pt x="300" y="302"/>
                    <a:pt x="300" y="302"/>
                  </a:cubicBezTo>
                  <a:lnTo>
                    <a:pt x="329" y="287"/>
                  </a:lnTo>
                  <a:cubicBezTo>
                    <a:pt x="355" y="284"/>
                    <a:pt x="382" y="282"/>
                    <a:pt x="408" y="282"/>
                  </a:cubicBezTo>
                  <a:cubicBezTo>
                    <a:pt x="711" y="282"/>
                    <a:pt x="1007" y="499"/>
                    <a:pt x="1072" y="788"/>
                  </a:cubicBezTo>
                  <a:lnTo>
                    <a:pt x="1173" y="1246"/>
                  </a:lnTo>
                  <a:lnTo>
                    <a:pt x="1301" y="802"/>
                  </a:lnTo>
                  <a:cubicBezTo>
                    <a:pt x="1344" y="645"/>
                    <a:pt x="1386" y="474"/>
                    <a:pt x="1501" y="345"/>
                  </a:cubicBezTo>
                  <a:cubicBezTo>
                    <a:pt x="1563" y="283"/>
                    <a:pt x="1654" y="236"/>
                    <a:pt x="1743" y="236"/>
                  </a:cubicBezTo>
                  <a:cubicBezTo>
                    <a:pt x="1778" y="236"/>
                    <a:pt x="1812" y="243"/>
                    <a:pt x="1844" y="259"/>
                  </a:cubicBezTo>
                  <a:cubicBezTo>
                    <a:pt x="1944" y="331"/>
                    <a:pt x="1958" y="474"/>
                    <a:pt x="1958" y="602"/>
                  </a:cubicBezTo>
                  <a:cubicBezTo>
                    <a:pt x="1930" y="916"/>
                    <a:pt x="1744" y="1217"/>
                    <a:pt x="1587" y="1474"/>
                  </a:cubicBezTo>
                  <a:lnTo>
                    <a:pt x="1787" y="1602"/>
                  </a:lnTo>
                  <a:cubicBezTo>
                    <a:pt x="1958" y="1317"/>
                    <a:pt x="2158" y="1002"/>
                    <a:pt x="2187" y="630"/>
                  </a:cubicBezTo>
                  <a:cubicBezTo>
                    <a:pt x="2215" y="373"/>
                    <a:pt x="2130" y="159"/>
                    <a:pt x="1958" y="59"/>
                  </a:cubicBezTo>
                  <a:cubicBezTo>
                    <a:pt x="1890" y="18"/>
                    <a:pt x="1816" y="0"/>
                    <a:pt x="174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35">
              <a:extLst>
                <a:ext uri="{FF2B5EF4-FFF2-40B4-BE49-F238E27FC236}">
                  <a16:creationId xmlns:a16="http://schemas.microsoft.com/office/drawing/2014/main" id="{DE1F13FE-1AAB-4D42-4F44-518F23024955}"/>
                </a:ext>
              </a:extLst>
            </p:cNvPr>
            <p:cNvSpPr/>
            <p:nvPr/>
          </p:nvSpPr>
          <p:spPr>
            <a:xfrm>
              <a:off x="5370100" y="1825900"/>
              <a:ext cx="96175" cy="39000"/>
            </a:xfrm>
            <a:custGeom>
              <a:avLst/>
              <a:gdLst/>
              <a:ahLst/>
              <a:cxnLst/>
              <a:rect l="l" t="t" r="r" b="b"/>
              <a:pathLst>
                <a:path w="3847" h="1560" extrusionOk="0">
                  <a:moveTo>
                    <a:pt x="102" y="1"/>
                  </a:moveTo>
                  <a:cubicBezTo>
                    <a:pt x="73" y="29"/>
                    <a:pt x="30" y="58"/>
                    <a:pt x="1" y="86"/>
                  </a:cubicBezTo>
                  <a:cubicBezTo>
                    <a:pt x="773" y="801"/>
                    <a:pt x="1731" y="1273"/>
                    <a:pt x="2745" y="1458"/>
                  </a:cubicBezTo>
                  <a:cubicBezTo>
                    <a:pt x="3103" y="1531"/>
                    <a:pt x="3460" y="1559"/>
                    <a:pt x="3832" y="1559"/>
                  </a:cubicBezTo>
                  <a:cubicBezTo>
                    <a:pt x="3832" y="1502"/>
                    <a:pt x="3846" y="1458"/>
                    <a:pt x="3846" y="1416"/>
                  </a:cubicBezTo>
                  <a:lnTo>
                    <a:pt x="3846" y="1416"/>
                  </a:lnTo>
                  <a:cubicBezTo>
                    <a:pt x="3828" y="1416"/>
                    <a:pt x="3810" y="1416"/>
                    <a:pt x="3791" y="1416"/>
                  </a:cubicBezTo>
                  <a:cubicBezTo>
                    <a:pt x="2438" y="1416"/>
                    <a:pt x="1117" y="918"/>
                    <a:pt x="10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35">
              <a:extLst>
                <a:ext uri="{FF2B5EF4-FFF2-40B4-BE49-F238E27FC236}">
                  <a16:creationId xmlns:a16="http://schemas.microsoft.com/office/drawing/2014/main" id="{6E8705E9-E6C5-2A7F-BD09-4FD43110F176}"/>
                </a:ext>
              </a:extLst>
            </p:cNvPr>
            <p:cNvSpPr/>
            <p:nvPr/>
          </p:nvSpPr>
          <p:spPr>
            <a:xfrm>
              <a:off x="6023325" y="2719250"/>
              <a:ext cx="196200" cy="77925"/>
            </a:xfrm>
            <a:custGeom>
              <a:avLst/>
              <a:gdLst/>
              <a:ahLst/>
              <a:cxnLst/>
              <a:rect l="l" t="t" r="r" b="b"/>
              <a:pathLst>
                <a:path w="7848" h="3117" extrusionOk="0">
                  <a:moveTo>
                    <a:pt x="1873" y="0"/>
                  </a:moveTo>
                  <a:cubicBezTo>
                    <a:pt x="1873" y="0"/>
                    <a:pt x="0" y="772"/>
                    <a:pt x="987" y="1559"/>
                  </a:cubicBezTo>
                  <a:cubicBezTo>
                    <a:pt x="987" y="1559"/>
                    <a:pt x="4002" y="2245"/>
                    <a:pt x="5847" y="3116"/>
                  </a:cubicBezTo>
                  <a:lnTo>
                    <a:pt x="7848" y="858"/>
                  </a:lnTo>
                  <a:lnTo>
                    <a:pt x="7133" y="530"/>
                  </a:lnTo>
                  <a:lnTo>
                    <a:pt x="18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35">
              <a:extLst>
                <a:ext uri="{FF2B5EF4-FFF2-40B4-BE49-F238E27FC236}">
                  <a16:creationId xmlns:a16="http://schemas.microsoft.com/office/drawing/2014/main" id="{FB39EE99-1380-C0AB-E948-62CEF86DB67A}"/>
                </a:ext>
              </a:extLst>
            </p:cNvPr>
            <p:cNvSpPr/>
            <p:nvPr/>
          </p:nvSpPr>
          <p:spPr>
            <a:xfrm>
              <a:off x="6137925" y="2732450"/>
              <a:ext cx="100475" cy="67025"/>
            </a:xfrm>
            <a:custGeom>
              <a:avLst/>
              <a:gdLst/>
              <a:ahLst/>
              <a:cxnLst/>
              <a:rect l="l" t="t" r="r" b="b"/>
              <a:pathLst>
                <a:path w="4019" h="2681" extrusionOk="0">
                  <a:moveTo>
                    <a:pt x="2446" y="0"/>
                  </a:moveTo>
                  <a:cubicBezTo>
                    <a:pt x="1300" y="0"/>
                    <a:pt x="1" y="1438"/>
                    <a:pt x="905" y="2331"/>
                  </a:cubicBezTo>
                  <a:cubicBezTo>
                    <a:pt x="1154" y="2577"/>
                    <a:pt x="1444" y="2680"/>
                    <a:pt x="1738" y="2680"/>
                  </a:cubicBezTo>
                  <a:cubicBezTo>
                    <a:pt x="2845" y="2680"/>
                    <a:pt x="4018" y="1221"/>
                    <a:pt x="3363" y="430"/>
                  </a:cubicBezTo>
                  <a:cubicBezTo>
                    <a:pt x="3112" y="126"/>
                    <a:pt x="2786" y="0"/>
                    <a:pt x="244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35">
              <a:extLst>
                <a:ext uri="{FF2B5EF4-FFF2-40B4-BE49-F238E27FC236}">
                  <a16:creationId xmlns:a16="http://schemas.microsoft.com/office/drawing/2014/main" id="{54FA200D-7993-F6FC-ACC0-5E61ADACE784}"/>
                </a:ext>
              </a:extLst>
            </p:cNvPr>
            <p:cNvSpPr/>
            <p:nvPr/>
          </p:nvSpPr>
          <p:spPr>
            <a:xfrm>
              <a:off x="5991575" y="2714050"/>
              <a:ext cx="159700" cy="120650"/>
            </a:xfrm>
            <a:custGeom>
              <a:avLst/>
              <a:gdLst/>
              <a:ahLst/>
              <a:cxnLst/>
              <a:rect l="l" t="t" r="r" b="b"/>
              <a:pathLst>
                <a:path w="6388" h="4826" extrusionOk="0">
                  <a:moveTo>
                    <a:pt x="1241" y="1"/>
                  </a:moveTo>
                  <a:cubicBezTo>
                    <a:pt x="689" y="1"/>
                    <a:pt x="1" y="140"/>
                    <a:pt x="241" y="881"/>
                  </a:cubicBezTo>
                  <a:cubicBezTo>
                    <a:pt x="241" y="881"/>
                    <a:pt x="2400" y="3095"/>
                    <a:pt x="3486" y="4826"/>
                  </a:cubicBezTo>
                  <a:lnTo>
                    <a:pt x="6387" y="4025"/>
                  </a:lnTo>
                  <a:lnTo>
                    <a:pt x="5958" y="3368"/>
                  </a:lnTo>
                  <a:lnTo>
                    <a:pt x="1857" y="52"/>
                  </a:lnTo>
                  <a:cubicBezTo>
                    <a:pt x="1857" y="52"/>
                    <a:pt x="1574" y="1"/>
                    <a:pt x="12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35">
              <a:extLst>
                <a:ext uri="{FF2B5EF4-FFF2-40B4-BE49-F238E27FC236}">
                  <a16:creationId xmlns:a16="http://schemas.microsoft.com/office/drawing/2014/main" id="{DFB4D3C1-0FD4-2AAE-C06D-E9BFB5F502D5}"/>
                </a:ext>
              </a:extLst>
            </p:cNvPr>
            <p:cNvSpPr/>
            <p:nvPr/>
          </p:nvSpPr>
          <p:spPr>
            <a:xfrm>
              <a:off x="6069750" y="2790250"/>
              <a:ext cx="84500" cy="59050"/>
            </a:xfrm>
            <a:custGeom>
              <a:avLst/>
              <a:gdLst/>
              <a:ahLst/>
              <a:cxnLst/>
              <a:rect l="l" t="t" r="r" b="b"/>
              <a:pathLst>
                <a:path w="3380" h="2362" extrusionOk="0">
                  <a:moveTo>
                    <a:pt x="1759" y="1"/>
                  </a:moveTo>
                  <a:cubicBezTo>
                    <a:pt x="885" y="1"/>
                    <a:pt x="0" y="508"/>
                    <a:pt x="188" y="1391"/>
                  </a:cubicBezTo>
                  <a:cubicBezTo>
                    <a:pt x="341" y="2077"/>
                    <a:pt x="961" y="2362"/>
                    <a:pt x="1607" y="2362"/>
                  </a:cubicBezTo>
                  <a:cubicBezTo>
                    <a:pt x="2470" y="2362"/>
                    <a:pt x="3379" y="1855"/>
                    <a:pt x="3289" y="1120"/>
                  </a:cubicBezTo>
                  <a:cubicBezTo>
                    <a:pt x="3198" y="349"/>
                    <a:pt x="2483" y="1"/>
                    <a:pt x="175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35">
              <a:extLst>
                <a:ext uri="{FF2B5EF4-FFF2-40B4-BE49-F238E27FC236}">
                  <a16:creationId xmlns:a16="http://schemas.microsoft.com/office/drawing/2014/main" id="{5FFDFE58-4D01-DD28-91AB-58EB9336FC5E}"/>
                </a:ext>
              </a:extLst>
            </p:cNvPr>
            <p:cNvSpPr/>
            <p:nvPr/>
          </p:nvSpPr>
          <p:spPr>
            <a:xfrm>
              <a:off x="5887900" y="2714050"/>
              <a:ext cx="159550" cy="120650"/>
            </a:xfrm>
            <a:custGeom>
              <a:avLst/>
              <a:gdLst/>
              <a:ahLst/>
              <a:cxnLst/>
              <a:rect l="l" t="t" r="r" b="b"/>
              <a:pathLst>
                <a:path w="6382" h="4826" extrusionOk="0">
                  <a:moveTo>
                    <a:pt x="5146" y="1"/>
                  </a:moveTo>
                  <a:cubicBezTo>
                    <a:pt x="4814" y="1"/>
                    <a:pt x="4531" y="52"/>
                    <a:pt x="4531" y="52"/>
                  </a:cubicBezTo>
                  <a:lnTo>
                    <a:pt x="415" y="3368"/>
                  </a:lnTo>
                  <a:lnTo>
                    <a:pt x="1" y="4025"/>
                  </a:lnTo>
                  <a:lnTo>
                    <a:pt x="2902" y="4826"/>
                  </a:lnTo>
                  <a:cubicBezTo>
                    <a:pt x="3988" y="3095"/>
                    <a:pt x="6132" y="881"/>
                    <a:pt x="6132" y="881"/>
                  </a:cubicBezTo>
                  <a:cubicBezTo>
                    <a:pt x="6382" y="140"/>
                    <a:pt x="5697" y="1"/>
                    <a:pt x="5146"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35">
              <a:extLst>
                <a:ext uri="{FF2B5EF4-FFF2-40B4-BE49-F238E27FC236}">
                  <a16:creationId xmlns:a16="http://schemas.microsoft.com/office/drawing/2014/main" id="{8BAE5407-DBB5-D7E9-E860-175B75236731}"/>
                </a:ext>
              </a:extLst>
            </p:cNvPr>
            <p:cNvSpPr/>
            <p:nvPr/>
          </p:nvSpPr>
          <p:spPr>
            <a:xfrm>
              <a:off x="5884925" y="2790250"/>
              <a:ext cx="84350" cy="59050"/>
            </a:xfrm>
            <a:custGeom>
              <a:avLst/>
              <a:gdLst/>
              <a:ahLst/>
              <a:cxnLst/>
              <a:rect l="l" t="t" r="r" b="b"/>
              <a:pathLst>
                <a:path w="3374" h="2362" extrusionOk="0">
                  <a:moveTo>
                    <a:pt x="1620" y="1"/>
                  </a:moveTo>
                  <a:cubicBezTo>
                    <a:pt x="897" y="1"/>
                    <a:pt x="182" y="349"/>
                    <a:pt x="91" y="1120"/>
                  </a:cubicBezTo>
                  <a:cubicBezTo>
                    <a:pt x="1" y="1855"/>
                    <a:pt x="910" y="2362"/>
                    <a:pt x="1770" y="2362"/>
                  </a:cubicBezTo>
                  <a:cubicBezTo>
                    <a:pt x="2415" y="2362"/>
                    <a:pt x="3031" y="2077"/>
                    <a:pt x="3178" y="1391"/>
                  </a:cubicBezTo>
                  <a:cubicBezTo>
                    <a:pt x="3374" y="508"/>
                    <a:pt x="2492" y="1"/>
                    <a:pt x="162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35">
              <a:extLst>
                <a:ext uri="{FF2B5EF4-FFF2-40B4-BE49-F238E27FC236}">
                  <a16:creationId xmlns:a16="http://schemas.microsoft.com/office/drawing/2014/main" id="{B819769E-E677-09A7-118C-3BFEDC40ECC5}"/>
                </a:ext>
              </a:extLst>
            </p:cNvPr>
            <p:cNvSpPr/>
            <p:nvPr/>
          </p:nvSpPr>
          <p:spPr>
            <a:xfrm>
              <a:off x="5808575" y="2720675"/>
              <a:ext cx="189400" cy="81150"/>
            </a:xfrm>
            <a:custGeom>
              <a:avLst/>
              <a:gdLst/>
              <a:ahLst/>
              <a:cxnLst/>
              <a:rect l="l" t="t" r="r" b="b"/>
              <a:pathLst>
                <a:path w="7576" h="3246" extrusionOk="0">
                  <a:moveTo>
                    <a:pt x="5674" y="0"/>
                  </a:moveTo>
                  <a:lnTo>
                    <a:pt x="372" y="730"/>
                  </a:lnTo>
                  <a:lnTo>
                    <a:pt x="1" y="944"/>
                  </a:lnTo>
                  <a:lnTo>
                    <a:pt x="1815" y="3246"/>
                  </a:lnTo>
                  <a:cubicBezTo>
                    <a:pt x="3631" y="2316"/>
                    <a:pt x="6618" y="1544"/>
                    <a:pt x="6618" y="1544"/>
                  </a:cubicBezTo>
                  <a:cubicBezTo>
                    <a:pt x="7576" y="730"/>
                    <a:pt x="5674" y="0"/>
                    <a:pt x="5674"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35">
              <a:extLst>
                <a:ext uri="{FF2B5EF4-FFF2-40B4-BE49-F238E27FC236}">
                  <a16:creationId xmlns:a16="http://schemas.microsoft.com/office/drawing/2014/main" id="{558B46DF-4706-C3DE-46AF-ED4BF28C0376}"/>
                </a:ext>
              </a:extLst>
            </p:cNvPr>
            <p:cNvSpPr/>
            <p:nvPr/>
          </p:nvSpPr>
          <p:spPr>
            <a:xfrm>
              <a:off x="5784275" y="2738250"/>
              <a:ext cx="100075" cy="66450"/>
            </a:xfrm>
            <a:custGeom>
              <a:avLst/>
              <a:gdLst/>
              <a:ahLst/>
              <a:cxnLst/>
              <a:rect l="l" t="t" r="r" b="b"/>
              <a:pathLst>
                <a:path w="4003" h="2658" extrusionOk="0">
                  <a:moveTo>
                    <a:pt x="1557" y="0"/>
                  </a:moveTo>
                  <a:cubicBezTo>
                    <a:pt x="1203" y="0"/>
                    <a:pt x="865" y="134"/>
                    <a:pt x="615" y="456"/>
                  </a:cubicBezTo>
                  <a:cubicBezTo>
                    <a:pt x="1" y="1260"/>
                    <a:pt x="1184" y="2657"/>
                    <a:pt x="2276" y="2657"/>
                  </a:cubicBezTo>
                  <a:cubicBezTo>
                    <a:pt x="2582" y="2657"/>
                    <a:pt x="2880" y="2548"/>
                    <a:pt x="3130" y="2285"/>
                  </a:cubicBezTo>
                  <a:cubicBezTo>
                    <a:pt x="4003" y="1380"/>
                    <a:pt x="2695" y="0"/>
                    <a:pt x="155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35">
              <a:extLst>
                <a:ext uri="{FF2B5EF4-FFF2-40B4-BE49-F238E27FC236}">
                  <a16:creationId xmlns:a16="http://schemas.microsoft.com/office/drawing/2014/main" id="{FC590976-0D9C-85E2-5F02-2313CC3FCDBF}"/>
                </a:ext>
              </a:extLst>
            </p:cNvPr>
            <p:cNvSpPr/>
            <p:nvPr/>
          </p:nvSpPr>
          <p:spPr>
            <a:xfrm>
              <a:off x="5873250" y="2329400"/>
              <a:ext cx="290175" cy="433875"/>
            </a:xfrm>
            <a:custGeom>
              <a:avLst/>
              <a:gdLst/>
              <a:ahLst/>
              <a:cxnLst/>
              <a:rect l="l" t="t" r="r" b="b"/>
              <a:pathLst>
                <a:path w="11607" h="17355" extrusionOk="0">
                  <a:moveTo>
                    <a:pt x="6118" y="1"/>
                  </a:moveTo>
                  <a:lnTo>
                    <a:pt x="6118" y="1"/>
                  </a:lnTo>
                  <a:cubicBezTo>
                    <a:pt x="6161" y="229"/>
                    <a:pt x="6889" y="4388"/>
                    <a:pt x="4760" y="7205"/>
                  </a:cubicBezTo>
                  <a:cubicBezTo>
                    <a:pt x="3459" y="8905"/>
                    <a:pt x="2916" y="10220"/>
                    <a:pt x="2673" y="11007"/>
                  </a:cubicBezTo>
                  <a:cubicBezTo>
                    <a:pt x="2874" y="9048"/>
                    <a:pt x="1559" y="7576"/>
                    <a:pt x="1473" y="7476"/>
                  </a:cubicBezTo>
                  <a:lnTo>
                    <a:pt x="1473" y="7476"/>
                  </a:lnTo>
                  <a:cubicBezTo>
                    <a:pt x="1501" y="7576"/>
                    <a:pt x="1973" y="9320"/>
                    <a:pt x="800" y="11306"/>
                  </a:cubicBezTo>
                  <a:cubicBezTo>
                    <a:pt x="0" y="12636"/>
                    <a:pt x="343" y="14851"/>
                    <a:pt x="1616" y="16195"/>
                  </a:cubicBezTo>
                  <a:cubicBezTo>
                    <a:pt x="2268" y="16889"/>
                    <a:pt x="3176" y="17354"/>
                    <a:pt x="4302" y="17354"/>
                  </a:cubicBezTo>
                  <a:cubicBezTo>
                    <a:pt x="4335" y="17354"/>
                    <a:pt x="4369" y="17354"/>
                    <a:pt x="4402" y="17353"/>
                  </a:cubicBezTo>
                  <a:cubicBezTo>
                    <a:pt x="6346" y="17309"/>
                    <a:pt x="10678" y="17353"/>
                    <a:pt x="11177" y="11849"/>
                  </a:cubicBezTo>
                  <a:cubicBezTo>
                    <a:pt x="11606" y="7247"/>
                    <a:pt x="7804" y="2087"/>
                    <a:pt x="6533" y="487"/>
                  </a:cubicBezTo>
                  <a:cubicBezTo>
                    <a:pt x="6289" y="201"/>
                    <a:pt x="6146" y="29"/>
                    <a:pt x="611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35">
              <a:extLst>
                <a:ext uri="{FF2B5EF4-FFF2-40B4-BE49-F238E27FC236}">
                  <a16:creationId xmlns:a16="http://schemas.microsoft.com/office/drawing/2014/main" id="{AA51E409-91A6-5E3C-DF21-6122D02072A1}"/>
                </a:ext>
              </a:extLst>
            </p:cNvPr>
            <p:cNvSpPr/>
            <p:nvPr/>
          </p:nvSpPr>
          <p:spPr>
            <a:xfrm>
              <a:off x="5941300" y="2527700"/>
              <a:ext cx="203525" cy="220200"/>
            </a:xfrm>
            <a:custGeom>
              <a:avLst/>
              <a:gdLst/>
              <a:ahLst/>
              <a:cxnLst/>
              <a:rect l="l" t="t" r="r" b="b"/>
              <a:pathLst>
                <a:path w="8141" h="8808" extrusionOk="0">
                  <a:moveTo>
                    <a:pt x="4668" y="1"/>
                  </a:moveTo>
                  <a:cubicBezTo>
                    <a:pt x="4668" y="1"/>
                    <a:pt x="4510" y="931"/>
                    <a:pt x="2795" y="2888"/>
                  </a:cubicBezTo>
                  <a:cubicBezTo>
                    <a:pt x="1095" y="4847"/>
                    <a:pt x="1438" y="6890"/>
                    <a:pt x="1438" y="6890"/>
                  </a:cubicBezTo>
                  <a:cubicBezTo>
                    <a:pt x="1348" y="6909"/>
                    <a:pt x="1263" y="6917"/>
                    <a:pt x="1183" y="6917"/>
                  </a:cubicBezTo>
                  <a:cubicBezTo>
                    <a:pt x="446" y="6917"/>
                    <a:pt x="108" y="6219"/>
                    <a:pt x="108" y="6219"/>
                  </a:cubicBezTo>
                  <a:lnTo>
                    <a:pt x="108" y="6219"/>
                  </a:lnTo>
                  <a:cubicBezTo>
                    <a:pt x="0" y="7380"/>
                    <a:pt x="1383" y="8807"/>
                    <a:pt x="2597" y="8807"/>
                  </a:cubicBezTo>
                  <a:cubicBezTo>
                    <a:pt x="2669" y="8807"/>
                    <a:pt x="2740" y="8802"/>
                    <a:pt x="2810" y="8792"/>
                  </a:cubicBezTo>
                  <a:cubicBezTo>
                    <a:pt x="8141" y="8020"/>
                    <a:pt x="4668" y="1"/>
                    <a:pt x="4668"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2714858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94"/>
        <p:cNvGrpSpPr/>
        <p:nvPr/>
      </p:nvGrpSpPr>
      <p:grpSpPr>
        <a:xfrm>
          <a:off x="0" y="0"/>
          <a:ext cx="0" cy="0"/>
          <a:chOff x="0" y="0"/>
          <a:chExt cx="0" cy="0"/>
        </a:xfrm>
      </p:grpSpPr>
      <p:sp>
        <p:nvSpPr>
          <p:cNvPr id="795" name="Google Shape;795;p36"/>
          <p:cNvSpPr txBox="1">
            <a:spLocks noGrp="1"/>
          </p:cNvSpPr>
          <p:nvPr>
            <p:ph type="body" idx="1"/>
          </p:nvPr>
        </p:nvSpPr>
        <p:spPr>
          <a:xfrm>
            <a:off x="858125" y="1389600"/>
            <a:ext cx="3607500" cy="3179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rgbClr val="543C52"/>
              </a:buClr>
              <a:buSzPts val="1100"/>
              <a:buFont typeface="Arial"/>
              <a:buNone/>
            </a:pPr>
            <a:r>
              <a:rPr lang="en"/>
              <a:t>Do you know what helps you make your point clear? Lists like this one:</a:t>
            </a:r>
            <a:endParaRPr/>
          </a:p>
          <a:p>
            <a:pPr marL="0" lvl="0" indent="0" algn="l" rtl="0">
              <a:spcBef>
                <a:spcPts val="0"/>
              </a:spcBef>
              <a:spcAft>
                <a:spcPts val="0"/>
              </a:spcAft>
              <a:buClr>
                <a:srgbClr val="A3816A"/>
              </a:buClr>
              <a:buSzPts val="1100"/>
              <a:buFont typeface="Arial"/>
              <a:buNone/>
            </a:pPr>
            <a:endParaRPr/>
          </a:p>
          <a:p>
            <a:pPr marL="457200" lvl="0" indent="-330200" algn="l" rtl="0">
              <a:spcBef>
                <a:spcPts val="0"/>
              </a:spcBef>
              <a:spcAft>
                <a:spcPts val="0"/>
              </a:spcAft>
              <a:buClr>
                <a:schemeClr val="dk1"/>
              </a:buClr>
              <a:buSzPts val="1600"/>
              <a:buFont typeface="Coda"/>
              <a:buChar char="●"/>
            </a:pPr>
            <a:r>
              <a:rPr lang="en"/>
              <a:t>They’re simple</a:t>
            </a:r>
            <a:endParaRPr/>
          </a:p>
          <a:p>
            <a:pPr marL="457200" lvl="0" indent="-330200" algn="l" rtl="0">
              <a:spcBef>
                <a:spcPts val="0"/>
              </a:spcBef>
              <a:spcAft>
                <a:spcPts val="0"/>
              </a:spcAft>
              <a:buClr>
                <a:schemeClr val="dk1"/>
              </a:buClr>
              <a:buSzPts val="1600"/>
              <a:buFont typeface="Coda"/>
              <a:buChar char="●"/>
            </a:pPr>
            <a:r>
              <a:rPr lang="en"/>
              <a:t>You can organize your ideas clearly</a:t>
            </a:r>
            <a:endParaRPr/>
          </a:p>
          <a:p>
            <a:pPr marL="457200" lvl="0" indent="-330200" algn="l" rtl="0">
              <a:spcBef>
                <a:spcPts val="0"/>
              </a:spcBef>
              <a:spcAft>
                <a:spcPts val="0"/>
              </a:spcAft>
              <a:buClr>
                <a:schemeClr val="dk1"/>
              </a:buClr>
              <a:buSzPts val="1600"/>
              <a:buFont typeface="Coda"/>
              <a:buChar char="●"/>
            </a:pPr>
            <a:r>
              <a:rPr lang="en"/>
              <a:t>You’ll never forget to buy milk!</a:t>
            </a:r>
            <a:endParaRPr/>
          </a:p>
          <a:p>
            <a:pPr marL="457200" lvl="0" indent="0" algn="l" rtl="0">
              <a:spcBef>
                <a:spcPts val="0"/>
              </a:spcBef>
              <a:spcAft>
                <a:spcPts val="0"/>
              </a:spcAft>
              <a:buClr>
                <a:srgbClr val="543C52"/>
              </a:buClr>
              <a:buSzPts val="1100"/>
              <a:buFont typeface="Arial"/>
              <a:buNone/>
            </a:pPr>
            <a:endParaRPr/>
          </a:p>
          <a:p>
            <a:pPr marL="0" lvl="0" indent="0" algn="l" rtl="0">
              <a:spcBef>
                <a:spcPts val="0"/>
              </a:spcBef>
              <a:spcAft>
                <a:spcPts val="0"/>
              </a:spcAft>
              <a:buClr>
                <a:srgbClr val="142850"/>
              </a:buClr>
              <a:buSzPts val="1100"/>
              <a:buFont typeface="Arial"/>
              <a:buNone/>
            </a:pPr>
            <a:r>
              <a:rPr lang="en"/>
              <a:t>The audience won’t miss the point of your presentation if you use them</a:t>
            </a:r>
            <a:endParaRPr/>
          </a:p>
        </p:txBody>
      </p:sp>
      <p:sp>
        <p:nvSpPr>
          <p:cNvPr id="796" name="Google Shape;796;p36"/>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797" name="Google Shape;797;p3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This is the slide title</a:t>
            </a:r>
            <a:endParaRPr>
              <a:solidFill>
                <a:schemeClr val="lt1"/>
              </a:solidFill>
            </a:endParaRPr>
          </a:p>
        </p:txBody>
      </p:sp>
      <p:grpSp>
        <p:nvGrpSpPr>
          <p:cNvPr id="798" name="Google Shape;798;p36"/>
          <p:cNvGrpSpPr/>
          <p:nvPr/>
        </p:nvGrpSpPr>
        <p:grpSpPr>
          <a:xfrm>
            <a:off x="4782240" y="1723057"/>
            <a:ext cx="3503635" cy="3008376"/>
            <a:chOff x="3366175" y="4025575"/>
            <a:chExt cx="846800" cy="727100"/>
          </a:xfrm>
        </p:grpSpPr>
        <p:sp>
          <p:nvSpPr>
            <p:cNvPr id="799" name="Google Shape;799;p36"/>
            <p:cNvSpPr/>
            <p:nvPr/>
          </p:nvSpPr>
          <p:spPr>
            <a:xfrm>
              <a:off x="3366175" y="4518250"/>
              <a:ext cx="846800" cy="165275"/>
            </a:xfrm>
            <a:custGeom>
              <a:avLst/>
              <a:gdLst/>
              <a:ahLst/>
              <a:cxnLst/>
              <a:rect l="l" t="t" r="r" b="b"/>
              <a:pathLst>
                <a:path w="33872" h="6611" extrusionOk="0">
                  <a:moveTo>
                    <a:pt x="19774" y="1"/>
                  </a:moveTo>
                  <a:cubicBezTo>
                    <a:pt x="19530" y="334"/>
                    <a:pt x="19253" y="633"/>
                    <a:pt x="18930" y="823"/>
                  </a:cubicBezTo>
                  <a:cubicBezTo>
                    <a:pt x="18663" y="978"/>
                    <a:pt x="18352" y="1056"/>
                    <a:pt x="18053" y="1112"/>
                  </a:cubicBezTo>
                  <a:cubicBezTo>
                    <a:pt x="17675" y="1178"/>
                    <a:pt x="17286" y="1211"/>
                    <a:pt x="16886" y="1211"/>
                  </a:cubicBezTo>
                  <a:cubicBezTo>
                    <a:pt x="16342" y="1211"/>
                    <a:pt x="15787" y="1145"/>
                    <a:pt x="15253" y="1001"/>
                  </a:cubicBezTo>
                  <a:cubicBezTo>
                    <a:pt x="14742" y="867"/>
                    <a:pt x="14175" y="656"/>
                    <a:pt x="13809" y="256"/>
                  </a:cubicBezTo>
                  <a:cubicBezTo>
                    <a:pt x="13743" y="178"/>
                    <a:pt x="13687" y="100"/>
                    <a:pt x="13620" y="11"/>
                  </a:cubicBezTo>
                  <a:cubicBezTo>
                    <a:pt x="5855" y="322"/>
                    <a:pt x="1" y="1667"/>
                    <a:pt x="1" y="3277"/>
                  </a:cubicBezTo>
                  <a:cubicBezTo>
                    <a:pt x="1" y="5121"/>
                    <a:pt x="7577" y="6610"/>
                    <a:pt x="16930" y="6610"/>
                  </a:cubicBezTo>
                  <a:cubicBezTo>
                    <a:pt x="26284" y="6610"/>
                    <a:pt x="33872" y="5121"/>
                    <a:pt x="33872" y="3277"/>
                  </a:cubicBezTo>
                  <a:cubicBezTo>
                    <a:pt x="33872" y="1633"/>
                    <a:pt x="27773" y="267"/>
                    <a:pt x="19774" y="1"/>
                  </a:cubicBezTo>
                  <a:close/>
                </a:path>
              </a:pathLst>
            </a:custGeom>
            <a:solidFill>
              <a:srgbClr val="093156">
                <a:alpha val="171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36"/>
            <p:cNvSpPr/>
            <p:nvPr/>
          </p:nvSpPr>
          <p:spPr>
            <a:xfrm>
              <a:off x="3675550" y="4025575"/>
              <a:ext cx="229150" cy="523050"/>
            </a:xfrm>
            <a:custGeom>
              <a:avLst/>
              <a:gdLst/>
              <a:ahLst/>
              <a:cxnLst/>
              <a:rect l="l" t="t" r="r" b="b"/>
              <a:pathLst>
                <a:path w="9166" h="20922" extrusionOk="0">
                  <a:moveTo>
                    <a:pt x="8307" y="9263"/>
                  </a:moveTo>
                  <a:cubicBezTo>
                    <a:pt x="8308" y="9264"/>
                    <a:pt x="8309" y="9265"/>
                    <a:pt x="8310" y="9265"/>
                  </a:cubicBezTo>
                  <a:cubicBezTo>
                    <a:pt x="8309" y="9265"/>
                    <a:pt x="8308" y="9264"/>
                    <a:pt x="8307" y="9263"/>
                  </a:cubicBezTo>
                  <a:close/>
                  <a:moveTo>
                    <a:pt x="2689" y="1"/>
                  </a:moveTo>
                  <a:cubicBezTo>
                    <a:pt x="2911" y="178"/>
                    <a:pt x="3111" y="378"/>
                    <a:pt x="3278" y="601"/>
                  </a:cubicBezTo>
                  <a:cubicBezTo>
                    <a:pt x="3267" y="600"/>
                    <a:pt x="3256" y="600"/>
                    <a:pt x="3245" y="600"/>
                  </a:cubicBezTo>
                  <a:cubicBezTo>
                    <a:pt x="2645" y="600"/>
                    <a:pt x="2050" y="909"/>
                    <a:pt x="1701" y="1389"/>
                  </a:cubicBezTo>
                  <a:cubicBezTo>
                    <a:pt x="1977" y="1309"/>
                    <a:pt x="2154" y="1286"/>
                    <a:pt x="2305" y="1286"/>
                  </a:cubicBezTo>
                  <a:cubicBezTo>
                    <a:pt x="2342" y="1286"/>
                    <a:pt x="2377" y="1287"/>
                    <a:pt x="2412" y="1289"/>
                  </a:cubicBezTo>
                  <a:cubicBezTo>
                    <a:pt x="1712" y="2378"/>
                    <a:pt x="1378" y="3988"/>
                    <a:pt x="1234" y="5255"/>
                  </a:cubicBezTo>
                  <a:cubicBezTo>
                    <a:pt x="1067" y="6677"/>
                    <a:pt x="801" y="8088"/>
                    <a:pt x="667" y="9520"/>
                  </a:cubicBezTo>
                  <a:cubicBezTo>
                    <a:pt x="901" y="9365"/>
                    <a:pt x="1134" y="9199"/>
                    <a:pt x="1368" y="9043"/>
                  </a:cubicBezTo>
                  <a:lnTo>
                    <a:pt x="1368" y="9043"/>
                  </a:lnTo>
                  <a:cubicBezTo>
                    <a:pt x="746" y="11076"/>
                    <a:pt x="235" y="13131"/>
                    <a:pt x="79" y="15253"/>
                  </a:cubicBezTo>
                  <a:cubicBezTo>
                    <a:pt x="1" y="16386"/>
                    <a:pt x="201" y="17530"/>
                    <a:pt x="645" y="18563"/>
                  </a:cubicBezTo>
                  <a:cubicBezTo>
                    <a:pt x="845" y="19030"/>
                    <a:pt x="1101" y="19585"/>
                    <a:pt x="1434" y="19963"/>
                  </a:cubicBezTo>
                  <a:cubicBezTo>
                    <a:pt x="1800" y="20363"/>
                    <a:pt x="2367" y="20574"/>
                    <a:pt x="2878" y="20708"/>
                  </a:cubicBezTo>
                  <a:cubicBezTo>
                    <a:pt x="3414" y="20851"/>
                    <a:pt x="3969" y="20922"/>
                    <a:pt x="4522" y="20922"/>
                  </a:cubicBezTo>
                  <a:cubicBezTo>
                    <a:pt x="4910" y="20922"/>
                    <a:pt x="5298" y="20887"/>
                    <a:pt x="5678" y="20819"/>
                  </a:cubicBezTo>
                  <a:cubicBezTo>
                    <a:pt x="5977" y="20763"/>
                    <a:pt x="6288" y="20685"/>
                    <a:pt x="6555" y="20530"/>
                  </a:cubicBezTo>
                  <a:cubicBezTo>
                    <a:pt x="7199" y="20163"/>
                    <a:pt x="7644" y="19363"/>
                    <a:pt x="7977" y="18730"/>
                  </a:cubicBezTo>
                  <a:cubicBezTo>
                    <a:pt x="8166" y="18352"/>
                    <a:pt x="8332" y="17975"/>
                    <a:pt x="8466" y="17575"/>
                  </a:cubicBezTo>
                  <a:cubicBezTo>
                    <a:pt x="8522" y="17397"/>
                    <a:pt x="8821" y="16519"/>
                    <a:pt x="8677" y="16375"/>
                  </a:cubicBezTo>
                  <a:lnTo>
                    <a:pt x="8677" y="16375"/>
                  </a:lnTo>
                  <a:lnTo>
                    <a:pt x="9166" y="16864"/>
                  </a:lnTo>
                  <a:cubicBezTo>
                    <a:pt x="9043" y="14208"/>
                    <a:pt x="8611" y="11565"/>
                    <a:pt x="7888" y="9009"/>
                  </a:cubicBezTo>
                  <a:lnTo>
                    <a:pt x="7888" y="9009"/>
                  </a:lnTo>
                  <a:cubicBezTo>
                    <a:pt x="8032" y="9087"/>
                    <a:pt x="8164" y="9175"/>
                    <a:pt x="8307" y="9263"/>
                  </a:cubicBezTo>
                  <a:lnTo>
                    <a:pt x="8307" y="9263"/>
                  </a:lnTo>
                  <a:cubicBezTo>
                    <a:pt x="8088" y="9124"/>
                    <a:pt x="8066" y="8408"/>
                    <a:pt x="8021" y="8187"/>
                  </a:cubicBezTo>
                  <a:cubicBezTo>
                    <a:pt x="7799" y="6832"/>
                    <a:pt x="7655" y="5166"/>
                    <a:pt x="7199" y="3689"/>
                  </a:cubicBezTo>
                  <a:cubicBezTo>
                    <a:pt x="6655" y="1922"/>
                    <a:pt x="5678" y="423"/>
                    <a:pt x="3622" y="90"/>
                  </a:cubicBezTo>
                  <a:cubicBezTo>
                    <a:pt x="3378" y="45"/>
                    <a:pt x="3022" y="1"/>
                    <a:pt x="2689"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36"/>
            <p:cNvSpPr/>
            <p:nvPr/>
          </p:nvSpPr>
          <p:spPr>
            <a:xfrm>
              <a:off x="3759975" y="4274125"/>
              <a:ext cx="5875" cy="17800"/>
            </a:xfrm>
            <a:custGeom>
              <a:avLst/>
              <a:gdLst/>
              <a:ahLst/>
              <a:cxnLst/>
              <a:rect l="l" t="t" r="r" b="b"/>
              <a:pathLst>
                <a:path w="235" h="712" extrusionOk="0">
                  <a:moveTo>
                    <a:pt x="201" y="1"/>
                  </a:moveTo>
                  <a:cubicBezTo>
                    <a:pt x="112" y="112"/>
                    <a:pt x="79" y="223"/>
                    <a:pt x="45" y="345"/>
                  </a:cubicBezTo>
                  <a:cubicBezTo>
                    <a:pt x="12" y="457"/>
                    <a:pt x="1" y="578"/>
                    <a:pt x="35" y="712"/>
                  </a:cubicBezTo>
                  <a:cubicBezTo>
                    <a:pt x="124" y="612"/>
                    <a:pt x="168" y="501"/>
                    <a:pt x="190" y="378"/>
                  </a:cubicBezTo>
                  <a:cubicBezTo>
                    <a:pt x="223" y="257"/>
                    <a:pt x="235" y="134"/>
                    <a:pt x="2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36"/>
            <p:cNvSpPr/>
            <p:nvPr/>
          </p:nvSpPr>
          <p:spPr>
            <a:xfrm>
              <a:off x="3743050" y="4238025"/>
              <a:ext cx="6700" cy="22800"/>
            </a:xfrm>
            <a:custGeom>
              <a:avLst/>
              <a:gdLst/>
              <a:ahLst/>
              <a:cxnLst/>
              <a:rect l="l" t="t" r="r" b="b"/>
              <a:pathLst>
                <a:path w="268" h="912" extrusionOk="0">
                  <a:moveTo>
                    <a:pt x="245" y="0"/>
                  </a:moveTo>
                  <a:cubicBezTo>
                    <a:pt x="156" y="134"/>
                    <a:pt x="100" y="289"/>
                    <a:pt x="67" y="445"/>
                  </a:cubicBezTo>
                  <a:cubicBezTo>
                    <a:pt x="23" y="590"/>
                    <a:pt x="1" y="745"/>
                    <a:pt x="34" y="911"/>
                  </a:cubicBezTo>
                  <a:cubicBezTo>
                    <a:pt x="122" y="778"/>
                    <a:pt x="178" y="634"/>
                    <a:pt x="211" y="479"/>
                  </a:cubicBezTo>
                  <a:cubicBezTo>
                    <a:pt x="245" y="323"/>
                    <a:pt x="267" y="168"/>
                    <a:pt x="2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36"/>
            <p:cNvSpPr/>
            <p:nvPr/>
          </p:nvSpPr>
          <p:spPr>
            <a:xfrm>
              <a:off x="3782750" y="4223875"/>
              <a:ext cx="6700" cy="19725"/>
            </a:xfrm>
            <a:custGeom>
              <a:avLst/>
              <a:gdLst/>
              <a:ahLst/>
              <a:cxnLst/>
              <a:rect l="l" t="t" r="r" b="b"/>
              <a:pathLst>
                <a:path w="268" h="789" extrusionOk="0">
                  <a:moveTo>
                    <a:pt x="23" y="0"/>
                  </a:moveTo>
                  <a:lnTo>
                    <a:pt x="23" y="0"/>
                  </a:lnTo>
                  <a:cubicBezTo>
                    <a:pt x="1" y="144"/>
                    <a:pt x="23" y="278"/>
                    <a:pt x="57" y="411"/>
                  </a:cubicBezTo>
                  <a:cubicBezTo>
                    <a:pt x="101" y="544"/>
                    <a:pt x="156" y="678"/>
                    <a:pt x="245" y="789"/>
                  </a:cubicBezTo>
                  <a:cubicBezTo>
                    <a:pt x="267" y="645"/>
                    <a:pt x="245" y="500"/>
                    <a:pt x="212" y="367"/>
                  </a:cubicBezTo>
                  <a:cubicBezTo>
                    <a:pt x="168" y="245"/>
                    <a:pt x="123" y="111"/>
                    <a:pt x="2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36"/>
            <p:cNvSpPr/>
            <p:nvPr/>
          </p:nvSpPr>
          <p:spPr>
            <a:xfrm>
              <a:off x="3761650" y="4199425"/>
              <a:ext cx="4750" cy="23625"/>
            </a:xfrm>
            <a:custGeom>
              <a:avLst/>
              <a:gdLst/>
              <a:ahLst/>
              <a:cxnLst/>
              <a:rect l="l" t="t" r="r" b="b"/>
              <a:pathLst>
                <a:path w="190" h="945" extrusionOk="0">
                  <a:moveTo>
                    <a:pt x="57" y="1"/>
                  </a:moveTo>
                  <a:cubicBezTo>
                    <a:pt x="1" y="167"/>
                    <a:pt x="1" y="323"/>
                    <a:pt x="12" y="478"/>
                  </a:cubicBezTo>
                  <a:cubicBezTo>
                    <a:pt x="34" y="634"/>
                    <a:pt x="57" y="789"/>
                    <a:pt x="134" y="945"/>
                  </a:cubicBezTo>
                  <a:cubicBezTo>
                    <a:pt x="190" y="778"/>
                    <a:pt x="190" y="623"/>
                    <a:pt x="178" y="467"/>
                  </a:cubicBezTo>
                  <a:cubicBezTo>
                    <a:pt x="156" y="312"/>
                    <a:pt x="123" y="156"/>
                    <a:pt x="5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36"/>
            <p:cNvSpPr/>
            <p:nvPr/>
          </p:nvSpPr>
          <p:spPr>
            <a:xfrm>
              <a:off x="3735000" y="4186100"/>
              <a:ext cx="6425" cy="25025"/>
            </a:xfrm>
            <a:custGeom>
              <a:avLst/>
              <a:gdLst/>
              <a:ahLst/>
              <a:cxnLst/>
              <a:rect l="l" t="t" r="r" b="b"/>
              <a:pathLst>
                <a:path w="257" h="1001" extrusionOk="0">
                  <a:moveTo>
                    <a:pt x="222" y="1"/>
                  </a:moveTo>
                  <a:lnTo>
                    <a:pt x="222" y="1"/>
                  </a:lnTo>
                  <a:cubicBezTo>
                    <a:pt x="133" y="156"/>
                    <a:pt x="89" y="322"/>
                    <a:pt x="56" y="489"/>
                  </a:cubicBezTo>
                  <a:cubicBezTo>
                    <a:pt x="22" y="656"/>
                    <a:pt x="0" y="823"/>
                    <a:pt x="34" y="1000"/>
                  </a:cubicBezTo>
                  <a:cubicBezTo>
                    <a:pt x="133" y="845"/>
                    <a:pt x="178" y="678"/>
                    <a:pt x="212" y="512"/>
                  </a:cubicBezTo>
                  <a:cubicBezTo>
                    <a:pt x="234" y="344"/>
                    <a:pt x="256" y="178"/>
                    <a:pt x="2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36"/>
            <p:cNvSpPr/>
            <p:nvPr/>
          </p:nvSpPr>
          <p:spPr>
            <a:xfrm>
              <a:off x="3804700" y="4198600"/>
              <a:ext cx="5025" cy="20575"/>
            </a:xfrm>
            <a:custGeom>
              <a:avLst/>
              <a:gdLst/>
              <a:ahLst/>
              <a:cxnLst/>
              <a:rect l="l" t="t" r="r" b="b"/>
              <a:pathLst>
                <a:path w="201" h="823" extrusionOk="0">
                  <a:moveTo>
                    <a:pt x="45" y="0"/>
                  </a:moveTo>
                  <a:cubicBezTo>
                    <a:pt x="1" y="145"/>
                    <a:pt x="12" y="278"/>
                    <a:pt x="23" y="422"/>
                  </a:cubicBezTo>
                  <a:cubicBezTo>
                    <a:pt x="45" y="555"/>
                    <a:pt x="78" y="689"/>
                    <a:pt x="156" y="822"/>
                  </a:cubicBezTo>
                  <a:cubicBezTo>
                    <a:pt x="201" y="678"/>
                    <a:pt x="189" y="533"/>
                    <a:pt x="179" y="400"/>
                  </a:cubicBezTo>
                  <a:cubicBezTo>
                    <a:pt x="156" y="267"/>
                    <a:pt x="123" y="133"/>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36"/>
            <p:cNvSpPr/>
            <p:nvPr/>
          </p:nvSpPr>
          <p:spPr>
            <a:xfrm>
              <a:off x="3829700" y="4190550"/>
              <a:ext cx="7800" cy="15850"/>
            </a:xfrm>
            <a:custGeom>
              <a:avLst/>
              <a:gdLst/>
              <a:ahLst/>
              <a:cxnLst/>
              <a:rect l="l" t="t" r="r" b="b"/>
              <a:pathLst>
                <a:path w="312" h="634" extrusionOk="0">
                  <a:moveTo>
                    <a:pt x="1" y="0"/>
                  </a:moveTo>
                  <a:cubicBezTo>
                    <a:pt x="1" y="134"/>
                    <a:pt x="34" y="245"/>
                    <a:pt x="90" y="356"/>
                  </a:cubicBezTo>
                  <a:cubicBezTo>
                    <a:pt x="145" y="455"/>
                    <a:pt x="201" y="556"/>
                    <a:pt x="312" y="633"/>
                  </a:cubicBezTo>
                  <a:cubicBezTo>
                    <a:pt x="312" y="500"/>
                    <a:pt x="278" y="389"/>
                    <a:pt x="233" y="289"/>
                  </a:cubicBezTo>
                  <a:cubicBezTo>
                    <a:pt x="178" y="178"/>
                    <a:pt x="112" y="78"/>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36"/>
            <p:cNvSpPr/>
            <p:nvPr/>
          </p:nvSpPr>
          <p:spPr>
            <a:xfrm>
              <a:off x="3832750" y="4228575"/>
              <a:ext cx="5575" cy="20875"/>
            </a:xfrm>
            <a:custGeom>
              <a:avLst/>
              <a:gdLst/>
              <a:ahLst/>
              <a:cxnLst/>
              <a:rect l="l" t="t" r="r" b="b"/>
              <a:pathLst>
                <a:path w="223" h="835" extrusionOk="0">
                  <a:moveTo>
                    <a:pt x="34" y="1"/>
                  </a:moveTo>
                  <a:cubicBezTo>
                    <a:pt x="0" y="146"/>
                    <a:pt x="12" y="290"/>
                    <a:pt x="34" y="434"/>
                  </a:cubicBezTo>
                  <a:cubicBezTo>
                    <a:pt x="67" y="568"/>
                    <a:pt x="101" y="712"/>
                    <a:pt x="190" y="834"/>
                  </a:cubicBezTo>
                  <a:cubicBezTo>
                    <a:pt x="223" y="690"/>
                    <a:pt x="212" y="546"/>
                    <a:pt x="190" y="401"/>
                  </a:cubicBezTo>
                  <a:cubicBezTo>
                    <a:pt x="156" y="267"/>
                    <a:pt x="123" y="123"/>
                    <a:pt x="3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36"/>
            <p:cNvSpPr/>
            <p:nvPr/>
          </p:nvSpPr>
          <p:spPr>
            <a:xfrm>
              <a:off x="3810525" y="4264125"/>
              <a:ext cx="4200" cy="18925"/>
            </a:xfrm>
            <a:custGeom>
              <a:avLst/>
              <a:gdLst/>
              <a:ahLst/>
              <a:cxnLst/>
              <a:rect l="l" t="t" r="r" b="b"/>
              <a:pathLst>
                <a:path w="168" h="757" extrusionOk="0">
                  <a:moveTo>
                    <a:pt x="79" y="1"/>
                  </a:moveTo>
                  <a:cubicBezTo>
                    <a:pt x="12" y="123"/>
                    <a:pt x="1" y="257"/>
                    <a:pt x="12" y="378"/>
                  </a:cubicBezTo>
                  <a:cubicBezTo>
                    <a:pt x="12" y="512"/>
                    <a:pt x="34" y="634"/>
                    <a:pt x="90" y="756"/>
                  </a:cubicBezTo>
                  <a:cubicBezTo>
                    <a:pt x="156" y="634"/>
                    <a:pt x="168" y="501"/>
                    <a:pt x="168" y="378"/>
                  </a:cubicBezTo>
                  <a:cubicBezTo>
                    <a:pt x="156" y="245"/>
                    <a:pt x="146" y="123"/>
                    <a:pt x="7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36"/>
            <p:cNvSpPr/>
            <p:nvPr/>
          </p:nvSpPr>
          <p:spPr>
            <a:xfrm>
              <a:off x="3854400" y="4268875"/>
              <a:ext cx="6150" cy="19450"/>
            </a:xfrm>
            <a:custGeom>
              <a:avLst/>
              <a:gdLst/>
              <a:ahLst/>
              <a:cxnLst/>
              <a:rect l="l" t="t" r="r" b="b"/>
              <a:pathLst>
                <a:path w="246" h="778" extrusionOk="0">
                  <a:moveTo>
                    <a:pt x="23" y="0"/>
                  </a:moveTo>
                  <a:cubicBezTo>
                    <a:pt x="1" y="144"/>
                    <a:pt x="12" y="277"/>
                    <a:pt x="45" y="411"/>
                  </a:cubicBezTo>
                  <a:cubicBezTo>
                    <a:pt x="79" y="533"/>
                    <a:pt x="124" y="667"/>
                    <a:pt x="212" y="778"/>
                  </a:cubicBezTo>
                  <a:cubicBezTo>
                    <a:pt x="245" y="633"/>
                    <a:pt x="223" y="499"/>
                    <a:pt x="201" y="366"/>
                  </a:cubicBezTo>
                  <a:cubicBezTo>
                    <a:pt x="168" y="244"/>
                    <a:pt x="124" y="111"/>
                    <a:pt x="2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36"/>
            <p:cNvSpPr/>
            <p:nvPr/>
          </p:nvSpPr>
          <p:spPr>
            <a:xfrm>
              <a:off x="3834150" y="4283025"/>
              <a:ext cx="4475" cy="26975"/>
            </a:xfrm>
            <a:custGeom>
              <a:avLst/>
              <a:gdLst/>
              <a:ahLst/>
              <a:cxnLst/>
              <a:rect l="l" t="t" r="r" b="b"/>
              <a:pathLst>
                <a:path w="179" h="1079" extrusionOk="0">
                  <a:moveTo>
                    <a:pt x="134" y="0"/>
                  </a:moveTo>
                  <a:cubicBezTo>
                    <a:pt x="55" y="178"/>
                    <a:pt x="33" y="356"/>
                    <a:pt x="11" y="533"/>
                  </a:cubicBezTo>
                  <a:cubicBezTo>
                    <a:pt x="0" y="711"/>
                    <a:pt x="11" y="889"/>
                    <a:pt x="55" y="1078"/>
                  </a:cubicBezTo>
                  <a:cubicBezTo>
                    <a:pt x="134" y="900"/>
                    <a:pt x="156" y="723"/>
                    <a:pt x="178" y="545"/>
                  </a:cubicBezTo>
                  <a:cubicBezTo>
                    <a:pt x="178" y="367"/>
                    <a:pt x="178" y="189"/>
                    <a:pt x="1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36"/>
            <p:cNvSpPr/>
            <p:nvPr/>
          </p:nvSpPr>
          <p:spPr>
            <a:xfrm>
              <a:off x="3787500" y="4296350"/>
              <a:ext cx="4175" cy="20575"/>
            </a:xfrm>
            <a:custGeom>
              <a:avLst/>
              <a:gdLst/>
              <a:ahLst/>
              <a:cxnLst/>
              <a:rect l="l" t="t" r="r" b="b"/>
              <a:pathLst>
                <a:path w="167" h="823" extrusionOk="0">
                  <a:moveTo>
                    <a:pt x="100" y="0"/>
                  </a:moveTo>
                  <a:cubicBezTo>
                    <a:pt x="33" y="134"/>
                    <a:pt x="11" y="278"/>
                    <a:pt x="0" y="412"/>
                  </a:cubicBezTo>
                  <a:cubicBezTo>
                    <a:pt x="0" y="545"/>
                    <a:pt x="0" y="689"/>
                    <a:pt x="55" y="822"/>
                  </a:cubicBezTo>
                  <a:cubicBezTo>
                    <a:pt x="133" y="689"/>
                    <a:pt x="156" y="556"/>
                    <a:pt x="156" y="422"/>
                  </a:cubicBezTo>
                  <a:cubicBezTo>
                    <a:pt x="166" y="278"/>
                    <a:pt x="156" y="145"/>
                    <a:pt x="1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36"/>
            <p:cNvSpPr/>
            <p:nvPr/>
          </p:nvSpPr>
          <p:spPr>
            <a:xfrm>
              <a:off x="3732200" y="4288300"/>
              <a:ext cx="6700" cy="18350"/>
            </a:xfrm>
            <a:custGeom>
              <a:avLst/>
              <a:gdLst/>
              <a:ahLst/>
              <a:cxnLst/>
              <a:rect l="l" t="t" r="r" b="b"/>
              <a:pathLst>
                <a:path w="268" h="734" extrusionOk="0">
                  <a:moveTo>
                    <a:pt x="23" y="1"/>
                  </a:moveTo>
                  <a:lnTo>
                    <a:pt x="23" y="1"/>
                  </a:lnTo>
                  <a:cubicBezTo>
                    <a:pt x="1" y="145"/>
                    <a:pt x="23" y="267"/>
                    <a:pt x="57" y="389"/>
                  </a:cubicBezTo>
                  <a:cubicBezTo>
                    <a:pt x="90" y="512"/>
                    <a:pt x="146" y="633"/>
                    <a:pt x="245" y="734"/>
                  </a:cubicBezTo>
                  <a:cubicBezTo>
                    <a:pt x="268" y="600"/>
                    <a:pt x="245" y="467"/>
                    <a:pt x="213" y="345"/>
                  </a:cubicBezTo>
                  <a:cubicBezTo>
                    <a:pt x="168" y="223"/>
                    <a:pt x="124"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36"/>
            <p:cNvSpPr/>
            <p:nvPr/>
          </p:nvSpPr>
          <p:spPr>
            <a:xfrm>
              <a:off x="3712500" y="4316900"/>
              <a:ext cx="4750" cy="23075"/>
            </a:xfrm>
            <a:custGeom>
              <a:avLst/>
              <a:gdLst/>
              <a:ahLst/>
              <a:cxnLst/>
              <a:rect l="l" t="t" r="r" b="b"/>
              <a:pathLst>
                <a:path w="190" h="923" extrusionOk="0">
                  <a:moveTo>
                    <a:pt x="145" y="0"/>
                  </a:moveTo>
                  <a:cubicBezTo>
                    <a:pt x="67" y="145"/>
                    <a:pt x="45" y="301"/>
                    <a:pt x="23" y="456"/>
                  </a:cubicBezTo>
                  <a:cubicBezTo>
                    <a:pt x="11" y="600"/>
                    <a:pt x="1" y="756"/>
                    <a:pt x="56" y="923"/>
                  </a:cubicBezTo>
                  <a:cubicBezTo>
                    <a:pt x="134" y="767"/>
                    <a:pt x="156" y="622"/>
                    <a:pt x="178" y="467"/>
                  </a:cubicBezTo>
                  <a:cubicBezTo>
                    <a:pt x="189" y="311"/>
                    <a:pt x="189" y="156"/>
                    <a:pt x="1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36"/>
            <p:cNvSpPr/>
            <p:nvPr/>
          </p:nvSpPr>
          <p:spPr>
            <a:xfrm>
              <a:off x="3761375" y="4328300"/>
              <a:ext cx="4200" cy="25825"/>
            </a:xfrm>
            <a:custGeom>
              <a:avLst/>
              <a:gdLst/>
              <a:ahLst/>
              <a:cxnLst/>
              <a:rect l="l" t="t" r="r" b="b"/>
              <a:pathLst>
                <a:path w="168" h="1033" extrusionOk="0">
                  <a:moveTo>
                    <a:pt x="100" y="0"/>
                  </a:moveTo>
                  <a:cubicBezTo>
                    <a:pt x="34" y="178"/>
                    <a:pt x="12" y="344"/>
                    <a:pt x="1" y="511"/>
                  </a:cubicBezTo>
                  <a:cubicBezTo>
                    <a:pt x="1" y="689"/>
                    <a:pt x="12" y="855"/>
                    <a:pt x="68" y="1033"/>
                  </a:cubicBezTo>
                  <a:cubicBezTo>
                    <a:pt x="134" y="867"/>
                    <a:pt x="156" y="689"/>
                    <a:pt x="167" y="522"/>
                  </a:cubicBezTo>
                  <a:cubicBezTo>
                    <a:pt x="167" y="344"/>
                    <a:pt x="156" y="178"/>
                    <a:pt x="1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36"/>
            <p:cNvSpPr/>
            <p:nvPr/>
          </p:nvSpPr>
          <p:spPr>
            <a:xfrm>
              <a:off x="3811650" y="4341325"/>
              <a:ext cx="6425" cy="19775"/>
            </a:xfrm>
            <a:custGeom>
              <a:avLst/>
              <a:gdLst/>
              <a:ahLst/>
              <a:cxnLst/>
              <a:rect l="l" t="t" r="r" b="b"/>
              <a:pathLst>
                <a:path w="257" h="791" extrusionOk="0">
                  <a:moveTo>
                    <a:pt x="34" y="1"/>
                  </a:moveTo>
                  <a:lnTo>
                    <a:pt x="34" y="1"/>
                  </a:lnTo>
                  <a:cubicBezTo>
                    <a:pt x="0" y="146"/>
                    <a:pt x="22" y="279"/>
                    <a:pt x="56" y="412"/>
                  </a:cubicBezTo>
                  <a:cubicBezTo>
                    <a:pt x="89" y="546"/>
                    <a:pt x="133" y="667"/>
                    <a:pt x="222" y="790"/>
                  </a:cubicBezTo>
                  <a:cubicBezTo>
                    <a:pt x="256" y="645"/>
                    <a:pt x="234" y="512"/>
                    <a:pt x="200" y="379"/>
                  </a:cubicBezTo>
                  <a:cubicBezTo>
                    <a:pt x="167" y="245"/>
                    <a:pt x="123" y="112"/>
                    <a:pt x="3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36"/>
            <p:cNvSpPr/>
            <p:nvPr/>
          </p:nvSpPr>
          <p:spPr>
            <a:xfrm>
              <a:off x="3856925" y="4341325"/>
              <a:ext cx="7250" cy="14200"/>
            </a:xfrm>
            <a:custGeom>
              <a:avLst/>
              <a:gdLst/>
              <a:ahLst/>
              <a:cxnLst/>
              <a:rect l="l" t="t" r="r" b="b"/>
              <a:pathLst>
                <a:path w="290" h="568" extrusionOk="0">
                  <a:moveTo>
                    <a:pt x="23" y="1"/>
                  </a:moveTo>
                  <a:lnTo>
                    <a:pt x="23" y="1"/>
                  </a:lnTo>
                  <a:cubicBezTo>
                    <a:pt x="0" y="112"/>
                    <a:pt x="33" y="223"/>
                    <a:pt x="78" y="312"/>
                  </a:cubicBezTo>
                  <a:cubicBezTo>
                    <a:pt x="122" y="412"/>
                    <a:pt x="178" y="501"/>
                    <a:pt x="267" y="568"/>
                  </a:cubicBezTo>
                  <a:cubicBezTo>
                    <a:pt x="289" y="445"/>
                    <a:pt x="255" y="346"/>
                    <a:pt x="222" y="257"/>
                  </a:cubicBezTo>
                  <a:cubicBezTo>
                    <a:pt x="178" y="156"/>
                    <a:pt x="122" y="68"/>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36"/>
            <p:cNvSpPr/>
            <p:nvPr/>
          </p:nvSpPr>
          <p:spPr>
            <a:xfrm>
              <a:off x="3788300" y="4361075"/>
              <a:ext cx="4225" cy="23600"/>
            </a:xfrm>
            <a:custGeom>
              <a:avLst/>
              <a:gdLst/>
              <a:ahLst/>
              <a:cxnLst/>
              <a:rect l="l" t="t" r="r" b="b"/>
              <a:pathLst>
                <a:path w="169" h="944" extrusionOk="0">
                  <a:moveTo>
                    <a:pt x="68" y="0"/>
                  </a:moveTo>
                  <a:cubicBezTo>
                    <a:pt x="13" y="166"/>
                    <a:pt x="1" y="322"/>
                    <a:pt x="13" y="477"/>
                  </a:cubicBezTo>
                  <a:cubicBezTo>
                    <a:pt x="13" y="633"/>
                    <a:pt x="35" y="788"/>
                    <a:pt x="101" y="944"/>
                  </a:cubicBezTo>
                  <a:cubicBezTo>
                    <a:pt x="168" y="788"/>
                    <a:pt x="168" y="633"/>
                    <a:pt x="168" y="477"/>
                  </a:cubicBezTo>
                  <a:cubicBezTo>
                    <a:pt x="156" y="311"/>
                    <a:pt x="134" y="156"/>
                    <a:pt x="6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36"/>
            <p:cNvSpPr/>
            <p:nvPr/>
          </p:nvSpPr>
          <p:spPr>
            <a:xfrm>
              <a:off x="3844975" y="4373000"/>
              <a:ext cx="3900" cy="18075"/>
            </a:xfrm>
            <a:custGeom>
              <a:avLst/>
              <a:gdLst/>
              <a:ahLst/>
              <a:cxnLst/>
              <a:rect l="l" t="t" r="r" b="b"/>
              <a:pathLst>
                <a:path w="156" h="723" extrusionOk="0">
                  <a:moveTo>
                    <a:pt x="78" y="0"/>
                  </a:moveTo>
                  <a:cubicBezTo>
                    <a:pt x="12" y="123"/>
                    <a:pt x="0" y="245"/>
                    <a:pt x="0" y="367"/>
                  </a:cubicBezTo>
                  <a:cubicBezTo>
                    <a:pt x="0" y="478"/>
                    <a:pt x="12" y="600"/>
                    <a:pt x="78" y="723"/>
                  </a:cubicBezTo>
                  <a:cubicBezTo>
                    <a:pt x="133" y="600"/>
                    <a:pt x="156" y="478"/>
                    <a:pt x="156" y="367"/>
                  </a:cubicBezTo>
                  <a:cubicBezTo>
                    <a:pt x="156" y="245"/>
                    <a:pt x="133" y="123"/>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36"/>
            <p:cNvSpPr/>
            <p:nvPr/>
          </p:nvSpPr>
          <p:spPr>
            <a:xfrm>
              <a:off x="3734725" y="4366625"/>
              <a:ext cx="6400" cy="15575"/>
            </a:xfrm>
            <a:custGeom>
              <a:avLst/>
              <a:gdLst/>
              <a:ahLst/>
              <a:cxnLst/>
              <a:rect l="l" t="t" r="r" b="b"/>
              <a:pathLst>
                <a:path w="256" h="623" extrusionOk="0">
                  <a:moveTo>
                    <a:pt x="33" y="0"/>
                  </a:moveTo>
                  <a:lnTo>
                    <a:pt x="33" y="0"/>
                  </a:lnTo>
                  <a:cubicBezTo>
                    <a:pt x="0" y="122"/>
                    <a:pt x="23" y="233"/>
                    <a:pt x="56" y="334"/>
                  </a:cubicBezTo>
                  <a:cubicBezTo>
                    <a:pt x="89" y="433"/>
                    <a:pt x="144" y="534"/>
                    <a:pt x="233" y="622"/>
                  </a:cubicBezTo>
                  <a:cubicBezTo>
                    <a:pt x="255" y="500"/>
                    <a:pt x="233" y="389"/>
                    <a:pt x="211" y="289"/>
                  </a:cubicBezTo>
                  <a:cubicBezTo>
                    <a:pt x="167" y="178"/>
                    <a:pt x="122" y="89"/>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36"/>
            <p:cNvSpPr/>
            <p:nvPr/>
          </p:nvSpPr>
          <p:spPr>
            <a:xfrm>
              <a:off x="3709175" y="4391050"/>
              <a:ext cx="6400" cy="26950"/>
            </a:xfrm>
            <a:custGeom>
              <a:avLst/>
              <a:gdLst/>
              <a:ahLst/>
              <a:cxnLst/>
              <a:rect l="l" t="t" r="r" b="b"/>
              <a:pathLst>
                <a:path w="256" h="1078" extrusionOk="0">
                  <a:moveTo>
                    <a:pt x="23" y="1"/>
                  </a:moveTo>
                  <a:cubicBezTo>
                    <a:pt x="0" y="189"/>
                    <a:pt x="23" y="379"/>
                    <a:pt x="56" y="556"/>
                  </a:cubicBezTo>
                  <a:cubicBezTo>
                    <a:pt x="89" y="734"/>
                    <a:pt x="134" y="912"/>
                    <a:pt x="233" y="1078"/>
                  </a:cubicBezTo>
                  <a:cubicBezTo>
                    <a:pt x="255" y="890"/>
                    <a:pt x="245" y="700"/>
                    <a:pt x="211" y="523"/>
                  </a:cubicBezTo>
                  <a:cubicBezTo>
                    <a:pt x="167" y="345"/>
                    <a:pt x="122" y="167"/>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36"/>
            <p:cNvSpPr/>
            <p:nvPr/>
          </p:nvSpPr>
          <p:spPr>
            <a:xfrm>
              <a:off x="3752200" y="4414650"/>
              <a:ext cx="4475" cy="18350"/>
            </a:xfrm>
            <a:custGeom>
              <a:avLst/>
              <a:gdLst/>
              <a:ahLst/>
              <a:cxnLst/>
              <a:rect l="l" t="t" r="r" b="b"/>
              <a:pathLst>
                <a:path w="179" h="734" extrusionOk="0">
                  <a:moveTo>
                    <a:pt x="45" y="1"/>
                  </a:moveTo>
                  <a:cubicBezTo>
                    <a:pt x="1" y="134"/>
                    <a:pt x="1" y="257"/>
                    <a:pt x="12" y="378"/>
                  </a:cubicBezTo>
                  <a:cubicBezTo>
                    <a:pt x="35" y="501"/>
                    <a:pt x="57" y="623"/>
                    <a:pt x="134" y="734"/>
                  </a:cubicBezTo>
                  <a:cubicBezTo>
                    <a:pt x="179" y="601"/>
                    <a:pt x="179" y="479"/>
                    <a:pt x="168" y="356"/>
                  </a:cubicBezTo>
                  <a:cubicBezTo>
                    <a:pt x="146" y="234"/>
                    <a:pt x="123" y="123"/>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36"/>
            <p:cNvSpPr/>
            <p:nvPr/>
          </p:nvSpPr>
          <p:spPr>
            <a:xfrm>
              <a:off x="3798050" y="4423825"/>
              <a:ext cx="4175" cy="13075"/>
            </a:xfrm>
            <a:custGeom>
              <a:avLst/>
              <a:gdLst/>
              <a:ahLst/>
              <a:cxnLst/>
              <a:rect l="l" t="t" r="r" b="b"/>
              <a:pathLst>
                <a:path w="167" h="523" extrusionOk="0">
                  <a:moveTo>
                    <a:pt x="100" y="1"/>
                  </a:moveTo>
                  <a:cubicBezTo>
                    <a:pt x="33" y="90"/>
                    <a:pt x="11" y="167"/>
                    <a:pt x="11" y="256"/>
                  </a:cubicBezTo>
                  <a:cubicBezTo>
                    <a:pt x="0" y="345"/>
                    <a:pt x="11" y="434"/>
                    <a:pt x="67" y="522"/>
                  </a:cubicBezTo>
                  <a:cubicBezTo>
                    <a:pt x="134" y="434"/>
                    <a:pt x="156" y="356"/>
                    <a:pt x="166" y="267"/>
                  </a:cubicBezTo>
                  <a:cubicBezTo>
                    <a:pt x="166" y="178"/>
                    <a:pt x="156" y="90"/>
                    <a:pt x="10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36"/>
            <p:cNvSpPr/>
            <p:nvPr/>
          </p:nvSpPr>
          <p:spPr>
            <a:xfrm>
              <a:off x="3852475" y="4423825"/>
              <a:ext cx="5850" cy="20300"/>
            </a:xfrm>
            <a:custGeom>
              <a:avLst/>
              <a:gdLst/>
              <a:ahLst/>
              <a:cxnLst/>
              <a:rect l="l" t="t" r="r" b="b"/>
              <a:pathLst>
                <a:path w="234" h="812" extrusionOk="0">
                  <a:moveTo>
                    <a:pt x="45" y="1"/>
                  </a:moveTo>
                  <a:cubicBezTo>
                    <a:pt x="1" y="145"/>
                    <a:pt x="23" y="290"/>
                    <a:pt x="45" y="423"/>
                  </a:cubicBezTo>
                  <a:cubicBezTo>
                    <a:pt x="67" y="556"/>
                    <a:pt x="112" y="689"/>
                    <a:pt x="201" y="811"/>
                  </a:cubicBezTo>
                  <a:cubicBezTo>
                    <a:pt x="233" y="656"/>
                    <a:pt x="223" y="522"/>
                    <a:pt x="201" y="389"/>
                  </a:cubicBezTo>
                  <a:cubicBezTo>
                    <a:pt x="167" y="256"/>
                    <a:pt x="122" y="12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36"/>
            <p:cNvSpPr/>
            <p:nvPr/>
          </p:nvSpPr>
          <p:spPr>
            <a:xfrm>
              <a:off x="3814700" y="4459650"/>
              <a:ext cx="8925" cy="21425"/>
            </a:xfrm>
            <a:custGeom>
              <a:avLst/>
              <a:gdLst/>
              <a:ahLst/>
              <a:cxnLst/>
              <a:rect l="l" t="t" r="r" b="b"/>
              <a:pathLst>
                <a:path w="357" h="857" extrusionOk="0">
                  <a:moveTo>
                    <a:pt x="356" y="0"/>
                  </a:moveTo>
                  <a:lnTo>
                    <a:pt x="356" y="0"/>
                  </a:lnTo>
                  <a:cubicBezTo>
                    <a:pt x="245" y="123"/>
                    <a:pt x="167" y="256"/>
                    <a:pt x="112" y="400"/>
                  </a:cubicBezTo>
                  <a:cubicBezTo>
                    <a:pt x="56" y="545"/>
                    <a:pt x="11" y="689"/>
                    <a:pt x="1" y="856"/>
                  </a:cubicBezTo>
                  <a:cubicBezTo>
                    <a:pt x="123" y="734"/>
                    <a:pt x="189" y="600"/>
                    <a:pt x="256" y="456"/>
                  </a:cubicBezTo>
                  <a:cubicBezTo>
                    <a:pt x="312" y="323"/>
                    <a:pt x="356" y="167"/>
                    <a:pt x="3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36"/>
            <p:cNvSpPr/>
            <p:nvPr/>
          </p:nvSpPr>
          <p:spPr>
            <a:xfrm>
              <a:off x="3767500" y="4464375"/>
              <a:ext cx="3900" cy="22250"/>
            </a:xfrm>
            <a:custGeom>
              <a:avLst/>
              <a:gdLst/>
              <a:ahLst/>
              <a:cxnLst/>
              <a:rect l="l" t="t" r="r" b="b"/>
              <a:pathLst>
                <a:path w="156" h="890" extrusionOk="0">
                  <a:moveTo>
                    <a:pt x="78" y="1"/>
                  </a:moveTo>
                  <a:cubicBezTo>
                    <a:pt x="22" y="145"/>
                    <a:pt x="0" y="300"/>
                    <a:pt x="0" y="445"/>
                  </a:cubicBezTo>
                  <a:cubicBezTo>
                    <a:pt x="0" y="589"/>
                    <a:pt x="22" y="744"/>
                    <a:pt x="78" y="889"/>
                  </a:cubicBezTo>
                  <a:cubicBezTo>
                    <a:pt x="144" y="744"/>
                    <a:pt x="156" y="589"/>
                    <a:pt x="156" y="445"/>
                  </a:cubicBezTo>
                  <a:cubicBezTo>
                    <a:pt x="156" y="300"/>
                    <a:pt x="144" y="145"/>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36"/>
            <p:cNvSpPr/>
            <p:nvPr/>
          </p:nvSpPr>
          <p:spPr>
            <a:xfrm>
              <a:off x="3720550" y="4470500"/>
              <a:ext cx="6975" cy="19175"/>
            </a:xfrm>
            <a:custGeom>
              <a:avLst/>
              <a:gdLst/>
              <a:ahLst/>
              <a:cxnLst/>
              <a:rect l="l" t="t" r="r" b="b"/>
              <a:pathLst>
                <a:path w="279" h="767" extrusionOk="0">
                  <a:moveTo>
                    <a:pt x="12" y="0"/>
                  </a:moveTo>
                  <a:lnTo>
                    <a:pt x="12" y="0"/>
                  </a:lnTo>
                  <a:cubicBezTo>
                    <a:pt x="0" y="144"/>
                    <a:pt x="23" y="277"/>
                    <a:pt x="67" y="411"/>
                  </a:cubicBezTo>
                  <a:cubicBezTo>
                    <a:pt x="112" y="533"/>
                    <a:pt x="167" y="655"/>
                    <a:pt x="267" y="766"/>
                  </a:cubicBezTo>
                  <a:cubicBezTo>
                    <a:pt x="279" y="622"/>
                    <a:pt x="256" y="489"/>
                    <a:pt x="212" y="356"/>
                  </a:cubicBezTo>
                  <a:cubicBezTo>
                    <a:pt x="167" y="233"/>
                    <a:pt x="112" y="111"/>
                    <a:pt x="1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36"/>
            <p:cNvSpPr/>
            <p:nvPr/>
          </p:nvSpPr>
          <p:spPr>
            <a:xfrm>
              <a:off x="3846925" y="4482700"/>
              <a:ext cx="8625" cy="20575"/>
            </a:xfrm>
            <a:custGeom>
              <a:avLst/>
              <a:gdLst/>
              <a:ahLst/>
              <a:cxnLst/>
              <a:rect l="l" t="t" r="r" b="b"/>
              <a:pathLst>
                <a:path w="345" h="823" extrusionOk="0">
                  <a:moveTo>
                    <a:pt x="344" y="1"/>
                  </a:moveTo>
                  <a:lnTo>
                    <a:pt x="344" y="1"/>
                  </a:lnTo>
                  <a:cubicBezTo>
                    <a:pt x="223" y="112"/>
                    <a:pt x="156" y="245"/>
                    <a:pt x="100" y="379"/>
                  </a:cubicBezTo>
                  <a:cubicBezTo>
                    <a:pt x="45" y="512"/>
                    <a:pt x="0" y="656"/>
                    <a:pt x="0" y="823"/>
                  </a:cubicBezTo>
                  <a:cubicBezTo>
                    <a:pt x="111" y="712"/>
                    <a:pt x="178" y="578"/>
                    <a:pt x="245" y="434"/>
                  </a:cubicBezTo>
                  <a:cubicBezTo>
                    <a:pt x="300" y="300"/>
                    <a:pt x="344" y="156"/>
                    <a:pt x="34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36"/>
            <p:cNvSpPr/>
            <p:nvPr/>
          </p:nvSpPr>
          <p:spPr>
            <a:xfrm>
              <a:off x="3787750" y="4506300"/>
              <a:ext cx="4475" cy="12525"/>
            </a:xfrm>
            <a:custGeom>
              <a:avLst/>
              <a:gdLst/>
              <a:ahLst/>
              <a:cxnLst/>
              <a:rect l="l" t="t" r="r" b="b"/>
              <a:pathLst>
                <a:path w="179" h="501" extrusionOk="0">
                  <a:moveTo>
                    <a:pt x="123" y="1"/>
                  </a:moveTo>
                  <a:cubicBezTo>
                    <a:pt x="57" y="79"/>
                    <a:pt x="23" y="156"/>
                    <a:pt x="12" y="245"/>
                  </a:cubicBezTo>
                  <a:cubicBezTo>
                    <a:pt x="1" y="323"/>
                    <a:pt x="1" y="412"/>
                    <a:pt x="45" y="501"/>
                  </a:cubicBezTo>
                  <a:cubicBezTo>
                    <a:pt x="123" y="434"/>
                    <a:pt x="156" y="345"/>
                    <a:pt x="168" y="267"/>
                  </a:cubicBezTo>
                  <a:cubicBezTo>
                    <a:pt x="178" y="178"/>
                    <a:pt x="178" y="89"/>
                    <a:pt x="1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36"/>
            <p:cNvSpPr/>
            <p:nvPr/>
          </p:nvSpPr>
          <p:spPr>
            <a:xfrm>
              <a:off x="3760825" y="4073050"/>
              <a:ext cx="8625" cy="15025"/>
            </a:xfrm>
            <a:custGeom>
              <a:avLst/>
              <a:gdLst/>
              <a:ahLst/>
              <a:cxnLst/>
              <a:rect l="l" t="t" r="r" b="b"/>
              <a:pathLst>
                <a:path w="345" h="601" extrusionOk="0">
                  <a:moveTo>
                    <a:pt x="345" y="1"/>
                  </a:moveTo>
                  <a:cubicBezTo>
                    <a:pt x="233" y="67"/>
                    <a:pt x="167" y="168"/>
                    <a:pt x="100" y="267"/>
                  </a:cubicBezTo>
                  <a:cubicBezTo>
                    <a:pt x="45" y="368"/>
                    <a:pt x="1" y="467"/>
                    <a:pt x="1" y="601"/>
                  </a:cubicBezTo>
                  <a:cubicBezTo>
                    <a:pt x="112" y="534"/>
                    <a:pt x="178" y="445"/>
                    <a:pt x="245" y="346"/>
                  </a:cubicBezTo>
                  <a:cubicBezTo>
                    <a:pt x="300" y="245"/>
                    <a:pt x="345" y="134"/>
                    <a:pt x="3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36"/>
            <p:cNvSpPr/>
            <p:nvPr/>
          </p:nvSpPr>
          <p:spPr>
            <a:xfrm>
              <a:off x="3784975" y="4055850"/>
              <a:ext cx="5025" cy="19750"/>
            </a:xfrm>
            <a:custGeom>
              <a:avLst/>
              <a:gdLst/>
              <a:ahLst/>
              <a:cxnLst/>
              <a:rect l="l" t="t" r="r" b="b"/>
              <a:pathLst>
                <a:path w="201" h="790" extrusionOk="0">
                  <a:moveTo>
                    <a:pt x="45" y="0"/>
                  </a:moveTo>
                  <a:cubicBezTo>
                    <a:pt x="1" y="133"/>
                    <a:pt x="12" y="267"/>
                    <a:pt x="23" y="400"/>
                  </a:cubicBezTo>
                  <a:cubicBezTo>
                    <a:pt x="45" y="533"/>
                    <a:pt x="79" y="667"/>
                    <a:pt x="156" y="789"/>
                  </a:cubicBezTo>
                  <a:cubicBezTo>
                    <a:pt x="201" y="644"/>
                    <a:pt x="201" y="511"/>
                    <a:pt x="178" y="378"/>
                  </a:cubicBezTo>
                  <a:cubicBezTo>
                    <a:pt x="156" y="244"/>
                    <a:pt x="123" y="123"/>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36"/>
            <p:cNvSpPr/>
            <p:nvPr/>
          </p:nvSpPr>
          <p:spPr>
            <a:xfrm>
              <a:off x="3813600" y="4080575"/>
              <a:ext cx="4725" cy="17800"/>
            </a:xfrm>
            <a:custGeom>
              <a:avLst/>
              <a:gdLst/>
              <a:ahLst/>
              <a:cxnLst/>
              <a:rect l="l" t="t" r="r" b="b"/>
              <a:pathLst>
                <a:path w="189" h="712" extrusionOk="0">
                  <a:moveTo>
                    <a:pt x="45" y="0"/>
                  </a:moveTo>
                  <a:cubicBezTo>
                    <a:pt x="0" y="134"/>
                    <a:pt x="11" y="245"/>
                    <a:pt x="23" y="366"/>
                  </a:cubicBezTo>
                  <a:cubicBezTo>
                    <a:pt x="33" y="489"/>
                    <a:pt x="67" y="600"/>
                    <a:pt x="144" y="711"/>
                  </a:cubicBezTo>
                  <a:cubicBezTo>
                    <a:pt x="189" y="589"/>
                    <a:pt x="189" y="467"/>
                    <a:pt x="178" y="344"/>
                  </a:cubicBezTo>
                  <a:cubicBezTo>
                    <a:pt x="156" y="233"/>
                    <a:pt x="122" y="111"/>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36"/>
            <p:cNvSpPr/>
            <p:nvPr/>
          </p:nvSpPr>
          <p:spPr>
            <a:xfrm>
              <a:off x="3725275" y="4125000"/>
              <a:ext cx="3925" cy="25575"/>
            </a:xfrm>
            <a:custGeom>
              <a:avLst/>
              <a:gdLst/>
              <a:ahLst/>
              <a:cxnLst/>
              <a:rect l="l" t="t" r="r" b="b"/>
              <a:pathLst>
                <a:path w="157" h="1023" extrusionOk="0">
                  <a:moveTo>
                    <a:pt x="78" y="1"/>
                  </a:moveTo>
                  <a:cubicBezTo>
                    <a:pt x="11" y="178"/>
                    <a:pt x="1" y="345"/>
                    <a:pt x="1" y="512"/>
                  </a:cubicBezTo>
                  <a:cubicBezTo>
                    <a:pt x="1" y="689"/>
                    <a:pt x="11" y="856"/>
                    <a:pt x="78" y="1023"/>
                  </a:cubicBezTo>
                  <a:cubicBezTo>
                    <a:pt x="134" y="856"/>
                    <a:pt x="156" y="689"/>
                    <a:pt x="156" y="512"/>
                  </a:cubicBezTo>
                  <a:cubicBezTo>
                    <a:pt x="156" y="345"/>
                    <a:pt x="134" y="178"/>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36"/>
            <p:cNvSpPr/>
            <p:nvPr/>
          </p:nvSpPr>
          <p:spPr>
            <a:xfrm>
              <a:off x="3849150" y="4152775"/>
              <a:ext cx="3900" cy="19175"/>
            </a:xfrm>
            <a:custGeom>
              <a:avLst/>
              <a:gdLst/>
              <a:ahLst/>
              <a:cxnLst/>
              <a:rect l="l" t="t" r="r" b="b"/>
              <a:pathLst>
                <a:path w="156" h="767" extrusionOk="0">
                  <a:moveTo>
                    <a:pt x="78" y="1"/>
                  </a:moveTo>
                  <a:cubicBezTo>
                    <a:pt x="22" y="122"/>
                    <a:pt x="0" y="256"/>
                    <a:pt x="0" y="378"/>
                  </a:cubicBezTo>
                  <a:cubicBezTo>
                    <a:pt x="0" y="512"/>
                    <a:pt x="22" y="633"/>
                    <a:pt x="78" y="767"/>
                  </a:cubicBezTo>
                  <a:cubicBezTo>
                    <a:pt x="144" y="633"/>
                    <a:pt x="156" y="512"/>
                    <a:pt x="156" y="378"/>
                  </a:cubicBezTo>
                  <a:cubicBezTo>
                    <a:pt x="156" y="256"/>
                    <a:pt x="144" y="122"/>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36"/>
            <p:cNvSpPr/>
            <p:nvPr/>
          </p:nvSpPr>
          <p:spPr>
            <a:xfrm>
              <a:off x="3759425" y="4351175"/>
              <a:ext cx="143075" cy="50900"/>
            </a:xfrm>
            <a:custGeom>
              <a:avLst/>
              <a:gdLst/>
              <a:ahLst/>
              <a:cxnLst/>
              <a:rect l="l" t="t" r="r" b="b"/>
              <a:pathLst>
                <a:path w="5723" h="2036" extrusionOk="0">
                  <a:moveTo>
                    <a:pt x="198" y="1"/>
                  </a:moveTo>
                  <a:cubicBezTo>
                    <a:pt x="172" y="1"/>
                    <a:pt x="147" y="6"/>
                    <a:pt x="123" y="18"/>
                  </a:cubicBezTo>
                  <a:cubicBezTo>
                    <a:pt x="1" y="85"/>
                    <a:pt x="23" y="285"/>
                    <a:pt x="67" y="418"/>
                  </a:cubicBezTo>
                  <a:cubicBezTo>
                    <a:pt x="112" y="585"/>
                    <a:pt x="156" y="740"/>
                    <a:pt x="212" y="896"/>
                  </a:cubicBezTo>
                  <a:cubicBezTo>
                    <a:pt x="257" y="1040"/>
                    <a:pt x="301" y="1184"/>
                    <a:pt x="401" y="1285"/>
                  </a:cubicBezTo>
                  <a:cubicBezTo>
                    <a:pt x="489" y="1384"/>
                    <a:pt x="623" y="1451"/>
                    <a:pt x="745" y="1507"/>
                  </a:cubicBezTo>
                  <a:cubicBezTo>
                    <a:pt x="1045" y="1651"/>
                    <a:pt x="1356" y="1784"/>
                    <a:pt x="1667" y="1895"/>
                  </a:cubicBezTo>
                  <a:cubicBezTo>
                    <a:pt x="1812" y="1951"/>
                    <a:pt x="1956" y="2006"/>
                    <a:pt x="2111" y="2029"/>
                  </a:cubicBezTo>
                  <a:cubicBezTo>
                    <a:pt x="2154" y="2034"/>
                    <a:pt x="2197" y="2036"/>
                    <a:pt x="2240" y="2036"/>
                  </a:cubicBezTo>
                  <a:cubicBezTo>
                    <a:pt x="2386" y="2036"/>
                    <a:pt x="2532" y="2010"/>
                    <a:pt x="2678" y="1984"/>
                  </a:cubicBezTo>
                  <a:cubicBezTo>
                    <a:pt x="3289" y="1885"/>
                    <a:pt x="3900" y="1784"/>
                    <a:pt x="4478" y="1584"/>
                  </a:cubicBezTo>
                  <a:cubicBezTo>
                    <a:pt x="4856" y="1463"/>
                    <a:pt x="5722" y="1207"/>
                    <a:pt x="5688" y="696"/>
                  </a:cubicBezTo>
                  <a:cubicBezTo>
                    <a:pt x="5678" y="585"/>
                    <a:pt x="5622" y="296"/>
                    <a:pt x="5500" y="263"/>
                  </a:cubicBezTo>
                  <a:cubicBezTo>
                    <a:pt x="5495" y="261"/>
                    <a:pt x="5488" y="260"/>
                    <a:pt x="5481" y="260"/>
                  </a:cubicBezTo>
                  <a:cubicBezTo>
                    <a:pt x="5387" y="260"/>
                    <a:pt x="5115" y="375"/>
                    <a:pt x="5022" y="385"/>
                  </a:cubicBezTo>
                  <a:cubicBezTo>
                    <a:pt x="4973" y="388"/>
                    <a:pt x="4924" y="389"/>
                    <a:pt x="4874" y="389"/>
                  </a:cubicBezTo>
                  <a:cubicBezTo>
                    <a:pt x="4579" y="389"/>
                    <a:pt x="4284" y="340"/>
                    <a:pt x="3989" y="340"/>
                  </a:cubicBezTo>
                  <a:cubicBezTo>
                    <a:pt x="3523" y="340"/>
                    <a:pt x="3067" y="496"/>
                    <a:pt x="2689" y="762"/>
                  </a:cubicBezTo>
                  <a:cubicBezTo>
                    <a:pt x="2474" y="927"/>
                    <a:pt x="2229" y="1167"/>
                    <a:pt x="1948" y="1167"/>
                  </a:cubicBezTo>
                  <a:cubicBezTo>
                    <a:pt x="1925" y="1167"/>
                    <a:pt x="1902" y="1166"/>
                    <a:pt x="1878" y="1162"/>
                  </a:cubicBezTo>
                  <a:cubicBezTo>
                    <a:pt x="1567" y="1107"/>
                    <a:pt x="1223" y="940"/>
                    <a:pt x="923" y="840"/>
                  </a:cubicBezTo>
                  <a:cubicBezTo>
                    <a:pt x="879" y="829"/>
                    <a:pt x="845" y="818"/>
                    <a:pt x="812" y="796"/>
                  </a:cubicBezTo>
                  <a:cubicBezTo>
                    <a:pt x="768" y="762"/>
                    <a:pt x="756" y="707"/>
                    <a:pt x="745" y="651"/>
                  </a:cubicBezTo>
                  <a:cubicBezTo>
                    <a:pt x="689" y="463"/>
                    <a:pt x="590" y="285"/>
                    <a:pt x="457" y="140"/>
                  </a:cubicBezTo>
                  <a:cubicBezTo>
                    <a:pt x="387" y="71"/>
                    <a:pt x="290" y="1"/>
                    <a:pt x="19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36"/>
            <p:cNvSpPr/>
            <p:nvPr/>
          </p:nvSpPr>
          <p:spPr>
            <a:xfrm>
              <a:off x="3840800" y="4167200"/>
              <a:ext cx="207475" cy="238875"/>
            </a:xfrm>
            <a:custGeom>
              <a:avLst/>
              <a:gdLst/>
              <a:ahLst/>
              <a:cxnLst/>
              <a:rect l="l" t="t" r="r" b="b"/>
              <a:pathLst>
                <a:path w="8299" h="9555" extrusionOk="0">
                  <a:moveTo>
                    <a:pt x="741" y="1"/>
                  </a:moveTo>
                  <a:cubicBezTo>
                    <a:pt x="735" y="1"/>
                    <a:pt x="729" y="1"/>
                    <a:pt x="723" y="1"/>
                  </a:cubicBezTo>
                  <a:cubicBezTo>
                    <a:pt x="1" y="46"/>
                    <a:pt x="589" y="957"/>
                    <a:pt x="823" y="1189"/>
                  </a:cubicBezTo>
                  <a:cubicBezTo>
                    <a:pt x="1712" y="2100"/>
                    <a:pt x="2534" y="3078"/>
                    <a:pt x="3300" y="4100"/>
                  </a:cubicBezTo>
                  <a:cubicBezTo>
                    <a:pt x="3223" y="3800"/>
                    <a:pt x="3144" y="3500"/>
                    <a:pt x="3055" y="3211"/>
                  </a:cubicBezTo>
                  <a:lnTo>
                    <a:pt x="3055" y="3211"/>
                  </a:lnTo>
                  <a:cubicBezTo>
                    <a:pt x="3556" y="3744"/>
                    <a:pt x="4045" y="4289"/>
                    <a:pt x="4533" y="4833"/>
                  </a:cubicBezTo>
                  <a:cubicBezTo>
                    <a:pt x="4667" y="4989"/>
                    <a:pt x="5444" y="5811"/>
                    <a:pt x="5455" y="6000"/>
                  </a:cubicBezTo>
                  <a:cubicBezTo>
                    <a:pt x="4844" y="6133"/>
                    <a:pt x="3978" y="6222"/>
                    <a:pt x="3367" y="6344"/>
                  </a:cubicBezTo>
                  <a:cubicBezTo>
                    <a:pt x="3534" y="6388"/>
                    <a:pt x="3689" y="6433"/>
                    <a:pt x="3845" y="6477"/>
                  </a:cubicBezTo>
                  <a:cubicBezTo>
                    <a:pt x="2478" y="6800"/>
                    <a:pt x="3111" y="6633"/>
                    <a:pt x="1745" y="6955"/>
                  </a:cubicBezTo>
                  <a:cubicBezTo>
                    <a:pt x="1956" y="7166"/>
                    <a:pt x="2233" y="7333"/>
                    <a:pt x="2522" y="7410"/>
                  </a:cubicBezTo>
                  <a:cubicBezTo>
                    <a:pt x="2145" y="7511"/>
                    <a:pt x="1756" y="7610"/>
                    <a:pt x="1378" y="7721"/>
                  </a:cubicBezTo>
                  <a:cubicBezTo>
                    <a:pt x="1611" y="7888"/>
                    <a:pt x="1878" y="8032"/>
                    <a:pt x="2145" y="8155"/>
                  </a:cubicBezTo>
                  <a:cubicBezTo>
                    <a:pt x="2033" y="8299"/>
                    <a:pt x="1900" y="8432"/>
                    <a:pt x="1745" y="8533"/>
                  </a:cubicBezTo>
                  <a:cubicBezTo>
                    <a:pt x="1934" y="8588"/>
                    <a:pt x="2122" y="8622"/>
                    <a:pt x="2300" y="8622"/>
                  </a:cubicBezTo>
                  <a:cubicBezTo>
                    <a:pt x="2145" y="8810"/>
                    <a:pt x="1700" y="9365"/>
                    <a:pt x="1545" y="9555"/>
                  </a:cubicBezTo>
                  <a:cubicBezTo>
                    <a:pt x="3645" y="8943"/>
                    <a:pt x="5600" y="7655"/>
                    <a:pt x="7488" y="6822"/>
                  </a:cubicBezTo>
                  <a:cubicBezTo>
                    <a:pt x="8299" y="6433"/>
                    <a:pt x="7488" y="5900"/>
                    <a:pt x="7488" y="5900"/>
                  </a:cubicBezTo>
                  <a:cubicBezTo>
                    <a:pt x="5922" y="4344"/>
                    <a:pt x="3556" y="2456"/>
                    <a:pt x="1967" y="923"/>
                  </a:cubicBezTo>
                  <a:cubicBezTo>
                    <a:pt x="1716" y="682"/>
                    <a:pt x="1130" y="1"/>
                    <a:pt x="7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36"/>
            <p:cNvSpPr/>
            <p:nvPr/>
          </p:nvSpPr>
          <p:spPr>
            <a:xfrm>
              <a:off x="3871350" y="4329675"/>
              <a:ext cx="65850" cy="76950"/>
            </a:xfrm>
            <a:custGeom>
              <a:avLst/>
              <a:gdLst/>
              <a:ahLst/>
              <a:cxnLst/>
              <a:rect l="l" t="t" r="r" b="b"/>
              <a:pathLst>
                <a:path w="2634" h="3078" extrusionOk="0">
                  <a:moveTo>
                    <a:pt x="2633" y="0"/>
                  </a:moveTo>
                  <a:lnTo>
                    <a:pt x="2633" y="0"/>
                  </a:lnTo>
                  <a:cubicBezTo>
                    <a:pt x="2278" y="56"/>
                    <a:pt x="1922" y="123"/>
                    <a:pt x="1567" y="178"/>
                  </a:cubicBezTo>
                  <a:cubicBezTo>
                    <a:pt x="1211" y="234"/>
                    <a:pt x="867" y="323"/>
                    <a:pt x="512" y="400"/>
                  </a:cubicBezTo>
                  <a:lnTo>
                    <a:pt x="379" y="434"/>
                  </a:lnTo>
                  <a:lnTo>
                    <a:pt x="478" y="534"/>
                  </a:lnTo>
                  <a:cubicBezTo>
                    <a:pt x="642" y="697"/>
                    <a:pt x="836" y="831"/>
                    <a:pt x="1051" y="921"/>
                  </a:cubicBezTo>
                  <a:lnTo>
                    <a:pt x="1051" y="921"/>
                  </a:lnTo>
                  <a:lnTo>
                    <a:pt x="145" y="1167"/>
                  </a:lnTo>
                  <a:lnTo>
                    <a:pt x="1" y="1212"/>
                  </a:lnTo>
                  <a:lnTo>
                    <a:pt x="123" y="1289"/>
                  </a:lnTo>
                  <a:cubicBezTo>
                    <a:pt x="347" y="1452"/>
                    <a:pt x="590" y="1587"/>
                    <a:pt x="834" y="1694"/>
                  </a:cubicBezTo>
                  <a:lnTo>
                    <a:pt x="834" y="1694"/>
                  </a:lnTo>
                  <a:cubicBezTo>
                    <a:pt x="743" y="1815"/>
                    <a:pt x="635" y="1925"/>
                    <a:pt x="512" y="2012"/>
                  </a:cubicBezTo>
                  <a:lnTo>
                    <a:pt x="423" y="2067"/>
                  </a:lnTo>
                  <a:lnTo>
                    <a:pt x="523" y="2100"/>
                  </a:lnTo>
                  <a:cubicBezTo>
                    <a:pt x="688" y="2149"/>
                    <a:pt x="853" y="2172"/>
                    <a:pt x="1018" y="2177"/>
                  </a:cubicBezTo>
                  <a:lnTo>
                    <a:pt x="1018" y="2177"/>
                  </a:lnTo>
                  <a:lnTo>
                    <a:pt x="334" y="3078"/>
                  </a:lnTo>
                  <a:cubicBezTo>
                    <a:pt x="601" y="2778"/>
                    <a:pt x="856" y="2467"/>
                    <a:pt x="1123" y="2167"/>
                  </a:cubicBezTo>
                  <a:lnTo>
                    <a:pt x="1178" y="2100"/>
                  </a:lnTo>
                  <a:lnTo>
                    <a:pt x="1090" y="2100"/>
                  </a:lnTo>
                  <a:cubicBezTo>
                    <a:pt x="944" y="2091"/>
                    <a:pt x="791" y="2074"/>
                    <a:pt x="649" y="2032"/>
                  </a:cubicBezTo>
                  <a:lnTo>
                    <a:pt x="649" y="2032"/>
                  </a:lnTo>
                  <a:cubicBezTo>
                    <a:pt x="773" y="1941"/>
                    <a:pt x="887" y="1830"/>
                    <a:pt x="979" y="1711"/>
                  </a:cubicBezTo>
                  <a:lnTo>
                    <a:pt x="1023" y="1645"/>
                  </a:lnTo>
                  <a:lnTo>
                    <a:pt x="956" y="1622"/>
                  </a:lnTo>
                  <a:cubicBezTo>
                    <a:pt x="734" y="1521"/>
                    <a:pt x="519" y="1403"/>
                    <a:pt x="319" y="1264"/>
                  </a:cubicBezTo>
                  <a:lnTo>
                    <a:pt x="319" y="1264"/>
                  </a:lnTo>
                  <a:lnTo>
                    <a:pt x="1334" y="1000"/>
                  </a:lnTo>
                  <a:lnTo>
                    <a:pt x="1601" y="934"/>
                  </a:lnTo>
                  <a:lnTo>
                    <a:pt x="1334" y="856"/>
                  </a:lnTo>
                  <a:cubicBezTo>
                    <a:pt x="1089" y="790"/>
                    <a:pt x="868" y="668"/>
                    <a:pt x="685" y="511"/>
                  </a:cubicBezTo>
                  <a:lnTo>
                    <a:pt x="685" y="511"/>
                  </a:lnTo>
                  <a:lnTo>
                    <a:pt x="1589" y="289"/>
                  </a:lnTo>
                  <a:cubicBezTo>
                    <a:pt x="1945" y="212"/>
                    <a:pt x="2289" y="111"/>
                    <a:pt x="26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36"/>
            <p:cNvSpPr/>
            <p:nvPr/>
          </p:nvSpPr>
          <p:spPr>
            <a:xfrm>
              <a:off x="3776375" y="4290225"/>
              <a:ext cx="63350" cy="81675"/>
            </a:xfrm>
            <a:custGeom>
              <a:avLst/>
              <a:gdLst/>
              <a:ahLst/>
              <a:cxnLst/>
              <a:rect l="l" t="t" r="r" b="b"/>
              <a:pathLst>
                <a:path w="2534" h="3267" extrusionOk="0">
                  <a:moveTo>
                    <a:pt x="34" y="1"/>
                  </a:moveTo>
                  <a:cubicBezTo>
                    <a:pt x="11" y="1"/>
                    <a:pt x="1" y="12"/>
                    <a:pt x="1" y="35"/>
                  </a:cubicBezTo>
                  <a:lnTo>
                    <a:pt x="1" y="3245"/>
                  </a:lnTo>
                  <a:cubicBezTo>
                    <a:pt x="1" y="3256"/>
                    <a:pt x="11" y="3267"/>
                    <a:pt x="34" y="3267"/>
                  </a:cubicBezTo>
                  <a:lnTo>
                    <a:pt x="2511" y="3267"/>
                  </a:lnTo>
                  <a:cubicBezTo>
                    <a:pt x="2522" y="3267"/>
                    <a:pt x="2534" y="3256"/>
                    <a:pt x="2534" y="3245"/>
                  </a:cubicBezTo>
                  <a:lnTo>
                    <a:pt x="2534" y="35"/>
                  </a:lnTo>
                  <a:cubicBezTo>
                    <a:pt x="2534" y="12"/>
                    <a:pt x="2522" y="1"/>
                    <a:pt x="2511" y="1"/>
                  </a:cubicBezTo>
                  <a:close/>
                </a:path>
              </a:pathLst>
            </a:custGeom>
            <a:solidFill>
              <a:srgbClr val="F9F7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36"/>
            <p:cNvSpPr/>
            <p:nvPr/>
          </p:nvSpPr>
          <p:spPr>
            <a:xfrm>
              <a:off x="3753050" y="4301075"/>
              <a:ext cx="23350" cy="60025"/>
            </a:xfrm>
            <a:custGeom>
              <a:avLst/>
              <a:gdLst/>
              <a:ahLst/>
              <a:cxnLst/>
              <a:rect l="l" t="t" r="r" b="b"/>
              <a:pathLst>
                <a:path w="934" h="2401" extrusionOk="0">
                  <a:moveTo>
                    <a:pt x="567" y="1"/>
                  </a:moveTo>
                  <a:cubicBezTo>
                    <a:pt x="256" y="1"/>
                    <a:pt x="1" y="256"/>
                    <a:pt x="1" y="567"/>
                  </a:cubicBezTo>
                  <a:lnTo>
                    <a:pt x="1" y="1833"/>
                  </a:lnTo>
                  <a:cubicBezTo>
                    <a:pt x="1" y="2144"/>
                    <a:pt x="256" y="2400"/>
                    <a:pt x="567" y="2400"/>
                  </a:cubicBezTo>
                  <a:lnTo>
                    <a:pt x="934" y="2400"/>
                  </a:lnTo>
                  <a:lnTo>
                    <a:pt x="934" y="2089"/>
                  </a:lnTo>
                  <a:lnTo>
                    <a:pt x="567" y="2089"/>
                  </a:lnTo>
                  <a:cubicBezTo>
                    <a:pt x="423" y="2089"/>
                    <a:pt x="312" y="1978"/>
                    <a:pt x="312" y="1833"/>
                  </a:cubicBezTo>
                  <a:lnTo>
                    <a:pt x="312" y="567"/>
                  </a:lnTo>
                  <a:cubicBezTo>
                    <a:pt x="312" y="433"/>
                    <a:pt x="423" y="322"/>
                    <a:pt x="567" y="322"/>
                  </a:cubicBezTo>
                  <a:lnTo>
                    <a:pt x="934" y="322"/>
                  </a:lnTo>
                  <a:lnTo>
                    <a:pt x="934" y="1"/>
                  </a:lnTo>
                  <a:close/>
                </a:path>
              </a:pathLst>
            </a:custGeom>
            <a:solidFill>
              <a:srgbClr val="F9F7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36"/>
            <p:cNvSpPr/>
            <p:nvPr/>
          </p:nvSpPr>
          <p:spPr>
            <a:xfrm>
              <a:off x="3795825" y="4304125"/>
              <a:ext cx="28625" cy="57525"/>
            </a:xfrm>
            <a:custGeom>
              <a:avLst/>
              <a:gdLst/>
              <a:ahLst/>
              <a:cxnLst/>
              <a:rect l="l" t="t" r="r" b="b"/>
              <a:pathLst>
                <a:path w="1145" h="2301" extrusionOk="0">
                  <a:moveTo>
                    <a:pt x="522" y="0"/>
                  </a:moveTo>
                  <a:cubicBezTo>
                    <a:pt x="522" y="0"/>
                    <a:pt x="267" y="600"/>
                    <a:pt x="200" y="723"/>
                  </a:cubicBezTo>
                  <a:cubicBezTo>
                    <a:pt x="255" y="711"/>
                    <a:pt x="299" y="689"/>
                    <a:pt x="333" y="667"/>
                  </a:cubicBezTo>
                  <a:lnTo>
                    <a:pt x="333" y="667"/>
                  </a:lnTo>
                  <a:cubicBezTo>
                    <a:pt x="309" y="686"/>
                    <a:pt x="133" y="1212"/>
                    <a:pt x="78" y="1323"/>
                  </a:cubicBezTo>
                  <a:cubicBezTo>
                    <a:pt x="132" y="1301"/>
                    <a:pt x="197" y="1268"/>
                    <a:pt x="252" y="1225"/>
                  </a:cubicBezTo>
                  <a:lnTo>
                    <a:pt x="252" y="1225"/>
                  </a:lnTo>
                  <a:cubicBezTo>
                    <a:pt x="232" y="1247"/>
                    <a:pt x="223" y="1346"/>
                    <a:pt x="223" y="1367"/>
                  </a:cubicBezTo>
                  <a:cubicBezTo>
                    <a:pt x="200" y="1412"/>
                    <a:pt x="189" y="1456"/>
                    <a:pt x="178" y="1511"/>
                  </a:cubicBezTo>
                  <a:cubicBezTo>
                    <a:pt x="156" y="1612"/>
                    <a:pt x="122" y="1723"/>
                    <a:pt x="89" y="1822"/>
                  </a:cubicBezTo>
                  <a:cubicBezTo>
                    <a:pt x="144" y="1800"/>
                    <a:pt x="200" y="1767"/>
                    <a:pt x="255" y="1733"/>
                  </a:cubicBezTo>
                  <a:lnTo>
                    <a:pt x="255" y="1733"/>
                  </a:lnTo>
                  <a:cubicBezTo>
                    <a:pt x="189" y="1911"/>
                    <a:pt x="100" y="2089"/>
                    <a:pt x="0" y="2267"/>
                  </a:cubicBezTo>
                  <a:cubicBezTo>
                    <a:pt x="100" y="2244"/>
                    <a:pt x="200" y="2200"/>
                    <a:pt x="289" y="2133"/>
                  </a:cubicBezTo>
                  <a:lnTo>
                    <a:pt x="289" y="2133"/>
                  </a:lnTo>
                  <a:cubicBezTo>
                    <a:pt x="300" y="2189"/>
                    <a:pt x="289" y="2244"/>
                    <a:pt x="278" y="2300"/>
                  </a:cubicBezTo>
                  <a:cubicBezTo>
                    <a:pt x="367" y="2256"/>
                    <a:pt x="455" y="2200"/>
                    <a:pt x="544" y="2155"/>
                  </a:cubicBezTo>
                  <a:cubicBezTo>
                    <a:pt x="633" y="2222"/>
                    <a:pt x="744" y="2267"/>
                    <a:pt x="855" y="2289"/>
                  </a:cubicBezTo>
                  <a:cubicBezTo>
                    <a:pt x="845" y="2256"/>
                    <a:pt x="822" y="2222"/>
                    <a:pt x="811" y="2189"/>
                  </a:cubicBezTo>
                  <a:lnTo>
                    <a:pt x="811" y="2189"/>
                  </a:lnTo>
                  <a:cubicBezTo>
                    <a:pt x="911" y="2234"/>
                    <a:pt x="1033" y="2256"/>
                    <a:pt x="1144" y="2256"/>
                  </a:cubicBezTo>
                  <a:cubicBezTo>
                    <a:pt x="1022" y="2089"/>
                    <a:pt x="933" y="1900"/>
                    <a:pt x="889" y="1700"/>
                  </a:cubicBezTo>
                  <a:lnTo>
                    <a:pt x="889" y="1700"/>
                  </a:lnTo>
                  <a:cubicBezTo>
                    <a:pt x="933" y="1745"/>
                    <a:pt x="989" y="1778"/>
                    <a:pt x="1045" y="1800"/>
                  </a:cubicBezTo>
                  <a:cubicBezTo>
                    <a:pt x="922" y="1545"/>
                    <a:pt x="833" y="1267"/>
                    <a:pt x="756" y="990"/>
                  </a:cubicBezTo>
                  <a:lnTo>
                    <a:pt x="756" y="990"/>
                  </a:lnTo>
                  <a:cubicBezTo>
                    <a:pt x="800" y="1045"/>
                    <a:pt x="855" y="1089"/>
                    <a:pt x="922" y="1111"/>
                  </a:cubicBezTo>
                  <a:cubicBezTo>
                    <a:pt x="744" y="767"/>
                    <a:pt x="645" y="378"/>
                    <a:pt x="522"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36"/>
            <p:cNvSpPr/>
            <p:nvPr/>
          </p:nvSpPr>
          <p:spPr>
            <a:xfrm>
              <a:off x="3783050" y="4223875"/>
              <a:ext cx="6125" cy="16125"/>
            </a:xfrm>
            <a:custGeom>
              <a:avLst/>
              <a:gdLst/>
              <a:ahLst/>
              <a:cxnLst/>
              <a:rect l="l" t="t" r="r" b="b"/>
              <a:pathLst>
                <a:path w="245" h="645" extrusionOk="0">
                  <a:moveTo>
                    <a:pt x="11" y="0"/>
                  </a:moveTo>
                  <a:cubicBezTo>
                    <a:pt x="11" y="11"/>
                    <a:pt x="0" y="23"/>
                    <a:pt x="0" y="33"/>
                  </a:cubicBezTo>
                  <a:lnTo>
                    <a:pt x="0" y="55"/>
                  </a:lnTo>
                  <a:cubicBezTo>
                    <a:pt x="11" y="255"/>
                    <a:pt x="78" y="467"/>
                    <a:pt x="245" y="645"/>
                  </a:cubicBezTo>
                  <a:cubicBezTo>
                    <a:pt x="245" y="544"/>
                    <a:pt x="223" y="455"/>
                    <a:pt x="200" y="367"/>
                  </a:cubicBezTo>
                  <a:cubicBezTo>
                    <a:pt x="156" y="245"/>
                    <a:pt x="111" y="111"/>
                    <a:pt x="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36"/>
            <p:cNvSpPr/>
            <p:nvPr/>
          </p:nvSpPr>
          <p:spPr>
            <a:xfrm>
              <a:off x="3804700" y="4200250"/>
              <a:ext cx="5025" cy="18925"/>
            </a:xfrm>
            <a:custGeom>
              <a:avLst/>
              <a:gdLst/>
              <a:ahLst/>
              <a:cxnLst/>
              <a:rect l="l" t="t" r="r" b="b"/>
              <a:pathLst>
                <a:path w="201" h="757" extrusionOk="0">
                  <a:moveTo>
                    <a:pt x="78" y="1"/>
                  </a:moveTo>
                  <a:cubicBezTo>
                    <a:pt x="67" y="1"/>
                    <a:pt x="45" y="12"/>
                    <a:pt x="23" y="12"/>
                  </a:cubicBezTo>
                  <a:cubicBezTo>
                    <a:pt x="1" y="123"/>
                    <a:pt x="12" y="245"/>
                    <a:pt x="23" y="356"/>
                  </a:cubicBezTo>
                  <a:cubicBezTo>
                    <a:pt x="45" y="489"/>
                    <a:pt x="78" y="623"/>
                    <a:pt x="156" y="756"/>
                  </a:cubicBezTo>
                  <a:cubicBezTo>
                    <a:pt x="201" y="612"/>
                    <a:pt x="189" y="467"/>
                    <a:pt x="179" y="334"/>
                  </a:cubicBezTo>
                  <a:cubicBezTo>
                    <a:pt x="156" y="223"/>
                    <a:pt x="134" y="112"/>
                    <a:pt x="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36"/>
            <p:cNvSpPr/>
            <p:nvPr/>
          </p:nvSpPr>
          <p:spPr>
            <a:xfrm>
              <a:off x="3832750" y="4228575"/>
              <a:ext cx="4200" cy="14200"/>
            </a:xfrm>
            <a:custGeom>
              <a:avLst/>
              <a:gdLst/>
              <a:ahLst/>
              <a:cxnLst/>
              <a:rect l="l" t="t" r="r" b="b"/>
              <a:pathLst>
                <a:path w="168" h="568" extrusionOk="0">
                  <a:moveTo>
                    <a:pt x="34" y="1"/>
                  </a:moveTo>
                  <a:cubicBezTo>
                    <a:pt x="0" y="146"/>
                    <a:pt x="12" y="290"/>
                    <a:pt x="34" y="434"/>
                  </a:cubicBezTo>
                  <a:lnTo>
                    <a:pt x="67" y="568"/>
                  </a:lnTo>
                  <a:cubicBezTo>
                    <a:pt x="111" y="490"/>
                    <a:pt x="145" y="401"/>
                    <a:pt x="167" y="323"/>
                  </a:cubicBezTo>
                  <a:cubicBezTo>
                    <a:pt x="145" y="212"/>
                    <a:pt x="101" y="101"/>
                    <a:pt x="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36"/>
            <p:cNvSpPr/>
            <p:nvPr/>
          </p:nvSpPr>
          <p:spPr>
            <a:xfrm>
              <a:off x="3641400" y="4308175"/>
              <a:ext cx="135000" cy="63725"/>
            </a:xfrm>
            <a:custGeom>
              <a:avLst/>
              <a:gdLst/>
              <a:ahLst/>
              <a:cxnLst/>
              <a:rect l="l" t="t" r="r" b="b"/>
              <a:pathLst>
                <a:path w="5400" h="2549" extrusionOk="0">
                  <a:moveTo>
                    <a:pt x="2536" y="1"/>
                  </a:moveTo>
                  <a:cubicBezTo>
                    <a:pt x="2524" y="1"/>
                    <a:pt x="2512" y="2"/>
                    <a:pt x="2500" y="5"/>
                  </a:cubicBezTo>
                  <a:cubicBezTo>
                    <a:pt x="2445" y="16"/>
                    <a:pt x="2400" y="50"/>
                    <a:pt x="2367" y="83"/>
                  </a:cubicBezTo>
                  <a:lnTo>
                    <a:pt x="2134" y="250"/>
                  </a:lnTo>
                  <a:lnTo>
                    <a:pt x="1633" y="616"/>
                  </a:lnTo>
                  <a:cubicBezTo>
                    <a:pt x="1312" y="850"/>
                    <a:pt x="978" y="1083"/>
                    <a:pt x="634" y="1294"/>
                  </a:cubicBezTo>
                  <a:cubicBezTo>
                    <a:pt x="256" y="1505"/>
                    <a:pt x="1" y="1971"/>
                    <a:pt x="278" y="2361"/>
                  </a:cubicBezTo>
                  <a:cubicBezTo>
                    <a:pt x="323" y="2427"/>
                    <a:pt x="401" y="2494"/>
                    <a:pt x="490" y="2527"/>
                  </a:cubicBezTo>
                  <a:cubicBezTo>
                    <a:pt x="567" y="2549"/>
                    <a:pt x="656" y="2549"/>
                    <a:pt x="745" y="2549"/>
                  </a:cubicBezTo>
                  <a:cubicBezTo>
                    <a:pt x="1611" y="2527"/>
                    <a:pt x="2467" y="2505"/>
                    <a:pt x="3322" y="2416"/>
                  </a:cubicBezTo>
                  <a:cubicBezTo>
                    <a:pt x="3433" y="2393"/>
                    <a:pt x="3556" y="2371"/>
                    <a:pt x="3589" y="2282"/>
                  </a:cubicBezTo>
                  <a:cubicBezTo>
                    <a:pt x="3611" y="2205"/>
                    <a:pt x="3566" y="2094"/>
                    <a:pt x="3645" y="2060"/>
                  </a:cubicBezTo>
                  <a:cubicBezTo>
                    <a:pt x="3711" y="2016"/>
                    <a:pt x="3811" y="2016"/>
                    <a:pt x="3877" y="1983"/>
                  </a:cubicBezTo>
                  <a:cubicBezTo>
                    <a:pt x="3956" y="1949"/>
                    <a:pt x="4033" y="1927"/>
                    <a:pt x="4111" y="1894"/>
                  </a:cubicBezTo>
                  <a:cubicBezTo>
                    <a:pt x="4144" y="1882"/>
                    <a:pt x="4178" y="1872"/>
                    <a:pt x="4200" y="1850"/>
                  </a:cubicBezTo>
                  <a:cubicBezTo>
                    <a:pt x="4244" y="1805"/>
                    <a:pt x="4233" y="1749"/>
                    <a:pt x="4222" y="1694"/>
                  </a:cubicBezTo>
                  <a:cubicBezTo>
                    <a:pt x="4211" y="1638"/>
                    <a:pt x="4188" y="1594"/>
                    <a:pt x="4178" y="1538"/>
                  </a:cubicBezTo>
                  <a:cubicBezTo>
                    <a:pt x="4344" y="1516"/>
                    <a:pt x="4511" y="1482"/>
                    <a:pt x="4667" y="1427"/>
                  </a:cubicBezTo>
                  <a:cubicBezTo>
                    <a:pt x="4722" y="1405"/>
                    <a:pt x="4788" y="1383"/>
                    <a:pt x="4833" y="1339"/>
                  </a:cubicBezTo>
                  <a:cubicBezTo>
                    <a:pt x="4911" y="1272"/>
                    <a:pt x="4889" y="1116"/>
                    <a:pt x="4889" y="1016"/>
                  </a:cubicBezTo>
                  <a:cubicBezTo>
                    <a:pt x="4889" y="971"/>
                    <a:pt x="4877" y="916"/>
                    <a:pt x="4822" y="894"/>
                  </a:cubicBezTo>
                  <a:lnTo>
                    <a:pt x="4822" y="894"/>
                  </a:lnTo>
                  <a:cubicBezTo>
                    <a:pt x="4845" y="896"/>
                    <a:pt x="4867" y="896"/>
                    <a:pt x="4889" y="896"/>
                  </a:cubicBezTo>
                  <a:cubicBezTo>
                    <a:pt x="5042" y="896"/>
                    <a:pt x="5186" y="865"/>
                    <a:pt x="5322" y="816"/>
                  </a:cubicBezTo>
                  <a:cubicBezTo>
                    <a:pt x="5344" y="816"/>
                    <a:pt x="5378" y="794"/>
                    <a:pt x="5388" y="783"/>
                  </a:cubicBezTo>
                  <a:cubicBezTo>
                    <a:pt x="5400" y="761"/>
                    <a:pt x="5400" y="727"/>
                    <a:pt x="5400" y="705"/>
                  </a:cubicBezTo>
                  <a:cubicBezTo>
                    <a:pt x="5388" y="628"/>
                    <a:pt x="5388" y="561"/>
                    <a:pt x="5378" y="494"/>
                  </a:cubicBezTo>
                  <a:cubicBezTo>
                    <a:pt x="5366" y="372"/>
                    <a:pt x="5333" y="228"/>
                    <a:pt x="5210" y="172"/>
                  </a:cubicBezTo>
                  <a:cubicBezTo>
                    <a:pt x="5155" y="139"/>
                    <a:pt x="5089" y="139"/>
                    <a:pt x="5022" y="139"/>
                  </a:cubicBezTo>
                  <a:cubicBezTo>
                    <a:pt x="4822" y="149"/>
                    <a:pt x="4644" y="183"/>
                    <a:pt x="4444" y="205"/>
                  </a:cubicBezTo>
                  <a:cubicBezTo>
                    <a:pt x="4255" y="228"/>
                    <a:pt x="4044" y="238"/>
                    <a:pt x="3855" y="261"/>
                  </a:cubicBezTo>
                  <a:cubicBezTo>
                    <a:pt x="3829" y="256"/>
                    <a:pt x="3802" y="254"/>
                    <a:pt x="3774" y="254"/>
                  </a:cubicBezTo>
                  <a:cubicBezTo>
                    <a:pt x="3658" y="254"/>
                    <a:pt x="3530" y="285"/>
                    <a:pt x="3422" y="294"/>
                  </a:cubicBezTo>
                  <a:cubicBezTo>
                    <a:pt x="3366" y="294"/>
                    <a:pt x="3311" y="294"/>
                    <a:pt x="3267" y="283"/>
                  </a:cubicBezTo>
                  <a:cubicBezTo>
                    <a:pt x="3166" y="272"/>
                    <a:pt x="3089" y="216"/>
                    <a:pt x="3011" y="172"/>
                  </a:cubicBezTo>
                  <a:cubicBezTo>
                    <a:pt x="2889" y="105"/>
                    <a:pt x="2767" y="61"/>
                    <a:pt x="2645" y="28"/>
                  </a:cubicBezTo>
                  <a:cubicBezTo>
                    <a:pt x="2604" y="11"/>
                    <a:pt x="2569" y="1"/>
                    <a:pt x="253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36"/>
            <p:cNvSpPr/>
            <p:nvPr/>
          </p:nvSpPr>
          <p:spPr>
            <a:xfrm>
              <a:off x="3697500" y="4314625"/>
              <a:ext cx="36400" cy="7025"/>
            </a:xfrm>
            <a:custGeom>
              <a:avLst/>
              <a:gdLst/>
              <a:ahLst/>
              <a:cxnLst/>
              <a:rect l="l" t="t" r="r" b="b"/>
              <a:pathLst>
                <a:path w="1456" h="281" extrusionOk="0">
                  <a:moveTo>
                    <a:pt x="1358" y="0"/>
                  </a:moveTo>
                  <a:cubicBezTo>
                    <a:pt x="1138" y="0"/>
                    <a:pt x="925" y="30"/>
                    <a:pt x="712" y="69"/>
                  </a:cubicBezTo>
                  <a:cubicBezTo>
                    <a:pt x="467" y="114"/>
                    <a:pt x="223" y="180"/>
                    <a:pt x="1" y="281"/>
                  </a:cubicBezTo>
                  <a:lnTo>
                    <a:pt x="1456" y="3"/>
                  </a:lnTo>
                  <a:cubicBezTo>
                    <a:pt x="1423" y="1"/>
                    <a:pt x="1390" y="0"/>
                    <a:pt x="1358"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36"/>
            <p:cNvSpPr/>
            <p:nvPr/>
          </p:nvSpPr>
          <p:spPr>
            <a:xfrm>
              <a:off x="3727500" y="4330525"/>
              <a:ext cx="38075" cy="4725"/>
            </a:xfrm>
            <a:custGeom>
              <a:avLst/>
              <a:gdLst/>
              <a:ahLst/>
              <a:cxnLst/>
              <a:rect l="l" t="t" r="r" b="b"/>
              <a:pathLst>
                <a:path w="1523" h="189" extrusionOk="0">
                  <a:moveTo>
                    <a:pt x="1522" y="0"/>
                  </a:moveTo>
                  <a:cubicBezTo>
                    <a:pt x="1267" y="0"/>
                    <a:pt x="1011" y="33"/>
                    <a:pt x="756" y="55"/>
                  </a:cubicBezTo>
                  <a:cubicBezTo>
                    <a:pt x="500" y="89"/>
                    <a:pt x="245" y="122"/>
                    <a:pt x="1" y="189"/>
                  </a:cubicBezTo>
                  <a:cubicBezTo>
                    <a:pt x="256" y="189"/>
                    <a:pt x="512" y="156"/>
                    <a:pt x="767" y="133"/>
                  </a:cubicBezTo>
                  <a:cubicBezTo>
                    <a:pt x="1023" y="100"/>
                    <a:pt x="1278" y="67"/>
                    <a:pt x="1522"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36"/>
            <p:cNvSpPr/>
            <p:nvPr/>
          </p:nvSpPr>
          <p:spPr>
            <a:xfrm>
              <a:off x="3726100" y="4346275"/>
              <a:ext cx="22250" cy="3500"/>
            </a:xfrm>
            <a:custGeom>
              <a:avLst/>
              <a:gdLst/>
              <a:ahLst/>
              <a:cxnLst/>
              <a:rect l="l" t="t" r="r" b="b"/>
              <a:pathLst>
                <a:path w="890" h="140" extrusionOk="0">
                  <a:moveTo>
                    <a:pt x="804" y="0"/>
                  </a:moveTo>
                  <a:cubicBezTo>
                    <a:pt x="680" y="0"/>
                    <a:pt x="561" y="16"/>
                    <a:pt x="434" y="25"/>
                  </a:cubicBezTo>
                  <a:cubicBezTo>
                    <a:pt x="289" y="59"/>
                    <a:pt x="145" y="81"/>
                    <a:pt x="1" y="136"/>
                  </a:cubicBezTo>
                  <a:cubicBezTo>
                    <a:pt x="28" y="138"/>
                    <a:pt x="56" y="139"/>
                    <a:pt x="84" y="139"/>
                  </a:cubicBezTo>
                  <a:cubicBezTo>
                    <a:pt x="204" y="139"/>
                    <a:pt x="328" y="121"/>
                    <a:pt x="445" y="103"/>
                  </a:cubicBezTo>
                  <a:cubicBezTo>
                    <a:pt x="600" y="81"/>
                    <a:pt x="745" y="59"/>
                    <a:pt x="889" y="3"/>
                  </a:cubicBezTo>
                  <a:cubicBezTo>
                    <a:pt x="860" y="1"/>
                    <a:pt x="832" y="0"/>
                    <a:pt x="804"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36"/>
            <p:cNvSpPr/>
            <p:nvPr/>
          </p:nvSpPr>
          <p:spPr>
            <a:xfrm>
              <a:off x="3723325" y="4359275"/>
              <a:ext cx="9750" cy="2400"/>
            </a:xfrm>
            <a:custGeom>
              <a:avLst/>
              <a:gdLst/>
              <a:ahLst/>
              <a:cxnLst/>
              <a:rect l="l" t="t" r="r" b="b"/>
              <a:pathLst>
                <a:path w="390" h="96" extrusionOk="0">
                  <a:moveTo>
                    <a:pt x="331" y="1"/>
                  </a:moveTo>
                  <a:cubicBezTo>
                    <a:pt x="284" y="1"/>
                    <a:pt x="237" y="9"/>
                    <a:pt x="190" y="16"/>
                  </a:cubicBezTo>
                  <a:cubicBezTo>
                    <a:pt x="123" y="28"/>
                    <a:pt x="67" y="38"/>
                    <a:pt x="1" y="72"/>
                  </a:cubicBezTo>
                  <a:cubicBezTo>
                    <a:pt x="41" y="92"/>
                    <a:pt x="81" y="96"/>
                    <a:pt x="122" y="96"/>
                  </a:cubicBezTo>
                  <a:cubicBezTo>
                    <a:pt x="148" y="96"/>
                    <a:pt x="174" y="94"/>
                    <a:pt x="200" y="94"/>
                  </a:cubicBezTo>
                  <a:cubicBezTo>
                    <a:pt x="267" y="72"/>
                    <a:pt x="334" y="61"/>
                    <a:pt x="390" y="5"/>
                  </a:cubicBezTo>
                  <a:cubicBezTo>
                    <a:pt x="370" y="2"/>
                    <a:pt x="350" y="1"/>
                    <a:pt x="33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36"/>
            <p:cNvSpPr/>
            <p:nvPr/>
          </p:nvSpPr>
          <p:spPr>
            <a:xfrm>
              <a:off x="3528925" y="4185375"/>
              <a:ext cx="190825" cy="202100"/>
            </a:xfrm>
            <a:custGeom>
              <a:avLst/>
              <a:gdLst/>
              <a:ahLst/>
              <a:cxnLst/>
              <a:rect l="l" t="t" r="r" b="b"/>
              <a:pathLst>
                <a:path w="7633" h="8084" extrusionOk="0">
                  <a:moveTo>
                    <a:pt x="7145" y="0"/>
                  </a:moveTo>
                  <a:cubicBezTo>
                    <a:pt x="6773" y="0"/>
                    <a:pt x="6268" y="564"/>
                    <a:pt x="6100" y="707"/>
                  </a:cubicBezTo>
                  <a:cubicBezTo>
                    <a:pt x="5022" y="1640"/>
                    <a:pt x="3944" y="2562"/>
                    <a:pt x="2866" y="3484"/>
                  </a:cubicBezTo>
                  <a:cubicBezTo>
                    <a:pt x="2034" y="4195"/>
                    <a:pt x="1189" y="4917"/>
                    <a:pt x="590" y="5839"/>
                  </a:cubicBezTo>
                  <a:cubicBezTo>
                    <a:pt x="234" y="6406"/>
                    <a:pt x="0" y="7206"/>
                    <a:pt x="456" y="7695"/>
                  </a:cubicBezTo>
                  <a:cubicBezTo>
                    <a:pt x="746" y="8005"/>
                    <a:pt x="1208" y="8063"/>
                    <a:pt x="1646" y="8063"/>
                  </a:cubicBezTo>
                  <a:cubicBezTo>
                    <a:pt x="1694" y="8063"/>
                    <a:pt x="1742" y="8062"/>
                    <a:pt x="1789" y="8061"/>
                  </a:cubicBezTo>
                  <a:cubicBezTo>
                    <a:pt x="3922" y="8039"/>
                    <a:pt x="4288" y="8083"/>
                    <a:pt x="6377" y="7650"/>
                  </a:cubicBezTo>
                  <a:cubicBezTo>
                    <a:pt x="6044" y="7458"/>
                    <a:pt x="5665" y="7358"/>
                    <a:pt x="5282" y="7358"/>
                  </a:cubicBezTo>
                  <a:cubicBezTo>
                    <a:pt x="5244" y="7358"/>
                    <a:pt x="5205" y="7359"/>
                    <a:pt x="5166" y="7361"/>
                  </a:cubicBezTo>
                  <a:cubicBezTo>
                    <a:pt x="5677" y="7083"/>
                    <a:pt x="6199" y="6828"/>
                    <a:pt x="6722" y="6606"/>
                  </a:cubicBezTo>
                  <a:cubicBezTo>
                    <a:pt x="6288" y="6606"/>
                    <a:pt x="5855" y="6562"/>
                    <a:pt x="5421" y="6483"/>
                  </a:cubicBezTo>
                  <a:cubicBezTo>
                    <a:pt x="5677" y="6217"/>
                    <a:pt x="5966" y="5984"/>
                    <a:pt x="6277" y="5784"/>
                  </a:cubicBezTo>
                  <a:lnTo>
                    <a:pt x="6277" y="5784"/>
                  </a:lnTo>
                  <a:cubicBezTo>
                    <a:pt x="5922" y="5795"/>
                    <a:pt x="5566" y="5795"/>
                    <a:pt x="5211" y="5806"/>
                  </a:cubicBezTo>
                  <a:cubicBezTo>
                    <a:pt x="5389" y="5673"/>
                    <a:pt x="5510" y="5484"/>
                    <a:pt x="5577" y="5273"/>
                  </a:cubicBezTo>
                  <a:lnTo>
                    <a:pt x="5577" y="5273"/>
                  </a:lnTo>
                  <a:cubicBezTo>
                    <a:pt x="4011" y="5562"/>
                    <a:pt x="4222" y="5572"/>
                    <a:pt x="2666" y="5895"/>
                  </a:cubicBezTo>
                  <a:cubicBezTo>
                    <a:pt x="2666" y="5895"/>
                    <a:pt x="4466" y="3940"/>
                    <a:pt x="4844" y="3528"/>
                  </a:cubicBezTo>
                  <a:lnTo>
                    <a:pt x="4844" y="3528"/>
                  </a:lnTo>
                  <a:cubicBezTo>
                    <a:pt x="4833" y="3740"/>
                    <a:pt x="4833" y="3951"/>
                    <a:pt x="4822" y="4162"/>
                  </a:cubicBezTo>
                  <a:cubicBezTo>
                    <a:pt x="5444" y="3240"/>
                    <a:pt x="6088" y="2506"/>
                    <a:pt x="6699" y="1573"/>
                  </a:cubicBezTo>
                  <a:cubicBezTo>
                    <a:pt x="6877" y="1307"/>
                    <a:pt x="7633" y="418"/>
                    <a:pt x="7388" y="118"/>
                  </a:cubicBezTo>
                  <a:cubicBezTo>
                    <a:pt x="7320" y="35"/>
                    <a:pt x="7236" y="0"/>
                    <a:pt x="714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36"/>
            <p:cNvSpPr/>
            <p:nvPr/>
          </p:nvSpPr>
          <p:spPr>
            <a:xfrm>
              <a:off x="3573650" y="4315525"/>
              <a:ext cx="132775" cy="71725"/>
            </a:xfrm>
            <a:custGeom>
              <a:avLst/>
              <a:gdLst/>
              <a:ahLst/>
              <a:cxnLst/>
              <a:rect l="l" t="t" r="r" b="b"/>
              <a:pathLst>
                <a:path w="5311" h="2869" extrusionOk="0">
                  <a:moveTo>
                    <a:pt x="3866" y="0"/>
                  </a:moveTo>
                  <a:lnTo>
                    <a:pt x="3777" y="11"/>
                  </a:lnTo>
                  <a:cubicBezTo>
                    <a:pt x="3289" y="111"/>
                    <a:pt x="2800" y="211"/>
                    <a:pt x="2322" y="334"/>
                  </a:cubicBezTo>
                  <a:cubicBezTo>
                    <a:pt x="1844" y="467"/>
                    <a:pt x="1356" y="578"/>
                    <a:pt x="877" y="689"/>
                  </a:cubicBezTo>
                  <a:cubicBezTo>
                    <a:pt x="1366" y="600"/>
                    <a:pt x="1855" y="500"/>
                    <a:pt x="2333" y="400"/>
                  </a:cubicBezTo>
                  <a:cubicBezTo>
                    <a:pt x="2790" y="296"/>
                    <a:pt x="3247" y="212"/>
                    <a:pt x="3704" y="138"/>
                  </a:cubicBezTo>
                  <a:lnTo>
                    <a:pt x="3704" y="138"/>
                  </a:lnTo>
                  <a:cubicBezTo>
                    <a:pt x="3637" y="296"/>
                    <a:pt x="3521" y="442"/>
                    <a:pt x="3388" y="556"/>
                  </a:cubicBezTo>
                  <a:lnTo>
                    <a:pt x="3255" y="667"/>
                  </a:lnTo>
                  <a:lnTo>
                    <a:pt x="3432" y="655"/>
                  </a:lnTo>
                  <a:lnTo>
                    <a:pt x="4264" y="647"/>
                  </a:lnTo>
                  <a:lnTo>
                    <a:pt x="4264" y="647"/>
                  </a:lnTo>
                  <a:cubicBezTo>
                    <a:pt x="4017" y="818"/>
                    <a:pt x="3790" y="1011"/>
                    <a:pt x="3577" y="1233"/>
                  </a:cubicBezTo>
                  <a:lnTo>
                    <a:pt x="3488" y="1322"/>
                  </a:lnTo>
                  <a:lnTo>
                    <a:pt x="3622" y="1356"/>
                  </a:lnTo>
                  <a:cubicBezTo>
                    <a:pt x="3939" y="1412"/>
                    <a:pt x="4257" y="1451"/>
                    <a:pt x="4578" y="1468"/>
                  </a:cubicBezTo>
                  <a:lnTo>
                    <a:pt x="4578" y="1468"/>
                  </a:lnTo>
                  <a:cubicBezTo>
                    <a:pt x="4164" y="1661"/>
                    <a:pt x="3750" y="1868"/>
                    <a:pt x="3344" y="2089"/>
                  </a:cubicBezTo>
                  <a:lnTo>
                    <a:pt x="3066" y="2244"/>
                  </a:lnTo>
                  <a:lnTo>
                    <a:pt x="3388" y="2233"/>
                  </a:lnTo>
                  <a:cubicBezTo>
                    <a:pt x="3428" y="2230"/>
                    <a:pt x="3468" y="2229"/>
                    <a:pt x="3508" y="2229"/>
                  </a:cubicBezTo>
                  <a:cubicBezTo>
                    <a:pt x="3809" y="2229"/>
                    <a:pt x="4112" y="2292"/>
                    <a:pt x="4390" y="2416"/>
                  </a:cubicBezTo>
                  <a:lnTo>
                    <a:pt x="4390" y="2416"/>
                  </a:lnTo>
                  <a:cubicBezTo>
                    <a:pt x="3697" y="2560"/>
                    <a:pt x="3003" y="2704"/>
                    <a:pt x="2299" y="2755"/>
                  </a:cubicBezTo>
                  <a:cubicBezTo>
                    <a:pt x="1544" y="2822"/>
                    <a:pt x="766" y="2822"/>
                    <a:pt x="0" y="2855"/>
                  </a:cubicBezTo>
                  <a:lnTo>
                    <a:pt x="1156" y="2866"/>
                  </a:lnTo>
                  <a:cubicBezTo>
                    <a:pt x="1308" y="2866"/>
                    <a:pt x="1460" y="2868"/>
                    <a:pt x="1610" y="2868"/>
                  </a:cubicBezTo>
                  <a:cubicBezTo>
                    <a:pt x="1843" y="2868"/>
                    <a:pt x="2075" y="2864"/>
                    <a:pt x="2311" y="2844"/>
                  </a:cubicBezTo>
                  <a:cubicBezTo>
                    <a:pt x="3089" y="2800"/>
                    <a:pt x="3844" y="2666"/>
                    <a:pt x="4599" y="2511"/>
                  </a:cubicBezTo>
                  <a:lnTo>
                    <a:pt x="4777" y="2466"/>
                  </a:lnTo>
                  <a:lnTo>
                    <a:pt x="4622" y="2378"/>
                  </a:lnTo>
                  <a:cubicBezTo>
                    <a:pt x="4328" y="2213"/>
                    <a:pt x="4000" y="2116"/>
                    <a:pt x="3665" y="2086"/>
                  </a:cubicBezTo>
                  <a:lnTo>
                    <a:pt x="3665" y="2086"/>
                  </a:lnTo>
                  <a:cubicBezTo>
                    <a:pt x="4094" y="1863"/>
                    <a:pt x="4530" y="1661"/>
                    <a:pt x="4965" y="1467"/>
                  </a:cubicBezTo>
                  <a:lnTo>
                    <a:pt x="5310" y="1311"/>
                  </a:lnTo>
                  <a:lnTo>
                    <a:pt x="5310" y="1311"/>
                  </a:lnTo>
                  <a:lnTo>
                    <a:pt x="4933" y="1322"/>
                  </a:lnTo>
                  <a:cubicBezTo>
                    <a:pt x="4547" y="1322"/>
                    <a:pt x="4162" y="1287"/>
                    <a:pt x="3785" y="1232"/>
                  </a:cubicBezTo>
                  <a:lnTo>
                    <a:pt x="3785" y="1232"/>
                  </a:lnTo>
                  <a:cubicBezTo>
                    <a:pt x="4008" y="1007"/>
                    <a:pt x="4262" y="807"/>
                    <a:pt x="4533" y="633"/>
                  </a:cubicBezTo>
                  <a:lnTo>
                    <a:pt x="4743" y="500"/>
                  </a:lnTo>
                  <a:lnTo>
                    <a:pt x="4488" y="511"/>
                  </a:lnTo>
                  <a:lnTo>
                    <a:pt x="3577" y="539"/>
                  </a:lnTo>
                  <a:lnTo>
                    <a:pt x="3577" y="539"/>
                  </a:lnTo>
                  <a:cubicBezTo>
                    <a:pt x="3696" y="409"/>
                    <a:pt x="3781" y="250"/>
                    <a:pt x="3832" y="78"/>
                  </a:cubicBezTo>
                  <a:lnTo>
                    <a:pt x="386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36"/>
            <p:cNvSpPr/>
            <p:nvPr/>
          </p:nvSpPr>
          <p:spPr>
            <a:xfrm>
              <a:off x="3606975" y="4539725"/>
              <a:ext cx="178875" cy="212950"/>
            </a:xfrm>
            <a:custGeom>
              <a:avLst/>
              <a:gdLst/>
              <a:ahLst/>
              <a:cxnLst/>
              <a:rect l="l" t="t" r="r" b="b"/>
              <a:pathLst>
                <a:path w="7155" h="8518" extrusionOk="0">
                  <a:moveTo>
                    <a:pt x="951" y="0"/>
                  </a:moveTo>
                  <a:cubicBezTo>
                    <a:pt x="874" y="0"/>
                    <a:pt x="797" y="6"/>
                    <a:pt x="722" y="19"/>
                  </a:cubicBezTo>
                  <a:cubicBezTo>
                    <a:pt x="455" y="63"/>
                    <a:pt x="200" y="219"/>
                    <a:pt x="111" y="475"/>
                  </a:cubicBezTo>
                  <a:cubicBezTo>
                    <a:pt x="0" y="764"/>
                    <a:pt x="144" y="1108"/>
                    <a:pt x="378" y="1319"/>
                  </a:cubicBezTo>
                  <a:cubicBezTo>
                    <a:pt x="978" y="1852"/>
                    <a:pt x="4244" y="2319"/>
                    <a:pt x="4677" y="2608"/>
                  </a:cubicBezTo>
                  <a:cubicBezTo>
                    <a:pt x="3800" y="3329"/>
                    <a:pt x="2855" y="4485"/>
                    <a:pt x="1978" y="5207"/>
                  </a:cubicBezTo>
                  <a:cubicBezTo>
                    <a:pt x="1800" y="5351"/>
                    <a:pt x="1511" y="5563"/>
                    <a:pt x="1411" y="5740"/>
                  </a:cubicBezTo>
                  <a:cubicBezTo>
                    <a:pt x="1366" y="5818"/>
                    <a:pt x="1433" y="5918"/>
                    <a:pt x="1522" y="5918"/>
                  </a:cubicBezTo>
                  <a:cubicBezTo>
                    <a:pt x="1532" y="5919"/>
                    <a:pt x="1542" y="5920"/>
                    <a:pt x="1552" y="5920"/>
                  </a:cubicBezTo>
                  <a:cubicBezTo>
                    <a:pt x="1614" y="5920"/>
                    <a:pt x="1678" y="5897"/>
                    <a:pt x="1726" y="5865"/>
                  </a:cubicBezTo>
                  <a:lnTo>
                    <a:pt x="1726" y="5865"/>
                  </a:lnTo>
                  <a:cubicBezTo>
                    <a:pt x="1548" y="6001"/>
                    <a:pt x="1445" y="6237"/>
                    <a:pt x="1455" y="6474"/>
                  </a:cubicBezTo>
                  <a:cubicBezTo>
                    <a:pt x="1455" y="6568"/>
                    <a:pt x="1535" y="6652"/>
                    <a:pt x="1637" y="6652"/>
                  </a:cubicBezTo>
                  <a:cubicBezTo>
                    <a:pt x="1643" y="6652"/>
                    <a:pt x="1649" y="6652"/>
                    <a:pt x="1655" y="6651"/>
                  </a:cubicBezTo>
                  <a:lnTo>
                    <a:pt x="1788" y="6640"/>
                  </a:lnTo>
                  <a:lnTo>
                    <a:pt x="1788" y="6640"/>
                  </a:lnTo>
                  <a:cubicBezTo>
                    <a:pt x="1677" y="6785"/>
                    <a:pt x="1611" y="6962"/>
                    <a:pt x="1611" y="7151"/>
                  </a:cubicBezTo>
                  <a:cubicBezTo>
                    <a:pt x="1618" y="7293"/>
                    <a:pt x="1744" y="7381"/>
                    <a:pt x="1864" y="7381"/>
                  </a:cubicBezTo>
                  <a:cubicBezTo>
                    <a:pt x="1937" y="7381"/>
                    <a:pt x="2008" y="7349"/>
                    <a:pt x="2048" y="7275"/>
                  </a:cubicBezTo>
                  <a:lnTo>
                    <a:pt x="2048" y="7275"/>
                  </a:lnTo>
                  <a:cubicBezTo>
                    <a:pt x="1970" y="7546"/>
                    <a:pt x="1846" y="7837"/>
                    <a:pt x="1900" y="8118"/>
                  </a:cubicBezTo>
                  <a:cubicBezTo>
                    <a:pt x="1922" y="8306"/>
                    <a:pt x="2099" y="8506"/>
                    <a:pt x="2388" y="8518"/>
                  </a:cubicBezTo>
                  <a:cubicBezTo>
                    <a:pt x="2511" y="8518"/>
                    <a:pt x="2633" y="8473"/>
                    <a:pt x="2744" y="8407"/>
                  </a:cubicBezTo>
                  <a:cubicBezTo>
                    <a:pt x="3311" y="8051"/>
                    <a:pt x="3911" y="7684"/>
                    <a:pt x="4288" y="7129"/>
                  </a:cubicBezTo>
                  <a:cubicBezTo>
                    <a:pt x="4599" y="6674"/>
                    <a:pt x="4733" y="6129"/>
                    <a:pt x="4943" y="5629"/>
                  </a:cubicBezTo>
                  <a:cubicBezTo>
                    <a:pt x="5177" y="5062"/>
                    <a:pt x="5499" y="4541"/>
                    <a:pt x="5910" y="4085"/>
                  </a:cubicBezTo>
                  <a:cubicBezTo>
                    <a:pt x="6266" y="3685"/>
                    <a:pt x="6699" y="3329"/>
                    <a:pt x="6921" y="2852"/>
                  </a:cubicBezTo>
                  <a:cubicBezTo>
                    <a:pt x="7154" y="2363"/>
                    <a:pt x="7098" y="1685"/>
                    <a:pt x="6632" y="1419"/>
                  </a:cubicBezTo>
                  <a:cubicBezTo>
                    <a:pt x="6488" y="1341"/>
                    <a:pt x="6321" y="1308"/>
                    <a:pt x="6165" y="1275"/>
                  </a:cubicBezTo>
                  <a:cubicBezTo>
                    <a:pt x="4588" y="952"/>
                    <a:pt x="3111" y="364"/>
                    <a:pt x="1511" y="63"/>
                  </a:cubicBezTo>
                  <a:cubicBezTo>
                    <a:pt x="1330" y="32"/>
                    <a:pt x="1139" y="0"/>
                    <a:pt x="95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36"/>
            <p:cNvSpPr/>
            <p:nvPr/>
          </p:nvSpPr>
          <p:spPr>
            <a:xfrm>
              <a:off x="3427000" y="4459025"/>
              <a:ext cx="367450" cy="153675"/>
            </a:xfrm>
            <a:custGeom>
              <a:avLst/>
              <a:gdLst/>
              <a:ahLst/>
              <a:cxnLst/>
              <a:rect l="l" t="t" r="r" b="b"/>
              <a:pathLst>
                <a:path w="14698" h="6147" extrusionOk="0">
                  <a:moveTo>
                    <a:pt x="3210" y="0"/>
                  </a:moveTo>
                  <a:cubicBezTo>
                    <a:pt x="2683" y="0"/>
                    <a:pt x="2155" y="34"/>
                    <a:pt x="1667" y="203"/>
                  </a:cubicBezTo>
                  <a:cubicBezTo>
                    <a:pt x="1100" y="403"/>
                    <a:pt x="589" y="792"/>
                    <a:pt x="312" y="1314"/>
                  </a:cubicBezTo>
                  <a:cubicBezTo>
                    <a:pt x="34" y="1847"/>
                    <a:pt x="1" y="2514"/>
                    <a:pt x="290" y="3047"/>
                  </a:cubicBezTo>
                  <a:cubicBezTo>
                    <a:pt x="545" y="3514"/>
                    <a:pt x="1001" y="3825"/>
                    <a:pt x="1467" y="4080"/>
                  </a:cubicBezTo>
                  <a:cubicBezTo>
                    <a:pt x="4089" y="5547"/>
                    <a:pt x="7177" y="5858"/>
                    <a:pt x="10177" y="6147"/>
                  </a:cubicBezTo>
                  <a:cubicBezTo>
                    <a:pt x="9621" y="5980"/>
                    <a:pt x="9110" y="5713"/>
                    <a:pt x="8666" y="5358"/>
                  </a:cubicBezTo>
                  <a:lnTo>
                    <a:pt x="8666" y="5358"/>
                  </a:lnTo>
                  <a:cubicBezTo>
                    <a:pt x="8866" y="5372"/>
                    <a:pt x="9066" y="5379"/>
                    <a:pt x="9267" y="5379"/>
                  </a:cubicBezTo>
                  <a:cubicBezTo>
                    <a:pt x="9847" y="5379"/>
                    <a:pt x="10429" y="5321"/>
                    <a:pt x="10999" y="5214"/>
                  </a:cubicBezTo>
                  <a:cubicBezTo>
                    <a:pt x="10376" y="4913"/>
                    <a:pt x="9754" y="4624"/>
                    <a:pt x="9121" y="4325"/>
                  </a:cubicBezTo>
                  <a:lnTo>
                    <a:pt x="9121" y="4325"/>
                  </a:lnTo>
                  <a:cubicBezTo>
                    <a:pt x="9241" y="4330"/>
                    <a:pt x="9360" y="4333"/>
                    <a:pt x="9480" y="4333"/>
                  </a:cubicBezTo>
                  <a:cubicBezTo>
                    <a:pt x="10090" y="4333"/>
                    <a:pt x="10693" y="4262"/>
                    <a:pt x="11287" y="4113"/>
                  </a:cubicBezTo>
                  <a:cubicBezTo>
                    <a:pt x="10276" y="3814"/>
                    <a:pt x="9254" y="3558"/>
                    <a:pt x="8221" y="3325"/>
                  </a:cubicBezTo>
                  <a:cubicBezTo>
                    <a:pt x="8765" y="3325"/>
                    <a:pt x="9298" y="3325"/>
                    <a:pt x="9832" y="3314"/>
                  </a:cubicBezTo>
                  <a:cubicBezTo>
                    <a:pt x="9466" y="3180"/>
                    <a:pt x="9088" y="3058"/>
                    <a:pt x="8710" y="2925"/>
                  </a:cubicBezTo>
                  <a:lnTo>
                    <a:pt x="8710" y="2925"/>
                  </a:lnTo>
                  <a:cubicBezTo>
                    <a:pt x="9787" y="3069"/>
                    <a:pt x="10865" y="3225"/>
                    <a:pt x="11942" y="3370"/>
                  </a:cubicBezTo>
                  <a:cubicBezTo>
                    <a:pt x="12124" y="3396"/>
                    <a:pt x="12317" y="3418"/>
                    <a:pt x="12507" y="3418"/>
                  </a:cubicBezTo>
                  <a:cubicBezTo>
                    <a:pt x="12862" y="3418"/>
                    <a:pt x="13203" y="3342"/>
                    <a:pt x="13420" y="3081"/>
                  </a:cubicBezTo>
                  <a:cubicBezTo>
                    <a:pt x="14697" y="1525"/>
                    <a:pt x="11310" y="803"/>
                    <a:pt x="10454" y="670"/>
                  </a:cubicBezTo>
                  <a:cubicBezTo>
                    <a:pt x="8143" y="326"/>
                    <a:pt x="5844" y="37"/>
                    <a:pt x="3500" y="3"/>
                  </a:cubicBezTo>
                  <a:cubicBezTo>
                    <a:pt x="3403" y="1"/>
                    <a:pt x="3306" y="0"/>
                    <a:pt x="3210"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36"/>
            <p:cNvSpPr/>
            <p:nvPr/>
          </p:nvSpPr>
          <p:spPr>
            <a:xfrm>
              <a:off x="3484475" y="4495300"/>
              <a:ext cx="184725" cy="36875"/>
            </a:xfrm>
            <a:custGeom>
              <a:avLst/>
              <a:gdLst/>
              <a:ahLst/>
              <a:cxnLst/>
              <a:rect l="l" t="t" r="r" b="b"/>
              <a:pathLst>
                <a:path w="7389" h="1475" extrusionOk="0">
                  <a:moveTo>
                    <a:pt x="1756" y="1"/>
                  </a:moveTo>
                  <a:cubicBezTo>
                    <a:pt x="1170" y="1"/>
                    <a:pt x="583" y="23"/>
                    <a:pt x="1" y="74"/>
                  </a:cubicBezTo>
                  <a:cubicBezTo>
                    <a:pt x="820" y="74"/>
                    <a:pt x="1619" y="83"/>
                    <a:pt x="2426" y="135"/>
                  </a:cubicBezTo>
                  <a:lnTo>
                    <a:pt x="2426" y="135"/>
                  </a:lnTo>
                  <a:lnTo>
                    <a:pt x="2089" y="297"/>
                  </a:lnTo>
                  <a:lnTo>
                    <a:pt x="1845" y="418"/>
                  </a:lnTo>
                  <a:lnTo>
                    <a:pt x="2112" y="430"/>
                  </a:lnTo>
                  <a:cubicBezTo>
                    <a:pt x="2545" y="452"/>
                    <a:pt x="2978" y="485"/>
                    <a:pt x="3400" y="529"/>
                  </a:cubicBezTo>
                  <a:cubicBezTo>
                    <a:pt x="3834" y="574"/>
                    <a:pt x="4256" y="618"/>
                    <a:pt x="4678" y="685"/>
                  </a:cubicBezTo>
                  <a:cubicBezTo>
                    <a:pt x="5100" y="752"/>
                    <a:pt x="5522" y="830"/>
                    <a:pt x="5945" y="919"/>
                  </a:cubicBezTo>
                  <a:cubicBezTo>
                    <a:pt x="6313" y="986"/>
                    <a:pt x="6680" y="1071"/>
                    <a:pt x="7048" y="1165"/>
                  </a:cubicBezTo>
                  <a:lnTo>
                    <a:pt x="7048" y="1165"/>
                  </a:lnTo>
                  <a:lnTo>
                    <a:pt x="6256" y="1341"/>
                  </a:lnTo>
                  <a:lnTo>
                    <a:pt x="6222" y="1352"/>
                  </a:lnTo>
                  <a:lnTo>
                    <a:pt x="6244" y="1363"/>
                  </a:lnTo>
                  <a:lnTo>
                    <a:pt x="6478" y="1474"/>
                  </a:lnTo>
                  <a:lnTo>
                    <a:pt x="6478" y="1474"/>
                  </a:lnTo>
                  <a:lnTo>
                    <a:pt x="6285" y="1358"/>
                  </a:lnTo>
                  <a:lnTo>
                    <a:pt x="6285" y="1358"/>
                  </a:lnTo>
                  <a:lnTo>
                    <a:pt x="7222" y="1208"/>
                  </a:lnTo>
                  <a:lnTo>
                    <a:pt x="7389" y="1174"/>
                  </a:lnTo>
                  <a:lnTo>
                    <a:pt x="7233" y="1129"/>
                  </a:lnTo>
                  <a:cubicBezTo>
                    <a:pt x="6811" y="1008"/>
                    <a:pt x="6400" y="897"/>
                    <a:pt x="5977" y="796"/>
                  </a:cubicBezTo>
                  <a:cubicBezTo>
                    <a:pt x="5555" y="697"/>
                    <a:pt x="5133" y="618"/>
                    <a:pt x="4700" y="541"/>
                  </a:cubicBezTo>
                  <a:cubicBezTo>
                    <a:pt x="4278" y="474"/>
                    <a:pt x="3845" y="408"/>
                    <a:pt x="3412" y="374"/>
                  </a:cubicBezTo>
                  <a:cubicBezTo>
                    <a:pt x="3075" y="338"/>
                    <a:pt x="2730" y="317"/>
                    <a:pt x="2385" y="299"/>
                  </a:cubicBezTo>
                  <a:lnTo>
                    <a:pt x="2385" y="299"/>
                  </a:lnTo>
                  <a:lnTo>
                    <a:pt x="2701" y="141"/>
                  </a:lnTo>
                  <a:lnTo>
                    <a:pt x="2923" y="30"/>
                  </a:lnTo>
                  <a:lnTo>
                    <a:pt x="2679" y="18"/>
                  </a:lnTo>
                  <a:cubicBezTo>
                    <a:pt x="2372" y="7"/>
                    <a:pt x="2064" y="1"/>
                    <a:pt x="1756"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36"/>
            <p:cNvSpPr/>
            <p:nvPr/>
          </p:nvSpPr>
          <p:spPr>
            <a:xfrm>
              <a:off x="3472000" y="4526025"/>
              <a:ext cx="19475" cy="9750"/>
            </a:xfrm>
            <a:custGeom>
              <a:avLst/>
              <a:gdLst/>
              <a:ahLst/>
              <a:cxnLst/>
              <a:rect l="l" t="t" r="r" b="b"/>
              <a:pathLst>
                <a:path w="779" h="390" extrusionOk="0">
                  <a:moveTo>
                    <a:pt x="0" y="1"/>
                  </a:moveTo>
                  <a:lnTo>
                    <a:pt x="0" y="1"/>
                  </a:lnTo>
                  <a:cubicBezTo>
                    <a:pt x="100" y="123"/>
                    <a:pt x="223" y="201"/>
                    <a:pt x="356" y="267"/>
                  </a:cubicBezTo>
                  <a:cubicBezTo>
                    <a:pt x="489" y="334"/>
                    <a:pt x="623" y="378"/>
                    <a:pt x="778" y="389"/>
                  </a:cubicBezTo>
                  <a:cubicBezTo>
                    <a:pt x="678" y="267"/>
                    <a:pt x="556" y="189"/>
                    <a:pt x="423" y="123"/>
                  </a:cubicBezTo>
                  <a:cubicBezTo>
                    <a:pt x="300" y="56"/>
                    <a:pt x="156" y="11"/>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36"/>
            <p:cNvSpPr/>
            <p:nvPr/>
          </p:nvSpPr>
          <p:spPr>
            <a:xfrm>
              <a:off x="3501150" y="4521250"/>
              <a:ext cx="21125" cy="7075"/>
            </a:xfrm>
            <a:custGeom>
              <a:avLst/>
              <a:gdLst/>
              <a:ahLst/>
              <a:cxnLst/>
              <a:rect l="l" t="t" r="r" b="b"/>
              <a:pathLst>
                <a:path w="845" h="283" extrusionOk="0">
                  <a:moveTo>
                    <a:pt x="64" y="0"/>
                  </a:moveTo>
                  <a:cubicBezTo>
                    <a:pt x="43" y="0"/>
                    <a:pt x="22" y="1"/>
                    <a:pt x="0" y="2"/>
                  </a:cubicBezTo>
                  <a:cubicBezTo>
                    <a:pt x="123" y="114"/>
                    <a:pt x="256" y="170"/>
                    <a:pt x="400" y="214"/>
                  </a:cubicBezTo>
                  <a:cubicBezTo>
                    <a:pt x="527" y="253"/>
                    <a:pt x="652" y="283"/>
                    <a:pt x="785" y="283"/>
                  </a:cubicBezTo>
                  <a:cubicBezTo>
                    <a:pt x="805" y="283"/>
                    <a:pt x="825" y="282"/>
                    <a:pt x="845" y="281"/>
                  </a:cubicBezTo>
                  <a:cubicBezTo>
                    <a:pt x="723" y="170"/>
                    <a:pt x="590" y="114"/>
                    <a:pt x="445" y="69"/>
                  </a:cubicBezTo>
                  <a:cubicBezTo>
                    <a:pt x="329" y="30"/>
                    <a:pt x="204" y="0"/>
                    <a:pt x="6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36"/>
            <p:cNvSpPr/>
            <p:nvPr/>
          </p:nvSpPr>
          <p:spPr>
            <a:xfrm>
              <a:off x="3517250" y="4547375"/>
              <a:ext cx="24475" cy="8375"/>
            </a:xfrm>
            <a:custGeom>
              <a:avLst/>
              <a:gdLst/>
              <a:ahLst/>
              <a:cxnLst/>
              <a:rect l="l" t="t" r="r" b="b"/>
              <a:pathLst>
                <a:path w="979" h="335" extrusionOk="0">
                  <a:moveTo>
                    <a:pt x="55" y="0"/>
                  </a:moveTo>
                  <a:cubicBezTo>
                    <a:pt x="37" y="0"/>
                    <a:pt x="19" y="1"/>
                    <a:pt x="1" y="2"/>
                  </a:cubicBezTo>
                  <a:cubicBezTo>
                    <a:pt x="146" y="113"/>
                    <a:pt x="301" y="179"/>
                    <a:pt x="467" y="235"/>
                  </a:cubicBezTo>
                  <a:cubicBezTo>
                    <a:pt x="634" y="291"/>
                    <a:pt x="801" y="335"/>
                    <a:pt x="978" y="335"/>
                  </a:cubicBezTo>
                  <a:cubicBezTo>
                    <a:pt x="834" y="213"/>
                    <a:pt x="679" y="147"/>
                    <a:pt x="512" y="91"/>
                  </a:cubicBezTo>
                  <a:cubicBezTo>
                    <a:pt x="372" y="41"/>
                    <a:pt x="214" y="0"/>
                    <a:pt x="5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36"/>
            <p:cNvSpPr/>
            <p:nvPr/>
          </p:nvSpPr>
          <p:spPr>
            <a:xfrm>
              <a:off x="3526425" y="4566575"/>
              <a:ext cx="30300" cy="9175"/>
            </a:xfrm>
            <a:custGeom>
              <a:avLst/>
              <a:gdLst/>
              <a:ahLst/>
              <a:cxnLst/>
              <a:rect l="l" t="t" r="r" b="b"/>
              <a:pathLst>
                <a:path w="1212" h="367" extrusionOk="0">
                  <a:moveTo>
                    <a:pt x="1" y="1"/>
                  </a:moveTo>
                  <a:cubicBezTo>
                    <a:pt x="179" y="122"/>
                    <a:pt x="378" y="189"/>
                    <a:pt x="578" y="256"/>
                  </a:cubicBezTo>
                  <a:cubicBezTo>
                    <a:pt x="789" y="312"/>
                    <a:pt x="989" y="367"/>
                    <a:pt x="1211" y="367"/>
                  </a:cubicBezTo>
                  <a:cubicBezTo>
                    <a:pt x="1023" y="245"/>
                    <a:pt x="823" y="167"/>
                    <a:pt x="623" y="112"/>
                  </a:cubicBezTo>
                  <a:cubicBezTo>
                    <a:pt x="423" y="45"/>
                    <a:pt x="223" y="1"/>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36"/>
            <p:cNvSpPr/>
            <p:nvPr/>
          </p:nvSpPr>
          <p:spPr>
            <a:xfrm>
              <a:off x="3559475" y="4535750"/>
              <a:ext cx="33900" cy="11675"/>
            </a:xfrm>
            <a:custGeom>
              <a:avLst/>
              <a:gdLst/>
              <a:ahLst/>
              <a:cxnLst/>
              <a:rect l="l" t="t" r="r" b="b"/>
              <a:pathLst>
                <a:path w="1356" h="467" extrusionOk="0">
                  <a:moveTo>
                    <a:pt x="0" y="0"/>
                  </a:moveTo>
                  <a:cubicBezTo>
                    <a:pt x="212" y="145"/>
                    <a:pt x="422" y="234"/>
                    <a:pt x="656" y="311"/>
                  </a:cubicBezTo>
                  <a:cubicBezTo>
                    <a:pt x="878" y="378"/>
                    <a:pt x="1111" y="445"/>
                    <a:pt x="1356" y="467"/>
                  </a:cubicBezTo>
                  <a:cubicBezTo>
                    <a:pt x="1145" y="323"/>
                    <a:pt x="923" y="234"/>
                    <a:pt x="701" y="156"/>
                  </a:cubicBezTo>
                  <a:cubicBezTo>
                    <a:pt x="478" y="89"/>
                    <a:pt x="245" y="22"/>
                    <a:pt x="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36"/>
            <p:cNvSpPr/>
            <p:nvPr/>
          </p:nvSpPr>
          <p:spPr>
            <a:xfrm>
              <a:off x="3588075" y="4561300"/>
              <a:ext cx="28375" cy="11425"/>
            </a:xfrm>
            <a:custGeom>
              <a:avLst/>
              <a:gdLst/>
              <a:ahLst/>
              <a:cxnLst/>
              <a:rect l="l" t="t" r="r" b="b"/>
              <a:pathLst>
                <a:path w="1135" h="457" extrusionOk="0">
                  <a:moveTo>
                    <a:pt x="1" y="0"/>
                  </a:moveTo>
                  <a:lnTo>
                    <a:pt x="1" y="0"/>
                  </a:lnTo>
                  <a:cubicBezTo>
                    <a:pt x="167" y="133"/>
                    <a:pt x="356" y="222"/>
                    <a:pt x="545" y="301"/>
                  </a:cubicBezTo>
                  <a:cubicBezTo>
                    <a:pt x="734" y="378"/>
                    <a:pt x="923" y="434"/>
                    <a:pt x="1134" y="456"/>
                  </a:cubicBezTo>
                  <a:cubicBezTo>
                    <a:pt x="967" y="323"/>
                    <a:pt x="789" y="234"/>
                    <a:pt x="601" y="156"/>
                  </a:cubicBezTo>
                  <a:cubicBezTo>
                    <a:pt x="412" y="78"/>
                    <a:pt x="212" y="22"/>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36"/>
            <p:cNvSpPr/>
            <p:nvPr/>
          </p:nvSpPr>
          <p:spPr>
            <a:xfrm>
              <a:off x="3608650" y="4587400"/>
              <a:ext cx="22225" cy="4000"/>
            </a:xfrm>
            <a:custGeom>
              <a:avLst/>
              <a:gdLst/>
              <a:ahLst/>
              <a:cxnLst/>
              <a:rect l="l" t="t" r="r" b="b"/>
              <a:pathLst>
                <a:path w="889" h="160" extrusionOk="0">
                  <a:moveTo>
                    <a:pt x="455" y="0"/>
                  </a:moveTo>
                  <a:cubicBezTo>
                    <a:pt x="299" y="0"/>
                    <a:pt x="156" y="0"/>
                    <a:pt x="0" y="56"/>
                  </a:cubicBezTo>
                  <a:cubicBezTo>
                    <a:pt x="144" y="123"/>
                    <a:pt x="299" y="145"/>
                    <a:pt x="444" y="156"/>
                  </a:cubicBezTo>
                  <a:cubicBezTo>
                    <a:pt x="477" y="159"/>
                    <a:pt x="510" y="160"/>
                    <a:pt x="544" y="160"/>
                  </a:cubicBezTo>
                  <a:cubicBezTo>
                    <a:pt x="658" y="160"/>
                    <a:pt x="777" y="143"/>
                    <a:pt x="889" y="101"/>
                  </a:cubicBezTo>
                  <a:cubicBezTo>
                    <a:pt x="744" y="34"/>
                    <a:pt x="600" y="12"/>
                    <a:pt x="45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36"/>
            <p:cNvSpPr/>
            <p:nvPr/>
          </p:nvSpPr>
          <p:spPr>
            <a:xfrm>
              <a:off x="3454775" y="4502900"/>
              <a:ext cx="16150" cy="6275"/>
            </a:xfrm>
            <a:custGeom>
              <a:avLst/>
              <a:gdLst/>
              <a:ahLst/>
              <a:cxnLst/>
              <a:rect l="l" t="t" r="r" b="b"/>
              <a:pathLst>
                <a:path w="646" h="251" extrusionOk="0">
                  <a:moveTo>
                    <a:pt x="68" y="1"/>
                  </a:moveTo>
                  <a:cubicBezTo>
                    <a:pt x="46" y="1"/>
                    <a:pt x="24" y="1"/>
                    <a:pt x="1" y="3"/>
                  </a:cubicBezTo>
                  <a:cubicBezTo>
                    <a:pt x="90" y="104"/>
                    <a:pt x="189" y="159"/>
                    <a:pt x="300" y="203"/>
                  </a:cubicBezTo>
                  <a:cubicBezTo>
                    <a:pt x="391" y="231"/>
                    <a:pt x="482" y="251"/>
                    <a:pt x="579" y="251"/>
                  </a:cubicBezTo>
                  <a:cubicBezTo>
                    <a:pt x="601" y="251"/>
                    <a:pt x="623" y="250"/>
                    <a:pt x="645" y="248"/>
                  </a:cubicBezTo>
                  <a:cubicBezTo>
                    <a:pt x="556" y="148"/>
                    <a:pt x="456" y="92"/>
                    <a:pt x="356" y="48"/>
                  </a:cubicBezTo>
                  <a:cubicBezTo>
                    <a:pt x="264" y="21"/>
                    <a:pt x="172" y="1"/>
                    <a:pt x="6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36"/>
            <p:cNvSpPr/>
            <p:nvPr/>
          </p:nvSpPr>
          <p:spPr>
            <a:xfrm>
              <a:off x="3453125" y="4539625"/>
              <a:ext cx="18900" cy="11975"/>
            </a:xfrm>
            <a:custGeom>
              <a:avLst/>
              <a:gdLst/>
              <a:ahLst/>
              <a:cxnLst/>
              <a:rect l="l" t="t" r="r" b="b"/>
              <a:pathLst>
                <a:path w="756" h="479" extrusionOk="0">
                  <a:moveTo>
                    <a:pt x="0" y="1"/>
                  </a:moveTo>
                  <a:lnTo>
                    <a:pt x="0" y="1"/>
                  </a:lnTo>
                  <a:cubicBezTo>
                    <a:pt x="100" y="134"/>
                    <a:pt x="211" y="223"/>
                    <a:pt x="333" y="301"/>
                  </a:cubicBezTo>
                  <a:cubicBezTo>
                    <a:pt x="467" y="378"/>
                    <a:pt x="600" y="445"/>
                    <a:pt x="755" y="479"/>
                  </a:cubicBezTo>
                  <a:cubicBezTo>
                    <a:pt x="667" y="345"/>
                    <a:pt x="544" y="257"/>
                    <a:pt x="422" y="168"/>
                  </a:cubicBezTo>
                  <a:cubicBezTo>
                    <a:pt x="300" y="101"/>
                    <a:pt x="166" y="34"/>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36"/>
            <p:cNvSpPr/>
            <p:nvPr/>
          </p:nvSpPr>
          <p:spPr>
            <a:xfrm>
              <a:off x="3794150" y="4539725"/>
              <a:ext cx="178875" cy="212950"/>
            </a:xfrm>
            <a:custGeom>
              <a:avLst/>
              <a:gdLst/>
              <a:ahLst/>
              <a:cxnLst/>
              <a:rect l="l" t="t" r="r" b="b"/>
              <a:pathLst>
                <a:path w="7155" h="8518" extrusionOk="0">
                  <a:moveTo>
                    <a:pt x="6198" y="0"/>
                  </a:moveTo>
                  <a:cubicBezTo>
                    <a:pt x="6010" y="0"/>
                    <a:pt x="5824" y="32"/>
                    <a:pt x="5644" y="63"/>
                  </a:cubicBezTo>
                  <a:cubicBezTo>
                    <a:pt x="4044" y="364"/>
                    <a:pt x="2566" y="952"/>
                    <a:pt x="989" y="1275"/>
                  </a:cubicBezTo>
                  <a:cubicBezTo>
                    <a:pt x="833" y="1308"/>
                    <a:pt x="667" y="1341"/>
                    <a:pt x="522" y="1419"/>
                  </a:cubicBezTo>
                  <a:cubicBezTo>
                    <a:pt x="56" y="1685"/>
                    <a:pt x="1" y="2363"/>
                    <a:pt x="234" y="2852"/>
                  </a:cubicBezTo>
                  <a:cubicBezTo>
                    <a:pt x="456" y="3329"/>
                    <a:pt x="878" y="3685"/>
                    <a:pt x="1245" y="4085"/>
                  </a:cubicBezTo>
                  <a:cubicBezTo>
                    <a:pt x="1655" y="4541"/>
                    <a:pt x="1978" y="5062"/>
                    <a:pt x="2211" y="5629"/>
                  </a:cubicBezTo>
                  <a:cubicBezTo>
                    <a:pt x="2422" y="6129"/>
                    <a:pt x="2556" y="6674"/>
                    <a:pt x="2867" y="7129"/>
                  </a:cubicBezTo>
                  <a:cubicBezTo>
                    <a:pt x="3244" y="7684"/>
                    <a:pt x="3844" y="8051"/>
                    <a:pt x="4410" y="8407"/>
                  </a:cubicBezTo>
                  <a:cubicBezTo>
                    <a:pt x="4522" y="8473"/>
                    <a:pt x="4644" y="8518"/>
                    <a:pt x="4766" y="8518"/>
                  </a:cubicBezTo>
                  <a:cubicBezTo>
                    <a:pt x="5055" y="8506"/>
                    <a:pt x="5233" y="8306"/>
                    <a:pt x="5255" y="8118"/>
                  </a:cubicBezTo>
                  <a:cubicBezTo>
                    <a:pt x="5309" y="7837"/>
                    <a:pt x="5185" y="7546"/>
                    <a:pt x="5106" y="7275"/>
                  </a:cubicBezTo>
                  <a:lnTo>
                    <a:pt x="5106" y="7275"/>
                  </a:lnTo>
                  <a:cubicBezTo>
                    <a:pt x="5147" y="7349"/>
                    <a:pt x="5218" y="7381"/>
                    <a:pt x="5290" y="7381"/>
                  </a:cubicBezTo>
                  <a:cubicBezTo>
                    <a:pt x="5410" y="7381"/>
                    <a:pt x="5533" y="7293"/>
                    <a:pt x="5533" y="7151"/>
                  </a:cubicBezTo>
                  <a:cubicBezTo>
                    <a:pt x="5544" y="6962"/>
                    <a:pt x="5477" y="6785"/>
                    <a:pt x="5366" y="6640"/>
                  </a:cubicBezTo>
                  <a:lnTo>
                    <a:pt x="5366" y="6640"/>
                  </a:lnTo>
                  <a:lnTo>
                    <a:pt x="5499" y="6651"/>
                  </a:lnTo>
                  <a:cubicBezTo>
                    <a:pt x="5505" y="6652"/>
                    <a:pt x="5511" y="6652"/>
                    <a:pt x="5517" y="6652"/>
                  </a:cubicBezTo>
                  <a:cubicBezTo>
                    <a:pt x="5620" y="6652"/>
                    <a:pt x="5699" y="6568"/>
                    <a:pt x="5699" y="6474"/>
                  </a:cubicBezTo>
                  <a:cubicBezTo>
                    <a:pt x="5711" y="6229"/>
                    <a:pt x="5600" y="5985"/>
                    <a:pt x="5400" y="5852"/>
                  </a:cubicBezTo>
                  <a:lnTo>
                    <a:pt x="5400" y="5852"/>
                  </a:lnTo>
                  <a:cubicBezTo>
                    <a:pt x="5458" y="5890"/>
                    <a:pt x="5533" y="5920"/>
                    <a:pt x="5602" y="5920"/>
                  </a:cubicBezTo>
                  <a:cubicBezTo>
                    <a:pt x="5612" y="5920"/>
                    <a:pt x="5622" y="5919"/>
                    <a:pt x="5632" y="5918"/>
                  </a:cubicBezTo>
                  <a:cubicBezTo>
                    <a:pt x="5721" y="5918"/>
                    <a:pt x="5777" y="5818"/>
                    <a:pt x="5744" y="5740"/>
                  </a:cubicBezTo>
                  <a:cubicBezTo>
                    <a:pt x="5644" y="5563"/>
                    <a:pt x="5355" y="5351"/>
                    <a:pt x="5166" y="5207"/>
                  </a:cubicBezTo>
                  <a:cubicBezTo>
                    <a:pt x="4299" y="4485"/>
                    <a:pt x="3344" y="3329"/>
                    <a:pt x="2478" y="2608"/>
                  </a:cubicBezTo>
                  <a:cubicBezTo>
                    <a:pt x="2911" y="2319"/>
                    <a:pt x="6166" y="1852"/>
                    <a:pt x="6777" y="1319"/>
                  </a:cubicBezTo>
                  <a:cubicBezTo>
                    <a:pt x="7010" y="1108"/>
                    <a:pt x="7155" y="764"/>
                    <a:pt x="7044" y="475"/>
                  </a:cubicBezTo>
                  <a:cubicBezTo>
                    <a:pt x="6955" y="219"/>
                    <a:pt x="6688" y="63"/>
                    <a:pt x="6432" y="19"/>
                  </a:cubicBezTo>
                  <a:cubicBezTo>
                    <a:pt x="6354" y="6"/>
                    <a:pt x="6276" y="0"/>
                    <a:pt x="619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36"/>
            <p:cNvSpPr/>
            <p:nvPr/>
          </p:nvSpPr>
          <p:spPr>
            <a:xfrm>
              <a:off x="3785525" y="4459025"/>
              <a:ext cx="367475" cy="153675"/>
            </a:xfrm>
            <a:custGeom>
              <a:avLst/>
              <a:gdLst/>
              <a:ahLst/>
              <a:cxnLst/>
              <a:rect l="l" t="t" r="r" b="b"/>
              <a:pathLst>
                <a:path w="14699" h="6147" extrusionOk="0">
                  <a:moveTo>
                    <a:pt x="11489" y="0"/>
                  </a:moveTo>
                  <a:cubicBezTo>
                    <a:pt x="11392" y="0"/>
                    <a:pt x="11295" y="1"/>
                    <a:pt x="11199" y="3"/>
                  </a:cubicBezTo>
                  <a:cubicBezTo>
                    <a:pt x="8855" y="37"/>
                    <a:pt x="6555" y="326"/>
                    <a:pt x="4244" y="670"/>
                  </a:cubicBezTo>
                  <a:cubicBezTo>
                    <a:pt x="3390" y="803"/>
                    <a:pt x="1" y="1525"/>
                    <a:pt x="1279" y="3081"/>
                  </a:cubicBezTo>
                  <a:cubicBezTo>
                    <a:pt x="1496" y="3342"/>
                    <a:pt x="1837" y="3418"/>
                    <a:pt x="2192" y="3418"/>
                  </a:cubicBezTo>
                  <a:cubicBezTo>
                    <a:pt x="2381" y="3418"/>
                    <a:pt x="2575" y="3396"/>
                    <a:pt x="2756" y="3370"/>
                  </a:cubicBezTo>
                  <a:cubicBezTo>
                    <a:pt x="3834" y="3225"/>
                    <a:pt x="4911" y="3069"/>
                    <a:pt x="5989" y="2925"/>
                  </a:cubicBezTo>
                  <a:lnTo>
                    <a:pt x="5989" y="2925"/>
                  </a:lnTo>
                  <a:cubicBezTo>
                    <a:pt x="5611" y="3058"/>
                    <a:pt x="5234" y="3180"/>
                    <a:pt x="4867" y="3314"/>
                  </a:cubicBezTo>
                  <a:cubicBezTo>
                    <a:pt x="5400" y="3325"/>
                    <a:pt x="5933" y="3325"/>
                    <a:pt x="6478" y="3325"/>
                  </a:cubicBezTo>
                  <a:cubicBezTo>
                    <a:pt x="5444" y="3558"/>
                    <a:pt x="4422" y="3814"/>
                    <a:pt x="3412" y="4113"/>
                  </a:cubicBezTo>
                  <a:cubicBezTo>
                    <a:pt x="4006" y="4262"/>
                    <a:pt x="4608" y="4333"/>
                    <a:pt x="5219" y="4333"/>
                  </a:cubicBezTo>
                  <a:cubicBezTo>
                    <a:pt x="5338" y="4333"/>
                    <a:pt x="5458" y="4330"/>
                    <a:pt x="5578" y="4325"/>
                  </a:cubicBezTo>
                  <a:lnTo>
                    <a:pt x="5578" y="4325"/>
                  </a:lnTo>
                  <a:cubicBezTo>
                    <a:pt x="4945" y="4624"/>
                    <a:pt x="4323" y="4913"/>
                    <a:pt x="3701" y="5214"/>
                  </a:cubicBezTo>
                  <a:cubicBezTo>
                    <a:pt x="4270" y="5321"/>
                    <a:pt x="4852" y="5379"/>
                    <a:pt x="5432" y="5379"/>
                  </a:cubicBezTo>
                  <a:cubicBezTo>
                    <a:pt x="5633" y="5379"/>
                    <a:pt x="5834" y="5372"/>
                    <a:pt x="6033" y="5358"/>
                  </a:cubicBezTo>
                  <a:lnTo>
                    <a:pt x="6033" y="5358"/>
                  </a:lnTo>
                  <a:cubicBezTo>
                    <a:pt x="5589" y="5713"/>
                    <a:pt x="5067" y="5980"/>
                    <a:pt x="4523" y="6147"/>
                  </a:cubicBezTo>
                  <a:cubicBezTo>
                    <a:pt x="7522" y="5858"/>
                    <a:pt x="10610" y="5547"/>
                    <a:pt x="13232" y="4080"/>
                  </a:cubicBezTo>
                  <a:cubicBezTo>
                    <a:pt x="13699" y="3825"/>
                    <a:pt x="14154" y="3514"/>
                    <a:pt x="14409" y="3047"/>
                  </a:cubicBezTo>
                  <a:cubicBezTo>
                    <a:pt x="14698" y="2514"/>
                    <a:pt x="14665" y="1847"/>
                    <a:pt x="14387" y="1314"/>
                  </a:cubicBezTo>
                  <a:cubicBezTo>
                    <a:pt x="14109" y="792"/>
                    <a:pt x="13598" y="403"/>
                    <a:pt x="13032" y="203"/>
                  </a:cubicBezTo>
                  <a:cubicBezTo>
                    <a:pt x="12544" y="34"/>
                    <a:pt x="12016" y="0"/>
                    <a:pt x="1148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36"/>
            <p:cNvSpPr/>
            <p:nvPr/>
          </p:nvSpPr>
          <p:spPr>
            <a:xfrm>
              <a:off x="3910800" y="4495300"/>
              <a:ext cx="184425" cy="36875"/>
            </a:xfrm>
            <a:custGeom>
              <a:avLst/>
              <a:gdLst/>
              <a:ahLst/>
              <a:cxnLst/>
              <a:rect l="l" t="t" r="r" b="b"/>
              <a:pathLst>
                <a:path w="7377" h="1475" extrusionOk="0">
                  <a:moveTo>
                    <a:pt x="5632" y="1"/>
                  </a:moveTo>
                  <a:cubicBezTo>
                    <a:pt x="5325" y="1"/>
                    <a:pt x="5017" y="7"/>
                    <a:pt x="4711" y="18"/>
                  </a:cubicBezTo>
                  <a:lnTo>
                    <a:pt x="4455" y="30"/>
                  </a:lnTo>
                  <a:lnTo>
                    <a:pt x="4688" y="141"/>
                  </a:lnTo>
                  <a:lnTo>
                    <a:pt x="4998" y="299"/>
                  </a:lnTo>
                  <a:lnTo>
                    <a:pt x="4998" y="299"/>
                  </a:lnTo>
                  <a:cubicBezTo>
                    <a:pt x="4654" y="317"/>
                    <a:pt x="4310" y="339"/>
                    <a:pt x="3966" y="374"/>
                  </a:cubicBezTo>
                  <a:cubicBezTo>
                    <a:pt x="3544" y="408"/>
                    <a:pt x="3111" y="474"/>
                    <a:pt x="2689" y="541"/>
                  </a:cubicBezTo>
                  <a:cubicBezTo>
                    <a:pt x="2255" y="618"/>
                    <a:pt x="1833" y="697"/>
                    <a:pt x="1411" y="796"/>
                  </a:cubicBezTo>
                  <a:cubicBezTo>
                    <a:pt x="989" y="897"/>
                    <a:pt x="578" y="1008"/>
                    <a:pt x="156" y="1129"/>
                  </a:cubicBezTo>
                  <a:lnTo>
                    <a:pt x="0" y="1174"/>
                  </a:lnTo>
                  <a:lnTo>
                    <a:pt x="167" y="1208"/>
                  </a:lnTo>
                  <a:lnTo>
                    <a:pt x="1104" y="1358"/>
                  </a:lnTo>
                  <a:lnTo>
                    <a:pt x="1104" y="1358"/>
                  </a:lnTo>
                  <a:lnTo>
                    <a:pt x="911" y="1474"/>
                  </a:lnTo>
                  <a:lnTo>
                    <a:pt x="911" y="1474"/>
                  </a:lnTo>
                  <a:lnTo>
                    <a:pt x="1144" y="1363"/>
                  </a:lnTo>
                  <a:lnTo>
                    <a:pt x="1166" y="1352"/>
                  </a:lnTo>
                  <a:lnTo>
                    <a:pt x="1134" y="1341"/>
                  </a:lnTo>
                  <a:lnTo>
                    <a:pt x="341" y="1165"/>
                  </a:lnTo>
                  <a:lnTo>
                    <a:pt x="341" y="1165"/>
                  </a:lnTo>
                  <a:cubicBezTo>
                    <a:pt x="708" y="1071"/>
                    <a:pt x="1075" y="986"/>
                    <a:pt x="1433" y="919"/>
                  </a:cubicBezTo>
                  <a:cubicBezTo>
                    <a:pt x="1855" y="830"/>
                    <a:pt x="2277" y="752"/>
                    <a:pt x="2711" y="685"/>
                  </a:cubicBezTo>
                  <a:cubicBezTo>
                    <a:pt x="3133" y="618"/>
                    <a:pt x="3555" y="574"/>
                    <a:pt x="3988" y="529"/>
                  </a:cubicBezTo>
                  <a:cubicBezTo>
                    <a:pt x="4410" y="485"/>
                    <a:pt x="4844" y="452"/>
                    <a:pt x="5277" y="430"/>
                  </a:cubicBezTo>
                  <a:lnTo>
                    <a:pt x="5543" y="418"/>
                  </a:lnTo>
                  <a:lnTo>
                    <a:pt x="5299" y="297"/>
                  </a:lnTo>
                  <a:lnTo>
                    <a:pt x="4962" y="135"/>
                  </a:lnTo>
                  <a:lnTo>
                    <a:pt x="4962" y="135"/>
                  </a:lnTo>
                  <a:cubicBezTo>
                    <a:pt x="5761" y="83"/>
                    <a:pt x="6569" y="74"/>
                    <a:pt x="7377" y="74"/>
                  </a:cubicBezTo>
                  <a:cubicBezTo>
                    <a:pt x="6801" y="23"/>
                    <a:pt x="6217" y="1"/>
                    <a:pt x="563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36"/>
            <p:cNvSpPr/>
            <p:nvPr/>
          </p:nvSpPr>
          <p:spPr>
            <a:xfrm>
              <a:off x="4088550" y="4526025"/>
              <a:ext cx="19450" cy="9750"/>
            </a:xfrm>
            <a:custGeom>
              <a:avLst/>
              <a:gdLst/>
              <a:ahLst/>
              <a:cxnLst/>
              <a:rect l="l" t="t" r="r" b="b"/>
              <a:pathLst>
                <a:path w="778" h="390" extrusionOk="0">
                  <a:moveTo>
                    <a:pt x="778" y="1"/>
                  </a:moveTo>
                  <a:lnTo>
                    <a:pt x="778" y="1"/>
                  </a:lnTo>
                  <a:cubicBezTo>
                    <a:pt x="611" y="11"/>
                    <a:pt x="477" y="56"/>
                    <a:pt x="344" y="123"/>
                  </a:cubicBezTo>
                  <a:cubicBezTo>
                    <a:pt x="222" y="189"/>
                    <a:pt x="100" y="267"/>
                    <a:pt x="0" y="389"/>
                  </a:cubicBezTo>
                  <a:cubicBezTo>
                    <a:pt x="156" y="378"/>
                    <a:pt x="289" y="334"/>
                    <a:pt x="422" y="267"/>
                  </a:cubicBezTo>
                  <a:cubicBezTo>
                    <a:pt x="544" y="201"/>
                    <a:pt x="677" y="123"/>
                    <a:pt x="7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36"/>
            <p:cNvSpPr/>
            <p:nvPr/>
          </p:nvSpPr>
          <p:spPr>
            <a:xfrm>
              <a:off x="4057700" y="4521250"/>
              <a:ext cx="21125" cy="7075"/>
            </a:xfrm>
            <a:custGeom>
              <a:avLst/>
              <a:gdLst/>
              <a:ahLst/>
              <a:cxnLst/>
              <a:rect l="l" t="t" r="r" b="b"/>
              <a:pathLst>
                <a:path w="845" h="283" extrusionOk="0">
                  <a:moveTo>
                    <a:pt x="782" y="0"/>
                  </a:moveTo>
                  <a:cubicBezTo>
                    <a:pt x="641" y="0"/>
                    <a:pt x="515" y="30"/>
                    <a:pt x="390" y="69"/>
                  </a:cubicBezTo>
                  <a:cubicBezTo>
                    <a:pt x="256" y="114"/>
                    <a:pt x="112" y="170"/>
                    <a:pt x="1" y="281"/>
                  </a:cubicBezTo>
                  <a:cubicBezTo>
                    <a:pt x="21" y="282"/>
                    <a:pt x="40" y="283"/>
                    <a:pt x="60" y="283"/>
                  </a:cubicBezTo>
                  <a:cubicBezTo>
                    <a:pt x="193" y="283"/>
                    <a:pt x="319" y="253"/>
                    <a:pt x="445" y="214"/>
                  </a:cubicBezTo>
                  <a:cubicBezTo>
                    <a:pt x="578" y="170"/>
                    <a:pt x="723" y="114"/>
                    <a:pt x="845" y="2"/>
                  </a:cubicBezTo>
                  <a:cubicBezTo>
                    <a:pt x="823" y="1"/>
                    <a:pt x="802" y="0"/>
                    <a:pt x="78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36"/>
            <p:cNvSpPr/>
            <p:nvPr/>
          </p:nvSpPr>
          <p:spPr>
            <a:xfrm>
              <a:off x="4038250" y="4547375"/>
              <a:ext cx="24475" cy="8375"/>
            </a:xfrm>
            <a:custGeom>
              <a:avLst/>
              <a:gdLst/>
              <a:ahLst/>
              <a:cxnLst/>
              <a:rect l="l" t="t" r="r" b="b"/>
              <a:pathLst>
                <a:path w="979" h="335" extrusionOk="0">
                  <a:moveTo>
                    <a:pt x="925" y="0"/>
                  </a:moveTo>
                  <a:cubicBezTo>
                    <a:pt x="765" y="0"/>
                    <a:pt x="607" y="41"/>
                    <a:pt x="467" y="91"/>
                  </a:cubicBezTo>
                  <a:cubicBezTo>
                    <a:pt x="301" y="147"/>
                    <a:pt x="134" y="213"/>
                    <a:pt x="1" y="335"/>
                  </a:cubicBezTo>
                  <a:cubicBezTo>
                    <a:pt x="179" y="335"/>
                    <a:pt x="346" y="291"/>
                    <a:pt x="512" y="235"/>
                  </a:cubicBezTo>
                  <a:cubicBezTo>
                    <a:pt x="679" y="179"/>
                    <a:pt x="835" y="113"/>
                    <a:pt x="978" y="2"/>
                  </a:cubicBezTo>
                  <a:cubicBezTo>
                    <a:pt x="961" y="1"/>
                    <a:pt x="943" y="0"/>
                    <a:pt x="92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36"/>
            <p:cNvSpPr/>
            <p:nvPr/>
          </p:nvSpPr>
          <p:spPr>
            <a:xfrm>
              <a:off x="4023275" y="4566575"/>
              <a:ext cx="30300" cy="9175"/>
            </a:xfrm>
            <a:custGeom>
              <a:avLst/>
              <a:gdLst/>
              <a:ahLst/>
              <a:cxnLst/>
              <a:rect l="l" t="t" r="r" b="b"/>
              <a:pathLst>
                <a:path w="1212" h="367" extrusionOk="0">
                  <a:moveTo>
                    <a:pt x="1211" y="1"/>
                  </a:moveTo>
                  <a:cubicBezTo>
                    <a:pt x="989" y="1"/>
                    <a:pt x="789" y="45"/>
                    <a:pt x="589" y="112"/>
                  </a:cubicBezTo>
                  <a:cubicBezTo>
                    <a:pt x="378" y="167"/>
                    <a:pt x="189" y="245"/>
                    <a:pt x="0" y="367"/>
                  </a:cubicBezTo>
                  <a:cubicBezTo>
                    <a:pt x="222" y="367"/>
                    <a:pt x="422" y="312"/>
                    <a:pt x="634" y="256"/>
                  </a:cubicBezTo>
                  <a:cubicBezTo>
                    <a:pt x="834" y="189"/>
                    <a:pt x="1034" y="122"/>
                    <a:pt x="121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36"/>
            <p:cNvSpPr/>
            <p:nvPr/>
          </p:nvSpPr>
          <p:spPr>
            <a:xfrm>
              <a:off x="3986600" y="4535750"/>
              <a:ext cx="33900" cy="11675"/>
            </a:xfrm>
            <a:custGeom>
              <a:avLst/>
              <a:gdLst/>
              <a:ahLst/>
              <a:cxnLst/>
              <a:rect l="l" t="t" r="r" b="b"/>
              <a:pathLst>
                <a:path w="1356" h="467" extrusionOk="0">
                  <a:moveTo>
                    <a:pt x="1356" y="0"/>
                  </a:moveTo>
                  <a:lnTo>
                    <a:pt x="1356" y="0"/>
                  </a:lnTo>
                  <a:cubicBezTo>
                    <a:pt x="1112" y="22"/>
                    <a:pt x="879" y="89"/>
                    <a:pt x="657" y="156"/>
                  </a:cubicBezTo>
                  <a:cubicBezTo>
                    <a:pt x="434" y="234"/>
                    <a:pt x="212" y="323"/>
                    <a:pt x="1" y="467"/>
                  </a:cubicBezTo>
                  <a:cubicBezTo>
                    <a:pt x="245" y="445"/>
                    <a:pt x="479" y="378"/>
                    <a:pt x="701" y="311"/>
                  </a:cubicBezTo>
                  <a:cubicBezTo>
                    <a:pt x="923" y="234"/>
                    <a:pt x="1145" y="145"/>
                    <a:pt x="13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36"/>
            <p:cNvSpPr/>
            <p:nvPr/>
          </p:nvSpPr>
          <p:spPr>
            <a:xfrm>
              <a:off x="3963575" y="4561300"/>
              <a:ext cx="28350" cy="11425"/>
            </a:xfrm>
            <a:custGeom>
              <a:avLst/>
              <a:gdLst/>
              <a:ahLst/>
              <a:cxnLst/>
              <a:rect l="l" t="t" r="r" b="b"/>
              <a:pathLst>
                <a:path w="1134" h="457" extrusionOk="0">
                  <a:moveTo>
                    <a:pt x="1133" y="0"/>
                  </a:moveTo>
                  <a:lnTo>
                    <a:pt x="1133" y="0"/>
                  </a:lnTo>
                  <a:cubicBezTo>
                    <a:pt x="922" y="22"/>
                    <a:pt x="722" y="78"/>
                    <a:pt x="533" y="156"/>
                  </a:cubicBezTo>
                  <a:cubicBezTo>
                    <a:pt x="344" y="234"/>
                    <a:pt x="166" y="323"/>
                    <a:pt x="0" y="456"/>
                  </a:cubicBezTo>
                  <a:cubicBezTo>
                    <a:pt x="211" y="434"/>
                    <a:pt x="400" y="378"/>
                    <a:pt x="588" y="301"/>
                  </a:cubicBezTo>
                  <a:cubicBezTo>
                    <a:pt x="778" y="222"/>
                    <a:pt x="966" y="133"/>
                    <a:pt x="11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36"/>
            <p:cNvSpPr/>
            <p:nvPr/>
          </p:nvSpPr>
          <p:spPr>
            <a:xfrm>
              <a:off x="3949125" y="4587400"/>
              <a:ext cx="21950" cy="4000"/>
            </a:xfrm>
            <a:custGeom>
              <a:avLst/>
              <a:gdLst/>
              <a:ahLst/>
              <a:cxnLst/>
              <a:rect l="l" t="t" r="r" b="b"/>
              <a:pathLst>
                <a:path w="878" h="160" extrusionOk="0">
                  <a:moveTo>
                    <a:pt x="433" y="0"/>
                  </a:moveTo>
                  <a:cubicBezTo>
                    <a:pt x="289" y="12"/>
                    <a:pt x="144" y="34"/>
                    <a:pt x="0" y="101"/>
                  </a:cubicBezTo>
                  <a:cubicBezTo>
                    <a:pt x="112" y="143"/>
                    <a:pt x="230" y="160"/>
                    <a:pt x="345" y="160"/>
                  </a:cubicBezTo>
                  <a:cubicBezTo>
                    <a:pt x="378" y="160"/>
                    <a:pt x="412" y="159"/>
                    <a:pt x="445" y="156"/>
                  </a:cubicBezTo>
                  <a:cubicBezTo>
                    <a:pt x="589" y="145"/>
                    <a:pt x="734" y="123"/>
                    <a:pt x="878" y="56"/>
                  </a:cubicBezTo>
                  <a:cubicBezTo>
                    <a:pt x="734" y="0"/>
                    <a:pt x="589" y="0"/>
                    <a:pt x="4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36"/>
            <p:cNvSpPr/>
            <p:nvPr/>
          </p:nvSpPr>
          <p:spPr>
            <a:xfrm>
              <a:off x="4109100" y="4502900"/>
              <a:ext cx="15825" cy="6275"/>
            </a:xfrm>
            <a:custGeom>
              <a:avLst/>
              <a:gdLst/>
              <a:ahLst/>
              <a:cxnLst/>
              <a:rect l="l" t="t" r="r" b="b"/>
              <a:pathLst>
                <a:path w="633" h="251" extrusionOk="0">
                  <a:moveTo>
                    <a:pt x="571" y="1"/>
                  </a:moveTo>
                  <a:cubicBezTo>
                    <a:pt x="473" y="1"/>
                    <a:pt x="381" y="21"/>
                    <a:pt x="289" y="48"/>
                  </a:cubicBezTo>
                  <a:cubicBezTo>
                    <a:pt x="189" y="92"/>
                    <a:pt x="77" y="148"/>
                    <a:pt x="0" y="248"/>
                  </a:cubicBezTo>
                  <a:cubicBezTo>
                    <a:pt x="22" y="250"/>
                    <a:pt x="44" y="251"/>
                    <a:pt x="66" y="251"/>
                  </a:cubicBezTo>
                  <a:cubicBezTo>
                    <a:pt x="162" y="251"/>
                    <a:pt x="253" y="231"/>
                    <a:pt x="344" y="203"/>
                  </a:cubicBezTo>
                  <a:cubicBezTo>
                    <a:pt x="455" y="159"/>
                    <a:pt x="556" y="104"/>
                    <a:pt x="633" y="3"/>
                  </a:cubicBezTo>
                  <a:cubicBezTo>
                    <a:pt x="612" y="1"/>
                    <a:pt x="591" y="1"/>
                    <a:pt x="57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36"/>
            <p:cNvSpPr/>
            <p:nvPr/>
          </p:nvSpPr>
          <p:spPr>
            <a:xfrm>
              <a:off x="4107975" y="4539625"/>
              <a:ext cx="18925" cy="11975"/>
            </a:xfrm>
            <a:custGeom>
              <a:avLst/>
              <a:gdLst/>
              <a:ahLst/>
              <a:cxnLst/>
              <a:rect l="l" t="t" r="r" b="b"/>
              <a:pathLst>
                <a:path w="757" h="479" extrusionOk="0">
                  <a:moveTo>
                    <a:pt x="756" y="1"/>
                  </a:moveTo>
                  <a:lnTo>
                    <a:pt x="756" y="1"/>
                  </a:lnTo>
                  <a:cubicBezTo>
                    <a:pt x="589" y="34"/>
                    <a:pt x="456" y="101"/>
                    <a:pt x="334" y="168"/>
                  </a:cubicBezTo>
                  <a:cubicBezTo>
                    <a:pt x="211" y="257"/>
                    <a:pt x="90" y="345"/>
                    <a:pt x="1" y="479"/>
                  </a:cubicBezTo>
                  <a:cubicBezTo>
                    <a:pt x="156" y="445"/>
                    <a:pt x="290" y="378"/>
                    <a:pt x="411" y="301"/>
                  </a:cubicBezTo>
                  <a:cubicBezTo>
                    <a:pt x="545" y="223"/>
                    <a:pt x="656" y="134"/>
                    <a:pt x="756"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36"/>
            <p:cNvSpPr/>
            <p:nvPr/>
          </p:nvSpPr>
          <p:spPr>
            <a:xfrm>
              <a:off x="3723050" y="4081125"/>
              <a:ext cx="125575" cy="104300"/>
            </a:xfrm>
            <a:custGeom>
              <a:avLst/>
              <a:gdLst/>
              <a:ahLst/>
              <a:cxnLst/>
              <a:rect l="l" t="t" r="r" b="b"/>
              <a:pathLst>
                <a:path w="5023" h="4172" extrusionOk="0">
                  <a:moveTo>
                    <a:pt x="2100" y="0"/>
                  </a:moveTo>
                  <a:cubicBezTo>
                    <a:pt x="1589" y="0"/>
                    <a:pt x="1090" y="278"/>
                    <a:pt x="811" y="711"/>
                  </a:cubicBezTo>
                  <a:cubicBezTo>
                    <a:pt x="645" y="978"/>
                    <a:pt x="556" y="1289"/>
                    <a:pt x="423" y="1566"/>
                  </a:cubicBezTo>
                  <a:cubicBezTo>
                    <a:pt x="345" y="1744"/>
                    <a:pt x="245" y="1911"/>
                    <a:pt x="167" y="2077"/>
                  </a:cubicBezTo>
                  <a:cubicBezTo>
                    <a:pt x="67" y="2289"/>
                    <a:pt x="1" y="2499"/>
                    <a:pt x="23" y="2722"/>
                  </a:cubicBezTo>
                  <a:cubicBezTo>
                    <a:pt x="67" y="3055"/>
                    <a:pt x="300" y="3322"/>
                    <a:pt x="567" y="3521"/>
                  </a:cubicBezTo>
                  <a:cubicBezTo>
                    <a:pt x="1067" y="3899"/>
                    <a:pt x="1689" y="4099"/>
                    <a:pt x="2311" y="4155"/>
                  </a:cubicBezTo>
                  <a:cubicBezTo>
                    <a:pt x="2437" y="4166"/>
                    <a:pt x="2564" y="4172"/>
                    <a:pt x="2690" y="4172"/>
                  </a:cubicBezTo>
                  <a:cubicBezTo>
                    <a:pt x="3188" y="4172"/>
                    <a:pt x="3688" y="4090"/>
                    <a:pt x="4166" y="3966"/>
                  </a:cubicBezTo>
                  <a:cubicBezTo>
                    <a:pt x="4366" y="3911"/>
                    <a:pt x="4578" y="3844"/>
                    <a:pt x="4722" y="3699"/>
                  </a:cubicBezTo>
                  <a:cubicBezTo>
                    <a:pt x="5022" y="3410"/>
                    <a:pt x="4978" y="2922"/>
                    <a:pt x="4877" y="2511"/>
                  </a:cubicBezTo>
                  <a:cubicBezTo>
                    <a:pt x="4744" y="1922"/>
                    <a:pt x="4544" y="1333"/>
                    <a:pt x="4300" y="778"/>
                  </a:cubicBezTo>
                  <a:cubicBezTo>
                    <a:pt x="4211" y="556"/>
                    <a:pt x="4089" y="311"/>
                    <a:pt x="3877" y="200"/>
                  </a:cubicBezTo>
                  <a:cubicBezTo>
                    <a:pt x="3792" y="151"/>
                    <a:pt x="3697" y="129"/>
                    <a:pt x="3603" y="129"/>
                  </a:cubicBezTo>
                  <a:cubicBezTo>
                    <a:pt x="3440" y="129"/>
                    <a:pt x="3279" y="195"/>
                    <a:pt x="3166" y="300"/>
                  </a:cubicBezTo>
                  <a:cubicBezTo>
                    <a:pt x="3085" y="371"/>
                    <a:pt x="3041" y="526"/>
                    <a:pt x="2941" y="526"/>
                  </a:cubicBezTo>
                  <a:cubicBezTo>
                    <a:pt x="2932" y="526"/>
                    <a:pt x="2922" y="525"/>
                    <a:pt x="2911" y="522"/>
                  </a:cubicBezTo>
                  <a:cubicBezTo>
                    <a:pt x="2822" y="489"/>
                    <a:pt x="2734" y="211"/>
                    <a:pt x="2633" y="144"/>
                  </a:cubicBezTo>
                  <a:cubicBezTo>
                    <a:pt x="2478" y="45"/>
                    <a:pt x="2289" y="11"/>
                    <a:pt x="210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36"/>
            <p:cNvSpPr/>
            <p:nvPr/>
          </p:nvSpPr>
          <p:spPr>
            <a:xfrm>
              <a:off x="3769150" y="4153775"/>
              <a:ext cx="12800" cy="9275"/>
            </a:xfrm>
            <a:custGeom>
              <a:avLst/>
              <a:gdLst/>
              <a:ahLst/>
              <a:cxnLst/>
              <a:rect l="l" t="t" r="r" b="b"/>
              <a:pathLst>
                <a:path w="512" h="371" extrusionOk="0">
                  <a:moveTo>
                    <a:pt x="125" y="0"/>
                  </a:moveTo>
                  <a:cubicBezTo>
                    <a:pt x="116" y="0"/>
                    <a:pt x="107" y="2"/>
                    <a:pt x="100" y="5"/>
                  </a:cubicBezTo>
                  <a:cubicBezTo>
                    <a:pt x="56" y="27"/>
                    <a:pt x="34" y="60"/>
                    <a:pt x="12" y="104"/>
                  </a:cubicBezTo>
                  <a:cubicBezTo>
                    <a:pt x="12" y="116"/>
                    <a:pt x="1" y="127"/>
                    <a:pt x="1" y="138"/>
                  </a:cubicBezTo>
                  <a:cubicBezTo>
                    <a:pt x="1" y="160"/>
                    <a:pt x="23" y="183"/>
                    <a:pt x="45" y="193"/>
                  </a:cubicBezTo>
                  <a:cubicBezTo>
                    <a:pt x="123" y="260"/>
                    <a:pt x="212" y="316"/>
                    <a:pt x="300" y="360"/>
                  </a:cubicBezTo>
                  <a:cubicBezTo>
                    <a:pt x="316" y="367"/>
                    <a:pt x="332" y="370"/>
                    <a:pt x="346" y="370"/>
                  </a:cubicBezTo>
                  <a:cubicBezTo>
                    <a:pt x="401" y="370"/>
                    <a:pt x="443" y="325"/>
                    <a:pt x="478" y="272"/>
                  </a:cubicBezTo>
                  <a:cubicBezTo>
                    <a:pt x="500" y="249"/>
                    <a:pt x="512" y="227"/>
                    <a:pt x="512" y="205"/>
                  </a:cubicBezTo>
                  <a:cubicBezTo>
                    <a:pt x="500" y="183"/>
                    <a:pt x="490" y="160"/>
                    <a:pt x="478" y="149"/>
                  </a:cubicBezTo>
                  <a:cubicBezTo>
                    <a:pt x="401" y="82"/>
                    <a:pt x="300" y="38"/>
                    <a:pt x="189" y="16"/>
                  </a:cubicBezTo>
                  <a:cubicBezTo>
                    <a:pt x="174" y="8"/>
                    <a:pt x="147" y="0"/>
                    <a:pt x="12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36"/>
            <p:cNvSpPr/>
            <p:nvPr/>
          </p:nvSpPr>
          <p:spPr>
            <a:xfrm>
              <a:off x="3745550" y="4123050"/>
              <a:ext cx="28625" cy="17575"/>
            </a:xfrm>
            <a:custGeom>
              <a:avLst/>
              <a:gdLst/>
              <a:ahLst/>
              <a:cxnLst/>
              <a:rect l="l" t="t" r="r" b="b"/>
              <a:pathLst>
                <a:path w="1145" h="703" extrusionOk="0">
                  <a:moveTo>
                    <a:pt x="156" y="0"/>
                  </a:moveTo>
                  <a:cubicBezTo>
                    <a:pt x="0" y="134"/>
                    <a:pt x="101" y="467"/>
                    <a:pt x="234" y="600"/>
                  </a:cubicBezTo>
                  <a:cubicBezTo>
                    <a:pt x="278" y="645"/>
                    <a:pt x="356" y="679"/>
                    <a:pt x="422" y="689"/>
                  </a:cubicBezTo>
                  <a:cubicBezTo>
                    <a:pt x="471" y="697"/>
                    <a:pt x="521" y="702"/>
                    <a:pt x="571" y="702"/>
                  </a:cubicBezTo>
                  <a:cubicBezTo>
                    <a:pt x="657" y="702"/>
                    <a:pt x="741" y="687"/>
                    <a:pt x="812" y="645"/>
                  </a:cubicBezTo>
                  <a:cubicBezTo>
                    <a:pt x="1012" y="545"/>
                    <a:pt x="1089" y="301"/>
                    <a:pt x="1145" y="67"/>
                  </a:cubicBezTo>
                  <a:cubicBezTo>
                    <a:pt x="822" y="67"/>
                    <a:pt x="478" y="0"/>
                    <a:pt x="156"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36"/>
            <p:cNvSpPr/>
            <p:nvPr/>
          </p:nvSpPr>
          <p:spPr>
            <a:xfrm>
              <a:off x="3805825" y="4124450"/>
              <a:ext cx="20825" cy="12600"/>
            </a:xfrm>
            <a:custGeom>
              <a:avLst/>
              <a:gdLst/>
              <a:ahLst/>
              <a:cxnLst/>
              <a:rect l="l" t="t" r="r" b="b"/>
              <a:pathLst>
                <a:path w="833" h="504" extrusionOk="0">
                  <a:moveTo>
                    <a:pt x="0" y="0"/>
                  </a:moveTo>
                  <a:lnTo>
                    <a:pt x="0" y="0"/>
                  </a:lnTo>
                  <a:cubicBezTo>
                    <a:pt x="22" y="167"/>
                    <a:pt x="67" y="344"/>
                    <a:pt x="200" y="445"/>
                  </a:cubicBezTo>
                  <a:cubicBezTo>
                    <a:pt x="260" y="487"/>
                    <a:pt x="334" y="504"/>
                    <a:pt x="410" y="504"/>
                  </a:cubicBezTo>
                  <a:cubicBezTo>
                    <a:pt x="432" y="504"/>
                    <a:pt x="455" y="502"/>
                    <a:pt x="478" y="500"/>
                  </a:cubicBezTo>
                  <a:cubicBezTo>
                    <a:pt x="533" y="489"/>
                    <a:pt x="589" y="478"/>
                    <a:pt x="622" y="445"/>
                  </a:cubicBezTo>
                  <a:cubicBezTo>
                    <a:pt x="733" y="367"/>
                    <a:pt x="833" y="122"/>
                    <a:pt x="733" y="23"/>
                  </a:cubicBezTo>
                  <a:cubicBezTo>
                    <a:pt x="617" y="12"/>
                    <a:pt x="494" y="12"/>
                    <a:pt x="371" y="12"/>
                  </a:cubicBezTo>
                  <a:cubicBezTo>
                    <a:pt x="247" y="12"/>
                    <a:pt x="122" y="12"/>
                    <a:pt x="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36"/>
            <p:cNvSpPr/>
            <p:nvPr/>
          </p:nvSpPr>
          <p:spPr>
            <a:xfrm>
              <a:off x="3798300" y="4105225"/>
              <a:ext cx="31425" cy="14250"/>
            </a:xfrm>
            <a:custGeom>
              <a:avLst/>
              <a:gdLst/>
              <a:ahLst/>
              <a:cxnLst/>
              <a:rect l="l" t="t" r="r" b="b"/>
              <a:pathLst>
                <a:path w="1257" h="570" extrusionOk="0">
                  <a:moveTo>
                    <a:pt x="128" y="1"/>
                  </a:moveTo>
                  <a:cubicBezTo>
                    <a:pt x="111" y="1"/>
                    <a:pt x="95" y="1"/>
                    <a:pt x="79" y="2"/>
                  </a:cubicBezTo>
                  <a:cubicBezTo>
                    <a:pt x="57" y="147"/>
                    <a:pt x="23" y="281"/>
                    <a:pt x="1" y="414"/>
                  </a:cubicBezTo>
                  <a:cubicBezTo>
                    <a:pt x="35" y="425"/>
                    <a:pt x="68" y="425"/>
                    <a:pt x="101" y="425"/>
                  </a:cubicBezTo>
                  <a:cubicBezTo>
                    <a:pt x="479" y="436"/>
                    <a:pt x="879" y="425"/>
                    <a:pt x="1223" y="569"/>
                  </a:cubicBezTo>
                  <a:cubicBezTo>
                    <a:pt x="1234" y="547"/>
                    <a:pt x="1245" y="525"/>
                    <a:pt x="1257" y="491"/>
                  </a:cubicBezTo>
                  <a:cubicBezTo>
                    <a:pt x="1057" y="303"/>
                    <a:pt x="823" y="170"/>
                    <a:pt x="568" y="81"/>
                  </a:cubicBezTo>
                  <a:cubicBezTo>
                    <a:pt x="438" y="41"/>
                    <a:pt x="273" y="1"/>
                    <a:pt x="12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36"/>
            <p:cNvSpPr/>
            <p:nvPr/>
          </p:nvSpPr>
          <p:spPr>
            <a:xfrm>
              <a:off x="3743325" y="4101375"/>
              <a:ext cx="35850" cy="16975"/>
            </a:xfrm>
            <a:custGeom>
              <a:avLst/>
              <a:gdLst/>
              <a:ahLst/>
              <a:cxnLst/>
              <a:rect l="l" t="t" r="r" b="b"/>
              <a:pathLst>
                <a:path w="1434" h="679" extrusionOk="0">
                  <a:moveTo>
                    <a:pt x="1345" y="1"/>
                  </a:moveTo>
                  <a:cubicBezTo>
                    <a:pt x="1156" y="1"/>
                    <a:pt x="956" y="68"/>
                    <a:pt x="778" y="124"/>
                  </a:cubicBezTo>
                  <a:cubicBezTo>
                    <a:pt x="489" y="235"/>
                    <a:pt x="234" y="390"/>
                    <a:pt x="0" y="601"/>
                  </a:cubicBezTo>
                  <a:cubicBezTo>
                    <a:pt x="12" y="623"/>
                    <a:pt x="23" y="645"/>
                    <a:pt x="34" y="679"/>
                  </a:cubicBezTo>
                  <a:cubicBezTo>
                    <a:pt x="434" y="490"/>
                    <a:pt x="889" y="468"/>
                    <a:pt x="1333" y="423"/>
                  </a:cubicBezTo>
                  <a:cubicBezTo>
                    <a:pt x="1367" y="423"/>
                    <a:pt x="1400" y="423"/>
                    <a:pt x="1434" y="412"/>
                  </a:cubicBezTo>
                  <a:cubicBezTo>
                    <a:pt x="1400" y="279"/>
                    <a:pt x="1378" y="134"/>
                    <a:pt x="13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36"/>
            <p:cNvSpPr/>
            <p:nvPr/>
          </p:nvSpPr>
          <p:spPr>
            <a:xfrm>
              <a:off x="3748875" y="4123575"/>
              <a:ext cx="9475" cy="9800"/>
            </a:xfrm>
            <a:custGeom>
              <a:avLst/>
              <a:gdLst/>
              <a:ahLst/>
              <a:cxnLst/>
              <a:rect l="l" t="t" r="r" b="b"/>
              <a:pathLst>
                <a:path w="379" h="392" extrusionOk="0">
                  <a:moveTo>
                    <a:pt x="195" y="1"/>
                  </a:moveTo>
                  <a:cubicBezTo>
                    <a:pt x="189" y="1"/>
                    <a:pt x="184" y="1"/>
                    <a:pt x="178" y="2"/>
                  </a:cubicBezTo>
                  <a:cubicBezTo>
                    <a:pt x="79" y="13"/>
                    <a:pt x="1" y="102"/>
                    <a:pt x="12" y="213"/>
                  </a:cubicBezTo>
                  <a:cubicBezTo>
                    <a:pt x="12" y="307"/>
                    <a:pt x="101" y="392"/>
                    <a:pt x="196" y="392"/>
                  </a:cubicBezTo>
                  <a:cubicBezTo>
                    <a:pt x="201" y="392"/>
                    <a:pt x="207" y="391"/>
                    <a:pt x="212" y="391"/>
                  </a:cubicBezTo>
                  <a:cubicBezTo>
                    <a:pt x="312" y="379"/>
                    <a:pt x="378" y="290"/>
                    <a:pt x="378" y="191"/>
                  </a:cubicBezTo>
                  <a:cubicBezTo>
                    <a:pt x="378" y="86"/>
                    <a:pt x="289" y="1"/>
                    <a:pt x="19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36"/>
            <p:cNvSpPr/>
            <p:nvPr/>
          </p:nvSpPr>
          <p:spPr>
            <a:xfrm>
              <a:off x="3806650" y="4125675"/>
              <a:ext cx="10300" cy="9450"/>
            </a:xfrm>
            <a:custGeom>
              <a:avLst/>
              <a:gdLst/>
              <a:ahLst/>
              <a:cxnLst/>
              <a:rect l="l" t="t" r="r" b="b"/>
              <a:pathLst>
                <a:path w="412" h="378" extrusionOk="0">
                  <a:moveTo>
                    <a:pt x="211" y="1"/>
                  </a:moveTo>
                  <a:cubicBezTo>
                    <a:pt x="140" y="1"/>
                    <a:pt x="77" y="44"/>
                    <a:pt x="45" y="118"/>
                  </a:cubicBezTo>
                  <a:cubicBezTo>
                    <a:pt x="0" y="206"/>
                    <a:pt x="45" y="318"/>
                    <a:pt x="123" y="362"/>
                  </a:cubicBezTo>
                  <a:cubicBezTo>
                    <a:pt x="147" y="373"/>
                    <a:pt x="171" y="378"/>
                    <a:pt x="195" y="378"/>
                  </a:cubicBezTo>
                  <a:cubicBezTo>
                    <a:pt x="268" y="378"/>
                    <a:pt x="334" y="330"/>
                    <a:pt x="367" y="262"/>
                  </a:cubicBezTo>
                  <a:cubicBezTo>
                    <a:pt x="412" y="174"/>
                    <a:pt x="367" y="51"/>
                    <a:pt x="289" y="18"/>
                  </a:cubicBezTo>
                  <a:cubicBezTo>
                    <a:pt x="263" y="6"/>
                    <a:pt x="237" y="1"/>
                    <a:pt x="2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36"/>
            <p:cNvSpPr/>
            <p:nvPr/>
          </p:nvSpPr>
          <p:spPr>
            <a:xfrm>
              <a:off x="3756375" y="4142825"/>
              <a:ext cx="9475" cy="14675"/>
            </a:xfrm>
            <a:custGeom>
              <a:avLst/>
              <a:gdLst/>
              <a:ahLst/>
              <a:cxnLst/>
              <a:rect l="l" t="t" r="r" b="b"/>
              <a:pathLst>
                <a:path w="379" h="587" extrusionOk="0">
                  <a:moveTo>
                    <a:pt x="322" y="0"/>
                  </a:moveTo>
                  <a:cubicBezTo>
                    <a:pt x="314" y="0"/>
                    <a:pt x="307" y="3"/>
                    <a:pt x="300" y="9"/>
                  </a:cubicBezTo>
                  <a:cubicBezTo>
                    <a:pt x="201" y="76"/>
                    <a:pt x="100" y="165"/>
                    <a:pt x="23" y="265"/>
                  </a:cubicBezTo>
                  <a:cubicBezTo>
                    <a:pt x="12" y="287"/>
                    <a:pt x="1" y="298"/>
                    <a:pt x="1" y="320"/>
                  </a:cubicBezTo>
                  <a:lnTo>
                    <a:pt x="12" y="320"/>
                  </a:lnTo>
                  <a:cubicBezTo>
                    <a:pt x="100" y="421"/>
                    <a:pt x="189" y="498"/>
                    <a:pt x="312" y="554"/>
                  </a:cubicBezTo>
                  <a:lnTo>
                    <a:pt x="379" y="587"/>
                  </a:lnTo>
                  <a:cubicBezTo>
                    <a:pt x="367" y="498"/>
                    <a:pt x="356" y="409"/>
                    <a:pt x="356" y="320"/>
                  </a:cubicBezTo>
                  <a:cubicBezTo>
                    <a:pt x="356" y="287"/>
                    <a:pt x="345" y="132"/>
                    <a:pt x="356" y="31"/>
                  </a:cubicBezTo>
                  <a:cubicBezTo>
                    <a:pt x="356" y="16"/>
                    <a:pt x="339" y="0"/>
                    <a:pt x="322"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36"/>
            <p:cNvSpPr/>
            <p:nvPr/>
          </p:nvSpPr>
          <p:spPr>
            <a:xfrm>
              <a:off x="3785525" y="4153575"/>
              <a:ext cx="12250" cy="12000"/>
            </a:xfrm>
            <a:custGeom>
              <a:avLst/>
              <a:gdLst/>
              <a:ahLst/>
              <a:cxnLst/>
              <a:rect l="l" t="t" r="r" b="b"/>
              <a:pathLst>
                <a:path w="490" h="480" extrusionOk="0">
                  <a:moveTo>
                    <a:pt x="421" y="1"/>
                  </a:moveTo>
                  <a:cubicBezTo>
                    <a:pt x="413" y="1"/>
                    <a:pt x="405" y="4"/>
                    <a:pt x="401" y="13"/>
                  </a:cubicBezTo>
                  <a:cubicBezTo>
                    <a:pt x="346" y="90"/>
                    <a:pt x="235" y="201"/>
                    <a:pt x="212" y="224"/>
                  </a:cubicBezTo>
                  <a:cubicBezTo>
                    <a:pt x="146" y="290"/>
                    <a:pt x="79" y="357"/>
                    <a:pt x="1" y="413"/>
                  </a:cubicBezTo>
                  <a:lnTo>
                    <a:pt x="1" y="435"/>
                  </a:lnTo>
                  <a:cubicBezTo>
                    <a:pt x="19" y="432"/>
                    <a:pt x="38" y="431"/>
                    <a:pt x="57" y="431"/>
                  </a:cubicBezTo>
                  <a:cubicBezTo>
                    <a:pt x="110" y="431"/>
                    <a:pt x="167" y="441"/>
                    <a:pt x="223" y="457"/>
                  </a:cubicBezTo>
                  <a:cubicBezTo>
                    <a:pt x="301" y="468"/>
                    <a:pt x="379" y="480"/>
                    <a:pt x="457" y="480"/>
                  </a:cubicBezTo>
                  <a:cubicBezTo>
                    <a:pt x="467" y="480"/>
                    <a:pt x="467" y="480"/>
                    <a:pt x="467" y="468"/>
                  </a:cubicBezTo>
                  <a:cubicBezTo>
                    <a:pt x="479" y="457"/>
                    <a:pt x="490" y="435"/>
                    <a:pt x="490" y="413"/>
                  </a:cubicBezTo>
                  <a:cubicBezTo>
                    <a:pt x="490" y="290"/>
                    <a:pt x="479" y="157"/>
                    <a:pt x="457" y="24"/>
                  </a:cubicBezTo>
                  <a:cubicBezTo>
                    <a:pt x="450" y="10"/>
                    <a:pt x="435" y="1"/>
                    <a:pt x="421"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36"/>
            <p:cNvSpPr/>
            <p:nvPr/>
          </p:nvSpPr>
          <p:spPr>
            <a:xfrm>
              <a:off x="3749425" y="4121675"/>
              <a:ext cx="25325" cy="3950"/>
            </a:xfrm>
            <a:custGeom>
              <a:avLst/>
              <a:gdLst/>
              <a:ahLst/>
              <a:cxnLst/>
              <a:rect l="l" t="t" r="r" b="b"/>
              <a:pathLst>
                <a:path w="1013" h="158" extrusionOk="0">
                  <a:moveTo>
                    <a:pt x="12" y="0"/>
                  </a:moveTo>
                  <a:lnTo>
                    <a:pt x="1" y="67"/>
                  </a:lnTo>
                  <a:cubicBezTo>
                    <a:pt x="293" y="125"/>
                    <a:pt x="584" y="158"/>
                    <a:pt x="884" y="158"/>
                  </a:cubicBezTo>
                  <a:cubicBezTo>
                    <a:pt x="927" y="158"/>
                    <a:pt x="969" y="157"/>
                    <a:pt x="1012" y="156"/>
                  </a:cubicBezTo>
                  <a:lnTo>
                    <a:pt x="1012" y="89"/>
                  </a:lnTo>
                  <a:cubicBezTo>
                    <a:pt x="961" y="91"/>
                    <a:pt x="909" y="92"/>
                    <a:pt x="857" y="92"/>
                  </a:cubicBezTo>
                  <a:cubicBezTo>
                    <a:pt x="573" y="92"/>
                    <a:pt x="284" y="66"/>
                    <a:pt x="1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36"/>
            <p:cNvSpPr/>
            <p:nvPr/>
          </p:nvSpPr>
          <p:spPr>
            <a:xfrm>
              <a:off x="3804975" y="4123600"/>
              <a:ext cx="19475" cy="2375"/>
            </a:xfrm>
            <a:custGeom>
              <a:avLst/>
              <a:gdLst/>
              <a:ahLst/>
              <a:cxnLst/>
              <a:rect l="l" t="t" r="r" b="b"/>
              <a:pathLst>
                <a:path w="779" h="95" extrusionOk="0">
                  <a:moveTo>
                    <a:pt x="12" y="1"/>
                  </a:moveTo>
                  <a:lnTo>
                    <a:pt x="1" y="67"/>
                  </a:lnTo>
                  <a:cubicBezTo>
                    <a:pt x="142" y="86"/>
                    <a:pt x="286" y="94"/>
                    <a:pt x="430" y="94"/>
                  </a:cubicBezTo>
                  <a:cubicBezTo>
                    <a:pt x="547" y="94"/>
                    <a:pt x="664" y="89"/>
                    <a:pt x="778" y="79"/>
                  </a:cubicBezTo>
                  <a:lnTo>
                    <a:pt x="778" y="12"/>
                  </a:lnTo>
                  <a:cubicBezTo>
                    <a:pt x="664" y="22"/>
                    <a:pt x="549" y="28"/>
                    <a:pt x="435" y="28"/>
                  </a:cubicBezTo>
                  <a:cubicBezTo>
                    <a:pt x="294" y="28"/>
                    <a:pt x="153" y="19"/>
                    <a:pt x="1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36"/>
            <p:cNvSpPr/>
            <p:nvPr/>
          </p:nvSpPr>
          <p:spPr>
            <a:xfrm>
              <a:off x="3776100" y="4129925"/>
              <a:ext cx="24200" cy="17575"/>
            </a:xfrm>
            <a:custGeom>
              <a:avLst/>
              <a:gdLst/>
              <a:ahLst/>
              <a:cxnLst/>
              <a:rect l="l" t="t" r="r" b="b"/>
              <a:pathLst>
                <a:path w="968" h="703" extrusionOk="0">
                  <a:moveTo>
                    <a:pt x="767" y="0"/>
                  </a:moveTo>
                  <a:cubicBezTo>
                    <a:pt x="695" y="0"/>
                    <a:pt x="623" y="35"/>
                    <a:pt x="578" y="81"/>
                  </a:cubicBezTo>
                  <a:cubicBezTo>
                    <a:pt x="556" y="115"/>
                    <a:pt x="533" y="159"/>
                    <a:pt x="511" y="192"/>
                  </a:cubicBezTo>
                  <a:cubicBezTo>
                    <a:pt x="444" y="86"/>
                    <a:pt x="317" y="22"/>
                    <a:pt x="190" y="22"/>
                  </a:cubicBezTo>
                  <a:cubicBezTo>
                    <a:pt x="171" y="22"/>
                    <a:pt x="152" y="23"/>
                    <a:pt x="133" y="26"/>
                  </a:cubicBezTo>
                  <a:cubicBezTo>
                    <a:pt x="111" y="26"/>
                    <a:pt x="89" y="36"/>
                    <a:pt x="67" y="48"/>
                  </a:cubicBezTo>
                  <a:cubicBezTo>
                    <a:pt x="45" y="59"/>
                    <a:pt x="34" y="92"/>
                    <a:pt x="22" y="115"/>
                  </a:cubicBezTo>
                  <a:cubicBezTo>
                    <a:pt x="0" y="226"/>
                    <a:pt x="56" y="315"/>
                    <a:pt x="101" y="381"/>
                  </a:cubicBezTo>
                  <a:cubicBezTo>
                    <a:pt x="167" y="492"/>
                    <a:pt x="245" y="614"/>
                    <a:pt x="378" y="659"/>
                  </a:cubicBezTo>
                  <a:cubicBezTo>
                    <a:pt x="389" y="659"/>
                    <a:pt x="400" y="670"/>
                    <a:pt x="412" y="670"/>
                  </a:cubicBezTo>
                  <a:lnTo>
                    <a:pt x="434" y="570"/>
                  </a:lnTo>
                  <a:cubicBezTo>
                    <a:pt x="323" y="537"/>
                    <a:pt x="256" y="436"/>
                    <a:pt x="189" y="325"/>
                  </a:cubicBezTo>
                  <a:cubicBezTo>
                    <a:pt x="145" y="259"/>
                    <a:pt x="111" y="204"/>
                    <a:pt x="123" y="148"/>
                  </a:cubicBezTo>
                  <a:cubicBezTo>
                    <a:pt x="133" y="137"/>
                    <a:pt x="133" y="137"/>
                    <a:pt x="133" y="125"/>
                  </a:cubicBezTo>
                  <a:lnTo>
                    <a:pt x="156" y="125"/>
                  </a:lnTo>
                  <a:cubicBezTo>
                    <a:pt x="168" y="123"/>
                    <a:pt x="181" y="122"/>
                    <a:pt x="194" y="122"/>
                  </a:cubicBezTo>
                  <a:cubicBezTo>
                    <a:pt x="317" y="122"/>
                    <a:pt x="447" y="217"/>
                    <a:pt x="467" y="348"/>
                  </a:cubicBezTo>
                  <a:lnTo>
                    <a:pt x="523" y="547"/>
                  </a:lnTo>
                  <a:lnTo>
                    <a:pt x="578" y="348"/>
                  </a:lnTo>
                  <a:cubicBezTo>
                    <a:pt x="589" y="281"/>
                    <a:pt x="612" y="204"/>
                    <a:pt x="656" y="148"/>
                  </a:cubicBezTo>
                  <a:cubicBezTo>
                    <a:pt x="687" y="124"/>
                    <a:pt x="730" y="101"/>
                    <a:pt x="768" y="101"/>
                  </a:cubicBezTo>
                  <a:cubicBezTo>
                    <a:pt x="784" y="101"/>
                    <a:pt x="799" y="105"/>
                    <a:pt x="812" y="115"/>
                  </a:cubicBezTo>
                  <a:cubicBezTo>
                    <a:pt x="856" y="137"/>
                    <a:pt x="867" y="214"/>
                    <a:pt x="856" y="270"/>
                  </a:cubicBezTo>
                  <a:cubicBezTo>
                    <a:pt x="844" y="404"/>
                    <a:pt x="767" y="537"/>
                    <a:pt x="700" y="648"/>
                  </a:cubicBezTo>
                  <a:lnTo>
                    <a:pt x="789" y="703"/>
                  </a:lnTo>
                  <a:cubicBezTo>
                    <a:pt x="867" y="581"/>
                    <a:pt x="945" y="436"/>
                    <a:pt x="967" y="270"/>
                  </a:cubicBezTo>
                  <a:cubicBezTo>
                    <a:pt x="967" y="159"/>
                    <a:pt x="933" y="70"/>
                    <a:pt x="867" y="26"/>
                  </a:cubicBezTo>
                  <a:cubicBezTo>
                    <a:pt x="835" y="8"/>
                    <a:pt x="801" y="0"/>
                    <a:pt x="76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36"/>
            <p:cNvSpPr/>
            <p:nvPr/>
          </p:nvSpPr>
          <p:spPr>
            <a:xfrm>
              <a:off x="3755275" y="4149450"/>
              <a:ext cx="42225" cy="17225"/>
            </a:xfrm>
            <a:custGeom>
              <a:avLst/>
              <a:gdLst/>
              <a:ahLst/>
              <a:cxnLst/>
              <a:rect l="l" t="t" r="r" b="b"/>
              <a:pathLst>
                <a:path w="1689" h="689" extrusionOk="0">
                  <a:moveTo>
                    <a:pt x="45" y="0"/>
                  </a:moveTo>
                  <a:cubicBezTo>
                    <a:pt x="33" y="22"/>
                    <a:pt x="11" y="33"/>
                    <a:pt x="0" y="45"/>
                  </a:cubicBezTo>
                  <a:cubicBezTo>
                    <a:pt x="334" y="356"/>
                    <a:pt x="756" y="566"/>
                    <a:pt x="1200" y="645"/>
                  </a:cubicBezTo>
                  <a:cubicBezTo>
                    <a:pt x="1356" y="677"/>
                    <a:pt x="1522" y="689"/>
                    <a:pt x="1677" y="689"/>
                  </a:cubicBezTo>
                  <a:cubicBezTo>
                    <a:pt x="1677" y="667"/>
                    <a:pt x="1689" y="645"/>
                    <a:pt x="1689" y="622"/>
                  </a:cubicBezTo>
                  <a:lnTo>
                    <a:pt x="1689" y="622"/>
                  </a:lnTo>
                  <a:cubicBezTo>
                    <a:pt x="1675" y="623"/>
                    <a:pt x="1661" y="623"/>
                    <a:pt x="1648" y="623"/>
                  </a:cubicBezTo>
                  <a:cubicBezTo>
                    <a:pt x="1062" y="623"/>
                    <a:pt x="479" y="401"/>
                    <a:pt x="4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92"/>
        <p:cNvGrpSpPr/>
        <p:nvPr/>
      </p:nvGrpSpPr>
      <p:grpSpPr>
        <a:xfrm>
          <a:off x="0" y="0"/>
          <a:ext cx="0" cy="0"/>
          <a:chOff x="0" y="0"/>
          <a:chExt cx="0" cy="0"/>
        </a:xfrm>
      </p:grpSpPr>
      <p:sp>
        <p:nvSpPr>
          <p:cNvPr id="893" name="Google Shape;893;p37"/>
          <p:cNvSpPr/>
          <p:nvPr/>
        </p:nvSpPr>
        <p:spPr>
          <a:xfrm>
            <a:off x="5767286" y="17092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894" name="Google Shape;894;p37"/>
          <p:cNvSpPr/>
          <p:nvPr/>
        </p:nvSpPr>
        <p:spPr>
          <a:xfrm>
            <a:off x="2256723" y="17092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895" name="Google Shape;895;p37"/>
          <p:cNvSpPr/>
          <p:nvPr/>
        </p:nvSpPr>
        <p:spPr>
          <a:xfrm>
            <a:off x="1542709" y="2988638"/>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896" name="Google Shape;896;p37"/>
          <p:cNvSpPr/>
          <p:nvPr/>
        </p:nvSpPr>
        <p:spPr>
          <a:xfrm flipH="1">
            <a:off x="5053321" y="2988638"/>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897" name="Google Shape;897;p37"/>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898" name="Google Shape;898;p3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These are two columns</a:t>
            </a:r>
            <a:endParaRPr/>
          </a:p>
        </p:txBody>
      </p:sp>
      <p:sp>
        <p:nvSpPr>
          <p:cNvPr id="899" name="Google Shape;899;p37"/>
          <p:cNvSpPr txBox="1">
            <a:spLocks noGrp="1"/>
          </p:cNvSpPr>
          <p:nvPr>
            <p:ph type="subTitle" idx="1"/>
          </p:nvPr>
        </p:nvSpPr>
        <p:spPr>
          <a:xfrm>
            <a:off x="1542709" y="3592950"/>
            <a:ext cx="2510700" cy="1010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 It’s a hot and small planet</a:t>
            </a:r>
            <a:endParaRPr/>
          </a:p>
        </p:txBody>
      </p:sp>
      <p:sp>
        <p:nvSpPr>
          <p:cNvPr id="900" name="Google Shape;900;p37"/>
          <p:cNvSpPr txBox="1">
            <a:spLocks noGrp="1"/>
          </p:cNvSpPr>
          <p:nvPr>
            <p:ph type="subTitle" idx="2"/>
          </p:nvPr>
        </p:nvSpPr>
        <p:spPr>
          <a:xfrm>
            <a:off x="5071959" y="3592950"/>
            <a:ext cx="2510700" cy="1010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it’s the second planet from the Sun</a:t>
            </a:r>
            <a:endParaRPr/>
          </a:p>
        </p:txBody>
      </p:sp>
      <p:sp>
        <p:nvSpPr>
          <p:cNvPr id="901" name="Google Shape;901;p37"/>
          <p:cNvSpPr txBox="1">
            <a:spLocks noGrp="1"/>
          </p:cNvSpPr>
          <p:nvPr>
            <p:ph type="subTitle" idx="3"/>
          </p:nvPr>
        </p:nvSpPr>
        <p:spPr>
          <a:xfrm>
            <a:off x="1732209" y="30600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902" name="Google Shape;902;p37"/>
          <p:cNvSpPr txBox="1">
            <a:spLocks noGrp="1"/>
          </p:cNvSpPr>
          <p:nvPr>
            <p:ph type="subTitle" idx="4"/>
          </p:nvPr>
        </p:nvSpPr>
        <p:spPr>
          <a:xfrm>
            <a:off x="5261409" y="30600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grpSp>
        <p:nvGrpSpPr>
          <p:cNvPr id="903" name="Google Shape;903;p37"/>
          <p:cNvGrpSpPr/>
          <p:nvPr/>
        </p:nvGrpSpPr>
        <p:grpSpPr>
          <a:xfrm>
            <a:off x="2531179" y="1925733"/>
            <a:ext cx="571046" cy="571056"/>
            <a:chOff x="3168505" y="798235"/>
            <a:chExt cx="385972" cy="385979"/>
          </a:xfrm>
        </p:grpSpPr>
        <p:sp>
          <p:nvSpPr>
            <p:cNvPr id="904" name="Google Shape;904;p37"/>
            <p:cNvSpPr/>
            <p:nvPr/>
          </p:nvSpPr>
          <p:spPr>
            <a:xfrm>
              <a:off x="3350211" y="930070"/>
              <a:ext cx="22668" cy="203200"/>
            </a:xfrm>
            <a:custGeom>
              <a:avLst/>
              <a:gdLst/>
              <a:ahLst/>
              <a:cxnLst/>
              <a:rect l="l" t="t" r="r" b="b"/>
              <a:pathLst>
                <a:path w="445" h="3989" extrusionOk="0">
                  <a:moveTo>
                    <a:pt x="0" y="0"/>
                  </a:moveTo>
                  <a:lnTo>
                    <a:pt x="0" y="3989"/>
                  </a:lnTo>
                  <a:lnTo>
                    <a:pt x="444" y="3989"/>
                  </a:lnTo>
                  <a:lnTo>
                    <a:pt x="4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37"/>
            <p:cNvSpPr/>
            <p:nvPr/>
          </p:nvSpPr>
          <p:spPr>
            <a:xfrm>
              <a:off x="3350211" y="798235"/>
              <a:ext cx="22668" cy="27762"/>
            </a:xfrm>
            <a:custGeom>
              <a:avLst/>
              <a:gdLst/>
              <a:ahLst/>
              <a:cxnLst/>
              <a:rect l="l" t="t" r="r" b="b"/>
              <a:pathLst>
                <a:path w="445" h="545" extrusionOk="0">
                  <a:moveTo>
                    <a:pt x="0" y="1"/>
                  </a:moveTo>
                  <a:lnTo>
                    <a:pt x="0" y="544"/>
                  </a:lnTo>
                  <a:lnTo>
                    <a:pt x="444" y="544"/>
                  </a:lnTo>
                  <a:lnTo>
                    <a:pt x="44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37"/>
            <p:cNvSpPr/>
            <p:nvPr/>
          </p:nvSpPr>
          <p:spPr>
            <a:xfrm>
              <a:off x="3428813" y="940819"/>
              <a:ext cx="41924" cy="78702"/>
            </a:xfrm>
            <a:custGeom>
              <a:avLst/>
              <a:gdLst/>
              <a:ahLst/>
              <a:cxnLst/>
              <a:rect l="l" t="t" r="r" b="b"/>
              <a:pathLst>
                <a:path w="823" h="1545" extrusionOk="0">
                  <a:moveTo>
                    <a:pt x="390" y="1"/>
                  </a:moveTo>
                  <a:lnTo>
                    <a:pt x="1" y="1434"/>
                  </a:lnTo>
                  <a:lnTo>
                    <a:pt x="434" y="1545"/>
                  </a:lnTo>
                  <a:lnTo>
                    <a:pt x="823" y="112"/>
                  </a:lnTo>
                  <a:lnTo>
                    <a:pt x="390" y="1"/>
                  </a:lnTo>
                  <a:close/>
                </a:path>
              </a:pathLst>
            </a:custGeom>
            <a:solidFill>
              <a:srgbClr val="FFB6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37"/>
            <p:cNvSpPr/>
            <p:nvPr/>
          </p:nvSpPr>
          <p:spPr>
            <a:xfrm>
              <a:off x="3428813" y="940819"/>
              <a:ext cx="41924" cy="78702"/>
            </a:xfrm>
            <a:custGeom>
              <a:avLst/>
              <a:gdLst/>
              <a:ahLst/>
              <a:cxnLst/>
              <a:rect l="l" t="t" r="r" b="b"/>
              <a:pathLst>
                <a:path w="823" h="1545" extrusionOk="0">
                  <a:moveTo>
                    <a:pt x="390" y="1"/>
                  </a:moveTo>
                  <a:lnTo>
                    <a:pt x="1" y="1434"/>
                  </a:lnTo>
                  <a:lnTo>
                    <a:pt x="434" y="1545"/>
                  </a:lnTo>
                  <a:lnTo>
                    <a:pt x="823" y="112"/>
                  </a:lnTo>
                  <a:lnTo>
                    <a:pt x="390"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37"/>
            <p:cNvSpPr/>
            <p:nvPr/>
          </p:nvSpPr>
          <p:spPr>
            <a:xfrm>
              <a:off x="3475831" y="812346"/>
              <a:ext cx="28883" cy="33468"/>
            </a:xfrm>
            <a:custGeom>
              <a:avLst/>
              <a:gdLst/>
              <a:ahLst/>
              <a:cxnLst/>
              <a:rect l="l" t="t" r="r" b="b"/>
              <a:pathLst>
                <a:path w="567" h="657" extrusionOk="0">
                  <a:moveTo>
                    <a:pt x="144" y="1"/>
                  </a:moveTo>
                  <a:lnTo>
                    <a:pt x="0" y="546"/>
                  </a:lnTo>
                  <a:lnTo>
                    <a:pt x="422" y="657"/>
                  </a:lnTo>
                  <a:lnTo>
                    <a:pt x="566" y="123"/>
                  </a:lnTo>
                  <a:lnTo>
                    <a:pt x="144" y="1"/>
                  </a:lnTo>
                  <a:close/>
                </a:path>
              </a:pathLst>
            </a:custGeom>
            <a:solidFill>
              <a:srgbClr val="FFB6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37"/>
            <p:cNvSpPr/>
            <p:nvPr/>
          </p:nvSpPr>
          <p:spPr>
            <a:xfrm>
              <a:off x="3475831" y="812346"/>
              <a:ext cx="28883" cy="33468"/>
            </a:xfrm>
            <a:custGeom>
              <a:avLst/>
              <a:gdLst/>
              <a:ahLst/>
              <a:cxnLst/>
              <a:rect l="l" t="t" r="r" b="b"/>
              <a:pathLst>
                <a:path w="567" h="657" extrusionOk="0">
                  <a:moveTo>
                    <a:pt x="144" y="1"/>
                  </a:moveTo>
                  <a:lnTo>
                    <a:pt x="0" y="546"/>
                  </a:lnTo>
                  <a:lnTo>
                    <a:pt x="422" y="657"/>
                  </a:lnTo>
                  <a:lnTo>
                    <a:pt x="566" y="123"/>
                  </a:lnTo>
                  <a:lnTo>
                    <a:pt x="14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37"/>
            <p:cNvSpPr/>
            <p:nvPr/>
          </p:nvSpPr>
          <p:spPr>
            <a:xfrm>
              <a:off x="3251742" y="940819"/>
              <a:ext cx="41924" cy="78702"/>
            </a:xfrm>
            <a:custGeom>
              <a:avLst/>
              <a:gdLst/>
              <a:ahLst/>
              <a:cxnLst/>
              <a:rect l="l" t="t" r="r" b="b"/>
              <a:pathLst>
                <a:path w="823" h="1545" extrusionOk="0">
                  <a:moveTo>
                    <a:pt x="433" y="1"/>
                  </a:moveTo>
                  <a:lnTo>
                    <a:pt x="0" y="112"/>
                  </a:lnTo>
                  <a:lnTo>
                    <a:pt x="388" y="1545"/>
                  </a:lnTo>
                  <a:lnTo>
                    <a:pt x="822" y="1434"/>
                  </a:lnTo>
                  <a:lnTo>
                    <a:pt x="433"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37"/>
            <p:cNvSpPr/>
            <p:nvPr/>
          </p:nvSpPr>
          <p:spPr>
            <a:xfrm>
              <a:off x="3217765" y="812346"/>
              <a:ext cx="28883" cy="33468"/>
            </a:xfrm>
            <a:custGeom>
              <a:avLst/>
              <a:gdLst/>
              <a:ahLst/>
              <a:cxnLst/>
              <a:rect l="l" t="t" r="r" b="b"/>
              <a:pathLst>
                <a:path w="567" h="657" extrusionOk="0">
                  <a:moveTo>
                    <a:pt x="423" y="1"/>
                  </a:moveTo>
                  <a:lnTo>
                    <a:pt x="1" y="123"/>
                  </a:lnTo>
                  <a:lnTo>
                    <a:pt x="145" y="657"/>
                  </a:lnTo>
                  <a:lnTo>
                    <a:pt x="567" y="546"/>
                  </a:lnTo>
                  <a:lnTo>
                    <a:pt x="423"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37"/>
            <p:cNvSpPr/>
            <p:nvPr/>
          </p:nvSpPr>
          <p:spPr>
            <a:xfrm>
              <a:off x="3320767" y="814638"/>
              <a:ext cx="81555" cy="126790"/>
            </a:xfrm>
            <a:custGeom>
              <a:avLst/>
              <a:gdLst/>
              <a:ahLst/>
              <a:cxnLst/>
              <a:rect l="l" t="t" r="r" b="b"/>
              <a:pathLst>
                <a:path w="1601" h="2489" extrusionOk="0">
                  <a:moveTo>
                    <a:pt x="778" y="0"/>
                  </a:moveTo>
                  <a:cubicBezTo>
                    <a:pt x="344" y="0"/>
                    <a:pt x="0" y="345"/>
                    <a:pt x="0" y="778"/>
                  </a:cubicBezTo>
                  <a:lnTo>
                    <a:pt x="0" y="1711"/>
                  </a:lnTo>
                  <a:cubicBezTo>
                    <a:pt x="0" y="2145"/>
                    <a:pt x="344" y="2489"/>
                    <a:pt x="778" y="2489"/>
                  </a:cubicBezTo>
                  <a:lnTo>
                    <a:pt x="822" y="2489"/>
                  </a:lnTo>
                  <a:cubicBezTo>
                    <a:pt x="1255" y="2489"/>
                    <a:pt x="1600" y="2145"/>
                    <a:pt x="1600" y="1711"/>
                  </a:cubicBezTo>
                  <a:lnTo>
                    <a:pt x="1600" y="778"/>
                  </a:lnTo>
                  <a:cubicBezTo>
                    <a:pt x="1600" y="345"/>
                    <a:pt x="1255" y="0"/>
                    <a:pt x="82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37"/>
            <p:cNvSpPr/>
            <p:nvPr/>
          </p:nvSpPr>
          <p:spPr>
            <a:xfrm>
              <a:off x="3422038" y="830481"/>
              <a:ext cx="101880" cy="125669"/>
            </a:xfrm>
            <a:custGeom>
              <a:avLst/>
              <a:gdLst/>
              <a:ahLst/>
              <a:cxnLst/>
              <a:rect l="l" t="t" r="r" b="b"/>
              <a:pathLst>
                <a:path w="2000" h="2467" extrusionOk="0">
                  <a:moveTo>
                    <a:pt x="1101" y="0"/>
                  </a:moveTo>
                  <a:cubicBezTo>
                    <a:pt x="756" y="0"/>
                    <a:pt x="445" y="234"/>
                    <a:pt x="356" y="567"/>
                  </a:cubicBezTo>
                  <a:lnTo>
                    <a:pt x="111" y="1478"/>
                  </a:lnTo>
                  <a:cubicBezTo>
                    <a:pt x="0" y="1900"/>
                    <a:pt x="245" y="2323"/>
                    <a:pt x="656" y="2434"/>
                  </a:cubicBezTo>
                  <a:lnTo>
                    <a:pt x="701" y="2444"/>
                  </a:lnTo>
                  <a:cubicBezTo>
                    <a:pt x="767" y="2456"/>
                    <a:pt x="834" y="2466"/>
                    <a:pt x="901" y="2466"/>
                  </a:cubicBezTo>
                  <a:cubicBezTo>
                    <a:pt x="1256" y="2466"/>
                    <a:pt x="1556" y="2234"/>
                    <a:pt x="1644" y="1900"/>
                  </a:cubicBezTo>
                  <a:lnTo>
                    <a:pt x="1889" y="978"/>
                  </a:lnTo>
                  <a:cubicBezTo>
                    <a:pt x="2000" y="567"/>
                    <a:pt x="1756" y="145"/>
                    <a:pt x="1345" y="34"/>
                  </a:cubicBezTo>
                  <a:lnTo>
                    <a:pt x="1301" y="23"/>
                  </a:lnTo>
                  <a:cubicBezTo>
                    <a:pt x="1234" y="0"/>
                    <a:pt x="1167" y="0"/>
                    <a:pt x="1101"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37"/>
            <p:cNvSpPr/>
            <p:nvPr/>
          </p:nvSpPr>
          <p:spPr>
            <a:xfrm>
              <a:off x="3198509" y="830481"/>
              <a:ext cx="101931" cy="126280"/>
            </a:xfrm>
            <a:custGeom>
              <a:avLst/>
              <a:gdLst/>
              <a:ahLst/>
              <a:cxnLst/>
              <a:rect l="l" t="t" r="r" b="b"/>
              <a:pathLst>
                <a:path w="2001" h="2479" extrusionOk="0">
                  <a:moveTo>
                    <a:pt x="900" y="0"/>
                  </a:moveTo>
                  <a:cubicBezTo>
                    <a:pt x="834" y="0"/>
                    <a:pt x="767" y="12"/>
                    <a:pt x="700" y="23"/>
                  </a:cubicBezTo>
                  <a:lnTo>
                    <a:pt x="656" y="34"/>
                  </a:lnTo>
                  <a:cubicBezTo>
                    <a:pt x="245" y="145"/>
                    <a:pt x="1" y="578"/>
                    <a:pt x="100" y="989"/>
                  </a:cubicBezTo>
                  <a:lnTo>
                    <a:pt x="345" y="1900"/>
                  </a:lnTo>
                  <a:cubicBezTo>
                    <a:pt x="445" y="2234"/>
                    <a:pt x="745" y="2478"/>
                    <a:pt x="1100" y="2478"/>
                  </a:cubicBezTo>
                  <a:cubicBezTo>
                    <a:pt x="1167" y="2478"/>
                    <a:pt x="1233" y="2466"/>
                    <a:pt x="1300" y="2444"/>
                  </a:cubicBezTo>
                  <a:lnTo>
                    <a:pt x="1345" y="2434"/>
                  </a:lnTo>
                  <a:cubicBezTo>
                    <a:pt x="1756" y="2323"/>
                    <a:pt x="2000" y="1900"/>
                    <a:pt x="1889" y="1489"/>
                  </a:cubicBezTo>
                  <a:lnTo>
                    <a:pt x="1645" y="578"/>
                  </a:lnTo>
                  <a:cubicBezTo>
                    <a:pt x="1556" y="234"/>
                    <a:pt x="1245" y="0"/>
                    <a:pt x="90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37"/>
            <p:cNvSpPr/>
            <p:nvPr/>
          </p:nvSpPr>
          <p:spPr>
            <a:xfrm>
              <a:off x="3170237" y="1038727"/>
              <a:ext cx="128471" cy="134176"/>
            </a:xfrm>
            <a:custGeom>
              <a:avLst/>
              <a:gdLst/>
              <a:ahLst/>
              <a:cxnLst/>
              <a:rect l="l" t="t" r="r" b="b"/>
              <a:pathLst>
                <a:path w="2522" h="2634" extrusionOk="0">
                  <a:moveTo>
                    <a:pt x="0" y="0"/>
                  </a:moveTo>
                  <a:lnTo>
                    <a:pt x="578" y="1333"/>
                  </a:lnTo>
                  <a:cubicBezTo>
                    <a:pt x="689" y="1589"/>
                    <a:pt x="744" y="1856"/>
                    <a:pt x="744" y="2133"/>
                  </a:cubicBezTo>
                  <a:lnTo>
                    <a:pt x="744" y="2634"/>
                  </a:lnTo>
                  <a:lnTo>
                    <a:pt x="2522" y="2634"/>
                  </a:lnTo>
                  <a:lnTo>
                    <a:pt x="2522" y="2600"/>
                  </a:lnTo>
                  <a:cubicBezTo>
                    <a:pt x="2522" y="2100"/>
                    <a:pt x="2378" y="1622"/>
                    <a:pt x="2089" y="1212"/>
                  </a:cubicBezTo>
                  <a:cubicBezTo>
                    <a:pt x="1778" y="756"/>
                    <a:pt x="1322" y="423"/>
                    <a:pt x="800" y="256"/>
                  </a:cubicBezTo>
                  <a:lnTo>
                    <a:pt x="0"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37"/>
            <p:cNvSpPr/>
            <p:nvPr/>
          </p:nvSpPr>
          <p:spPr>
            <a:xfrm>
              <a:off x="3423158" y="1038727"/>
              <a:ext cx="128522" cy="134176"/>
            </a:xfrm>
            <a:custGeom>
              <a:avLst/>
              <a:gdLst/>
              <a:ahLst/>
              <a:cxnLst/>
              <a:rect l="l" t="t" r="r" b="b"/>
              <a:pathLst>
                <a:path w="2523" h="2634" extrusionOk="0">
                  <a:moveTo>
                    <a:pt x="2523" y="0"/>
                  </a:moveTo>
                  <a:lnTo>
                    <a:pt x="1723" y="256"/>
                  </a:lnTo>
                  <a:cubicBezTo>
                    <a:pt x="1200" y="423"/>
                    <a:pt x="745" y="756"/>
                    <a:pt x="434" y="1212"/>
                  </a:cubicBezTo>
                  <a:cubicBezTo>
                    <a:pt x="156" y="1622"/>
                    <a:pt x="1" y="2100"/>
                    <a:pt x="1" y="2600"/>
                  </a:cubicBezTo>
                  <a:lnTo>
                    <a:pt x="1" y="2634"/>
                  </a:lnTo>
                  <a:lnTo>
                    <a:pt x="1778" y="2634"/>
                  </a:lnTo>
                  <a:lnTo>
                    <a:pt x="1778" y="2133"/>
                  </a:lnTo>
                  <a:cubicBezTo>
                    <a:pt x="1778" y="1856"/>
                    <a:pt x="1834" y="1589"/>
                    <a:pt x="1945" y="1333"/>
                  </a:cubicBezTo>
                  <a:lnTo>
                    <a:pt x="2523" y="0"/>
                  </a:lnTo>
                  <a:close/>
                </a:path>
              </a:pathLst>
            </a:custGeom>
            <a:solidFill>
              <a:srgbClr val="00CC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37"/>
            <p:cNvSpPr/>
            <p:nvPr/>
          </p:nvSpPr>
          <p:spPr>
            <a:xfrm>
              <a:off x="3423158" y="1038727"/>
              <a:ext cx="128522" cy="134176"/>
            </a:xfrm>
            <a:custGeom>
              <a:avLst/>
              <a:gdLst/>
              <a:ahLst/>
              <a:cxnLst/>
              <a:rect l="l" t="t" r="r" b="b"/>
              <a:pathLst>
                <a:path w="2523" h="2634" extrusionOk="0">
                  <a:moveTo>
                    <a:pt x="2523" y="0"/>
                  </a:moveTo>
                  <a:lnTo>
                    <a:pt x="1723" y="256"/>
                  </a:lnTo>
                  <a:cubicBezTo>
                    <a:pt x="1200" y="423"/>
                    <a:pt x="745" y="756"/>
                    <a:pt x="434" y="1212"/>
                  </a:cubicBezTo>
                  <a:cubicBezTo>
                    <a:pt x="156" y="1622"/>
                    <a:pt x="1" y="2100"/>
                    <a:pt x="1" y="2600"/>
                  </a:cubicBezTo>
                  <a:lnTo>
                    <a:pt x="1" y="2634"/>
                  </a:lnTo>
                  <a:lnTo>
                    <a:pt x="1778" y="2634"/>
                  </a:lnTo>
                  <a:lnTo>
                    <a:pt x="1778" y="2133"/>
                  </a:lnTo>
                  <a:cubicBezTo>
                    <a:pt x="1778" y="1856"/>
                    <a:pt x="1834" y="1589"/>
                    <a:pt x="1945" y="1333"/>
                  </a:cubicBezTo>
                  <a:lnTo>
                    <a:pt x="252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37"/>
            <p:cNvSpPr/>
            <p:nvPr/>
          </p:nvSpPr>
          <p:spPr>
            <a:xfrm>
              <a:off x="3210378" y="980451"/>
              <a:ext cx="301106" cy="192451"/>
            </a:xfrm>
            <a:custGeom>
              <a:avLst/>
              <a:gdLst/>
              <a:ahLst/>
              <a:cxnLst/>
              <a:rect l="l" t="t" r="r" b="b"/>
              <a:pathLst>
                <a:path w="5911" h="3778" extrusionOk="0">
                  <a:moveTo>
                    <a:pt x="1" y="1"/>
                  </a:moveTo>
                  <a:lnTo>
                    <a:pt x="978" y="1655"/>
                  </a:lnTo>
                  <a:cubicBezTo>
                    <a:pt x="1190" y="2011"/>
                    <a:pt x="1289" y="2400"/>
                    <a:pt x="1289" y="2800"/>
                  </a:cubicBezTo>
                  <a:lnTo>
                    <a:pt x="1289" y="3778"/>
                  </a:lnTo>
                  <a:lnTo>
                    <a:pt x="4622" y="3778"/>
                  </a:lnTo>
                  <a:lnTo>
                    <a:pt x="4622" y="2800"/>
                  </a:lnTo>
                  <a:cubicBezTo>
                    <a:pt x="4622" y="2400"/>
                    <a:pt x="4733" y="2011"/>
                    <a:pt x="4933" y="1655"/>
                  </a:cubicBezTo>
                  <a:lnTo>
                    <a:pt x="5911" y="1"/>
                  </a:lnTo>
                  <a:lnTo>
                    <a:pt x="4578" y="445"/>
                  </a:lnTo>
                  <a:cubicBezTo>
                    <a:pt x="3834" y="689"/>
                    <a:pt x="3256" y="1233"/>
                    <a:pt x="2956" y="1922"/>
                  </a:cubicBezTo>
                  <a:cubicBezTo>
                    <a:pt x="2656" y="1233"/>
                    <a:pt x="2078" y="689"/>
                    <a:pt x="1334" y="445"/>
                  </a:cubicBezTo>
                  <a:lnTo>
                    <a:pt x="1"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37"/>
            <p:cNvSpPr/>
            <p:nvPr/>
          </p:nvSpPr>
          <p:spPr>
            <a:xfrm>
              <a:off x="3360909" y="981011"/>
              <a:ext cx="150579" cy="191891"/>
            </a:xfrm>
            <a:custGeom>
              <a:avLst/>
              <a:gdLst/>
              <a:ahLst/>
              <a:cxnLst/>
              <a:rect l="l" t="t" r="r" b="b"/>
              <a:pathLst>
                <a:path w="2956" h="3767" extrusionOk="0">
                  <a:moveTo>
                    <a:pt x="2956" y="0"/>
                  </a:moveTo>
                  <a:lnTo>
                    <a:pt x="1623" y="445"/>
                  </a:lnTo>
                  <a:cubicBezTo>
                    <a:pt x="879" y="689"/>
                    <a:pt x="301" y="1234"/>
                    <a:pt x="1" y="1923"/>
                  </a:cubicBezTo>
                  <a:lnTo>
                    <a:pt x="1" y="3767"/>
                  </a:lnTo>
                  <a:lnTo>
                    <a:pt x="1667" y="3767"/>
                  </a:lnTo>
                  <a:lnTo>
                    <a:pt x="1667" y="2800"/>
                  </a:lnTo>
                  <a:cubicBezTo>
                    <a:pt x="1667" y="2400"/>
                    <a:pt x="1778" y="2000"/>
                    <a:pt x="1978" y="1656"/>
                  </a:cubicBezTo>
                  <a:lnTo>
                    <a:pt x="295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37"/>
            <p:cNvSpPr/>
            <p:nvPr/>
          </p:nvSpPr>
          <p:spPr>
            <a:xfrm>
              <a:off x="3168505" y="1161546"/>
              <a:ext cx="385972" cy="22668"/>
            </a:xfrm>
            <a:custGeom>
              <a:avLst/>
              <a:gdLst/>
              <a:ahLst/>
              <a:cxnLst/>
              <a:rect l="l" t="t" r="r" b="b"/>
              <a:pathLst>
                <a:path w="7577" h="445" extrusionOk="0">
                  <a:moveTo>
                    <a:pt x="1" y="0"/>
                  </a:moveTo>
                  <a:lnTo>
                    <a:pt x="1" y="445"/>
                  </a:lnTo>
                  <a:lnTo>
                    <a:pt x="7577" y="445"/>
                  </a:lnTo>
                  <a:lnTo>
                    <a:pt x="7577"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37"/>
            <p:cNvSpPr/>
            <p:nvPr/>
          </p:nvSpPr>
          <p:spPr>
            <a:xfrm>
              <a:off x="3422038" y="830481"/>
              <a:ext cx="101880" cy="125669"/>
            </a:xfrm>
            <a:custGeom>
              <a:avLst/>
              <a:gdLst/>
              <a:ahLst/>
              <a:cxnLst/>
              <a:rect l="l" t="t" r="r" b="b"/>
              <a:pathLst>
                <a:path w="2000" h="2467" extrusionOk="0">
                  <a:moveTo>
                    <a:pt x="1101" y="0"/>
                  </a:moveTo>
                  <a:cubicBezTo>
                    <a:pt x="756" y="0"/>
                    <a:pt x="445" y="234"/>
                    <a:pt x="356" y="567"/>
                  </a:cubicBezTo>
                  <a:lnTo>
                    <a:pt x="111" y="1478"/>
                  </a:lnTo>
                  <a:cubicBezTo>
                    <a:pt x="0" y="1900"/>
                    <a:pt x="245" y="2323"/>
                    <a:pt x="656" y="2434"/>
                  </a:cubicBezTo>
                  <a:lnTo>
                    <a:pt x="701" y="2444"/>
                  </a:lnTo>
                  <a:cubicBezTo>
                    <a:pt x="767" y="2456"/>
                    <a:pt x="834" y="2466"/>
                    <a:pt x="901" y="2466"/>
                  </a:cubicBezTo>
                  <a:cubicBezTo>
                    <a:pt x="1256" y="2466"/>
                    <a:pt x="1556" y="2234"/>
                    <a:pt x="1644" y="1900"/>
                  </a:cubicBezTo>
                  <a:lnTo>
                    <a:pt x="1889" y="978"/>
                  </a:lnTo>
                  <a:cubicBezTo>
                    <a:pt x="2000" y="567"/>
                    <a:pt x="1756" y="145"/>
                    <a:pt x="1345" y="34"/>
                  </a:cubicBezTo>
                  <a:lnTo>
                    <a:pt x="1301" y="23"/>
                  </a:lnTo>
                  <a:cubicBezTo>
                    <a:pt x="1234" y="0"/>
                    <a:pt x="1167" y="0"/>
                    <a:pt x="110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 name="Google Shape;922;p37"/>
          <p:cNvGrpSpPr/>
          <p:nvPr/>
        </p:nvGrpSpPr>
        <p:grpSpPr>
          <a:xfrm>
            <a:off x="6064770" y="1924904"/>
            <a:ext cx="525079" cy="572714"/>
            <a:chOff x="7184070" y="797675"/>
            <a:chExt cx="354903" cy="387100"/>
          </a:xfrm>
        </p:grpSpPr>
        <p:sp>
          <p:nvSpPr>
            <p:cNvPr id="923" name="Google Shape;923;p37"/>
            <p:cNvSpPr/>
            <p:nvPr/>
          </p:nvSpPr>
          <p:spPr>
            <a:xfrm>
              <a:off x="7425733" y="797675"/>
              <a:ext cx="113240" cy="159086"/>
            </a:xfrm>
            <a:custGeom>
              <a:avLst/>
              <a:gdLst/>
              <a:ahLst/>
              <a:cxnLst/>
              <a:rect l="l" t="t" r="r" b="b"/>
              <a:pathLst>
                <a:path w="2223" h="3123" extrusionOk="0">
                  <a:moveTo>
                    <a:pt x="1556" y="0"/>
                  </a:moveTo>
                  <a:cubicBezTo>
                    <a:pt x="1189" y="0"/>
                    <a:pt x="889" y="300"/>
                    <a:pt x="889" y="667"/>
                  </a:cubicBezTo>
                  <a:lnTo>
                    <a:pt x="889" y="1567"/>
                  </a:lnTo>
                  <a:cubicBezTo>
                    <a:pt x="889" y="1689"/>
                    <a:pt x="789" y="1789"/>
                    <a:pt x="667" y="1789"/>
                  </a:cubicBezTo>
                  <a:lnTo>
                    <a:pt x="1" y="1789"/>
                  </a:lnTo>
                  <a:lnTo>
                    <a:pt x="1" y="3122"/>
                  </a:lnTo>
                  <a:lnTo>
                    <a:pt x="956" y="3122"/>
                  </a:lnTo>
                  <a:cubicBezTo>
                    <a:pt x="1656" y="3122"/>
                    <a:pt x="2223" y="2555"/>
                    <a:pt x="2223" y="1866"/>
                  </a:cubicBezTo>
                  <a:lnTo>
                    <a:pt x="2223" y="667"/>
                  </a:lnTo>
                  <a:cubicBezTo>
                    <a:pt x="2223" y="300"/>
                    <a:pt x="1922" y="0"/>
                    <a:pt x="1556" y="0"/>
                  </a:cubicBezTo>
                  <a:close/>
                </a:path>
              </a:pathLst>
            </a:custGeom>
            <a:solidFill>
              <a:srgbClr val="FF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37"/>
            <p:cNvSpPr/>
            <p:nvPr/>
          </p:nvSpPr>
          <p:spPr>
            <a:xfrm>
              <a:off x="7425733" y="797675"/>
              <a:ext cx="113240" cy="159086"/>
            </a:xfrm>
            <a:custGeom>
              <a:avLst/>
              <a:gdLst/>
              <a:ahLst/>
              <a:cxnLst/>
              <a:rect l="l" t="t" r="r" b="b"/>
              <a:pathLst>
                <a:path w="2223" h="3123" extrusionOk="0">
                  <a:moveTo>
                    <a:pt x="1556" y="0"/>
                  </a:moveTo>
                  <a:cubicBezTo>
                    <a:pt x="1189" y="0"/>
                    <a:pt x="889" y="300"/>
                    <a:pt x="889" y="667"/>
                  </a:cubicBezTo>
                  <a:lnTo>
                    <a:pt x="889" y="1567"/>
                  </a:lnTo>
                  <a:cubicBezTo>
                    <a:pt x="889" y="1689"/>
                    <a:pt x="789" y="1789"/>
                    <a:pt x="667" y="1789"/>
                  </a:cubicBezTo>
                  <a:lnTo>
                    <a:pt x="1" y="1789"/>
                  </a:lnTo>
                  <a:lnTo>
                    <a:pt x="1" y="3122"/>
                  </a:lnTo>
                  <a:lnTo>
                    <a:pt x="956" y="3122"/>
                  </a:lnTo>
                  <a:cubicBezTo>
                    <a:pt x="1656" y="3122"/>
                    <a:pt x="2223" y="2555"/>
                    <a:pt x="2223" y="1866"/>
                  </a:cubicBezTo>
                  <a:lnTo>
                    <a:pt x="2223" y="667"/>
                  </a:lnTo>
                  <a:cubicBezTo>
                    <a:pt x="2223" y="300"/>
                    <a:pt x="1922" y="0"/>
                    <a:pt x="1556"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37"/>
            <p:cNvSpPr/>
            <p:nvPr/>
          </p:nvSpPr>
          <p:spPr>
            <a:xfrm>
              <a:off x="7184070" y="855238"/>
              <a:ext cx="113240" cy="143906"/>
            </a:xfrm>
            <a:custGeom>
              <a:avLst/>
              <a:gdLst/>
              <a:ahLst/>
              <a:cxnLst/>
              <a:rect l="l" t="t" r="r" b="b"/>
              <a:pathLst>
                <a:path w="2223" h="2825" extrusionOk="0">
                  <a:moveTo>
                    <a:pt x="676" y="1"/>
                  </a:moveTo>
                  <a:cubicBezTo>
                    <a:pt x="302" y="1"/>
                    <a:pt x="1" y="300"/>
                    <a:pt x="1" y="670"/>
                  </a:cubicBezTo>
                  <a:lnTo>
                    <a:pt x="1" y="1558"/>
                  </a:lnTo>
                  <a:cubicBezTo>
                    <a:pt x="1" y="2259"/>
                    <a:pt x="568" y="2825"/>
                    <a:pt x="1257" y="2825"/>
                  </a:cubicBezTo>
                  <a:lnTo>
                    <a:pt x="2223" y="2825"/>
                  </a:lnTo>
                  <a:lnTo>
                    <a:pt x="2223" y="1492"/>
                  </a:lnTo>
                  <a:lnTo>
                    <a:pt x="1556" y="1492"/>
                  </a:lnTo>
                  <a:cubicBezTo>
                    <a:pt x="1434" y="1492"/>
                    <a:pt x="1334" y="1392"/>
                    <a:pt x="1334" y="1270"/>
                  </a:cubicBezTo>
                  <a:lnTo>
                    <a:pt x="1334" y="681"/>
                  </a:lnTo>
                  <a:cubicBezTo>
                    <a:pt x="1334" y="336"/>
                    <a:pt x="1067" y="37"/>
                    <a:pt x="734" y="3"/>
                  </a:cubicBezTo>
                  <a:cubicBezTo>
                    <a:pt x="715" y="1"/>
                    <a:pt x="695" y="1"/>
                    <a:pt x="676"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37"/>
            <p:cNvSpPr/>
            <p:nvPr/>
          </p:nvSpPr>
          <p:spPr>
            <a:xfrm>
              <a:off x="7274643" y="839548"/>
              <a:ext cx="173807" cy="299935"/>
            </a:xfrm>
            <a:custGeom>
              <a:avLst/>
              <a:gdLst/>
              <a:ahLst/>
              <a:cxnLst/>
              <a:rect l="l" t="t" r="r" b="b"/>
              <a:pathLst>
                <a:path w="3412" h="5888" extrusionOk="0">
                  <a:moveTo>
                    <a:pt x="2745" y="0"/>
                  </a:moveTo>
                  <a:cubicBezTo>
                    <a:pt x="2378" y="0"/>
                    <a:pt x="2078" y="300"/>
                    <a:pt x="2078" y="667"/>
                  </a:cubicBezTo>
                  <a:lnTo>
                    <a:pt x="2078" y="3322"/>
                  </a:lnTo>
                  <a:cubicBezTo>
                    <a:pt x="2078" y="3444"/>
                    <a:pt x="1978" y="3544"/>
                    <a:pt x="1856" y="3544"/>
                  </a:cubicBezTo>
                  <a:lnTo>
                    <a:pt x="1500" y="3544"/>
                  </a:lnTo>
                  <a:cubicBezTo>
                    <a:pt x="1412" y="3544"/>
                    <a:pt x="1333" y="3466"/>
                    <a:pt x="1333" y="3377"/>
                  </a:cubicBezTo>
                  <a:lnTo>
                    <a:pt x="1333" y="1167"/>
                  </a:lnTo>
                  <a:cubicBezTo>
                    <a:pt x="1333" y="1022"/>
                    <a:pt x="1234" y="834"/>
                    <a:pt x="1111" y="745"/>
                  </a:cubicBezTo>
                  <a:cubicBezTo>
                    <a:pt x="962" y="639"/>
                    <a:pt x="809" y="593"/>
                    <a:pt x="666" y="593"/>
                  </a:cubicBezTo>
                  <a:cubicBezTo>
                    <a:pt x="300" y="593"/>
                    <a:pt x="0" y="896"/>
                    <a:pt x="0" y="1256"/>
                  </a:cubicBezTo>
                  <a:lnTo>
                    <a:pt x="0" y="3622"/>
                  </a:lnTo>
                  <a:cubicBezTo>
                    <a:pt x="0" y="4244"/>
                    <a:pt x="445" y="4755"/>
                    <a:pt x="1034" y="4866"/>
                  </a:cubicBezTo>
                  <a:lnTo>
                    <a:pt x="1034" y="5888"/>
                  </a:lnTo>
                  <a:lnTo>
                    <a:pt x="2367" y="5888"/>
                  </a:lnTo>
                  <a:lnTo>
                    <a:pt x="2367" y="4866"/>
                  </a:lnTo>
                  <a:cubicBezTo>
                    <a:pt x="2955" y="4755"/>
                    <a:pt x="3411" y="4244"/>
                    <a:pt x="3411" y="3622"/>
                  </a:cubicBezTo>
                  <a:lnTo>
                    <a:pt x="3411" y="667"/>
                  </a:lnTo>
                  <a:cubicBezTo>
                    <a:pt x="3411" y="300"/>
                    <a:pt x="3111" y="0"/>
                    <a:pt x="2745"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37"/>
            <p:cNvSpPr/>
            <p:nvPr/>
          </p:nvSpPr>
          <p:spPr>
            <a:xfrm>
              <a:off x="7474433" y="1017230"/>
              <a:ext cx="22668" cy="22668"/>
            </a:xfrm>
            <a:custGeom>
              <a:avLst/>
              <a:gdLst/>
              <a:ahLst/>
              <a:cxnLst/>
              <a:rect l="l" t="t" r="r" b="b"/>
              <a:pathLst>
                <a:path w="445" h="445" extrusionOk="0">
                  <a:moveTo>
                    <a:pt x="0" y="0"/>
                  </a:moveTo>
                  <a:lnTo>
                    <a:pt x="0" y="445"/>
                  </a:lnTo>
                  <a:lnTo>
                    <a:pt x="444" y="445"/>
                  </a:lnTo>
                  <a:lnTo>
                    <a:pt x="444"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37"/>
            <p:cNvSpPr/>
            <p:nvPr/>
          </p:nvSpPr>
          <p:spPr>
            <a:xfrm>
              <a:off x="7229968" y="803329"/>
              <a:ext cx="22668" cy="22668"/>
            </a:xfrm>
            <a:custGeom>
              <a:avLst/>
              <a:gdLst/>
              <a:ahLst/>
              <a:cxnLst/>
              <a:rect l="l" t="t" r="r" b="b"/>
              <a:pathLst>
                <a:path w="445" h="445" extrusionOk="0">
                  <a:moveTo>
                    <a:pt x="0" y="0"/>
                  </a:moveTo>
                  <a:lnTo>
                    <a:pt x="0" y="444"/>
                  </a:lnTo>
                  <a:lnTo>
                    <a:pt x="444" y="444"/>
                  </a:lnTo>
                  <a:lnTo>
                    <a:pt x="444"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37"/>
            <p:cNvSpPr/>
            <p:nvPr/>
          </p:nvSpPr>
          <p:spPr>
            <a:xfrm>
              <a:off x="7274643" y="825947"/>
              <a:ext cx="22668" cy="22668"/>
            </a:xfrm>
            <a:custGeom>
              <a:avLst/>
              <a:gdLst/>
              <a:ahLst/>
              <a:cxnLst/>
              <a:rect l="l" t="t" r="r" b="b"/>
              <a:pathLst>
                <a:path w="445" h="445" extrusionOk="0">
                  <a:moveTo>
                    <a:pt x="0" y="0"/>
                  </a:moveTo>
                  <a:lnTo>
                    <a:pt x="0" y="445"/>
                  </a:lnTo>
                  <a:lnTo>
                    <a:pt x="445" y="445"/>
                  </a:lnTo>
                  <a:lnTo>
                    <a:pt x="445"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37"/>
            <p:cNvSpPr/>
            <p:nvPr/>
          </p:nvSpPr>
          <p:spPr>
            <a:xfrm>
              <a:off x="7218048" y="1036435"/>
              <a:ext cx="22668" cy="22719"/>
            </a:xfrm>
            <a:custGeom>
              <a:avLst/>
              <a:gdLst/>
              <a:ahLst/>
              <a:cxnLst/>
              <a:rect l="l" t="t" r="r" b="b"/>
              <a:pathLst>
                <a:path w="445" h="446" extrusionOk="0">
                  <a:moveTo>
                    <a:pt x="0" y="1"/>
                  </a:moveTo>
                  <a:lnTo>
                    <a:pt x="0" y="445"/>
                  </a:lnTo>
                  <a:lnTo>
                    <a:pt x="445" y="445"/>
                  </a:lnTo>
                  <a:lnTo>
                    <a:pt x="4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37"/>
            <p:cNvSpPr/>
            <p:nvPr/>
          </p:nvSpPr>
          <p:spPr>
            <a:xfrm>
              <a:off x="7497051" y="971944"/>
              <a:ext cx="22668" cy="22668"/>
            </a:xfrm>
            <a:custGeom>
              <a:avLst/>
              <a:gdLst/>
              <a:ahLst/>
              <a:cxnLst/>
              <a:rect l="l" t="t" r="r" b="b"/>
              <a:pathLst>
                <a:path w="445" h="445" extrusionOk="0">
                  <a:moveTo>
                    <a:pt x="0" y="1"/>
                  </a:moveTo>
                  <a:lnTo>
                    <a:pt x="0" y="445"/>
                  </a:lnTo>
                  <a:lnTo>
                    <a:pt x="445" y="445"/>
                  </a:lnTo>
                  <a:lnTo>
                    <a:pt x="4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37"/>
            <p:cNvSpPr/>
            <p:nvPr/>
          </p:nvSpPr>
          <p:spPr>
            <a:xfrm>
              <a:off x="7275203" y="1116820"/>
              <a:ext cx="172075" cy="56645"/>
            </a:xfrm>
            <a:custGeom>
              <a:avLst/>
              <a:gdLst/>
              <a:ahLst/>
              <a:cxnLst/>
              <a:rect l="l" t="t" r="r" b="b"/>
              <a:pathLst>
                <a:path w="3378" h="1112" extrusionOk="0">
                  <a:moveTo>
                    <a:pt x="967" y="0"/>
                  </a:moveTo>
                  <a:cubicBezTo>
                    <a:pt x="434" y="0"/>
                    <a:pt x="1" y="434"/>
                    <a:pt x="1" y="967"/>
                  </a:cubicBezTo>
                  <a:lnTo>
                    <a:pt x="1" y="1111"/>
                  </a:lnTo>
                  <a:lnTo>
                    <a:pt x="3378" y="1111"/>
                  </a:lnTo>
                  <a:lnTo>
                    <a:pt x="3378" y="967"/>
                  </a:lnTo>
                  <a:cubicBezTo>
                    <a:pt x="3378" y="434"/>
                    <a:pt x="2944" y="0"/>
                    <a:pt x="2411"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37"/>
            <p:cNvSpPr/>
            <p:nvPr/>
          </p:nvSpPr>
          <p:spPr>
            <a:xfrm>
              <a:off x="7195430" y="1162106"/>
              <a:ext cx="332231" cy="22668"/>
            </a:xfrm>
            <a:custGeom>
              <a:avLst/>
              <a:gdLst/>
              <a:ahLst/>
              <a:cxnLst/>
              <a:rect l="l" t="t" r="r" b="b"/>
              <a:pathLst>
                <a:path w="6522" h="445" extrusionOk="0">
                  <a:moveTo>
                    <a:pt x="0" y="0"/>
                  </a:moveTo>
                  <a:lnTo>
                    <a:pt x="0" y="444"/>
                  </a:lnTo>
                  <a:lnTo>
                    <a:pt x="6521" y="444"/>
                  </a:lnTo>
                  <a:lnTo>
                    <a:pt x="652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37"/>
            <p:cNvSpPr/>
            <p:nvPr/>
          </p:nvSpPr>
          <p:spPr>
            <a:xfrm>
              <a:off x="7474433" y="1017230"/>
              <a:ext cx="22668" cy="22668"/>
            </a:xfrm>
            <a:custGeom>
              <a:avLst/>
              <a:gdLst/>
              <a:ahLst/>
              <a:cxnLst/>
              <a:rect l="l" t="t" r="r" b="b"/>
              <a:pathLst>
                <a:path w="445" h="445" extrusionOk="0">
                  <a:moveTo>
                    <a:pt x="0" y="0"/>
                  </a:moveTo>
                  <a:lnTo>
                    <a:pt x="0" y="445"/>
                  </a:lnTo>
                  <a:lnTo>
                    <a:pt x="444" y="445"/>
                  </a:lnTo>
                  <a:lnTo>
                    <a:pt x="444"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37"/>
            <p:cNvSpPr/>
            <p:nvPr/>
          </p:nvSpPr>
          <p:spPr>
            <a:xfrm>
              <a:off x="7497051" y="971944"/>
              <a:ext cx="22668" cy="22668"/>
            </a:xfrm>
            <a:custGeom>
              <a:avLst/>
              <a:gdLst/>
              <a:ahLst/>
              <a:cxnLst/>
              <a:rect l="l" t="t" r="r" b="b"/>
              <a:pathLst>
                <a:path w="445" h="445" extrusionOk="0">
                  <a:moveTo>
                    <a:pt x="0" y="1"/>
                  </a:moveTo>
                  <a:lnTo>
                    <a:pt x="0" y="445"/>
                  </a:lnTo>
                  <a:lnTo>
                    <a:pt x="445" y="445"/>
                  </a:lnTo>
                  <a:lnTo>
                    <a:pt x="4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940" name="Google Shape;940;p38"/>
          <p:cNvSpPr/>
          <p:nvPr/>
        </p:nvSpPr>
        <p:spPr>
          <a:xfrm>
            <a:off x="870275"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1" name="Google Shape;941;p38"/>
          <p:cNvSpPr/>
          <p:nvPr/>
        </p:nvSpPr>
        <p:spPr>
          <a:xfrm flipH="1">
            <a:off x="3448237"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2" name="Google Shape;942;p38"/>
          <p:cNvSpPr/>
          <p:nvPr/>
        </p:nvSpPr>
        <p:spPr>
          <a:xfrm flipH="1">
            <a:off x="6026275"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3" name="Google Shape;943;p38"/>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944" name="Google Shape;944;p3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These are three columns</a:t>
            </a:r>
            <a:endParaRPr/>
          </a:p>
        </p:txBody>
      </p:sp>
      <p:sp>
        <p:nvSpPr>
          <p:cNvPr id="945" name="Google Shape;945;p38"/>
          <p:cNvSpPr txBox="1">
            <a:spLocks noGrp="1"/>
          </p:cNvSpPr>
          <p:nvPr>
            <p:ph type="subTitle" idx="1"/>
          </p:nvPr>
        </p:nvSpPr>
        <p:spPr>
          <a:xfrm>
            <a:off x="72000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946" name="Google Shape;946;p38"/>
          <p:cNvSpPr txBox="1">
            <a:spLocks noGrp="1"/>
          </p:cNvSpPr>
          <p:nvPr>
            <p:ph type="subTitle" idx="2"/>
          </p:nvPr>
        </p:nvSpPr>
        <p:spPr>
          <a:xfrm>
            <a:off x="331665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but it’s hot</a:t>
            </a:r>
            <a:endParaRPr/>
          </a:p>
        </p:txBody>
      </p:sp>
      <p:sp>
        <p:nvSpPr>
          <p:cNvPr id="947" name="Google Shape;947;p38"/>
          <p:cNvSpPr txBox="1">
            <a:spLocks noGrp="1"/>
          </p:cNvSpPr>
          <p:nvPr>
            <p:ph type="subTitle" idx="3"/>
          </p:nvPr>
        </p:nvSpPr>
        <p:spPr>
          <a:xfrm>
            <a:off x="909500"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948" name="Google Shape;948;p38"/>
          <p:cNvSpPr txBox="1">
            <a:spLocks noGrp="1"/>
          </p:cNvSpPr>
          <p:nvPr>
            <p:ph type="subTitle" idx="4"/>
          </p:nvPr>
        </p:nvSpPr>
        <p:spPr>
          <a:xfrm>
            <a:off x="3506125"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949" name="Google Shape;949;p38"/>
          <p:cNvSpPr txBox="1">
            <a:spLocks noGrp="1"/>
          </p:cNvSpPr>
          <p:nvPr>
            <p:ph type="subTitle" idx="5"/>
          </p:nvPr>
        </p:nvSpPr>
        <p:spPr>
          <a:xfrm>
            <a:off x="591330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a:t>
            </a:r>
            <a:endParaRPr/>
          </a:p>
        </p:txBody>
      </p:sp>
      <p:sp>
        <p:nvSpPr>
          <p:cNvPr id="950" name="Google Shape;950;p38"/>
          <p:cNvSpPr txBox="1">
            <a:spLocks noGrp="1"/>
          </p:cNvSpPr>
          <p:nvPr>
            <p:ph type="subTitle" idx="6"/>
          </p:nvPr>
        </p:nvSpPr>
        <p:spPr>
          <a:xfrm>
            <a:off x="6102750"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951" name="Google Shape;951;p38"/>
          <p:cNvSpPr/>
          <p:nvPr/>
        </p:nvSpPr>
        <p:spPr>
          <a:xfrm rot="10800000">
            <a:off x="4012002"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2" name="Google Shape;952;p38"/>
          <p:cNvSpPr/>
          <p:nvPr/>
        </p:nvSpPr>
        <p:spPr>
          <a:xfrm>
            <a:off x="1434015"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3" name="Google Shape;953;p38"/>
          <p:cNvSpPr/>
          <p:nvPr/>
        </p:nvSpPr>
        <p:spPr>
          <a:xfrm flipH="1">
            <a:off x="6589998"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954" name="Google Shape;954;p38"/>
          <p:cNvGrpSpPr/>
          <p:nvPr/>
        </p:nvGrpSpPr>
        <p:grpSpPr>
          <a:xfrm>
            <a:off x="1758423" y="2173165"/>
            <a:ext cx="471282" cy="492960"/>
            <a:chOff x="6080691" y="2067722"/>
            <a:chExt cx="375823" cy="393110"/>
          </a:xfrm>
        </p:grpSpPr>
        <p:sp>
          <p:nvSpPr>
            <p:cNvPr id="955" name="Google Shape;955;p38"/>
            <p:cNvSpPr/>
            <p:nvPr/>
          </p:nvSpPr>
          <p:spPr>
            <a:xfrm>
              <a:off x="6165441" y="2260205"/>
              <a:ext cx="207527" cy="189101"/>
            </a:xfrm>
            <a:custGeom>
              <a:avLst/>
              <a:gdLst/>
              <a:ahLst/>
              <a:cxnLst/>
              <a:rect l="l" t="t" r="r" b="b"/>
              <a:pathLst>
                <a:path w="5147" h="4690" extrusionOk="0">
                  <a:moveTo>
                    <a:pt x="1" y="1"/>
                  </a:moveTo>
                  <a:lnTo>
                    <a:pt x="1" y="387"/>
                  </a:lnTo>
                  <a:cubicBezTo>
                    <a:pt x="1" y="1059"/>
                    <a:pt x="544" y="1602"/>
                    <a:pt x="1215" y="1602"/>
                  </a:cubicBezTo>
                  <a:lnTo>
                    <a:pt x="1329" y="1602"/>
                  </a:lnTo>
                  <a:lnTo>
                    <a:pt x="1329" y="4689"/>
                  </a:lnTo>
                  <a:lnTo>
                    <a:pt x="3816" y="4689"/>
                  </a:lnTo>
                  <a:lnTo>
                    <a:pt x="3816" y="1602"/>
                  </a:lnTo>
                  <a:lnTo>
                    <a:pt x="3931" y="1602"/>
                  </a:lnTo>
                  <a:cubicBezTo>
                    <a:pt x="4603" y="1602"/>
                    <a:pt x="5146" y="1059"/>
                    <a:pt x="5146" y="387"/>
                  </a:cubicBezTo>
                  <a:lnTo>
                    <a:pt x="5146" y="1"/>
                  </a:lnTo>
                  <a:lnTo>
                    <a:pt x="4575" y="1"/>
                  </a:lnTo>
                  <a:lnTo>
                    <a:pt x="4575" y="373"/>
                  </a:lnTo>
                  <a:cubicBezTo>
                    <a:pt x="4575" y="730"/>
                    <a:pt x="4289" y="1016"/>
                    <a:pt x="3931" y="1016"/>
                  </a:cubicBezTo>
                  <a:lnTo>
                    <a:pt x="3816" y="1016"/>
                  </a:lnTo>
                  <a:lnTo>
                    <a:pt x="3816" y="1030"/>
                  </a:lnTo>
                  <a:lnTo>
                    <a:pt x="3788" y="1030"/>
                  </a:lnTo>
                  <a:cubicBezTo>
                    <a:pt x="3917" y="830"/>
                    <a:pt x="4003" y="587"/>
                    <a:pt x="4003" y="330"/>
                  </a:cubicBezTo>
                  <a:lnTo>
                    <a:pt x="4003" y="1"/>
                  </a:lnTo>
                  <a:lnTo>
                    <a:pt x="3431" y="1"/>
                  </a:lnTo>
                  <a:lnTo>
                    <a:pt x="3431" y="330"/>
                  </a:lnTo>
                  <a:cubicBezTo>
                    <a:pt x="3431" y="673"/>
                    <a:pt x="3187" y="959"/>
                    <a:pt x="2859" y="1016"/>
                  </a:cubicBezTo>
                  <a:lnTo>
                    <a:pt x="2859" y="1"/>
                  </a:lnTo>
                  <a:lnTo>
                    <a:pt x="2288" y="1"/>
                  </a:lnTo>
                  <a:lnTo>
                    <a:pt x="2288" y="1030"/>
                  </a:lnTo>
                  <a:cubicBezTo>
                    <a:pt x="1958" y="959"/>
                    <a:pt x="1716" y="673"/>
                    <a:pt x="1716" y="330"/>
                  </a:cubicBezTo>
                  <a:lnTo>
                    <a:pt x="1716" y="1"/>
                  </a:lnTo>
                  <a:lnTo>
                    <a:pt x="1144" y="1"/>
                  </a:lnTo>
                  <a:lnTo>
                    <a:pt x="1144" y="330"/>
                  </a:lnTo>
                  <a:cubicBezTo>
                    <a:pt x="1144" y="587"/>
                    <a:pt x="1215" y="830"/>
                    <a:pt x="1358" y="1030"/>
                  </a:cubicBezTo>
                  <a:lnTo>
                    <a:pt x="1215" y="1030"/>
                  </a:lnTo>
                  <a:cubicBezTo>
                    <a:pt x="858" y="1030"/>
                    <a:pt x="572" y="744"/>
                    <a:pt x="572" y="387"/>
                  </a:cubicBez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38"/>
            <p:cNvSpPr/>
            <p:nvPr/>
          </p:nvSpPr>
          <p:spPr>
            <a:xfrm>
              <a:off x="6080691" y="2067722"/>
              <a:ext cx="375823" cy="204060"/>
            </a:xfrm>
            <a:custGeom>
              <a:avLst/>
              <a:gdLst/>
              <a:ahLst/>
              <a:cxnLst/>
              <a:rect l="l" t="t" r="r" b="b"/>
              <a:pathLst>
                <a:path w="9321" h="5061" extrusionOk="0">
                  <a:moveTo>
                    <a:pt x="4675" y="1"/>
                  </a:moveTo>
                  <a:cubicBezTo>
                    <a:pt x="4247" y="1"/>
                    <a:pt x="3846" y="115"/>
                    <a:pt x="3503" y="344"/>
                  </a:cubicBezTo>
                  <a:cubicBezTo>
                    <a:pt x="3218" y="515"/>
                    <a:pt x="2974" y="759"/>
                    <a:pt x="2802" y="1045"/>
                  </a:cubicBezTo>
                  <a:lnTo>
                    <a:pt x="2789" y="1045"/>
                  </a:lnTo>
                  <a:cubicBezTo>
                    <a:pt x="1931" y="1045"/>
                    <a:pt x="1230" y="1688"/>
                    <a:pt x="1131" y="2517"/>
                  </a:cubicBezTo>
                  <a:cubicBezTo>
                    <a:pt x="487" y="2602"/>
                    <a:pt x="1" y="3160"/>
                    <a:pt x="30" y="3832"/>
                  </a:cubicBezTo>
                  <a:cubicBezTo>
                    <a:pt x="44" y="4518"/>
                    <a:pt x="630" y="5061"/>
                    <a:pt x="1331" y="5061"/>
                  </a:cubicBezTo>
                  <a:lnTo>
                    <a:pt x="8049" y="5061"/>
                  </a:lnTo>
                  <a:cubicBezTo>
                    <a:pt x="8748" y="5061"/>
                    <a:pt x="9320" y="4489"/>
                    <a:pt x="9320" y="3789"/>
                  </a:cubicBezTo>
                  <a:cubicBezTo>
                    <a:pt x="9320" y="3132"/>
                    <a:pt x="8834" y="2589"/>
                    <a:pt x="8205" y="2503"/>
                  </a:cubicBezTo>
                  <a:cubicBezTo>
                    <a:pt x="8106" y="1688"/>
                    <a:pt x="7405" y="1045"/>
                    <a:pt x="6562" y="1045"/>
                  </a:cubicBezTo>
                  <a:lnTo>
                    <a:pt x="6534" y="1045"/>
                  </a:lnTo>
                  <a:cubicBezTo>
                    <a:pt x="6362" y="759"/>
                    <a:pt x="6118" y="515"/>
                    <a:pt x="5847" y="344"/>
                  </a:cubicBezTo>
                  <a:cubicBezTo>
                    <a:pt x="5490" y="115"/>
                    <a:pt x="5089" y="1"/>
                    <a:pt x="4675"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38"/>
            <p:cNvSpPr/>
            <p:nvPr/>
          </p:nvSpPr>
          <p:spPr>
            <a:xfrm>
              <a:off x="6219025" y="2347253"/>
              <a:ext cx="34070" cy="23103"/>
            </a:xfrm>
            <a:custGeom>
              <a:avLst/>
              <a:gdLst/>
              <a:ahLst/>
              <a:cxnLst/>
              <a:rect l="l" t="t" r="r" b="b"/>
              <a:pathLst>
                <a:path w="845" h="573" extrusionOk="0">
                  <a:moveTo>
                    <a:pt x="0" y="1"/>
                  </a:moveTo>
                  <a:lnTo>
                    <a:pt x="0" y="573"/>
                  </a:lnTo>
                  <a:lnTo>
                    <a:pt x="844" y="573"/>
                  </a:lnTo>
                  <a:lnTo>
                    <a:pt x="844"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38"/>
            <p:cNvSpPr/>
            <p:nvPr/>
          </p:nvSpPr>
          <p:spPr>
            <a:xfrm>
              <a:off x="6284704" y="2391604"/>
              <a:ext cx="34635" cy="23103"/>
            </a:xfrm>
            <a:custGeom>
              <a:avLst/>
              <a:gdLst/>
              <a:ahLst/>
              <a:cxnLst/>
              <a:rect l="l" t="t" r="r" b="b"/>
              <a:pathLst>
                <a:path w="859" h="573" extrusionOk="0">
                  <a:moveTo>
                    <a:pt x="1" y="1"/>
                  </a:moveTo>
                  <a:lnTo>
                    <a:pt x="1" y="573"/>
                  </a:lnTo>
                  <a:lnTo>
                    <a:pt x="858" y="573"/>
                  </a:lnTo>
                  <a:lnTo>
                    <a:pt x="858"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38"/>
            <p:cNvSpPr/>
            <p:nvPr/>
          </p:nvSpPr>
          <p:spPr>
            <a:xfrm>
              <a:off x="6142943" y="2437729"/>
              <a:ext cx="253048" cy="23103"/>
            </a:xfrm>
            <a:custGeom>
              <a:avLst/>
              <a:gdLst/>
              <a:ahLst/>
              <a:cxnLst/>
              <a:rect l="l" t="t" r="r" b="b"/>
              <a:pathLst>
                <a:path w="6276" h="573" extrusionOk="0">
                  <a:moveTo>
                    <a:pt x="1" y="0"/>
                  </a:moveTo>
                  <a:lnTo>
                    <a:pt x="1" y="572"/>
                  </a:lnTo>
                  <a:lnTo>
                    <a:pt x="6276" y="572"/>
                  </a:lnTo>
                  <a:lnTo>
                    <a:pt x="62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 name="Google Shape;960;p38"/>
          <p:cNvGrpSpPr/>
          <p:nvPr/>
        </p:nvGrpSpPr>
        <p:grpSpPr>
          <a:xfrm>
            <a:off x="6903189" y="2196715"/>
            <a:ext cx="493630" cy="492962"/>
            <a:chOff x="7430405" y="2067722"/>
            <a:chExt cx="393644" cy="393111"/>
          </a:xfrm>
        </p:grpSpPr>
        <p:sp>
          <p:nvSpPr>
            <p:cNvPr id="961" name="Google Shape;961;p38"/>
            <p:cNvSpPr/>
            <p:nvPr/>
          </p:nvSpPr>
          <p:spPr>
            <a:xfrm>
              <a:off x="7430405" y="2391604"/>
              <a:ext cx="393644" cy="69229"/>
            </a:xfrm>
            <a:custGeom>
              <a:avLst/>
              <a:gdLst/>
              <a:ahLst/>
              <a:cxnLst/>
              <a:rect l="l" t="t" r="r" b="b"/>
              <a:pathLst>
                <a:path w="9763" h="1717" extrusionOk="0">
                  <a:moveTo>
                    <a:pt x="0" y="1"/>
                  </a:moveTo>
                  <a:lnTo>
                    <a:pt x="0" y="1716"/>
                  </a:lnTo>
                  <a:lnTo>
                    <a:pt x="9763" y="1716"/>
                  </a:lnTo>
                  <a:lnTo>
                    <a:pt x="976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38"/>
            <p:cNvSpPr/>
            <p:nvPr/>
          </p:nvSpPr>
          <p:spPr>
            <a:xfrm>
              <a:off x="7430405" y="2171463"/>
              <a:ext cx="139507" cy="153337"/>
            </a:xfrm>
            <a:custGeom>
              <a:avLst/>
              <a:gdLst/>
              <a:ahLst/>
              <a:cxnLst/>
              <a:rect l="l" t="t" r="r" b="b"/>
              <a:pathLst>
                <a:path w="3460" h="3803" extrusionOk="0">
                  <a:moveTo>
                    <a:pt x="2045" y="1"/>
                  </a:moveTo>
                  <a:lnTo>
                    <a:pt x="0" y="2245"/>
                  </a:lnTo>
                  <a:lnTo>
                    <a:pt x="0" y="3803"/>
                  </a:lnTo>
                  <a:lnTo>
                    <a:pt x="1515" y="3803"/>
                  </a:lnTo>
                  <a:lnTo>
                    <a:pt x="3459" y="1559"/>
                  </a:lnTo>
                  <a:lnTo>
                    <a:pt x="20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38"/>
            <p:cNvSpPr/>
            <p:nvPr/>
          </p:nvSpPr>
          <p:spPr>
            <a:xfrm>
              <a:off x="7684534" y="2171463"/>
              <a:ext cx="139507" cy="153337"/>
            </a:xfrm>
            <a:custGeom>
              <a:avLst/>
              <a:gdLst/>
              <a:ahLst/>
              <a:cxnLst/>
              <a:rect l="l" t="t" r="r" b="b"/>
              <a:pathLst>
                <a:path w="3460" h="3803" extrusionOk="0">
                  <a:moveTo>
                    <a:pt x="1415" y="1"/>
                  </a:moveTo>
                  <a:lnTo>
                    <a:pt x="1" y="1559"/>
                  </a:lnTo>
                  <a:lnTo>
                    <a:pt x="1930" y="3803"/>
                  </a:lnTo>
                  <a:lnTo>
                    <a:pt x="3460" y="3803"/>
                  </a:lnTo>
                  <a:lnTo>
                    <a:pt x="3460" y="2245"/>
                  </a:lnTo>
                  <a:lnTo>
                    <a:pt x="141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38"/>
            <p:cNvSpPr/>
            <p:nvPr/>
          </p:nvSpPr>
          <p:spPr>
            <a:xfrm>
              <a:off x="7567005" y="2131749"/>
              <a:ext cx="120436" cy="116444"/>
            </a:xfrm>
            <a:custGeom>
              <a:avLst/>
              <a:gdLst/>
              <a:ahLst/>
              <a:cxnLst/>
              <a:rect l="l" t="t" r="r" b="b"/>
              <a:pathLst>
                <a:path w="2987" h="2888" extrusionOk="0">
                  <a:moveTo>
                    <a:pt x="1487" y="0"/>
                  </a:moveTo>
                  <a:lnTo>
                    <a:pt x="0" y="1729"/>
                  </a:lnTo>
                  <a:lnTo>
                    <a:pt x="1487" y="2887"/>
                  </a:lnTo>
                  <a:lnTo>
                    <a:pt x="2987" y="1744"/>
                  </a:lnTo>
                  <a:lnTo>
                    <a:pt x="148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38"/>
            <p:cNvSpPr/>
            <p:nvPr/>
          </p:nvSpPr>
          <p:spPr>
            <a:xfrm>
              <a:off x="7461490" y="2183599"/>
              <a:ext cx="331471" cy="141201"/>
            </a:xfrm>
            <a:custGeom>
              <a:avLst/>
              <a:gdLst/>
              <a:ahLst/>
              <a:cxnLst/>
              <a:rect l="l" t="t" r="r" b="b"/>
              <a:pathLst>
                <a:path w="8221" h="3502" extrusionOk="0">
                  <a:moveTo>
                    <a:pt x="3002" y="0"/>
                  </a:moveTo>
                  <a:lnTo>
                    <a:pt x="1" y="3502"/>
                  </a:lnTo>
                  <a:lnTo>
                    <a:pt x="8220" y="3502"/>
                  </a:lnTo>
                  <a:lnTo>
                    <a:pt x="5232" y="29"/>
                  </a:lnTo>
                  <a:lnTo>
                    <a:pt x="4104" y="887"/>
                  </a:lnTo>
                  <a:lnTo>
                    <a:pt x="30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38"/>
            <p:cNvSpPr/>
            <p:nvPr/>
          </p:nvSpPr>
          <p:spPr>
            <a:xfrm>
              <a:off x="7430405" y="2301733"/>
              <a:ext cx="393644" cy="112977"/>
            </a:xfrm>
            <a:custGeom>
              <a:avLst/>
              <a:gdLst/>
              <a:ahLst/>
              <a:cxnLst/>
              <a:rect l="l" t="t" r="r" b="b"/>
              <a:pathLst>
                <a:path w="9763" h="2802" extrusionOk="0">
                  <a:moveTo>
                    <a:pt x="0" y="0"/>
                  </a:moveTo>
                  <a:lnTo>
                    <a:pt x="0" y="2802"/>
                  </a:lnTo>
                  <a:lnTo>
                    <a:pt x="9763" y="280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38"/>
            <p:cNvSpPr/>
            <p:nvPr/>
          </p:nvSpPr>
          <p:spPr>
            <a:xfrm>
              <a:off x="7561239" y="2346648"/>
              <a:ext cx="102614" cy="23103"/>
            </a:xfrm>
            <a:custGeom>
              <a:avLst/>
              <a:gdLst/>
              <a:ahLst/>
              <a:cxnLst/>
              <a:rect l="l" t="t" r="r" b="b"/>
              <a:pathLst>
                <a:path w="2545" h="573" extrusionOk="0">
                  <a:moveTo>
                    <a:pt x="0" y="1"/>
                  </a:moveTo>
                  <a:lnTo>
                    <a:pt x="0" y="573"/>
                  </a:lnTo>
                  <a:lnTo>
                    <a:pt x="2544" y="573"/>
                  </a:lnTo>
                  <a:lnTo>
                    <a:pt x="2544"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38"/>
            <p:cNvSpPr/>
            <p:nvPr/>
          </p:nvSpPr>
          <p:spPr>
            <a:xfrm>
              <a:off x="7702396" y="23466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38"/>
            <p:cNvSpPr/>
            <p:nvPr/>
          </p:nvSpPr>
          <p:spPr>
            <a:xfrm>
              <a:off x="7748480" y="2346648"/>
              <a:ext cx="23103" cy="23103"/>
            </a:xfrm>
            <a:custGeom>
              <a:avLst/>
              <a:gdLst/>
              <a:ahLst/>
              <a:cxnLst/>
              <a:rect l="l" t="t" r="r" b="b"/>
              <a:pathLst>
                <a:path w="573" h="573" extrusionOk="0">
                  <a:moveTo>
                    <a:pt x="1" y="1"/>
                  </a:moveTo>
                  <a:lnTo>
                    <a:pt x="1" y="573"/>
                  </a:lnTo>
                  <a:lnTo>
                    <a:pt x="573" y="573"/>
                  </a:lnTo>
                  <a:lnTo>
                    <a:pt x="5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38"/>
            <p:cNvSpPr/>
            <p:nvPr/>
          </p:nvSpPr>
          <p:spPr>
            <a:xfrm>
              <a:off x="7496689" y="2346648"/>
              <a:ext cx="41530" cy="23103"/>
            </a:xfrm>
            <a:custGeom>
              <a:avLst/>
              <a:gdLst/>
              <a:ahLst/>
              <a:cxnLst/>
              <a:rect l="l" t="t" r="r" b="b"/>
              <a:pathLst>
                <a:path w="1030" h="573" extrusionOk="0">
                  <a:moveTo>
                    <a:pt x="0" y="1"/>
                  </a:moveTo>
                  <a:lnTo>
                    <a:pt x="0" y="573"/>
                  </a:lnTo>
                  <a:lnTo>
                    <a:pt x="1029" y="573"/>
                  </a:lnTo>
                  <a:lnTo>
                    <a:pt x="1029"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38"/>
            <p:cNvSpPr/>
            <p:nvPr/>
          </p:nvSpPr>
          <p:spPr>
            <a:xfrm>
              <a:off x="7473022" y="2067722"/>
              <a:ext cx="79027" cy="79027"/>
            </a:xfrm>
            <a:custGeom>
              <a:avLst/>
              <a:gdLst/>
              <a:ahLst/>
              <a:cxnLst/>
              <a:rect l="l" t="t" r="r" b="b"/>
              <a:pathLst>
                <a:path w="1960" h="1960" extrusionOk="0">
                  <a:moveTo>
                    <a:pt x="988" y="1"/>
                  </a:moveTo>
                  <a:cubicBezTo>
                    <a:pt x="444" y="1"/>
                    <a:pt x="1" y="430"/>
                    <a:pt x="1" y="973"/>
                  </a:cubicBezTo>
                  <a:cubicBezTo>
                    <a:pt x="1" y="1516"/>
                    <a:pt x="444" y="1960"/>
                    <a:pt x="988" y="1960"/>
                  </a:cubicBezTo>
                  <a:cubicBezTo>
                    <a:pt x="1531" y="1960"/>
                    <a:pt x="1960" y="1516"/>
                    <a:pt x="1960" y="973"/>
                  </a:cubicBezTo>
                  <a:cubicBezTo>
                    <a:pt x="1960" y="430"/>
                    <a:pt x="1531" y="1"/>
                    <a:pt x="98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 name="Google Shape;972;p38"/>
          <p:cNvGrpSpPr/>
          <p:nvPr/>
        </p:nvGrpSpPr>
        <p:grpSpPr>
          <a:xfrm>
            <a:off x="4325214" y="2196738"/>
            <a:ext cx="493622" cy="492915"/>
            <a:chOff x="7430405" y="4209866"/>
            <a:chExt cx="393638" cy="393074"/>
          </a:xfrm>
        </p:grpSpPr>
        <p:sp>
          <p:nvSpPr>
            <p:cNvPr id="973" name="Google Shape;973;p38"/>
            <p:cNvSpPr/>
            <p:nvPr/>
          </p:nvSpPr>
          <p:spPr>
            <a:xfrm>
              <a:off x="7637845" y="4209866"/>
              <a:ext cx="186198" cy="240912"/>
            </a:xfrm>
            <a:custGeom>
              <a:avLst/>
              <a:gdLst/>
              <a:ahLst/>
              <a:cxnLst/>
              <a:rect l="l" t="t" r="r" b="b"/>
              <a:pathLst>
                <a:path w="4618" h="5975" extrusionOk="0">
                  <a:moveTo>
                    <a:pt x="2230" y="0"/>
                  </a:moveTo>
                  <a:cubicBezTo>
                    <a:pt x="1001" y="0"/>
                    <a:pt x="1" y="986"/>
                    <a:pt x="1" y="2215"/>
                  </a:cubicBezTo>
                  <a:lnTo>
                    <a:pt x="1" y="5975"/>
                  </a:lnTo>
                  <a:lnTo>
                    <a:pt x="2388" y="5975"/>
                  </a:lnTo>
                  <a:cubicBezTo>
                    <a:pt x="3617" y="5975"/>
                    <a:pt x="4618" y="4988"/>
                    <a:pt x="4618" y="3759"/>
                  </a:cubicBezTo>
                  <a:lnTo>
                    <a:pt x="4618"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38"/>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38"/>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38"/>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38"/>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38"/>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38"/>
            <p:cNvSpPr/>
            <p:nvPr/>
          </p:nvSpPr>
          <p:spPr>
            <a:xfrm>
              <a:off x="7430405" y="4209866"/>
              <a:ext cx="186198" cy="240912"/>
            </a:xfrm>
            <a:custGeom>
              <a:avLst/>
              <a:gdLst/>
              <a:ahLst/>
              <a:cxnLst/>
              <a:rect l="l" t="t" r="r" b="b"/>
              <a:pathLst>
                <a:path w="4618" h="5975" extrusionOk="0">
                  <a:moveTo>
                    <a:pt x="0" y="0"/>
                  </a:moveTo>
                  <a:lnTo>
                    <a:pt x="0" y="3759"/>
                  </a:lnTo>
                  <a:cubicBezTo>
                    <a:pt x="0" y="4988"/>
                    <a:pt x="1001" y="5975"/>
                    <a:pt x="2230" y="5975"/>
                  </a:cubicBezTo>
                  <a:lnTo>
                    <a:pt x="4617" y="5975"/>
                  </a:lnTo>
                  <a:lnTo>
                    <a:pt x="4617" y="2230"/>
                  </a:lnTo>
                  <a:cubicBezTo>
                    <a:pt x="4617" y="1001"/>
                    <a:pt x="3617" y="0"/>
                    <a:pt x="238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38"/>
            <p:cNvSpPr/>
            <p:nvPr/>
          </p:nvSpPr>
          <p:spPr>
            <a:xfrm>
              <a:off x="7486327" y="4439241"/>
              <a:ext cx="118742" cy="117573"/>
            </a:xfrm>
            <a:custGeom>
              <a:avLst/>
              <a:gdLst/>
              <a:ahLst/>
              <a:cxnLst/>
              <a:rect l="l" t="t" r="r" b="b"/>
              <a:pathLst>
                <a:path w="2945" h="2916" extrusionOk="0">
                  <a:moveTo>
                    <a:pt x="1500" y="0"/>
                  </a:moveTo>
                  <a:cubicBezTo>
                    <a:pt x="715" y="0"/>
                    <a:pt x="57" y="629"/>
                    <a:pt x="29" y="1414"/>
                  </a:cubicBezTo>
                  <a:cubicBezTo>
                    <a:pt x="0" y="2244"/>
                    <a:pt x="658" y="2916"/>
                    <a:pt x="1487" y="2916"/>
                  </a:cubicBezTo>
                  <a:cubicBezTo>
                    <a:pt x="2287" y="2916"/>
                    <a:pt x="2945" y="2272"/>
                    <a:pt x="2945" y="1458"/>
                  </a:cubicBezTo>
                  <a:lnTo>
                    <a:pt x="29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38"/>
            <p:cNvSpPr/>
            <p:nvPr/>
          </p:nvSpPr>
          <p:spPr>
            <a:xfrm>
              <a:off x="7475320" y="4427710"/>
              <a:ext cx="140112" cy="175231"/>
            </a:xfrm>
            <a:custGeom>
              <a:avLst/>
              <a:gdLst/>
              <a:ahLst/>
              <a:cxnLst/>
              <a:rect l="l" t="t" r="r" b="b"/>
              <a:pathLst>
                <a:path w="3475" h="4346" extrusionOk="0">
                  <a:moveTo>
                    <a:pt x="2932" y="572"/>
                  </a:moveTo>
                  <a:lnTo>
                    <a:pt x="2932" y="1744"/>
                  </a:lnTo>
                  <a:cubicBezTo>
                    <a:pt x="2932" y="2398"/>
                    <a:pt x="2402" y="2917"/>
                    <a:pt x="1754" y="2917"/>
                  </a:cubicBezTo>
                  <a:cubicBezTo>
                    <a:pt x="1737" y="2917"/>
                    <a:pt x="1720" y="2917"/>
                    <a:pt x="1702" y="2916"/>
                  </a:cubicBezTo>
                  <a:cubicBezTo>
                    <a:pt x="1102" y="2887"/>
                    <a:pt x="616" y="2401"/>
                    <a:pt x="588" y="1801"/>
                  </a:cubicBezTo>
                  <a:cubicBezTo>
                    <a:pt x="559" y="1129"/>
                    <a:pt x="1087" y="572"/>
                    <a:pt x="1760" y="572"/>
                  </a:cubicBezTo>
                  <a:close/>
                  <a:moveTo>
                    <a:pt x="1773" y="0"/>
                  </a:moveTo>
                  <a:cubicBezTo>
                    <a:pt x="801" y="0"/>
                    <a:pt x="1" y="801"/>
                    <a:pt x="16" y="1758"/>
                  </a:cubicBezTo>
                  <a:cubicBezTo>
                    <a:pt x="16" y="2615"/>
                    <a:pt x="645" y="3330"/>
                    <a:pt x="1459" y="3459"/>
                  </a:cubicBezTo>
                  <a:lnTo>
                    <a:pt x="1459" y="4345"/>
                  </a:lnTo>
                  <a:lnTo>
                    <a:pt x="2031" y="4345"/>
                  </a:lnTo>
                  <a:lnTo>
                    <a:pt x="2031" y="3459"/>
                  </a:lnTo>
                  <a:cubicBezTo>
                    <a:pt x="2846" y="3330"/>
                    <a:pt x="3475" y="2615"/>
                    <a:pt x="3475" y="1744"/>
                  </a:cubicBezTo>
                  <a:lnTo>
                    <a:pt x="347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38"/>
            <p:cNvSpPr/>
            <p:nvPr/>
          </p:nvSpPr>
          <p:spPr>
            <a:xfrm>
              <a:off x="7481085" y="4260588"/>
              <a:ext cx="84793" cy="139507"/>
            </a:xfrm>
            <a:custGeom>
              <a:avLst/>
              <a:gdLst/>
              <a:ahLst/>
              <a:cxnLst/>
              <a:rect l="l" t="t" r="r" b="b"/>
              <a:pathLst>
                <a:path w="2103" h="3460" extrusionOk="0">
                  <a:moveTo>
                    <a:pt x="1" y="0"/>
                  </a:moveTo>
                  <a:lnTo>
                    <a:pt x="1" y="2272"/>
                  </a:lnTo>
                  <a:cubicBezTo>
                    <a:pt x="1" y="2930"/>
                    <a:pt x="530" y="3459"/>
                    <a:pt x="1201" y="3459"/>
                  </a:cubicBezTo>
                  <a:lnTo>
                    <a:pt x="2103" y="3459"/>
                  </a:lnTo>
                  <a:lnTo>
                    <a:pt x="2103" y="1186"/>
                  </a:lnTo>
                  <a:cubicBezTo>
                    <a:pt x="2103" y="528"/>
                    <a:pt x="1559" y="0"/>
                    <a:pt x="902"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38"/>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38"/>
            <p:cNvSpPr/>
            <p:nvPr/>
          </p:nvSpPr>
          <p:spPr>
            <a:xfrm>
              <a:off x="7525517" y="4477826"/>
              <a:ext cx="40360" cy="40360"/>
            </a:xfrm>
            <a:custGeom>
              <a:avLst/>
              <a:gdLst/>
              <a:ahLst/>
              <a:cxnLst/>
              <a:rect l="l" t="t" r="r" b="b"/>
              <a:pathLst>
                <a:path w="1001" h="1001" extrusionOk="0">
                  <a:moveTo>
                    <a:pt x="500" y="0"/>
                  </a:moveTo>
                  <a:cubicBezTo>
                    <a:pt x="229" y="0"/>
                    <a:pt x="0" y="229"/>
                    <a:pt x="0" y="501"/>
                  </a:cubicBezTo>
                  <a:cubicBezTo>
                    <a:pt x="0" y="772"/>
                    <a:pt x="229" y="1001"/>
                    <a:pt x="500" y="1001"/>
                  </a:cubicBezTo>
                  <a:cubicBezTo>
                    <a:pt x="786" y="1001"/>
                    <a:pt x="1001" y="772"/>
                    <a:pt x="1001" y="501"/>
                  </a:cubicBezTo>
                  <a:cubicBezTo>
                    <a:pt x="1001"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38"/>
            <p:cNvSpPr/>
            <p:nvPr/>
          </p:nvSpPr>
          <p:spPr>
            <a:xfrm>
              <a:off x="7603856" y="4293689"/>
              <a:ext cx="45562" cy="222204"/>
            </a:xfrm>
            <a:custGeom>
              <a:avLst/>
              <a:gdLst/>
              <a:ahLst/>
              <a:cxnLst/>
              <a:rect l="l" t="t" r="r" b="b"/>
              <a:pathLst>
                <a:path w="1130" h="5511" extrusionOk="0">
                  <a:moveTo>
                    <a:pt x="567" y="0"/>
                  </a:moveTo>
                  <a:cubicBezTo>
                    <a:pt x="536" y="0"/>
                    <a:pt x="504" y="3"/>
                    <a:pt x="472" y="8"/>
                  </a:cubicBezTo>
                  <a:cubicBezTo>
                    <a:pt x="201" y="50"/>
                    <a:pt x="1" y="294"/>
                    <a:pt x="1" y="580"/>
                  </a:cubicBezTo>
                  <a:lnTo>
                    <a:pt x="1" y="4954"/>
                  </a:lnTo>
                  <a:cubicBezTo>
                    <a:pt x="1" y="5253"/>
                    <a:pt x="258" y="5510"/>
                    <a:pt x="573" y="5510"/>
                  </a:cubicBezTo>
                  <a:cubicBezTo>
                    <a:pt x="872" y="5510"/>
                    <a:pt x="1130" y="5253"/>
                    <a:pt x="1130" y="4954"/>
                  </a:cubicBezTo>
                  <a:lnTo>
                    <a:pt x="1130" y="565"/>
                  </a:lnTo>
                  <a:cubicBezTo>
                    <a:pt x="1130" y="253"/>
                    <a:pt x="882" y="0"/>
                    <a:pt x="5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38"/>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38"/>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sp>
        <p:nvSpPr>
          <p:cNvPr id="992" name="Google Shape;992;p39"/>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993" name="Google Shape;993;p3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Pictures are helpful</a:t>
            </a:r>
            <a:endParaRPr/>
          </a:p>
        </p:txBody>
      </p:sp>
      <p:sp>
        <p:nvSpPr>
          <p:cNvPr id="994" name="Google Shape;994;p39"/>
          <p:cNvSpPr txBox="1">
            <a:spLocks noGrp="1"/>
          </p:cNvSpPr>
          <p:nvPr>
            <p:ph type="subTitle" idx="1"/>
          </p:nvPr>
        </p:nvSpPr>
        <p:spPr>
          <a:xfrm>
            <a:off x="1317325" y="1773350"/>
            <a:ext cx="3248400" cy="2830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Images reveal large amounts of data, so remember: use an image instead of a long text. Your audience will appreciate it</a:t>
            </a:r>
            <a:endParaRPr sz="1800"/>
          </a:p>
        </p:txBody>
      </p:sp>
      <p:pic>
        <p:nvPicPr>
          <p:cNvPr id="995" name="Google Shape;995;p39"/>
          <p:cNvPicPr preferRelativeResize="0"/>
          <p:nvPr/>
        </p:nvPicPr>
        <p:blipFill rotWithShape="1">
          <a:blip r:embed="rId3">
            <a:alphaModFix/>
          </a:blip>
          <a:srcRect l="11661" r="21778" b="159"/>
          <a:stretch/>
        </p:blipFill>
        <p:spPr>
          <a:xfrm>
            <a:off x="4874975" y="1587225"/>
            <a:ext cx="2951700" cy="2951700"/>
          </a:xfrm>
          <a:prstGeom prst="ellipse">
            <a:avLst/>
          </a:prstGeom>
          <a:noFill/>
          <a:ln w="76200" cap="flat" cmpd="sng">
            <a:solidFill>
              <a:schemeClr val="accent6"/>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99"/>
        <p:cNvGrpSpPr/>
        <p:nvPr/>
      </p:nvGrpSpPr>
      <p:grpSpPr>
        <a:xfrm>
          <a:off x="0" y="0"/>
          <a:ext cx="0" cy="0"/>
          <a:chOff x="0" y="0"/>
          <a:chExt cx="0" cy="0"/>
        </a:xfrm>
      </p:grpSpPr>
      <p:sp>
        <p:nvSpPr>
          <p:cNvPr id="1000" name="Google Shape;1000;p40"/>
          <p:cNvSpPr/>
          <p:nvPr/>
        </p:nvSpPr>
        <p:spPr>
          <a:xfrm flipH="1">
            <a:off x="720007" y="3155562"/>
            <a:ext cx="4035992" cy="1294733"/>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01" name="Google Shape;1001;p40"/>
          <p:cNvSpPr txBox="1">
            <a:spLocks noGrp="1"/>
          </p:cNvSpPr>
          <p:nvPr>
            <p:ph type="body" idx="1"/>
          </p:nvPr>
        </p:nvSpPr>
        <p:spPr>
          <a:xfrm>
            <a:off x="894100" y="3273875"/>
            <a:ext cx="3640500" cy="105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An image is worth a thousand words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05"/>
        <p:cNvGrpSpPr/>
        <p:nvPr/>
      </p:nvGrpSpPr>
      <p:grpSpPr>
        <a:xfrm>
          <a:off x="0" y="0"/>
          <a:ext cx="0" cy="0"/>
          <a:chOff x="0" y="0"/>
          <a:chExt cx="0" cy="0"/>
        </a:xfrm>
      </p:grpSpPr>
      <p:sp>
        <p:nvSpPr>
          <p:cNvPr id="1006" name="Google Shape;1006;p41"/>
          <p:cNvSpPr/>
          <p:nvPr/>
        </p:nvSpPr>
        <p:spPr>
          <a:xfrm>
            <a:off x="2586875" y="3134800"/>
            <a:ext cx="3970096" cy="1310338"/>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07" name="Google Shape;1007;p41"/>
          <p:cNvSpPr txBox="1">
            <a:spLocks noGrp="1"/>
          </p:cNvSpPr>
          <p:nvPr>
            <p:ph type="title"/>
          </p:nvPr>
        </p:nvSpPr>
        <p:spPr>
          <a:xfrm>
            <a:off x="1388100" y="1897700"/>
            <a:ext cx="6367800" cy="2282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Awesome </a:t>
            </a:r>
            <a:r>
              <a:rPr lang="en">
                <a:solidFill>
                  <a:schemeClr val="lt1"/>
                </a:solidFill>
              </a:rPr>
              <a:t>Words</a:t>
            </a:r>
            <a:endParaRPr>
              <a:solidFill>
                <a:schemeClr val="lt1"/>
              </a:solidFill>
            </a:endParaRPr>
          </a:p>
        </p:txBody>
      </p:sp>
      <p:sp>
        <p:nvSpPr>
          <p:cNvPr id="1008" name="Google Shape;1008;p41"/>
          <p:cNvSpPr/>
          <p:nvPr/>
        </p:nvSpPr>
        <p:spPr>
          <a:xfrm>
            <a:off x="3972963" y="574288"/>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009" name="Google Shape;1009;p41"/>
          <p:cNvGrpSpPr/>
          <p:nvPr/>
        </p:nvGrpSpPr>
        <p:grpSpPr>
          <a:xfrm>
            <a:off x="4295457" y="838384"/>
            <a:ext cx="553081" cy="553010"/>
            <a:chOff x="4036001" y="1353714"/>
            <a:chExt cx="393120" cy="393070"/>
          </a:xfrm>
        </p:grpSpPr>
        <p:sp>
          <p:nvSpPr>
            <p:cNvPr id="1010" name="Google Shape;1010;p41"/>
            <p:cNvSpPr/>
            <p:nvPr/>
          </p:nvSpPr>
          <p:spPr>
            <a:xfrm>
              <a:off x="4045839" y="1555390"/>
              <a:ext cx="372879" cy="179908"/>
            </a:xfrm>
            <a:custGeom>
              <a:avLst/>
              <a:gdLst/>
              <a:ahLst/>
              <a:cxnLst/>
              <a:rect l="l" t="t" r="r" b="b"/>
              <a:pathLst>
                <a:path w="9248" h="4462" extrusionOk="0">
                  <a:moveTo>
                    <a:pt x="4641" y="0"/>
                  </a:moveTo>
                  <a:cubicBezTo>
                    <a:pt x="4184" y="0"/>
                    <a:pt x="3816" y="368"/>
                    <a:pt x="3816" y="816"/>
                  </a:cubicBezTo>
                  <a:lnTo>
                    <a:pt x="3816" y="1588"/>
                  </a:lnTo>
                  <a:cubicBezTo>
                    <a:pt x="3816" y="1588"/>
                    <a:pt x="3702" y="1816"/>
                    <a:pt x="3574" y="1816"/>
                  </a:cubicBezTo>
                  <a:cubicBezTo>
                    <a:pt x="3517" y="1816"/>
                    <a:pt x="3445" y="1803"/>
                    <a:pt x="3402" y="1745"/>
                  </a:cubicBezTo>
                  <a:cubicBezTo>
                    <a:pt x="3359" y="1702"/>
                    <a:pt x="3330" y="1645"/>
                    <a:pt x="3330" y="1588"/>
                  </a:cubicBezTo>
                  <a:lnTo>
                    <a:pt x="3330" y="816"/>
                  </a:lnTo>
                  <a:cubicBezTo>
                    <a:pt x="3330" y="373"/>
                    <a:pt x="2974" y="2"/>
                    <a:pt x="2530" y="2"/>
                  </a:cubicBezTo>
                  <a:lnTo>
                    <a:pt x="2230" y="2"/>
                  </a:lnTo>
                  <a:lnTo>
                    <a:pt x="1" y="4461"/>
                  </a:lnTo>
                  <a:lnTo>
                    <a:pt x="9248" y="4461"/>
                  </a:lnTo>
                  <a:lnTo>
                    <a:pt x="7018" y="2"/>
                  </a:lnTo>
                  <a:lnTo>
                    <a:pt x="6175" y="2"/>
                  </a:lnTo>
                  <a:cubicBezTo>
                    <a:pt x="6032" y="2"/>
                    <a:pt x="5932" y="116"/>
                    <a:pt x="5932" y="259"/>
                  </a:cubicBezTo>
                  <a:lnTo>
                    <a:pt x="5932" y="1059"/>
                  </a:lnTo>
                  <a:cubicBezTo>
                    <a:pt x="5932" y="1073"/>
                    <a:pt x="5918" y="1088"/>
                    <a:pt x="5903" y="1102"/>
                  </a:cubicBezTo>
                  <a:cubicBezTo>
                    <a:pt x="5838" y="1180"/>
                    <a:pt x="5759" y="1215"/>
                    <a:pt x="5685" y="1215"/>
                  </a:cubicBezTo>
                  <a:cubicBezTo>
                    <a:pt x="5582" y="1215"/>
                    <a:pt x="5488" y="1147"/>
                    <a:pt x="5446" y="1031"/>
                  </a:cubicBezTo>
                  <a:lnTo>
                    <a:pt x="5446" y="1002"/>
                  </a:lnTo>
                  <a:lnTo>
                    <a:pt x="5446" y="816"/>
                  </a:lnTo>
                  <a:cubicBezTo>
                    <a:pt x="5446" y="459"/>
                    <a:pt x="5160" y="87"/>
                    <a:pt x="4803" y="15"/>
                  </a:cubicBezTo>
                  <a:cubicBezTo>
                    <a:pt x="4748" y="5"/>
                    <a:pt x="4694" y="0"/>
                    <a:pt x="464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41"/>
            <p:cNvSpPr/>
            <p:nvPr/>
          </p:nvSpPr>
          <p:spPr>
            <a:xfrm>
              <a:off x="4036001" y="1723721"/>
              <a:ext cx="393120" cy="23063"/>
            </a:xfrm>
            <a:custGeom>
              <a:avLst/>
              <a:gdLst/>
              <a:ahLst/>
              <a:cxnLst/>
              <a:rect l="l" t="t" r="r" b="b"/>
              <a:pathLst>
                <a:path w="9750" h="572" extrusionOk="0">
                  <a:moveTo>
                    <a:pt x="1" y="0"/>
                  </a:moveTo>
                  <a:lnTo>
                    <a:pt x="1" y="572"/>
                  </a:lnTo>
                  <a:lnTo>
                    <a:pt x="9749" y="572"/>
                  </a:lnTo>
                  <a:lnTo>
                    <a:pt x="9749"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41"/>
            <p:cNvSpPr/>
            <p:nvPr/>
          </p:nvSpPr>
          <p:spPr>
            <a:xfrm>
              <a:off x="4124219" y="1483380"/>
              <a:ext cx="216115" cy="168578"/>
            </a:xfrm>
            <a:custGeom>
              <a:avLst/>
              <a:gdLst/>
              <a:ahLst/>
              <a:cxnLst/>
              <a:rect l="l" t="t" r="r" b="b"/>
              <a:pathLst>
                <a:path w="5360" h="4181" extrusionOk="0">
                  <a:moveTo>
                    <a:pt x="1186" y="0"/>
                  </a:moveTo>
                  <a:lnTo>
                    <a:pt x="0" y="2359"/>
                  </a:lnTo>
                  <a:lnTo>
                    <a:pt x="586" y="2359"/>
                  </a:lnTo>
                  <a:cubicBezTo>
                    <a:pt x="715" y="2359"/>
                    <a:pt x="815" y="2474"/>
                    <a:pt x="815" y="2602"/>
                  </a:cubicBezTo>
                  <a:lnTo>
                    <a:pt x="815" y="3360"/>
                  </a:lnTo>
                  <a:cubicBezTo>
                    <a:pt x="815" y="3531"/>
                    <a:pt x="872" y="3703"/>
                    <a:pt x="972" y="3846"/>
                  </a:cubicBezTo>
                  <a:cubicBezTo>
                    <a:pt x="1122" y="4064"/>
                    <a:pt x="1364" y="4181"/>
                    <a:pt x="1633" y="4181"/>
                  </a:cubicBezTo>
                  <a:cubicBezTo>
                    <a:pt x="1697" y="4181"/>
                    <a:pt x="1763" y="4174"/>
                    <a:pt x="1830" y="4160"/>
                  </a:cubicBezTo>
                  <a:cubicBezTo>
                    <a:pt x="2158" y="4075"/>
                    <a:pt x="2444" y="3717"/>
                    <a:pt x="2444" y="3374"/>
                  </a:cubicBezTo>
                  <a:lnTo>
                    <a:pt x="2444" y="2602"/>
                  </a:lnTo>
                  <a:cubicBezTo>
                    <a:pt x="2444" y="2502"/>
                    <a:pt x="2501" y="2402"/>
                    <a:pt x="2602" y="2373"/>
                  </a:cubicBezTo>
                  <a:cubicBezTo>
                    <a:pt x="2630" y="2364"/>
                    <a:pt x="2658" y="2359"/>
                    <a:pt x="2685" y="2359"/>
                  </a:cubicBezTo>
                  <a:cubicBezTo>
                    <a:pt x="2821" y="2359"/>
                    <a:pt x="2930" y="2471"/>
                    <a:pt x="2930" y="2602"/>
                  </a:cubicBezTo>
                  <a:lnTo>
                    <a:pt x="2930" y="2760"/>
                  </a:lnTo>
                  <a:cubicBezTo>
                    <a:pt x="2930" y="3202"/>
                    <a:pt x="3302" y="3574"/>
                    <a:pt x="3745" y="3574"/>
                  </a:cubicBezTo>
                  <a:cubicBezTo>
                    <a:pt x="4188" y="3574"/>
                    <a:pt x="4559" y="3202"/>
                    <a:pt x="4559" y="2760"/>
                  </a:cubicBezTo>
                  <a:lnTo>
                    <a:pt x="4559" y="2602"/>
                  </a:lnTo>
                  <a:cubicBezTo>
                    <a:pt x="4559" y="2474"/>
                    <a:pt x="4660" y="2359"/>
                    <a:pt x="4788" y="2359"/>
                  </a:cubicBezTo>
                  <a:lnTo>
                    <a:pt x="5360" y="2359"/>
                  </a:lnTo>
                  <a:lnTo>
                    <a:pt x="418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41"/>
            <p:cNvSpPr/>
            <p:nvPr/>
          </p:nvSpPr>
          <p:spPr>
            <a:xfrm>
              <a:off x="4221024" y="1353714"/>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41"/>
            <p:cNvSpPr/>
            <p:nvPr/>
          </p:nvSpPr>
          <p:spPr>
            <a:xfrm>
              <a:off x="4221024" y="1395767"/>
              <a:ext cx="23103" cy="50763"/>
            </a:xfrm>
            <a:custGeom>
              <a:avLst/>
              <a:gdLst/>
              <a:ahLst/>
              <a:cxnLst/>
              <a:rect l="l" t="t" r="r" b="b"/>
              <a:pathLst>
                <a:path w="573" h="1259" extrusionOk="0">
                  <a:moveTo>
                    <a:pt x="1" y="1"/>
                  </a:moveTo>
                  <a:lnTo>
                    <a:pt x="1" y="1259"/>
                  </a:lnTo>
                  <a:lnTo>
                    <a:pt x="572" y="1259"/>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41"/>
            <p:cNvSpPr/>
            <p:nvPr/>
          </p:nvSpPr>
          <p:spPr>
            <a:xfrm>
              <a:off x="4128815" y="1378954"/>
              <a:ext cx="69189" cy="85478"/>
            </a:xfrm>
            <a:custGeom>
              <a:avLst/>
              <a:gdLst/>
              <a:ahLst/>
              <a:cxnLst/>
              <a:rect l="l" t="t" r="r" b="b"/>
              <a:pathLst>
                <a:path w="1716" h="2120" extrusionOk="0">
                  <a:moveTo>
                    <a:pt x="849" y="1"/>
                  </a:moveTo>
                  <a:cubicBezTo>
                    <a:pt x="824" y="1"/>
                    <a:pt x="798" y="2"/>
                    <a:pt x="773" y="4"/>
                  </a:cubicBezTo>
                  <a:cubicBezTo>
                    <a:pt x="344" y="46"/>
                    <a:pt x="1" y="446"/>
                    <a:pt x="1" y="875"/>
                  </a:cubicBezTo>
                  <a:lnTo>
                    <a:pt x="1" y="1047"/>
                  </a:lnTo>
                  <a:lnTo>
                    <a:pt x="573" y="1047"/>
                  </a:lnTo>
                  <a:lnTo>
                    <a:pt x="573" y="861"/>
                  </a:lnTo>
                  <a:cubicBezTo>
                    <a:pt x="573" y="705"/>
                    <a:pt x="703" y="572"/>
                    <a:pt x="868" y="572"/>
                  </a:cubicBezTo>
                  <a:cubicBezTo>
                    <a:pt x="884" y="572"/>
                    <a:pt x="899" y="573"/>
                    <a:pt x="916" y="576"/>
                  </a:cubicBezTo>
                  <a:cubicBezTo>
                    <a:pt x="1044" y="604"/>
                    <a:pt x="1144" y="732"/>
                    <a:pt x="1144" y="875"/>
                  </a:cubicBezTo>
                  <a:lnTo>
                    <a:pt x="1144" y="2119"/>
                  </a:lnTo>
                  <a:lnTo>
                    <a:pt x="1716" y="2119"/>
                  </a:lnTo>
                  <a:lnTo>
                    <a:pt x="1716" y="861"/>
                  </a:lnTo>
                  <a:cubicBezTo>
                    <a:pt x="1716" y="386"/>
                    <a:pt x="1329" y="1"/>
                    <a:pt x="849"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41"/>
            <p:cNvSpPr/>
            <p:nvPr/>
          </p:nvSpPr>
          <p:spPr>
            <a:xfrm>
              <a:off x="4267149" y="1378954"/>
              <a:ext cx="69189" cy="85478"/>
            </a:xfrm>
            <a:custGeom>
              <a:avLst/>
              <a:gdLst/>
              <a:ahLst/>
              <a:cxnLst/>
              <a:rect l="l" t="t" r="r" b="b"/>
              <a:pathLst>
                <a:path w="1716" h="2120" extrusionOk="0">
                  <a:moveTo>
                    <a:pt x="848" y="1"/>
                  </a:moveTo>
                  <a:cubicBezTo>
                    <a:pt x="823" y="1"/>
                    <a:pt x="798" y="2"/>
                    <a:pt x="772" y="4"/>
                  </a:cubicBezTo>
                  <a:cubicBezTo>
                    <a:pt x="343" y="46"/>
                    <a:pt x="0" y="446"/>
                    <a:pt x="0" y="875"/>
                  </a:cubicBezTo>
                  <a:lnTo>
                    <a:pt x="0" y="2119"/>
                  </a:lnTo>
                  <a:lnTo>
                    <a:pt x="572" y="2119"/>
                  </a:lnTo>
                  <a:lnTo>
                    <a:pt x="572" y="861"/>
                  </a:lnTo>
                  <a:cubicBezTo>
                    <a:pt x="572" y="705"/>
                    <a:pt x="703" y="572"/>
                    <a:pt x="867" y="572"/>
                  </a:cubicBezTo>
                  <a:cubicBezTo>
                    <a:pt x="883" y="572"/>
                    <a:pt x="899" y="573"/>
                    <a:pt x="915" y="576"/>
                  </a:cubicBezTo>
                  <a:cubicBezTo>
                    <a:pt x="1043" y="604"/>
                    <a:pt x="1144" y="732"/>
                    <a:pt x="1144" y="875"/>
                  </a:cubicBezTo>
                  <a:lnTo>
                    <a:pt x="1144" y="1047"/>
                  </a:lnTo>
                  <a:lnTo>
                    <a:pt x="1715" y="1047"/>
                  </a:lnTo>
                  <a:lnTo>
                    <a:pt x="1715" y="861"/>
                  </a:lnTo>
                  <a:cubicBezTo>
                    <a:pt x="1715" y="386"/>
                    <a:pt x="1328" y="1"/>
                    <a:pt x="848" y="1"/>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41"/>
            <p:cNvSpPr/>
            <p:nvPr/>
          </p:nvSpPr>
          <p:spPr>
            <a:xfrm>
              <a:off x="4313234" y="1441327"/>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41"/>
            <p:cNvSpPr/>
            <p:nvPr/>
          </p:nvSpPr>
          <p:spPr>
            <a:xfrm>
              <a:off x="4351819"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41"/>
            <p:cNvSpPr/>
            <p:nvPr/>
          </p:nvSpPr>
          <p:spPr>
            <a:xfrm>
              <a:off x="4128815" y="1441327"/>
              <a:ext cx="23103" cy="23103"/>
            </a:xfrm>
            <a:custGeom>
              <a:avLst/>
              <a:gdLst/>
              <a:ahLst/>
              <a:cxnLst/>
              <a:rect l="l" t="t" r="r" b="b"/>
              <a:pathLst>
                <a:path w="573" h="573" extrusionOk="0">
                  <a:moveTo>
                    <a:pt x="1" y="0"/>
                  </a:moveTo>
                  <a:lnTo>
                    <a:pt x="1" y="572"/>
                  </a:lnTo>
                  <a:lnTo>
                    <a:pt x="573" y="572"/>
                  </a:lnTo>
                  <a:lnTo>
                    <a:pt x="573"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41"/>
            <p:cNvSpPr/>
            <p:nvPr/>
          </p:nvSpPr>
          <p:spPr>
            <a:xfrm>
              <a:off x="4090190"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41"/>
            <p:cNvSpPr/>
            <p:nvPr/>
          </p:nvSpPr>
          <p:spPr>
            <a:xfrm>
              <a:off x="4267149" y="1378954"/>
              <a:ext cx="69189" cy="85478"/>
            </a:xfrm>
            <a:custGeom>
              <a:avLst/>
              <a:gdLst/>
              <a:ahLst/>
              <a:cxnLst/>
              <a:rect l="l" t="t" r="r" b="b"/>
              <a:pathLst>
                <a:path w="1716" h="2120" extrusionOk="0">
                  <a:moveTo>
                    <a:pt x="848" y="1"/>
                  </a:moveTo>
                  <a:cubicBezTo>
                    <a:pt x="823" y="1"/>
                    <a:pt x="798" y="2"/>
                    <a:pt x="772" y="4"/>
                  </a:cubicBezTo>
                  <a:cubicBezTo>
                    <a:pt x="343" y="46"/>
                    <a:pt x="0" y="446"/>
                    <a:pt x="0" y="875"/>
                  </a:cubicBezTo>
                  <a:lnTo>
                    <a:pt x="0" y="2119"/>
                  </a:lnTo>
                  <a:lnTo>
                    <a:pt x="572" y="2119"/>
                  </a:lnTo>
                  <a:lnTo>
                    <a:pt x="572" y="861"/>
                  </a:lnTo>
                  <a:cubicBezTo>
                    <a:pt x="572" y="705"/>
                    <a:pt x="703" y="572"/>
                    <a:pt x="867" y="572"/>
                  </a:cubicBezTo>
                  <a:cubicBezTo>
                    <a:pt x="883" y="572"/>
                    <a:pt x="899" y="573"/>
                    <a:pt x="915" y="576"/>
                  </a:cubicBezTo>
                  <a:cubicBezTo>
                    <a:pt x="1043" y="604"/>
                    <a:pt x="1144" y="732"/>
                    <a:pt x="1144" y="875"/>
                  </a:cubicBezTo>
                  <a:lnTo>
                    <a:pt x="1144" y="1047"/>
                  </a:lnTo>
                  <a:lnTo>
                    <a:pt x="1715" y="1047"/>
                  </a:lnTo>
                  <a:lnTo>
                    <a:pt x="1715" y="861"/>
                  </a:lnTo>
                  <a:cubicBezTo>
                    <a:pt x="1715" y="386"/>
                    <a:pt x="1328" y="1"/>
                    <a:pt x="8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41"/>
            <p:cNvSpPr/>
            <p:nvPr/>
          </p:nvSpPr>
          <p:spPr>
            <a:xfrm>
              <a:off x="4313234" y="1441327"/>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41"/>
            <p:cNvSpPr/>
            <p:nvPr/>
          </p:nvSpPr>
          <p:spPr>
            <a:xfrm>
              <a:off x="4351819"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27"/>
        <p:cNvGrpSpPr/>
        <p:nvPr/>
      </p:nvGrpSpPr>
      <p:grpSpPr>
        <a:xfrm>
          <a:off x="0" y="0"/>
          <a:ext cx="0" cy="0"/>
          <a:chOff x="0" y="0"/>
          <a:chExt cx="0" cy="0"/>
        </a:xfrm>
      </p:grpSpPr>
      <p:sp>
        <p:nvSpPr>
          <p:cNvPr id="1028" name="Google Shape;1028;p42"/>
          <p:cNvSpPr/>
          <p:nvPr/>
        </p:nvSpPr>
        <p:spPr>
          <a:xfrm>
            <a:off x="489882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29" name="Google Shape;1029;p42"/>
          <p:cNvSpPr txBox="1">
            <a:spLocks noGrp="1"/>
          </p:cNvSpPr>
          <p:nvPr>
            <p:ph type="title"/>
          </p:nvPr>
        </p:nvSpPr>
        <p:spPr>
          <a:xfrm>
            <a:off x="4734175"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Section B</a:t>
            </a:r>
            <a:endParaRPr/>
          </a:p>
        </p:txBody>
      </p:sp>
      <p:sp>
        <p:nvSpPr>
          <p:cNvPr id="1030" name="Google Shape;1030;p42"/>
          <p:cNvSpPr txBox="1">
            <a:spLocks noGrp="1"/>
          </p:cNvSpPr>
          <p:nvPr>
            <p:ph type="title" idx="2"/>
          </p:nvPr>
        </p:nvSpPr>
        <p:spPr>
          <a:xfrm>
            <a:off x="4734186"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1031" name="Google Shape;1031;p42"/>
          <p:cNvSpPr txBox="1">
            <a:spLocks noGrp="1"/>
          </p:cNvSpPr>
          <p:nvPr>
            <p:ph type="subTitle" idx="1"/>
          </p:nvPr>
        </p:nvSpPr>
        <p:spPr>
          <a:xfrm>
            <a:off x="4865050"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Here you can describe the topic of the section</a:t>
            </a:r>
            <a:endParaRPr/>
          </a:p>
        </p:txBody>
      </p:sp>
      <p:grpSp>
        <p:nvGrpSpPr>
          <p:cNvPr id="1032" name="Google Shape;1032;p42"/>
          <p:cNvGrpSpPr/>
          <p:nvPr/>
        </p:nvGrpSpPr>
        <p:grpSpPr>
          <a:xfrm>
            <a:off x="1338593" y="1678171"/>
            <a:ext cx="2926862" cy="3410599"/>
            <a:chOff x="6185050" y="3191500"/>
            <a:chExt cx="682650" cy="795475"/>
          </a:xfrm>
        </p:grpSpPr>
        <p:sp>
          <p:nvSpPr>
            <p:cNvPr id="1033" name="Google Shape;1033;p42"/>
            <p:cNvSpPr/>
            <p:nvPr/>
          </p:nvSpPr>
          <p:spPr>
            <a:xfrm>
              <a:off x="6688100" y="3402525"/>
              <a:ext cx="105175" cy="211475"/>
            </a:xfrm>
            <a:custGeom>
              <a:avLst/>
              <a:gdLst/>
              <a:ahLst/>
              <a:cxnLst/>
              <a:rect l="l" t="t" r="r" b="b"/>
              <a:pathLst>
                <a:path w="4207" h="8459" extrusionOk="0">
                  <a:moveTo>
                    <a:pt x="736" y="1"/>
                  </a:moveTo>
                  <a:cubicBezTo>
                    <a:pt x="1" y="1"/>
                    <a:pt x="554" y="3047"/>
                    <a:pt x="585" y="3427"/>
                  </a:cubicBezTo>
                  <a:cubicBezTo>
                    <a:pt x="629" y="4138"/>
                    <a:pt x="563" y="4849"/>
                    <a:pt x="607" y="5560"/>
                  </a:cubicBezTo>
                  <a:cubicBezTo>
                    <a:pt x="629" y="5871"/>
                    <a:pt x="674" y="6182"/>
                    <a:pt x="796" y="6470"/>
                  </a:cubicBezTo>
                  <a:cubicBezTo>
                    <a:pt x="985" y="6882"/>
                    <a:pt x="1330" y="7193"/>
                    <a:pt x="1685" y="7470"/>
                  </a:cubicBezTo>
                  <a:cubicBezTo>
                    <a:pt x="2196" y="7848"/>
                    <a:pt x="2752" y="8171"/>
                    <a:pt x="3340" y="8415"/>
                  </a:cubicBezTo>
                  <a:cubicBezTo>
                    <a:pt x="3384" y="8437"/>
                    <a:pt x="3437" y="8458"/>
                    <a:pt x="3487" y="8458"/>
                  </a:cubicBezTo>
                  <a:cubicBezTo>
                    <a:pt x="3514" y="8458"/>
                    <a:pt x="3539" y="8452"/>
                    <a:pt x="3562" y="8437"/>
                  </a:cubicBezTo>
                  <a:cubicBezTo>
                    <a:pt x="3607" y="8415"/>
                    <a:pt x="3640" y="8370"/>
                    <a:pt x="3663" y="8315"/>
                  </a:cubicBezTo>
                  <a:cubicBezTo>
                    <a:pt x="4029" y="7581"/>
                    <a:pt x="4206" y="6693"/>
                    <a:pt x="3863" y="5949"/>
                  </a:cubicBezTo>
                  <a:cubicBezTo>
                    <a:pt x="3673" y="5549"/>
                    <a:pt x="3352" y="5226"/>
                    <a:pt x="3096" y="4871"/>
                  </a:cubicBezTo>
                  <a:cubicBezTo>
                    <a:pt x="2707" y="4338"/>
                    <a:pt x="2473" y="3715"/>
                    <a:pt x="2263" y="3093"/>
                  </a:cubicBezTo>
                  <a:cubicBezTo>
                    <a:pt x="2074" y="2549"/>
                    <a:pt x="1918" y="1982"/>
                    <a:pt x="1696" y="1449"/>
                  </a:cubicBezTo>
                  <a:cubicBezTo>
                    <a:pt x="1563" y="1105"/>
                    <a:pt x="1241" y="172"/>
                    <a:pt x="863" y="27"/>
                  </a:cubicBezTo>
                  <a:cubicBezTo>
                    <a:pt x="817" y="9"/>
                    <a:pt x="774" y="1"/>
                    <a:pt x="736"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42"/>
            <p:cNvSpPr/>
            <p:nvPr/>
          </p:nvSpPr>
          <p:spPr>
            <a:xfrm>
              <a:off x="6699125" y="3841050"/>
              <a:ext cx="168575" cy="95825"/>
            </a:xfrm>
            <a:custGeom>
              <a:avLst/>
              <a:gdLst/>
              <a:ahLst/>
              <a:cxnLst/>
              <a:rect l="l" t="t" r="r" b="b"/>
              <a:pathLst>
                <a:path w="6743" h="3833" extrusionOk="0">
                  <a:moveTo>
                    <a:pt x="145" y="1"/>
                  </a:moveTo>
                  <a:cubicBezTo>
                    <a:pt x="88" y="1"/>
                    <a:pt x="38" y="5"/>
                    <a:pt x="0" y="16"/>
                  </a:cubicBezTo>
                  <a:cubicBezTo>
                    <a:pt x="211" y="894"/>
                    <a:pt x="555" y="2360"/>
                    <a:pt x="766" y="3227"/>
                  </a:cubicBezTo>
                  <a:cubicBezTo>
                    <a:pt x="800" y="3393"/>
                    <a:pt x="844" y="3560"/>
                    <a:pt x="966" y="3682"/>
                  </a:cubicBezTo>
                  <a:cubicBezTo>
                    <a:pt x="1079" y="3795"/>
                    <a:pt x="1232" y="3833"/>
                    <a:pt x="1391" y="3833"/>
                  </a:cubicBezTo>
                  <a:cubicBezTo>
                    <a:pt x="1498" y="3833"/>
                    <a:pt x="1608" y="3816"/>
                    <a:pt x="1711" y="3793"/>
                  </a:cubicBezTo>
                  <a:cubicBezTo>
                    <a:pt x="2266" y="3682"/>
                    <a:pt x="2799" y="3482"/>
                    <a:pt x="3288" y="3193"/>
                  </a:cubicBezTo>
                  <a:cubicBezTo>
                    <a:pt x="3621" y="2993"/>
                    <a:pt x="3943" y="2760"/>
                    <a:pt x="4310" y="2627"/>
                  </a:cubicBezTo>
                  <a:cubicBezTo>
                    <a:pt x="4460" y="2577"/>
                    <a:pt x="4621" y="2547"/>
                    <a:pt x="4779" y="2547"/>
                  </a:cubicBezTo>
                  <a:cubicBezTo>
                    <a:pt x="5007" y="2547"/>
                    <a:pt x="5228" y="2609"/>
                    <a:pt x="5399" y="2760"/>
                  </a:cubicBezTo>
                  <a:cubicBezTo>
                    <a:pt x="5498" y="2838"/>
                    <a:pt x="5587" y="2960"/>
                    <a:pt x="5698" y="3015"/>
                  </a:cubicBezTo>
                  <a:cubicBezTo>
                    <a:pt x="5739" y="3040"/>
                    <a:pt x="5789" y="3052"/>
                    <a:pt x="5838" y="3052"/>
                  </a:cubicBezTo>
                  <a:cubicBezTo>
                    <a:pt x="5924" y="3052"/>
                    <a:pt x="6008" y="3015"/>
                    <a:pt x="6043" y="2938"/>
                  </a:cubicBezTo>
                  <a:cubicBezTo>
                    <a:pt x="6088" y="2838"/>
                    <a:pt x="6043" y="2727"/>
                    <a:pt x="5987" y="2638"/>
                  </a:cubicBezTo>
                  <a:cubicBezTo>
                    <a:pt x="5809" y="2327"/>
                    <a:pt x="5554" y="2072"/>
                    <a:pt x="5243" y="1894"/>
                  </a:cubicBezTo>
                  <a:lnTo>
                    <a:pt x="5243" y="1894"/>
                  </a:lnTo>
                  <a:cubicBezTo>
                    <a:pt x="5565" y="2060"/>
                    <a:pt x="5888" y="2227"/>
                    <a:pt x="6199" y="2393"/>
                  </a:cubicBezTo>
                  <a:cubicBezTo>
                    <a:pt x="6240" y="2414"/>
                    <a:pt x="6289" y="2434"/>
                    <a:pt x="6331" y="2434"/>
                  </a:cubicBezTo>
                  <a:cubicBezTo>
                    <a:pt x="6358" y="2434"/>
                    <a:pt x="6381" y="2426"/>
                    <a:pt x="6399" y="2405"/>
                  </a:cubicBezTo>
                  <a:cubicBezTo>
                    <a:pt x="6432" y="2360"/>
                    <a:pt x="6421" y="2294"/>
                    <a:pt x="6409" y="2249"/>
                  </a:cubicBezTo>
                  <a:cubicBezTo>
                    <a:pt x="6298" y="1905"/>
                    <a:pt x="6043" y="1627"/>
                    <a:pt x="5721" y="1494"/>
                  </a:cubicBezTo>
                  <a:lnTo>
                    <a:pt x="5721" y="1494"/>
                  </a:lnTo>
                  <a:cubicBezTo>
                    <a:pt x="5977" y="1594"/>
                    <a:pt x="6243" y="1694"/>
                    <a:pt x="6510" y="1793"/>
                  </a:cubicBezTo>
                  <a:cubicBezTo>
                    <a:pt x="6533" y="1802"/>
                    <a:pt x="6557" y="1809"/>
                    <a:pt x="6580" y="1809"/>
                  </a:cubicBezTo>
                  <a:cubicBezTo>
                    <a:pt x="6590" y="1809"/>
                    <a:pt x="6600" y="1808"/>
                    <a:pt x="6609" y="1805"/>
                  </a:cubicBezTo>
                  <a:cubicBezTo>
                    <a:pt x="6720" y="1793"/>
                    <a:pt x="6743" y="1638"/>
                    <a:pt x="6720" y="1527"/>
                  </a:cubicBezTo>
                  <a:cubicBezTo>
                    <a:pt x="6609" y="1083"/>
                    <a:pt x="6199" y="805"/>
                    <a:pt x="5765" y="739"/>
                  </a:cubicBezTo>
                  <a:cubicBezTo>
                    <a:pt x="5687" y="728"/>
                    <a:pt x="5609" y="724"/>
                    <a:pt x="5530" y="724"/>
                  </a:cubicBezTo>
                  <a:cubicBezTo>
                    <a:pt x="5183" y="724"/>
                    <a:pt x="4832" y="814"/>
                    <a:pt x="4488" y="905"/>
                  </a:cubicBezTo>
                  <a:cubicBezTo>
                    <a:pt x="3799" y="1083"/>
                    <a:pt x="3121" y="1260"/>
                    <a:pt x="2432" y="1438"/>
                  </a:cubicBezTo>
                  <a:cubicBezTo>
                    <a:pt x="2334" y="1468"/>
                    <a:pt x="2224" y="1491"/>
                    <a:pt x="2121" y="1491"/>
                  </a:cubicBezTo>
                  <a:cubicBezTo>
                    <a:pt x="1992" y="1491"/>
                    <a:pt x="1874" y="1454"/>
                    <a:pt x="1800" y="1349"/>
                  </a:cubicBezTo>
                  <a:cubicBezTo>
                    <a:pt x="1744" y="1282"/>
                    <a:pt x="1733" y="1194"/>
                    <a:pt x="1711" y="1116"/>
                  </a:cubicBezTo>
                  <a:cubicBezTo>
                    <a:pt x="1644" y="783"/>
                    <a:pt x="1666" y="349"/>
                    <a:pt x="1366" y="260"/>
                  </a:cubicBezTo>
                  <a:cubicBezTo>
                    <a:pt x="1146" y="184"/>
                    <a:pt x="497" y="1"/>
                    <a:pt x="14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42"/>
            <p:cNvSpPr/>
            <p:nvPr/>
          </p:nvSpPr>
          <p:spPr>
            <a:xfrm>
              <a:off x="6742150" y="3869500"/>
              <a:ext cx="1700" cy="5025"/>
            </a:xfrm>
            <a:custGeom>
              <a:avLst/>
              <a:gdLst/>
              <a:ahLst/>
              <a:cxnLst/>
              <a:rect l="l" t="t" r="r" b="b"/>
              <a:pathLst>
                <a:path w="68" h="201" extrusionOk="0">
                  <a:moveTo>
                    <a:pt x="0" y="1"/>
                  </a:moveTo>
                  <a:cubicBezTo>
                    <a:pt x="12" y="67"/>
                    <a:pt x="23" y="145"/>
                    <a:pt x="67" y="200"/>
                  </a:cubicBezTo>
                  <a:cubicBezTo>
                    <a:pt x="34" y="145"/>
                    <a:pt x="12" y="67"/>
                    <a:pt x="0"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42"/>
            <p:cNvSpPr/>
            <p:nvPr/>
          </p:nvSpPr>
          <p:spPr>
            <a:xfrm>
              <a:off x="6699125" y="3841175"/>
              <a:ext cx="44725" cy="36125"/>
            </a:xfrm>
            <a:custGeom>
              <a:avLst/>
              <a:gdLst/>
              <a:ahLst/>
              <a:cxnLst/>
              <a:rect l="l" t="t" r="r" b="b"/>
              <a:pathLst>
                <a:path w="1789" h="1445" extrusionOk="0">
                  <a:moveTo>
                    <a:pt x="144" y="0"/>
                  </a:moveTo>
                  <a:cubicBezTo>
                    <a:pt x="89" y="0"/>
                    <a:pt x="44" y="0"/>
                    <a:pt x="0" y="11"/>
                  </a:cubicBezTo>
                  <a:cubicBezTo>
                    <a:pt x="100" y="411"/>
                    <a:pt x="222" y="922"/>
                    <a:pt x="344" y="1445"/>
                  </a:cubicBezTo>
                  <a:cubicBezTo>
                    <a:pt x="411" y="1311"/>
                    <a:pt x="477" y="1166"/>
                    <a:pt x="544" y="1011"/>
                  </a:cubicBezTo>
                  <a:cubicBezTo>
                    <a:pt x="566" y="956"/>
                    <a:pt x="622" y="922"/>
                    <a:pt x="667" y="922"/>
                  </a:cubicBezTo>
                  <a:cubicBezTo>
                    <a:pt x="699" y="922"/>
                    <a:pt x="733" y="934"/>
                    <a:pt x="755" y="966"/>
                  </a:cubicBezTo>
                  <a:cubicBezTo>
                    <a:pt x="1010" y="1233"/>
                    <a:pt x="1266" y="1400"/>
                    <a:pt x="1511" y="1400"/>
                  </a:cubicBezTo>
                  <a:cubicBezTo>
                    <a:pt x="1600" y="1400"/>
                    <a:pt x="1699" y="1378"/>
                    <a:pt x="1788" y="1333"/>
                  </a:cubicBezTo>
                  <a:cubicBezTo>
                    <a:pt x="1744" y="1277"/>
                    <a:pt x="1733" y="1200"/>
                    <a:pt x="1721" y="1133"/>
                  </a:cubicBezTo>
                  <a:cubicBezTo>
                    <a:pt x="1721" y="1122"/>
                    <a:pt x="1711" y="1111"/>
                    <a:pt x="1711" y="1111"/>
                  </a:cubicBezTo>
                  <a:cubicBezTo>
                    <a:pt x="1655" y="833"/>
                    <a:pt x="1666" y="478"/>
                    <a:pt x="1489" y="322"/>
                  </a:cubicBezTo>
                  <a:cubicBezTo>
                    <a:pt x="1455" y="289"/>
                    <a:pt x="1410" y="267"/>
                    <a:pt x="1366" y="255"/>
                  </a:cubicBezTo>
                  <a:cubicBezTo>
                    <a:pt x="1155" y="178"/>
                    <a:pt x="499" y="0"/>
                    <a:pt x="144"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42"/>
            <p:cNvSpPr/>
            <p:nvPr/>
          </p:nvSpPr>
          <p:spPr>
            <a:xfrm>
              <a:off x="6646050" y="3716175"/>
              <a:ext cx="125850" cy="149925"/>
            </a:xfrm>
            <a:custGeom>
              <a:avLst/>
              <a:gdLst/>
              <a:ahLst/>
              <a:cxnLst/>
              <a:rect l="l" t="t" r="r" b="b"/>
              <a:pathLst>
                <a:path w="5034" h="5997" extrusionOk="0">
                  <a:moveTo>
                    <a:pt x="3687" y="0"/>
                  </a:moveTo>
                  <a:cubicBezTo>
                    <a:pt x="3622" y="0"/>
                    <a:pt x="2221" y="1713"/>
                    <a:pt x="2123" y="1745"/>
                  </a:cubicBezTo>
                  <a:cubicBezTo>
                    <a:pt x="1845" y="1834"/>
                    <a:pt x="1600" y="1957"/>
                    <a:pt x="1301" y="1989"/>
                  </a:cubicBezTo>
                  <a:cubicBezTo>
                    <a:pt x="634" y="2078"/>
                    <a:pt x="168" y="2245"/>
                    <a:pt x="201" y="3045"/>
                  </a:cubicBezTo>
                  <a:cubicBezTo>
                    <a:pt x="212" y="3401"/>
                    <a:pt x="346" y="3745"/>
                    <a:pt x="467" y="4078"/>
                  </a:cubicBezTo>
                  <a:cubicBezTo>
                    <a:pt x="334" y="3967"/>
                    <a:pt x="168" y="3900"/>
                    <a:pt x="1" y="3890"/>
                  </a:cubicBezTo>
                  <a:lnTo>
                    <a:pt x="1" y="3890"/>
                  </a:lnTo>
                  <a:cubicBezTo>
                    <a:pt x="245" y="4312"/>
                    <a:pt x="556" y="4700"/>
                    <a:pt x="912" y="5045"/>
                  </a:cubicBezTo>
                  <a:cubicBezTo>
                    <a:pt x="712" y="4934"/>
                    <a:pt x="501" y="4856"/>
                    <a:pt x="279" y="4811"/>
                  </a:cubicBezTo>
                  <a:lnTo>
                    <a:pt x="279" y="4811"/>
                  </a:lnTo>
                  <a:cubicBezTo>
                    <a:pt x="490" y="5189"/>
                    <a:pt x="801" y="5522"/>
                    <a:pt x="1168" y="5756"/>
                  </a:cubicBezTo>
                  <a:cubicBezTo>
                    <a:pt x="1374" y="5890"/>
                    <a:pt x="1625" y="5996"/>
                    <a:pt x="1872" y="5996"/>
                  </a:cubicBezTo>
                  <a:cubicBezTo>
                    <a:pt x="1930" y="5996"/>
                    <a:pt x="1988" y="5991"/>
                    <a:pt x="2045" y="5978"/>
                  </a:cubicBezTo>
                  <a:cubicBezTo>
                    <a:pt x="2356" y="5922"/>
                    <a:pt x="2622" y="5611"/>
                    <a:pt x="2545" y="5311"/>
                  </a:cubicBezTo>
                  <a:lnTo>
                    <a:pt x="2545" y="5311"/>
                  </a:lnTo>
                  <a:cubicBezTo>
                    <a:pt x="2725" y="5466"/>
                    <a:pt x="2958" y="5561"/>
                    <a:pt x="3188" y="5561"/>
                  </a:cubicBezTo>
                  <a:cubicBezTo>
                    <a:pt x="3271" y="5561"/>
                    <a:pt x="3354" y="5549"/>
                    <a:pt x="3434" y="5522"/>
                  </a:cubicBezTo>
                  <a:cubicBezTo>
                    <a:pt x="3656" y="5445"/>
                    <a:pt x="3834" y="5223"/>
                    <a:pt x="3856" y="4989"/>
                  </a:cubicBezTo>
                  <a:cubicBezTo>
                    <a:pt x="3867" y="4912"/>
                    <a:pt x="3856" y="4833"/>
                    <a:pt x="3834" y="4767"/>
                  </a:cubicBezTo>
                  <a:lnTo>
                    <a:pt x="3834" y="4767"/>
                  </a:lnTo>
                  <a:cubicBezTo>
                    <a:pt x="3918" y="4905"/>
                    <a:pt x="4081" y="4984"/>
                    <a:pt x="4244" y="4984"/>
                  </a:cubicBezTo>
                  <a:cubicBezTo>
                    <a:pt x="4317" y="4984"/>
                    <a:pt x="4390" y="4968"/>
                    <a:pt x="4456" y="4934"/>
                  </a:cubicBezTo>
                  <a:cubicBezTo>
                    <a:pt x="5034" y="4633"/>
                    <a:pt x="4444" y="3756"/>
                    <a:pt x="4278" y="3379"/>
                  </a:cubicBezTo>
                  <a:cubicBezTo>
                    <a:pt x="4000" y="2723"/>
                    <a:pt x="3967" y="656"/>
                    <a:pt x="3689" y="1"/>
                  </a:cubicBezTo>
                  <a:cubicBezTo>
                    <a:pt x="3689" y="1"/>
                    <a:pt x="3688" y="0"/>
                    <a:pt x="3687"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42"/>
            <p:cNvSpPr/>
            <p:nvPr/>
          </p:nvSpPr>
          <p:spPr>
            <a:xfrm>
              <a:off x="6668575" y="3821725"/>
              <a:ext cx="62500" cy="36975"/>
            </a:xfrm>
            <a:custGeom>
              <a:avLst/>
              <a:gdLst/>
              <a:ahLst/>
              <a:cxnLst/>
              <a:rect l="l" t="t" r="r" b="b"/>
              <a:pathLst>
                <a:path w="2500" h="1479" extrusionOk="0">
                  <a:moveTo>
                    <a:pt x="1444" y="112"/>
                  </a:moveTo>
                  <a:cubicBezTo>
                    <a:pt x="1511" y="156"/>
                    <a:pt x="1555" y="234"/>
                    <a:pt x="1566" y="312"/>
                  </a:cubicBezTo>
                  <a:lnTo>
                    <a:pt x="1566" y="456"/>
                  </a:lnTo>
                  <a:cubicBezTo>
                    <a:pt x="1511" y="345"/>
                    <a:pt x="1477" y="234"/>
                    <a:pt x="1444" y="112"/>
                  </a:cubicBezTo>
                  <a:close/>
                  <a:moveTo>
                    <a:pt x="1355" y="1"/>
                  </a:moveTo>
                  <a:lnTo>
                    <a:pt x="1366" y="56"/>
                  </a:lnTo>
                  <a:cubicBezTo>
                    <a:pt x="1388" y="245"/>
                    <a:pt x="1455" y="423"/>
                    <a:pt x="1544" y="578"/>
                  </a:cubicBezTo>
                  <a:cubicBezTo>
                    <a:pt x="1544" y="601"/>
                    <a:pt x="1544" y="623"/>
                    <a:pt x="1533" y="645"/>
                  </a:cubicBezTo>
                  <a:cubicBezTo>
                    <a:pt x="1511" y="745"/>
                    <a:pt x="1489" y="856"/>
                    <a:pt x="1433" y="945"/>
                  </a:cubicBezTo>
                  <a:cubicBezTo>
                    <a:pt x="1394" y="1002"/>
                    <a:pt x="1314" y="1060"/>
                    <a:pt x="1236" y="1060"/>
                  </a:cubicBezTo>
                  <a:cubicBezTo>
                    <a:pt x="1224" y="1060"/>
                    <a:pt x="1212" y="1059"/>
                    <a:pt x="1200" y="1056"/>
                  </a:cubicBezTo>
                  <a:cubicBezTo>
                    <a:pt x="1155" y="1045"/>
                    <a:pt x="1122" y="1011"/>
                    <a:pt x="1089" y="978"/>
                  </a:cubicBezTo>
                  <a:cubicBezTo>
                    <a:pt x="1089" y="889"/>
                    <a:pt x="1055" y="811"/>
                    <a:pt x="1022" y="734"/>
                  </a:cubicBezTo>
                  <a:lnTo>
                    <a:pt x="922" y="578"/>
                  </a:lnTo>
                  <a:lnTo>
                    <a:pt x="944" y="756"/>
                  </a:lnTo>
                  <a:cubicBezTo>
                    <a:pt x="955" y="856"/>
                    <a:pt x="988" y="934"/>
                    <a:pt x="1022" y="1001"/>
                  </a:cubicBezTo>
                  <a:cubicBezTo>
                    <a:pt x="1022" y="1078"/>
                    <a:pt x="1010" y="1156"/>
                    <a:pt x="978" y="1223"/>
                  </a:cubicBezTo>
                  <a:cubicBezTo>
                    <a:pt x="924" y="1330"/>
                    <a:pt x="804" y="1402"/>
                    <a:pt x="696" y="1402"/>
                  </a:cubicBezTo>
                  <a:cubicBezTo>
                    <a:pt x="671" y="1402"/>
                    <a:pt x="646" y="1397"/>
                    <a:pt x="622" y="1389"/>
                  </a:cubicBezTo>
                  <a:cubicBezTo>
                    <a:pt x="499" y="1356"/>
                    <a:pt x="422" y="1223"/>
                    <a:pt x="366" y="1122"/>
                  </a:cubicBezTo>
                  <a:cubicBezTo>
                    <a:pt x="211" y="833"/>
                    <a:pt x="111" y="500"/>
                    <a:pt x="67" y="167"/>
                  </a:cubicBezTo>
                  <a:lnTo>
                    <a:pt x="0" y="167"/>
                  </a:lnTo>
                  <a:cubicBezTo>
                    <a:pt x="33" y="512"/>
                    <a:pt x="133" y="856"/>
                    <a:pt x="300" y="1156"/>
                  </a:cubicBezTo>
                  <a:cubicBezTo>
                    <a:pt x="356" y="1278"/>
                    <a:pt x="444" y="1423"/>
                    <a:pt x="600" y="1467"/>
                  </a:cubicBezTo>
                  <a:lnTo>
                    <a:pt x="611" y="1467"/>
                  </a:lnTo>
                  <a:cubicBezTo>
                    <a:pt x="639" y="1475"/>
                    <a:pt x="669" y="1479"/>
                    <a:pt x="698" y="1479"/>
                  </a:cubicBezTo>
                  <a:cubicBezTo>
                    <a:pt x="839" y="1479"/>
                    <a:pt x="980" y="1394"/>
                    <a:pt x="1044" y="1256"/>
                  </a:cubicBezTo>
                  <a:cubicBezTo>
                    <a:pt x="1066" y="1201"/>
                    <a:pt x="1089" y="1145"/>
                    <a:pt x="1089" y="1089"/>
                  </a:cubicBezTo>
                  <a:cubicBezTo>
                    <a:pt x="1122" y="1112"/>
                    <a:pt x="1144" y="1122"/>
                    <a:pt x="1178" y="1134"/>
                  </a:cubicBezTo>
                  <a:cubicBezTo>
                    <a:pt x="1195" y="1139"/>
                    <a:pt x="1213" y="1141"/>
                    <a:pt x="1231" y="1141"/>
                  </a:cubicBezTo>
                  <a:cubicBezTo>
                    <a:pt x="1337" y="1141"/>
                    <a:pt x="1442" y="1065"/>
                    <a:pt x="1499" y="989"/>
                  </a:cubicBezTo>
                  <a:cubicBezTo>
                    <a:pt x="1555" y="889"/>
                    <a:pt x="1588" y="778"/>
                    <a:pt x="1610" y="678"/>
                  </a:cubicBezTo>
                  <a:cubicBezTo>
                    <a:pt x="1800" y="967"/>
                    <a:pt x="2088" y="1189"/>
                    <a:pt x="2422" y="1289"/>
                  </a:cubicBezTo>
                  <a:lnTo>
                    <a:pt x="2466" y="1300"/>
                  </a:lnTo>
                  <a:lnTo>
                    <a:pt x="2499" y="767"/>
                  </a:lnTo>
                  <a:lnTo>
                    <a:pt x="2422" y="767"/>
                  </a:lnTo>
                  <a:lnTo>
                    <a:pt x="2400" y="1201"/>
                  </a:lnTo>
                  <a:cubicBezTo>
                    <a:pt x="2077" y="1089"/>
                    <a:pt x="1800" y="867"/>
                    <a:pt x="1622" y="567"/>
                  </a:cubicBezTo>
                  <a:cubicBezTo>
                    <a:pt x="1644" y="478"/>
                    <a:pt x="1655" y="389"/>
                    <a:pt x="1633" y="300"/>
                  </a:cubicBezTo>
                  <a:cubicBezTo>
                    <a:pt x="1622" y="179"/>
                    <a:pt x="1544" y="45"/>
                    <a:pt x="1410" y="11"/>
                  </a:cubicBezTo>
                  <a:lnTo>
                    <a:pt x="135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42"/>
            <p:cNvSpPr/>
            <p:nvPr/>
          </p:nvSpPr>
          <p:spPr>
            <a:xfrm>
              <a:off x="6856575" y="3870775"/>
              <a:ext cx="10025" cy="13450"/>
            </a:xfrm>
            <a:custGeom>
              <a:avLst/>
              <a:gdLst/>
              <a:ahLst/>
              <a:cxnLst/>
              <a:rect l="l" t="t" r="r" b="b"/>
              <a:pathLst>
                <a:path w="401" h="538" extrusionOk="0">
                  <a:moveTo>
                    <a:pt x="305" y="1"/>
                  </a:moveTo>
                  <a:cubicBezTo>
                    <a:pt x="286" y="1"/>
                    <a:pt x="260" y="15"/>
                    <a:pt x="222" y="49"/>
                  </a:cubicBezTo>
                  <a:cubicBezTo>
                    <a:pt x="145" y="127"/>
                    <a:pt x="67" y="216"/>
                    <a:pt x="0" y="316"/>
                  </a:cubicBezTo>
                  <a:cubicBezTo>
                    <a:pt x="101" y="416"/>
                    <a:pt x="212" y="493"/>
                    <a:pt x="345" y="538"/>
                  </a:cubicBezTo>
                  <a:lnTo>
                    <a:pt x="378" y="538"/>
                  </a:lnTo>
                  <a:cubicBezTo>
                    <a:pt x="390" y="527"/>
                    <a:pt x="400" y="505"/>
                    <a:pt x="390" y="483"/>
                  </a:cubicBezTo>
                  <a:lnTo>
                    <a:pt x="356" y="149"/>
                  </a:lnTo>
                  <a:cubicBezTo>
                    <a:pt x="348" y="73"/>
                    <a:pt x="346" y="1"/>
                    <a:pt x="30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42"/>
            <p:cNvSpPr/>
            <p:nvPr/>
          </p:nvSpPr>
          <p:spPr>
            <a:xfrm>
              <a:off x="6850200" y="3888525"/>
              <a:ext cx="8350" cy="9875"/>
            </a:xfrm>
            <a:custGeom>
              <a:avLst/>
              <a:gdLst/>
              <a:ahLst/>
              <a:cxnLst/>
              <a:rect l="l" t="t" r="r" b="b"/>
              <a:pathLst>
                <a:path w="334" h="395" extrusionOk="0">
                  <a:moveTo>
                    <a:pt x="183" y="0"/>
                  </a:moveTo>
                  <a:cubicBezTo>
                    <a:pt x="169" y="0"/>
                    <a:pt x="150" y="15"/>
                    <a:pt x="122" y="50"/>
                  </a:cubicBezTo>
                  <a:cubicBezTo>
                    <a:pt x="78" y="128"/>
                    <a:pt x="33" y="206"/>
                    <a:pt x="0" y="284"/>
                  </a:cubicBezTo>
                  <a:cubicBezTo>
                    <a:pt x="89" y="350"/>
                    <a:pt x="189" y="383"/>
                    <a:pt x="300" y="395"/>
                  </a:cubicBezTo>
                  <a:lnTo>
                    <a:pt x="322" y="395"/>
                  </a:lnTo>
                  <a:cubicBezTo>
                    <a:pt x="333" y="383"/>
                    <a:pt x="333" y="361"/>
                    <a:pt x="322" y="350"/>
                  </a:cubicBezTo>
                  <a:cubicBezTo>
                    <a:pt x="300" y="272"/>
                    <a:pt x="267" y="183"/>
                    <a:pt x="233" y="106"/>
                  </a:cubicBezTo>
                  <a:cubicBezTo>
                    <a:pt x="219" y="49"/>
                    <a:pt x="209" y="0"/>
                    <a:pt x="183"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42"/>
            <p:cNvSpPr/>
            <p:nvPr/>
          </p:nvSpPr>
          <p:spPr>
            <a:xfrm>
              <a:off x="6839350" y="3904300"/>
              <a:ext cx="9750" cy="11600"/>
            </a:xfrm>
            <a:custGeom>
              <a:avLst/>
              <a:gdLst/>
              <a:ahLst/>
              <a:cxnLst/>
              <a:rect l="l" t="t" r="r" b="b"/>
              <a:pathLst>
                <a:path w="390" h="464" extrusionOk="0">
                  <a:moveTo>
                    <a:pt x="212" y="1"/>
                  </a:moveTo>
                  <a:cubicBezTo>
                    <a:pt x="196" y="1"/>
                    <a:pt x="175" y="16"/>
                    <a:pt x="145" y="53"/>
                  </a:cubicBezTo>
                  <a:cubicBezTo>
                    <a:pt x="89" y="142"/>
                    <a:pt x="45" y="230"/>
                    <a:pt x="1" y="330"/>
                  </a:cubicBezTo>
                  <a:cubicBezTo>
                    <a:pt x="101" y="408"/>
                    <a:pt x="223" y="453"/>
                    <a:pt x="345" y="463"/>
                  </a:cubicBezTo>
                  <a:cubicBezTo>
                    <a:pt x="356" y="463"/>
                    <a:pt x="368" y="463"/>
                    <a:pt x="368" y="453"/>
                  </a:cubicBezTo>
                  <a:cubicBezTo>
                    <a:pt x="390" y="453"/>
                    <a:pt x="378" y="419"/>
                    <a:pt x="378" y="408"/>
                  </a:cubicBezTo>
                  <a:cubicBezTo>
                    <a:pt x="345" y="308"/>
                    <a:pt x="312" y="219"/>
                    <a:pt x="279" y="119"/>
                  </a:cubicBezTo>
                  <a:cubicBezTo>
                    <a:pt x="256" y="60"/>
                    <a:pt x="244" y="1"/>
                    <a:pt x="212"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42"/>
            <p:cNvSpPr/>
            <p:nvPr/>
          </p:nvSpPr>
          <p:spPr>
            <a:xfrm>
              <a:off x="6408875" y="3332475"/>
              <a:ext cx="339400" cy="457925"/>
            </a:xfrm>
            <a:custGeom>
              <a:avLst/>
              <a:gdLst/>
              <a:ahLst/>
              <a:cxnLst/>
              <a:rect l="l" t="t" r="r" b="b"/>
              <a:pathLst>
                <a:path w="13576" h="18317" extrusionOk="0">
                  <a:moveTo>
                    <a:pt x="7202" y="1"/>
                  </a:moveTo>
                  <a:cubicBezTo>
                    <a:pt x="6600" y="1"/>
                    <a:pt x="6004" y="100"/>
                    <a:pt x="5434" y="363"/>
                  </a:cubicBezTo>
                  <a:cubicBezTo>
                    <a:pt x="4567" y="763"/>
                    <a:pt x="3834" y="1397"/>
                    <a:pt x="3190" y="2108"/>
                  </a:cubicBezTo>
                  <a:cubicBezTo>
                    <a:pt x="1645" y="3829"/>
                    <a:pt x="612" y="6051"/>
                    <a:pt x="534" y="8362"/>
                  </a:cubicBezTo>
                  <a:cubicBezTo>
                    <a:pt x="534" y="8551"/>
                    <a:pt x="534" y="8761"/>
                    <a:pt x="634" y="8929"/>
                  </a:cubicBezTo>
                  <a:lnTo>
                    <a:pt x="1001" y="8561"/>
                  </a:lnTo>
                  <a:lnTo>
                    <a:pt x="1001" y="8561"/>
                  </a:lnTo>
                  <a:cubicBezTo>
                    <a:pt x="368" y="10017"/>
                    <a:pt x="1" y="11617"/>
                    <a:pt x="123" y="13205"/>
                  </a:cubicBezTo>
                  <a:cubicBezTo>
                    <a:pt x="190" y="13983"/>
                    <a:pt x="379" y="14760"/>
                    <a:pt x="679" y="15471"/>
                  </a:cubicBezTo>
                  <a:cubicBezTo>
                    <a:pt x="956" y="16115"/>
                    <a:pt x="1401" y="16994"/>
                    <a:pt x="2000" y="17416"/>
                  </a:cubicBezTo>
                  <a:cubicBezTo>
                    <a:pt x="3036" y="18133"/>
                    <a:pt x="4422" y="18316"/>
                    <a:pt x="5701" y="18316"/>
                  </a:cubicBezTo>
                  <a:cubicBezTo>
                    <a:pt x="5985" y="18316"/>
                    <a:pt x="6264" y="18307"/>
                    <a:pt x="6533" y="18293"/>
                  </a:cubicBezTo>
                  <a:cubicBezTo>
                    <a:pt x="7133" y="18271"/>
                    <a:pt x="7722" y="18204"/>
                    <a:pt x="8310" y="18149"/>
                  </a:cubicBezTo>
                  <a:cubicBezTo>
                    <a:pt x="9221" y="18048"/>
                    <a:pt x="10132" y="17860"/>
                    <a:pt x="11032" y="17793"/>
                  </a:cubicBezTo>
                  <a:cubicBezTo>
                    <a:pt x="11854" y="17727"/>
                    <a:pt x="12632" y="17360"/>
                    <a:pt x="13020" y="16594"/>
                  </a:cubicBezTo>
                  <a:cubicBezTo>
                    <a:pt x="13308" y="16029"/>
                    <a:pt x="13340" y="15379"/>
                    <a:pt x="13323" y="14741"/>
                  </a:cubicBezTo>
                  <a:lnTo>
                    <a:pt x="13323" y="14741"/>
                  </a:lnTo>
                  <a:cubicBezTo>
                    <a:pt x="13332" y="14766"/>
                    <a:pt x="13342" y="14791"/>
                    <a:pt x="13354" y="14816"/>
                  </a:cubicBezTo>
                  <a:cubicBezTo>
                    <a:pt x="13432" y="14627"/>
                    <a:pt x="13454" y="14416"/>
                    <a:pt x="13465" y="14216"/>
                  </a:cubicBezTo>
                  <a:cubicBezTo>
                    <a:pt x="13576" y="11817"/>
                    <a:pt x="11887" y="9773"/>
                    <a:pt x="11821" y="7428"/>
                  </a:cubicBezTo>
                  <a:cubicBezTo>
                    <a:pt x="11810" y="7062"/>
                    <a:pt x="11832" y="6695"/>
                    <a:pt x="11910" y="6317"/>
                  </a:cubicBezTo>
                  <a:cubicBezTo>
                    <a:pt x="11976" y="5996"/>
                    <a:pt x="12087" y="5695"/>
                    <a:pt x="12143" y="5374"/>
                  </a:cubicBezTo>
                  <a:cubicBezTo>
                    <a:pt x="12354" y="4273"/>
                    <a:pt x="11998" y="3130"/>
                    <a:pt x="11443" y="2163"/>
                  </a:cubicBezTo>
                  <a:cubicBezTo>
                    <a:pt x="10865" y="1163"/>
                    <a:pt x="10110" y="474"/>
                    <a:pt x="8977" y="230"/>
                  </a:cubicBezTo>
                  <a:cubicBezTo>
                    <a:pt x="8392" y="98"/>
                    <a:pt x="7794" y="1"/>
                    <a:pt x="7202"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42"/>
            <p:cNvSpPr/>
            <p:nvPr/>
          </p:nvSpPr>
          <p:spPr>
            <a:xfrm>
              <a:off x="6425825" y="3546500"/>
              <a:ext cx="8075" cy="20575"/>
            </a:xfrm>
            <a:custGeom>
              <a:avLst/>
              <a:gdLst/>
              <a:ahLst/>
              <a:cxnLst/>
              <a:rect l="l" t="t" r="r" b="b"/>
              <a:pathLst>
                <a:path w="323" h="823" extrusionOk="0">
                  <a:moveTo>
                    <a:pt x="323" y="0"/>
                  </a:moveTo>
                  <a:cubicBezTo>
                    <a:pt x="134" y="178"/>
                    <a:pt x="68" y="511"/>
                    <a:pt x="1" y="823"/>
                  </a:cubicBezTo>
                  <a:cubicBezTo>
                    <a:pt x="100" y="545"/>
                    <a:pt x="201" y="267"/>
                    <a:pt x="323" y="0"/>
                  </a:cubicBezTo>
                  <a:close/>
                </a:path>
              </a:pathLst>
            </a:custGeom>
            <a:solidFill>
              <a:srgbClr val="CAB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42"/>
            <p:cNvSpPr/>
            <p:nvPr/>
          </p:nvSpPr>
          <p:spPr>
            <a:xfrm>
              <a:off x="6399175" y="3409300"/>
              <a:ext cx="297450" cy="292750"/>
            </a:xfrm>
            <a:custGeom>
              <a:avLst/>
              <a:gdLst/>
              <a:ahLst/>
              <a:cxnLst/>
              <a:rect l="l" t="t" r="r" b="b"/>
              <a:pathLst>
                <a:path w="11898" h="11710" extrusionOk="0">
                  <a:moveTo>
                    <a:pt x="2800" y="1"/>
                  </a:moveTo>
                  <a:cubicBezTo>
                    <a:pt x="1744" y="1479"/>
                    <a:pt x="1055" y="3200"/>
                    <a:pt x="944" y="5000"/>
                  </a:cubicBezTo>
                  <a:lnTo>
                    <a:pt x="944" y="5011"/>
                  </a:lnTo>
                  <a:cubicBezTo>
                    <a:pt x="944" y="5011"/>
                    <a:pt x="944" y="5022"/>
                    <a:pt x="934" y="5022"/>
                  </a:cubicBezTo>
                  <a:lnTo>
                    <a:pt x="934" y="5056"/>
                  </a:lnTo>
                  <a:lnTo>
                    <a:pt x="934" y="5066"/>
                  </a:lnTo>
                  <a:lnTo>
                    <a:pt x="934" y="5078"/>
                  </a:lnTo>
                  <a:lnTo>
                    <a:pt x="934" y="5089"/>
                  </a:lnTo>
                  <a:lnTo>
                    <a:pt x="934" y="5100"/>
                  </a:lnTo>
                  <a:lnTo>
                    <a:pt x="934" y="5111"/>
                  </a:lnTo>
                  <a:lnTo>
                    <a:pt x="934" y="5122"/>
                  </a:lnTo>
                  <a:lnTo>
                    <a:pt x="934" y="5133"/>
                  </a:lnTo>
                  <a:lnTo>
                    <a:pt x="934" y="5145"/>
                  </a:lnTo>
                  <a:lnTo>
                    <a:pt x="934" y="5155"/>
                  </a:lnTo>
                  <a:lnTo>
                    <a:pt x="934" y="5167"/>
                  </a:lnTo>
                  <a:lnTo>
                    <a:pt x="934" y="5177"/>
                  </a:lnTo>
                  <a:lnTo>
                    <a:pt x="934" y="5189"/>
                  </a:lnTo>
                  <a:lnTo>
                    <a:pt x="934" y="5200"/>
                  </a:lnTo>
                  <a:lnTo>
                    <a:pt x="934" y="5211"/>
                  </a:lnTo>
                  <a:lnTo>
                    <a:pt x="934" y="5222"/>
                  </a:lnTo>
                  <a:lnTo>
                    <a:pt x="934" y="5233"/>
                  </a:lnTo>
                  <a:lnTo>
                    <a:pt x="934" y="5244"/>
                  </a:lnTo>
                  <a:lnTo>
                    <a:pt x="922" y="5244"/>
                  </a:lnTo>
                  <a:lnTo>
                    <a:pt x="922" y="5256"/>
                  </a:lnTo>
                  <a:lnTo>
                    <a:pt x="922" y="5266"/>
                  </a:lnTo>
                  <a:lnTo>
                    <a:pt x="922" y="5278"/>
                  </a:lnTo>
                  <a:lnTo>
                    <a:pt x="922" y="5289"/>
                  </a:lnTo>
                  <a:lnTo>
                    <a:pt x="922" y="5333"/>
                  </a:lnTo>
                  <a:cubicBezTo>
                    <a:pt x="922" y="5511"/>
                    <a:pt x="934" y="5700"/>
                    <a:pt x="1022" y="5856"/>
                  </a:cubicBezTo>
                  <a:lnTo>
                    <a:pt x="1389" y="5488"/>
                  </a:lnTo>
                  <a:lnTo>
                    <a:pt x="1389" y="5488"/>
                  </a:lnTo>
                  <a:cubicBezTo>
                    <a:pt x="1267" y="5755"/>
                    <a:pt x="1166" y="6033"/>
                    <a:pt x="1067" y="6311"/>
                  </a:cubicBezTo>
                  <a:cubicBezTo>
                    <a:pt x="1033" y="6466"/>
                    <a:pt x="1000" y="6622"/>
                    <a:pt x="967" y="6755"/>
                  </a:cubicBezTo>
                  <a:cubicBezTo>
                    <a:pt x="867" y="7066"/>
                    <a:pt x="0" y="9877"/>
                    <a:pt x="922" y="11709"/>
                  </a:cubicBezTo>
                  <a:cubicBezTo>
                    <a:pt x="1322" y="11398"/>
                    <a:pt x="1956" y="11043"/>
                    <a:pt x="2489" y="11043"/>
                  </a:cubicBezTo>
                  <a:cubicBezTo>
                    <a:pt x="2556" y="11043"/>
                    <a:pt x="2622" y="11054"/>
                    <a:pt x="2677" y="11065"/>
                  </a:cubicBezTo>
                  <a:cubicBezTo>
                    <a:pt x="2933" y="11110"/>
                    <a:pt x="3144" y="11143"/>
                    <a:pt x="3410" y="11143"/>
                  </a:cubicBezTo>
                  <a:lnTo>
                    <a:pt x="3489" y="11143"/>
                  </a:lnTo>
                  <a:cubicBezTo>
                    <a:pt x="3721" y="11143"/>
                    <a:pt x="3966" y="11154"/>
                    <a:pt x="4121" y="11343"/>
                  </a:cubicBezTo>
                  <a:cubicBezTo>
                    <a:pt x="4321" y="11565"/>
                    <a:pt x="4632" y="11643"/>
                    <a:pt x="4933" y="11643"/>
                  </a:cubicBezTo>
                  <a:cubicBezTo>
                    <a:pt x="4988" y="11643"/>
                    <a:pt x="5044" y="11643"/>
                    <a:pt x="5099" y="11632"/>
                  </a:cubicBezTo>
                  <a:cubicBezTo>
                    <a:pt x="5399" y="11598"/>
                    <a:pt x="5688" y="11499"/>
                    <a:pt x="5977" y="11432"/>
                  </a:cubicBezTo>
                  <a:cubicBezTo>
                    <a:pt x="6155" y="11388"/>
                    <a:pt x="6333" y="11365"/>
                    <a:pt x="6521" y="11365"/>
                  </a:cubicBezTo>
                  <a:cubicBezTo>
                    <a:pt x="6632" y="11365"/>
                    <a:pt x="6743" y="11376"/>
                    <a:pt x="6854" y="11398"/>
                  </a:cubicBezTo>
                  <a:cubicBezTo>
                    <a:pt x="7165" y="11465"/>
                    <a:pt x="7454" y="11588"/>
                    <a:pt x="7765" y="11632"/>
                  </a:cubicBezTo>
                  <a:cubicBezTo>
                    <a:pt x="7854" y="11643"/>
                    <a:pt x="7943" y="11654"/>
                    <a:pt x="8032" y="11654"/>
                  </a:cubicBezTo>
                  <a:cubicBezTo>
                    <a:pt x="8454" y="11654"/>
                    <a:pt x="8898" y="11521"/>
                    <a:pt x="9298" y="11410"/>
                  </a:cubicBezTo>
                  <a:cubicBezTo>
                    <a:pt x="9831" y="11243"/>
                    <a:pt x="10354" y="11032"/>
                    <a:pt x="10820" y="10732"/>
                  </a:cubicBezTo>
                  <a:cubicBezTo>
                    <a:pt x="11243" y="10455"/>
                    <a:pt x="11698" y="10065"/>
                    <a:pt x="11820" y="9554"/>
                  </a:cubicBezTo>
                  <a:cubicBezTo>
                    <a:pt x="11898" y="9233"/>
                    <a:pt x="11764" y="8977"/>
                    <a:pt x="11564" y="8732"/>
                  </a:cubicBezTo>
                  <a:cubicBezTo>
                    <a:pt x="11387" y="8510"/>
                    <a:pt x="11243" y="8299"/>
                    <a:pt x="11109" y="8044"/>
                  </a:cubicBezTo>
                  <a:cubicBezTo>
                    <a:pt x="10964" y="7777"/>
                    <a:pt x="10843" y="7500"/>
                    <a:pt x="10665" y="7266"/>
                  </a:cubicBezTo>
                  <a:cubicBezTo>
                    <a:pt x="10509" y="7044"/>
                    <a:pt x="10320" y="6944"/>
                    <a:pt x="10054" y="6900"/>
                  </a:cubicBezTo>
                  <a:cubicBezTo>
                    <a:pt x="9898" y="6878"/>
                    <a:pt x="9720" y="6866"/>
                    <a:pt x="9554" y="6866"/>
                  </a:cubicBezTo>
                  <a:cubicBezTo>
                    <a:pt x="9365" y="6866"/>
                    <a:pt x="9165" y="6878"/>
                    <a:pt x="8965" y="6888"/>
                  </a:cubicBezTo>
                  <a:cubicBezTo>
                    <a:pt x="8776" y="6900"/>
                    <a:pt x="8576" y="6922"/>
                    <a:pt x="8387" y="6922"/>
                  </a:cubicBezTo>
                  <a:lnTo>
                    <a:pt x="8377" y="6922"/>
                  </a:lnTo>
                  <a:cubicBezTo>
                    <a:pt x="7387" y="6922"/>
                    <a:pt x="6444" y="6355"/>
                    <a:pt x="5943" y="5500"/>
                  </a:cubicBezTo>
                  <a:cubicBezTo>
                    <a:pt x="5477" y="4711"/>
                    <a:pt x="5355" y="3778"/>
                    <a:pt x="5022" y="2945"/>
                  </a:cubicBezTo>
                  <a:cubicBezTo>
                    <a:pt x="4622" y="1945"/>
                    <a:pt x="3855" y="512"/>
                    <a:pt x="2800" y="1"/>
                  </a:cubicBezTo>
                  <a:close/>
                </a:path>
              </a:pathLst>
            </a:custGeom>
            <a:solidFill>
              <a:srgbClr val="6E3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42"/>
            <p:cNvSpPr/>
            <p:nvPr/>
          </p:nvSpPr>
          <p:spPr>
            <a:xfrm>
              <a:off x="6704375" y="3405425"/>
              <a:ext cx="14750" cy="35850"/>
            </a:xfrm>
            <a:custGeom>
              <a:avLst/>
              <a:gdLst/>
              <a:ahLst/>
              <a:cxnLst/>
              <a:rect l="l" t="t" r="r" b="b"/>
              <a:pathLst>
                <a:path w="590" h="1434" extrusionOk="0">
                  <a:moveTo>
                    <a:pt x="1" y="0"/>
                  </a:moveTo>
                  <a:cubicBezTo>
                    <a:pt x="190" y="467"/>
                    <a:pt x="323" y="945"/>
                    <a:pt x="368" y="1434"/>
                  </a:cubicBezTo>
                  <a:lnTo>
                    <a:pt x="590" y="1434"/>
                  </a:lnTo>
                  <a:cubicBezTo>
                    <a:pt x="512" y="1145"/>
                    <a:pt x="412" y="867"/>
                    <a:pt x="301" y="589"/>
                  </a:cubicBezTo>
                  <a:cubicBezTo>
                    <a:pt x="212" y="389"/>
                    <a:pt x="112" y="189"/>
                    <a:pt x="1" y="0"/>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42"/>
            <p:cNvSpPr/>
            <p:nvPr/>
          </p:nvSpPr>
          <p:spPr>
            <a:xfrm>
              <a:off x="6501075" y="3342950"/>
              <a:ext cx="212500" cy="162475"/>
            </a:xfrm>
            <a:custGeom>
              <a:avLst/>
              <a:gdLst/>
              <a:ahLst/>
              <a:cxnLst/>
              <a:rect l="l" t="t" r="r" b="b"/>
              <a:pathLst>
                <a:path w="8500" h="6499" extrusionOk="0">
                  <a:moveTo>
                    <a:pt x="3967" y="0"/>
                  </a:moveTo>
                  <a:cubicBezTo>
                    <a:pt x="3311" y="0"/>
                    <a:pt x="2790" y="222"/>
                    <a:pt x="2190" y="600"/>
                  </a:cubicBezTo>
                  <a:cubicBezTo>
                    <a:pt x="1201" y="1244"/>
                    <a:pt x="412" y="2210"/>
                    <a:pt x="1" y="3311"/>
                  </a:cubicBezTo>
                  <a:cubicBezTo>
                    <a:pt x="13" y="3432"/>
                    <a:pt x="35" y="3566"/>
                    <a:pt x="57" y="3688"/>
                  </a:cubicBezTo>
                  <a:cubicBezTo>
                    <a:pt x="134" y="4022"/>
                    <a:pt x="312" y="4277"/>
                    <a:pt x="579" y="4499"/>
                  </a:cubicBezTo>
                  <a:cubicBezTo>
                    <a:pt x="756" y="4632"/>
                    <a:pt x="845" y="4799"/>
                    <a:pt x="1012" y="4932"/>
                  </a:cubicBezTo>
                  <a:cubicBezTo>
                    <a:pt x="1146" y="5054"/>
                    <a:pt x="1323" y="5110"/>
                    <a:pt x="1445" y="5232"/>
                  </a:cubicBezTo>
                  <a:cubicBezTo>
                    <a:pt x="1546" y="5332"/>
                    <a:pt x="1612" y="5454"/>
                    <a:pt x="1679" y="5577"/>
                  </a:cubicBezTo>
                  <a:cubicBezTo>
                    <a:pt x="1978" y="6043"/>
                    <a:pt x="2479" y="6387"/>
                    <a:pt x="3023" y="6476"/>
                  </a:cubicBezTo>
                  <a:cubicBezTo>
                    <a:pt x="3134" y="6498"/>
                    <a:pt x="3245" y="6498"/>
                    <a:pt x="3345" y="6498"/>
                  </a:cubicBezTo>
                  <a:cubicBezTo>
                    <a:pt x="3800" y="6498"/>
                    <a:pt x="4245" y="6354"/>
                    <a:pt x="4589" y="6076"/>
                  </a:cubicBezTo>
                  <a:cubicBezTo>
                    <a:pt x="4733" y="5965"/>
                    <a:pt x="4867" y="5821"/>
                    <a:pt x="5044" y="5799"/>
                  </a:cubicBezTo>
                  <a:lnTo>
                    <a:pt x="5100" y="5799"/>
                  </a:lnTo>
                  <a:cubicBezTo>
                    <a:pt x="5178" y="5799"/>
                    <a:pt x="5256" y="5821"/>
                    <a:pt x="5333" y="5832"/>
                  </a:cubicBezTo>
                  <a:lnTo>
                    <a:pt x="5422" y="5832"/>
                  </a:lnTo>
                  <a:cubicBezTo>
                    <a:pt x="5834" y="5832"/>
                    <a:pt x="6200" y="5565"/>
                    <a:pt x="6500" y="5288"/>
                  </a:cubicBezTo>
                  <a:cubicBezTo>
                    <a:pt x="6833" y="4977"/>
                    <a:pt x="7133" y="4644"/>
                    <a:pt x="7488" y="4377"/>
                  </a:cubicBezTo>
                  <a:cubicBezTo>
                    <a:pt x="7777" y="4143"/>
                    <a:pt x="8133" y="3966"/>
                    <a:pt x="8500" y="3933"/>
                  </a:cubicBezTo>
                  <a:cubicBezTo>
                    <a:pt x="8455" y="3444"/>
                    <a:pt x="8322" y="2966"/>
                    <a:pt x="8133" y="2499"/>
                  </a:cubicBezTo>
                  <a:cubicBezTo>
                    <a:pt x="7799" y="1944"/>
                    <a:pt x="7377" y="1433"/>
                    <a:pt x="6888" y="1011"/>
                  </a:cubicBezTo>
                  <a:cubicBezTo>
                    <a:pt x="6177" y="411"/>
                    <a:pt x="5278" y="133"/>
                    <a:pt x="4367" y="22"/>
                  </a:cubicBezTo>
                  <a:cubicBezTo>
                    <a:pt x="4222" y="11"/>
                    <a:pt x="4089" y="0"/>
                    <a:pt x="3967"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42"/>
            <p:cNvSpPr/>
            <p:nvPr/>
          </p:nvSpPr>
          <p:spPr>
            <a:xfrm>
              <a:off x="6631900" y="3662575"/>
              <a:ext cx="87500" cy="97800"/>
            </a:xfrm>
            <a:custGeom>
              <a:avLst/>
              <a:gdLst/>
              <a:ahLst/>
              <a:cxnLst/>
              <a:rect l="l" t="t" r="r" b="b"/>
              <a:pathLst>
                <a:path w="3500" h="3912" extrusionOk="0">
                  <a:moveTo>
                    <a:pt x="3400" y="1"/>
                  </a:moveTo>
                  <a:cubicBezTo>
                    <a:pt x="3378" y="13"/>
                    <a:pt x="3356" y="23"/>
                    <a:pt x="3333" y="23"/>
                  </a:cubicBezTo>
                  <a:cubicBezTo>
                    <a:pt x="3400" y="212"/>
                    <a:pt x="3411" y="401"/>
                    <a:pt x="3411" y="534"/>
                  </a:cubicBezTo>
                  <a:cubicBezTo>
                    <a:pt x="3422" y="1323"/>
                    <a:pt x="3055" y="2123"/>
                    <a:pt x="2455" y="2623"/>
                  </a:cubicBezTo>
                  <a:cubicBezTo>
                    <a:pt x="2422" y="2512"/>
                    <a:pt x="2400" y="2390"/>
                    <a:pt x="2400" y="2267"/>
                  </a:cubicBezTo>
                  <a:cubicBezTo>
                    <a:pt x="2411" y="2201"/>
                    <a:pt x="2411" y="2123"/>
                    <a:pt x="2400" y="2057"/>
                  </a:cubicBezTo>
                  <a:lnTo>
                    <a:pt x="2356" y="1701"/>
                  </a:lnTo>
                  <a:lnTo>
                    <a:pt x="2322" y="2057"/>
                  </a:lnTo>
                  <a:cubicBezTo>
                    <a:pt x="2322" y="2123"/>
                    <a:pt x="2311" y="2190"/>
                    <a:pt x="2322" y="2267"/>
                  </a:cubicBezTo>
                  <a:cubicBezTo>
                    <a:pt x="2267" y="2545"/>
                    <a:pt x="2067" y="2790"/>
                    <a:pt x="1878" y="2956"/>
                  </a:cubicBezTo>
                  <a:cubicBezTo>
                    <a:pt x="1455" y="3334"/>
                    <a:pt x="912" y="3600"/>
                    <a:pt x="356" y="3701"/>
                  </a:cubicBezTo>
                  <a:cubicBezTo>
                    <a:pt x="234" y="3723"/>
                    <a:pt x="67" y="3745"/>
                    <a:pt x="1" y="3878"/>
                  </a:cubicBezTo>
                  <a:lnTo>
                    <a:pt x="67" y="3911"/>
                  </a:lnTo>
                  <a:cubicBezTo>
                    <a:pt x="122" y="3812"/>
                    <a:pt x="256" y="3790"/>
                    <a:pt x="367" y="3767"/>
                  </a:cubicBezTo>
                  <a:cubicBezTo>
                    <a:pt x="944" y="3667"/>
                    <a:pt x="1500" y="3400"/>
                    <a:pt x="1922" y="3012"/>
                  </a:cubicBezTo>
                  <a:cubicBezTo>
                    <a:pt x="2078" y="2879"/>
                    <a:pt x="2245" y="2689"/>
                    <a:pt x="2344" y="2467"/>
                  </a:cubicBezTo>
                  <a:cubicBezTo>
                    <a:pt x="2356" y="2545"/>
                    <a:pt x="2378" y="2623"/>
                    <a:pt x="2400" y="2701"/>
                  </a:cubicBezTo>
                  <a:lnTo>
                    <a:pt x="2411" y="2756"/>
                  </a:lnTo>
                  <a:lnTo>
                    <a:pt x="2455" y="2723"/>
                  </a:lnTo>
                  <a:cubicBezTo>
                    <a:pt x="3111" y="2201"/>
                    <a:pt x="3500" y="1368"/>
                    <a:pt x="3489" y="534"/>
                  </a:cubicBezTo>
                  <a:cubicBezTo>
                    <a:pt x="3489" y="401"/>
                    <a:pt x="3467" y="201"/>
                    <a:pt x="34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42"/>
            <p:cNvSpPr/>
            <p:nvPr/>
          </p:nvSpPr>
          <p:spPr>
            <a:xfrm>
              <a:off x="6510525" y="3191500"/>
              <a:ext cx="249700" cy="288025"/>
            </a:xfrm>
            <a:custGeom>
              <a:avLst/>
              <a:gdLst/>
              <a:ahLst/>
              <a:cxnLst/>
              <a:rect l="l" t="t" r="r" b="b"/>
              <a:pathLst>
                <a:path w="9988" h="11521" extrusionOk="0">
                  <a:moveTo>
                    <a:pt x="4071" y="1"/>
                  </a:moveTo>
                  <a:cubicBezTo>
                    <a:pt x="3818" y="1"/>
                    <a:pt x="3568" y="30"/>
                    <a:pt x="3345" y="104"/>
                  </a:cubicBezTo>
                  <a:cubicBezTo>
                    <a:pt x="3178" y="148"/>
                    <a:pt x="3022" y="259"/>
                    <a:pt x="2911" y="393"/>
                  </a:cubicBezTo>
                  <a:cubicBezTo>
                    <a:pt x="2756" y="581"/>
                    <a:pt x="2701" y="837"/>
                    <a:pt x="2901" y="1070"/>
                  </a:cubicBezTo>
                  <a:cubicBezTo>
                    <a:pt x="2667" y="1114"/>
                    <a:pt x="2445" y="1215"/>
                    <a:pt x="2256" y="1370"/>
                  </a:cubicBezTo>
                  <a:cubicBezTo>
                    <a:pt x="2323" y="1470"/>
                    <a:pt x="2434" y="1559"/>
                    <a:pt x="2545" y="1592"/>
                  </a:cubicBezTo>
                  <a:cubicBezTo>
                    <a:pt x="1489" y="2148"/>
                    <a:pt x="745" y="3281"/>
                    <a:pt x="667" y="4481"/>
                  </a:cubicBezTo>
                  <a:cubicBezTo>
                    <a:pt x="657" y="4647"/>
                    <a:pt x="701" y="4780"/>
                    <a:pt x="845" y="4858"/>
                  </a:cubicBezTo>
                  <a:cubicBezTo>
                    <a:pt x="768" y="5069"/>
                    <a:pt x="146" y="7135"/>
                    <a:pt x="1" y="7135"/>
                  </a:cubicBezTo>
                  <a:lnTo>
                    <a:pt x="368" y="7135"/>
                  </a:lnTo>
                  <a:cubicBezTo>
                    <a:pt x="323" y="7824"/>
                    <a:pt x="279" y="8502"/>
                    <a:pt x="234" y="9179"/>
                  </a:cubicBezTo>
                  <a:cubicBezTo>
                    <a:pt x="212" y="9480"/>
                    <a:pt x="190" y="9801"/>
                    <a:pt x="334" y="10068"/>
                  </a:cubicBezTo>
                  <a:cubicBezTo>
                    <a:pt x="435" y="10278"/>
                    <a:pt x="662" y="10431"/>
                    <a:pt x="882" y="10431"/>
                  </a:cubicBezTo>
                  <a:cubicBezTo>
                    <a:pt x="953" y="10431"/>
                    <a:pt x="1024" y="10415"/>
                    <a:pt x="1089" y="10379"/>
                  </a:cubicBezTo>
                  <a:cubicBezTo>
                    <a:pt x="1248" y="11074"/>
                    <a:pt x="1993" y="11521"/>
                    <a:pt x="2713" y="11521"/>
                  </a:cubicBezTo>
                  <a:cubicBezTo>
                    <a:pt x="2798" y="11521"/>
                    <a:pt x="2883" y="11514"/>
                    <a:pt x="2967" y="11501"/>
                  </a:cubicBezTo>
                  <a:cubicBezTo>
                    <a:pt x="3755" y="11368"/>
                    <a:pt x="4422" y="10791"/>
                    <a:pt x="4844" y="10102"/>
                  </a:cubicBezTo>
                  <a:lnTo>
                    <a:pt x="4844" y="10102"/>
                  </a:lnTo>
                  <a:cubicBezTo>
                    <a:pt x="4767" y="10324"/>
                    <a:pt x="4977" y="10557"/>
                    <a:pt x="5211" y="10579"/>
                  </a:cubicBezTo>
                  <a:cubicBezTo>
                    <a:pt x="5230" y="10581"/>
                    <a:pt x="5249" y="10582"/>
                    <a:pt x="5267" y="10582"/>
                  </a:cubicBezTo>
                  <a:cubicBezTo>
                    <a:pt x="5478" y="10582"/>
                    <a:pt x="5672" y="10470"/>
                    <a:pt x="5855" y="10368"/>
                  </a:cubicBezTo>
                  <a:cubicBezTo>
                    <a:pt x="6377" y="10057"/>
                    <a:pt x="6888" y="9702"/>
                    <a:pt x="7277" y="9235"/>
                  </a:cubicBezTo>
                  <a:cubicBezTo>
                    <a:pt x="7399" y="9102"/>
                    <a:pt x="7544" y="8713"/>
                    <a:pt x="7700" y="8646"/>
                  </a:cubicBezTo>
                  <a:cubicBezTo>
                    <a:pt x="7708" y="8641"/>
                    <a:pt x="7717" y="8639"/>
                    <a:pt x="7727" y="8639"/>
                  </a:cubicBezTo>
                  <a:cubicBezTo>
                    <a:pt x="7796" y="8639"/>
                    <a:pt x="7899" y="8745"/>
                    <a:pt x="8002" y="8745"/>
                  </a:cubicBezTo>
                  <a:cubicBezTo>
                    <a:pt x="8020" y="8745"/>
                    <a:pt x="8038" y="8742"/>
                    <a:pt x="8055" y="8735"/>
                  </a:cubicBezTo>
                  <a:cubicBezTo>
                    <a:pt x="8760" y="8493"/>
                    <a:pt x="9563" y="6765"/>
                    <a:pt x="9187" y="6065"/>
                  </a:cubicBezTo>
                  <a:lnTo>
                    <a:pt x="9187" y="6065"/>
                  </a:lnTo>
                  <a:cubicBezTo>
                    <a:pt x="9295" y="6258"/>
                    <a:pt x="9414" y="6442"/>
                    <a:pt x="9521" y="6636"/>
                  </a:cubicBezTo>
                  <a:cubicBezTo>
                    <a:pt x="9988" y="5858"/>
                    <a:pt x="9754" y="4858"/>
                    <a:pt x="9388" y="4025"/>
                  </a:cubicBezTo>
                  <a:cubicBezTo>
                    <a:pt x="9255" y="3703"/>
                    <a:pt x="9088" y="3380"/>
                    <a:pt x="8899" y="3081"/>
                  </a:cubicBezTo>
                  <a:cubicBezTo>
                    <a:pt x="8766" y="2859"/>
                    <a:pt x="8399" y="2548"/>
                    <a:pt x="8344" y="2292"/>
                  </a:cubicBezTo>
                  <a:cubicBezTo>
                    <a:pt x="8304" y="2134"/>
                    <a:pt x="8762" y="1174"/>
                    <a:pt x="8465" y="1174"/>
                  </a:cubicBezTo>
                  <a:cubicBezTo>
                    <a:pt x="8426" y="1174"/>
                    <a:pt x="8376" y="1190"/>
                    <a:pt x="8310" y="1225"/>
                  </a:cubicBezTo>
                  <a:cubicBezTo>
                    <a:pt x="8110" y="1336"/>
                    <a:pt x="7932" y="1470"/>
                    <a:pt x="7766" y="1625"/>
                  </a:cubicBezTo>
                  <a:cubicBezTo>
                    <a:pt x="7866" y="1459"/>
                    <a:pt x="7844" y="1237"/>
                    <a:pt x="7710" y="1104"/>
                  </a:cubicBezTo>
                  <a:cubicBezTo>
                    <a:pt x="7511" y="1225"/>
                    <a:pt x="7510" y="1524"/>
                    <a:pt x="7378" y="1691"/>
                  </a:cubicBezTo>
                  <a:lnTo>
                    <a:pt x="7378" y="1691"/>
                  </a:lnTo>
                  <a:cubicBezTo>
                    <a:pt x="7483" y="1554"/>
                    <a:pt x="6466" y="748"/>
                    <a:pt x="6355" y="681"/>
                  </a:cubicBezTo>
                  <a:cubicBezTo>
                    <a:pt x="5911" y="381"/>
                    <a:pt x="5411" y="181"/>
                    <a:pt x="4878" y="82"/>
                  </a:cubicBezTo>
                  <a:cubicBezTo>
                    <a:pt x="4628" y="35"/>
                    <a:pt x="4348" y="1"/>
                    <a:pt x="4071"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42"/>
            <p:cNvSpPr/>
            <p:nvPr/>
          </p:nvSpPr>
          <p:spPr>
            <a:xfrm>
              <a:off x="6533850" y="3237175"/>
              <a:ext cx="153900" cy="134150"/>
            </a:xfrm>
            <a:custGeom>
              <a:avLst/>
              <a:gdLst/>
              <a:ahLst/>
              <a:cxnLst/>
              <a:rect l="l" t="t" r="r" b="b"/>
              <a:pathLst>
                <a:path w="6156" h="5366" extrusionOk="0">
                  <a:moveTo>
                    <a:pt x="2741" y="0"/>
                  </a:moveTo>
                  <a:cubicBezTo>
                    <a:pt x="2705" y="0"/>
                    <a:pt x="2670" y="3"/>
                    <a:pt x="2634" y="10"/>
                  </a:cubicBezTo>
                  <a:cubicBezTo>
                    <a:pt x="2345" y="65"/>
                    <a:pt x="2111" y="276"/>
                    <a:pt x="1901" y="499"/>
                  </a:cubicBezTo>
                  <a:cubicBezTo>
                    <a:pt x="1390" y="1042"/>
                    <a:pt x="934" y="1632"/>
                    <a:pt x="523" y="2264"/>
                  </a:cubicBezTo>
                  <a:cubicBezTo>
                    <a:pt x="257" y="2698"/>
                    <a:pt x="1" y="3231"/>
                    <a:pt x="223" y="3686"/>
                  </a:cubicBezTo>
                  <a:cubicBezTo>
                    <a:pt x="334" y="3920"/>
                    <a:pt x="546" y="4076"/>
                    <a:pt x="746" y="4220"/>
                  </a:cubicBezTo>
                  <a:cubicBezTo>
                    <a:pt x="1378" y="4653"/>
                    <a:pt x="2067" y="5019"/>
                    <a:pt x="2812" y="5209"/>
                  </a:cubicBezTo>
                  <a:cubicBezTo>
                    <a:pt x="3188" y="5310"/>
                    <a:pt x="3579" y="5366"/>
                    <a:pt x="3967" y="5366"/>
                  </a:cubicBezTo>
                  <a:cubicBezTo>
                    <a:pt x="4345" y="5366"/>
                    <a:pt x="4721" y="5313"/>
                    <a:pt x="5078" y="5197"/>
                  </a:cubicBezTo>
                  <a:cubicBezTo>
                    <a:pt x="5466" y="5075"/>
                    <a:pt x="5856" y="4864"/>
                    <a:pt x="6033" y="4498"/>
                  </a:cubicBezTo>
                  <a:cubicBezTo>
                    <a:pt x="6155" y="4253"/>
                    <a:pt x="6155" y="3975"/>
                    <a:pt x="6133" y="3698"/>
                  </a:cubicBezTo>
                  <a:cubicBezTo>
                    <a:pt x="6111" y="3464"/>
                    <a:pt x="6066" y="3231"/>
                    <a:pt x="6044" y="3009"/>
                  </a:cubicBezTo>
                  <a:cubicBezTo>
                    <a:pt x="6000" y="2620"/>
                    <a:pt x="6033" y="2232"/>
                    <a:pt x="5944" y="1854"/>
                  </a:cubicBezTo>
                  <a:cubicBezTo>
                    <a:pt x="5811" y="1242"/>
                    <a:pt x="5345" y="721"/>
                    <a:pt x="4755" y="521"/>
                  </a:cubicBezTo>
                  <a:cubicBezTo>
                    <a:pt x="4601" y="467"/>
                    <a:pt x="4442" y="434"/>
                    <a:pt x="4285" y="434"/>
                  </a:cubicBezTo>
                  <a:cubicBezTo>
                    <a:pt x="4216" y="434"/>
                    <a:pt x="4146" y="440"/>
                    <a:pt x="4078" y="454"/>
                  </a:cubicBezTo>
                  <a:cubicBezTo>
                    <a:pt x="3947" y="486"/>
                    <a:pt x="3731" y="776"/>
                    <a:pt x="3618" y="776"/>
                  </a:cubicBezTo>
                  <a:cubicBezTo>
                    <a:pt x="3616" y="776"/>
                    <a:pt x="3614" y="776"/>
                    <a:pt x="3612" y="776"/>
                  </a:cubicBezTo>
                  <a:cubicBezTo>
                    <a:pt x="3456" y="765"/>
                    <a:pt x="3478" y="554"/>
                    <a:pt x="3412" y="420"/>
                  </a:cubicBezTo>
                  <a:cubicBezTo>
                    <a:pt x="3283" y="184"/>
                    <a:pt x="3016" y="0"/>
                    <a:pt x="274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42"/>
            <p:cNvSpPr/>
            <p:nvPr/>
          </p:nvSpPr>
          <p:spPr>
            <a:xfrm>
              <a:off x="6604700" y="3324450"/>
              <a:ext cx="14725" cy="8550"/>
            </a:xfrm>
            <a:custGeom>
              <a:avLst/>
              <a:gdLst/>
              <a:ahLst/>
              <a:cxnLst/>
              <a:rect l="l" t="t" r="r" b="b"/>
              <a:pathLst>
                <a:path w="589" h="342" extrusionOk="0">
                  <a:moveTo>
                    <a:pt x="319" y="1"/>
                  </a:moveTo>
                  <a:cubicBezTo>
                    <a:pt x="235" y="1"/>
                    <a:pt x="150" y="13"/>
                    <a:pt x="67" y="51"/>
                  </a:cubicBezTo>
                  <a:cubicBezTo>
                    <a:pt x="55" y="62"/>
                    <a:pt x="33" y="74"/>
                    <a:pt x="22" y="84"/>
                  </a:cubicBezTo>
                  <a:cubicBezTo>
                    <a:pt x="0" y="118"/>
                    <a:pt x="11" y="140"/>
                    <a:pt x="11" y="173"/>
                  </a:cubicBezTo>
                  <a:cubicBezTo>
                    <a:pt x="42" y="267"/>
                    <a:pt x="73" y="341"/>
                    <a:pt x="160" y="341"/>
                  </a:cubicBezTo>
                  <a:cubicBezTo>
                    <a:pt x="166" y="341"/>
                    <a:pt x="172" y="341"/>
                    <a:pt x="178" y="340"/>
                  </a:cubicBezTo>
                  <a:cubicBezTo>
                    <a:pt x="289" y="329"/>
                    <a:pt x="411" y="296"/>
                    <a:pt x="522" y="262"/>
                  </a:cubicBezTo>
                  <a:cubicBezTo>
                    <a:pt x="544" y="262"/>
                    <a:pt x="578" y="251"/>
                    <a:pt x="588" y="218"/>
                  </a:cubicBezTo>
                  <a:lnTo>
                    <a:pt x="588" y="173"/>
                  </a:lnTo>
                  <a:cubicBezTo>
                    <a:pt x="578" y="129"/>
                    <a:pt x="566" y="74"/>
                    <a:pt x="533" y="40"/>
                  </a:cubicBezTo>
                  <a:cubicBezTo>
                    <a:pt x="511" y="18"/>
                    <a:pt x="467" y="7"/>
                    <a:pt x="433" y="7"/>
                  </a:cubicBezTo>
                  <a:cubicBezTo>
                    <a:pt x="395" y="3"/>
                    <a:pt x="357" y="1"/>
                    <a:pt x="31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42"/>
            <p:cNvSpPr/>
            <p:nvPr/>
          </p:nvSpPr>
          <p:spPr>
            <a:xfrm>
              <a:off x="6625500" y="3292650"/>
              <a:ext cx="31425" cy="24100"/>
            </a:xfrm>
            <a:custGeom>
              <a:avLst/>
              <a:gdLst/>
              <a:ahLst/>
              <a:cxnLst/>
              <a:rect l="l" t="t" r="r" b="b"/>
              <a:pathLst>
                <a:path w="1257" h="964" extrusionOk="0">
                  <a:moveTo>
                    <a:pt x="34" y="1"/>
                  </a:moveTo>
                  <a:lnTo>
                    <a:pt x="34" y="1"/>
                  </a:lnTo>
                  <a:cubicBezTo>
                    <a:pt x="12" y="279"/>
                    <a:pt x="1" y="568"/>
                    <a:pt x="178" y="768"/>
                  </a:cubicBezTo>
                  <a:cubicBezTo>
                    <a:pt x="279" y="879"/>
                    <a:pt x="434" y="934"/>
                    <a:pt x="590" y="956"/>
                  </a:cubicBezTo>
                  <a:cubicBezTo>
                    <a:pt x="618" y="961"/>
                    <a:pt x="649" y="963"/>
                    <a:pt x="679" y="963"/>
                  </a:cubicBezTo>
                  <a:cubicBezTo>
                    <a:pt x="731" y="963"/>
                    <a:pt x="785" y="955"/>
                    <a:pt x="834" y="934"/>
                  </a:cubicBezTo>
                  <a:cubicBezTo>
                    <a:pt x="1023" y="845"/>
                    <a:pt x="1256" y="512"/>
                    <a:pt x="1134" y="312"/>
                  </a:cubicBezTo>
                  <a:cubicBezTo>
                    <a:pt x="790" y="190"/>
                    <a:pt x="390" y="124"/>
                    <a:pt x="3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42"/>
            <p:cNvSpPr/>
            <p:nvPr/>
          </p:nvSpPr>
          <p:spPr>
            <a:xfrm>
              <a:off x="6568575" y="3273500"/>
              <a:ext cx="23625" cy="16925"/>
            </a:xfrm>
            <a:custGeom>
              <a:avLst/>
              <a:gdLst/>
              <a:ahLst/>
              <a:cxnLst/>
              <a:rect l="l" t="t" r="r" b="b"/>
              <a:pathLst>
                <a:path w="945" h="677" extrusionOk="0">
                  <a:moveTo>
                    <a:pt x="156" y="1"/>
                  </a:moveTo>
                  <a:cubicBezTo>
                    <a:pt x="1" y="78"/>
                    <a:pt x="23" y="379"/>
                    <a:pt x="100" y="500"/>
                  </a:cubicBezTo>
                  <a:cubicBezTo>
                    <a:pt x="134" y="556"/>
                    <a:pt x="189" y="589"/>
                    <a:pt x="245" y="623"/>
                  </a:cubicBezTo>
                  <a:cubicBezTo>
                    <a:pt x="318" y="656"/>
                    <a:pt x="397" y="676"/>
                    <a:pt x="478" y="676"/>
                  </a:cubicBezTo>
                  <a:cubicBezTo>
                    <a:pt x="507" y="676"/>
                    <a:pt x="537" y="673"/>
                    <a:pt x="567" y="667"/>
                  </a:cubicBezTo>
                  <a:cubicBezTo>
                    <a:pt x="745" y="623"/>
                    <a:pt x="856" y="434"/>
                    <a:pt x="945" y="268"/>
                  </a:cubicBezTo>
                  <a:cubicBezTo>
                    <a:pt x="690" y="189"/>
                    <a:pt x="423" y="68"/>
                    <a:pt x="156"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42"/>
            <p:cNvSpPr/>
            <p:nvPr/>
          </p:nvSpPr>
          <p:spPr>
            <a:xfrm>
              <a:off x="6569150" y="3259025"/>
              <a:ext cx="36950" cy="14500"/>
            </a:xfrm>
            <a:custGeom>
              <a:avLst/>
              <a:gdLst/>
              <a:ahLst/>
              <a:cxnLst/>
              <a:rect l="l" t="t" r="r" b="b"/>
              <a:pathLst>
                <a:path w="1478" h="580" extrusionOk="0">
                  <a:moveTo>
                    <a:pt x="823" y="1"/>
                  </a:moveTo>
                  <a:cubicBezTo>
                    <a:pt x="549" y="1"/>
                    <a:pt x="274" y="58"/>
                    <a:pt x="0" y="180"/>
                  </a:cubicBezTo>
                  <a:cubicBezTo>
                    <a:pt x="11" y="213"/>
                    <a:pt x="11" y="247"/>
                    <a:pt x="11" y="280"/>
                  </a:cubicBezTo>
                  <a:cubicBezTo>
                    <a:pt x="48" y="277"/>
                    <a:pt x="86" y="275"/>
                    <a:pt x="123" y="275"/>
                  </a:cubicBezTo>
                  <a:cubicBezTo>
                    <a:pt x="518" y="275"/>
                    <a:pt x="903" y="425"/>
                    <a:pt x="1289" y="558"/>
                  </a:cubicBezTo>
                  <a:cubicBezTo>
                    <a:pt x="1322" y="568"/>
                    <a:pt x="1355" y="580"/>
                    <a:pt x="1400" y="580"/>
                  </a:cubicBezTo>
                  <a:cubicBezTo>
                    <a:pt x="1422" y="424"/>
                    <a:pt x="1444" y="269"/>
                    <a:pt x="1477" y="102"/>
                  </a:cubicBezTo>
                  <a:cubicBezTo>
                    <a:pt x="1299" y="24"/>
                    <a:pt x="1089" y="2"/>
                    <a:pt x="899" y="2"/>
                  </a:cubicBezTo>
                  <a:cubicBezTo>
                    <a:pt x="874" y="1"/>
                    <a:pt x="849" y="1"/>
                    <a:pt x="82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42"/>
            <p:cNvSpPr/>
            <p:nvPr/>
          </p:nvSpPr>
          <p:spPr>
            <a:xfrm>
              <a:off x="6626350" y="3266550"/>
              <a:ext cx="36950" cy="30875"/>
            </a:xfrm>
            <a:custGeom>
              <a:avLst/>
              <a:gdLst/>
              <a:ahLst/>
              <a:cxnLst/>
              <a:rect l="l" t="t" r="r" b="b"/>
              <a:pathLst>
                <a:path w="1478" h="1235" extrusionOk="0">
                  <a:moveTo>
                    <a:pt x="245" y="1"/>
                  </a:moveTo>
                  <a:cubicBezTo>
                    <a:pt x="167" y="134"/>
                    <a:pt x="78" y="267"/>
                    <a:pt x="0" y="401"/>
                  </a:cubicBezTo>
                  <a:cubicBezTo>
                    <a:pt x="23" y="423"/>
                    <a:pt x="67" y="445"/>
                    <a:pt x="100" y="467"/>
                  </a:cubicBezTo>
                  <a:cubicBezTo>
                    <a:pt x="567" y="679"/>
                    <a:pt x="1045" y="889"/>
                    <a:pt x="1411" y="1234"/>
                  </a:cubicBezTo>
                  <a:lnTo>
                    <a:pt x="1478" y="1168"/>
                  </a:lnTo>
                  <a:cubicBezTo>
                    <a:pt x="1311" y="857"/>
                    <a:pt x="1089" y="578"/>
                    <a:pt x="811" y="356"/>
                  </a:cubicBezTo>
                  <a:cubicBezTo>
                    <a:pt x="655" y="212"/>
                    <a:pt x="456" y="67"/>
                    <a:pt x="2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42"/>
            <p:cNvSpPr/>
            <p:nvPr/>
          </p:nvSpPr>
          <p:spPr>
            <a:xfrm>
              <a:off x="6641350" y="3299225"/>
              <a:ext cx="11950" cy="11175"/>
            </a:xfrm>
            <a:custGeom>
              <a:avLst/>
              <a:gdLst/>
              <a:ahLst/>
              <a:cxnLst/>
              <a:rect l="l" t="t" r="r" b="b"/>
              <a:pathLst>
                <a:path w="478" h="447" extrusionOk="0">
                  <a:moveTo>
                    <a:pt x="257" y="1"/>
                  </a:moveTo>
                  <a:cubicBezTo>
                    <a:pt x="171" y="1"/>
                    <a:pt x="79" y="53"/>
                    <a:pt x="45" y="138"/>
                  </a:cubicBezTo>
                  <a:cubicBezTo>
                    <a:pt x="0" y="261"/>
                    <a:pt x="45" y="382"/>
                    <a:pt x="144" y="427"/>
                  </a:cubicBezTo>
                  <a:cubicBezTo>
                    <a:pt x="169" y="441"/>
                    <a:pt x="197" y="447"/>
                    <a:pt x="225" y="447"/>
                  </a:cubicBezTo>
                  <a:cubicBezTo>
                    <a:pt x="310" y="447"/>
                    <a:pt x="400" y="389"/>
                    <a:pt x="433" y="305"/>
                  </a:cubicBezTo>
                  <a:cubicBezTo>
                    <a:pt x="478" y="194"/>
                    <a:pt x="433" y="71"/>
                    <a:pt x="334" y="16"/>
                  </a:cubicBezTo>
                  <a:cubicBezTo>
                    <a:pt x="310" y="6"/>
                    <a:pt x="284" y="1"/>
                    <a:pt x="25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42"/>
            <p:cNvSpPr/>
            <p:nvPr/>
          </p:nvSpPr>
          <p:spPr>
            <a:xfrm>
              <a:off x="6578025" y="3278750"/>
              <a:ext cx="11125" cy="10925"/>
            </a:xfrm>
            <a:custGeom>
              <a:avLst/>
              <a:gdLst/>
              <a:ahLst/>
              <a:cxnLst/>
              <a:rect l="l" t="t" r="r" b="b"/>
              <a:pathLst>
                <a:path w="445" h="437" extrusionOk="0">
                  <a:moveTo>
                    <a:pt x="229" y="1"/>
                  </a:moveTo>
                  <a:cubicBezTo>
                    <a:pt x="223" y="1"/>
                    <a:pt x="217" y="1"/>
                    <a:pt x="211" y="2"/>
                  </a:cubicBezTo>
                  <a:cubicBezTo>
                    <a:pt x="100" y="13"/>
                    <a:pt x="1" y="124"/>
                    <a:pt x="23" y="235"/>
                  </a:cubicBezTo>
                  <a:cubicBezTo>
                    <a:pt x="33" y="350"/>
                    <a:pt x="123" y="436"/>
                    <a:pt x="227" y="436"/>
                  </a:cubicBezTo>
                  <a:cubicBezTo>
                    <a:pt x="233" y="436"/>
                    <a:pt x="239" y="436"/>
                    <a:pt x="245" y="435"/>
                  </a:cubicBezTo>
                  <a:cubicBezTo>
                    <a:pt x="356" y="435"/>
                    <a:pt x="445" y="324"/>
                    <a:pt x="433" y="202"/>
                  </a:cubicBezTo>
                  <a:cubicBezTo>
                    <a:pt x="423" y="86"/>
                    <a:pt x="333" y="1"/>
                    <a:pt x="2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42"/>
            <p:cNvSpPr/>
            <p:nvPr/>
          </p:nvSpPr>
          <p:spPr>
            <a:xfrm>
              <a:off x="6623025" y="3316050"/>
              <a:ext cx="13050" cy="15525"/>
            </a:xfrm>
            <a:custGeom>
              <a:avLst/>
              <a:gdLst/>
              <a:ahLst/>
              <a:cxnLst/>
              <a:rect l="l" t="t" r="r" b="b"/>
              <a:pathLst>
                <a:path w="522" h="621" extrusionOk="0">
                  <a:moveTo>
                    <a:pt x="273" y="0"/>
                  </a:moveTo>
                  <a:cubicBezTo>
                    <a:pt x="258" y="0"/>
                    <a:pt x="240" y="12"/>
                    <a:pt x="233" y="32"/>
                  </a:cubicBezTo>
                  <a:cubicBezTo>
                    <a:pt x="211" y="131"/>
                    <a:pt x="133" y="299"/>
                    <a:pt x="122" y="331"/>
                  </a:cubicBezTo>
                  <a:cubicBezTo>
                    <a:pt x="89" y="432"/>
                    <a:pt x="45" y="531"/>
                    <a:pt x="0" y="620"/>
                  </a:cubicBezTo>
                  <a:cubicBezTo>
                    <a:pt x="22" y="620"/>
                    <a:pt x="55" y="620"/>
                    <a:pt x="78" y="610"/>
                  </a:cubicBezTo>
                  <a:cubicBezTo>
                    <a:pt x="233" y="598"/>
                    <a:pt x="366" y="543"/>
                    <a:pt x="500" y="476"/>
                  </a:cubicBezTo>
                  <a:lnTo>
                    <a:pt x="511" y="476"/>
                  </a:lnTo>
                  <a:cubicBezTo>
                    <a:pt x="522" y="454"/>
                    <a:pt x="511" y="432"/>
                    <a:pt x="500" y="410"/>
                  </a:cubicBezTo>
                  <a:cubicBezTo>
                    <a:pt x="455" y="276"/>
                    <a:pt x="389" y="143"/>
                    <a:pt x="300" y="20"/>
                  </a:cubicBezTo>
                  <a:cubicBezTo>
                    <a:pt x="295" y="7"/>
                    <a:pt x="285" y="0"/>
                    <a:pt x="27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42"/>
            <p:cNvSpPr/>
            <p:nvPr/>
          </p:nvSpPr>
          <p:spPr>
            <a:xfrm>
              <a:off x="6585525" y="3315475"/>
              <a:ext cx="13625" cy="15825"/>
            </a:xfrm>
            <a:custGeom>
              <a:avLst/>
              <a:gdLst/>
              <a:ahLst/>
              <a:cxnLst/>
              <a:rect l="l" t="t" r="r" b="b"/>
              <a:pathLst>
                <a:path w="545" h="633" extrusionOk="0">
                  <a:moveTo>
                    <a:pt x="230" y="0"/>
                  </a:moveTo>
                  <a:cubicBezTo>
                    <a:pt x="217" y="0"/>
                    <a:pt x="205" y="6"/>
                    <a:pt x="200" y="21"/>
                  </a:cubicBezTo>
                  <a:cubicBezTo>
                    <a:pt x="123" y="144"/>
                    <a:pt x="56" y="288"/>
                    <a:pt x="12" y="433"/>
                  </a:cubicBezTo>
                  <a:cubicBezTo>
                    <a:pt x="12" y="443"/>
                    <a:pt x="0" y="477"/>
                    <a:pt x="12" y="488"/>
                  </a:cubicBezTo>
                  <a:cubicBezTo>
                    <a:pt x="12" y="499"/>
                    <a:pt x="12" y="510"/>
                    <a:pt x="22" y="510"/>
                  </a:cubicBezTo>
                  <a:cubicBezTo>
                    <a:pt x="111" y="532"/>
                    <a:pt x="200" y="554"/>
                    <a:pt x="289" y="566"/>
                  </a:cubicBezTo>
                  <a:cubicBezTo>
                    <a:pt x="378" y="588"/>
                    <a:pt x="467" y="599"/>
                    <a:pt x="545" y="633"/>
                  </a:cubicBezTo>
                  <a:cubicBezTo>
                    <a:pt x="545" y="633"/>
                    <a:pt x="533" y="621"/>
                    <a:pt x="533" y="610"/>
                  </a:cubicBezTo>
                  <a:cubicBezTo>
                    <a:pt x="489" y="521"/>
                    <a:pt x="434" y="421"/>
                    <a:pt x="389" y="322"/>
                  </a:cubicBezTo>
                  <a:cubicBezTo>
                    <a:pt x="378" y="288"/>
                    <a:pt x="300" y="132"/>
                    <a:pt x="267" y="21"/>
                  </a:cubicBezTo>
                  <a:cubicBezTo>
                    <a:pt x="261" y="9"/>
                    <a:pt x="245" y="0"/>
                    <a:pt x="23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42"/>
            <p:cNvSpPr/>
            <p:nvPr/>
          </p:nvSpPr>
          <p:spPr>
            <a:xfrm>
              <a:off x="6625800" y="3291850"/>
              <a:ext cx="28625" cy="8900"/>
            </a:xfrm>
            <a:custGeom>
              <a:avLst/>
              <a:gdLst/>
              <a:ahLst/>
              <a:cxnLst/>
              <a:rect l="l" t="t" r="r" b="b"/>
              <a:pathLst>
                <a:path w="1145" h="356" extrusionOk="0">
                  <a:moveTo>
                    <a:pt x="22" y="0"/>
                  </a:moveTo>
                  <a:lnTo>
                    <a:pt x="0" y="67"/>
                  </a:lnTo>
                  <a:cubicBezTo>
                    <a:pt x="356" y="211"/>
                    <a:pt x="744" y="311"/>
                    <a:pt x="1133" y="356"/>
                  </a:cubicBezTo>
                  <a:lnTo>
                    <a:pt x="1144" y="289"/>
                  </a:lnTo>
                  <a:cubicBezTo>
                    <a:pt x="756" y="233"/>
                    <a:pt x="378" y="133"/>
                    <a:pt x="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42"/>
            <p:cNvSpPr/>
            <p:nvPr/>
          </p:nvSpPr>
          <p:spPr>
            <a:xfrm>
              <a:off x="6571925" y="3272400"/>
              <a:ext cx="21400" cy="8900"/>
            </a:xfrm>
            <a:custGeom>
              <a:avLst/>
              <a:gdLst/>
              <a:ahLst/>
              <a:cxnLst/>
              <a:rect l="l" t="t" r="r" b="b"/>
              <a:pathLst>
                <a:path w="856" h="356" extrusionOk="0">
                  <a:moveTo>
                    <a:pt x="22" y="0"/>
                  </a:moveTo>
                  <a:lnTo>
                    <a:pt x="0" y="67"/>
                  </a:lnTo>
                  <a:cubicBezTo>
                    <a:pt x="267" y="189"/>
                    <a:pt x="556" y="289"/>
                    <a:pt x="844" y="356"/>
                  </a:cubicBezTo>
                  <a:lnTo>
                    <a:pt x="855" y="289"/>
                  </a:lnTo>
                  <a:cubicBezTo>
                    <a:pt x="578" y="223"/>
                    <a:pt x="289" y="122"/>
                    <a:pt x="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42"/>
            <p:cNvSpPr/>
            <p:nvPr/>
          </p:nvSpPr>
          <p:spPr>
            <a:xfrm>
              <a:off x="6592475" y="3289800"/>
              <a:ext cx="28350" cy="22050"/>
            </a:xfrm>
            <a:custGeom>
              <a:avLst/>
              <a:gdLst/>
              <a:ahLst/>
              <a:cxnLst/>
              <a:rect l="l" t="t" r="r" b="b"/>
              <a:pathLst>
                <a:path w="1134" h="882" extrusionOk="0">
                  <a:moveTo>
                    <a:pt x="294" y="0"/>
                  </a:moveTo>
                  <a:cubicBezTo>
                    <a:pt x="281" y="0"/>
                    <a:pt x="268" y="2"/>
                    <a:pt x="255" y="4"/>
                  </a:cubicBezTo>
                  <a:cubicBezTo>
                    <a:pt x="166" y="26"/>
                    <a:pt x="89" y="115"/>
                    <a:pt x="55" y="238"/>
                  </a:cubicBezTo>
                  <a:cubicBezTo>
                    <a:pt x="0" y="415"/>
                    <a:pt x="45" y="604"/>
                    <a:pt x="78" y="771"/>
                  </a:cubicBezTo>
                  <a:lnTo>
                    <a:pt x="200" y="749"/>
                  </a:lnTo>
                  <a:cubicBezTo>
                    <a:pt x="166" y="593"/>
                    <a:pt x="134" y="426"/>
                    <a:pt x="166" y="271"/>
                  </a:cubicBezTo>
                  <a:cubicBezTo>
                    <a:pt x="189" y="204"/>
                    <a:pt x="222" y="137"/>
                    <a:pt x="277" y="127"/>
                  </a:cubicBezTo>
                  <a:cubicBezTo>
                    <a:pt x="285" y="125"/>
                    <a:pt x="292" y="125"/>
                    <a:pt x="298" y="125"/>
                  </a:cubicBezTo>
                  <a:cubicBezTo>
                    <a:pt x="356" y="125"/>
                    <a:pt x="404" y="167"/>
                    <a:pt x="433" y="226"/>
                  </a:cubicBezTo>
                  <a:cubicBezTo>
                    <a:pt x="455" y="293"/>
                    <a:pt x="455" y="382"/>
                    <a:pt x="445" y="470"/>
                  </a:cubicBezTo>
                  <a:lnTo>
                    <a:pt x="433" y="704"/>
                  </a:lnTo>
                  <a:lnTo>
                    <a:pt x="556" y="504"/>
                  </a:lnTo>
                  <a:cubicBezTo>
                    <a:pt x="617" y="413"/>
                    <a:pt x="731" y="357"/>
                    <a:pt x="842" y="357"/>
                  </a:cubicBezTo>
                  <a:cubicBezTo>
                    <a:pt x="893" y="357"/>
                    <a:pt x="944" y="369"/>
                    <a:pt x="988" y="393"/>
                  </a:cubicBezTo>
                  <a:cubicBezTo>
                    <a:pt x="1000" y="404"/>
                    <a:pt x="1011" y="404"/>
                    <a:pt x="1011" y="404"/>
                  </a:cubicBezTo>
                  <a:lnTo>
                    <a:pt x="1011" y="426"/>
                  </a:lnTo>
                  <a:cubicBezTo>
                    <a:pt x="1000" y="482"/>
                    <a:pt x="944" y="537"/>
                    <a:pt x="877" y="593"/>
                  </a:cubicBezTo>
                  <a:cubicBezTo>
                    <a:pt x="763" y="677"/>
                    <a:pt x="648" y="760"/>
                    <a:pt x="533" y="760"/>
                  </a:cubicBezTo>
                  <a:cubicBezTo>
                    <a:pt x="526" y="760"/>
                    <a:pt x="518" y="760"/>
                    <a:pt x="511" y="759"/>
                  </a:cubicBezTo>
                  <a:lnTo>
                    <a:pt x="489" y="882"/>
                  </a:lnTo>
                  <a:lnTo>
                    <a:pt x="533" y="882"/>
                  </a:lnTo>
                  <a:cubicBezTo>
                    <a:pt x="689" y="882"/>
                    <a:pt x="822" y="782"/>
                    <a:pt x="956" y="682"/>
                  </a:cubicBezTo>
                  <a:cubicBezTo>
                    <a:pt x="1011" y="638"/>
                    <a:pt x="1122" y="549"/>
                    <a:pt x="1122" y="438"/>
                  </a:cubicBezTo>
                  <a:cubicBezTo>
                    <a:pt x="1133" y="393"/>
                    <a:pt x="1122" y="359"/>
                    <a:pt x="1111" y="337"/>
                  </a:cubicBezTo>
                  <a:cubicBezTo>
                    <a:pt x="1089" y="315"/>
                    <a:pt x="1067" y="293"/>
                    <a:pt x="1044" y="282"/>
                  </a:cubicBezTo>
                  <a:cubicBezTo>
                    <a:pt x="985" y="250"/>
                    <a:pt x="919" y="235"/>
                    <a:pt x="851" y="235"/>
                  </a:cubicBezTo>
                  <a:cubicBezTo>
                    <a:pt x="753" y="235"/>
                    <a:pt x="652" y="267"/>
                    <a:pt x="566" y="327"/>
                  </a:cubicBezTo>
                  <a:cubicBezTo>
                    <a:pt x="566" y="271"/>
                    <a:pt x="556" y="226"/>
                    <a:pt x="533" y="182"/>
                  </a:cubicBezTo>
                  <a:cubicBezTo>
                    <a:pt x="503" y="82"/>
                    <a:pt x="402" y="0"/>
                    <a:pt x="29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42"/>
            <p:cNvSpPr/>
            <p:nvPr/>
          </p:nvSpPr>
          <p:spPr>
            <a:xfrm>
              <a:off x="6585250" y="3326550"/>
              <a:ext cx="51675" cy="7100"/>
            </a:xfrm>
            <a:custGeom>
              <a:avLst/>
              <a:gdLst/>
              <a:ahLst/>
              <a:cxnLst/>
              <a:rect l="l" t="t" r="r" b="b"/>
              <a:pathLst>
                <a:path w="2067" h="284" extrusionOk="0">
                  <a:moveTo>
                    <a:pt x="2033" y="0"/>
                  </a:moveTo>
                  <a:cubicBezTo>
                    <a:pt x="1696" y="139"/>
                    <a:pt x="1339" y="209"/>
                    <a:pt x="982" y="209"/>
                  </a:cubicBezTo>
                  <a:cubicBezTo>
                    <a:pt x="656" y="209"/>
                    <a:pt x="330" y="151"/>
                    <a:pt x="23" y="34"/>
                  </a:cubicBezTo>
                  <a:cubicBezTo>
                    <a:pt x="11" y="56"/>
                    <a:pt x="11" y="78"/>
                    <a:pt x="0" y="101"/>
                  </a:cubicBezTo>
                  <a:cubicBezTo>
                    <a:pt x="178" y="167"/>
                    <a:pt x="356" y="222"/>
                    <a:pt x="534" y="245"/>
                  </a:cubicBezTo>
                  <a:cubicBezTo>
                    <a:pt x="683" y="271"/>
                    <a:pt x="835" y="283"/>
                    <a:pt x="987" y="283"/>
                  </a:cubicBezTo>
                  <a:cubicBezTo>
                    <a:pt x="1356" y="283"/>
                    <a:pt x="1728" y="209"/>
                    <a:pt x="2067" y="67"/>
                  </a:cubicBezTo>
                  <a:lnTo>
                    <a:pt x="203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42"/>
            <p:cNvSpPr/>
            <p:nvPr/>
          </p:nvSpPr>
          <p:spPr>
            <a:xfrm>
              <a:off x="6676625" y="3303025"/>
              <a:ext cx="53875" cy="51625"/>
            </a:xfrm>
            <a:custGeom>
              <a:avLst/>
              <a:gdLst/>
              <a:ahLst/>
              <a:cxnLst/>
              <a:rect l="l" t="t" r="r" b="b"/>
              <a:pathLst>
                <a:path w="2155" h="2065" extrusionOk="0">
                  <a:moveTo>
                    <a:pt x="1535" y="1"/>
                  </a:moveTo>
                  <a:cubicBezTo>
                    <a:pt x="1378" y="1"/>
                    <a:pt x="1220" y="56"/>
                    <a:pt x="1078" y="131"/>
                  </a:cubicBezTo>
                  <a:cubicBezTo>
                    <a:pt x="577" y="408"/>
                    <a:pt x="233" y="975"/>
                    <a:pt x="100" y="1519"/>
                  </a:cubicBezTo>
                  <a:cubicBezTo>
                    <a:pt x="0" y="1891"/>
                    <a:pt x="190" y="2065"/>
                    <a:pt x="450" y="2065"/>
                  </a:cubicBezTo>
                  <a:cubicBezTo>
                    <a:pt x="594" y="2065"/>
                    <a:pt x="760" y="2011"/>
                    <a:pt x="911" y="1908"/>
                  </a:cubicBezTo>
                  <a:cubicBezTo>
                    <a:pt x="1078" y="1808"/>
                    <a:pt x="1233" y="1664"/>
                    <a:pt x="1399" y="1553"/>
                  </a:cubicBezTo>
                  <a:cubicBezTo>
                    <a:pt x="1488" y="1497"/>
                    <a:pt x="1589" y="1442"/>
                    <a:pt x="1678" y="1375"/>
                  </a:cubicBezTo>
                  <a:cubicBezTo>
                    <a:pt x="1910" y="1219"/>
                    <a:pt x="2088" y="986"/>
                    <a:pt x="2122" y="708"/>
                  </a:cubicBezTo>
                  <a:cubicBezTo>
                    <a:pt x="2155" y="442"/>
                    <a:pt x="2011" y="141"/>
                    <a:pt x="1755" y="42"/>
                  </a:cubicBezTo>
                  <a:cubicBezTo>
                    <a:pt x="1683" y="13"/>
                    <a:pt x="1609" y="1"/>
                    <a:pt x="153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42"/>
            <p:cNvSpPr/>
            <p:nvPr/>
          </p:nvSpPr>
          <p:spPr>
            <a:xfrm>
              <a:off x="6685275" y="3311200"/>
              <a:ext cx="37200" cy="35675"/>
            </a:xfrm>
            <a:custGeom>
              <a:avLst/>
              <a:gdLst/>
              <a:ahLst/>
              <a:cxnLst/>
              <a:rect l="l" t="t" r="r" b="b"/>
              <a:pathLst>
                <a:path w="1488" h="1427" extrusionOk="0">
                  <a:moveTo>
                    <a:pt x="1067" y="1"/>
                  </a:moveTo>
                  <a:cubicBezTo>
                    <a:pt x="959" y="1"/>
                    <a:pt x="846" y="39"/>
                    <a:pt x="754" y="93"/>
                  </a:cubicBezTo>
                  <a:cubicBezTo>
                    <a:pt x="409" y="293"/>
                    <a:pt x="165" y="670"/>
                    <a:pt x="65" y="1048"/>
                  </a:cubicBezTo>
                  <a:cubicBezTo>
                    <a:pt x="0" y="1307"/>
                    <a:pt x="132" y="1427"/>
                    <a:pt x="314" y="1427"/>
                  </a:cubicBezTo>
                  <a:cubicBezTo>
                    <a:pt x="413" y="1427"/>
                    <a:pt x="526" y="1392"/>
                    <a:pt x="631" y="1325"/>
                  </a:cubicBezTo>
                  <a:cubicBezTo>
                    <a:pt x="754" y="1248"/>
                    <a:pt x="854" y="1147"/>
                    <a:pt x="965" y="1070"/>
                  </a:cubicBezTo>
                  <a:cubicBezTo>
                    <a:pt x="1031" y="1036"/>
                    <a:pt x="1098" y="1004"/>
                    <a:pt x="1165" y="959"/>
                  </a:cubicBezTo>
                  <a:cubicBezTo>
                    <a:pt x="1320" y="848"/>
                    <a:pt x="1443" y="681"/>
                    <a:pt x="1465" y="493"/>
                  </a:cubicBezTo>
                  <a:cubicBezTo>
                    <a:pt x="1487" y="303"/>
                    <a:pt x="1387" y="103"/>
                    <a:pt x="1209" y="26"/>
                  </a:cubicBezTo>
                  <a:cubicBezTo>
                    <a:pt x="1164" y="9"/>
                    <a:pt x="1116" y="1"/>
                    <a:pt x="1067"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42"/>
            <p:cNvSpPr/>
            <p:nvPr/>
          </p:nvSpPr>
          <p:spPr>
            <a:xfrm>
              <a:off x="6692450" y="3316825"/>
              <a:ext cx="23900" cy="23075"/>
            </a:xfrm>
            <a:custGeom>
              <a:avLst/>
              <a:gdLst/>
              <a:ahLst/>
              <a:cxnLst/>
              <a:rect l="l" t="t" r="r" b="b"/>
              <a:pathLst>
                <a:path w="956" h="923" extrusionOk="0">
                  <a:moveTo>
                    <a:pt x="67" y="801"/>
                  </a:moveTo>
                  <a:lnTo>
                    <a:pt x="78" y="845"/>
                  </a:lnTo>
                  <a:lnTo>
                    <a:pt x="33" y="845"/>
                  </a:lnTo>
                  <a:cubicBezTo>
                    <a:pt x="33" y="823"/>
                    <a:pt x="45" y="811"/>
                    <a:pt x="67" y="801"/>
                  </a:cubicBezTo>
                  <a:close/>
                  <a:moveTo>
                    <a:pt x="956" y="1"/>
                  </a:moveTo>
                  <a:cubicBezTo>
                    <a:pt x="845" y="1"/>
                    <a:pt x="744" y="56"/>
                    <a:pt x="655" y="112"/>
                  </a:cubicBezTo>
                  <a:cubicBezTo>
                    <a:pt x="400" y="290"/>
                    <a:pt x="189" y="523"/>
                    <a:pt x="23" y="801"/>
                  </a:cubicBezTo>
                  <a:cubicBezTo>
                    <a:pt x="0" y="845"/>
                    <a:pt x="23" y="878"/>
                    <a:pt x="33" y="900"/>
                  </a:cubicBezTo>
                  <a:cubicBezTo>
                    <a:pt x="45" y="912"/>
                    <a:pt x="55" y="922"/>
                    <a:pt x="78" y="922"/>
                  </a:cubicBezTo>
                  <a:cubicBezTo>
                    <a:pt x="89" y="922"/>
                    <a:pt x="100" y="922"/>
                    <a:pt x="100" y="912"/>
                  </a:cubicBezTo>
                  <a:lnTo>
                    <a:pt x="156" y="856"/>
                  </a:lnTo>
                  <a:lnTo>
                    <a:pt x="144" y="834"/>
                  </a:lnTo>
                  <a:cubicBezTo>
                    <a:pt x="289" y="589"/>
                    <a:pt x="489" y="379"/>
                    <a:pt x="722" y="212"/>
                  </a:cubicBezTo>
                  <a:cubicBezTo>
                    <a:pt x="800" y="167"/>
                    <a:pt x="878" y="112"/>
                    <a:pt x="956" y="112"/>
                  </a:cubicBezTo>
                  <a:lnTo>
                    <a:pt x="9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42"/>
            <p:cNvSpPr/>
            <p:nvPr/>
          </p:nvSpPr>
          <p:spPr>
            <a:xfrm>
              <a:off x="6698825" y="3327100"/>
              <a:ext cx="13100" cy="5300"/>
            </a:xfrm>
            <a:custGeom>
              <a:avLst/>
              <a:gdLst/>
              <a:ahLst/>
              <a:cxnLst/>
              <a:rect l="l" t="t" r="r" b="b"/>
              <a:pathLst>
                <a:path w="524" h="212" extrusionOk="0">
                  <a:moveTo>
                    <a:pt x="523" y="0"/>
                  </a:moveTo>
                  <a:cubicBezTo>
                    <a:pt x="345" y="0"/>
                    <a:pt x="168" y="45"/>
                    <a:pt x="0" y="101"/>
                  </a:cubicBezTo>
                  <a:lnTo>
                    <a:pt x="45" y="212"/>
                  </a:lnTo>
                  <a:cubicBezTo>
                    <a:pt x="200" y="156"/>
                    <a:pt x="356" y="123"/>
                    <a:pt x="523" y="112"/>
                  </a:cubicBezTo>
                  <a:lnTo>
                    <a:pt x="5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42"/>
            <p:cNvSpPr/>
            <p:nvPr/>
          </p:nvSpPr>
          <p:spPr>
            <a:xfrm>
              <a:off x="6572475" y="3354875"/>
              <a:ext cx="151375" cy="103325"/>
            </a:xfrm>
            <a:custGeom>
              <a:avLst/>
              <a:gdLst/>
              <a:ahLst/>
              <a:cxnLst/>
              <a:rect l="l" t="t" r="r" b="b"/>
              <a:pathLst>
                <a:path w="6055" h="4133" extrusionOk="0">
                  <a:moveTo>
                    <a:pt x="5943" y="0"/>
                  </a:moveTo>
                  <a:cubicBezTo>
                    <a:pt x="5866" y="501"/>
                    <a:pt x="5632" y="978"/>
                    <a:pt x="5288" y="1333"/>
                  </a:cubicBezTo>
                  <a:cubicBezTo>
                    <a:pt x="5254" y="1367"/>
                    <a:pt x="5232" y="1389"/>
                    <a:pt x="5199" y="1400"/>
                  </a:cubicBezTo>
                  <a:cubicBezTo>
                    <a:pt x="5189" y="1403"/>
                    <a:pt x="5179" y="1405"/>
                    <a:pt x="5170" y="1405"/>
                  </a:cubicBezTo>
                  <a:cubicBezTo>
                    <a:pt x="5148" y="1405"/>
                    <a:pt x="5129" y="1397"/>
                    <a:pt x="5121" y="1389"/>
                  </a:cubicBezTo>
                  <a:cubicBezTo>
                    <a:pt x="5077" y="1356"/>
                    <a:pt x="5044" y="1311"/>
                    <a:pt x="5032" y="1267"/>
                  </a:cubicBezTo>
                  <a:cubicBezTo>
                    <a:pt x="5032" y="1222"/>
                    <a:pt x="5032" y="1189"/>
                    <a:pt x="5044" y="1145"/>
                  </a:cubicBezTo>
                  <a:cubicBezTo>
                    <a:pt x="5066" y="1089"/>
                    <a:pt x="5088" y="1034"/>
                    <a:pt x="5110" y="967"/>
                  </a:cubicBezTo>
                  <a:lnTo>
                    <a:pt x="4999" y="934"/>
                  </a:lnTo>
                  <a:cubicBezTo>
                    <a:pt x="4977" y="990"/>
                    <a:pt x="4943" y="1045"/>
                    <a:pt x="4933" y="1111"/>
                  </a:cubicBezTo>
                  <a:cubicBezTo>
                    <a:pt x="4632" y="1867"/>
                    <a:pt x="4088" y="2533"/>
                    <a:pt x="3400" y="2955"/>
                  </a:cubicBezTo>
                  <a:cubicBezTo>
                    <a:pt x="3356" y="2982"/>
                    <a:pt x="3285" y="3021"/>
                    <a:pt x="3224" y="3021"/>
                  </a:cubicBezTo>
                  <a:cubicBezTo>
                    <a:pt x="3208" y="3021"/>
                    <a:pt x="3192" y="3018"/>
                    <a:pt x="3178" y="3011"/>
                  </a:cubicBezTo>
                  <a:cubicBezTo>
                    <a:pt x="3133" y="2989"/>
                    <a:pt x="3111" y="2933"/>
                    <a:pt x="3089" y="2834"/>
                  </a:cubicBezTo>
                  <a:cubicBezTo>
                    <a:pt x="3066" y="2711"/>
                    <a:pt x="3066" y="2589"/>
                    <a:pt x="3077" y="2478"/>
                  </a:cubicBezTo>
                  <a:cubicBezTo>
                    <a:pt x="3144" y="2355"/>
                    <a:pt x="3178" y="2234"/>
                    <a:pt x="3155" y="2100"/>
                  </a:cubicBezTo>
                  <a:lnTo>
                    <a:pt x="3133" y="1867"/>
                  </a:lnTo>
                  <a:lnTo>
                    <a:pt x="3044" y="2089"/>
                  </a:lnTo>
                  <a:cubicBezTo>
                    <a:pt x="3000" y="2200"/>
                    <a:pt x="2978" y="2311"/>
                    <a:pt x="2955" y="2434"/>
                  </a:cubicBezTo>
                  <a:cubicBezTo>
                    <a:pt x="2911" y="2523"/>
                    <a:pt x="2833" y="2600"/>
                    <a:pt x="2766" y="2678"/>
                  </a:cubicBezTo>
                  <a:cubicBezTo>
                    <a:pt x="2411" y="3089"/>
                    <a:pt x="2044" y="3500"/>
                    <a:pt x="1578" y="3767"/>
                  </a:cubicBezTo>
                  <a:cubicBezTo>
                    <a:pt x="1326" y="3909"/>
                    <a:pt x="1000" y="4019"/>
                    <a:pt x="673" y="4019"/>
                  </a:cubicBezTo>
                  <a:cubicBezTo>
                    <a:pt x="465" y="4019"/>
                    <a:pt x="257" y="3974"/>
                    <a:pt x="67" y="3866"/>
                  </a:cubicBezTo>
                  <a:lnTo>
                    <a:pt x="0" y="3967"/>
                  </a:lnTo>
                  <a:cubicBezTo>
                    <a:pt x="200" y="4078"/>
                    <a:pt x="433" y="4133"/>
                    <a:pt x="678" y="4133"/>
                  </a:cubicBezTo>
                  <a:cubicBezTo>
                    <a:pt x="989" y="4133"/>
                    <a:pt x="1322" y="4044"/>
                    <a:pt x="1633" y="3878"/>
                  </a:cubicBezTo>
                  <a:cubicBezTo>
                    <a:pt x="2122" y="3600"/>
                    <a:pt x="2499" y="3167"/>
                    <a:pt x="2855" y="2755"/>
                  </a:cubicBezTo>
                  <a:lnTo>
                    <a:pt x="2955" y="2656"/>
                  </a:lnTo>
                  <a:cubicBezTo>
                    <a:pt x="2955" y="2722"/>
                    <a:pt x="2955" y="2789"/>
                    <a:pt x="2966" y="2856"/>
                  </a:cubicBezTo>
                  <a:cubicBezTo>
                    <a:pt x="3000" y="2989"/>
                    <a:pt x="3044" y="3078"/>
                    <a:pt x="3133" y="3122"/>
                  </a:cubicBezTo>
                  <a:cubicBezTo>
                    <a:pt x="3165" y="3137"/>
                    <a:pt x="3198" y="3143"/>
                    <a:pt x="3229" y="3143"/>
                  </a:cubicBezTo>
                  <a:cubicBezTo>
                    <a:pt x="3317" y="3143"/>
                    <a:pt x="3401" y="3096"/>
                    <a:pt x="3466" y="3056"/>
                  </a:cubicBezTo>
                  <a:cubicBezTo>
                    <a:pt x="4111" y="2656"/>
                    <a:pt x="4632" y="2056"/>
                    <a:pt x="4943" y="1378"/>
                  </a:cubicBezTo>
                  <a:cubicBezTo>
                    <a:pt x="4977" y="1422"/>
                    <a:pt x="5010" y="1456"/>
                    <a:pt x="5054" y="1489"/>
                  </a:cubicBezTo>
                  <a:cubicBezTo>
                    <a:pt x="5097" y="1514"/>
                    <a:pt x="5138" y="1527"/>
                    <a:pt x="5185" y="1527"/>
                  </a:cubicBezTo>
                  <a:cubicBezTo>
                    <a:pt x="5200" y="1527"/>
                    <a:pt x="5216" y="1525"/>
                    <a:pt x="5232" y="1523"/>
                  </a:cubicBezTo>
                  <a:cubicBezTo>
                    <a:pt x="5288" y="1501"/>
                    <a:pt x="5333" y="1456"/>
                    <a:pt x="5377" y="1412"/>
                  </a:cubicBezTo>
                  <a:cubicBezTo>
                    <a:pt x="5743" y="1034"/>
                    <a:pt x="5988" y="545"/>
                    <a:pt x="6054" y="23"/>
                  </a:cubicBezTo>
                  <a:lnTo>
                    <a:pt x="594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42"/>
            <p:cNvSpPr/>
            <p:nvPr/>
          </p:nvSpPr>
          <p:spPr>
            <a:xfrm>
              <a:off x="6381950" y="3826450"/>
              <a:ext cx="148900" cy="160525"/>
            </a:xfrm>
            <a:custGeom>
              <a:avLst/>
              <a:gdLst/>
              <a:ahLst/>
              <a:cxnLst/>
              <a:rect l="l" t="t" r="r" b="b"/>
              <a:pathLst>
                <a:path w="5956" h="6421" extrusionOk="0">
                  <a:moveTo>
                    <a:pt x="1534" y="0"/>
                  </a:moveTo>
                  <a:cubicBezTo>
                    <a:pt x="1178" y="644"/>
                    <a:pt x="823" y="1278"/>
                    <a:pt x="467" y="1922"/>
                  </a:cubicBezTo>
                  <a:cubicBezTo>
                    <a:pt x="178" y="2456"/>
                    <a:pt x="1" y="2811"/>
                    <a:pt x="490" y="3300"/>
                  </a:cubicBezTo>
                  <a:cubicBezTo>
                    <a:pt x="1011" y="3799"/>
                    <a:pt x="1678" y="4078"/>
                    <a:pt x="2289" y="4421"/>
                  </a:cubicBezTo>
                  <a:cubicBezTo>
                    <a:pt x="2911" y="4777"/>
                    <a:pt x="3522" y="5233"/>
                    <a:pt x="3788" y="5910"/>
                  </a:cubicBezTo>
                  <a:cubicBezTo>
                    <a:pt x="3833" y="6033"/>
                    <a:pt x="3877" y="6154"/>
                    <a:pt x="3955" y="6255"/>
                  </a:cubicBezTo>
                  <a:cubicBezTo>
                    <a:pt x="4043" y="6372"/>
                    <a:pt x="4114" y="6421"/>
                    <a:pt x="4173" y="6421"/>
                  </a:cubicBezTo>
                  <a:cubicBezTo>
                    <a:pt x="4465" y="6421"/>
                    <a:pt x="4433" y="5194"/>
                    <a:pt x="4378" y="4999"/>
                  </a:cubicBezTo>
                  <a:lnTo>
                    <a:pt x="4378" y="4999"/>
                  </a:lnTo>
                  <a:cubicBezTo>
                    <a:pt x="4489" y="5377"/>
                    <a:pt x="4610" y="5755"/>
                    <a:pt x="4722" y="6132"/>
                  </a:cubicBezTo>
                  <a:cubicBezTo>
                    <a:pt x="4744" y="6199"/>
                    <a:pt x="4788" y="6288"/>
                    <a:pt x="4866" y="6288"/>
                  </a:cubicBezTo>
                  <a:cubicBezTo>
                    <a:pt x="4921" y="6277"/>
                    <a:pt x="4955" y="6221"/>
                    <a:pt x="4977" y="6177"/>
                  </a:cubicBezTo>
                  <a:cubicBezTo>
                    <a:pt x="5144" y="5821"/>
                    <a:pt x="5155" y="5411"/>
                    <a:pt x="5010" y="5055"/>
                  </a:cubicBezTo>
                  <a:lnTo>
                    <a:pt x="5010" y="5055"/>
                  </a:lnTo>
                  <a:cubicBezTo>
                    <a:pt x="5133" y="5332"/>
                    <a:pt x="5255" y="5621"/>
                    <a:pt x="5377" y="5899"/>
                  </a:cubicBezTo>
                  <a:cubicBezTo>
                    <a:pt x="5388" y="5932"/>
                    <a:pt x="5410" y="5977"/>
                    <a:pt x="5444" y="5999"/>
                  </a:cubicBezTo>
                  <a:cubicBezTo>
                    <a:pt x="5464" y="6014"/>
                    <a:pt x="5486" y="6021"/>
                    <a:pt x="5508" y="6021"/>
                  </a:cubicBezTo>
                  <a:cubicBezTo>
                    <a:pt x="5585" y="6021"/>
                    <a:pt x="5670" y="5943"/>
                    <a:pt x="5721" y="5866"/>
                  </a:cubicBezTo>
                  <a:cubicBezTo>
                    <a:pt x="5955" y="5444"/>
                    <a:pt x="5844" y="4900"/>
                    <a:pt x="5577" y="4510"/>
                  </a:cubicBezTo>
                  <a:cubicBezTo>
                    <a:pt x="5311" y="4133"/>
                    <a:pt x="4911" y="3878"/>
                    <a:pt x="4522" y="3633"/>
                  </a:cubicBezTo>
                  <a:cubicBezTo>
                    <a:pt x="3889" y="3233"/>
                    <a:pt x="3267" y="2833"/>
                    <a:pt x="2633" y="2444"/>
                  </a:cubicBezTo>
                  <a:cubicBezTo>
                    <a:pt x="2433" y="2311"/>
                    <a:pt x="2189" y="2122"/>
                    <a:pt x="2233" y="1866"/>
                  </a:cubicBezTo>
                  <a:cubicBezTo>
                    <a:pt x="2245" y="1778"/>
                    <a:pt x="2289" y="1700"/>
                    <a:pt x="2344" y="1622"/>
                  </a:cubicBezTo>
                  <a:cubicBezTo>
                    <a:pt x="2522" y="1323"/>
                    <a:pt x="2845" y="1012"/>
                    <a:pt x="2700" y="700"/>
                  </a:cubicBezTo>
                  <a:cubicBezTo>
                    <a:pt x="2566" y="434"/>
                    <a:pt x="1789" y="156"/>
                    <a:pt x="1534"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42"/>
            <p:cNvSpPr/>
            <p:nvPr/>
          </p:nvSpPr>
          <p:spPr>
            <a:xfrm>
              <a:off x="6480525" y="3971675"/>
              <a:ext cx="9775" cy="13100"/>
            </a:xfrm>
            <a:custGeom>
              <a:avLst/>
              <a:gdLst/>
              <a:ahLst/>
              <a:cxnLst/>
              <a:rect l="l" t="t" r="r" b="b"/>
              <a:pathLst>
                <a:path w="391" h="524" extrusionOk="0">
                  <a:moveTo>
                    <a:pt x="339" y="1"/>
                  </a:moveTo>
                  <a:cubicBezTo>
                    <a:pt x="323" y="1"/>
                    <a:pt x="300" y="8"/>
                    <a:pt x="268" y="24"/>
                  </a:cubicBezTo>
                  <a:cubicBezTo>
                    <a:pt x="179" y="68"/>
                    <a:pt x="90" y="135"/>
                    <a:pt x="1" y="202"/>
                  </a:cubicBezTo>
                  <a:cubicBezTo>
                    <a:pt x="68" y="323"/>
                    <a:pt x="156" y="434"/>
                    <a:pt x="268" y="513"/>
                  </a:cubicBezTo>
                  <a:cubicBezTo>
                    <a:pt x="268" y="513"/>
                    <a:pt x="279" y="523"/>
                    <a:pt x="290" y="523"/>
                  </a:cubicBezTo>
                  <a:cubicBezTo>
                    <a:pt x="301" y="523"/>
                    <a:pt x="312" y="490"/>
                    <a:pt x="312" y="468"/>
                  </a:cubicBezTo>
                  <a:cubicBezTo>
                    <a:pt x="334" y="368"/>
                    <a:pt x="346" y="257"/>
                    <a:pt x="368" y="146"/>
                  </a:cubicBezTo>
                  <a:cubicBezTo>
                    <a:pt x="376" y="70"/>
                    <a:pt x="391" y="1"/>
                    <a:pt x="339"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42"/>
            <p:cNvSpPr/>
            <p:nvPr/>
          </p:nvSpPr>
          <p:spPr>
            <a:xfrm>
              <a:off x="6408875" y="3826450"/>
              <a:ext cx="44200" cy="49450"/>
            </a:xfrm>
            <a:custGeom>
              <a:avLst/>
              <a:gdLst/>
              <a:ahLst/>
              <a:cxnLst/>
              <a:rect l="l" t="t" r="r" b="b"/>
              <a:pathLst>
                <a:path w="1768" h="1978" extrusionOk="0">
                  <a:moveTo>
                    <a:pt x="1267" y="1622"/>
                  </a:moveTo>
                  <a:cubicBezTo>
                    <a:pt x="1212" y="1700"/>
                    <a:pt x="1168" y="1778"/>
                    <a:pt x="1156" y="1866"/>
                  </a:cubicBezTo>
                  <a:cubicBezTo>
                    <a:pt x="1145" y="1911"/>
                    <a:pt x="1145" y="1945"/>
                    <a:pt x="1156" y="1978"/>
                  </a:cubicBezTo>
                  <a:lnTo>
                    <a:pt x="1156" y="1978"/>
                  </a:lnTo>
                  <a:cubicBezTo>
                    <a:pt x="1145" y="1945"/>
                    <a:pt x="1145" y="1911"/>
                    <a:pt x="1156" y="1866"/>
                  </a:cubicBezTo>
                  <a:cubicBezTo>
                    <a:pt x="1168" y="1778"/>
                    <a:pt x="1212" y="1700"/>
                    <a:pt x="1267" y="1622"/>
                  </a:cubicBezTo>
                  <a:close/>
                  <a:moveTo>
                    <a:pt x="346" y="200"/>
                  </a:moveTo>
                  <a:cubicBezTo>
                    <a:pt x="235" y="412"/>
                    <a:pt x="112" y="622"/>
                    <a:pt x="1" y="822"/>
                  </a:cubicBezTo>
                  <a:lnTo>
                    <a:pt x="1" y="822"/>
                  </a:lnTo>
                  <a:cubicBezTo>
                    <a:pt x="112" y="622"/>
                    <a:pt x="235" y="412"/>
                    <a:pt x="346" y="200"/>
                  </a:cubicBezTo>
                  <a:close/>
                  <a:moveTo>
                    <a:pt x="457" y="0"/>
                  </a:moveTo>
                  <a:lnTo>
                    <a:pt x="457" y="0"/>
                  </a:lnTo>
                  <a:lnTo>
                    <a:pt x="457" y="0"/>
                  </a:lnTo>
                  <a:cubicBezTo>
                    <a:pt x="712" y="156"/>
                    <a:pt x="1489" y="434"/>
                    <a:pt x="1623" y="700"/>
                  </a:cubicBezTo>
                  <a:cubicBezTo>
                    <a:pt x="1768" y="1000"/>
                    <a:pt x="1457" y="1311"/>
                    <a:pt x="1267" y="1611"/>
                  </a:cubicBezTo>
                  <a:cubicBezTo>
                    <a:pt x="1457" y="1311"/>
                    <a:pt x="1768" y="1000"/>
                    <a:pt x="1623" y="700"/>
                  </a:cubicBezTo>
                  <a:cubicBezTo>
                    <a:pt x="1489" y="434"/>
                    <a:pt x="712" y="156"/>
                    <a:pt x="457" y="0"/>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42"/>
            <p:cNvSpPr/>
            <p:nvPr/>
          </p:nvSpPr>
          <p:spPr>
            <a:xfrm>
              <a:off x="6403325" y="3826450"/>
              <a:ext cx="49750" cy="56125"/>
            </a:xfrm>
            <a:custGeom>
              <a:avLst/>
              <a:gdLst/>
              <a:ahLst/>
              <a:cxnLst/>
              <a:rect l="l" t="t" r="r" b="b"/>
              <a:pathLst>
                <a:path w="1990" h="2245" extrusionOk="0">
                  <a:moveTo>
                    <a:pt x="679" y="0"/>
                  </a:moveTo>
                  <a:cubicBezTo>
                    <a:pt x="645" y="67"/>
                    <a:pt x="601" y="133"/>
                    <a:pt x="568" y="200"/>
                  </a:cubicBezTo>
                  <a:cubicBezTo>
                    <a:pt x="457" y="412"/>
                    <a:pt x="334" y="622"/>
                    <a:pt x="223" y="822"/>
                  </a:cubicBezTo>
                  <a:cubicBezTo>
                    <a:pt x="134" y="1234"/>
                    <a:pt x="1" y="1767"/>
                    <a:pt x="279" y="2066"/>
                  </a:cubicBezTo>
                  <a:cubicBezTo>
                    <a:pt x="390" y="2189"/>
                    <a:pt x="534" y="2244"/>
                    <a:pt x="679" y="2244"/>
                  </a:cubicBezTo>
                  <a:cubicBezTo>
                    <a:pt x="901" y="2244"/>
                    <a:pt x="1156" y="2122"/>
                    <a:pt x="1378" y="1978"/>
                  </a:cubicBezTo>
                  <a:cubicBezTo>
                    <a:pt x="1367" y="1945"/>
                    <a:pt x="1367" y="1911"/>
                    <a:pt x="1378" y="1866"/>
                  </a:cubicBezTo>
                  <a:cubicBezTo>
                    <a:pt x="1390" y="1778"/>
                    <a:pt x="1434" y="1700"/>
                    <a:pt x="1489" y="1622"/>
                  </a:cubicBezTo>
                  <a:lnTo>
                    <a:pt x="1489" y="1611"/>
                  </a:lnTo>
                  <a:cubicBezTo>
                    <a:pt x="1679" y="1311"/>
                    <a:pt x="1990" y="1000"/>
                    <a:pt x="1845" y="700"/>
                  </a:cubicBezTo>
                  <a:cubicBezTo>
                    <a:pt x="1711" y="434"/>
                    <a:pt x="934" y="156"/>
                    <a:pt x="679"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42"/>
            <p:cNvSpPr/>
            <p:nvPr/>
          </p:nvSpPr>
          <p:spPr>
            <a:xfrm>
              <a:off x="6382500" y="3697025"/>
              <a:ext cx="148600" cy="167175"/>
            </a:xfrm>
            <a:custGeom>
              <a:avLst/>
              <a:gdLst/>
              <a:ahLst/>
              <a:cxnLst/>
              <a:rect l="l" t="t" r="r" b="b"/>
              <a:pathLst>
                <a:path w="5944" h="6687" extrusionOk="0">
                  <a:moveTo>
                    <a:pt x="2794" y="1"/>
                  </a:moveTo>
                  <a:cubicBezTo>
                    <a:pt x="2593" y="1"/>
                    <a:pt x="2385" y="121"/>
                    <a:pt x="2167" y="412"/>
                  </a:cubicBezTo>
                  <a:cubicBezTo>
                    <a:pt x="1845" y="823"/>
                    <a:pt x="1223" y="2456"/>
                    <a:pt x="967" y="2911"/>
                  </a:cubicBezTo>
                  <a:cubicBezTo>
                    <a:pt x="890" y="2723"/>
                    <a:pt x="856" y="2523"/>
                    <a:pt x="856" y="2323"/>
                  </a:cubicBezTo>
                  <a:cubicBezTo>
                    <a:pt x="534" y="2755"/>
                    <a:pt x="379" y="3311"/>
                    <a:pt x="423" y="3844"/>
                  </a:cubicBezTo>
                  <a:cubicBezTo>
                    <a:pt x="345" y="3678"/>
                    <a:pt x="300" y="3500"/>
                    <a:pt x="278" y="3322"/>
                  </a:cubicBezTo>
                  <a:lnTo>
                    <a:pt x="278" y="3322"/>
                  </a:lnTo>
                  <a:cubicBezTo>
                    <a:pt x="1" y="3789"/>
                    <a:pt x="123" y="4389"/>
                    <a:pt x="290" y="4911"/>
                  </a:cubicBezTo>
                  <a:cubicBezTo>
                    <a:pt x="470" y="5472"/>
                    <a:pt x="1325" y="6138"/>
                    <a:pt x="1966" y="6138"/>
                  </a:cubicBezTo>
                  <a:cubicBezTo>
                    <a:pt x="2074" y="6138"/>
                    <a:pt x="2176" y="6119"/>
                    <a:pt x="2267" y="6077"/>
                  </a:cubicBezTo>
                  <a:lnTo>
                    <a:pt x="2267" y="6077"/>
                  </a:lnTo>
                  <a:cubicBezTo>
                    <a:pt x="2245" y="6155"/>
                    <a:pt x="2256" y="6233"/>
                    <a:pt x="2278" y="6310"/>
                  </a:cubicBezTo>
                  <a:cubicBezTo>
                    <a:pt x="2322" y="6477"/>
                    <a:pt x="2467" y="6611"/>
                    <a:pt x="2645" y="6666"/>
                  </a:cubicBezTo>
                  <a:cubicBezTo>
                    <a:pt x="2698" y="6680"/>
                    <a:pt x="2751" y="6687"/>
                    <a:pt x="2805" y="6687"/>
                  </a:cubicBezTo>
                  <a:cubicBezTo>
                    <a:pt x="3001" y="6687"/>
                    <a:pt x="3199" y="6599"/>
                    <a:pt x="3356" y="6477"/>
                  </a:cubicBezTo>
                  <a:cubicBezTo>
                    <a:pt x="3556" y="6310"/>
                    <a:pt x="3700" y="6088"/>
                    <a:pt x="3845" y="5877"/>
                  </a:cubicBezTo>
                  <a:cubicBezTo>
                    <a:pt x="4356" y="5088"/>
                    <a:pt x="5944" y="3456"/>
                    <a:pt x="5033" y="2634"/>
                  </a:cubicBezTo>
                  <a:cubicBezTo>
                    <a:pt x="4302" y="1975"/>
                    <a:pt x="3608" y="1"/>
                    <a:pt x="279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42"/>
            <p:cNvSpPr/>
            <p:nvPr/>
          </p:nvSpPr>
          <p:spPr>
            <a:xfrm>
              <a:off x="6398625" y="3765900"/>
              <a:ext cx="41125" cy="81400"/>
            </a:xfrm>
            <a:custGeom>
              <a:avLst/>
              <a:gdLst/>
              <a:ahLst/>
              <a:cxnLst/>
              <a:rect l="l" t="t" r="r" b="b"/>
              <a:pathLst>
                <a:path w="1645" h="3256" extrusionOk="0">
                  <a:moveTo>
                    <a:pt x="1444" y="2000"/>
                  </a:moveTo>
                  <a:cubicBezTo>
                    <a:pt x="1467" y="2000"/>
                    <a:pt x="1477" y="2012"/>
                    <a:pt x="1489" y="2022"/>
                  </a:cubicBezTo>
                  <a:cubicBezTo>
                    <a:pt x="1522" y="2056"/>
                    <a:pt x="1533" y="2111"/>
                    <a:pt x="1522" y="2156"/>
                  </a:cubicBezTo>
                  <a:cubicBezTo>
                    <a:pt x="1489" y="2234"/>
                    <a:pt x="1411" y="2289"/>
                    <a:pt x="1333" y="2333"/>
                  </a:cubicBezTo>
                  <a:lnTo>
                    <a:pt x="1267" y="2367"/>
                  </a:lnTo>
                  <a:lnTo>
                    <a:pt x="1333" y="2133"/>
                  </a:lnTo>
                  <a:cubicBezTo>
                    <a:pt x="1356" y="2056"/>
                    <a:pt x="1388" y="2012"/>
                    <a:pt x="1422" y="2000"/>
                  </a:cubicBezTo>
                  <a:close/>
                  <a:moveTo>
                    <a:pt x="956" y="0"/>
                  </a:moveTo>
                  <a:cubicBezTo>
                    <a:pt x="389" y="501"/>
                    <a:pt x="33" y="1256"/>
                    <a:pt x="11" y="2022"/>
                  </a:cubicBezTo>
                  <a:cubicBezTo>
                    <a:pt x="0" y="2267"/>
                    <a:pt x="67" y="2422"/>
                    <a:pt x="200" y="2489"/>
                  </a:cubicBezTo>
                  <a:cubicBezTo>
                    <a:pt x="241" y="2510"/>
                    <a:pt x="282" y="2520"/>
                    <a:pt x="323" y="2520"/>
                  </a:cubicBezTo>
                  <a:cubicBezTo>
                    <a:pt x="450" y="2520"/>
                    <a:pt x="577" y="2431"/>
                    <a:pt x="677" y="2356"/>
                  </a:cubicBezTo>
                  <a:cubicBezTo>
                    <a:pt x="722" y="2323"/>
                    <a:pt x="778" y="2278"/>
                    <a:pt x="833" y="2222"/>
                  </a:cubicBezTo>
                  <a:cubicBezTo>
                    <a:pt x="845" y="2323"/>
                    <a:pt x="889" y="2422"/>
                    <a:pt x="989" y="2467"/>
                  </a:cubicBezTo>
                  <a:cubicBezTo>
                    <a:pt x="1024" y="2488"/>
                    <a:pt x="1063" y="2496"/>
                    <a:pt x="1102" y="2496"/>
                  </a:cubicBezTo>
                  <a:cubicBezTo>
                    <a:pt x="1124" y="2496"/>
                    <a:pt x="1146" y="2493"/>
                    <a:pt x="1166" y="2489"/>
                  </a:cubicBezTo>
                  <a:lnTo>
                    <a:pt x="1166" y="2489"/>
                  </a:lnTo>
                  <a:cubicBezTo>
                    <a:pt x="1156" y="2578"/>
                    <a:pt x="1144" y="2678"/>
                    <a:pt x="1144" y="2767"/>
                  </a:cubicBezTo>
                  <a:cubicBezTo>
                    <a:pt x="1144" y="2867"/>
                    <a:pt x="1144" y="2989"/>
                    <a:pt x="1188" y="3089"/>
                  </a:cubicBezTo>
                  <a:cubicBezTo>
                    <a:pt x="1233" y="3178"/>
                    <a:pt x="1311" y="3244"/>
                    <a:pt x="1388" y="3256"/>
                  </a:cubicBezTo>
                  <a:lnTo>
                    <a:pt x="1455" y="3256"/>
                  </a:lnTo>
                  <a:cubicBezTo>
                    <a:pt x="1522" y="3244"/>
                    <a:pt x="1578" y="3200"/>
                    <a:pt x="1611" y="3145"/>
                  </a:cubicBezTo>
                  <a:cubicBezTo>
                    <a:pt x="1644" y="3089"/>
                    <a:pt x="1644" y="3022"/>
                    <a:pt x="1611" y="2978"/>
                  </a:cubicBezTo>
                  <a:lnTo>
                    <a:pt x="1544" y="3011"/>
                  </a:lnTo>
                  <a:cubicBezTo>
                    <a:pt x="1566" y="3044"/>
                    <a:pt x="1555" y="3078"/>
                    <a:pt x="1544" y="3111"/>
                  </a:cubicBezTo>
                  <a:cubicBezTo>
                    <a:pt x="1522" y="3145"/>
                    <a:pt x="1489" y="3178"/>
                    <a:pt x="1444" y="3178"/>
                  </a:cubicBezTo>
                  <a:cubicBezTo>
                    <a:pt x="1435" y="3180"/>
                    <a:pt x="1426" y="3181"/>
                    <a:pt x="1416" y="3181"/>
                  </a:cubicBezTo>
                  <a:cubicBezTo>
                    <a:pt x="1348" y="3181"/>
                    <a:pt x="1285" y="3115"/>
                    <a:pt x="1255" y="3056"/>
                  </a:cubicBezTo>
                  <a:cubicBezTo>
                    <a:pt x="1211" y="2967"/>
                    <a:pt x="1211" y="2867"/>
                    <a:pt x="1222" y="2778"/>
                  </a:cubicBezTo>
                  <a:cubicBezTo>
                    <a:pt x="1222" y="2667"/>
                    <a:pt x="1233" y="2567"/>
                    <a:pt x="1255" y="2456"/>
                  </a:cubicBezTo>
                  <a:cubicBezTo>
                    <a:pt x="1289" y="2444"/>
                    <a:pt x="1333" y="2422"/>
                    <a:pt x="1366" y="2400"/>
                  </a:cubicBezTo>
                  <a:cubicBezTo>
                    <a:pt x="1467" y="2345"/>
                    <a:pt x="1555" y="2278"/>
                    <a:pt x="1588" y="2178"/>
                  </a:cubicBezTo>
                  <a:cubicBezTo>
                    <a:pt x="1611" y="2111"/>
                    <a:pt x="1588" y="2022"/>
                    <a:pt x="1544" y="1967"/>
                  </a:cubicBezTo>
                  <a:cubicBezTo>
                    <a:pt x="1508" y="1940"/>
                    <a:pt x="1471" y="1920"/>
                    <a:pt x="1435" y="1920"/>
                  </a:cubicBezTo>
                  <a:cubicBezTo>
                    <a:pt x="1427" y="1920"/>
                    <a:pt x="1419" y="1921"/>
                    <a:pt x="1411" y="1923"/>
                  </a:cubicBezTo>
                  <a:cubicBezTo>
                    <a:pt x="1322" y="1945"/>
                    <a:pt x="1277" y="2044"/>
                    <a:pt x="1255" y="2111"/>
                  </a:cubicBezTo>
                  <a:cubicBezTo>
                    <a:pt x="1233" y="2212"/>
                    <a:pt x="1200" y="2300"/>
                    <a:pt x="1188" y="2400"/>
                  </a:cubicBezTo>
                  <a:cubicBezTo>
                    <a:pt x="1161" y="2411"/>
                    <a:pt x="1130" y="2417"/>
                    <a:pt x="1101" y="2417"/>
                  </a:cubicBezTo>
                  <a:cubicBezTo>
                    <a:pt x="1072" y="2417"/>
                    <a:pt x="1044" y="2411"/>
                    <a:pt x="1022" y="2400"/>
                  </a:cubicBezTo>
                  <a:cubicBezTo>
                    <a:pt x="933" y="2356"/>
                    <a:pt x="900" y="2244"/>
                    <a:pt x="911" y="2156"/>
                  </a:cubicBezTo>
                  <a:lnTo>
                    <a:pt x="911" y="2133"/>
                  </a:lnTo>
                  <a:cubicBezTo>
                    <a:pt x="978" y="2044"/>
                    <a:pt x="1011" y="1945"/>
                    <a:pt x="1011" y="1834"/>
                  </a:cubicBezTo>
                  <a:lnTo>
                    <a:pt x="1000" y="1689"/>
                  </a:lnTo>
                  <a:lnTo>
                    <a:pt x="933" y="1822"/>
                  </a:lnTo>
                  <a:cubicBezTo>
                    <a:pt x="900" y="1901"/>
                    <a:pt x="855" y="2000"/>
                    <a:pt x="833" y="2100"/>
                  </a:cubicBezTo>
                  <a:cubicBezTo>
                    <a:pt x="778" y="2178"/>
                    <a:pt x="700" y="2244"/>
                    <a:pt x="633" y="2300"/>
                  </a:cubicBezTo>
                  <a:cubicBezTo>
                    <a:pt x="506" y="2396"/>
                    <a:pt x="407" y="2446"/>
                    <a:pt x="324" y="2446"/>
                  </a:cubicBezTo>
                  <a:cubicBezTo>
                    <a:pt x="292" y="2446"/>
                    <a:pt x="262" y="2438"/>
                    <a:pt x="233" y="2422"/>
                  </a:cubicBezTo>
                  <a:cubicBezTo>
                    <a:pt x="100" y="2356"/>
                    <a:pt x="78" y="2178"/>
                    <a:pt x="89" y="2022"/>
                  </a:cubicBezTo>
                  <a:cubicBezTo>
                    <a:pt x="111" y="1278"/>
                    <a:pt x="455" y="545"/>
                    <a:pt x="1011" y="56"/>
                  </a:cubicBezTo>
                  <a:lnTo>
                    <a:pt x="956"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42"/>
            <p:cNvSpPr/>
            <p:nvPr/>
          </p:nvSpPr>
          <p:spPr>
            <a:xfrm>
              <a:off x="6515525" y="3958125"/>
              <a:ext cx="10575" cy="14425"/>
            </a:xfrm>
            <a:custGeom>
              <a:avLst/>
              <a:gdLst/>
              <a:ahLst/>
              <a:cxnLst/>
              <a:rect l="l" t="t" r="r" b="b"/>
              <a:pathLst>
                <a:path w="423" h="577" extrusionOk="0">
                  <a:moveTo>
                    <a:pt x="370" y="0"/>
                  </a:moveTo>
                  <a:cubicBezTo>
                    <a:pt x="352" y="0"/>
                    <a:pt x="326" y="10"/>
                    <a:pt x="289" y="33"/>
                  </a:cubicBezTo>
                  <a:cubicBezTo>
                    <a:pt x="190" y="88"/>
                    <a:pt x="90" y="154"/>
                    <a:pt x="1" y="243"/>
                  </a:cubicBezTo>
                  <a:cubicBezTo>
                    <a:pt x="67" y="376"/>
                    <a:pt x="168" y="488"/>
                    <a:pt x="289" y="566"/>
                  </a:cubicBezTo>
                  <a:cubicBezTo>
                    <a:pt x="301" y="576"/>
                    <a:pt x="301" y="576"/>
                    <a:pt x="312" y="576"/>
                  </a:cubicBezTo>
                  <a:cubicBezTo>
                    <a:pt x="334" y="576"/>
                    <a:pt x="345" y="554"/>
                    <a:pt x="345" y="532"/>
                  </a:cubicBezTo>
                  <a:cubicBezTo>
                    <a:pt x="368" y="410"/>
                    <a:pt x="378" y="288"/>
                    <a:pt x="390" y="166"/>
                  </a:cubicBezTo>
                  <a:cubicBezTo>
                    <a:pt x="406" y="83"/>
                    <a:pt x="423" y="0"/>
                    <a:pt x="370"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42"/>
            <p:cNvSpPr/>
            <p:nvPr/>
          </p:nvSpPr>
          <p:spPr>
            <a:xfrm>
              <a:off x="6499425" y="3967750"/>
              <a:ext cx="8875" cy="11200"/>
            </a:xfrm>
            <a:custGeom>
              <a:avLst/>
              <a:gdLst/>
              <a:ahLst/>
              <a:cxnLst/>
              <a:rect l="l" t="t" r="r" b="b"/>
              <a:pathLst>
                <a:path w="355" h="448" extrusionOk="0">
                  <a:moveTo>
                    <a:pt x="301" y="1"/>
                  </a:moveTo>
                  <a:cubicBezTo>
                    <a:pt x="287" y="1"/>
                    <a:pt x="269" y="5"/>
                    <a:pt x="245" y="14"/>
                  </a:cubicBezTo>
                  <a:cubicBezTo>
                    <a:pt x="156" y="47"/>
                    <a:pt x="79" y="92"/>
                    <a:pt x="0" y="147"/>
                  </a:cubicBezTo>
                  <a:cubicBezTo>
                    <a:pt x="34" y="258"/>
                    <a:pt x="101" y="359"/>
                    <a:pt x="190" y="436"/>
                  </a:cubicBezTo>
                  <a:cubicBezTo>
                    <a:pt x="200" y="447"/>
                    <a:pt x="200" y="447"/>
                    <a:pt x="212" y="447"/>
                  </a:cubicBezTo>
                  <a:cubicBezTo>
                    <a:pt x="222" y="447"/>
                    <a:pt x="234" y="425"/>
                    <a:pt x="245" y="414"/>
                  </a:cubicBezTo>
                  <a:cubicBezTo>
                    <a:pt x="267" y="325"/>
                    <a:pt x="289" y="225"/>
                    <a:pt x="311" y="136"/>
                  </a:cubicBezTo>
                  <a:cubicBezTo>
                    <a:pt x="329" y="65"/>
                    <a:pt x="354" y="1"/>
                    <a:pt x="301"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42"/>
            <p:cNvSpPr/>
            <p:nvPr/>
          </p:nvSpPr>
          <p:spPr>
            <a:xfrm>
              <a:off x="6447775" y="3709800"/>
              <a:ext cx="18625" cy="15875"/>
            </a:xfrm>
            <a:custGeom>
              <a:avLst/>
              <a:gdLst/>
              <a:ahLst/>
              <a:cxnLst/>
              <a:rect l="l" t="t" r="r" b="b"/>
              <a:pathLst>
                <a:path w="745" h="635" extrusionOk="0">
                  <a:moveTo>
                    <a:pt x="711" y="0"/>
                  </a:moveTo>
                  <a:cubicBezTo>
                    <a:pt x="412" y="101"/>
                    <a:pt x="167" y="312"/>
                    <a:pt x="0" y="578"/>
                  </a:cubicBezTo>
                  <a:lnTo>
                    <a:pt x="101" y="634"/>
                  </a:lnTo>
                  <a:cubicBezTo>
                    <a:pt x="244" y="400"/>
                    <a:pt x="489" y="212"/>
                    <a:pt x="745" y="112"/>
                  </a:cubicBezTo>
                  <a:lnTo>
                    <a:pt x="711"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42"/>
            <p:cNvSpPr/>
            <p:nvPr/>
          </p:nvSpPr>
          <p:spPr>
            <a:xfrm>
              <a:off x="6451100" y="3730900"/>
              <a:ext cx="11125" cy="13925"/>
            </a:xfrm>
            <a:custGeom>
              <a:avLst/>
              <a:gdLst/>
              <a:ahLst/>
              <a:cxnLst/>
              <a:rect l="l" t="t" r="r" b="b"/>
              <a:pathLst>
                <a:path w="445" h="557" extrusionOk="0">
                  <a:moveTo>
                    <a:pt x="367" y="1"/>
                  </a:moveTo>
                  <a:cubicBezTo>
                    <a:pt x="200" y="134"/>
                    <a:pt x="79" y="312"/>
                    <a:pt x="0" y="512"/>
                  </a:cubicBezTo>
                  <a:lnTo>
                    <a:pt x="111" y="556"/>
                  </a:lnTo>
                  <a:cubicBezTo>
                    <a:pt x="178" y="378"/>
                    <a:pt x="301" y="212"/>
                    <a:pt x="445" y="90"/>
                  </a:cubicBezTo>
                  <a:lnTo>
                    <a:pt x="3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42"/>
            <p:cNvSpPr/>
            <p:nvPr/>
          </p:nvSpPr>
          <p:spPr>
            <a:xfrm>
              <a:off x="6436400" y="3741450"/>
              <a:ext cx="5275" cy="6700"/>
            </a:xfrm>
            <a:custGeom>
              <a:avLst/>
              <a:gdLst/>
              <a:ahLst/>
              <a:cxnLst/>
              <a:rect l="l" t="t" r="r" b="b"/>
              <a:pathLst>
                <a:path w="211" h="268" extrusionOk="0">
                  <a:moveTo>
                    <a:pt x="89" y="1"/>
                  </a:moveTo>
                  <a:cubicBezTo>
                    <a:pt x="77" y="68"/>
                    <a:pt x="44" y="134"/>
                    <a:pt x="0" y="190"/>
                  </a:cubicBezTo>
                  <a:lnTo>
                    <a:pt x="100" y="267"/>
                  </a:lnTo>
                  <a:cubicBezTo>
                    <a:pt x="156" y="201"/>
                    <a:pt x="188" y="112"/>
                    <a:pt x="211" y="23"/>
                  </a:cubicBezTo>
                  <a:lnTo>
                    <a:pt x="8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42"/>
            <p:cNvSpPr/>
            <p:nvPr/>
          </p:nvSpPr>
          <p:spPr>
            <a:xfrm>
              <a:off x="6443875" y="3761750"/>
              <a:ext cx="4200" cy="4175"/>
            </a:xfrm>
            <a:custGeom>
              <a:avLst/>
              <a:gdLst/>
              <a:ahLst/>
              <a:cxnLst/>
              <a:rect l="l" t="t" r="r" b="b"/>
              <a:pathLst>
                <a:path w="168" h="167" extrusionOk="0">
                  <a:moveTo>
                    <a:pt x="57" y="0"/>
                  </a:moveTo>
                  <a:lnTo>
                    <a:pt x="1" y="111"/>
                  </a:lnTo>
                  <a:lnTo>
                    <a:pt x="101" y="166"/>
                  </a:lnTo>
                  <a:lnTo>
                    <a:pt x="168" y="55"/>
                  </a:lnTo>
                  <a:lnTo>
                    <a:pt x="5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42"/>
            <p:cNvSpPr/>
            <p:nvPr/>
          </p:nvSpPr>
          <p:spPr>
            <a:xfrm>
              <a:off x="6531925" y="3433750"/>
              <a:ext cx="4175" cy="8075"/>
            </a:xfrm>
            <a:custGeom>
              <a:avLst/>
              <a:gdLst/>
              <a:ahLst/>
              <a:cxnLst/>
              <a:rect l="l" t="t" r="r" b="b"/>
              <a:pathLst>
                <a:path w="167" h="323" extrusionOk="0">
                  <a:moveTo>
                    <a:pt x="67" y="0"/>
                  </a:moveTo>
                  <a:cubicBezTo>
                    <a:pt x="23" y="45"/>
                    <a:pt x="0" y="111"/>
                    <a:pt x="11" y="178"/>
                  </a:cubicBezTo>
                  <a:cubicBezTo>
                    <a:pt x="23" y="234"/>
                    <a:pt x="56" y="289"/>
                    <a:pt x="112" y="323"/>
                  </a:cubicBezTo>
                  <a:lnTo>
                    <a:pt x="167" y="222"/>
                  </a:lnTo>
                  <a:cubicBezTo>
                    <a:pt x="156" y="212"/>
                    <a:pt x="134" y="178"/>
                    <a:pt x="134" y="156"/>
                  </a:cubicBezTo>
                  <a:cubicBezTo>
                    <a:pt x="134" y="123"/>
                    <a:pt x="134" y="101"/>
                    <a:pt x="156" y="78"/>
                  </a:cubicBezTo>
                  <a:lnTo>
                    <a:pt x="6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42"/>
            <p:cNvSpPr/>
            <p:nvPr/>
          </p:nvSpPr>
          <p:spPr>
            <a:xfrm>
              <a:off x="6526625" y="3417925"/>
              <a:ext cx="3650" cy="6950"/>
            </a:xfrm>
            <a:custGeom>
              <a:avLst/>
              <a:gdLst/>
              <a:ahLst/>
              <a:cxnLst/>
              <a:rect l="l" t="t" r="r" b="b"/>
              <a:pathLst>
                <a:path w="146" h="278" extrusionOk="0">
                  <a:moveTo>
                    <a:pt x="68" y="1"/>
                  </a:moveTo>
                  <a:cubicBezTo>
                    <a:pt x="23" y="33"/>
                    <a:pt x="1" y="89"/>
                    <a:pt x="13" y="144"/>
                  </a:cubicBezTo>
                  <a:cubicBezTo>
                    <a:pt x="13" y="200"/>
                    <a:pt x="35" y="245"/>
                    <a:pt x="79" y="278"/>
                  </a:cubicBezTo>
                  <a:lnTo>
                    <a:pt x="146" y="178"/>
                  </a:lnTo>
                  <a:cubicBezTo>
                    <a:pt x="134" y="167"/>
                    <a:pt x="134" y="156"/>
                    <a:pt x="124" y="134"/>
                  </a:cubicBezTo>
                  <a:cubicBezTo>
                    <a:pt x="124" y="122"/>
                    <a:pt x="134" y="100"/>
                    <a:pt x="146" y="89"/>
                  </a:cubicBezTo>
                  <a:lnTo>
                    <a:pt x="68"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42"/>
            <p:cNvSpPr/>
            <p:nvPr/>
          </p:nvSpPr>
          <p:spPr>
            <a:xfrm>
              <a:off x="6185050" y="3499850"/>
              <a:ext cx="480750" cy="153175"/>
            </a:xfrm>
            <a:custGeom>
              <a:avLst/>
              <a:gdLst/>
              <a:ahLst/>
              <a:cxnLst/>
              <a:rect l="l" t="t" r="r" b="b"/>
              <a:pathLst>
                <a:path w="19230" h="6127" extrusionOk="0">
                  <a:moveTo>
                    <a:pt x="19074" y="0"/>
                  </a:moveTo>
                  <a:lnTo>
                    <a:pt x="1900" y="501"/>
                  </a:lnTo>
                  <a:lnTo>
                    <a:pt x="1900" y="656"/>
                  </a:lnTo>
                  <a:cubicBezTo>
                    <a:pt x="1456" y="800"/>
                    <a:pt x="1044" y="1022"/>
                    <a:pt x="678" y="1355"/>
                  </a:cubicBezTo>
                  <a:cubicBezTo>
                    <a:pt x="634" y="1400"/>
                    <a:pt x="589" y="1444"/>
                    <a:pt x="578" y="1500"/>
                  </a:cubicBezTo>
                  <a:cubicBezTo>
                    <a:pt x="568" y="1562"/>
                    <a:pt x="614" y="1623"/>
                    <a:pt x="674" y="1623"/>
                  </a:cubicBezTo>
                  <a:cubicBezTo>
                    <a:pt x="679" y="1623"/>
                    <a:pt x="684" y="1623"/>
                    <a:pt x="689" y="1622"/>
                  </a:cubicBezTo>
                  <a:lnTo>
                    <a:pt x="689" y="1622"/>
                  </a:lnTo>
                  <a:cubicBezTo>
                    <a:pt x="333" y="1922"/>
                    <a:pt x="111" y="2355"/>
                    <a:pt x="67" y="2800"/>
                  </a:cubicBezTo>
                  <a:cubicBezTo>
                    <a:pt x="56" y="2844"/>
                    <a:pt x="56" y="2900"/>
                    <a:pt x="78" y="2933"/>
                  </a:cubicBezTo>
                  <a:cubicBezTo>
                    <a:pt x="102" y="2965"/>
                    <a:pt x="139" y="2986"/>
                    <a:pt x="174" y="2986"/>
                  </a:cubicBezTo>
                  <a:cubicBezTo>
                    <a:pt x="187" y="2986"/>
                    <a:pt x="200" y="2983"/>
                    <a:pt x="212" y="2977"/>
                  </a:cubicBezTo>
                  <a:lnTo>
                    <a:pt x="212" y="2977"/>
                  </a:lnTo>
                  <a:cubicBezTo>
                    <a:pt x="101" y="3100"/>
                    <a:pt x="45" y="3244"/>
                    <a:pt x="22" y="3389"/>
                  </a:cubicBezTo>
                  <a:cubicBezTo>
                    <a:pt x="0" y="3577"/>
                    <a:pt x="22" y="3767"/>
                    <a:pt x="56" y="3955"/>
                  </a:cubicBezTo>
                  <a:cubicBezTo>
                    <a:pt x="133" y="4344"/>
                    <a:pt x="267" y="4722"/>
                    <a:pt x="389" y="5100"/>
                  </a:cubicBezTo>
                  <a:cubicBezTo>
                    <a:pt x="422" y="5166"/>
                    <a:pt x="456" y="5255"/>
                    <a:pt x="523" y="5288"/>
                  </a:cubicBezTo>
                  <a:cubicBezTo>
                    <a:pt x="538" y="5295"/>
                    <a:pt x="556" y="5298"/>
                    <a:pt x="574" y="5298"/>
                  </a:cubicBezTo>
                  <a:cubicBezTo>
                    <a:pt x="644" y="5298"/>
                    <a:pt x="718" y="5250"/>
                    <a:pt x="700" y="5188"/>
                  </a:cubicBezTo>
                  <a:lnTo>
                    <a:pt x="700" y="5188"/>
                  </a:lnTo>
                  <a:cubicBezTo>
                    <a:pt x="945" y="5444"/>
                    <a:pt x="1200" y="5699"/>
                    <a:pt x="1545" y="5799"/>
                  </a:cubicBezTo>
                  <a:cubicBezTo>
                    <a:pt x="1711" y="5843"/>
                    <a:pt x="1889" y="5866"/>
                    <a:pt x="2056" y="5932"/>
                  </a:cubicBezTo>
                  <a:lnTo>
                    <a:pt x="2056" y="6110"/>
                  </a:lnTo>
                  <a:lnTo>
                    <a:pt x="2511" y="6088"/>
                  </a:lnTo>
                  <a:cubicBezTo>
                    <a:pt x="2544" y="6099"/>
                    <a:pt x="2589" y="6110"/>
                    <a:pt x="2622" y="6110"/>
                  </a:cubicBezTo>
                  <a:cubicBezTo>
                    <a:pt x="2702" y="6122"/>
                    <a:pt x="2785" y="6127"/>
                    <a:pt x="2870" y="6127"/>
                  </a:cubicBezTo>
                  <a:cubicBezTo>
                    <a:pt x="3103" y="6127"/>
                    <a:pt x="3349" y="6090"/>
                    <a:pt x="3577" y="6066"/>
                  </a:cubicBezTo>
                  <a:lnTo>
                    <a:pt x="19230" y="5611"/>
                  </a:lnTo>
                  <a:lnTo>
                    <a:pt x="19074"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42"/>
            <p:cNvSpPr/>
            <p:nvPr/>
          </p:nvSpPr>
          <p:spPr>
            <a:xfrm>
              <a:off x="6192000" y="3586975"/>
              <a:ext cx="473800" cy="140625"/>
            </a:xfrm>
            <a:custGeom>
              <a:avLst/>
              <a:gdLst/>
              <a:ahLst/>
              <a:cxnLst/>
              <a:rect l="l" t="t" r="r" b="b"/>
              <a:pathLst>
                <a:path w="18952" h="5625" extrusionOk="0">
                  <a:moveTo>
                    <a:pt x="18741" y="0"/>
                  </a:moveTo>
                  <a:cubicBezTo>
                    <a:pt x="18526" y="0"/>
                    <a:pt x="18311" y="15"/>
                    <a:pt x="18096" y="15"/>
                  </a:cubicBezTo>
                  <a:cubicBezTo>
                    <a:pt x="17597" y="15"/>
                    <a:pt x="17096" y="15"/>
                    <a:pt x="16597" y="26"/>
                  </a:cubicBezTo>
                  <a:cubicBezTo>
                    <a:pt x="14819" y="70"/>
                    <a:pt x="13053" y="137"/>
                    <a:pt x="11275" y="181"/>
                  </a:cubicBezTo>
                  <a:cubicBezTo>
                    <a:pt x="10409" y="203"/>
                    <a:pt x="9532" y="226"/>
                    <a:pt x="8665" y="248"/>
                  </a:cubicBezTo>
                  <a:cubicBezTo>
                    <a:pt x="7898" y="259"/>
                    <a:pt x="7121" y="237"/>
                    <a:pt x="6365" y="370"/>
                  </a:cubicBezTo>
                  <a:cubicBezTo>
                    <a:pt x="6565" y="448"/>
                    <a:pt x="6765" y="526"/>
                    <a:pt x="6932" y="648"/>
                  </a:cubicBezTo>
                  <a:cubicBezTo>
                    <a:pt x="6954" y="670"/>
                    <a:pt x="6954" y="704"/>
                    <a:pt x="6932" y="714"/>
                  </a:cubicBezTo>
                  <a:cubicBezTo>
                    <a:pt x="6654" y="825"/>
                    <a:pt x="6365" y="848"/>
                    <a:pt x="6066" y="859"/>
                  </a:cubicBezTo>
                  <a:lnTo>
                    <a:pt x="5032" y="926"/>
                  </a:lnTo>
                  <a:cubicBezTo>
                    <a:pt x="4255" y="981"/>
                    <a:pt x="3477" y="1037"/>
                    <a:pt x="2689" y="1092"/>
                  </a:cubicBezTo>
                  <a:cubicBezTo>
                    <a:pt x="1800" y="1148"/>
                    <a:pt x="900" y="1225"/>
                    <a:pt x="0" y="1281"/>
                  </a:cubicBezTo>
                  <a:cubicBezTo>
                    <a:pt x="45" y="1392"/>
                    <a:pt x="78" y="1503"/>
                    <a:pt x="111" y="1615"/>
                  </a:cubicBezTo>
                  <a:cubicBezTo>
                    <a:pt x="144" y="1681"/>
                    <a:pt x="178" y="1770"/>
                    <a:pt x="245" y="1803"/>
                  </a:cubicBezTo>
                  <a:cubicBezTo>
                    <a:pt x="260" y="1810"/>
                    <a:pt x="278" y="1813"/>
                    <a:pt x="296" y="1813"/>
                  </a:cubicBezTo>
                  <a:cubicBezTo>
                    <a:pt x="366" y="1813"/>
                    <a:pt x="440" y="1765"/>
                    <a:pt x="422" y="1703"/>
                  </a:cubicBezTo>
                  <a:lnTo>
                    <a:pt x="422" y="1703"/>
                  </a:lnTo>
                  <a:cubicBezTo>
                    <a:pt x="667" y="1959"/>
                    <a:pt x="922" y="2214"/>
                    <a:pt x="1267" y="2314"/>
                  </a:cubicBezTo>
                  <a:cubicBezTo>
                    <a:pt x="1433" y="2358"/>
                    <a:pt x="1611" y="2381"/>
                    <a:pt x="1778" y="2447"/>
                  </a:cubicBezTo>
                  <a:lnTo>
                    <a:pt x="1778" y="2625"/>
                  </a:lnTo>
                  <a:lnTo>
                    <a:pt x="2233" y="2603"/>
                  </a:lnTo>
                  <a:cubicBezTo>
                    <a:pt x="2266" y="2614"/>
                    <a:pt x="2311" y="2625"/>
                    <a:pt x="2344" y="2625"/>
                  </a:cubicBezTo>
                  <a:cubicBezTo>
                    <a:pt x="2436" y="2637"/>
                    <a:pt x="2530" y="2642"/>
                    <a:pt x="2624" y="2642"/>
                  </a:cubicBezTo>
                  <a:cubicBezTo>
                    <a:pt x="2982" y="2642"/>
                    <a:pt x="3347" y="2571"/>
                    <a:pt x="3699" y="2536"/>
                  </a:cubicBezTo>
                  <a:cubicBezTo>
                    <a:pt x="3843" y="2526"/>
                    <a:pt x="3986" y="2521"/>
                    <a:pt x="4129" y="2521"/>
                  </a:cubicBezTo>
                  <a:cubicBezTo>
                    <a:pt x="4452" y="2521"/>
                    <a:pt x="4772" y="2546"/>
                    <a:pt x="5088" y="2592"/>
                  </a:cubicBezTo>
                  <a:cubicBezTo>
                    <a:pt x="5098" y="2589"/>
                    <a:pt x="5108" y="2587"/>
                    <a:pt x="5117" y="2587"/>
                  </a:cubicBezTo>
                  <a:cubicBezTo>
                    <a:pt x="5140" y="2587"/>
                    <a:pt x="5161" y="2595"/>
                    <a:pt x="5177" y="2603"/>
                  </a:cubicBezTo>
                  <a:cubicBezTo>
                    <a:pt x="5199" y="2603"/>
                    <a:pt x="5221" y="2614"/>
                    <a:pt x="5244" y="2625"/>
                  </a:cubicBezTo>
                  <a:cubicBezTo>
                    <a:pt x="5266" y="2647"/>
                    <a:pt x="5277" y="2669"/>
                    <a:pt x="5277" y="2692"/>
                  </a:cubicBezTo>
                  <a:cubicBezTo>
                    <a:pt x="5288" y="2725"/>
                    <a:pt x="5288" y="2758"/>
                    <a:pt x="5277" y="2792"/>
                  </a:cubicBezTo>
                  <a:cubicBezTo>
                    <a:pt x="5165" y="3103"/>
                    <a:pt x="4854" y="3292"/>
                    <a:pt x="4577" y="3469"/>
                  </a:cubicBezTo>
                  <a:cubicBezTo>
                    <a:pt x="4277" y="3669"/>
                    <a:pt x="4022" y="3925"/>
                    <a:pt x="3699" y="4103"/>
                  </a:cubicBezTo>
                  <a:cubicBezTo>
                    <a:pt x="3277" y="4336"/>
                    <a:pt x="2866" y="4592"/>
                    <a:pt x="2600" y="4947"/>
                  </a:cubicBezTo>
                  <a:cubicBezTo>
                    <a:pt x="2600" y="4980"/>
                    <a:pt x="2610" y="5014"/>
                    <a:pt x="2622" y="5047"/>
                  </a:cubicBezTo>
                  <a:cubicBezTo>
                    <a:pt x="2810" y="4947"/>
                    <a:pt x="3000" y="4858"/>
                    <a:pt x="3188" y="4758"/>
                  </a:cubicBezTo>
                  <a:cubicBezTo>
                    <a:pt x="3388" y="4636"/>
                    <a:pt x="3632" y="4392"/>
                    <a:pt x="3888" y="4314"/>
                  </a:cubicBezTo>
                  <a:cubicBezTo>
                    <a:pt x="3917" y="4292"/>
                    <a:pt x="3946" y="4275"/>
                    <a:pt x="3975" y="4275"/>
                  </a:cubicBezTo>
                  <a:cubicBezTo>
                    <a:pt x="3991" y="4275"/>
                    <a:pt x="4006" y="4280"/>
                    <a:pt x="4022" y="4291"/>
                  </a:cubicBezTo>
                  <a:lnTo>
                    <a:pt x="4022" y="4303"/>
                  </a:lnTo>
                  <a:cubicBezTo>
                    <a:pt x="4029" y="4299"/>
                    <a:pt x="4037" y="4298"/>
                    <a:pt x="4044" y="4298"/>
                  </a:cubicBezTo>
                  <a:cubicBezTo>
                    <a:pt x="4059" y="4298"/>
                    <a:pt x="4074" y="4303"/>
                    <a:pt x="4088" y="4303"/>
                  </a:cubicBezTo>
                  <a:cubicBezTo>
                    <a:pt x="4121" y="4303"/>
                    <a:pt x="4155" y="4336"/>
                    <a:pt x="4143" y="4370"/>
                  </a:cubicBezTo>
                  <a:cubicBezTo>
                    <a:pt x="4066" y="4714"/>
                    <a:pt x="3943" y="5047"/>
                    <a:pt x="3744" y="5347"/>
                  </a:cubicBezTo>
                  <a:cubicBezTo>
                    <a:pt x="3733" y="5380"/>
                    <a:pt x="3711" y="5414"/>
                    <a:pt x="3699" y="5436"/>
                  </a:cubicBezTo>
                  <a:cubicBezTo>
                    <a:pt x="3699" y="5503"/>
                    <a:pt x="3721" y="5569"/>
                    <a:pt x="3755" y="5624"/>
                  </a:cubicBezTo>
                  <a:cubicBezTo>
                    <a:pt x="4077" y="5214"/>
                    <a:pt x="4311" y="4725"/>
                    <a:pt x="4410" y="4214"/>
                  </a:cubicBezTo>
                  <a:cubicBezTo>
                    <a:pt x="4432" y="4103"/>
                    <a:pt x="4454" y="3992"/>
                    <a:pt x="4543" y="3914"/>
                  </a:cubicBezTo>
                  <a:cubicBezTo>
                    <a:pt x="4588" y="3869"/>
                    <a:pt x="4666" y="3847"/>
                    <a:pt x="4733" y="3814"/>
                  </a:cubicBezTo>
                  <a:cubicBezTo>
                    <a:pt x="4766" y="3803"/>
                    <a:pt x="4810" y="3780"/>
                    <a:pt x="4844" y="3770"/>
                  </a:cubicBezTo>
                  <a:cubicBezTo>
                    <a:pt x="4965" y="3669"/>
                    <a:pt x="5099" y="3570"/>
                    <a:pt x="5210" y="3459"/>
                  </a:cubicBezTo>
                  <a:cubicBezTo>
                    <a:pt x="5399" y="3259"/>
                    <a:pt x="5666" y="2814"/>
                    <a:pt x="5999" y="2714"/>
                  </a:cubicBezTo>
                  <a:cubicBezTo>
                    <a:pt x="6555" y="2425"/>
                    <a:pt x="7143" y="2470"/>
                    <a:pt x="7776" y="2447"/>
                  </a:cubicBezTo>
                  <a:lnTo>
                    <a:pt x="18952" y="2126"/>
                  </a:lnTo>
                  <a:lnTo>
                    <a:pt x="18896" y="3"/>
                  </a:lnTo>
                  <a:cubicBezTo>
                    <a:pt x="18844" y="1"/>
                    <a:pt x="18793" y="0"/>
                    <a:pt x="18741"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42"/>
            <p:cNvSpPr/>
            <p:nvPr/>
          </p:nvSpPr>
          <p:spPr>
            <a:xfrm>
              <a:off x="6186450" y="3499850"/>
              <a:ext cx="478800" cy="74725"/>
            </a:xfrm>
            <a:custGeom>
              <a:avLst/>
              <a:gdLst/>
              <a:ahLst/>
              <a:cxnLst/>
              <a:rect l="l" t="t" r="r" b="b"/>
              <a:pathLst>
                <a:path w="19152" h="2989" extrusionOk="0">
                  <a:moveTo>
                    <a:pt x="19018" y="0"/>
                  </a:moveTo>
                  <a:lnTo>
                    <a:pt x="1844" y="501"/>
                  </a:lnTo>
                  <a:lnTo>
                    <a:pt x="1844" y="656"/>
                  </a:lnTo>
                  <a:cubicBezTo>
                    <a:pt x="1400" y="800"/>
                    <a:pt x="988" y="1022"/>
                    <a:pt x="622" y="1355"/>
                  </a:cubicBezTo>
                  <a:cubicBezTo>
                    <a:pt x="578" y="1400"/>
                    <a:pt x="533" y="1444"/>
                    <a:pt x="522" y="1500"/>
                  </a:cubicBezTo>
                  <a:cubicBezTo>
                    <a:pt x="512" y="1562"/>
                    <a:pt x="558" y="1623"/>
                    <a:pt x="618" y="1623"/>
                  </a:cubicBezTo>
                  <a:cubicBezTo>
                    <a:pt x="623" y="1623"/>
                    <a:pt x="628" y="1623"/>
                    <a:pt x="633" y="1622"/>
                  </a:cubicBezTo>
                  <a:lnTo>
                    <a:pt x="633" y="1622"/>
                  </a:lnTo>
                  <a:cubicBezTo>
                    <a:pt x="277" y="1922"/>
                    <a:pt x="55" y="2355"/>
                    <a:pt x="11" y="2800"/>
                  </a:cubicBezTo>
                  <a:cubicBezTo>
                    <a:pt x="0" y="2844"/>
                    <a:pt x="0" y="2900"/>
                    <a:pt x="22" y="2933"/>
                  </a:cubicBezTo>
                  <a:cubicBezTo>
                    <a:pt x="46" y="2965"/>
                    <a:pt x="83" y="2986"/>
                    <a:pt x="118" y="2986"/>
                  </a:cubicBezTo>
                  <a:cubicBezTo>
                    <a:pt x="127" y="2986"/>
                    <a:pt x="136" y="2985"/>
                    <a:pt x="144" y="2982"/>
                  </a:cubicBezTo>
                  <a:lnTo>
                    <a:pt x="144" y="2982"/>
                  </a:lnTo>
                  <a:cubicBezTo>
                    <a:pt x="144" y="2984"/>
                    <a:pt x="144" y="2986"/>
                    <a:pt x="144" y="2989"/>
                  </a:cubicBezTo>
                  <a:cubicBezTo>
                    <a:pt x="222" y="2967"/>
                    <a:pt x="311" y="2955"/>
                    <a:pt x="388" y="2944"/>
                  </a:cubicBezTo>
                  <a:cubicBezTo>
                    <a:pt x="1588" y="2911"/>
                    <a:pt x="2777" y="2689"/>
                    <a:pt x="3988" y="2622"/>
                  </a:cubicBezTo>
                  <a:cubicBezTo>
                    <a:pt x="4254" y="2611"/>
                    <a:pt x="4610" y="2500"/>
                    <a:pt x="4577" y="2256"/>
                  </a:cubicBezTo>
                  <a:cubicBezTo>
                    <a:pt x="4221" y="2155"/>
                    <a:pt x="3888" y="2000"/>
                    <a:pt x="3599" y="1778"/>
                  </a:cubicBezTo>
                  <a:cubicBezTo>
                    <a:pt x="6059" y="1554"/>
                    <a:pt x="8537" y="1450"/>
                    <a:pt x="11009" y="1450"/>
                  </a:cubicBezTo>
                  <a:cubicBezTo>
                    <a:pt x="11361" y="1450"/>
                    <a:pt x="11713" y="1452"/>
                    <a:pt x="12064" y="1456"/>
                  </a:cubicBezTo>
                  <a:cubicBezTo>
                    <a:pt x="12075" y="1800"/>
                    <a:pt x="11798" y="2133"/>
                    <a:pt x="11442" y="2200"/>
                  </a:cubicBezTo>
                  <a:cubicBezTo>
                    <a:pt x="13531" y="2145"/>
                    <a:pt x="15630" y="2089"/>
                    <a:pt x="17730" y="2034"/>
                  </a:cubicBezTo>
                  <a:cubicBezTo>
                    <a:pt x="17878" y="2034"/>
                    <a:pt x="18137" y="2055"/>
                    <a:pt x="18390" y="2055"/>
                  </a:cubicBezTo>
                  <a:cubicBezTo>
                    <a:pt x="18686" y="2055"/>
                    <a:pt x="18973" y="2026"/>
                    <a:pt x="19063" y="1900"/>
                  </a:cubicBezTo>
                  <a:cubicBezTo>
                    <a:pt x="19152" y="1789"/>
                    <a:pt x="19051" y="1355"/>
                    <a:pt x="19051" y="1222"/>
                  </a:cubicBezTo>
                  <a:cubicBezTo>
                    <a:pt x="19041" y="812"/>
                    <a:pt x="19029" y="412"/>
                    <a:pt x="19018"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42"/>
            <p:cNvSpPr/>
            <p:nvPr/>
          </p:nvSpPr>
          <p:spPr>
            <a:xfrm>
              <a:off x="6595500" y="3500575"/>
              <a:ext cx="151400" cy="140750"/>
            </a:xfrm>
            <a:custGeom>
              <a:avLst/>
              <a:gdLst/>
              <a:ahLst/>
              <a:cxnLst/>
              <a:rect l="l" t="t" r="r" b="b"/>
              <a:pathLst>
                <a:path w="6056" h="5630" extrusionOk="0">
                  <a:moveTo>
                    <a:pt x="2940" y="1"/>
                  </a:moveTo>
                  <a:cubicBezTo>
                    <a:pt x="2123" y="1"/>
                    <a:pt x="1329" y="271"/>
                    <a:pt x="690" y="849"/>
                  </a:cubicBezTo>
                  <a:cubicBezTo>
                    <a:pt x="645" y="894"/>
                    <a:pt x="590" y="938"/>
                    <a:pt x="590" y="1005"/>
                  </a:cubicBezTo>
                  <a:cubicBezTo>
                    <a:pt x="579" y="1056"/>
                    <a:pt x="627" y="1117"/>
                    <a:pt x="678" y="1117"/>
                  </a:cubicBezTo>
                  <a:cubicBezTo>
                    <a:pt x="682" y="1117"/>
                    <a:pt x="686" y="1117"/>
                    <a:pt x="690" y="1116"/>
                  </a:cubicBezTo>
                  <a:lnTo>
                    <a:pt x="690" y="1116"/>
                  </a:lnTo>
                  <a:cubicBezTo>
                    <a:pt x="346" y="1427"/>
                    <a:pt x="124" y="1849"/>
                    <a:pt x="79" y="2304"/>
                  </a:cubicBezTo>
                  <a:cubicBezTo>
                    <a:pt x="68" y="2348"/>
                    <a:pt x="68" y="2393"/>
                    <a:pt x="90" y="2437"/>
                  </a:cubicBezTo>
                  <a:cubicBezTo>
                    <a:pt x="106" y="2462"/>
                    <a:pt x="145" y="2480"/>
                    <a:pt x="178" y="2480"/>
                  </a:cubicBezTo>
                  <a:cubicBezTo>
                    <a:pt x="191" y="2480"/>
                    <a:pt x="203" y="2477"/>
                    <a:pt x="212" y="2471"/>
                  </a:cubicBezTo>
                  <a:lnTo>
                    <a:pt x="212" y="2471"/>
                  </a:lnTo>
                  <a:cubicBezTo>
                    <a:pt x="112" y="2593"/>
                    <a:pt x="57" y="2738"/>
                    <a:pt x="35" y="2893"/>
                  </a:cubicBezTo>
                  <a:cubicBezTo>
                    <a:pt x="1" y="3071"/>
                    <a:pt x="23" y="3271"/>
                    <a:pt x="68" y="3449"/>
                  </a:cubicBezTo>
                  <a:cubicBezTo>
                    <a:pt x="146" y="3837"/>
                    <a:pt x="268" y="4215"/>
                    <a:pt x="401" y="4592"/>
                  </a:cubicBezTo>
                  <a:cubicBezTo>
                    <a:pt x="435" y="4671"/>
                    <a:pt x="468" y="4748"/>
                    <a:pt x="534" y="4792"/>
                  </a:cubicBezTo>
                  <a:cubicBezTo>
                    <a:pt x="550" y="4799"/>
                    <a:pt x="568" y="4802"/>
                    <a:pt x="586" y="4802"/>
                  </a:cubicBezTo>
                  <a:cubicBezTo>
                    <a:pt x="656" y="4802"/>
                    <a:pt x="730" y="4754"/>
                    <a:pt x="712" y="4693"/>
                  </a:cubicBezTo>
                  <a:lnTo>
                    <a:pt x="712" y="4693"/>
                  </a:lnTo>
                  <a:cubicBezTo>
                    <a:pt x="956" y="4937"/>
                    <a:pt x="1212" y="5192"/>
                    <a:pt x="1556" y="5293"/>
                  </a:cubicBezTo>
                  <a:cubicBezTo>
                    <a:pt x="1734" y="5348"/>
                    <a:pt x="1912" y="5370"/>
                    <a:pt x="2089" y="5437"/>
                  </a:cubicBezTo>
                  <a:cubicBezTo>
                    <a:pt x="2267" y="5515"/>
                    <a:pt x="2434" y="5592"/>
                    <a:pt x="2645" y="5614"/>
                  </a:cubicBezTo>
                  <a:cubicBezTo>
                    <a:pt x="2720" y="5625"/>
                    <a:pt x="2797" y="5629"/>
                    <a:pt x="2876" y="5629"/>
                  </a:cubicBezTo>
                  <a:cubicBezTo>
                    <a:pt x="3135" y="5629"/>
                    <a:pt x="3409" y="5582"/>
                    <a:pt x="3656" y="5548"/>
                  </a:cubicBezTo>
                  <a:cubicBezTo>
                    <a:pt x="3856" y="5526"/>
                    <a:pt x="4045" y="5503"/>
                    <a:pt x="4222" y="5426"/>
                  </a:cubicBezTo>
                  <a:cubicBezTo>
                    <a:pt x="4412" y="5348"/>
                    <a:pt x="4567" y="5237"/>
                    <a:pt x="4723" y="5115"/>
                  </a:cubicBezTo>
                  <a:cubicBezTo>
                    <a:pt x="5100" y="4804"/>
                    <a:pt x="5434" y="4448"/>
                    <a:pt x="5678" y="4049"/>
                  </a:cubicBezTo>
                  <a:cubicBezTo>
                    <a:pt x="5955" y="3570"/>
                    <a:pt x="6056" y="3093"/>
                    <a:pt x="6034" y="2548"/>
                  </a:cubicBezTo>
                  <a:cubicBezTo>
                    <a:pt x="6011" y="2205"/>
                    <a:pt x="5933" y="1849"/>
                    <a:pt x="5722" y="1571"/>
                  </a:cubicBezTo>
                  <a:lnTo>
                    <a:pt x="5722" y="1571"/>
                  </a:lnTo>
                  <a:cubicBezTo>
                    <a:pt x="5778" y="1638"/>
                    <a:pt x="5866" y="1682"/>
                    <a:pt x="5967" y="1694"/>
                  </a:cubicBezTo>
                  <a:cubicBezTo>
                    <a:pt x="5967" y="1605"/>
                    <a:pt x="5933" y="1526"/>
                    <a:pt x="5889" y="1460"/>
                  </a:cubicBezTo>
                  <a:cubicBezTo>
                    <a:pt x="5589" y="938"/>
                    <a:pt x="5067" y="549"/>
                    <a:pt x="4489" y="316"/>
                  </a:cubicBezTo>
                  <a:cubicBezTo>
                    <a:pt x="3985" y="109"/>
                    <a:pt x="3458" y="1"/>
                    <a:pt x="2940" y="1"/>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42"/>
            <p:cNvSpPr/>
            <p:nvPr/>
          </p:nvSpPr>
          <p:spPr>
            <a:xfrm>
              <a:off x="6626625" y="3507925"/>
              <a:ext cx="112500" cy="91375"/>
            </a:xfrm>
            <a:custGeom>
              <a:avLst/>
              <a:gdLst/>
              <a:ahLst/>
              <a:cxnLst/>
              <a:rect l="l" t="t" r="r" b="b"/>
              <a:pathLst>
                <a:path w="4500" h="3655" extrusionOk="0">
                  <a:moveTo>
                    <a:pt x="2084" y="1"/>
                  </a:moveTo>
                  <a:cubicBezTo>
                    <a:pt x="1378" y="1"/>
                    <a:pt x="631" y="266"/>
                    <a:pt x="45" y="744"/>
                  </a:cubicBezTo>
                  <a:lnTo>
                    <a:pt x="0" y="744"/>
                  </a:lnTo>
                  <a:lnTo>
                    <a:pt x="12" y="933"/>
                  </a:lnTo>
                  <a:lnTo>
                    <a:pt x="89" y="866"/>
                  </a:lnTo>
                  <a:lnTo>
                    <a:pt x="123" y="866"/>
                  </a:lnTo>
                  <a:lnTo>
                    <a:pt x="123" y="833"/>
                  </a:lnTo>
                  <a:cubicBezTo>
                    <a:pt x="689" y="383"/>
                    <a:pt x="1402" y="122"/>
                    <a:pt x="2078" y="122"/>
                  </a:cubicBezTo>
                  <a:cubicBezTo>
                    <a:pt x="2236" y="122"/>
                    <a:pt x="2393" y="136"/>
                    <a:pt x="2545" y="166"/>
                  </a:cubicBezTo>
                  <a:cubicBezTo>
                    <a:pt x="3066" y="255"/>
                    <a:pt x="3555" y="511"/>
                    <a:pt x="3910" y="877"/>
                  </a:cubicBezTo>
                  <a:cubicBezTo>
                    <a:pt x="3922" y="888"/>
                    <a:pt x="3944" y="911"/>
                    <a:pt x="3944" y="921"/>
                  </a:cubicBezTo>
                  <a:lnTo>
                    <a:pt x="3678" y="721"/>
                  </a:lnTo>
                  <a:lnTo>
                    <a:pt x="3866" y="1010"/>
                  </a:lnTo>
                  <a:cubicBezTo>
                    <a:pt x="4144" y="1422"/>
                    <a:pt x="4300" y="1866"/>
                    <a:pt x="4333" y="2288"/>
                  </a:cubicBezTo>
                  <a:cubicBezTo>
                    <a:pt x="4377" y="2755"/>
                    <a:pt x="4266" y="3221"/>
                    <a:pt x="4022" y="3587"/>
                  </a:cubicBezTo>
                  <a:lnTo>
                    <a:pt x="4122" y="3654"/>
                  </a:lnTo>
                  <a:cubicBezTo>
                    <a:pt x="4377" y="3266"/>
                    <a:pt x="4500" y="2777"/>
                    <a:pt x="4455" y="2277"/>
                  </a:cubicBezTo>
                  <a:cubicBezTo>
                    <a:pt x="4421" y="1866"/>
                    <a:pt x="4266" y="1432"/>
                    <a:pt x="4022" y="1022"/>
                  </a:cubicBezTo>
                  <a:cubicBezTo>
                    <a:pt x="4044" y="1000"/>
                    <a:pt x="4066" y="966"/>
                    <a:pt x="4066" y="933"/>
                  </a:cubicBezTo>
                  <a:cubicBezTo>
                    <a:pt x="4066" y="866"/>
                    <a:pt x="4022" y="810"/>
                    <a:pt x="3989" y="788"/>
                  </a:cubicBezTo>
                  <a:cubicBezTo>
                    <a:pt x="3622" y="410"/>
                    <a:pt x="3111" y="144"/>
                    <a:pt x="2567" y="44"/>
                  </a:cubicBezTo>
                  <a:cubicBezTo>
                    <a:pt x="2410" y="15"/>
                    <a:pt x="2248" y="1"/>
                    <a:pt x="2084"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42"/>
            <p:cNvSpPr/>
            <p:nvPr/>
          </p:nvSpPr>
          <p:spPr>
            <a:xfrm>
              <a:off x="6615500" y="3535950"/>
              <a:ext cx="108075" cy="81950"/>
            </a:xfrm>
            <a:custGeom>
              <a:avLst/>
              <a:gdLst/>
              <a:ahLst/>
              <a:cxnLst/>
              <a:rect l="l" t="t" r="r" b="b"/>
              <a:pathLst>
                <a:path w="4323" h="3278" extrusionOk="0">
                  <a:moveTo>
                    <a:pt x="667" y="0"/>
                  </a:moveTo>
                  <a:cubicBezTo>
                    <a:pt x="501" y="134"/>
                    <a:pt x="423" y="334"/>
                    <a:pt x="356" y="523"/>
                  </a:cubicBezTo>
                  <a:cubicBezTo>
                    <a:pt x="156" y="1101"/>
                    <a:pt x="1" y="1923"/>
                    <a:pt x="401" y="2589"/>
                  </a:cubicBezTo>
                  <a:cubicBezTo>
                    <a:pt x="442" y="2671"/>
                    <a:pt x="595" y="2883"/>
                    <a:pt x="808" y="2883"/>
                  </a:cubicBezTo>
                  <a:cubicBezTo>
                    <a:pt x="828" y="2883"/>
                    <a:pt x="847" y="2882"/>
                    <a:pt x="867" y="2878"/>
                  </a:cubicBezTo>
                  <a:lnTo>
                    <a:pt x="923" y="2866"/>
                  </a:lnTo>
                  <a:lnTo>
                    <a:pt x="923" y="2745"/>
                  </a:lnTo>
                  <a:cubicBezTo>
                    <a:pt x="1089" y="2978"/>
                    <a:pt x="1368" y="3155"/>
                    <a:pt x="1689" y="3233"/>
                  </a:cubicBezTo>
                  <a:cubicBezTo>
                    <a:pt x="1823" y="3266"/>
                    <a:pt x="1956" y="3278"/>
                    <a:pt x="2111" y="3278"/>
                  </a:cubicBezTo>
                  <a:cubicBezTo>
                    <a:pt x="2345" y="3278"/>
                    <a:pt x="2600" y="3233"/>
                    <a:pt x="2845" y="3155"/>
                  </a:cubicBezTo>
                  <a:cubicBezTo>
                    <a:pt x="3523" y="2933"/>
                    <a:pt x="4067" y="2456"/>
                    <a:pt x="4323" y="1889"/>
                  </a:cubicBezTo>
                  <a:lnTo>
                    <a:pt x="4222" y="1834"/>
                  </a:lnTo>
                  <a:cubicBezTo>
                    <a:pt x="3978" y="2378"/>
                    <a:pt x="3445" y="2834"/>
                    <a:pt x="2812" y="3044"/>
                  </a:cubicBezTo>
                  <a:cubicBezTo>
                    <a:pt x="2634" y="3103"/>
                    <a:pt x="2392" y="3158"/>
                    <a:pt x="2125" y="3158"/>
                  </a:cubicBezTo>
                  <a:cubicBezTo>
                    <a:pt x="1992" y="3158"/>
                    <a:pt x="1852" y="3144"/>
                    <a:pt x="1712" y="3111"/>
                  </a:cubicBezTo>
                  <a:cubicBezTo>
                    <a:pt x="1334" y="3022"/>
                    <a:pt x="1034" y="2789"/>
                    <a:pt x="912" y="2489"/>
                  </a:cubicBezTo>
                  <a:lnTo>
                    <a:pt x="790" y="2189"/>
                  </a:lnTo>
                  <a:lnTo>
                    <a:pt x="801" y="2767"/>
                  </a:lnTo>
                  <a:cubicBezTo>
                    <a:pt x="679" y="2755"/>
                    <a:pt x="568" y="2644"/>
                    <a:pt x="512" y="2533"/>
                  </a:cubicBezTo>
                  <a:cubicBezTo>
                    <a:pt x="134" y="1900"/>
                    <a:pt x="279" y="1111"/>
                    <a:pt x="467" y="567"/>
                  </a:cubicBezTo>
                  <a:cubicBezTo>
                    <a:pt x="534" y="356"/>
                    <a:pt x="612" y="200"/>
                    <a:pt x="746" y="89"/>
                  </a:cubicBezTo>
                  <a:lnTo>
                    <a:pt x="667"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42"/>
            <p:cNvSpPr/>
            <p:nvPr/>
          </p:nvSpPr>
          <p:spPr>
            <a:xfrm>
              <a:off x="6596625" y="3567350"/>
              <a:ext cx="96125" cy="73325"/>
            </a:xfrm>
            <a:custGeom>
              <a:avLst/>
              <a:gdLst/>
              <a:ahLst/>
              <a:cxnLst/>
              <a:rect l="l" t="t" r="r" b="b"/>
              <a:pathLst>
                <a:path w="3845" h="2933" extrusionOk="0">
                  <a:moveTo>
                    <a:pt x="79" y="0"/>
                  </a:moveTo>
                  <a:cubicBezTo>
                    <a:pt x="0" y="267"/>
                    <a:pt x="34" y="544"/>
                    <a:pt x="79" y="788"/>
                  </a:cubicBezTo>
                  <a:cubicBezTo>
                    <a:pt x="134" y="1067"/>
                    <a:pt x="212" y="1410"/>
                    <a:pt x="356" y="1755"/>
                  </a:cubicBezTo>
                  <a:cubicBezTo>
                    <a:pt x="390" y="1844"/>
                    <a:pt x="445" y="1933"/>
                    <a:pt x="545" y="1977"/>
                  </a:cubicBezTo>
                  <a:cubicBezTo>
                    <a:pt x="563" y="1983"/>
                    <a:pt x="583" y="1986"/>
                    <a:pt x="602" y="1986"/>
                  </a:cubicBezTo>
                  <a:cubicBezTo>
                    <a:pt x="657" y="1986"/>
                    <a:pt x="715" y="1966"/>
                    <a:pt x="756" y="1933"/>
                  </a:cubicBezTo>
                  <a:cubicBezTo>
                    <a:pt x="1067" y="2366"/>
                    <a:pt x="1545" y="2699"/>
                    <a:pt x="2089" y="2844"/>
                  </a:cubicBezTo>
                  <a:cubicBezTo>
                    <a:pt x="2300" y="2899"/>
                    <a:pt x="2533" y="2933"/>
                    <a:pt x="2755" y="2933"/>
                  </a:cubicBezTo>
                  <a:cubicBezTo>
                    <a:pt x="3133" y="2933"/>
                    <a:pt x="3511" y="2855"/>
                    <a:pt x="3844" y="2688"/>
                  </a:cubicBezTo>
                  <a:lnTo>
                    <a:pt x="3800" y="2588"/>
                  </a:lnTo>
                  <a:cubicBezTo>
                    <a:pt x="3470" y="2736"/>
                    <a:pt x="3105" y="2812"/>
                    <a:pt x="2744" y="2812"/>
                  </a:cubicBezTo>
                  <a:cubicBezTo>
                    <a:pt x="2533" y="2812"/>
                    <a:pt x="2323" y="2786"/>
                    <a:pt x="2123" y="2733"/>
                  </a:cubicBezTo>
                  <a:cubicBezTo>
                    <a:pt x="1567" y="2577"/>
                    <a:pt x="1089" y="2233"/>
                    <a:pt x="790" y="1777"/>
                  </a:cubicBezTo>
                  <a:lnTo>
                    <a:pt x="556" y="1388"/>
                  </a:lnTo>
                  <a:lnTo>
                    <a:pt x="689" y="1822"/>
                  </a:lnTo>
                  <a:cubicBezTo>
                    <a:pt x="689" y="1822"/>
                    <a:pt x="689" y="1833"/>
                    <a:pt x="678" y="1844"/>
                  </a:cubicBezTo>
                  <a:cubicBezTo>
                    <a:pt x="660" y="1853"/>
                    <a:pt x="635" y="1869"/>
                    <a:pt x="608" y="1869"/>
                  </a:cubicBezTo>
                  <a:cubicBezTo>
                    <a:pt x="602" y="1869"/>
                    <a:pt x="596" y="1868"/>
                    <a:pt x="590" y="1866"/>
                  </a:cubicBezTo>
                  <a:cubicBezTo>
                    <a:pt x="534" y="1833"/>
                    <a:pt x="489" y="1777"/>
                    <a:pt x="467" y="1711"/>
                  </a:cubicBezTo>
                  <a:cubicBezTo>
                    <a:pt x="323" y="1378"/>
                    <a:pt x="245" y="1033"/>
                    <a:pt x="200" y="766"/>
                  </a:cubicBezTo>
                  <a:cubicBezTo>
                    <a:pt x="156" y="544"/>
                    <a:pt x="123" y="277"/>
                    <a:pt x="190" y="33"/>
                  </a:cubicBezTo>
                  <a:lnTo>
                    <a:pt x="79"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42"/>
            <p:cNvSpPr/>
            <p:nvPr/>
          </p:nvSpPr>
          <p:spPr>
            <a:xfrm>
              <a:off x="6622175" y="3501800"/>
              <a:ext cx="48075" cy="20275"/>
            </a:xfrm>
            <a:custGeom>
              <a:avLst/>
              <a:gdLst/>
              <a:ahLst/>
              <a:cxnLst/>
              <a:rect l="l" t="t" r="r" b="b"/>
              <a:pathLst>
                <a:path w="1923" h="811" extrusionOk="0">
                  <a:moveTo>
                    <a:pt x="1911" y="0"/>
                  </a:moveTo>
                  <a:cubicBezTo>
                    <a:pt x="1222" y="78"/>
                    <a:pt x="556" y="322"/>
                    <a:pt x="0" y="722"/>
                  </a:cubicBezTo>
                  <a:lnTo>
                    <a:pt x="67" y="811"/>
                  </a:lnTo>
                  <a:cubicBezTo>
                    <a:pt x="612" y="433"/>
                    <a:pt x="1256" y="189"/>
                    <a:pt x="1923" y="122"/>
                  </a:cubicBezTo>
                  <a:lnTo>
                    <a:pt x="191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42"/>
            <p:cNvSpPr/>
            <p:nvPr/>
          </p:nvSpPr>
          <p:spPr>
            <a:xfrm>
              <a:off x="6603025" y="3534025"/>
              <a:ext cx="9725" cy="18600"/>
            </a:xfrm>
            <a:custGeom>
              <a:avLst/>
              <a:gdLst/>
              <a:ahLst/>
              <a:cxnLst/>
              <a:rect l="l" t="t" r="r" b="b"/>
              <a:pathLst>
                <a:path w="389" h="744" extrusionOk="0">
                  <a:moveTo>
                    <a:pt x="311" y="0"/>
                  </a:moveTo>
                  <a:cubicBezTo>
                    <a:pt x="111" y="200"/>
                    <a:pt x="0" y="467"/>
                    <a:pt x="0" y="744"/>
                  </a:cubicBezTo>
                  <a:lnTo>
                    <a:pt x="111" y="744"/>
                  </a:lnTo>
                  <a:cubicBezTo>
                    <a:pt x="122" y="499"/>
                    <a:pt x="223" y="255"/>
                    <a:pt x="389" y="77"/>
                  </a:cubicBezTo>
                  <a:lnTo>
                    <a:pt x="31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42"/>
            <p:cNvSpPr/>
            <p:nvPr/>
          </p:nvSpPr>
          <p:spPr>
            <a:xfrm>
              <a:off x="6662175" y="3562925"/>
              <a:ext cx="22800" cy="23875"/>
            </a:xfrm>
            <a:custGeom>
              <a:avLst/>
              <a:gdLst/>
              <a:ahLst/>
              <a:cxnLst/>
              <a:rect l="l" t="t" r="r" b="b"/>
              <a:pathLst>
                <a:path w="912" h="955" extrusionOk="0">
                  <a:moveTo>
                    <a:pt x="292" y="0"/>
                  </a:moveTo>
                  <a:cubicBezTo>
                    <a:pt x="227" y="0"/>
                    <a:pt x="163" y="20"/>
                    <a:pt x="111" y="66"/>
                  </a:cubicBezTo>
                  <a:cubicBezTo>
                    <a:pt x="0" y="155"/>
                    <a:pt x="22" y="310"/>
                    <a:pt x="89" y="410"/>
                  </a:cubicBezTo>
                  <a:cubicBezTo>
                    <a:pt x="123" y="488"/>
                    <a:pt x="178" y="533"/>
                    <a:pt x="244" y="555"/>
                  </a:cubicBezTo>
                  <a:cubicBezTo>
                    <a:pt x="267" y="564"/>
                    <a:pt x="292" y="569"/>
                    <a:pt x="316" y="569"/>
                  </a:cubicBezTo>
                  <a:cubicBezTo>
                    <a:pt x="376" y="569"/>
                    <a:pt x="435" y="540"/>
                    <a:pt x="467" y="477"/>
                  </a:cubicBezTo>
                  <a:cubicBezTo>
                    <a:pt x="489" y="432"/>
                    <a:pt x="489" y="377"/>
                    <a:pt x="456" y="333"/>
                  </a:cubicBezTo>
                  <a:cubicBezTo>
                    <a:pt x="430" y="299"/>
                    <a:pt x="392" y="284"/>
                    <a:pt x="356" y="284"/>
                  </a:cubicBezTo>
                  <a:cubicBezTo>
                    <a:pt x="344" y="284"/>
                    <a:pt x="333" y="285"/>
                    <a:pt x="323" y="288"/>
                  </a:cubicBezTo>
                  <a:lnTo>
                    <a:pt x="345" y="399"/>
                  </a:lnTo>
                  <a:cubicBezTo>
                    <a:pt x="356" y="399"/>
                    <a:pt x="356" y="399"/>
                    <a:pt x="356" y="410"/>
                  </a:cubicBezTo>
                  <a:cubicBezTo>
                    <a:pt x="367" y="410"/>
                    <a:pt x="367" y="421"/>
                    <a:pt x="367" y="421"/>
                  </a:cubicBezTo>
                  <a:cubicBezTo>
                    <a:pt x="359" y="438"/>
                    <a:pt x="332" y="448"/>
                    <a:pt x="306" y="448"/>
                  </a:cubicBezTo>
                  <a:cubicBezTo>
                    <a:pt x="297" y="448"/>
                    <a:pt x="287" y="447"/>
                    <a:pt x="278" y="444"/>
                  </a:cubicBezTo>
                  <a:cubicBezTo>
                    <a:pt x="244" y="432"/>
                    <a:pt x="212" y="399"/>
                    <a:pt x="189" y="355"/>
                  </a:cubicBezTo>
                  <a:cubicBezTo>
                    <a:pt x="145" y="288"/>
                    <a:pt x="133" y="199"/>
                    <a:pt x="189" y="155"/>
                  </a:cubicBezTo>
                  <a:cubicBezTo>
                    <a:pt x="214" y="130"/>
                    <a:pt x="247" y="121"/>
                    <a:pt x="283" y="121"/>
                  </a:cubicBezTo>
                  <a:cubicBezTo>
                    <a:pt x="329" y="121"/>
                    <a:pt x="379" y="136"/>
                    <a:pt x="422" y="155"/>
                  </a:cubicBezTo>
                  <a:cubicBezTo>
                    <a:pt x="622" y="244"/>
                    <a:pt x="778" y="444"/>
                    <a:pt x="789" y="654"/>
                  </a:cubicBezTo>
                  <a:cubicBezTo>
                    <a:pt x="789" y="710"/>
                    <a:pt x="778" y="765"/>
                    <a:pt x="755" y="799"/>
                  </a:cubicBezTo>
                  <a:cubicBezTo>
                    <a:pt x="731" y="824"/>
                    <a:pt x="700" y="836"/>
                    <a:pt x="672" y="836"/>
                  </a:cubicBezTo>
                  <a:cubicBezTo>
                    <a:pt x="662" y="836"/>
                    <a:pt x="653" y="835"/>
                    <a:pt x="644" y="832"/>
                  </a:cubicBezTo>
                  <a:lnTo>
                    <a:pt x="589" y="932"/>
                  </a:lnTo>
                  <a:cubicBezTo>
                    <a:pt x="612" y="955"/>
                    <a:pt x="644" y="955"/>
                    <a:pt x="667" y="955"/>
                  </a:cubicBezTo>
                  <a:cubicBezTo>
                    <a:pt x="733" y="955"/>
                    <a:pt x="800" y="921"/>
                    <a:pt x="844" y="866"/>
                  </a:cubicBezTo>
                  <a:cubicBezTo>
                    <a:pt x="889" y="810"/>
                    <a:pt x="911" y="733"/>
                    <a:pt x="900" y="644"/>
                  </a:cubicBezTo>
                  <a:cubicBezTo>
                    <a:pt x="889" y="388"/>
                    <a:pt x="711" y="143"/>
                    <a:pt x="467" y="44"/>
                  </a:cubicBezTo>
                  <a:cubicBezTo>
                    <a:pt x="413" y="17"/>
                    <a:pt x="352" y="0"/>
                    <a:pt x="292"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42"/>
            <p:cNvSpPr/>
            <p:nvPr/>
          </p:nvSpPr>
          <p:spPr>
            <a:xfrm>
              <a:off x="6646350" y="3540350"/>
              <a:ext cx="66375" cy="59225"/>
            </a:xfrm>
            <a:custGeom>
              <a:avLst/>
              <a:gdLst/>
              <a:ahLst/>
              <a:cxnLst/>
              <a:rect l="l" t="t" r="r" b="b"/>
              <a:pathLst>
                <a:path w="2655" h="2369" extrusionOk="0">
                  <a:moveTo>
                    <a:pt x="985" y="1"/>
                  </a:moveTo>
                  <a:cubicBezTo>
                    <a:pt x="770" y="1"/>
                    <a:pt x="583" y="45"/>
                    <a:pt x="422" y="125"/>
                  </a:cubicBezTo>
                  <a:cubicBezTo>
                    <a:pt x="211" y="224"/>
                    <a:pt x="55" y="391"/>
                    <a:pt x="0" y="580"/>
                  </a:cubicBezTo>
                  <a:lnTo>
                    <a:pt x="111" y="614"/>
                  </a:lnTo>
                  <a:cubicBezTo>
                    <a:pt x="156" y="458"/>
                    <a:pt x="300" y="313"/>
                    <a:pt x="478" y="224"/>
                  </a:cubicBezTo>
                  <a:cubicBezTo>
                    <a:pt x="613" y="157"/>
                    <a:pt x="783" y="123"/>
                    <a:pt x="971" y="123"/>
                  </a:cubicBezTo>
                  <a:cubicBezTo>
                    <a:pt x="999" y="123"/>
                    <a:pt x="1027" y="123"/>
                    <a:pt x="1055" y="125"/>
                  </a:cubicBezTo>
                  <a:cubicBezTo>
                    <a:pt x="1489" y="135"/>
                    <a:pt x="1899" y="302"/>
                    <a:pt x="2155" y="580"/>
                  </a:cubicBezTo>
                  <a:cubicBezTo>
                    <a:pt x="2433" y="869"/>
                    <a:pt x="2533" y="1280"/>
                    <a:pt x="2400" y="1624"/>
                  </a:cubicBezTo>
                  <a:cubicBezTo>
                    <a:pt x="2267" y="1979"/>
                    <a:pt x="1889" y="2246"/>
                    <a:pt x="1489" y="2258"/>
                  </a:cubicBezTo>
                  <a:cubicBezTo>
                    <a:pt x="1233" y="2258"/>
                    <a:pt x="966" y="2169"/>
                    <a:pt x="678" y="1979"/>
                  </a:cubicBezTo>
                  <a:cubicBezTo>
                    <a:pt x="556" y="1891"/>
                    <a:pt x="400" y="1791"/>
                    <a:pt x="322" y="1636"/>
                  </a:cubicBezTo>
                  <a:cubicBezTo>
                    <a:pt x="211" y="1446"/>
                    <a:pt x="223" y="1191"/>
                    <a:pt x="344" y="891"/>
                  </a:cubicBezTo>
                  <a:cubicBezTo>
                    <a:pt x="378" y="802"/>
                    <a:pt x="422" y="702"/>
                    <a:pt x="500" y="646"/>
                  </a:cubicBezTo>
                  <a:cubicBezTo>
                    <a:pt x="557" y="604"/>
                    <a:pt x="632" y="584"/>
                    <a:pt x="728" y="584"/>
                  </a:cubicBezTo>
                  <a:cubicBezTo>
                    <a:pt x="783" y="584"/>
                    <a:pt x="843" y="590"/>
                    <a:pt x="911" y="602"/>
                  </a:cubicBezTo>
                  <a:cubicBezTo>
                    <a:pt x="1277" y="658"/>
                    <a:pt x="1600" y="824"/>
                    <a:pt x="1778" y="1069"/>
                  </a:cubicBezTo>
                  <a:cubicBezTo>
                    <a:pt x="1978" y="1335"/>
                    <a:pt x="1978" y="1691"/>
                    <a:pt x="1800" y="1924"/>
                  </a:cubicBezTo>
                  <a:cubicBezTo>
                    <a:pt x="1710" y="2032"/>
                    <a:pt x="1570" y="2118"/>
                    <a:pt x="1425" y="2118"/>
                  </a:cubicBezTo>
                  <a:cubicBezTo>
                    <a:pt x="1391" y="2118"/>
                    <a:pt x="1356" y="2113"/>
                    <a:pt x="1322" y="2102"/>
                  </a:cubicBezTo>
                  <a:lnTo>
                    <a:pt x="1289" y="2224"/>
                  </a:lnTo>
                  <a:cubicBezTo>
                    <a:pt x="1331" y="2236"/>
                    <a:pt x="1374" y="2241"/>
                    <a:pt x="1416" y="2241"/>
                  </a:cubicBezTo>
                  <a:cubicBezTo>
                    <a:pt x="1606" y="2241"/>
                    <a:pt x="1788" y="2129"/>
                    <a:pt x="1889" y="2002"/>
                  </a:cubicBezTo>
                  <a:cubicBezTo>
                    <a:pt x="2111" y="1724"/>
                    <a:pt x="2099" y="1313"/>
                    <a:pt x="1877" y="991"/>
                  </a:cubicBezTo>
                  <a:cubicBezTo>
                    <a:pt x="1677" y="735"/>
                    <a:pt x="1333" y="547"/>
                    <a:pt x="922" y="480"/>
                  </a:cubicBezTo>
                  <a:cubicBezTo>
                    <a:pt x="858" y="470"/>
                    <a:pt x="800" y="465"/>
                    <a:pt x="746" y="465"/>
                  </a:cubicBezTo>
                  <a:cubicBezTo>
                    <a:pt x="620" y="465"/>
                    <a:pt x="519" y="492"/>
                    <a:pt x="433" y="547"/>
                  </a:cubicBezTo>
                  <a:cubicBezTo>
                    <a:pt x="322" y="624"/>
                    <a:pt x="267" y="735"/>
                    <a:pt x="223" y="846"/>
                  </a:cubicBezTo>
                  <a:cubicBezTo>
                    <a:pt x="100" y="1180"/>
                    <a:pt x="89" y="1468"/>
                    <a:pt x="211" y="1691"/>
                  </a:cubicBezTo>
                  <a:cubicBezTo>
                    <a:pt x="311" y="1868"/>
                    <a:pt x="478" y="1991"/>
                    <a:pt x="611" y="2080"/>
                  </a:cubicBezTo>
                  <a:cubicBezTo>
                    <a:pt x="911" y="2268"/>
                    <a:pt x="1200" y="2369"/>
                    <a:pt x="1477" y="2369"/>
                  </a:cubicBezTo>
                  <a:lnTo>
                    <a:pt x="1489" y="2369"/>
                  </a:lnTo>
                  <a:cubicBezTo>
                    <a:pt x="1933" y="2369"/>
                    <a:pt x="2366" y="2068"/>
                    <a:pt x="2511" y="1658"/>
                  </a:cubicBezTo>
                  <a:cubicBezTo>
                    <a:pt x="2655" y="1280"/>
                    <a:pt x="2555" y="813"/>
                    <a:pt x="2244" y="491"/>
                  </a:cubicBezTo>
                  <a:cubicBezTo>
                    <a:pt x="1966" y="202"/>
                    <a:pt x="1522" y="14"/>
                    <a:pt x="1055" y="2"/>
                  </a:cubicBezTo>
                  <a:cubicBezTo>
                    <a:pt x="1031" y="1"/>
                    <a:pt x="1008" y="1"/>
                    <a:pt x="985"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42"/>
            <p:cNvSpPr/>
            <p:nvPr/>
          </p:nvSpPr>
          <p:spPr>
            <a:xfrm>
              <a:off x="6638575" y="3565675"/>
              <a:ext cx="8900" cy="20575"/>
            </a:xfrm>
            <a:custGeom>
              <a:avLst/>
              <a:gdLst/>
              <a:ahLst/>
              <a:cxnLst/>
              <a:rect l="l" t="t" r="r" b="b"/>
              <a:pathLst>
                <a:path w="356" h="823" extrusionOk="0">
                  <a:moveTo>
                    <a:pt x="78" y="0"/>
                  </a:moveTo>
                  <a:lnTo>
                    <a:pt x="78" y="0"/>
                  </a:lnTo>
                  <a:cubicBezTo>
                    <a:pt x="0" y="278"/>
                    <a:pt x="78" y="589"/>
                    <a:pt x="267" y="822"/>
                  </a:cubicBezTo>
                  <a:lnTo>
                    <a:pt x="356" y="734"/>
                  </a:lnTo>
                  <a:cubicBezTo>
                    <a:pt x="189" y="544"/>
                    <a:pt x="122" y="278"/>
                    <a:pt x="189" y="33"/>
                  </a:cubicBezTo>
                  <a:lnTo>
                    <a:pt x="78"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42"/>
            <p:cNvSpPr/>
            <p:nvPr/>
          </p:nvSpPr>
          <p:spPr>
            <a:xfrm>
              <a:off x="6627175" y="3531800"/>
              <a:ext cx="25300" cy="50275"/>
            </a:xfrm>
            <a:custGeom>
              <a:avLst/>
              <a:gdLst/>
              <a:ahLst/>
              <a:cxnLst/>
              <a:rect l="l" t="t" r="r" b="b"/>
              <a:pathLst>
                <a:path w="1012" h="2011" extrusionOk="0">
                  <a:moveTo>
                    <a:pt x="978" y="0"/>
                  </a:moveTo>
                  <a:cubicBezTo>
                    <a:pt x="523" y="133"/>
                    <a:pt x="289" y="566"/>
                    <a:pt x="167" y="911"/>
                  </a:cubicBezTo>
                  <a:cubicBezTo>
                    <a:pt x="23" y="1322"/>
                    <a:pt x="0" y="1689"/>
                    <a:pt x="79" y="2010"/>
                  </a:cubicBezTo>
                  <a:lnTo>
                    <a:pt x="200" y="1978"/>
                  </a:lnTo>
                  <a:cubicBezTo>
                    <a:pt x="123" y="1677"/>
                    <a:pt x="145" y="1333"/>
                    <a:pt x="279" y="944"/>
                  </a:cubicBezTo>
                  <a:cubicBezTo>
                    <a:pt x="390" y="633"/>
                    <a:pt x="612" y="233"/>
                    <a:pt x="1012" y="122"/>
                  </a:cubicBezTo>
                  <a:lnTo>
                    <a:pt x="978"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42"/>
            <p:cNvSpPr/>
            <p:nvPr/>
          </p:nvSpPr>
          <p:spPr>
            <a:xfrm>
              <a:off x="6676900" y="3522350"/>
              <a:ext cx="46125" cy="30275"/>
            </a:xfrm>
            <a:custGeom>
              <a:avLst/>
              <a:gdLst/>
              <a:ahLst/>
              <a:cxnLst/>
              <a:rect l="l" t="t" r="r" b="b"/>
              <a:pathLst>
                <a:path w="1845" h="1211" extrusionOk="0">
                  <a:moveTo>
                    <a:pt x="11" y="0"/>
                  </a:moveTo>
                  <a:lnTo>
                    <a:pt x="0" y="112"/>
                  </a:lnTo>
                  <a:cubicBezTo>
                    <a:pt x="744" y="144"/>
                    <a:pt x="1444" y="589"/>
                    <a:pt x="1733" y="1211"/>
                  </a:cubicBezTo>
                  <a:lnTo>
                    <a:pt x="1844" y="1166"/>
                  </a:lnTo>
                  <a:cubicBezTo>
                    <a:pt x="1533" y="500"/>
                    <a:pt x="789" y="33"/>
                    <a:pt x="11"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42"/>
            <p:cNvSpPr/>
            <p:nvPr/>
          </p:nvSpPr>
          <p:spPr>
            <a:xfrm>
              <a:off x="6241425" y="3630450"/>
              <a:ext cx="363275" cy="9975"/>
            </a:xfrm>
            <a:custGeom>
              <a:avLst/>
              <a:gdLst/>
              <a:ahLst/>
              <a:cxnLst/>
              <a:rect l="l" t="t" r="r" b="b"/>
              <a:pathLst>
                <a:path w="14531" h="399" extrusionOk="0">
                  <a:moveTo>
                    <a:pt x="12238" y="1"/>
                  </a:moveTo>
                  <a:cubicBezTo>
                    <a:pt x="10601" y="1"/>
                    <a:pt x="8959" y="80"/>
                    <a:pt x="7332" y="231"/>
                  </a:cubicBezTo>
                  <a:cubicBezTo>
                    <a:pt x="7377" y="197"/>
                    <a:pt x="7421" y="153"/>
                    <a:pt x="7454" y="108"/>
                  </a:cubicBezTo>
                  <a:lnTo>
                    <a:pt x="7532" y="20"/>
                  </a:lnTo>
                  <a:lnTo>
                    <a:pt x="7410" y="9"/>
                  </a:lnTo>
                  <a:cubicBezTo>
                    <a:pt x="7213" y="3"/>
                    <a:pt x="7015" y="1"/>
                    <a:pt x="6817" y="1"/>
                  </a:cubicBezTo>
                  <a:cubicBezTo>
                    <a:pt x="5799" y="1"/>
                    <a:pt x="4772" y="68"/>
                    <a:pt x="3778" y="142"/>
                  </a:cubicBezTo>
                  <a:cubicBezTo>
                    <a:pt x="2811" y="212"/>
                    <a:pt x="1819" y="281"/>
                    <a:pt x="830" y="281"/>
                  </a:cubicBezTo>
                  <a:cubicBezTo>
                    <a:pt x="557" y="281"/>
                    <a:pt x="284" y="276"/>
                    <a:pt x="11" y="264"/>
                  </a:cubicBezTo>
                  <a:lnTo>
                    <a:pt x="1" y="387"/>
                  </a:lnTo>
                  <a:cubicBezTo>
                    <a:pt x="235" y="395"/>
                    <a:pt x="470" y="398"/>
                    <a:pt x="705" y="398"/>
                  </a:cubicBezTo>
                  <a:cubicBezTo>
                    <a:pt x="1739" y="398"/>
                    <a:pt x="2773" y="328"/>
                    <a:pt x="3778" y="264"/>
                  </a:cubicBezTo>
                  <a:cubicBezTo>
                    <a:pt x="4738" y="189"/>
                    <a:pt x="5729" y="123"/>
                    <a:pt x="6713" y="123"/>
                  </a:cubicBezTo>
                  <a:cubicBezTo>
                    <a:pt x="6901" y="123"/>
                    <a:pt x="7089" y="125"/>
                    <a:pt x="7277" y="131"/>
                  </a:cubicBezTo>
                  <a:cubicBezTo>
                    <a:pt x="7188" y="209"/>
                    <a:pt x="7066" y="253"/>
                    <a:pt x="6943" y="276"/>
                  </a:cubicBezTo>
                  <a:lnTo>
                    <a:pt x="6888" y="276"/>
                  </a:lnTo>
                  <a:lnTo>
                    <a:pt x="6899" y="397"/>
                  </a:lnTo>
                  <a:cubicBezTo>
                    <a:pt x="6921" y="397"/>
                    <a:pt x="6943" y="397"/>
                    <a:pt x="6965" y="387"/>
                  </a:cubicBezTo>
                  <a:cubicBezTo>
                    <a:pt x="8689" y="210"/>
                    <a:pt x="10432" y="119"/>
                    <a:pt x="12175" y="119"/>
                  </a:cubicBezTo>
                  <a:cubicBezTo>
                    <a:pt x="12961" y="119"/>
                    <a:pt x="13747" y="137"/>
                    <a:pt x="14531" y="175"/>
                  </a:cubicBezTo>
                  <a:lnTo>
                    <a:pt x="14531" y="53"/>
                  </a:lnTo>
                  <a:cubicBezTo>
                    <a:pt x="13769" y="18"/>
                    <a:pt x="13004" y="1"/>
                    <a:pt x="12238" y="1"/>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42"/>
            <p:cNvSpPr/>
            <p:nvPr/>
          </p:nvSpPr>
          <p:spPr>
            <a:xfrm>
              <a:off x="6208650" y="3520625"/>
              <a:ext cx="380500" cy="33125"/>
            </a:xfrm>
            <a:custGeom>
              <a:avLst/>
              <a:gdLst/>
              <a:ahLst/>
              <a:cxnLst/>
              <a:rect l="l" t="t" r="r" b="b"/>
              <a:pathLst>
                <a:path w="15220" h="1325" extrusionOk="0">
                  <a:moveTo>
                    <a:pt x="11915" y="0"/>
                  </a:moveTo>
                  <a:cubicBezTo>
                    <a:pt x="11378" y="0"/>
                    <a:pt x="10850" y="28"/>
                    <a:pt x="10354" y="58"/>
                  </a:cubicBezTo>
                  <a:cubicBezTo>
                    <a:pt x="9410" y="102"/>
                    <a:pt x="8466" y="147"/>
                    <a:pt x="7521" y="203"/>
                  </a:cubicBezTo>
                  <a:lnTo>
                    <a:pt x="1556" y="524"/>
                  </a:lnTo>
                  <a:lnTo>
                    <a:pt x="1556" y="580"/>
                  </a:lnTo>
                  <a:cubicBezTo>
                    <a:pt x="1545" y="769"/>
                    <a:pt x="1667" y="958"/>
                    <a:pt x="1833" y="1080"/>
                  </a:cubicBezTo>
                  <a:lnTo>
                    <a:pt x="1" y="1203"/>
                  </a:lnTo>
                  <a:lnTo>
                    <a:pt x="11" y="1324"/>
                  </a:lnTo>
                  <a:lnTo>
                    <a:pt x="2600" y="1147"/>
                  </a:lnTo>
                  <a:lnTo>
                    <a:pt x="2100" y="1058"/>
                  </a:lnTo>
                  <a:cubicBezTo>
                    <a:pt x="1878" y="1025"/>
                    <a:pt x="1700" y="836"/>
                    <a:pt x="1678" y="636"/>
                  </a:cubicBezTo>
                  <a:lnTo>
                    <a:pt x="7533" y="325"/>
                  </a:lnTo>
                  <a:cubicBezTo>
                    <a:pt x="8476" y="269"/>
                    <a:pt x="9421" y="225"/>
                    <a:pt x="10365" y="169"/>
                  </a:cubicBezTo>
                  <a:cubicBezTo>
                    <a:pt x="10858" y="143"/>
                    <a:pt x="11379" y="117"/>
                    <a:pt x="11910" y="117"/>
                  </a:cubicBezTo>
                  <a:cubicBezTo>
                    <a:pt x="12518" y="117"/>
                    <a:pt x="13138" y="151"/>
                    <a:pt x="13742" y="258"/>
                  </a:cubicBezTo>
                  <a:cubicBezTo>
                    <a:pt x="13465" y="502"/>
                    <a:pt x="13098" y="658"/>
                    <a:pt x="12720" y="692"/>
                  </a:cubicBezTo>
                  <a:lnTo>
                    <a:pt x="12720" y="803"/>
                  </a:lnTo>
                  <a:lnTo>
                    <a:pt x="15220" y="747"/>
                  </a:lnTo>
                  <a:lnTo>
                    <a:pt x="15208" y="625"/>
                  </a:lnTo>
                  <a:lnTo>
                    <a:pt x="13287" y="669"/>
                  </a:lnTo>
                  <a:cubicBezTo>
                    <a:pt x="13520" y="580"/>
                    <a:pt x="13742" y="436"/>
                    <a:pt x="13909" y="269"/>
                  </a:cubicBezTo>
                  <a:lnTo>
                    <a:pt x="13986" y="191"/>
                  </a:lnTo>
                  <a:lnTo>
                    <a:pt x="13875" y="169"/>
                  </a:lnTo>
                  <a:cubicBezTo>
                    <a:pt x="13235" y="41"/>
                    <a:pt x="12568" y="0"/>
                    <a:pt x="11915" y="0"/>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42"/>
            <p:cNvSpPr/>
            <p:nvPr/>
          </p:nvSpPr>
          <p:spPr>
            <a:xfrm>
              <a:off x="6229475" y="3513450"/>
              <a:ext cx="163325" cy="13075"/>
            </a:xfrm>
            <a:custGeom>
              <a:avLst/>
              <a:gdLst/>
              <a:ahLst/>
              <a:cxnLst/>
              <a:rect l="l" t="t" r="r" b="b"/>
              <a:pathLst>
                <a:path w="6533" h="523" extrusionOk="0">
                  <a:moveTo>
                    <a:pt x="6522" y="1"/>
                  </a:moveTo>
                  <a:lnTo>
                    <a:pt x="1" y="401"/>
                  </a:lnTo>
                  <a:lnTo>
                    <a:pt x="12" y="523"/>
                  </a:lnTo>
                  <a:lnTo>
                    <a:pt x="6533" y="123"/>
                  </a:lnTo>
                  <a:lnTo>
                    <a:pt x="6522" y="1"/>
                  </a:ln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42"/>
            <p:cNvSpPr/>
            <p:nvPr/>
          </p:nvSpPr>
          <p:spPr>
            <a:xfrm>
              <a:off x="6315575" y="3602725"/>
              <a:ext cx="269975" cy="17675"/>
            </a:xfrm>
            <a:custGeom>
              <a:avLst/>
              <a:gdLst/>
              <a:ahLst/>
              <a:cxnLst/>
              <a:rect l="l" t="t" r="r" b="b"/>
              <a:pathLst>
                <a:path w="10799" h="707" extrusionOk="0">
                  <a:moveTo>
                    <a:pt x="7839" y="0"/>
                  </a:moveTo>
                  <a:cubicBezTo>
                    <a:pt x="6568" y="0"/>
                    <a:pt x="5295" y="28"/>
                    <a:pt x="4033" y="84"/>
                  </a:cubicBezTo>
                  <a:lnTo>
                    <a:pt x="3700" y="96"/>
                  </a:lnTo>
                  <a:lnTo>
                    <a:pt x="4022" y="195"/>
                  </a:lnTo>
                  <a:cubicBezTo>
                    <a:pt x="4078" y="218"/>
                    <a:pt x="4122" y="240"/>
                    <a:pt x="4177" y="262"/>
                  </a:cubicBezTo>
                  <a:cubicBezTo>
                    <a:pt x="2789" y="429"/>
                    <a:pt x="1389" y="529"/>
                    <a:pt x="0" y="585"/>
                  </a:cubicBezTo>
                  <a:lnTo>
                    <a:pt x="0" y="706"/>
                  </a:lnTo>
                  <a:cubicBezTo>
                    <a:pt x="1444" y="651"/>
                    <a:pt x="2911" y="540"/>
                    <a:pt x="4344" y="362"/>
                  </a:cubicBezTo>
                  <a:lnTo>
                    <a:pt x="4488" y="351"/>
                  </a:lnTo>
                  <a:lnTo>
                    <a:pt x="4377" y="262"/>
                  </a:lnTo>
                  <a:lnTo>
                    <a:pt x="4278" y="195"/>
                  </a:lnTo>
                  <a:cubicBezTo>
                    <a:pt x="5467" y="147"/>
                    <a:pt x="6664" y="121"/>
                    <a:pt x="7858" y="121"/>
                  </a:cubicBezTo>
                  <a:cubicBezTo>
                    <a:pt x="8838" y="121"/>
                    <a:pt x="9816" y="138"/>
                    <a:pt x="10787" y="173"/>
                  </a:cubicBezTo>
                  <a:lnTo>
                    <a:pt x="10798" y="51"/>
                  </a:lnTo>
                  <a:cubicBezTo>
                    <a:pt x="9816" y="17"/>
                    <a:pt x="8828" y="0"/>
                    <a:pt x="7839" y="0"/>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42"/>
            <p:cNvSpPr/>
            <p:nvPr/>
          </p:nvSpPr>
          <p:spPr>
            <a:xfrm>
              <a:off x="6410550" y="3637875"/>
              <a:ext cx="100550" cy="92325"/>
            </a:xfrm>
            <a:custGeom>
              <a:avLst/>
              <a:gdLst/>
              <a:ahLst/>
              <a:cxnLst/>
              <a:rect l="l" t="t" r="r" b="b"/>
              <a:pathLst>
                <a:path w="4022" h="3693" extrusionOk="0">
                  <a:moveTo>
                    <a:pt x="1989" y="1"/>
                  </a:moveTo>
                  <a:cubicBezTo>
                    <a:pt x="1956" y="467"/>
                    <a:pt x="1556" y="801"/>
                    <a:pt x="1167" y="1056"/>
                  </a:cubicBezTo>
                  <a:cubicBezTo>
                    <a:pt x="800" y="1289"/>
                    <a:pt x="0" y="1655"/>
                    <a:pt x="223" y="2178"/>
                  </a:cubicBezTo>
                  <a:cubicBezTo>
                    <a:pt x="456" y="2756"/>
                    <a:pt x="967" y="3378"/>
                    <a:pt x="1534" y="3644"/>
                  </a:cubicBezTo>
                  <a:cubicBezTo>
                    <a:pt x="1588" y="3674"/>
                    <a:pt x="1655" y="3692"/>
                    <a:pt x="1717" y="3692"/>
                  </a:cubicBezTo>
                  <a:cubicBezTo>
                    <a:pt x="1795" y="3692"/>
                    <a:pt x="1864" y="3663"/>
                    <a:pt x="1889" y="3588"/>
                  </a:cubicBezTo>
                  <a:cubicBezTo>
                    <a:pt x="1901" y="3533"/>
                    <a:pt x="1878" y="3477"/>
                    <a:pt x="1845" y="3422"/>
                  </a:cubicBezTo>
                  <a:cubicBezTo>
                    <a:pt x="1701" y="3200"/>
                    <a:pt x="1400" y="3011"/>
                    <a:pt x="1445" y="2744"/>
                  </a:cubicBezTo>
                  <a:lnTo>
                    <a:pt x="1445" y="2744"/>
                  </a:lnTo>
                  <a:cubicBezTo>
                    <a:pt x="1689" y="3033"/>
                    <a:pt x="2000" y="3267"/>
                    <a:pt x="2345" y="3422"/>
                  </a:cubicBezTo>
                  <a:cubicBezTo>
                    <a:pt x="2404" y="3452"/>
                    <a:pt x="2468" y="3476"/>
                    <a:pt x="2527" y="3476"/>
                  </a:cubicBezTo>
                  <a:cubicBezTo>
                    <a:pt x="2557" y="3476"/>
                    <a:pt x="2585" y="3470"/>
                    <a:pt x="2612" y="3455"/>
                  </a:cubicBezTo>
                  <a:cubicBezTo>
                    <a:pt x="2733" y="3400"/>
                    <a:pt x="2733" y="3211"/>
                    <a:pt x="2667" y="3089"/>
                  </a:cubicBezTo>
                  <a:cubicBezTo>
                    <a:pt x="2578" y="2922"/>
                    <a:pt x="2412" y="2811"/>
                    <a:pt x="2278" y="2689"/>
                  </a:cubicBezTo>
                  <a:cubicBezTo>
                    <a:pt x="2145" y="2556"/>
                    <a:pt x="2022" y="2378"/>
                    <a:pt x="2056" y="2200"/>
                  </a:cubicBezTo>
                  <a:lnTo>
                    <a:pt x="2056" y="2200"/>
                  </a:lnTo>
                  <a:cubicBezTo>
                    <a:pt x="2333" y="2433"/>
                    <a:pt x="2612" y="2655"/>
                    <a:pt x="2889" y="2877"/>
                  </a:cubicBezTo>
                  <a:cubicBezTo>
                    <a:pt x="2984" y="2951"/>
                    <a:pt x="3108" y="3019"/>
                    <a:pt x="3214" y="3019"/>
                  </a:cubicBezTo>
                  <a:cubicBezTo>
                    <a:pt x="3268" y="3019"/>
                    <a:pt x="3318" y="3001"/>
                    <a:pt x="3355" y="2956"/>
                  </a:cubicBezTo>
                  <a:cubicBezTo>
                    <a:pt x="3434" y="2889"/>
                    <a:pt x="3422" y="2778"/>
                    <a:pt x="3400" y="2678"/>
                  </a:cubicBezTo>
                  <a:cubicBezTo>
                    <a:pt x="3266" y="2278"/>
                    <a:pt x="2800" y="2100"/>
                    <a:pt x="2545" y="1778"/>
                  </a:cubicBezTo>
                  <a:cubicBezTo>
                    <a:pt x="2511" y="1734"/>
                    <a:pt x="2500" y="1667"/>
                    <a:pt x="2545" y="1655"/>
                  </a:cubicBezTo>
                  <a:cubicBezTo>
                    <a:pt x="2800" y="1845"/>
                    <a:pt x="3067" y="2033"/>
                    <a:pt x="3333" y="2222"/>
                  </a:cubicBezTo>
                  <a:cubicBezTo>
                    <a:pt x="3434" y="2300"/>
                    <a:pt x="3555" y="2389"/>
                    <a:pt x="3689" y="2400"/>
                  </a:cubicBezTo>
                  <a:cubicBezTo>
                    <a:pt x="3703" y="2403"/>
                    <a:pt x="3717" y="2404"/>
                    <a:pt x="3731" y="2404"/>
                  </a:cubicBezTo>
                  <a:cubicBezTo>
                    <a:pt x="3845" y="2404"/>
                    <a:pt x="3971" y="2329"/>
                    <a:pt x="4000" y="2211"/>
                  </a:cubicBezTo>
                  <a:cubicBezTo>
                    <a:pt x="4022" y="2078"/>
                    <a:pt x="3900" y="1956"/>
                    <a:pt x="3800" y="1867"/>
                  </a:cubicBezTo>
                  <a:cubicBezTo>
                    <a:pt x="3522" y="1633"/>
                    <a:pt x="3244" y="1400"/>
                    <a:pt x="2978" y="1167"/>
                  </a:cubicBezTo>
                  <a:cubicBezTo>
                    <a:pt x="3056" y="1001"/>
                    <a:pt x="3355" y="1144"/>
                    <a:pt x="3478" y="1001"/>
                  </a:cubicBezTo>
                  <a:cubicBezTo>
                    <a:pt x="3533" y="934"/>
                    <a:pt x="3511" y="833"/>
                    <a:pt x="3456" y="756"/>
                  </a:cubicBezTo>
                  <a:cubicBezTo>
                    <a:pt x="3411" y="689"/>
                    <a:pt x="3333" y="656"/>
                    <a:pt x="3256" y="611"/>
                  </a:cubicBezTo>
                  <a:cubicBezTo>
                    <a:pt x="2834" y="401"/>
                    <a:pt x="2412" y="201"/>
                    <a:pt x="198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42"/>
            <p:cNvSpPr/>
            <p:nvPr/>
          </p:nvSpPr>
          <p:spPr>
            <a:xfrm>
              <a:off x="6284475" y="3392375"/>
              <a:ext cx="238025" cy="310500"/>
            </a:xfrm>
            <a:custGeom>
              <a:avLst/>
              <a:gdLst/>
              <a:ahLst/>
              <a:cxnLst/>
              <a:rect l="l" t="t" r="r" b="b"/>
              <a:pathLst>
                <a:path w="9521" h="12420" extrusionOk="0">
                  <a:moveTo>
                    <a:pt x="7345" y="1"/>
                  </a:moveTo>
                  <a:cubicBezTo>
                    <a:pt x="6401" y="1"/>
                    <a:pt x="5567" y="465"/>
                    <a:pt x="4788" y="967"/>
                  </a:cubicBezTo>
                  <a:cubicBezTo>
                    <a:pt x="3799" y="1611"/>
                    <a:pt x="2822" y="2311"/>
                    <a:pt x="1967" y="3111"/>
                  </a:cubicBezTo>
                  <a:cubicBezTo>
                    <a:pt x="1656" y="3410"/>
                    <a:pt x="1355" y="3722"/>
                    <a:pt x="1089" y="4066"/>
                  </a:cubicBezTo>
                  <a:cubicBezTo>
                    <a:pt x="733" y="4511"/>
                    <a:pt x="434" y="5010"/>
                    <a:pt x="212" y="5543"/>
                  </a:cubicBezTo>
                  <a:cubicBezTo>
                    <a:pt x="101" y="5822"/>
                    <a:pt x="0" y="6121"/>
                    <a:pt x="22" y="6421"/>
                  </a:cubicBezTo>
                  <a:cubicBezTo>
                    <a:pt x="34" y="6644"/>
                    <a:pt x="111" y="6844"/>
                    <a:pt x="200" y="7044"/>
                  </a:cubicBezTo>
                  <a:cubicBezTo>
                    <a:pt x="323" y="7321"/>
                    <a:pt x="500" y="7565"/>
                    <a:pt x="711" y="7787"/>
                  </a:cubicBezTo>
                  <a:cubicBezTo>
                    <a:pt x="700" y="7787"/>
                    <a:pt x="678" y="7787"/>
                    <a:pt x="667" y="7799"/>
                  </a:cubicBezTo>
                  <a:cubicBezTo>
                    <a:pt x="911" y="8187"/>
                    <a:pt x="1178" y="8565"/>
                    <a:pt x="1466" y="8932"/>
                  </a:cubicBezTo>
                  <a:cubicBezTo>
                    <a:pt x="1256" y="8832"/>
                    <a:pt x="1044" y="8743"/>
                    <a:pt x="844" y="8643"/>
                  </a:cubicBezTo>
                  <a:lnTo>
                    <a:pt x="844" y="8643"/>
                  </a:lnTo>
                  <a:cubicBezTo>
                    <a:pt x="1456" y="9232"/>
                    <a:pt x="2122" y="9754"/>
                    <a:pt x="2833" y="10209"/>
                  </a:cubicBezTo>
                  <a:lnTo>
                    <a:pt x="2466" y="10142"/>
                  </a:lnTo>
                  <a:lnTo>
                    <a:pt x="2466" y="10142"/>
                  </a:lnTo>
                  <a:cubicBezTo>
                    <a:pt x="2678" y="10187"/>
                    <a:pt x="2811" y="10409"/>
                    <a:pt x="2933" y="10554"/>
                  </a:cubicBezTo>
                  <a:cubicBezTo>
                    <a:pt x="3088" y="10742"/>
                    <a:pt x="3278" y="10876"/>
                    <a:pt x="3444" y="11043"/>
                  </a:cubicBezTo>
                  <a:cubicBezTo>
                    <a:pt x="3878" y="11498"/>
                    <a:pt x="4333" y="11920"/>
                    <a:pt x="4844" y="12298"/>
                  </a:cubicBezTo>
                  <a:cubicBezTo>
                    <a:pt x="4920" y="12359"/>
                    <a:pt x="5028" y="12420"/>
                    <a:pt x="5124" y="12420"/>
                  </a:cubicBezTo>
                  <a:cubicBezTo>
                    <a:pt x="5167" y="12420"/>
                    <a:pt x="5209" y="12407"/>
                    <a:pt x="5243" y="12376"/>
                  </a:cubicBezTo>
                  <a:cubicBezTo>
                    <a:pt x="5388" y="12242"/>
                    <a:pt x="5221" y="11998"/>
                    <a:pt x="5288" y="11809"/>
                  </a:cubicBezTo>
                  <a:lnTo>
                    <a:pt x="5288" y="11809"/>
                  </a:lnTo>
                  <a:cubicBezTo>
                    <a:pt x="5355" y="11942"/>
                    <a:pt x="5433" y="12075"/>
                    <a:pt x="5555" y="12164"/>
                  </a:cubicBezTo>
                  <a:cubicBezTo>
                    <a:pt x="5627" y="12217"/>
                    <a:pt x="5719" y="12250"/>
                    <a:pt x="5807" y="12250"/>
                  </a:cubicBezTo>
                  <a:cubicBezTo>
                    <a:pt x="5868" y="12250"/>
                    <a:pt x="5927" y="12234"/>
                    <a:pt x="5977" y="12198"/>
                  </a:cubicBezTo>
                  <a:cubicBezTo>
                    <a:pt x="6088" y="12109"/>
                    <a:pt x="6110" y="11954"/>
                    <a:pt x="6110" y="11820"/>
                  </a:cubicBezTo>
                  <a:cubicBezTo>
                    <a:pt x="6099" y="11564"/>
                    <a:pt x="5999" y="11320"/>
                    <a:pt x="5833" y="11142"/>
                  </a:cubicBezTo>
                  <a:lnTo>
                    <a:pt x="5833" y="11142"/>
                  </a:lnTo>
                  <a:cubicBezTo>
                    <a:pt x="6021" y="11287"/>
                    <a:pt x="6265" y="11387"/>
                    <a:pt x="6510" y="11398"/>
                  </a:cubicBezTo>
                  <a:cubicBezTo>
                    <a:pt x="6525" y="11399"/>
                    <a:pt x="6541" y="11400"/>
                    <a:pt x="6557" y="11400"/>
                  </a:cubicBezTo>
                  <a:cubicBezTo>
                    <a:pt x="6678" y="11400"/>
                    <a:pt x="6804" y="11362"/>
                    <a:pt x="6843" y="11253"/>
                  </a:cubicBezTo>
                  <a:cubicBezTo>
                    <a:pt x="6865" y="11176"/>
                    <a:pt x="6832" y="11098"/>
                    <a:pt x="6788" y="11031"/>
                  </a:cubicBezTo>
                  <a:cubicBezTo>
                    <a:pt x="6688" y="10865"/>
                    <a:pt x="6566" y="10709"/>
                    <a:pt x="6410" y="10587"/>
                  </a:cubicBezTo>
                  <a:lnTo>
                    <a:pt x="6410" y="10587"/>
                  </a:lnTo>
                  <a:cubicBezTo>
                    <a:pt x="6621" y="10687"/>
                    <a:pt x="6843" y="10754"/>
                    <a:pt x="7077" y="10798"/>
                  </a:cubicBezTo>
                  <a:cubicBezTo>
                    <a:pt x="7104" y="10802"/>
                    <a:pt x="7134" y="10806"/>
                    <a:pt x="7164" y="10806"/>
                  </a:cubicBezTo>
                  <a:cubicBezTo>
                    <a:pt x="7218" y="10806"/>
                    <a:pt x="7270" y="10793"/>
                    <a:pt x="7299" y="10742"/>
                  </a:cubicBezTo>
                  <a:cubicBezTo>
                    <a:pt x="7332" y="10698"/>
                    <a:pt x="7321" y="10643"/>
                    <a:pt x="7299" y="10587"/>
                  </a:cubicBezTo>
                  <a:cubicBezTo>
                    <a:pt x="7210" y="10320"/>
                    <a:pt x="7021" y="10076"/>
                    <a:pt x="6788" y="9920"/>
                  </a:cubicBezTo>
                  <a:lnTo>
                    <a:pt x="6788" y="9920"/>
                  </a:lnTo>
                  <a:cubicBezTo>
                    <a:pt x="6915" y="9961"/>
                    <a:pt x="7048" y="9982"/>
                    <a:pt x="7181" y="9982"/>
                  </a:cubicBezTo>
                  <a:cubicBezTo>
                    <a:pt x="7371" y="9982"/>
                    <a:pt x="7561" y="9939"/>
                    <a:pt x="7732" y="9854"/>
                  </a:cubicBezTo>
                  <a:cubicBezTo>
                    <a:pt x="6932" y="9120"/>
                    <a:pt x="6277" y="8288"/>
                    <a:pt x="5699" y="7399"/>
                  </a:cubicBezTo>
                  <a:cubicBezTo>
                    <a:pt x="5499" y="7099"/>
                    <a:pt x="5322" y="6777"/>
                    <a:pt x="5132" y="6454"/>
                  </a:cubicBezTo>
                  <a:cubicBezTo>
                    <a:pt x="5788" y="5777"/>
                    <a:pt x="6455" y="5099"/>
                    <a:pt x="7176" y="4533"/>
                  </a:cubicBezTo>
                  <a:cubicBezTo>
                    <a:pt x="7810" y="3911"/>
                    <a:pt x="8376" y="3211"/>
                    <a:pt x="8820" y="2455"/>
                  </a:cubicBezTo>
                  <a:cubicBezTo>
                    <a:pt x="9143" y="1877"/>
                    <a:pt x="9521" y="1356"/>
                    <a:pt x="9032" y="711"/>
                  </a:cubicBezTo>
                  <a:cubicBezTo>
                    <a:pt x="8699" y="267"/>
                    <a:pt x="8132" y="67"/>
                    <a:pt x="7588" y="11"/>
                  </a:cubicBezTo>
                  <a:cubicBezTo>
                    <a:pt x="7506" y="4"/>
                    <a:pt x="7425" y="1"/>
                    <a:pt x="7345"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42"/>
            <p:cNvSpPr/>
            <p:nvPr/>
          </p:nvSpPr>
          <p:spPr>
            <a:xfrm>
              <a:off x="6300575" y="3473475"/>
              <a:ext cx="101675" cy="204425"/>
            </a:xfrm>
            <a:custGeom>
              <a:avLst/>
              <a:gdLst/>
              <a:ahLst/>
              <a:cxnLst/>
              <a:rect l="l" t="t" r="r" b="b"/>
              <a:pathLst>
                <a:path w="4067" h="8177" extrusionOk="0">
                  <a:moveTo>
                    <a:pt x="1723" y="0"/>
                  </a:moveTo>
                  <a:cubicBezTo>
                    <a:pt x="1456" y="189"/>
                    <a:pt x="1256" y="445"/>
                    <a:pt x="1089" y="667"/>
                  </a:cubicBezTo>
                  <a:cubicBezTo>
                    <a:pt x="556" y="1378"/>
                    <a:pt x="245" y="2033"/>
                    <a:pt x="134" y="2677"/>
                  </a:cubicBezTo>
                  <a:cubicBezTo>
                    <a:pt x="0" y="3488"/>
                    <a:pt x="212" y="4277"/>
                    <a:pt x="711" y="4788"/>
                  </a:cubicBezTo>
                  <a:lnTo>
                    <a:pt x="745" y="4832"/>
                  </a:lnTo>
                  <a:lnTo>
                    <a:pt x="756" y="4822"/>
                  </a:lnTo>
                  <a:cubicBezTo>
                    <a:pt x="756" y="4854"/>
                    <a:pt x="767" y="4888"/>
                    <a:pt x="778" y="4921"/>
                  </a:cubicBezTo>
                  <a:cubicBezTo>
                    <a:pt x="878" y="5232"/>
                    <a:pt x="1012" y="5588"/>
                    <a:pt x="1278" y="5810"/>
                  </a:cubicBezTo>
                  <a:cubicBezTo>
                    <a:pt x="1370" y="5883"/>
                    <a:pt x="1462" y="5927"/>
                    <a:pt x="1548" y="5927"/>
                  </a:cubicBezTo>
                  <a:cubicBezTo>
                    <a:pt x="1566" y="5927"/>
                    <a:pt x="1583" y="5925"/>
                    <a:pt x="1600" y="5921"/>
                  </a:cubicBezTo>
                  <a:cubicBezTo>
                    <a:pt x="1634" y="5910"/>
                    <a:pt x="1667" y="5899"/>
                    <a:pt x="1700" y="5866"/>
                  </a:cubicBezTo>
                  <a:cubicBezTo>
                    <a:pt x="2056" y="6943"/>
                    <a:pt x="2955" y="7832"/>
                    <a:pt x="4033" y="8176"/>
                  </a:cubicBezTo>
                  <a:lnTo>
                    <a:pt x="4066" y="8065"/>
                  </a:lnTo>
                  <a:cubicBezTo>
                    <a:pt x="2989" y="7720"/>
                    <a:pt x="2089" y="6810"/>
                    <a:pt x="1778" y="5721"/>
                  </a:cubicBezTo>
                  <a:cubicBezTo>
                    <a:pt x="1778" y="5676"/>
                    <a:pt x="1767" y="5632"/>
                    <a:pt x="1733" y="5599"/>
                  </a:cubicBezTo>
                  <a:lnTo>
                    <a:pt x="1567" y="5399"/>
                  </a:lnTo>
                  <a:lnTo>
                    <a:pt x="1567" y="5399"/>
                  </a:lnTo>
                  <a:lnTo>
                    <a:pt x="1634" y="5654"/>
                  </a:lnTo>
                  <a:cubicBezTo>
                    <a:pt x="1634" y="5676"/>
                    <a:pt x="1645" y="5699"/>
                    <a:pt x="1656" y="5721"/>
                  </a:cubicBezTo>
                  <a:cubicBezTo>
                    <a:pt x="1656" y="5732"/>
                    <a:pt x="1645" y="5732"/>
                    <a:pt x="1645" y="5732"/>
                  </a:cubicBezTo>
                  <a:cubicBezTo>
                    <a:pt x="1634" y="5765"/>
                    <a:pt x="1600" y="5799"/>
                    <a:pt x="1578" y="5799"/>
                  </a:cubicBezTo>
                  <a:cubicBezTo>
                    <a:pt x="1566" y="5803"/>
                    <a:pt x="1553" y="5804"/>
                    <a:pt x="1541" y="5804"/>
                  </a:cubicBezTo>
                  <a:cubicBezTo>
                    <a:pt x="1474" y="5804"/>
                    <a:pt x="1403" y="5758"/>
                    <a:pt x="1356" y="5721"/>
                  </a:cubicBezTo>
                  <a:cubicBezTo>
                    <a:pt x="1111" y="5510"/>
                    <a:pt x="990" y="5177"/>
                    <a:pt x="889" y="4877"/>
                  </a:cubicBezTo>
                  <a:cubicBezTo>
                    <a:pt x="878" y="4832"/>
                    <a:pt x="867" y="4788"/>
                    <a:pt x="856" y="4733"/>
                  </a:cubicBezTo>
                  <a:cubicBezTo>
                    <a:pt x="956" y="4622"/>
                    <a:pt x="1000" y="4454"/>
                    <a:pt x="956" y="4311"/>
                  </a:cubicBezTo>
                  <a:lnTo>
                    <a:pt x="934" y="4232"/>
                  </a:lnTo>
                  <a:lnTo>
                    <a:pt x="867" y="4277"/>
                  </a:lnTo>
                  <a:cubicBezTo>
                    <a:pt x="790" y="4333"/>
                    <a:pt x="711" y="4432"/>
                    <a:pt x="723" y="4632"/>
                  </a:cubicBezTo>
                  <a:cubicBezTo>
                    <a:pt x="311" y="4143"/>
                    <a:pt x="134" y="3432"/>
                    <a:pt x="256" y="2699"/>
                  </a:cubicBezTo>
                  <a:cubicBezTo>
                    <a:pt x="356" y="2067"/>
                    <a:pt x="656" y="1433"/>
                    <a:pt x="1178" y="733"/>
                  </a:cubicBezTo>
                  <a:cubicBezTo>
                    <a:pt x="1345" y="522"/>
                    <a:pt x="1545" y="278"/>
                    <a:pt x="1789" y="100"/>
                  </a:cubicBezTo>
                  <a:lnTo>
                    <a:pt x="17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42"/>
            <p:cNvSpPr/>
            <p:nvPr/>
          </p:nvSpPr>
          <p:spPr>
            <a:xfrm>
              <a:off x="6367525" y="3542875"/>
              <a:ext cx="35275" cy="6150"/>
            </a:xfrm>
            <a:custGeom>
              <a:avLst/>
              <a:gdLst/>
              <a:ahLst/>
              <a:cxnLst/>
              <a:rect l="l" t="t" r="r" b="b"/>
              <a:pathLst>
                <a:path w="1411" h="246" extrusionOk="0">
                  <a:moveTo>
                    <a:pt x="968" y="1"/>
                  </a:moveTo>
                  <a:cubicBezTo>
                    <a:pt x="726" y="1"/>
                    <a:pt x="482" y="41"/>
                    <a:pt x="255" y="123"/>
                  </a:cubicBezTo>
                  <a:lnTo>
                    <a:pt x="0" y="224"/>
                  </a:lnTo>
                  <a:lnTo>
                    <a:pt x="344" y="246"/>
                  </a:lnTo>
                  <a:lnTo>
                    <a:pt x="344" y="224"/>
                  </a:lnTo>
                  <a:cubicBezTo>
                    <a:pt x="545" y="157"/>
                    <a:pt x="758" y="122"/>
                    <a:pt x="971" y="122"/>
                  </a:cubicBezTo>
                  <a:cubicBezTo>
                    <a:pt x="1112" y="122"/>
                    <a:pt x="1252" y="137"/>
                    <a:pt x="1388" y="168"/>
                  </a:cubicBezTo>
                  <a:lnTo>
                    <a:pt x="1410" y="46"/>
                  </a:lnTo>
                  <a:cubicBezTo>
                    <a:pt x="1266" y="16"/>
                    <a:pt x="1117" y="1"/>
                    <a:pt x="96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42"/>
            <p:cNvSpPr/>
            <p:nvPr/>
          </p:nvSpPr>
          <p:spPr>
            <a:xfrm>
              <a:off x="6377500" y="3555800"/>
              <a:ext cx="26700" cy="10175"/>
            </a:xfrm>
            <a:custGeom>
              <a:avLst/>
              <a:gdLst/>
              <a:ahLst/>
              <a:cxnLst/>
              <a:rect l="l" t="t" r="r" b="b"/>
              <a:pathLst>
                <a:path w="1068" h="407" extrusionOk="0">
                  <a:moveTo>
                    <a:pt x="937" y="1"/>
                  </a:moveTo>
                  <a:cubicBezTo>
                    <a:pt x="601" y="1"/>
                    <a:pt x="266" y="111"/>
                    <a:pt x="1" y="317"/>
                  </a:cubicBezTo>
                  <a:lnTo>
                    <a:pt x="68" y="406"/>
                  </a:lnTo>
                  <a:cubicBezTo>
                    <a:pt x="320" y="222"/>
                    <a:pt x="623" y="122"/>
                    <a:pt x="924" y="122"/>
                  </a:cubicBezTo>
                  <a:cubicBezTo>
                    <a:pt x="968" y="122"/>
                    <a:pt x="1012" y="125"/>
                    <a:pt x="1056" y="129"/>
                  </a:cubicBezTo>
                  <a:lnTo>
                    <a:pt x="1067" y="6"/>
                  </a:lnTo>
                  <a:cubicBezTo>
                    <a:pt x="1024" y="2"/>
                    <a:pt x="980" y="1"/>
                    <a:pt x="93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42"/>
            <p:cNvSpPr/>
            <p:nvPr/>
          </p:nvSpPr>
          <p:spPr>
            <a:xfrm>
              <a:off x="6460550" y="3400675"/>
              <a:ext cx="18350" cy="7825"/>
            </a:xfrm>
            <a:custGeom>
              <a:avLst/>
              <a:gdLst/>
              <a:ahLst/>
              <a:cxnLst/>
              <a:rect l="l" t="t" r="r" b="b"/>
              <a:pathLst>
                <a:path w="734" h="313" extrusionOk="0">
                  <a:moveTo>
                    <a:pt x="546" y="0"/>
                  </a:moveTo>
                  <a:cubicBezTo>
                    <a:pt x="342" y="0"/>
                    <a:pt x="136" y="80"/>
                    <a:pt x="0" y="224"/>
                  </a:cubicBezTo>
                  <a:lnTo>
                    <a:pt x="89" y="313"/>
                  </a:lnTo>
                  <a:cubicBezTo>
                    <a:pt x="204" y="189"/>
                    <a:pt x="369" y="120"/>
                    <a:pt x="532" y="120"/>
                  </a:cubicBezTo>
                  <a:cubicBezTo>
                    <a:pt x="589" y="120"/>
                    <a:pt x="646" y="129"/>
                    <a:pt x="700" y="146"/>
                  </a:cubicBezTo>
                  <a:lnTo>
                    <a:pt x="733" y="24"/>
                  </a:lnTo>
                  <a:cubicBezTo>
                    <a:pt x="673" y="8"/>
                    <a:pt x="609" y="0"/>
                    <a:pt x="546"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42"/>
            <p:cNvSpPr/>
            <p:nvPr/>
          </p:nvSpPr>
          <p:spPr>
            <a:xfrm>
              <a:off x="6440275" y="3408200"/>
              <a:ext cx="9175" cy="7525"/>
            </a:xfrm>
            <a:custGeom>
              <a:avLst/>
              <a:gdLst/>
              <a:ahLst/>
              <a:cxnLst/>
              <a:rect l="l" t="t" r="r" b="b"/>
              <a:pathLst>
                <a:path w="367" h="301" extrusionOk="0">
                  <a:moveTo>
                    <a:pt x="312" y="0"/>
                  </a:moveTo>
                  <a:lnTo>
                    <a:pt x="1" y="190"/>
                  </a:lnTo>
                  <a:lnTo>
                    <a:pt x="67" y="301"/>
                  </a:lnTo>
                  <a:lnTo>
                    <a:pt x="367" y="101"/>
                  </a:lnTo>
                  <a:lnTo>
                    <a:pt x="312"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42"/>
            <p:cNvSpPr/>
            <p:nvPr/>
          </p:nvSpPr>
          <p:spPr>
            <a:xfrm>
              <a:off x="6452775" y="3415700"/>
              <a:ext cx="6125" cy="5575"/>
            </a:xfrm>
            <a:custGeom>
              <a:avLst/>
              <a:gdLst/>
              <a:ahLst/>
              <a:cxnLst/>
              <a:rect l="l" t="t" r="r" b="b"/>
              <a:pathLst>
                <a:path w="245" h="223" extrusionOk="0">
                  <a:moveTo>
                    <a:pt x="167" y="1"/>
                  </a:moveTo>
                  <a:lnTo>
                    <a:pt x="0" y="134"/>
                  </a:lnTo>
                  <a:lnTo>
                    <a:pt x="78" y="223"/>
                  </a:lnTo>
                  <a:lnTo>
                    <a:pt x="244" y="100"/>
                  </a:lnTo>
                  <a:lnTo>
                    <a:pt x="1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42"/>
            <p:cNvSpPr/>
            <p:nvPr/>
          </p:nvSpPr>
          <p:spPr>
            <a:xfrm>
              <a:off x="6701325" y="3539375"/>
              <a:ext cx="87800" cy="88275"/>
            </a:xfrm>
            <a:custGeom>
              <a:avLst/>
              <a:gdLst/>
              <a:ahLst/>
              <a:cxnLst/>
              <a:rect l="l" t="t" r="r" b="b"/>
              <a:pathLst>
                <a:path w="3512" h="3531" extrusionOk="0">
                  <a:moveTo>
                    <a:pt x="1993" y="0"/>
                  </a:moveTo>
                  <a:cubicBezTo>
                    <a:pt x="1766" y="0"/>
                    <a:pt x="1518" y="61"/>
                    <a:pt x="1211" y="108"/>
                  </a:cubicBezTo>
                  <a:cubicBezTo>
                    <a:pt x="1122" y="119"/>
                    <a:pt x="1045" y="142"/>
                    <a:pt x="967" y="186"/>
                  </a:cubicBezTo>
                  <a:cubicBezTo>
                    <a:pt x="900" y="230"/>
                    <a:pt x="856" y="330"/>
                    <a:pt x="878" y="408"/>
                  </a:cubicBezTo>
                  <a:cubicBezTo>
                    <a:pt x="945" y="574"/>
                    <a:pt x="1278" y="541"/>
                    <a:pt x="1312" y="719"/>
                  </a:cubicBezTo>
                  <a:cubicBezTo>
                    <a:pt x="978" y="863"/>
                    <a:pt x="645" y="996"/>
                    <a:pt x="312" y="1130"/>
                  </a:cubicBezTo>
                  <a:cubicBezTo>
                    <a:pt x="179" y="1186"/>
                    <a:pt x="34" y="1263"/>
                    <a:pt x="12" y="1408"/>
                  </a:cubicBezTo>
                  <a:cubicBezTo>
                    <a:pt x="1" y="1541"/>
                    <a:pt x="123" y="1652"/>
                    <a:pt x="256" y="1675"/>
                  </a:cubicBezTo>
                  <a:cubicBezTo>
                    <a:pt x="285" y="1679"/>
                    <a:pt x="314" y="1682"/>
                    <a:pt x="343" y="1682"/>
                  </a:cubicBezTo>
                  <a:cubicBezTo>
                    <a:pt x="447" y="1682"/>
                    <a:pt x="549" y="1653"/>
                    <a:pt x="645" y="1619"/>
                  </a:cubicBezTo>
                  <a:cubicBezTo>
                    <a:pt x="956" y="1519"/>
                    <a:pt x="1256" y="1419"/>
                    <a:pt x="1567" y="1319"/>
                  </a:cubicBezTo>
                  <a:lnTo>
                    <a:pt x="1567" y="1319"/>
                  </a:lnTo>
                  <a:cubicBezTo>
                    <a:pt x="1611" y="1341"/>
                    <a:pt x="1567" y="1408"/>
                    <a:pt x="1534" y="1430"/>
                  </a:cubicBezTo>
                  <a:cubicBezTo>
                    <a:pt x="1178" y="1663"/>
                    <a:pt x="690" y="1685"/>
                    <a:pt x="445" y="2030"/>
                  </a:cubicBezTo>
                  <a:cubicBezTo>
                    <a:pt x="379" y="2107"/>
                    <a:pt x="345" y="2218"/>
                    <a:pt x="389" y="2307"/>
                  </a:cubicBezTo>
                  <a:cubicBezTo>
                    <a:pt x="432" y="2391"/>
                    <a:pt x="516" y="2420"/>
                    <a:pt x="611" y="2420"/>
                  </a:cubicBezTo>
                  <a:cubicBezTo>
                    <a:pt x="692" y="2420"/>
                    <a:pt x="780" y="2400"/>
                    <a:pt x="856" y="2374"/>
                  </a:cubicBezTo>
                  <a:cubicBezTo>
                    <a:pt x="1201" y="2252"/>
                    <a:pt x="1534" y="2119"/>
                    <a:pt x="1867" y="1986"/>
                  </a:cubicBezTo>
                  <a:lnTo>
                    <a:pt x="1867" y="1986"/>
                  </a:lnTo>
                  <a:cubicBezTo>
                    <a:pt x="1833" y="2163"/>
                    <a:pt x="1667" y="2297"/>
                    <a:pt x="1500" y="2374"/>
                  </a:cubicBezTo>
                  <a:cubicBezTo>
                    <a:pt x="1334" y="2463"/>
                    <a:pt x="1145" y="2519"/>
                    <a:pt x="1011" y="2641"/>
                  </a:cubicBezTo>
                  <a:cubicBezTo>
                    <a:pt x="912" y="2741"/>
                    <a:pt x="845" y="2919"/>
                    <a:pt x="945" y="3018"/>
                  </a:cubicBezTo>
                  <a:cubicBezTo>
                    <a:pt x="991" y="3057"/>
                    <a:pt x="1057" y="3069"/>
                    <a:pt x="1124" y="3069"/>
                  </a:cubicBezTo>
                  <a:cubicBezTo>
                    <a:pt x="1154" y="3069"/>
                    <a:pt x="1184" y="3066"/>
                    <a:pt x="1211" y="3063"/>
                  </a:cubicBezTo>
                  <a:cubicBezTo>
                    <a:pt x="1589" y="3018"/>
                    <a:pt x="1956" y="2896"/>
                    <a:pt x="2278" y="2697"/>
                  </a:cubicBezTo>
                  <a:lnTo>
                    <a:pt x="2278" y="2697"/>
                  </a:lnTo>
                  <a:cubicBezTo>
                    <a:pt x="2245" y="2963"/>
                    <a:pt x="1900" y="3040"/>
                    <a:pt x="1689" y="3218"/>
                  </a:cubicBezTo>
                  <a:cubicBezTo>
                    <a:pt x="1645" y="3252"/>
                    <a:pt x="1601" y="3307"/>
                    <a:pt x="1601" y="3363"/>
                  </a:cubicBezTo>
                  <a:cubicBezTo>
                    <a:pt x="1590" y="3483"/>
                    <a:pt x="1742" y="3531"/>
                    <a:pt x="1870" y="3531"/>
                  </a:cubicBezTo>
                  <a:cubicBezTo>
                    <a:pt x="1884" y="3531"/>
                    <a:pt x="1898" y="3530"/>
                    <a:pt x="1912" y="3529"/>
                  </a:cubicBezTo>
                  <a:cubicBezTo>
                    <a:pt x="2467" y="3452"/>
                    <a:pt x="3245" y="3096"/>
                    <a:pt x="3433" y="2519"/>
                  </a:cubicBezTo>
                  <a:cubicBezTo>
                    <a:pt x="3511" y="2297"/>
                    <a:pt x="3500" y="2063"/>
                    <a:pt x="3477" y="1841"/>
                  </a:cubicBezTo>
                  <a:cubicBezTo>
                    <a:pt x="3389" y="1285"/>
                    <a:pt x="3134" y="752"/>
                    <a:pt x="2744" y="352"/>
                  </a:cubicBezTo>
                  <a:cubicBezTo>
                    <a:pt x="2484" y="80"/>
                    <a:pt x="2252" y="0"/>
                    <a:pt x="199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12"/>
        <p:cNvGrpSpPr/>
        <p:nvPr/>
      </p:nvGrpSpPr>
      <p:grpSpPr>
        <a:xfrm>
          <a:off x="0" y="0"/>
          <a:ext cx="0" cy="0"/>
          <a:chOff x="0" y="0"/>
          <a:chExt cx="0" cy="0"/>
        </a:xfrm>
      </p:grpSpPr>
      <p:sp>
        <p:nvSpPr>
          <p:cNvPr id="1113" name="Google Shape;1113;p43"/>
          <p:cNvSpPr/>
          <p:nvPr/>
        </p:nvSpPr>
        <p:spPr>
          <a:xfrm>
            <a:off x="888612" y="342858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14" name="Google Shape;1114;p43"/>
          <p:cNvSpPr/>
          <p:nvPr/>
        </p:nvSpPr>
        <p:spPr>
          <a:xfrm flipH="1">
            <a:off x="6007825" y="342858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15" name="Google Shape;1115;p43"/>
          <p:cNvSpPr/>
          <p:nvPr/>
        </p:nvSpPr>
        <p:spPr>
          <a:xfrm flipH="1">
            <a:off x="888612" y="1772225"/>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16" name="Google Shape;1116;p43"/>
          <p:cNvSpPr/>
          <p:nvPr/>
        </p:nvSpPr>
        <p:spPr>
          <a:xfrm rot="10800000">
            <a:off x="6007825" y="1772225"/>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17" name="Google Shape;1117;p43"/>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118" name="Google Shape;1118;p43"/>
          <p:cNvSpPr txBox="1">
            <a:spLocks noGrp="1"/>
          </p:cNvSpPr>
          <p:nvPr>
            <p:ph type="subTitle" idx="1"/>
          </p:nvPr>
        </p:nvSpPr>
        <p:spPr>
          <a:xfrm>
            <a:off x="720000" y="3956700"/>
            <a:ext cx="2358300" cy="723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Neptune is the farthest planet from the Sun</a:t>
            </a:r>
            <a:endParaRPr/>
          </a:p>
        </p:txBody>
      </p:sp>
      <p:sp>
        <p:nvSpPr>
          <p:cNvPr id="1119" name="Google Shape;1119;p4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These are four columns</a:t>
            </a:r>
            <a:endParaRPr/>
          </a:p>
        </p:txBody>
      </p:sp>
      <p:sp>
        <p:nvSpPr>
          <p:cNvPr id="1120" name="Google Shape;1120;p43"/>
          <p:cNvSpPr txBox="1">
            <a:spLocks noGrp="1"/>
          </p:cNvSpPr>
          <p:nvPr>
            <p:ph type="subTitle" idx="2"/>
          </p:nvPr>
        </p:nvSpPr>
        <p:spPr>
          <a:xfrm>
            <a:off x="946500" y="349997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Neptune</a:t>
            </a:r>
            <a:endParaRPr/>
          </a:p>
        </p:txBody>
      </p:sp>
      <p:sp>
        <p:nvSpPr>
          <p:cNvPr id="1121" name="Google Shape;1121;p43"/>
          <p:cNvSpPr txBox="1">
            <a:spLocks noGrp="1"/>
          </p:cNvSpPr>
          <p:nvPr>
            <p:ph type="subTitle" idx="3"/>
          </p:nvPr>
        </p:nvSpPr>
        <p:spPr>
          <a:xfrm>
            <a:off x="6065700" y="3956700"/>
            <a:ext cx="2358300" cy="72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a:t>
            </a:r>
            <a:endParaRPr/>
          </a:p>
        </p:txBody>
      </p:sp>
      <p:sp>
        <p:nvSpPr>
          <p:cNvPr id="1122" name="Google Shape;1122;p43"/>
          <p:cNvSpPr txBox="1">
            <a:spLocks noGrp="1"/>
          </p:cNvSpPr>
          <p:nvPr>
            <p:ph type="subTitle" idx="4"/>
          </p:nvPr>
        </p:nvSpPr>
        <p:spPr>
          <a:xfrm>
            <a:off x="6065700" y="349997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Mars</a:t>
            </a:r>
            <a:endParaRPr/>
          </a:p>
        </p:txBody>
      </p:sp>
      <p:sp>
        <p:nvSpPr>
          <p:cNvPr id="1123" name="Google Shape;1123;p43"/>
          <p:cNvSpPr txBox="1">
            <a:spLocks noGrp="1"/>
          </p:cNvSpPr>
          <p:nvPr>
            <p:ph type="subTitle" idx="5"/>
          </p:nvPr>
        </p:nvSpPr>
        <p:spPr>
          <a:xfrm>
            <a:off x="720000" y="2300350"/>
            <a:ext cx="2358300" cy="723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Mercury is the closest planet to the Sun</a:t>
            </a:r>
            <a:endParaRPr/>
          </a:p>
        </p:txBody>
      </p:sp>
      <p:sp>
        <p:nvSpPr>
          <p:cNvPr id="1124" name="Google Shape;1124;p43"/>
          <p:cNvSpPr txBox="1">
            <a:spLocks noGrp="1"/>
          </p:cNvSpPr>
          <p:nvPr>
            <p:ph type="subTitle" idx="6"/>
          </p:nvPr>
        </p:nvSpPr>
        <p:spPr>
          <a:xfrm>
            <a:off x="946500" y="184362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Mercury</a:t>
            </a:r>
            <a:endParaRPr/>
          </a:p>
        </p:txBody>
      </p:sp>
      <p:sp>
        <p:nvSpPr>
          <p:cNvPr id="1125" name="Google Shape;1125;p43"/>
          <p:cNvSpPr txBox="1">
            <a:spLocks noGrp="1"/>
          </p:cNvSpPr>
          <p:nvPr>
            <p:ph type="subTitle" idx="7"/>
          </p:nvPr>
        </p:nvSpPr>
        <p:spPr>
          <a:xfrm>
            <a:off x="6065700" y="2300350"/>
            <a:ext cx="2358300" cy="72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but it’s hot</a:t>
            </a:r>
            <a:endParaRPr/>
          </a:p>
        </p:txBody>
      </p:sp>
      <p:sp>
        <p:nvSpPr>
          <p:cNvPr id="1126" name="Google Shape;1126;p43"/>
          <p:cNvSpPr txBox="1">
            <a:spLocks noGrp="1"/>
          </p:cNvSpPr>
          <p:nvPr>
            <p:ph type="subTitle" idx="8"/>
          </p:nvPr>
        </p:nvSpPr>
        <p:spPr>
          <a:xfrm>
            <a:off x="6065700" y="184362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Venus</a:t>
            </a:r>
            <a:endParaRPr/>
          </a:p>
        </p:txBody>
      </p:sp>
      <p:sp>
        <p:nvSpPr>
          <p:cNvPr id="1127" name="Google Shape;1127;p43"/>
          <p:cNvSpPr/>
          <p:nvPr/>
        </p:nvSpPr>
        <p:spPr>
          <a:xfrm>
            <a:off x="3255376" y="1772225"/>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128" name="Google Shape;1128;p43"/>
          <p:cNvSpPr/>
          <p:nvPr/>
        </p:nvSpPr>
        <p:spPr>
          <a:xfrm rot="10800000">
            <a:off x="4707438" y="1772225"/>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129" name="Google Shape;1129;p43"/>
          <p:cNvSpPr/>
          <p:nvPr/>
        </p:nvSpPr>
        <p:spPr>
          <a:xfrm rot="10800000" flipH="1">
            <a:off x="3255376" y="3460675"/>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130" name="Google Shape;1130;p43"/>
          <p:cNvSpPr/>
          <p:nvPr/>
        </p:nvSpPr>
        <p:spPr>
          <a:xfrm>
            <a:off x="4707438" y="3460675"/>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131" name="Google Shape;1131;p43"/>
          <p:cNvGrpSpPr/>
          <p:nvPr/>
        </p:nvGrpSpPr>
        <p:grpSpPr>
          <a:xfrm>
            <a:off x="5045184" y="3762499"/>
            <a:ext cx="522602" cy="477521"/>
            <a:chOff x="1998851" y="2798462"/>
            <a:chExt cx="393644" cy="359687"/>
          </a:xfrm>
        </p:grpSpPr>
        <p:sp>
          <p:nvSpPr>
            <p:cNvPr id="1132" name="Google Shape;1132;p43"/>
            <p:cNvSpPr/>
            <p:nvPr/>
          </p:nvSpPr>
          <p:spPr>
            <a:xfrm>
              <a:off x="2214920" y="2798462"/>
              <a:ext cx="177569" cy="306109"/>
            </a:xfrm>
            <a:custGeom>
              <a:avLst/>
              <a:gdLst/>
              <a:ahLst/>
              <a:cxnLst/>
              <a:rect l="l" t="t" r="r" b="b"/>
              <a:pathLst>
                <a:path w="4404" h="7592" extrusionOk="0">
                  <a:moveTo>
                    <a:pt x="2116" y="1"/>
                  </a:moveTo>
                  <a:lnTo>
                    <a:pt x="1" y="1645"/>
                  </a:lnTo>
                  <a:lnTo>
                    <a:pt x="1" y="7591"/>
                  </a:lnTo>
                  <a:lnTo>
                    <a:pt x="4403" y="7591"/>
                  </a:lnTo>
                  <a:lnTo>
                    <a:pt x="4403" y="2131"/>
                  </a:lnTo>
                  <a:lnTo>
                    <a:pt x="2116"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43"/>
            <p:cNvSpPr/>
            <p:nvPr/>
          </p:nvSpPr>
          <p:spPr>
            <a:xfrm>
              <a:off x="1998851" y="2798462"/>
              <a:ext cx="177529" cy="306109"/>
            </a:xfrm>
            <a:custGeom>
              <a:avLst/>
              <a:gdLst/>
              <a:ahLst/>
              <a:cxnLst/>
              <a:rect l="l" t="t" r="r" b="b"/>
              <a:pathLst>
                <a:path w="4403" h="7592" extrusionOk="0">
                  <a:moveTo>
                    <a:pt x="2287" y="1"/>
                  </a:moveTo>
                  <a:lnTo>
                    <a:pt x="0" y="2131"/>
                  </a:lnTo>
                  <a:lnTo>
                    <a:pt x="0" y="7591"/>
                  </a:lnTo>
                  <a:lnTo>
                    <a:pt x="4403" y="7591"/>
                  </a:lnTo>
                  <a:lnTo>
                    <a:pt x="4403" y="1645"/>
                  </a:lnTo>
                  <a:lnTo>
                    <a:pt x="2287"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43"/>
            <p:cNvSpPr/>
            <p:nvPr/>
          </p:nvSpPr>
          <p:spPr>
            <a:xfrm>
              <a:off x="2041509" y="2836523"/>
              <a:ext cx="307763" cy="268047"/>
            </a:xfrm>
            <a:custGeom>
              <a:avLst/>
              <a:gdLst/>
              <a:ahLst/>
              <a:cxnLst/>
              <a:rect l="l" t="t" r="r" b="b"/>
              <a:pathLst>
                <a:path w="7633" h="6648" extrusionOk="0">
                  <a:moveTo>
                    <a:pt x="3816" y="0"/>
                  </a:moveTo>
                  <a:lnTo>
                    <a:pt x="1944" y="1230"/>
                  </a:lnTo>
                  <a:lnTo>
                    <a:pt x="1487" y="2487"/>
                  </a:lnTo>
                  <a:lnTo>
                    <a:pt x="557" y="2859"/>
                  </a:lnTo>
                  <a:lnTo>
                    <a:pt x="0" y="6647"/>
                  </a:lnTo>
                  <a:lnTo>
                    <a:pt x="2129" y="6647"/>
                  </a:lnTo>
                  <a:lnTo>
                    <a:pt x="2544" y="4546"/>
                  </a:lnTo>
                  <a:lnTo>
                    <a:pt x="3831" y="4046"/>
                  </a:lnTo>
                  <a:lnTo>
                    <a:pt x="5102" y="4546"/>
                  </a:lnTo>
                  <a:lnTo>
                    <a:pt x="5517" y="6647"/>
                  </a:lnTo>
                  <a:lnTo>
                    <a:pt x="7633" y="6647"/>
                  </a:lnTo>
                  <a:lnTo>
                    <a:pt x="7418" y="3802"/>
                  </a:lnTo>
                  <a:lnTo>
                    <a:pt x="5918" y="2430"/>
                  </a:lnTo>
                  <a:lnTo>
                    <a:pt x="5417" y="1058"/>
                  </a:lnTo>
                  <a:lnTo>
                    <a:pt x="38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43"/>
            <p:cNvSpPr/>
            <p:nvPr/>
          </p:nvSpPr>
          <p:spPr>
            <a:xfrm>
              <a:off x="2104285" y="2974817"/>
              <a:ext cx="183295" cy="129750"/>
            </a:xfrm>
            <a:custGeom>
              <a:avLst/>
              <a:gdLst/>
              <a:ahLst/>
              <a:cxnLst/>
              <a:rect l="l" t="t" r="r" b="b"/>
              <a:pathLst>
                <a:path w="4546" h="3218" extrusionOk="0">
                  <a:moveTo>
                    <a:pt x="2274" y="1"/>
                  </a:moveTo>
                  <a:lnTo>
                    <a:pt x="487" y="702"/>
                  </a:lnTo>
                  <a:lnTo>
                    <a:pt x="1" y="3217"/>
                  </a:lnTo>
                  <a:lnTo>
                    <a:pt x="4546" y="3217"/>
                  </a:lnTo>
                  <a:lnTo>
                    <a:pt x="4046" y="702"/>
                  </a:lnTo>
                  <a:lnTo>
                    <a:pt x="2274"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43"/>
            <p:cNvSpPr/>
            <p:nvPr/>
          </p:nvSpPr>
          <p:spPr>
            <a:xfrm>
              <a:off x="1998851" y="3081461"/>
              <a:ext cx="393644" cy="76689"/>
            </a:xfrm>
            <a:custGeom>
              <a:avLst/>
              <a:gdLst/>
              <a:ahLst/>
              <a:cxnLst/>
              <a:rect l="l" t="t" r="r" b="b"/>
              <a:pathLst>
                <a:path w="9763" h="1902" extrusionOk="0">
                  <a:moveTo>
                    <a:pt x="0" y="1"/>
                  </a:moveTo>
                  <a:lnTo>
                    <a:pt x="0" y="1901"/>
                  </a:lnTo>
                  <a:lnTo>
                    <a:pt x="9762" y="1901"/>
                  </a:lnTo>
                  <a:lnTo>
                    <a:pt x="976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 name="Google Shape;1137;p43"/>
          <p:cNvGrpSpPr/>
          <p:nvPr/>
        </p:nvGrpSpPr>
        <p:grpSpPr>
          <a:xfrm>
            <a:off x="3593139" y="2105445"/>
            <a:ext cx="522539" cy="414733"/>
            <a:chOff x="2677740" y="2822130"/>
            <a:chExt cx="393597" cy="312393"/>
          </a:xfrm>
        </p:grpSpPr>
        <p:sp>
          <p:nvSpPr>
            <p:cNvPr id="1138" name="Google Shape;1138;p43"/>
            <p:cNvSpPr/>
            <p:nvPr/>
          </p:nvSpPr>
          <p:spPr>
            <a:xfrm>
              <a:off x="2820630" y="2844587"/>
              <a:ext cx="121081" cy="80156"/>
            </a:xfrm>
            <a:custGeom>
              <a:avLst/>
              <a:gdLst/>
              <a:ahLst/>
              <a:cxnLst/>
              <a:rect l="l" t="t" r="r" b="b"/>
              <a:pathLst>
                <a:path w="3003" h="1988" extrusionOk="0">
                  <a:moveTo>
                    <a:pt x="1" y="0"/>
                  </a:moveTo>
                  <a:lnTo>
                    <a:pt x="1" y="572"/>
                  </a:lnTo>
                  <a:cubicBezTo>
                    <a:pt x="487" y="572"/>
                    <a:pt x="887" y="959"/>
                    <a:pt x="887" y="1445"/>
                  </a:cubicBezTo>
                  <a:lnTo>
                    <a:pt x="887" y="1988"/>
                  </a:lnTo>
                  <a:lnTo>
                    <a:pt x="3002" y="1616"/>
                  </a:lnTo>
                  <a:lnTo>
                    <a:pt x="3002" y="1315"/>
                  </a:lnTo>
                  <a:cubicBezTo>
                    <a:pt x="3002" y="587"/>
                    <a:pt x="2402" y="0"/>
                    <a:pt x="1673"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43"/>
            <p:cNvSpPr/>
            <p:nvPr/>
          </p:nvSpPr>
          <p:spPr>
            <a:xfrm>
              <a:off x="2820630" y="3054366"/>
              <a:ext cx="121081" cy="80156"/>
            </a:xfrm>
            <a:custGeom>
              <a:avLst/>
              <a:gdLst/>
              <a:ahLst/>
              <a:cxnLst/>
              <a:rect l="l" t="t" r="r" b="b"/>
              <a:pathLst>
                <a:path w="3003" h="1988" extrusionOk="0">
                  <a:moveTo>
                    <a:pt x="887" y="0"/>
                  </a:moveTo>
                  <a:lnTo>
                    <a:pt x="887" y="543"/>
                  </a:lnTo>
                  <a:cubicBezTo>
                    <a:pt x="887" y="1016"/>
                    <a:pt x="487" y="1416"/>
                    <a:pt x="1" y="1416"/>
                  </a:cubicBezTo>
                  <a:lnTo>
                    <a:pt x="1" y="1988"/>
                  </a:lnTo>
                  <a:lnTo>
                    <a:pt x="1673" y="1988"/>
                  </a:lnTo>
                  <a:cubicBezTo>
                    <a:pt x="2402" y="1988"/>
                    <a:pt x="3002" y="1387"/>
                    <a:pt x="3002" y="658"/>
                  </a:cubicBezTo>
                  <a:lnTo>
                    <a:pt x="3002" y="372"/>
                  </a:lnTo>
                  <a:lnTo>
                    <a:pt x="88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43"/>
            <p:cNvSpPr/>
            <p:nvPr/>
          </p:nvSpPr>
          <p:spPr>
            <a:xfrm>
              <a:off x="2677740" y="2917806"/>
              <a:ext cx="96849" cy="144104"/>
            </a:xfrm>
            <a:custGeom>
              <a:avLst/>
              <a:gdLst/>
              <a:ahLst/>
              <a:cxnLst/>
              <a:rect l="l" t="t" r="r" b="b"/>
              <a:pathLst>
                <a:path w="2402" h="3574" extrusionOk="0">
                  <a:moveTo>
                    <a:pt x="0" y="0"/>
                  </a:moveTo>
                  <a:lnTo>
                    <a:pt x="0" y="814"/>
                  </a:lnTo>
                  <a:cubicBezTo>
                    <a:pt x="0" y="1201"/>
                    <a:pt x="185" y="1558"/>
                    <a:pt x="471" y="1786"/>
                  </a:cubicBezTo>
                  <a:cubicBezTo>
                    <a:pt x="185" y="2015"/>
                    <a:pt x="0" y="2373"/>
                    <a:pt x="0" y="2758"/>
                  </a:cubicBezTo>
                  <a:lnTo>
                    <a:pt x="0" y="3574"/>
                  </a:lnTo>
                  <a:lnTo>
                    <a:pt x="1144" y="3574"/>
                  </a:lnTo>
                  <a:cubicBezTo>
                    <a:pt x="1843" y="3574"/>
                    <a:pt x="2401" y="3016"/>
                    <a:pt x="2401" y="2316"/>
                  </a:cubicBezTo>
                  <a:lnTo>
                    <a:pt x="2401" y="1258"/>
                  </a:lnTo>
                  <a:cubicBezTo>
                    <a:pt x="2401" y="557"/>
                    <a:pt x="1843" y="0"/>
                    <a:pt x="114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43"/>
            <p:cNvSpPr/>
            <p:nvPr/>
          </p:nvSpPr>
          <p:spPr>
            <a:xfrm>
              <a:off x="2931305" y="2890672"/>
              <a:ext cx="140031" cy="197770"/>
            </a:xfrm>
            <a:custGeom>
              <a:avLst/>
              <a:gdLst/>
              <a:ahLst/>
              <a:cxnLst/>
              <a:rect l="l" t="t" r="r" b="b"/>
              <a:pathLst>
                <a:path w="3473" h="4905" extrusionOk="0">
                  <a:moveTo>
                    <a:pt x="443" y="1"/>
                  </a:moveTo>
                  <a:cubicBezTo>
                    <a:pt x="157" y="816"/>
                    <a:pt x="0" y="1645"/>
                    <a:pt x="0" y="2459"/>
                  </a:cubicBezTo>
                  <a:cubicBezTo>
                    <a:pt x="0" y="3260"/>
                    <a:pt x="157" y="4089"/>
                    <a:pt x="443" y="4904"/>
                  </a:cubicBezTo>
                  <a:cubicBezTo>
                    <a:pt x="1144" y="4761"/>
                    <a:pt x="1830" y="4375"/>
                    <a:pt x="2459" y="3774"/>
                  </a:cubicBezTo>
                  <a:cubicBezTo>
                    <a:pt x="3044" y="3189"/>
                    <a:pt x="3387" y="2617"/>
                    <a:pt x="3387" y="2602"/>
                  </a:cubicBezTo>
                  <a:lnTo>
                    <a:pt x="3473" y="2459"/>
                  </a:lnTo>
                  <a:lnTo>
                    <a:pt x="3387" y="2316"/>
                  </a:lnTo>
                  <a:cubicBezTo>
                    <a:pt x="3387" y="2288"/>
                    <a:pt x="3044" y="1716"/>
                    <a:pt x="2459" y="1144"/>
                  </a:cubicBezTo>
                  <a:cubicBezTo>
                    <a:pt x="1830" y="530"/>
                    <a:pt x="1144" y="144"/>
                    <a:pt x="443"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43"/>
            <p:cNvSpPr/>
            <p:nvPr/>
          </p:nvSpPr>
          <p:spPr>
            <a:xfrm>
              <a:off x="2748580" y="2888373"/>
              <a:ext cx="223091" cy="202366"/>
            </a:xfrm>
            <a:custGeom>
              <a:avLst/>
              <a:gdLst/>
              <a:ahLst/>
              <a:cxnLst/>
              <a:rect l="l" t="t" r="r" b="b"/>
              <a:pathLst>
                <a:path w="5533" h="5019" extrusionOk="0">
                  <a:moveTo>
                    <a:pt x="4403" y="1"/>
                  </a:moveTo>
                  <a:cubicBezTo>
                    <a:pt x="3360" y="1"/>
                    <a:pt x="2287" y="401"/>
                    <a:pt x="1316" y="1173"/>
                  </a:cubicBezTo>
                  <a:cubicBezTo>
                    <a:pt x="572" y="1745"/>
                    <a:pt x="143" y="2316"/>
                    <a:pt x="130" y="2345"/>
                  </a:cubicBezTo>
                  <a:lnTo>
                    <a:pt x="1" y="2516"/>
                  </a:lnTo>
                  <a:lnTo>
                    <a:pt x="130" y="2688"/>
                  </a:lnTo>
                  <a:cubicBezTo>
                    <a:pt x="143" y="2703"/>
                    <a:pt x="572" y="3275"/>
                    <a:pt x="1316" y="3846"/>
                  </a:cubicBezTo>
                  <a:cubicBezTo>
                    <a:pt x="2287" y="4618"/>
                    <a:pt x="3360" y="5018"/>
                    <a:pt x="4403" y="5018"/>
                  </a:cubicBezTo>
                  <a:cubicBezTo>
                    <a:pt x="4775" y="5018"/>
                    <a:pt x="5161" y="4946"/>
                    <a:pt x="5533" y="4803"/>
                  </a:cubicBezTo>
                  <a:cubicBezTo>
                    <a:pt x="5247" y="4032"/>
                    <a:pt x="5104" y="3275"/>
                    <a:pt x="5104" y="2516"/>
                  </a:cubicBezTo>
                  <a:cubicBezTo>
                    <a:pt x="5104" y="1759"/>
                    <a:pt x="5247" y="988"/>
                    <a:pt x="5533" y="216"/>
                  </a:cubicBezTo>
                  <a:cubicBezTo>
                    <a:pt x="5161" y="73"/>
                    <a:pt x="4775" y="1"/>
                    <a:pt x="44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43"/>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43"/>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43"/>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43"/>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43"/>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43"/>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43"/>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43"/>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 name="Google Shape;1151;p43"/>
          <p:cNvGrpSpPr/>
          <p:nvPr/>
        </p:nvGrpSpPr>
        <p:grpSpPr>
          <a:xfrm>
            <a:off x="3660792" y="3740346"/>
            <a:ext cx="387222" cy="521844"/>
            <a:chOff x="2050096" y="3495818"/>
            <a:chExt cx="291671" cy="393073"/>
          </a:xfrm>
        </p:grpSpPr>
        <p:sp>
          <p:nvSpPr>
            <p:cNvPr id="1152" name="Google Shape;1152;p43"/>
            <p:cNvSpPr/>
            <p:nvPr/>
          </p:nvSpPr>
          <p:spPr>
            <a:xfrm>
              <a:off x="2136540" y="3737288"/>
              <a:ext cx="71528" cy="151603"/>
            </a:xfrm>
            <a:custGeom>
              <a:avLst/>
              <a:gdLst/>
              <a:ahLst/>
              <a:cxnLst/>
              <a:rect l="l" t="t" r="r" b="b"/>
              <a:pathLst>
                <a:path w="1774" h="3760" extrusionOk="0">
                  <a:moveTo>
                    <a:pt x="1202" y="1"/>
                  </a:moveTo>
                  <a:lnTo>
                    <a:pt x="1202" y="2002"/>
                  </a:lnTo>
                  <a:cubicBezTo>
                    <a:pt x="1202" y="2659"/>
                    <a:pt x="658" y="3187"/>
                    <a:pt x="1" y="3187"/>
                  </a:cubicBezTo>
                  <a:lnTo>
                    <a:pt x="1" y="3759"/>
                  </a:lnTo>
                  <a:cubicBezTo>
                    <a:pt x="973" y="3759"/>
                    <a:pt x="1773" y="2974"/>
                    <a:pt x="1773" y="2002"/>
                  </a:cubicBezTo>
                  <a:lnTo>
                    <a:pt x="1773"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43"/>
            <p:cNvSpPr/>
            <p:nvPr/>
          </p:nvSpPr>
          <p:spPr>
            <a:xfrm>
              <a:off x="2050096" y="3495818"/>
              <a:ext cx="145878" cy="145837"/>
            </a:xfrm>
            <a:custGeom>
              <a:avLst/>
              <a:gdLst/>
              <a:ahLst/>
              <a:cxnLst/>
              <a:rect l="l" t="t" r="r" b="b"/>
              <a:pathLst>
                <a:path w="3618" h="3617" extrusionOk="0">
                  <a:moveTo>
                    <a:pt x="2459" y="0"/>
                  </a:moveTo>
                  <a:cubicBezTo>
                    <a:pt x="2160" y="0"/>
                    <a:pt x="1888" y="114"/>
                    <a:pt x="1659" y="315"/>
                  </a:cubicBezTo>
                  <a:cubicBezTo>
                    <a:pt x="1430" y="529"/>
                    <a:pt x="1302" y="829"/>
                    <a:pt x="1287" y="1158"/>
                  </a:cubicBezTo>
                  <a:cubicBezTo>
                    <a:pt x="1287" y="1201"/>
                    <a:pt x="1287" y="1244"/>
                    <a:pt x="1302" y="1301"/>
                  </a:cubicBezTo>
                  <a:cubicBezTo>
                    <a:pt x="1259" y="1286"/>
                    <a:pt x="1216" y="1286"/>
                    <a:pt x="1173" y="1286"/>
                  </a:cubicBezTo>
                  <a:cubicBezTo>
                    <a:pt x="873" y="1286"/>
                    <a:pt x="573" y="1401"/>
                    <a:pt x="359" y="1616"/>
                  </a:cubicBezTo>
                  <a:cubicBezTo>
                    <a:pt x="130" y="1830"/>
                    <a:pt x="1" y="2130"/>
                    <a:pt x="1" y="2445"/>
                  </a:cubicBezTo>
                  <a:cubicBezTo>
                    <a:pt x="1" y="2773"/>
                    <a:pt x="115" y="3074"/>
                    <a:pt x="344" y="3288"/>
                  </a:cubicBezTo>
                  <a:lnTo>
                    <a:pt x="373" y="3316"/>
                  </a:lnTo>
                  <a:cubicBezTo>
                    <a:pt x="573" y="3503"/>
                    <a:pt x="845" y="3617"/>
                    <a:pt x="1131" y="3617"/>
                  </a:cubicBezTo>
                  <a:lnTo>
                    <a:pt x="3618" y="3617"/>
                  </a:lnTo>
                  <a:lnTo>
                    <a:pt x="3618" y="1130"/>
                  </a:lnTo>
                  <a:cubicBezTo>
                    <a:pt x="3618" y="829"/>
                    <a:pt x="3503" y="558"/>
                    <a:pt x="3303" y="358"/>
                  </a:cubicBezTo>
                  <a:cubicBezTo>
                    <a:pt x="3288" y="343"/>
                    <a:pt x="3288" y="329"/>
                    <a:pt x="3275" y="329"/>
                  </a:cubicBezTo>
                  <a:cubicBezTo>
                    <a:pt x="3060" y="114"/>
                    <a:pt x="2774" y="0"/>
                    <a:pt x="245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43"/>
            <p:cNvSpPr/>
            <p:nvPr/>
          </p:nvSpPr>
          <p:spPr>
            <a:xfrm>
              <a:off x="2050096" y="3641612"/>
              <a:ext cx="145878" cy="145273"/>
            </a:xfrm>
            <a:custGeom>
              <a:avLst/>
              <a:gdLst/>
              <a:ahLst/>
              <a:cxnLst/>
              <a:rect l="l" t="t" r="r" b="b"/>
              <a:pathLst>
                <a:path w="3618" h="3603" extrusionOk="0">
                  <a:moveTo>
                    <a:pt x="1131" y="1"/>
                  </a:moveTo>
                  <a:cubicBezTo>
                    <a:pt x="845" y="1"/>
                    <a:pt x="559" y="100"/>
                    <a:pt x="359" y="300"/>
                  </a:cubicBezTo>
                  <a:cubicBezTo>
                    <a:pt x="344" y="315"/>
                    <a:pt x="344" y="329"/>
                    <a:pt x="330" y="329"/>
                  </a:cubicBezTo>
                  <a:cubicBezTo>
                    <a:pt x="115" y="558"/>
                    <a:pt x="1" y="844"/>
                    <a:pt x="1" y="1144"/>
                  </a:cubicBezTo>
                  <a:cubicBezTo>
                    <a:pt x="1" y="1444"/>
                    <a:pt x="115" y="1730"/>
                    <a:pt x="315" y="1945"/>
                  </a:cubicBezTo>
                  <a:cubicBezTo>
                    <a:pt x="530" y="2187"/>
                    <a:pt x="830" y="2316"/>
                    <a:pt x="1159" y="2316"/>
                  </a:cubicBezTo>
                  <a:lnTo>
                    <a:pt x="1302" y="2316"/>
                  </a:lnTo>
                  <a:cubicBezTo>
                    <a:pt x="1287" y="2359"/>
                    <a:pt x="1287" y="2402"/>
                    <a:pt x="1287" y="2431"/>
                  </a:cubicBezTo>
                  <a:cubicBezTo>
                    <a:pt x="1287" y="2745"/>
                    <a:pt x="1402" y="3031"/>
                    <a:pt x="1617" y="3245"/>
                  </a:cubicBezTo>
                  <a:cubicBezTo>
                    <a:pt x="1845" y="3474"/>
                    <a:pt x="2131" y="3603"/>
                    <a:pt x="2459" y="3603"/>
                  </a:cubicBezTo>
                  <a:cubicBezTo>
                    <a:pt x="2774" y="3603"/>
                    <a:pt x="3075" y="3488"/>
                    <a:pt x="3288" y="3260"/>
                  </a:cubicBezTo>
                  <a:cubicBezTo>
                    <a:pt x="3303" y="3245"/>
                    <a:pt x="3317" y="3245"/>
                    <a:pt x="3317" y="3231"/>
                  </a:cubicBezTo>
                  <a:cubicBezTo>
                    <a:pt x="3517" y="3031"/>
                    <a:pt x="3618" y="2759"/>
                    <a:pt x="3618" y="2473"/>
                  </a:cubicBezTo>
                  <a:lnTo>
                    <a:pt x="3618"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43"/>
            <p:cNvSpPr/>
            <p:nvPr/>
          </p:nvSpPr>
          <p:spPr>
            <a:xfrm>
              <a:off x="2195930" y="3641612"/>
              <a:ext cx="145837" cy="145273"/>
            </a:xfrm>
            <a:custGeom>
              <a:avLst/>
              <a:gdLst/>
              <a:ahLst/>
              <a:cxnLst/>
              <a:rect l="l" t="t" r="r" b="b"/>
              <a:pathLst>
                <a:path w="3617" h="3603" extrusionOk="0">
                  <a:moveTo>
                    <a:pt x="1" y="1"/>
                  </a:moveTo>
                  <a:lnTo>
                    <a:pt x="1" y="2473"/>
                  </a:lnTo>
                  <a:cubicBezTo>
                    <a:pt x="1" y="2774"/>
                    <a:pt x="100" y="3045"/>
                    <a:pt x="300" y="3245"/>
                  </a:cubicBezTo>
                  <a:lnTo>
                    <a:pt x="344" y="3288"/>
                  </a:lnTo>
                  <a:cubicBezTo>
                    <a:pt x="558" y="3488"/>
                    <a:pt x="844" y="3603"/>
                    <a:pt x="1144" y="3603"/>
                  </a:cubicBezTo>
                  <a:cubicBezTo>
                    <a:pt x="1444" y="3603"/>
                    <a:pt x="1730" y="3488"/>
                    <a:pt x="1945" y="3288"/>
                  </a:cubicBezTo>
                  <a:cubicBezTo>
                    <a:pt x="2187" y="3073"/>
                    <a:pt x="2316" y="2774"/>
                    <a:pt x="2316" y="2459"/>
                  </a:cubicBezTo>
                  <a:lnTo>
                    <a:pt x="2316" y="2316"/>
                  </a:lnTo>
                  <a:lnTo>
                    <a:pt x="2444" y="2316"/>
                  </a:lnTo>
                  <a:cubicBezTo>
                    <a:pt x="2745" y="2316"/>
                    <a:pt x="3031" y="2202"/>
                    <a:pt x="3245" y="1987"/>
                  </a:cubicBezTo>
                  <a:cubicBezTo>
                    <a:pt x="3473" y="1773"/>
                    <a:pt x="3603" y="1473"/>
                    <a:pt x="3603" y="1158"/>
                  </a:cubicBezTo>
                  <a:cubicBezTo>
                    <a:pt x="3616" y="844"/>
                    <a:pt x="3488" y="544"/>
                    <a:pt x="3260" y="315"/>
                  </a:cubicBezTo>
                  <a:cubicBezTo>
                    <a:pt x="3260" y="300"/>
                    <a:pt x="3245" y="300"/>
                    <a:pt x="3231" y="287"/>
                  </a:cubicBezTo>
                  <a:cubicBezTo>
                    <a:pt x="3031" y="100"/>
                    <a:pt x="2759" y="1"/>
                    <a:pt x="2473" y="1"/>
                  </a:cubicBezTo>
                  <a:close/>
                </a:path>
              </a:pathLst>
            </a:custGeom>
            <a:solidFill>
              <a:srgbClr val="00AA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43"/>
            <p:cNvSpPr/>
            <p:nvPr/>
          </p:nvSpPr>
          <p:spPr>
            <a:xfrm>
              <a:off x="2195930" y="3495818"/>
              <a:ext cx="145273" cy="145837"/>
            </a:xfrm>
            <a:custGeom>
              <a:avLst/>
              <a:gdLst/>
              <a:ahLst/>
              <a:cxnLst/>
              <a:rect l="l" t="t" r="r" b="b"/>
              <a:pathLst>
                <a:path w="3603" h="3617" extrusionOk="0">
                  <a:moveTo>
                    <a:pt x="1158" y="0"/>
                  </a:moveTo>
                  <a:cubicBezTo>
                    <a:pt x="844" y="0"/>
                    <a:pt x="544" y="114"/>
                    <a:pt x="315" y="343"/>
                  </a:cubicBezTo>
                  <a:lnTo>
                    <a:pt x="287" y="372"/>
                  </a:lnTo>
                  <a:cubicBezTo>
                    <a:pt x="100" y="572"/>
                    <a:pt x="1" y="844"/>
                    <a:pt x="1" y="1130"/>
                  </a:cubicBezTo>
                  <a:lnTo>
                    <a:pt x="1" y="3617"/>
                  </a:lnTo>
                  <a:lnTo>
                    <a:pt x="2473" y="3617"/>
                  </a:lnTo>
                  <a:cubicBezTo>
                    <a:pt x="2774" y="3617"/>
                    <a:pt x="3045" y="3503"/>
                    <a:pt x="3260" y="3302"/>
                  </a:cubicBezTo>
                  <a:cubicBezTo>
                    <a:pt x="3260" y="3288"/>
                    <a:pt x="3273" y="3288"/>
                    <a:pt x="3288" y="3274"/>
                  </a:cubicBezTo>
                  <a:cubicBezTo>
                    <a:pt x="3488" y="3059"/>
                    <a:pt x="3603" y="2759"/>
                    <a:pt x="3603" y="2459"/>
                  </a:cubicBezTo>
                  <a:cubicBezTo>
                    <a:pt x="3603" y="2159"/>
                    <a:pt x="3502" y="1873"/>
                    <a:pt x="3288" y="1658"/>
                  </a:cubicBezTo>
                  <a:cubicBezTo>
                    <a:pt x="3073" y="1429"/>
                    <a:pt x="2774" y="1286"/>
                    <a:pt x="2459" y="1286"/>
                  </a:cubicBezTo>
                  <a:lnTo>
                    <a:pt x="2316" y="1286"/>
                  </a:lnTo>
                  <a:lnTo>
                    <a:pt x="2316" y="1172"/>
                  </a:lnTo>
                  <a:cubicBezTo>
                    <a:pt x="2316" y="858"/>
                    <a:pt x="2202" y="572"/>
                    <a:pt x="1987" y="358"/>
                  </a:cubicBezTo>
                  <a:cubicBezTo>
                    <a:pt x="1773" y="129"/>
                    <a:pt x="1472" y="0"/>
                    <a:pt x="1158"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43"/>
            <p:cNvSpPr/>
            <p:nvPr/>
          </p:nvSpPr>
          <p:spPr>
            <a:xfrm>
              <a:off x="2195930" y="3641612"/>
              <a:ext cx="145837" cy="145273"/>
            </a:xfrm>
            <a:custGeom>
              <a:avLst/>
              <a:gdLst/>
              <a:ahLst/>
              <a:cxnLst/>
              <a:rect l="l" t="t" r="r" b="b"/>
              <a:pathLst>
                <a:path w="3617" h="3603" extrusionOk="0">
                  <a:moveTo>
                    <a:pt x="1" y="1"/>
                  </a:moveTo>
                  <a:lnTo>
                    <a:pt x="1" y="2473"/>
                  </a:lnTo>
                  <a:cubicBezTo>
                    <a:pt x="1" y="2774"/>
                    <a:pt x="100" y="3045"/>
                    <a:pt x="300" y="3245"/>
                  </a:cubicBezTo>
                  <a:lnTo>
                    <a:pt x="344" y="3288"/>
                  </a:lnTo>
                  <a:cubicBezTo>
                    <a:pt x="558" y="3488"/>
                    <a:pt x="844" y="3603"/>
                    <a:pt x="1144" y="3603"/>
                  </a:cubicBezTo>
                  <a:cubicBezTo>
                    <a:pt x="1444" y="3603"/>
                    <a:pt x="1730" y="3488"/>
                    <a:pt x="1945" y="3288"/>
                  </a:cubicBezTo>
                  <a:cubicBezTo>
                    <a:pt x="2187" y="3073"/>
                    <a:pt x="2316" y="2774"/>
                    <a:pt x="2316" y="2459"/>
                  </a:cubicBezTo>
                  <a:lnTo>
                    <a:pt x="2316" y="2316"/>
                  </a:lnTo>
                  <a:lnTo>
                    <a:pt x="2444" y="2316"/>
                  </a:lnTo>
                  <a:cubicBezTo>
                    <a:pt x="2745" y="2316"/>
                    <a:pt x="3031" y="2202"/>
                    <a:pt x="3245" y="1987"/>
                  </a:cubicBezTo>
                  <a:cubicBezTo>
                    <a:pt x="3473" y="1773"/>
                    <a:pt x="3603" y="1473"/>
                    <a:pt x="3603" y="1158"/>
                  </a:cubicBezTo>
                  <a:cubicBezTo>
                    <a:pt x="3616" y="844"/>
                    <a:pt x="3488" y="544"/>
                    <a:pt x="3260" y="315"/>
                  </a:cubicBezTo>
                  <a:cubicBezTo>
                    <a:pt x="3260" y="300"/>
                    <a:pt x="3245" y="300"/>
                    <a:pt x="3231" y="287"/>
                  </a:cubicBezTo>
                  <a:cubicBezTo>
                    <a:pt x="3031" y="100"/>
                    <a:pt x="2759" y="1"/>
                    <a:pt x="2473"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43"/>
            <p:cNvSpPr/>
            <p:nvPr/>
          </p:nvSpPr>
          <p:spPr>
            <a:xfrm>
              <a:off x="2195930" y="3495818"/>
              <a:ext cx="145273" cy="145837"/>
            </a:xfrm>
            <a:custGeom>
              <a:avLst/>
              <a:gdLst/>
              <a:ahLst/>
              <a:cxnLst/>
              <a:rect l="l" t="t" r="r" b="b"/>
              <a:pathLst>
                <a:path w="3603" h="3617" extrusionOk="0">
                  <a:moveTo>
                    <a:pt x="1158" y="0"/>
                  </a:moveTo>
                  <a:cubicBezTo>
                    <a:pt x="844" y="0"/>
                    <a:pt x="544" y="114"/>
                    <a:pt x="315" y="343"/>
                  </a:cubicBezTo>
                  <a:lnTo>
                    <a:pt x="287" y="372"/>
                  </a:lnTo>
                  <a:cubicBezTo>
                    <a:pt x="100" y="572"/>
                    <a:pt x="1" y="844"/>
                    <a:pt x="1" y="1130"/>
                  </a:cubicBezTo>
                  <a:lnTo>
                    <a:pt x="1" y="3617"/>
                  </a:lnTo>
                  <a:lnTo>
                    <a:pt x="2473" y="3617"/>
                  </a:lnTo>
                  <a:cubicBezTo>
                    <a:pt x="2774" y="3617"/>
                    <a:pt x="3045" y="3503"/>
                    <a:pt x="3260" y="3302"/>
                  </a:cubicBezTo>
                  <a:cubicBezTo>
                    <a:pt x="3260" y="3288"/>
                    <a:pt x="3273" y="3288"/>
                    <a:pt x="3288" y="3274"/>
                  </a:cubicBezTo>
                  <a:cubicBezTo>
                    <a:pt x="3488" y="3059"/>
                    <a:pt x="3603" y="2759"/>
                    <a:pt x="3603" y="2459"/>
                  </a:cubicBezTo>
                  <a:cubicBezTo>
                    <a:pt x="3603" y="2159"/>
                    <a:pt x="3502" y="1873"/>
                    <a:pt x="3288" y="1658"/>
                  </a:cubicBezTo>
                  <a:cubicBezTo>
                    <a:pt x="3073" y="1429"/>
                    <a:pt x="2774" y="1286"/>
                    <a:pt x="2459" y="1286"/>
                  </a:cubicBezTo>
                  <a:lnTo>
                    <a:pt x="2316" y="1286"/>
                  </a:lnTo>
                  <a:lnTo>
                    <a:pt x="2316" y="1172"/>
                  </a:lnTo>
                  <a:cubicBezTo>
                    <a:pt x="2316" y="858"/>
                    <a:pt x="2202" y="572"/>
                    <a:pt x="1987" y="358"/>
                  </a:cubicBezTo>
                  <a:cubicBezTo>
                    <a:pt x="1773" y="129"/>
                    <a:pt x="1472" y="0"/>
                    <a:pt x="115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 name="Google Shape;1159;p43"/>
          <p:cNvGrpSpPr/>
          <p:nvPr/>
        </p:nvGrpSpPr>
        <p:grpSpPr>
          <a:xfrm>
            <a:off x="5099103" y="2051896"/>
            <a:ext cx="414741" cy="521839"/>
            <a:chOff x="2718623" y="3495818"/>
            <a:chExt cx="312399" cy="393070"/>
          </a:xfrm>
        </p:grpSpPr>
        <p:sp>
          <p:nvSpPr>
            <p:cNvPr id="1160" name="Google Shape;1160;p43"/>
            <p:cNvSpPr/>
            <p:nvPr/>
          </p:nvSpPr>
          <p:spPr>
            <a:xfrm>
              <a:off x="2828129" y="3828328"/>
              <a:ext cx="23063" cy="49029"/>
            </a:xfrm>
            <a:custGeom>
              <a:avLst/>
              <a:gdLst/>
              <a:ahLst/>
              <a:cxnLst/>
              <a:rect l="l" t="t" r="r" b="b"/>
              <a:pathLst>
                <a:path w="572" h="1216" extrusionOk="0">
                  <a:moveTo>
                    <a:pt x="0" y="1"/>
                  </a:moveTo>
                  <a:lnTo>
                    <a:pt x="0" y="1215"/>
                  </a:lnTo>
                  <a:lnTo>
                    <a:pt x="572" y="1215"/>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43"/>
            <p:cNvSpPr/>
            <p:nvPr/>
          </p:nvSpPr>
          <p:spPr>
            <a:xfrm>
              <a:off x="2877117" y="3818531"/>
              <a:ext cx="23103" cy="58827"/>
            </a:xfrm>
            <a:custGeom>
              <a:avLst/>
              <a:gdLst/>
              <a:ahLst/>
              <a:cxnLst/>
              <a:rect l="l" t="t" r="r" b="b"/>
              <a:pathLst>
                <a:path w="573" h="1459" extrusionOk="0">
                  <a:moveTo>
                    <a:pt x="1" y="0"/>
                  </a:moveTo>
                  <a:lnTo>
                    <a:pt x="1" y="1458"/>
                  </a:lnTo>
                  <a:lnTo>
                    <a:pt x="572" y="1458"/>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43"/>
            <p:cNvSpPr/>
            <p:nvPr/>
          </p:nvSpPr>
          <p:spPr>
            <a:xfrm>
              <a:off x="2877117" y="3818531"/>
              <a:ext cx="23103" cy="58827"/>
            </a:xfrm>
            <a:custGeom>
              <a:avLst/>
              <a:gdLst/>
              <a:ahLst/>
              <a:cxnLst/>
              <a:rect l="l" t="t" r="r" b="b"/>
              <a:pathLst>
                <a:path w="573" h="1459" extrusionOk="0">
                  <a:moveTo>
                    <a:pt x="1" y="0"/>
                  </a:moveTo>
                  <a:lnTo>
                    <a:pt x="1" y="1458"/>
                  </a:lnTo>
                  <a:lnTo>
                    <a:pt x="572" y="1458"/>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43"/>
            <p:cNvSpPr/>
            <p:nvPr/>
          </p:nvSpPr>
          <p:spPr>
            <a:xfrm>
              <a:off x="2996985" y="3558635"/>
              <a:ext cx="34030" cy="23103"/>
            </a:xfrm>
            <a:custGeom>
              <a:avLst/>
              <a:gdLst/>
              <a:ahLst/>
              <a:cxnLst/>
              <a:rect l="l" t="t" r="r" b="b"/>
              <a:pathLst>
                <a:path w="844" h="573" extrusionOk="0">
                  <a:moveTo>
                    <a:pt x="1" y="1"/>
                  </a:moveTo>
                  <a:lnTo>
                    <a:pt x="1" y="572"/>
                  </a:lnTo>
                  <a:lnTo>
                    <a:pt x="843" y="572"/>
                  </a:lnTo>
                  <a:lnTo>
                    <a:pt x="84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43"/>
            <p:cNvSpPr/>
            <p:nvPr/>
          </p:nvSpPr>
          <p:spPr>
            <a:xfrm>
              <a:off x="2996985" y="3558635"/>
              <a:ext cx="34030" cy="23103"/>
            </a:xfrm>
            <a:custGeom>
              <a:avLst/>
              <a:gdLst/>
              <a:ahLst/>
              <a:cxnLst/>
              <a:rect l="l" t="t" r="r" b="b"/>
              <a:pathLst>
                <a:path w="844" h="573" extrusionOk="0">
                  <a:moveTo>
                    <a:pt x="1" y="1"/>
                  </a:moveTo>
                  <a:lnTo>
                    <a:pt x="1" y="572"/>
                  </a:lnTo>
                  <a:lnTo>
                    <a:pt x="843" y="572"/>
                  </a:lnTo>
                  <a:lnTo>
                    <a:pt x="84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43"/>
            <p:cNvSpPr/>
            <p:nvPr/>
          </p:nvSpPr>
          <p:spPr>
            <a:xfrm>
              <a:off x="2817203" y="3495818"/>
              <a:ext cx="191359" cy="344091"/>
            </a:xfrm>
            <a:custGeom>
              <a:avLst/>
              <a:gdLst/>
              <a:ahLst/>
              <a:cxnLst/>
              <a:rect l="l" t="t" r="r" b="b"/>
              <a:pathLst>
                <a:path w="4746" h="8534" extrusionOk="0">
                  <a:moveTo>
                    <a:pt x="2544" y="0"/>
                  </a:moveTo>
                  <a:cubicBezTo>
                    <a:pt x="1815" y="0"/>
                    <a:pt x="1157" y="429"/>
                    <a:pt x="858" y="1086"/>
                  </a:cubicBezTo>
                  <a:lnTo>
                    <a:pt x="0" y="3017"/>
                  </a:lnTo>
                  <a:lnTo>
                    <a:pt x="0" y="8534"/>
                  </a:lnTo>
                  <a:lnTo>
                    <a:pt x="572" y="8534"/>
                  </a:lnTo>
                  <a:cubicBezTo>
                    <a:pt x="2472" y="8534"/>
                    <a:pt x="4002" y="6990"/>
                    <a:pt x="4002" y="5089"/>
                  </a:cubicBezTo>
                  <a:lnTo>
                    <a:pt x="4002" y="3331"/>
                  </a:lnTo>
                  <a:lnTo>
                    <a:pt x="4202" y="3131"/>
                  </a:lnTo>
                  <a:cubicBezTo>
                    <a:pt x="4545" y="2788"/>
                    <a:pt x="4745" y="2330"/>
                    <a:pt x="4745" y="1830"/>
                  </a:cubicBezTo>
                  <a:cubicBezTo>
                    <a:pt x="4745" y="815"/>
                    <a:pt x="3916" y="0"/>
                    <a:pt x="2901"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43"/>
            <p:cNvSpPr/>
            <p:nvPr/>
          </p:nvSpPr>
          <p:spPr>
            <a:xfrm>
              <a:off x="2928967" y="3545370"/>
              <a:ext cx="23103" cy="23103"/>
            </a:xfrm>
            <a:custGeom>
              <a:avLst/>
              <a:gdLst/>
              <a:ahLst/>
              <a:cxnLst/>
              <a:rect l="l" t="t" r="r" b="b"/>
              <a:pathLst>
                <a:path w="573" h="573" extrusionOk="0">
                  <a:moveTo>
                    <a:pt x="1" y="0"/>
                  </a:moveTo>
                  <a:lnTo>
                    <a:pt x="1" y="572"/>
                  </a:lnTo>
                  <a:lnTo>
                    <a:pt x="573" y="572"/>
                  </a:lnTo>
                  <a:lnTo>
                    <a:pt x="57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43"/>
            <p:cNvSpPr/>
            <p:nvPr/>
          </p:nvSpPr>
          <p:spPr>
            <a:xfrm>
              <a:off x="2718623" y="3608752"/>
              <a:ext cx="187367" cy="231719"/>
            </a:xfrm>
            <a:custGeom>
              <a:avLst/>
              <a:gdLst/>
              <a:ahLst/>
              <a:cxnLst/>
              <a:rect l="l" t="t" r="r" b="b"/>
              <a:pathLst>
                <a:path w="4647" h="5747" extrusionOk="0">
                  <a:moveTo>
                    <a:pt x="2545" y="1"/>
                  </a:moveTo>
                  <a:lnTo>
                    <a:pt x="0" y="5747"/>
                  </a:lnTo>
                  <a:lnTo>
                    <a:pt x="2602" y="5747"/>
                  </a:lnTo>
                  <a:cubicBezTo>
                    <a:pt x="3731" y="5747"/>
                    <a:pt x="4646" y="4847"/>
                    <a:pt x="4646" y="3717"/>
                  </a:cubicBezTo>
                  <a:lnTo>
                    <a:pt x="4646" y="2030"/>
                  </a:lnTo>
                  <a:cubicBezTo>
                    <a:pt x="4646" y="902"/>
                    <a:pt x="3731" y="1"/>
                    <a:pt x="2602"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43"/>
            <p:cNvSpPr/>
            <p:nvPr/>
          </p:nvSpPr>
          <p:spPr>
            <a:xfrm>
              <a:off x="2719228" y="3865785"/>
              <a:ext cx="311795" cy="23103"/>
            </a:xfrm>
            <a:custGeom>
              <a:avLst/>
              <a:gdLst/>
              <a:ahLst/>
              <a:cxnLst/>
              <a:rect l="l" t="t" r="r" b="b"/>
              <a:pathLst>
                <a:path w="7733" h="573" extrusionOk="0">
                  <a:moveTo>
                    <a:pt x="0" y="0"/>
                  </a:moveTo>
                  <a:lnTo>
                    <a:pt x="0" y="572"/>
                  </a:lnTo>
                  <a:lnTo>
                    <a:pt x="7732" y="572"/>
                  </a:lnTo>
                  <a:lnTo>
                    <a:pt x="773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43"/>
            <p:cNvSpPr/>
            <p:nvPr/>
          </p:nvSpPr>
          <p:spPr>
            <a:xfrm>
              <a:off x="2928967" y="3545370"/>
              <a:ext cx="23103" cy="23103"/>
            </a:xfrm>
            <a:custGeom>
              <a:avLst/>
              <a:gdLst/>
              <a:ahLst/>
              <a:cxnLst/>
              <a:rect l="l" t="t" r="r" b="b"/>
              <a:pathLst>
                <a:path w="573" h="573" extrusionOk="0">
                  <a:moveTo>
                    <a:pt x="1" y="0"/>
                  </a:moveTo>
                  <a:lnTo>
                    <a:pt x="1" y="572"/>
                  </a:lnTo>
                  <a:lnTo>
                    <a:pt x="573" y="572"/>
                  </a:lnTo>
                  <a:lnTo>
                    <a:pt x="573"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3"/>
        <p:cNvGrpSpPr/>
        <p:nvPr/>
      </p:nvGrpSpPr>
      <p:grpSpPr>
        <a:xfrm>
          <a:off x="0" y="0"/>
          <a:ext cx="0" cy="0"/>
          <a:chOff x="0" y="0"/>
          <a:chExt cx="0" cy="0"/>
        </a:xfrm>
      </p:grpSpPr>
      <p:cxnSp>
        <p:nvCxnSpPr>
          <p:cNvPr id="1174" name="Google Shape;1174;p44"/>
          <p:cNvCxnSpPr/>
          <p:nvPr/>
        </p:nvCxnSpPr>
        <p:spPr>
          <a:xfrm>
            <a:off x="5580675" y="2156350"/>
            <a:ext cx="653700" cy="0"/>
          </a:xfrm>
          <a:prstGeom prst="straightConnector1">
            <a:avLst/>
          </a:prstGeom>
          <a:noFill/>
          <a:ln w="19050" cap="flat" cmpd="sng">
            <a:solidFill>
              <a:schemeClr val="accent6"/>
            </a:solidFill>
            <a:prstDash val="solid"/>
            <a:round/>
            <a:headEnd type="oval" w="med" len="med"/>
            <a:tailEnd type="none" w="med" len="med"/>
          </a:ln>
        </p:spPr>
      </p:cxnSp>
      <p:cxnSp>
        <p:nvCxnSpPr>
          <p:cNvPr id="1175" name="Google Shape;1175;p44"/>
          <p:cNvCxnSpPr/>
          <p:nvPr/>
        </p:nvCxnSpPr>
        <p:spPr>
          <a:xfrm>
            <a:off x="5565075" y="3829475"/>
            <a:ext cx="669300" cy="0"/>
          </a:xfrm>
          <a:prstGeom prst="straightConnector1">
            <a:avLst/>
          </a:prstGeom>
          <a:noFill/>
          <a:ln w="19050" cap="flat" cmpd="sng">
            <a:solidFill>
              <a:schemeClr val="accent6"/>
            </a:solidFill>
            <a:prstDash val="solid"/>
            <a:round/>
            <a:headEnd type="oval" w="med" len="med"/>
            <a:tailEnd type="none" w="med" len="med"/>
          </a:ln>
        </p:spPr>
      </p:cxnSp>
      <p:cxnSp>
        <p:nvCxnSpPr>
          <p:cNvPr id="1176" name="Google Shape;1176;p44"/>
          <p:cNvCxnSpPr/>
          <p:nvPr/>
        </p:nvCxnSpPr>
        <p:spPr>
          <a:xfrm>
            <a:off x="2925275" y="2156350"/>
            <a:ext cx="653700" cy="0"/>
          </a:xfrm>
          <a:prstGeom prst="straightConnector1">
            <a:avLst/>
          </a:prstGeom>
          <a:noFill/>
          <a:ln w="19050" cap="flat" cmpd="sng">
            <a:solidFill>
              <a:schemeClr val="accent6"/>
            </a:solidFill>
            <a:prstDash val="solid"/>
            <a:round/>
            <a:headEnd type="none" w="med" len="med"/>
            <a:tailEnd type="oval" w="med" len="med"/>
          </a:ln>
        </p:spPr>
      </p:cxnSp>
      <p:cxnSp>
        <p:nvCxnSpPr>
          <p:cNvPr id="1177" name="Google Shape;1177;p44"/>
          <p:cNvCxnSpPr/>
          <p:nvPr/>
        </p:nvCxnSpPr>
        <p:spPr>
          <a:xfrm>
            <a:off x="2909675" y="3829475"/>
            <a:ext cx="669300" cy="0"/>
          </a:xfrm>
          <a:prstGeom prst="straightConnector1">
            <a:avLst/>
          </a:prstGeom>
          <a:noFill/>
          <a:ln w="19050" cap="flat" cmpd="sng">
            <a:solidFill>
              <a:schemeClr val="accent6"/>
            </a:solidFill>
            <a:prstDash val="solid"/>
            <a:round/>
            <a:headEnd type="none" w="med" len="med"/>
            <a:tailEnd type="oval" w="med" len="med"/>
          </a:ln>
        </p:spPr>
      </p:cxnSp>
      <p:sp>
        <p:nvSpPr>
          <p:cNvPr id="1178" name="Google Shape;1178;p44"/>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179" name="Google Shape;1179;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graph</a:t>
            </a:r>
            <a:endParaRPr/>
          </a:p>
        </p:txBody>
      </p:sp>
      <p:sp>
        <p:nvSpPr>
          <p:cNvPr id="1180" name="Google Shape;1180;p44"/>
          <p:cNvSpPr/>
          <p:nvPr/>
        </p:nvSpPr>
        <p:spPr>
          <a:xfrm>
            <a:off x="719988"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81" name="Google Shape;1181;p44"/>
          <p:cNvSpPr/>
          <p:nvPr/>
        </p:nvSpPr>
        <p:spPr>
          <a:xfrm flipH="1">
            <a:off x="719988"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82" name="Google Shape;1182;p44"/>
          <p:cNvSpPr txBox="1">
            <a:spLocks noGrp="1"/>
          </p:cNvSpPr>
          <p:nvPr>
            <p:ph type="subTitle" idx="4294967295"/>
          </p:nvPr>
        </p:nvSpPr>
        <p:spPr>
          <a:xfrm>
            <a:off x="777875" y="4045450"/>
            <a:ext cx="2510700" cy="707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the farthest planet from the Sun</a:t>
            </a:r>
            <a:endParaRPr/>
          </a:p>
        </p:txBody>
      </p:sp>
      <p:sp>
        <p:nvSpPr>
          <p:cNvPr id="1183" name="Google Shape;1183;p44"/>
          <p:cNvSpPr txBox="1">
            <a:spLocks noGrp="1"/>
          </p:cNvSpPr>
          <p:nvPr>
            <p:ph type="subTitle" idx="4294967295"/>
          </p:nvPr>
        </p:nvSpPr>
        <p:spPr>
          <a:xfrm>
            <a:off x="777875" y="366492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184" name="Google Shape;1184;p44"/>
          <p:cNvSpPr txBox="1">
            <a:spLocks noGrp="1"/>
          </p:cNvSpPr>
          <p:nvPr>
            <p:ph type="subTitle" idx="4294967295"/>
          </p:nvPr>
        </p:nvSpPr>
        <p:spPr>
          <a:xfrm>
            <a:off x="777875" y="2372325"/>
            <a:ext cx="2510700" cy="707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is the closest planet to the Sun</a:t>
            </a:r>
            <a:endParaRPr/>
          </a:p>
        </p:txBody>
      </p:sp>
      <p:sp>
        <p:nvSpPr>
          <p:cNvPr id="1185" name="Google Shape;1185;p44"/>
          <p:cNvSpPr txBox="1">
            <a:spLocks noGrp="1"/>
          </p:cNvSpPr>
          <p:nvPr>
            <p:ph type="subTitle" idx="4294967295"/>
          </p:nvPr>
        </p:nvSpPr>
        <p:spPr>
          <a:xfrm>
            <a:off x="777875" y="199180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186" name="Google Shape;1186;p44"/>
          <p:cNvSpPr/>
          <p:nvPr/>
        </p:nvSpPr>
        <p:spPr>
          <a:xfrm>
            <a:off x="6176488"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87" name="Google Shape;1187;p44"/>
          <p:cNvSpPr/>
          <p:nvPr/>
        </p:nvSpPr>
        <p:spPr>
          <a:xfrm flipH="1">
            <a:off x="6176488"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88" name="Google Shape;1188;p44"/>
          <p:cNvSpPr txBox="1">
            <a:spLocks noGrp="1"/>
          </p:cNvSpPr>
          <p:nvPr>
            <p:ph type="subTitle" idx="4294967295"/>
          </p:nvPr>
        </p:nvSpPr>
        <p:spPr>
          <a:xfrm>
            <a:off x="5855475" y="4045450"/>
            <a:ext cx="2510700" cy="707100"/>
          </a:xfrm>
          <a:prstGeom prst="rect">
            <a:avLst/>
          </a:prstGeom>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a:t>Earth is the only planet in our System with life</a:t>
            </a:r>
            <a:endParaRPr/>
          </a:p>
        </p:txBody>
      </p:sp>
      <p:sp>
        <p:nvSpPr>
          <p:cNvPr id="1189" name="Google Shape;1189;p44"/>
          <p:cNvSpPr txBox="1">
            <a:spLocks noGrp="1"/>
          </p:cNvSpPr>
          <p:nvPr>
            <p:ph type="subTitle" idx="4294967295"/>
          </p:nvPr>
        </p:nvSpPr>
        <p:spPr>
          <a:xfrm>
            <a:off x="6234375" y="366492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solidFill>
                  <a:schemeClr val="lt1"/>
                </a:solidFill>
                <a:latin typeface="Freckle Face"/>
                <a:ea typeface="Freckle Face"/>
                <a:cs typeface="Freckle Face"/>
                <a:sym typeface="Freckle Face"/>
              </a:rPr>
              <a:t>Earth</a:t>
            </a:r>
            <a:endParaRPr sz="2500">
              <a:solidFill>
                <a:schemeClr val="lt1"/>
              </a:solidFill>
              <a:latin typeface="Freckle Face"/>
              <a:ea typeface="Freckle Face"/>
              <a:cs typeface="Freckle Face"/>
              <a:sym typeface="Freckle Face"/>
            </a:endParaRPr>
          </a:p>
        </p:txBody>
      </p:sp>
      <p:sp>
        <p:nvSpPr>
          <p:cNvPr id="1190" name="Google Shape;1190;p44"/>
          <p:cNvSpPr txBox="1">
            <a:spLocks noGrp="1"/>
          </p:cNvSpPr>
          <p:nvPr>
            <p:ph type="subTitle" idx="4294967295"/>
          </p:nvPr>
        </p:nvSpPr>
        <p:spPr>
          <a:xfrm>
            <a:off x="5855475" y="2372325"/>
            <a:ext cx="2510700" cy="707100"/>
          </a:xfrm>
          <a:prstGeom prst="rect">
            <a:avLst/>
          </a:prstGeom>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a:t>Saturn is a gas giant and it has several rings</a:t>
            </a:r>
            <a:endParaRPr/>
          </a:p>
        </p:txBody>
      </p:sp>
      <p:sp>
        <p:nvSpPr>
          <p:cNvPr id="1191" name="Google Shape;1191;p44"/>
          <p:cNvSpPr txBox="1">
            <a:spLocks noGrp="1"/>
          </p:cNvSpPr>
          <p:nvPr>
            <p:ph type="subTitle" idx="4294967295"/>
          </p:nvPr>
        </p:nvSpPr>
        <p:spPr>
          <a:xfrm>
            <a:off x="6234375" y="1991800"/>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solidFill>
                  <a:schemeClr val="lt1"/>
                </a:solidFill>
                <a:latin typeface="Freckle Face"/>
                <a:ea typeface="Freckle Face"/>
                <a:cs typeface="Freckle Face"/>
                <a:sym typeface="Freckle Face"/>
              </a:rPr>
              <a:t>Saturn</a:t>
            </a:r>
            <a:endParaRPr sz="2500">
              <a:solidFill>
                <a:schemeClr val="lt1"/>
              </a:solidFill>
              <a:latin typeface="Freckle Face"/>
              <a:ea typeface="Freckle Face"/>
              <a:cs typeface="Freckle Face"/>
              <a:sym typeface="Freckle Face"/>
            </a:endParaRPr>
          </a:p>
        </p:txBody>
      </p:sp>
      <p:sp>
        <p:nvSpPr>
          <p:cNvPr id="1192" name="Google Shape;1192;p44"/>
          <p:cNvSpPr txBox="1"/>
          <p:nvPr/>
        </p:nvSpPr>
        <p:spPr>
          <a:xfrm>
            <a:off x="3212275" y="3994025"/>
            <a:ext cx="2719500" cy="707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oda"/>
                <a:ea typeface="Coda"/>
                <a:cs typeface="Coda"/>
                <a:sym typeface="Coda"/>
              </a:rPr>
              <a:t>Follow the link in the graph to modify its data and then paste the new one here. </a:t>
            </a:r>
            <a:r>
              <a:rPr lang="en" sz="1200">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For more info, </a:t>
            </a:r>
            <a:r>
              <a:rPr lang="en" sz="1200" b="1">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click here</a:t>
            </a:r>
            <a:endParaRPr sz="1200" b="1">
              <a:solidFill>
                <a:schemeClr val="dk1"/>
              </a:solidFill>
              <a:latin typeface="Coda"/>
              <a:ea typeface="Coda"/>
              <a:cs typeface="Coda"/>
              <a:sym typeface="Coda"/>
            </a:endParaRPr>
          </a:p>
        </p:txBody>
      </p:sp>
      <p:sp>
        <p:nvSpPr>
          <p:cNvPr id="1193" name="Google Shape;1193;p44"/>
          <p:cNvSpPr txBox="1">
            <a:spLocks noGrp="1"/>
          </p:cNvSpPr>
          <p:nvPr>
            <p:ph type="subTitle" idx="4294967295"/>
          </p:nvPr>
        </p:nvSpPr>
        <p:spPr>
          <a:xfrm>
            <a:off x="777875" y="324430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10%</a:t>
            </a:r>
            <a:endParaRPr sz="2500">
              <a:latin typeface="Freckle Face"/>
              <a:ea typeface="Freckle Face"/>
              <a:cs typeface="Freckle Face"/>
              <a:sym typeface="Freckle Face"/>
            </a:endParaRPr>
          </a:p>
        </p:txBody>
      </p:sp>
      <p:sp>
        <p:nvSpPr>
          <p:cNvPr id="1194" name="Google Shape;1194;p44"/>
          <p:cNvSpPr txBox="1">
            <a:spLocks noGrp="1"/>
          </p:cNvSpPr>
          <p:nvPr>
            <p:ph type="subTitle" idx="4294967295"/>
          </p:nvPr>
        </p:nvSpPr>
        <p:spPr>
          <a:xfrm>
            <a:off x="777875" y="157117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30%</a:t>
            </a:r>
            <a:endParaRPr sz="2500">
              <a:latin typeface="Freckle Face"/>
              <a:ea typeface="Freckle Face"/>
              <a:cs typeface="Freckle Face"/>
              <a:sym typeface="Freckle Face"/>
            </a:endParaRPr>
          </a:p>
        </p:txBody>
      </p:sp>
      <p:sp>
        <p:nvSpPr>
          <p:cNvPr id="1195" name="Google Shape;1195;p44"/>
          <p:cNvSpPr txBox="1">
            <a:spLocks noGrp="1"/>
          </p:cNvSpPr>
          <p:nvPr>
            <p:ph type="subTitle" idx="4294967295"/>
          </p:nvPr>
        </p:nvSpPr>
        <p:spPr>
          <a:xfrm>
            <a:off x="6234375" y="3244300"/>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40%</a:t>
            </a:r>
            <a:endParaRPr sz="2500">
              <a:latin typeface="Freckle Face"/>
              <a:ea typeface="Freckle Face"/>
              <a:cs typeface="Freckle Face"/>
              <a:sym typeface="Freckle Face"/>
            </a:endParaRPr>
          </a:p>
        </p:txBody>
      </p:sp>
      <p:sp>
        <p:nvSpPr>
          <p:cNvPr id="1196" name="Google Shape;1196;p44"/>
          <p:cNvSpPr txBox="1">
            <a:spLocks noGrp="1"/>
          </p:cNvSpPr>
          <p:nvPr>
            <p:ph type="subTitle" idx="4294967295"/>
          </p:nvPr>
        </p:nvSpPr>
        <p:spPr>
          <a:xfrm>
            <a:off x="6234375" y="157117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20%</a:t>
            </a:r>
            <a:endParaRPr sz="2500">
              <a:latin typeface="Freckle Face"/>
              <a:ea typeface="Freckle Face"/>
              <a:cs typeface="Freckle Face"/>
              <a:sym typeface="Freckle Face"/>
            </a:endParaRPr>
          </a:p>
        </p:txBody>
      </p:sp>
      <p:pic>
        <p:nvPicPr>
          <p:cNvPr id="1197" name="Google Shape;1197;p44" title="Chart">
            <a:hlinkClick r:id="rId4"/>
          </p:cNvPr>
          <p:cNvPicPr preferRelativeResize="0"/>
          <p:nvPr/>
        </p:nvPicPr>
        <p:blipFill>
          <a:blip r:embed="rId5">
            <a:alphaModFix/>
          </a:blip>
          <a:stretch>
            <a:fillRect/>
          </a:stretch>
        </p:blipFill>
        <p:spPr>
          <a:xfrm>
            <a:off x="3288525" y="1736947"/>
            <a:ext cx="2566950" cy="2435656"/>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201"/>
        <p:cNvGrpSpPr/>
        <p:nvPr/>
      </p:nvGrpSpPr>
      <p:grpSpPr>
        <a:xfrm>
          <a:off x="0" y="0"/>
          <a:ext cx="0" cy="0"/>
          <a:chOff x="0" y="0"/>
          <a:chExt cx="0" cy="0"/>
        </a:xfrm>
      </p:grpSpPr>
      <p:sp>
        <p:nvSpPr>
          <p:cNvPr id="1202" name="Google Shape;1202;p45"/>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203" name="Google Shape;1203;p45"/>
          <p:cNvSpPr/>
          <p:nvPr/>
        </p:nvSpPr>
        <p:spPr>
          <a:xfrm>
            <a:off x="870275"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4" name="Google Shape;1204;p45"/>
          <p:cNvSpPr/>
          <p:nvPr/>
        </p:nvSpPr>
        <p:spPr>
          <a:xfrm flipH="1">
            <a:off x="3448237"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5" name="Google Shape;1205;p45"/>
          <p:cNvSpPr/>
          <p:nvPr/>
        </p:nvSpPr>
        <p:spPr>
          <a:xfrm flipH="1">
            <a:off x="6026275"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6" name="Google Shape;1206;p45"/>
          <p:cNvSpPr/>
          <p:nvPr/>
        </p:nvSpPr>
        <p:spPr>
          <a:xfrm>
            <a:off x="6026275"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7" name="Google Shape;1207;p45"/>
          <p:cNvSpPr/>
          <p:nvPr/>
        </p:nvSpPr>
        <p:spPr>
          <a:xfrm>
            <a:off x="3448312"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8" name="Google Shape;1208;p45"/>
          <p:cNvSpPr/>
          <p:nvPr/>
        </p:nvSpPr>
        <p:spPr>
          <a:xfrm flipH="1">
            <a:off x="870275"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9" name="Google Shape;1209;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These are six columns</a:t>
            </a:r>
            <a:endParaRPr/>
          </a:p>
        </p:txBody>
      </p:sp>
      <p:sp>
        <p:nvSpPr>
          <p:cNvPr id="1210" name="Google Shape;1210;p45"/>
          <p:cNvSpPr txBox="1">
            <a:spLocks noGrp="1"/>
          </p:cNvSpPr>
          <p:nvPr>
            <p:ph type="subTitle" idx="1"/>
          </p:nvPr>
        </p:nvSpPr>
        <p:spPr>
          <a:xfrm>
            <a:off x="720000" y="4045450"/>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 is the farthest planet from the Sun</a:t>
            </a:r>
            <a:endParaRPr/>
          </a:p>
        </p:txBody>
      </p:sp>
      <p:sp>
        <p:nvSpPr>
          <p:cNvPr id="1211" name="Google Shape;1211;p45"/>
          <p:cNvSpPr txBox="1">
            <a:spLocks noGrp="1"/>
          </p:cNvSpPr>
          <p:nvPr>
            <p:ph type="subTitle" idx="2"/>
          </p:nvPr>
        </p:nvSpPr>
        <p:spPr>
          <a:xfrm>
            <a:off x="3316650" y="4045450"/>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is the biggest planet in our System</a:t>
            </a:r>
            <a:endParaRPr/>
          </a:p>
        </p:txBody>
      </p:sp>
      <p:sp>
        <p:nvSpPr>
          <p:cNvPr id="1212" name="Google Shape;1212;p45"/>
          <p:cNvSpPr txBox="1">
            <a:spLocks noGrp="1"/>
          </p:cNvSpPr>
          <p:nvPr>
            <p:ph type="subTitle" idx="3"/>
          </p:nvPr>
        </p:nvSpPr>
        <p:spPr>
          <a:xfrm>
            <a:off x="909500" y="36649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Neptune</a:t>
            </a:r>
            <a:endParaRPr/>
          </a:p>
        </p:txBody>
      </p:sp>
      <p:sp>
        <p:nvSpPr>
          <p:cNvPr id="1213" name="Google Shape;1213;p45"/>
          <p:cNvSpPr txBox="1">
            <a:spLocks noGrp="1"/>
          </p:cNvSpPr>
          <p:nvPr>
            <p:ph type="subTitle" idx="4"/>
          </p:nvPr>
        </p:nvSpPr>
        <p:spPr>
          <a:xfrm>
            <a:off x="3506100" y="36649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a:t>
            </a:r>
            <a:endParaRPr/>
          </a:p>
        </p:txBody>
      </p:sp>
      <p:sp>
        <p:nvSpPr>
          <p:cNvPr id="1214" name="Google Shape;1214;p45"/>
          <p:cNvSpPr txBox="1">
            <a:spLocks noGrp="1"/>
          </p:cNvSpPr>
          <p:nvPr>
            <p:ph type="subTitle" idx="5"/>
          </p:nvPr>
        </p:nvSpPr>
        <p:spPr>
          <a:xfrm>
            <a:off x="5913300" y="4045450"/>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Earth is the planet where we all live on</a:t>
            </a:r>
            <a:endParaRPr/>
          </a:p>
        </p:txBody>
      </p:sp>
      <p:sp>
        <p:nvSpPr>
          <p:cNvPr id="1215" name="Google Shape;1215;p45"/>
          <p:cNvSpPr txBox="1">
            <a:spLocks noGrp="1"/>
          </p:cNvSpPr>
          <p:nvPr>
            <p:ph type="subTitle" idx="6"/>
          </p:nvPr>
        </p:nvSpPr>
        <p:spPr>
          <a:xfrm>
            <a:off x="6102750" y="36649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Earth</a:t>
            </a:r>
            <a:endParaRPr/>
          </a:p>
        </p:txBody>
      </p:sp>
      <p:sp>
        <p:nvSpPr>
          <p:cNvPr id="1216" name="Google Shape;1216;p45"/>
          <p:cNvSpPr txBox="1">
            <a:spLocks noGrp="1"/>
          </p:cNvSpPr>
          <p:nvPr>
            <p:ph type="subTitle" idx="7"/>
          </p:nvPr>
        </p:nvSpPr>
        <p:spPr>
          <a:xfrm>
            <a:off x="720000" y="2372325"/>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1217" name="Google Shape;1217;p45"/>
          <p:cNvSpPr txBox="1">
            <a:spLocks noGrp="1"/>
          </p:cNvSpPr>
          <p:nvPr>
            <p:ph type="subTitle" idx="8"/>
          </p:nvPr>
        </p:nvSpPr>
        <p:spPr>
          <a:xfrm>
            <a:off x="3316650" y="2372325"/>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but it’s hot</a:t>
            </a:r>
            <a:endParaRPr/>
          </a:p>
        </p:txBody>
      </p:sp>
      <p:sp>
        <p:nvSpPr>
          <p:cNvPr id="1218" name="Google Shape;1218;p45"/>
          <p:cNvSpPr txBox="1">
            <a:spLocks noGrp="1"/>
          </p:cNvSpPr>
          <p:nvPr>
            <p:ph type="subTitle" idx="9"/>
          </p:nvPr>
        </p:nvSpPr>
        <p:spPr>
          <a:xfrm>
            <a:off x="909500" y="1991800"/>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1219" name="Google Shape;1219;p45"/>
          <p:cNvSpPr txBox="1">
            <a:spLocks noGrp="1"/>
          </p:cNvSpPr>
          <p:nvPr>
            <p:ph type="subTitle" idx="13"/>
          </p:nvPr>
        </p:nvSpPr>
        <p:spPr>
          <a:xfrm>
            <a:off x="3506125" y="1991800"/>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1220" name="Google Shape;1220;p45"/>
          <p:cNvSpPr txBox="1">
            <a:spLocks noGrp="1"/>
          </p:cNvSpPr>
          <p:nvPr>
            <p:ph type="subTitle" idx="14"/>
          </p:nvPr>
        </p:nvSpPr>
        <p:spPr>
          <a:xfrm>
            <a:off x="5913300" y="2372325"/>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a:t>
            </a:r>
            <a:endParaRPr/>
          </a:p>
        </p:txBody>
      </p:sp>
      <p:sp>
        <p:nvSpPr>
          <p:cNvPr id="1221" name="Google Shape;1221;p45"/>
          <p:cNvSpPr txBox="1">
            <a:spLocks noGrp="1"/>
          </p:cNvSpPr>
          <p:nvPr>
            <p:ph type="subTitle" idx="15"/>
          </p:nvPr>
        </p:nvSpPr>
        <p:spPr>
          <a:xfrm>
            <a:off x="6102750" y="1991800"/>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1222" name="Google Shape;1222;p45"/>
          <p:cNvSpPr/>
          <p:nvPr/>
        </p:nvSpPr>
        <p:spPr>
          <a:xfrm>
            <a:off x="1684001" y="134873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3" name="Google Shape;1223;p45"/>
          <p:cNvSpPr/>
          <p:nvPr/>
        </p:nvSpPr>
        <p:spPr>
          <a:xfrm flipH="1">
            <a:off x="4280738" y="134873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4" name="Google Shape;1224;p45"/>
          <p:cNvSpPr/>
          <p:nvPr/>
        </p:nvSpPr>
        <p:spPr>
          <a:xfrm rot="10800000" flipH="1">
            <a:off x="6877463" y="134873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5" name="Google Shape;1225;p45"/>
          <p:cNvSpPr/>
          <p:nvPr/>
        </p:nvSpPr>
        <p:spPr>
          <a:xfrm>
            <a:off x="1684001" y="302468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6" name="Google Shape;1226;p45"/>
          <p:cNvSpPr/>
          <p:nvPr/>
        </p:nvSpPr>
        <p:spPr>
          <a:xfrm rot="10800000" flipH="1">
            <a:off x="4280738" y="302468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7" name="Google Shape;1227;p45"/>
          <p:cNvSpPr/>
          <p:nvPr/>
        </p:nvSpPr>
        <p:spPr>
          <a:xfrm flipH="1">
            <a:off x="6877463" y="302468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228" name="Google Shape;1228;p45"/>
          <p:cNvGrpSpPr/>
          <p:nvPr/>
        </p:nvGrpSpPr>
        <p:grpSpPr>
          <a:xfrm>
            <a:off x="1778838" y="1423435"/>
            <a:ext cx="393644" cy="393120"/>
            <a:chOff x="1319963" y="2067722"/>
            <a:chExt cx="393644" cy="393120"/>
          </a:xfrm>
        </p:grpSpPr>
        <p:sp>
          <p:nvSpPr>
            <p:cNvPr id="1229" name="Google Shape;1229;p45"/>
            <p:cNvSpPr/>
            <p:nvPr/>
          </p:nvSpPr>
          <p:spPr>
            <a:xfrm>
              <a:off x="1328591" y="2075786"/>
              <a:ext cx="376387" cy="376952"/>
            </a:xfrm>
            <a:custGeom>
              <a:avLst/>
              <a:gdLst/>
              <a:ahLst/>
              <a:cxnLst/>
              <a:rect l="l" t="t" r="r" b="b"/>
              <a:pathLst>
                <a:path w="9335" h="9349" extrusionOk="0">
                  <a:moveTo>
                    <a:pt x="4675" y="1116"/>
                  </a:moveTo>
                  <a:cubicBezTo>
                    <a:pt x="4904" y="1531"/>
                    <a:pt x="5275" y="1859"/>
                    <a:pt x="5747" y="2059"/>
                  </a:cubicBezTo>
                  <a:cubicBezTo>
                    <a:pt x="6032" y="2174"/>
                    <a:pt x="6333" y="2231"/>
                    <a:pt x="6619" y="2231"/>
                  </a:cubicBezTo>
                  <a:cubicBezTo>
                    <a:pt x="6804" y="2231"/>
                    <a:pt x="7004" y="2202"/>
                    <a:pt x="7191" y="2160"/>
                  </a:cubicBezTo>
                  <a:lnTo>
                    <a:pt x="7191" y="2160"/>
                  </a:lnTo>
                  <a:cubicBezTo>
                    <a:pt x="7062" y="2617"/>
                    <a:pt x="7090" y="3117"/>
                    <a:pt x="7290" y="3589"/>
                  </a:cubicBezTo>
                  <a:cubicBezTo>
                    <a:pt x="7477" y="4060"/>
                    <a:pt x="7820" y="4432"/>
                    <a:pt x="8234" y="4676"/>
                  </a:cubicBezTo>
                  <a:cubicBezTo>
                    <a:pt x="7820" y="4904"/>
                    <a:pt x="7477" y="5276"/>
                    <a:pt x="7277" y="5747"/>
                  </a:cubicBezTo>
                  <a:cubicBezTo>
                    <a:pt x="7090" y="6233"/>
                    <a:pt x="7062" y="6734"/>
                    <a:pt x="7191" y="7191"/>
                  </a:cubicBezTo>
                  <a:cubicBezTo>
                    <a:pt x="7001" y="7139"/>
                    <a:pt x="6809" y="7113"/>
                    <a:pt x="6615" y="7113"/>
                  </a:cubicBezTo>
                  <a:cubicBezTo>
                    <a:pt x="6327" y="7113"/>
                    <a:pt x="6037" y="7171"/>
                    <a:pt x="5747" y="7291"/>
                  </a:cubicBezTo>
                  <a:cubicBezTo>
                    <a:pt x="5275" y="7477"/>
                    <a:pt x="4904" y="7820"/>
                    <a:pt x="4675" y="8234"/>
                  </a:cubicBezTo>
                  <a:cubicBezTo>
                    <a:pt x="4432" y="7820"/>
                    <a:pt x="4060" y="7477"/>
                    <a:pt x="3589" y="7291"/>
                  </a:cubicBezTo>
                  <a:cubicBezTo>
                    <a:pt x="3307" y="7171"/>
                    <a:pt x="3015" y="7113"/>
                    <a:pt x="2728" y="7113"/>
                  </a:cubicBezTo>
                  <a:cubicBezTo>
                    <a:pt x="2534" y="7113"/>
                    <a:pt x="2344" y="7139"/>
                    <a:pt x="2160" y="7191"/>
                  </a:cubicBezTo>
                  <a:cubicBezTo>
                    <a:pt x="2288" y="6719"/>
                    <a:pt x="2259" y="6233"/>
                    <a:pt x="2059" y="5747"/>
                  </a:cubicBezTo>
                  <a:cubicBezTo>
                    <a:pt x="1859" y="5276"/>
                    <a:pt x="1531" y="4904"/>
                    <a:pt x="1116" y="4676"/>
                  </a:cubicBezTo>
                  <a:cubicBezTo>
                    <a:pt x="1531" y="4432"/>
                    <a:pt x="1859" y="4060"/>
                    <a:pt x="2059" y="3589"/>
                  </a:cubicBezTo>
                  <a:cubicBezTo>
                    <a:pt x="2259" y="3117"/>
                    <a:pt x="2288" y="2617"/>
                    <a:pt x="2160" y="2160"/>
                  </a:cubicBezTo>
                  <a:lnTo>
                    <a:pt x="2160" y="2160"/>
                  </a:lnTo>
                  <a:cubicBezTo>
                    <a:pt x="2345" y="2202"/>
                    <a:pt x="2531" y="2231"/>
                    <a:pt x="2731" y="2231"/>
                  </a:cubicBezTo>
                  <a:cubicBezTo>
                    <a:pt x="3017" y="2231"/>
                    <a:pt x="3303" y="2174"/>
                    <a:pt x="3589" y="2059"/>
                  </a:cubicBezTo>
                  <a:cubicBezTo>
                    <a:pt x="4060" y="1859"/>
                    <a:pt x="4432" y="1531"/>
                    <a:pt x="4675" y="1116"/>
                  </a:cubicBezTo>
                  <a:close/>
                  <a:moveTo>
                    <a:pt x="4961" y="1"/>
                  </a:moveTo>
                  <a:lnTo>
                    <a:pt x="4961" y="30"/>
                  </a:lnTo>
                  <a:lnTo>
                    <a:pt x="4389" y="30"/>
                  </a:lnTo>
                  <a:cubicBezTo>
                    <a:pt x="4389" y="30"/>
                    <a:pt x="3860" y="1331"/>
                    <a:pt x="3374" y="1531"/>
                  </a:cubicBezTo>
                  <a:cubicBezTo>
                    <a:pt x="3183" y="1607"/>
                    <a:pt x="2959" y="1656"/>
                    <a:pt x="2724" y="1656"/>
                  </a:cubicBezTo>
                  <a:cubicBezTo>
                    <a:pt x="2341" y="1656"/>
                    <a:pt x="1927" y="1527"/>
                    <a:pt x="1573" y="1173"/>
                  </a:cubicBezTo>
                  <a:lnTo>
                    <a:pt x="1173" y="1573"/>
                  </a:lnTo>
                  <a:cubicBezTo>
                    <a:pt x="1744" y="2145"/>
                    <a:pt x="1731" y="2875"/>
                    <a:pt x="1531" y="3374"/>
                  </a:cubicBezTo>
                  <a:cubicBezTo>
                    <a:pt x="1331" y="3860"/>
                    <a:pt x="816" y="4390"/>
                    <a:pt x="1" y="4390"/>
                  </a:cubicBezTo>
                  <a:lnTo>
                    <a:pt x="16" y="4390"/>
                  </a:lnTo>
                  <a:lnTo>
                    <a:pt x="16" y="4961"/>
                  </a:lnTo>
                  <a:cubicBezTo>
                    <a:pt x="830" y="4961"/>
                    <a:pt x="1344" y="5490"/>
                    <a:pt x="1544" y="5976"/>
                  </a:cubicBezTo>
                  <a:cubicBezTo>
                    <a:pt x="1744" y="6476"/>
                    <a:pt x="1759" y="7205"/>
                    <a:pt x="1188" y="7777"/>
                  </a:cubicBezTo>
                  <a:lnTo>
                    <a:pt x="1588" y="8177"/>
                  </a:lnTo>
                  <a:cubicBezTo>
                    <a:pt x="1941" y="7824"/>
                    <a:pt x="2354" y="7694"/>
                    <a:pt x="2737" y="7694"/>
                  </a:cubicBezTo>
                  <a:cubicBezTo>
                    <a:pt x="2973" y="7694"/>
                    <a:pt x="3197" y="7744"/>
                    <a:pt x="3389" y="7820"/>
                  </a:cubicBezTo>
                  <a:cubicBezTo>
                    <a:pt x="3875" y="8020"/>
                    <a:pt x="4403" y="8535"/>
                    <a:pt x="4403" y="9349"/>
                  </a:cubicBezTo>
                  <a:lnTo>
                    <a:pt x="4961" y="9349"/>
                  </a:lnTo>
                  <a:cubicBezTo>
                    <a:pt x="4961" y="9349"/>
                    <a:pt x="5476" y="8020"/>
                    <a:pt x="5975" y="7805"/>
                  </a:cubicBezTo>
                  <a:cubicBezTo>
                    <a:pt x="6161" y="7729"/>
                    <a:pt x="6381" y="7680"/>
                    <a:pt x="6615" y="7680"/>
                  </a:cubicBezTo>
                  <a:cubicBezTo>
                    <a:pt x="6995" y="7680"/>
                    <a:pt x="7409" y="7809"/>
                    <a:pt x="7763" y="8163"/>
                  </a:cubicBezTo>
                  <a:lnTo>
                    <a:pt x="8163" y="7763"/>
                  </a:lnTo>
                  <a:cubicBezTo>
                    <a:pt x="7591" y="7191"/>
                    <a:pt x="7605" y="6462"/>
                    <a:pt x="7805" y="5976"/>
                  </a:cubicBezTo>
                  <a:cubicBezTo>
                    <a:pt x="8020" y="5476"/>
                    <a:pt x="8520" y="4961"/>
                    <a:pt x="9320" y="4961"/>
                  </a:cubicBezTo>
                  <a:lnTo>
                    <a:pt x="9335" y="4961"/>
                  </a:lnTo>
                  <a:lnTo>
                    <a:pt x="9335" y="4390"/>
                  </a:lnTo>
                  <a:cubicBezTo>
                    <a:pt x="8534" y="4390"/>
                    <a:pt x="8020" y="3860"/>
                    <a:pt x="7820" y="3374"/>
                  </a:cubicBezTo>
                  <a:cubicBezTo>
                    <a:pt x="7620" y="2875"/>
                    <a:pt x="7605" y="2145"/>
                    <a:pt x="8176" y="1573"/>
                  </a:cubicBezTo>
                  <a:lnTo>
                    <a:pt x="7763" y="1173"/>
                  </a:lnTo>
                  <a:cubicBezTo>
                    <a:pt x="7409" y="1527"/>
                    <a:pt x="6995" y="1656"/>
                    <a:pt x="6615" y="1656"/>
                  </a:cubicBezTo>
                  <a:cubicBezTo>
                    <a:pt x="6381" y="1656"/>
                    <a:pt x="6161" y="1607"/>
                    <a:pt x="5975" y="1531"/>
                  </a:cubicBezTo>
                  <a:cubicBezTo>
                    <a:pt x="5476" y="1331"/>
                    <a:pt x="4961" y="816"/>
                    <a:pt x="4961"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45"/>
            <p:cNvSpPr/>
            <p:nvPr/>
          </p:nvSpPr>
          <p:spPr>
            <a:xfrm>
              <a:off x="1406971" y="2153642"/>
              <a:ext cx="219623" cy="220712"/>
            </a:xfrm>
            <a:custGeom>
              <a:avLst/>
              <a:gdLst/>
              <a:ahLst/>
              <a:cxnLst/>
              <a:rect l="l" t="t" r="r" b="b"/>
              <a:pathLst>
                <a:path w="5447" h="5474" extrusionOk="0">
                  <a:moveTo>
                    <a:pt x="2988" y="0"/>
                  </a:moveTo>
                  <a:cubicBezTo>
                    <a:pt x="2988" y="5"/>
                    <a:pt x="2988" y="9"/>
                    <a:pt x="2989" y="14"/>
                  </a:cubicBezTo>
                  <a:lnTo>
                    <a:pt x="3017" y="14"/>
                  </a:lnTo>
                  <a:lnTo>
                    <a:pt x="3017" y="0"/>
                  </a:lnTo>
                  <a:close/>
                  <a:moveTo>
                    <a:pt x="2731" y="872"/>
                  </a:moveTo>
                  <a:cubicBezTo>
                    <a:pt x="2874" y="1072"/>
                    <a:pt x="3074" y="1229"/>
                    <a:pt x="3317" y="1315"/>
                  </a:cubicBezTo>
                  <a:cubicBezTo>
                    <a:pt x="3488" y="1401"/>
                    <a:pt x="3675" y="1430"/>
                    <a:pt x="3860" y="1430"/>
                  </a:cubicBezTo>
                  <a:cubicBezTo>
                    <a:pt x="3932" y="1430"/>
                    <a:pt x="3989" y="1430"/>
                    <a:pt x="4046" y="1415"/>
                  </a:cubicBezTo>
                  <a:lnTo>
                    <a:pt x="4046" y="1415"/>
                  </a:lnTo>
                  <a:cubicBezTo>
                    <a:pt x="4018" y="1658"/>
                    <a:pt x="4046" y="1915"/>
                    <a:pt x="4146" y="2158"/>
                  </a:cubicBezTo>
                  <a:cubicBezTo>
                    <a:pt x="4246" y="2387"/>
                    <a:pt x="4403" y="2587"/>
                    <a:pt x="4589" y="2745"/>
                  </a:cubicBezTo>
                  <a:cubicBezTo>
                    <a:pt x="4403" y="2887"/>
                    <a:pt x="4246" y="3088"/>
                    <a:pt x="4146" y="3330"/>
                  </a:cubicBezTo>
                  <a:cubicBezTo>
                    <a:pt x="4046" y="3574"/>
                    <a:pt x="4018" y="3816"/>
                    <a:pt x="4046" y="4060"/>
                  </a:cubicBezTo>
                  <a:cubicBezTo>
                    <a:pt x="3987" y="4053"/>
                    <a:pt x="3928" y="4049"/>
                    <a:pt x="3869" y="4049"/>
                  </a:cubicBezTo>
                  <a:cubicBezTo>
                    <a:pt x="3685" y="4049"/>
                    <a:pt x="3501" y="4084"/>
                    <a:pt x="3317" y="4159"/>
                  </a:cubicBezTo>
                  <a:cubicBezTo>
                    <a:pt x="3074" y="4260"/>
                    <a:pt x="2874" y="4416"/>
                    <a:pt x="2731" y="4603"/>
                  </a:cubicBezTo>
                  <a:cubicBezTo>
                    <a:pt x="2573" y="4416"/>
                    <a:pt x="2373" y="4260"/>
                    <a:pt x="2145" y="4159"/>
                  </a:cubicBezTo>
                  <a:cubicBezTo>
                    <a:pt x="1961" y="4084"/>
                    <a:pt x="1769" y="4049"/>
                    <a:pt x="1581" y="4049"/>
                  </a:cubicBezTo>
                  <a:cubicBezTo>
                    <a:pt x="1520" y="4049"/>
                    <a:pt x="1460" y="4053"/>
                    <a:pt x="1401" y="4060"/>
                  </a:cubicBezTo>
                  <a:cubicBezTo>
                    <a:pt x="1445" y="3816"/>
                    <a:pt x="1401" y="3574"/>
                    <a:pt x="1302" y="3330"/>
                  </a:cubicBezTo>
                  <a:cubicBezTo>
                    <a:pt x="1201" y="3088"/>
                    <a:pt x="1058" y="2887"/>
                    <a:pt x="858" y="2745"/>
                  </a:cubicBezTo>
                  <a:cubicBezTo>
                    <a:pt x="1058" y="2587"/>
                    <a:pt x="1201" y="2387"/>
                    <a:pt x="1302" y="2158"/>
                  </a:cubicBezTo>
                  <a:cubicBezTo>
                    <a:pt x="1401" y="1915"/>
                    <a:pt x="1445" y="1658"/>
                    <a:pt x="1401" y="1415"/>
                  </a:cubicBezTo>
                  <a:lnTo>
                    <a:pt x="1401" y="1415"/>
                  </a:lnTo>
                  <a:cubicBezTo>
                    <a:pt x="1473" y="1430"/>
                    <a:pt x="1531" y="1430"/>
                    <a:pt x="1588" y="1430"/>
                  </a:cubicBezTo>
                  <a:cubicBezTo>
                    <a:pt x="1773" y="1430"/>
                    <a:pt x="1959" y="1401"/>
                    <a:pt x="2145" y="1315"/>
                  </a:cubicBezTo>
                  <a:cubicBezTo>
                    <a:pt x="2373" y="1229"/>
                    <a:pt x="2573" y="1072"/>
                    <a:pt x="2731" y="872"/>
                  </a:cubicBezTo>
                  <a:close/>
                  <a:moveTo>
                    <a:pt x="2445" y="14"/>
                  </a:moveTo>
                  <a:cubicBezTo>
                    <a:pt x="2445" y="14"/>
                    <a:pt x="2173" y="686"/>
                    <a:pt x="1916" y="801"/>
                  </a:cubicBezTo>
                  <a:cubicBezTo>
                    <a:pt x="1826" y="838"/>
                    <a:pt x="1718" y="861"/>
                    <a:pt x="1603" y="861"/>
                  </a:cubicBezTo>
                  <a:cubicBezTo>
                    <a:pt x="1407" y="861"/>
                    <a:pt x="1190" y="794"/>
                    <a:pt x="1001" y="614"/>
                  </a:cubicBezTo>
                  <a:lnTo>
                    <a:pt x="601" y="1014"/>
                  </a:lnTo>
                  <a:cubicBezTo>
                    <a:pt x="887" y="1315"/>
                    <a:pt x="887" y="1687"/>
                    <a:pt x="772" y="1929"/>
                  </a:cubicBezTo>
                  <a:cubicBezTo>
                    <a:pt x="673" y="2187"/>
                    <a:pt x="416" y="2459"/>
                    <a:pt x="1" y="2459"/>
                  </a:cubicBezTo>
                  <a:lnTo>
                    <a:pt x="15" y="2459"/>
                  </a:lnTo>
                  <a:lnTo>
                    <a:pt x="15" y="3030"/>
                  </a:lnTo>
                  <a:cubicBezTo>
                    <a:pt x="429" y="3030"/>
                    <a:pt x="687" y="3301"/>
                    <a:pt x="787" y="3545"/>
                  </a:cubicBezTo>
                  <a:cubicBezTo>
                    <a:pt x="902" y="3802"/>
                    <a:pt x="902" y="4174"/>
                    <a:pt x="616" y="4460"/>
                  </a:cubicBezTo>
                  <a:lnTo>
                    <a:pt x="1016" y="4860"/>
                  </a:lnTo>
                  <a:cubicBezTo>
                    <a:pt x="1196" y="4680"/>
                    <a:pt x="1409" y="4613"/>
                    <a:pt x="1607" y="4613"/>
                  </a:cubicBezTo>
                  <a:cubicBezTo>
                    <a:pt x="1724" y="4613"/>
                    <a:pt x="1835" y="4637"/>
                    <a:pt x="1931" y="4674"/>
                  </a:cubicBezTo>
                  <a:cubicBezTo>
                    <a:pt x="2173" y="4788"/>
                    <a:pt x="2445" y="5045"/>
                    <a:pt x="2445" y="5445"/>
                  </a:cubicBezTo>
                  <a:lnTo>
                    <a:pt x="2445" y="5474"/>
                  </a:lnTo>
                  <a:lnTo>
                    <a:pt x="3017" y="5474"/>
                  </a:lnTo>
                  <a:cubicBezTo>
                    <a:pt x="3017" y="5474"/>
                    <a:pt x="3274" y="4788"/>
                    <a:pt x="3532" y="4688"/>
                  </a:cubicBezTo>
                  <a:cubicBezTo>
                    <a:pt x="3631" y="4650"/>
                    <a:pt x="3747" y="4624"/>
                    <a:pt x="3869" y="4624"/>
                  </a:cubicBezTo>
                  <a:cubicBezTo>
                    <a:pt x="4063" y="4624"/>
                    <a:pt x="4271" y="4690"/>
                    <a:pt x="4446" y="4874"/>
                  </a:cubicBezTo>
                  <a:lnTo>
                    <a:pt x="4860" y="4460"/>
                  </a:lnTo>
                  <a:cubicBezTo>
                    <a:pt x="4561" y="4174"/>
                    <a:pt x="4574" y="3802"/>
                    <a:pt x="4675" y="3545"/>
                  </a:cubicBezTo>
                  <a:cubicBezTo>
                    <a:pt x="4775" y="3301"/>
                    <a:pt x="5032" y="3030"/>
                    <a:pt x="5432" y="3030"/>
                  </a:cubicBezTo>
                  <a:lnTo>
                    <a:pt x="5447" y="3030"/>
                  </a:lnTo>
                  <a:lnTo>
                    <a:pt x="5447" y="2459"/>
                  </a:lnTo>
                  <a:cubicBezTo>
                    <a:pt x="5032" y="2459"/>
                    <a:pt x="4775" y="2187"/>
                    <a:pt x="4660" y="1929"/>
                  </a:cubicBezTo>
                  <a:cubicBezTo>
                    <a:pt x="4561" y="1687"/>
                    <a:pt x="4561" y="1300"/>
                    <a:pt x="4847" y="1014"/>
                  </a:cubicBezTo>
                  <a:lnTo>
                    <a:pt x="4446" y="601"/>
                  </a:lnTo>
                  <a:cubicBezTo>
                    <a:pt x="4262" y="785"/>
                    <a:pt x="4050" y="850"/>
                    <a:pt x="3855" y="850"/>
                  </a:cubicBezTo>
                  <a:cubicBezTo>
                    <a:pt x="3732" y="850"/>
                    <a:pt x="3616" y="825"/>
                    <a:pt x="3517" y="786"/>
                  </a:cubicBezTo>
                  <a:cubicBezTo>
                    <a:pt x="3262" y="687"/>
                    <a:pt x="2994" y="420"/>
                    <a:pt x="2989" y="14"/>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45"/>
            <p:cNvSpPr/>
            <p:nvPr/>
          </p:nvSpPr>
          <p:spPr>
            <a:xfrm>
              <a:off x="1319963" y="2067722"/>
              <a:ext cx="393644" cy="393120"/>
            </a:xfrm>
            <a:custGeom>
              <a:avLst/>
              <a:gdLst/>
              <a:ahLst/>
              <a:cxnLst/>
              <a:rect l="l" t="t" r="r" b="b"/>
              <a:pathLst>
                <a:path w="9763" h="9750" extrusionOk="0">
                  <a:moveTo>
                    <a:pt x="4603" y="1"/>
                  </a:moveTo>
                  <a:lnTo>
                    <a:pt x="4603" y="4189"/>
                  </a:lnTo>
                  <a:lnTo>
                    <a:pt x="1630" y="1230"/>
                  </a:lnTo>
                  <a:lnTo>
                    <a:pt x="1230" y="1630"/>
                  </a:lnTo>
                  <a:lnTo>
                    <a:pt x="4188" y="4590"/>
                  </a:lnTo>
                  <a:lnTo>
                    <a:pt x="1" y="4590"/>
                  </a:lnTo>
                  <a:lnTo>
                    <a:pt x="1" y="5161"/>
                  </a:lnTo>
                  <a:lnTo>
                    <a:pt x="4188" y="5161"/>
                  </a:lnTo>
                  <a:lnTo>
                    <a:pt x="1230" y="8120"/>
                  </a:lnTo>
                  <a:lnTo>
                    <a:pt x="1630" y="8535"/>
                  </a:lnTo>
                  <a:lnTo>
                    <a:pt x="4603" y="5562"/>
                  </a:lnTo>
                  <a:lnTo>
                    <a:pt x="4603" y="9749"/>
                  </a:lnTo>
                  <a:lnTo>
                    <a:pt x="5175" y="9749"/>
                  </a:lnTo>
                  <a:lnTo>
                    <a:pt x="5175" y="5562"/>
                  </a:lnTo>
                  <a:lnTo>
                    <a:pt x="8133" y="8535"/>
                  </a:lnTo>
                  <a:lnTo>
                    <a:pt x="8533" y="8120"/>
                  </a:lnTo>
                  <a:lnTo>
                    <a:pt x="5575" y="5161"/>
                  </a:lnTo>
                  <a:lnTo>
                    <a:pt x="9763" y="5161"/>
                  </a:lnTo>
                  <a:lnTo>
                    <a:pt x="9763" y="4590"/>
                  </a:lnTo>
                  <a:lnTo>
                    <a:pt x="5575" y="4590"/>
                  </a:lnTo>
                  <a:lnTo>
                    <a:pt x="8533" y="1630"/>
                  </a:lnTo>
                  <a:lnTo>
                    <a:pt x="8133" y="1230"/>
                  </a:lnTo>
                  <a:lnTo>
                    <a:pt x="5175" y="4189"/>
                  </a:lnTo>
                  <a:lnTo>
                    <a:pt x="517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 name="Google Shape;1232;p45"/>
          <p:cNvGrpSpPr/>
          <p:nvPr/>
        </p:nvGrpSpPr>
        <p:grpSpPr>
          <a:xfrm>
            <a:off x="1835575" y="3102022"/>
            <a:ext cx="279573" cy="393113"/>
            <a:chOff x="2055862" y="2067722"/>
            <a:chExt cx="279573" cy="393113"/>
          </a:xfrm>
        </p:grpSpPr>
        <p:sp>
          <p:nvSpPr>
            <p:cNvPr id="1233" name="Google Shape;1233;p45"/>
            <p:cNvSpPr/>
            <p:nvPr/>
          </p:nvSpPr>
          <p:spPr>
            <a:xfrm>
              <a:off x="2096221" y="2366848"/>
              <a:ext cx="198294" cy="93986"/>
            </a:xfrm>
            <a:custGeom>
              <a:avLst/>
              <a:gdLst/>
              <a:ahLst/>
              <a:cxnLst/>
              <a:rect l="l" t="t" r="r" b="b"/>
              <a:pathLst>
                <a:path w="4918" h="2331" extrusionOk="0">
                  <a:moveTo>
                    <a:pt x="0" y="1"/>
                  </a:moveTo>
                  <a:lnTo>
                    <a:pt x="0" y="744"/>
                  </a:lnTo>
                  <a:cubicBezTo>
                    <a:pt x="0" y="1615"/>
                    <a:pt x="715" y="2330"/>
                    <a:pt x="1588" y="2330"/>
                  </a:cubicBezTo>
                  <a:lnTo>
                    <a:pt x="3331" y="2330"/>
                  </a:lnTo>
                  <a:cubicBezTo>
                    <a:pt x="4203" y="2330"/>
                    <a:pt x="4917" y="1615"/>
                    <a:pt x="4917" y="744"/>
                  </a:cubicBezTo>
                  <a:lnTo>
                    <a:pt x="4917" y="1"/>
                  </a:lnTo>
                  <a:lnTo>
                    <a:pt x="3760" y="1"/>
                  </a:lnTo>
                  <a:cubicBezTo>
                    <a:pt x="3217" y="1"/>
                    <a:pt x="2745" y="272"/>
                    <a:pt x="2459" y="687"/>
                  </a:cubicBezTo>
                  <a:cubicBezTo>
                    <a:pt x="2173" y="272"/>
                    <a:pt x="1702" y="1"/>
                    <a:pt x="1159"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45"/>
            <p:cNvSpPr/>
            <p:nvPr/>
          </p:nvSpPr>
          <p:spPr>
            <a:xfrm>
              <a:off x="2106583" y="2086188"/>
              <a:ext cx="91688" cy="92252"/>
            </a:xfrm>
            <a:custGeom>
              <a:avLst/>
              <a:gdLst/>
              <a:ahLst/>
              <a:cxnLst/>
              <a:rect l="l" t="t" r="r" b="b"/>
              <a:pathLst>
                <a:path w="2274" h="2288" extrusionOk="0">
                  <a:moveTo>
                    <a:pt x="473" y="0"/>
                  </a:moveTo>
                  <a:lnTo>
                    <a:pt x="387" y="158"/>
                  </a:lnTo>
                  <a:cubicBezTo>
                    <a:pt x="372" y="187"/>
                    <a:pt x="1" y="873"/>
                    <a:pt x="416" y="1601"/>
                  </a:cubicBezTo>
                  <a:lnTo>
                    <a:pt x="816" y="2287"/>
                  </a:lnTo>
                  <a:lnTo>
                    <a:pt x="2274" y="1430"/>
                  </a:lnTo>
                  <a:lnTo>
                    <a:pt x="1887" y="758"/>
                  </a:lnTo>
                  <a:cubicBezTo>
                    <a:pt x="1474" y="29"/>
                    <a:pt x="673" y="0"/>
                    <a:pt x="644"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45"/>
            <p:cNvSpPr/>
            <p:nvPr/>
          </p:nvSpPr>
          <p:spPr>
            <a:xfrm>
              <a:off x="2183834" y="2333988"/>
              <a:ext cx="23063" cy="126847"/>
            </a:xfrm>
            <a:custGeom>
              <a:avLst/>
              <a:gdLst/>
              <a:ahLst/>
              <a:cxnLst/>
              <a:rect l="l" t="t" r="r" b="b"/>
              <a:pathLst>
                <a:path w="572" h="3146" extrusionOk="0">
                  <a:moveTo>
                    <a:pt x="0" y="0"/>
                  </a:moveTo>
                  <a:lnTo>
                    <a:pt x="0" y="3145"/>
                  </a:lnTo>
                  <a:lnTo>
                    <a:pt x="572" y="3145"/>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45"/>
            <p:cNvSpPr/>
            <p:nvPr/>
          </p:nvSpPr>
          <p:spPr>
            <a:xfrm>
              <a:off x="2055862" y="2173237"/>
              <a:ext cx="86486" cy="68584"/>
            </a:xfrm>
            <a:custGeom>
              <a:avLst/>
              <a:gdLst/>
              <a:ahLst/>
              <a:cxnLst/>
              <a:rect l="l" t="t" r="r" b="b"/>
              <a:pathLst>
                <a:path w="2145" h="1701" extrusionOk="0">
                  <a:moveTo>
                    <a:pt x="1359" y="0"/>
                  </a:moveTo>
                  <a:cubicBezTo>
                    <a:pt x="530" y="0"/>
                    <a:pt x="115" y="671"/>
                    <a:pt x="87" y="700"/>
                  </a:cubicBezTo>
                  <a:lnTo>
                    <a:pt x="1" y="858"/>
                  </a:lnTo>
                  <a:lnTo>
                    <a:pt x="87" y="1001"/>
                  </a:lnTo>
                  <a:cubicBezTo>
                    <a:pt x="115" y="1029"/>
                    <a:pt x="530" y="1701"/>
                    <a:pt x="1359" y="1701"/>
                  </a:cubicBezTo>
                  <a:lnTo>
                    <a:pt x="2145" y="1701"/>
                  </a:lnTo>
                  <a:lnTo>
                    <a:pt x="214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45"/>
            <p:cNvSpPr/>
            <p:nvPr/>
          </p:nvSpPr>
          <p:spPr>
            <a:xfrm>
              <a:off x="2106583" y="2237183"/>
              <a:ext cx="91688" cy="91688"/>
            </a:xfrm>
            <a:custGeom>
              <a:avLst/>
              <a:gdLst/>
              <a:ahLst/>
              <a:cxnLst/>
              <a:rect l="l" t="t" r="r" b="b"/>
              <a:pathLst>
                <a:path w="2274" h="2274" extrusionOk="0">
                  <a:moveTo>
                    <a:pt x="816" y="0"/>
                  </a:moveTo>
                  <a:lnTo>
                    <a:pt x="416" y="673"/>
                  </a:lnTo>
                  <a:cubicBezTo>
                    <a:pt x="1" y="1401"/>
                    <a:pt x="372" y="2102"/>
                    <a:pt x="387" y="2130"/>
                  </a:cubicBezTo>
                  <a:lnTo>
                    <a:pt x="473" y="2273"/>
                  </a:lnTo>
                  <a:lnTo>
                    <a:pt x="644" y="2273"/>
                  </a:lnTo>
                  <a:cubicBezTo>
                    <a:pt x="673" y="2273"/>
                    <a:pt x="1474" y="2245"/>
                    <a:pt x="1887" y="1515"/>
                  </a:cubicBezTo>
                  <a:lnTo>
                    <a:pt x="2274" y="844"/>
                  </a:lnTo>
                  <a:lnTo>
                    <a:pt x="816"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45"/>
            <p:cNvSpPr/>
            <p:nvPr/>
          </p:nvSpPr>
          <p:spPr>
            <a:xfrm>
              <a:off x="2193027" y="2237183"/>
              <a:ext cx="91688" cy="91688"/>
            </a:xfrm>
            <a:custGeom>
              <a:avLst/>
              <a:gdLst/>
              <a:ahLst/>
              <a:cxnLst/>
              <a:rect l="l" t="t" r="r" b="b"/>
              <a:pathLst>
                <a:path w="2274" h="2274" extrusionOk="0">
                  <a:moveTo>
                    <a:pt x="1474" y="0"/>
                  </a:moveTo>
                  <a:lnTo>
                    <a:pt x="1" y="844"/>
                  </a:lnTo>
                  <a:lnTo>
                    <a:pt x="387" y="1515"/>
                  </a:lnTo>
                  <a:cubicBezTo>
                    <a:pt x="816" y="2245"/>
                    <a:pt x="1602" y="2273"/>
                    <a:pt x="1630" y="2273"/>
                  </a:cubicBezTo>
                  <a:lnTo>
                    <a:pt x="1802" y="2273"/>
                  </a:lnTo>
                  <a:lnTo>
                    <a:pt x="1887" y="2130"/>
                  </a:lnTo>
                  <a:cubicBezTo>
                    <a:pt x="1902" y="2102"/>
                    <a:pt x="2274" y="1401"/>
                    <a:pt x="1859" y="673"/>
                  </a:cubicBezTo>
                  <a:lnTo>
                    <a:pt x="147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45"/>
            <p:cNvSpPr/>
            <p:nvPr/>
          </p:nvSpPr>
          <p:spPr>
            <a:xfrm>
              <a:off x="2248949" y="2173237"/>
              <a:ext cx="86486" cy="68584"/>
            </a:xfrm>
            <a:custGeom>
              <a:avLst/>
              <a:gdLst/>
              <a:ahLst/>
              <a:cxnLst/>
              <a:rect l="l" t="t" r="r" b="b"/>
              <a:pathLst>
                <a:path w="2145" h="1701" extrusionOk="0">
                  <a:moveTo>
                    <a:pt x="1" y="0"/>
                  </a:moveTo>
                  <a:lnTo>
                    <a:pt x="1" y="1701"/>
                  </a:lnTo>
                  <a:lnTo>
                    <a:pt x="786" y="1701"/>
                  </a:lnTo>
                  <a:cubicBezTo>
                    <a:pt x="1630" y="1701"/>
                    <a:pt x="2044" y="1029"/>
                    <a:pt x="2059" y="1001"/>
                  </a:cubicBezTo>
                  <a:lnTo>
                    <a:pt x="2145" y="858"/>
                  </a:lnTo>
                  <a:lnTo>
                    <a:pt x="2059" y="700"/>
                  </a:lnTo>
                  <a:cubicBezTo>
                    <a:pt x="2044" y="671"/>
                    <a:pt x="1630" y="0"/>
                    <a:pt x="78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45"/>
            <p:cNvSpPr/>
            <p:nvPr/>
          </p:nvSpPr>
          <p:spPr>
            <a:xfrm>
              <a:off x="2193027" y="2086188"/>
              <a:ext cx="91688" cy="92252"/>
            </a:xfrm>
            <a:custGeom>
              <a:avLst/>
              <a:gdLst/>
              <a:ahLst/>
              <a:cxnLst/>
              <a:rect l="l" t="t" r="r" b="b"/>
              <a:pathLst>
                <a:path w="2274" h="2288" extrusionOk="0">
                  <a:moveTo>
                    <a:pt x="1630" y="0"/>
                  </a:moveTo>
                  <a:cubicBezTo>
                    <a:pt x="1602" y="0"/>
                    <a:pt x="816" y="29"/>
                    <a:pt x="387" y="758"/>
                  </a:cubicBezTo>
                  <a:lnTo>
                    <a:pt x="1" y="1430"/>
                  </a:lnTo>
                  <a:lnTo>
                    <a:pt x="1474" y="2287"/>
                  </a:lnTo>
                  <a:lnTo>
                    <a:pt x="1859" y="1601"/>
                  </a:lnTo>
                  <a:cubicBezTo>
                    <a:pt x="2274" y="873"/>
                    <a:pt x="1902" y="187"/>
                    <a:pt x="1887" y="158"/>
                  </a:cubicBezTo>
                  <a:lnTo>
                    <a:pt x="18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45"/>
            <p:cNvSpPr/>
            <p:nvPr/>
          </p:nvSpPr>
          <p:spPr>
            <a:xfrm>
              <a:off x="2161377" y="2067722"/>
              <a:ext cx="68584" cy="86486"/>
            </a:xfrm>
            <a:custGeom>
              <a:avLst/>
              <a:gdLst/>
              <a:ahLst/>
              <a:cxnLst/>
              <a:rect l="l" t="t" r="r" b="b"/>
              <a:pathLst>
                <a:path w="1701" h="2145" extrusionOk="0">
                  <a:moveTo>
                    <a:pt x="858" y="1"/>
                  </a:moveTo>
                  <a:lnTo>
                    <a:pt x="700" y="87"/>
                  </a:lnTo>
                  <a:cubicBezTo>
                    <a:pt x="671" y="102"/>
                    <a:pt x="0" y="530"/>
                    <a:pt x="0" y="1359"/>
                  </a:cubicBezTo>
                  <a:lnTo>
                    <a:pt x="0" y="2145"/>
                  </a:lnTo>
                  <a:lnTo>
                    <a:pt x="1701" y="2145"/>
                  </a:lnTo>
                  <a:lnTo>
                    <a:pt x="1701" y="1359"/>
                  </a:lnTo>
                  <a:cubicBezTo>
                    <a:pt x="1701" y="530"/>
                    <a:pt x="1029" y="102"/>
                    <a:pt x="1001" y="87"/>
                  </a:cubicBezTo>
                  <a:lnTo>
                    <a:pt x="858"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45"/>
            <p:cNvSpPr/>
            <p:nvPr/>
          </p:nvSpPr>
          <p:spPr>
            <a:xfrm>
              <a:off x="2074328" y="2127112"/>
              <a:ext cx="92252" cy="83019"/>
            </a:xfrm>
            <a:custGeom>
              <a:avLst/>
              <a:gdLst/>
              <a:ahLst/>
              <a:cxnLst/>
              <a:rect l="l" t="t" r="r" b="b"/>
              <a:pathLst>
                <a:path w="2288" h="2059" extrusionOk="0">
                  <a:moveTo>
                    <a:pt x="858" y="1"/>
                  </a:moveTo>
                  <a:cubicBezTo>
                    <a:pt x="473" y="1"/>
                    <a:pt x="187" y="157"/>
                    <a:pt x="158" y="172"/>
                  </a:cubicBezTo>
                  <a:lnTo>
                    <a:pt x="0" y="258"/>
                  </a:lnTo>
                  <a:lnTo>
                    <a:pt x="0" y="429"/>
                  </a:lnTo>
                  <a:cubicBezTo>
                    <a:pt x="0" y="458"/>
                    <a:pt x="29" y="1259"/>
                    <a:pt x="758" y="1672"/>
                  </a:cubicBezTo>
                  <a:lnTo>
                    <a:pt x="1430" y="2059"/>
                  </a:lnTo>
                  <a:lnTo>
                    <a:pt x="2287" y="601"/>
                  </a:lnTo>
                  <a:lnTo>
                    <a:pt x="1601" y="201"/>
                  </a:lnTo>
                  <a:cubicBezTo>
                    <a:pt x="1372" y="72"/>
                    <a:pt x="1130" y="1"/>
                    <a:pt x="85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45"/>
            <p:cNvSpPr/>
            <p:nvPr/>
          </p:nvSpPr>
          <p:spPr>
            <a:xfrm>
              <a:off x="2074328" y="2204887"/>
              <a:ext cx="92252" cy="83019"/>
            </a:xfrm>
            <a:custGeom>
              <a:avLst/>
              <a:gdLst/>
              <a:ahLst/>
              <a:cxnLst/>
              <a:rect l="l" t="t" r="r" b="b"/>
              <a:pathLst>
                <a:path w="2288" h="2059" extrusionOk="0">
                  <a:moveTo>
                    <a:pt x="1430" y="1"/>
                  </a:moveTo>
                  <a:lnTo>
                    <a:pt x="758" y="387"/>
                  </a:lnTo>
                  <a:cubicBezTo>
                    <a:pt x="29" y="816"/>
                    <a:pt x="0" y="1602"/>
                    <a:pt x="0" y="1630"/>
                  </a:cubicBezTo>
                  <a:lnTo>
                    <a:pt x="0" y="1802"/>
                  </a:lnTo>
                  <a:lnTo>
                    <a:pt x="158" y="1887"/>
                  </a:lnTo>
                  <a:cubicBezTo>
                    <a:pt x="187" y="1902"/>
                    <a:pt x="473" y="2059"/>
                    <a:pt x="858" y="2059"/>
                  </a:cubicBezTo>
                  <a:cubicBezTo>
                    <a:pt x="1130" y="2059"/>
                    <a:pt x="1372" y="1988"/>
                    <a:pt x="1601" y="1859"/>
                  </a:cubicBezTo>
                  <a:lnTo>
                    <a:pt x="2287" y="1474"/>
                  </a:lnTo>
                  <a:lnTo>
                    <a:pt x="1430"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45"/>
            <p:cNvSpPr/>
            <p:nvPr/>
          </p:nvSpPr>
          <p:spPr>
            <a:xfrm>
              <a:off x="2161377" y="2260810"/>
              <a:ext cx="68584" cy="86486"/>
            </a:xfrm>
            <a:custGeom>
              <a:avLst/>
              <a:gdLst/>
              <a:ahLst/>
              <a:cxnLst/>
              <a:rect l="l" t="t" r="r" b="b"/>
              <a:pathLst>
                <a:path w="1701" h="2145" extrusionOk="0">
                  <a:moveTo>
                    <a:pt x="0" y="1"/>
                  </a:moveTo>
                  <a:lnTo>
                    <a:pt x="0" y="786"/>
                  </a:lnTo>
                  <a:cubicBezTo>
                    <a:pt x="0" y="1630"/>
                    <a:pt x="671" y="2044"/>
                    <a:pt x="700" y="2059"/>
                  </a:cubicBezTo>
                  <a:lnTo>
                    <a:pt x="858" y="2145"/>
                  </a:lnTo>
                  <a:lnTo>
                    <a:pt x="1001" y="2059"/>
                  </a:lnTo>
                  <a:cubicBezTo>
                    <a:pt x="1029" y="2044"/>
                    <a:pt x="1701" y="1630"/>
                    <a:pt x="1701" y="786"/>
                  </a:cubicBezTo>
                  <a:lnTo>
                    <a:pt x="17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45"/>
            <p:cNvSpPr/>
            <p:nvPr/>
          </p:nvSpPr>
          <p:spPr>
            <a:xfrm>
              <a:off x="2225322" y="2204887"/>
              <a:ext cx="91688" cy="83019"/>
            </a:xfrm>
            <a:custGeom>
              <a:avLst/>
              <a:gdLst/>
              <a:ahLst/>
              <a:cxnLst/>
              <a:rect l="l" t="t" r="r" b="b"/>
              <a:pathLst>
                <a:path w="2274" h="2059" extrusionOk="0">
                  <a:moveTo>
                    <a:pt x="844" y="1"/>
                  </a:moveTo>
                  <a:lnTo>
                    <a:pt x="0" y="1474"/>
                  </a:lnTo>
                  <a:lnTo>
                    <a:pt x="673" y="1859"/>
                  </a:lnTo>
                  <a:cubicBezTo>
                    <a:pt x="901" y="1988"/>
                    <a:pt x="1144" y="2059"/>
                    <a:pt x="1416" y="2059"/>
                  </a:cubicBezTo>
                  <a:cubicBezTo>
                    <a:pt x="1801" y="2059"/>
                    <a:pt x="2087" y="1902"/>
                    <a:pt x="2130" y="1887"/>
                  </a:cubicBezTo>
                  <a:lnTo>
                    <a:pt x="2273" y="1802"/>
                  </a:lnTo>
                  <a:lnTo>
                    <a:pt x="2273" y="1630"/>
                  </a:lnTo>
                  <a:cubicBezTo>
                    <a:pt x="2273" y="1602"/>
                    <a:pt x="2245" y="816"/>
                    <a:pt x="1515" y="387"/>
                  </a:cubicBezTo>
                  <a:lnTo>
                    <a:pt x="84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45"/>
            <p:cNvSpPr/>
            <p:nvPr/>
          </p:nvSpPr>
          <p:spPr>
            <a:xfrm>
              <a:off x="2225322" y="2127112"/>
              <a:ext cx="91688" cy="83019"/>
            </a:xfrm>
            <a:custGeom>
              <a:avLst/>
              <a:gdLst/>
              <a:ahLst/>
              <a:cxnLst/>
              <a:rect l="l" t="t" r="r" b="b"/>
              <a:pathLst>
                <a:path w="2274" h="2059" extrusionOk="0">
                  <a:moveTo>
                    <a:pt x="1416" y="1"/>
                  </a:moveTo>
                  <a:cubicBezTo>
                    <a:pt x="1144" y="1"/>
                    <a:pt x="901" y="72"/>
                    <a:pt x="673" y="201"/>
                  </a:cubicBezTo>
                  <a:lnTo>
                    <a:pt x="0" y="601"/>
                  </a:lnTo>
                  <a:lnTo>
                    <a:pt x="844" y="2059"/>
                  </a:lnTo>
                  <a:lnTo>
                    <a:pt x="1515" y="1672"/>
                  </a:lnTo>
                  <a:cubicBezTo>
                    <a:pt x="2245" y="1259"/>
                    <a:pt x="2273" y="458"/>
                    <a:pt x="2273" y="429"/>
                  </a:cubicBezTo>
                  <a:lnTo>
                    <a:pt x="2273" y="258"/>
                  </a:lnTo>
                  <a:lnTo>
                    <a:pt x="2130" y="172"/>
                  </a:lnTo>
                  <a:cubicBezTo>
                    <a:pt x="2087" y="157"/>
                    <a:pt x="1801" y="1"/>
                    <a:pt x="1416"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45"/>
            <p:cNvSpPr/>
            <p:nvPr/>
          </p:nvSpPr>
          <p:spPr>
            <a:xfrm>
              <a:off x="2115252" y="2127112"/>
              <a:ext cx="160796" cy="160796"/>
            </a:xfrm>
            <a:custGeom>
              <a:avLst/>
              <a:gdLst/>
              <a:ahLst/>
              <a:cxnLst/>
              <a:rect l="l" t="t" r="r" b="b"/>
              <a:pathLst>
                <a:path w="3988" h="3988" extrusionOk="0">
                  <a:moveTo>
                    <a:pt x="2002" y="1"/>
                  </a:moveTo>
                  <a:cubicBezTo>
                    <a:pt x="887" y="1"/>
                    <a:pt x="1" y="887"/>
                    <a:pt x="1" y="2002"/>
                  </a:cubicBezTo>
                  <a:cubicBezTo>
                    <a:pt x="1" y="3102"/>
                    <a:pt x="887" y="3988"/>
                    <a:pt x="2002" y="3988"/>
                  </a:cubicBezTo>
                  <a:cubicBezTo>
                    <a:pt x="3102" y="3988"/>
                    <a:pt x="3988" y="3102"/>
                    <a:pt x="3988" y="2002"/>
                  </a:cubicBezTo>
                  <a:cubicBezTo>
                    <a:pt x="3988" y="887"/>
                    <a:pt x="3102" y="1"/>
                    <a:pt x="2002"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45"/>
            <p:cNvSpPr/>
            <p:nvPr/>
          </p:nvSpPr>
          <p:spPr>
            <a:xfrm>
              <a:off x="2183834" y="2218717"/>
              <a:ext cx="23063" cy="23103"/>
            </a:xfrm>
            <a:custGeom>
              <a:avLst/>
              <a:gdLst/>
              <a:ahLst/>
              <a:cxnLst/>
              <a:rect l="l" t="t" r="r" b="b"/>
              <a:pathLst>
                <a:path w="572" h="573" extrusionOk="0">
                  <a:moveTo>
                    <a:pt x="0" y="1"/>
                  </a:moveTo>
                  <a:lnTo>
                    <a:pt x="0" y="573"/>
                  </a:lnTo>
                  <a:lnTo>
                    <a:pt x="572" y="573"/>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45"/>
            <p:cNvSpPr/>
            <p:nvPr/>
          </p:nvSpPr>
          <p:spPr>
            <a:xfrm>
              <a:off x="2206856" y="2195694"/>
              <a:ext cx="23103" cy="23063"/>
            </a:xfrm>
            <a:custGeom>
              <a:avLst/>
              <a:gdLst/>
              <a:ahLst/>
              <a:cxnLst/>
              <a:rect l="l" t="t" r="r" b="b"/>
              <a:pathLst>
                <a:path w="573" h="572" extrusionOk="0">
                  <a:moveTo>
                    <a:pt x="1" y="0"/>
                  </a:moveTo>
                  <a:lnTo>
                    <a:pt x="1" y="572"/>
                  </a:lnTo>
                  <a:lnTo>
                    <a:pt x="573" y="572"/>
                  </a:lnTo>
                  <a:lnTo>
                    <a:pt x="57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45"/>
            <p:cNvSpPr/>
            <p:nvPr/>
          </p:nvSpPr>
          <p:spPr>
            <a:xfrm>
              <a:off x="2160772" y="2195694"/>
              <a:ext cx="23103" cy="23063"/>
            </a:xfrm>
            <a:custGeom>
              <a:avLst/>
              <a:gdLst/>
              <a:ahLst/>
              <a:cxnLst/>
              <a:rect l="l" t="t" r="r" b="b"/>
              <a:pathLst>
                <a:path w="573" h="572" extrusionOk="0">
                  <a:moveTo>
                    <a:pt x="0" y="0"/>
                  </a:moveTo>
                  <a:lnTo>
                    <a:pt x="0" y="572"/>
                  </a:lnTo>
                  <a:lnTo>
                    <a:pt x="572" y="572"/>
                  </a:lnTo>
                  <a:lnTo>
                    <a:pt x="57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45"/>
            <p:cNvSpPr/>
            <p:nvPr/>
          </p:nvSpPr>
          <p:spPr>
            <a:xfrm>
              <a:off x="2183834" y="2172632"/>
              <a:ext cx="23063" cy="23103"/>
            </a:xfrm>
            <a:custGeom>
              <a:avLst/>
              <a:gdLst/>
              <a:ahLst/>
              <a:cxnLst/>
              <a:rect l="l" t="t" r="r" b="b"/>
              <a:pathLst>
                <a:path w="572" h="573" extrusionOk="0">
                  <a:moveTo>
                    <a:pt x="0" y="0"/>
                  </a:moveTo>
                  <a:lnTo>
                    <a:pt x="0" y="572"/>
                  </a:lnTo>
                  <a:lnTo>
                    <a:pt x="572" y="572"/>
                  </a:lnTo>
                  <a:lnTo>
                    <a:pt x="57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 name="Google Shape;1252;p45"/>
          <p:cNvGrpSpPr/>
          <p:nvPr/>
        </p:nvGrpSpPr>
        <p:grpSpPr>
          <a:xfrm>
            <a:off x="4375277" y="3130850"/>
            <a:ext cx="393604" cy="335459"/>
            <a:chOff x="2677740" y="2096550"/>
            <a:chExt cx="393604" cy="335459"/>
          </a:xfrm>
        </p:grpSpPr>
        <p:sp>
          <p:nvSpPr>
            <p:cNvPr id="1253" name="Google Shape;1253;p45"/>
            <p:cNvSpPr/>
            <p:nvPr/>
          </p:nvSpPr>
          <p:spPr>
            <a:xfrm>
              <a:off x="2677740" y="2096550"/>
              <a:ext cx="393604" cy="236316"/>
            </a:xfrm>
            <a:custGeom>
              <a:avLst/>
              <a:gdLst/>
              <a:ahLst/>
              <a:cxnLst/>
              <a:rect l="l" t="t" r="r" b="b"/>
              <a:pathLst>
                <a:path w="9762" h="5861" extrusionOk="0">
                  <a:moveTo>
                    <a:pt x="3501" y="1"/>
                  </a:moveTo>
                  <a:cubicBezTo>
                    <a:pt x="2844" y="1"/>
                    <a:pt x="2230" y="258"/>
                    <a:pt x="1758" y="730"/>
                  </a:cubicBezTo>
                  <a:cubicBezTo>
                    <a:pt x="1329" y="1144"/>
                    <a:pt x="1086" y="1687"/>
                    <a:pt x="1029" y="2274"/>
                  </a:cubicBezTo>
                  <a:cubicBezTo>
                    <a:pt x="757" y="2417"/>
                    <a:pt x="515" y="2631"/>
                    <a:pt x="343" y="2888"/>
                  </a:cubicBezTo>
                  <a:cubicBezTo>
                    <a:pt x="114" y="3217"/>
                    <a:pt x="0" y="3617"/>
                    <a:pt x="14" y="4018"/>
                  </a:cubicBezTo>
                  <a:cubicBezTo>
                    <a:pt x="42" y="5047"/>
                    <a:pt x="900" y="5861"/>
                    <a:pt x="1929" y="5861"/>
                  </a:cubicBezTo>
                  <a:lnTo>
                    <a:pt x="8262" y="5861"/>
                  </a:lnTo>
                  <a:cubicBezTo>
                    <a:pt x="9091" y="5861"/>
                    <a:pt x="9762" y="5190"/>
                    <a:pt x="9762" y="4361"/>
                  </a:cubicBezTo>
                  <a:cubicBezTo>
                    <a:pt x="9762" y="3688"/>
                    <a:pt x="9319" y="3103"/>
                    <a:pt x="8690" y="2916"/>
                  </a:cubicBezTo>
                  <a:cubicBezTo>
                    <a:pt x="8605" y="1802"/>
                    <a:pt x="7675" y="930"/>
                    <a:pt x="6546" y="930"/>
                  </a:cubicBezTo>
                  <a:cubicBezTo>
                    <a:pt x="6217" y="930"/>
                    <a:pt x="5889" y="1001"/>
                    <a:pt x="5588" y="1144"/>
                  </a:cubicBezTo>
                  <a:cubicBezTo>
                    <a:pt x="5403" y="844"/>
                    <a:pt x="5146" y="587"/>
                    <a:pt x="4845" y="401"/>
                  </a:cubicBezTo>
                  <a:cubicBezTo>
                    <a:pt x="4445" y="143"/>
                    <a:pt x="3987" y="1"/>
                    <a:pt x="3501"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45"/>
            <p:cNvSpPr/>
            <p:nvPr/>
          </p:nvSpPr>
          <p:spPr>
            <a:xfrm>
              <a:off x="2696166" y="2237021"/>
              <a:ext cx="339454" cy="194988"/>
            </a:xfrm>
            <a:custGeom>
              <a:avLst/>
              <a:gdLst/>
              <a:ahLst/>
              <a:cxnLst/>
              <a:rect l="l" t="t" r="r" b="b"/>
              <a:pathLst>
                <a:path w="8419" h="4836" extrusionOk="0">
                  <a:moveTo>
                    <a:pt x="5546" y="0"/>
                  </a:moveTo>
                  <a:cubicBezTo>
                    <a:pt x="4996" y="0"/>
                    <a:pt x="4485" y="208"/>
                    <a:pt x="4102" y="591"/>
                  </a:cubicBezTo>
                  <a:cubicBezTo>
                    <a:pt x="3802" y="391"/>
                    <a:pt x="3459" y="290"/>
                    <a:pt x="3088" y="290"/>
                  </a:cubicBezTo>
                  <a:cubicBezTo>
                    <a:pt x="2087" y="290"/>
                    <a:pt x="1272" y="1105"/>
                    <a:pt x="1272" y="2106"/>
                  </a:cubicBezTo>
                  <a:lnTo>
                    <a:pt x="1272" y="2134"/>
                  </a:lnTo>
                  <a:cubicBezTo>
                    <a:pt x="357" y="2535"/>
                    <a:pt x="0" y="3850"/>
                    <a:pt x="1186" y="4822"/>
                  </a:cubicBezTo>
                  <a:cubicBezTo>
                    <a:pt x="1201" y="4822"/>
                    <a:pt x="1201" y="4835"/>
                    <a:pt x="1215" y="4835"/>
                  </a:cubicBezTo>
                  <a:lnTo>
                    <a:pt x="6818" y="4835"/>
                  </a:lnTo>
                  <a:cubicBezTo>
                    <a:pt x="7704" y="4835"/>
                    <a:pt x="8419" y="4121"/>
                    <a:pt x="8419" y="3249"/>
                  </a:cubicBezTo>
                  <a:cubicBezTo>
                    <a:pt x="8419" y="2663"/>
                    <a:pt x="8104" y="2134"/>
                    <a:pt x="7590" y="1849"/>
                  </a:cubicBezTo>
                  <a:cubicBezTo>
                    <a:pt x="7519" y="1119"/>
                    <a:pt x="7061" y="462"/>
                    <a:pt x="6318" y="147"/>
                  </a:cubicBezTo>
                  <a:lnTo>
                    <a:pt x="6318" y="133"/>
                  </a:lnTo>
                  <a:cubicBezTo>
                    <a:pt x="6058" y="44"/>
                    <a:pt x="5798" y="0"/>
                    <a:pt x="554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 name="Google Shape;1255;p45"/>
          <p:cNvGrpSpPr/>
          <p:nvPr/>
        </p:nvGrpSpPr>
        <p:grpSpPr>
          <a:xfrm>
            <a:off x="4415884" y="1423160"/>
            <a:ext cx="312395" cy="393679"/>
            <a:chOff x="3397472" y="2067722"/>
            <a:chExt cx="312395" cy="393679"/>
          </a:xfrm>
        </p:grpSpPr>
        <p:sp>
          <p:nvSpPr>
            <p:cNvPr id="1256" name="Google Shape;1256;p45"/>
            <p:cNvSpPr/>
            <p:nvPr/>
          </p:nvSpPr>
          <p:spPr>
            <a:xfrm>
              <a:off x="3516211" y="2067722"/>
              <a:ext cx="109549" cy="94591"/>
            </a:xfrm>
            <a:custGeom>
              <a:avLst/>
              <a:gdLst/>
              <a:ahLst/>
              <a:cxnLst/>
              <a:rect l="l" t="t" r="r" b="b"/>
              <a:pathLst>
                <a:path w="2717" h="2346" extrusionOk="0">
                  <a:moveTo>
                    <a:pt x="0" y="1"/>
                  </a:moveTo>
                  <a:lnTo>
                    <a:pt x="0" y="788"/>
                  </a:lnTo>
                  <a:cubicBezTo>
                    <a:pt x="0" y="1645"/>
                    <a:pt x="686" y="2345"/>
                    <a:pt x="1544" y="2345"/>
                  </a:cubicBezTo>
                  <a:lnTo>
                    <a:pt x="2716" y="2345"/>
                  </a:lnTo>
                  <a:lnTo>
                    <a:pt x="2716" y="1545"/>
                  </a:lnTo>
                  <a:cubicBezTo>
                    <a:pt x="2716" y="687"/>
                    <a:pt x="2030" y="1"/>
                    <a:pt x="1172"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45"/>
            <p:cNvSpPr/>
            <p:nvPr/>
          </p:nvSpPr>
          <p:spPr>
            <a:xfrm>
              <a:off x="3480488" y="2139812"/>
              <a:ext cx="183900" cy="142934"/>
            </a:xfrm>
            <a:custGeom>
              <a:avLst/>
              <a:gdLst/>
              <a:ahLst/>
              <a:cxnLst/>
              <a:rect l="l" t="t" r="r" b="b"/>
              <a:pathLst>
                <a:path w="4561" h="3545" extrusionOk="0">
                  <a:moveTo>
                    <a:pt x="3088" y="0"/>
                  </a:moveTo>
                  <a:cubicBezTo>
                    <a:pt x="1387" y="0"/>
                    <a:pt x="0" y="1386"/>
                    <a:pt x="0" y="3088"/>
                  </a:cubicBezTo>
                  <a:lnTo>
                    <a:pt x="0" y="3530"/>
                  </a:lnTo>
                  <a:lnTo>
                    <a:pt x="572" y="3530"/>
                  </a:lnTo>
                  <a:lnTo>
                    <a:pt x="572" y="3073"/>
                  </a:lnTo>
                  <a:cubicBezTo>
                    <a:pt x="587" y="1715"/>
                    <a:pt x="1687" y="600"/>
                    <a:pt x="3030" y="557"/>
                  </a:cubicBezTo>
                  <a:lnTo>
                    <a:pt x="3030" y="3545"/>
                  </a:lnTo>
                  <a:lnTo>
                    <a:pt x="3602" y="3545"/>
                  </a:lnTo>
                  <a:lnTo>
                    <a:pt x="3602" y="572"/>
                  </a:lnTo>
                  <a:lnTo>
                    <a:pt x="4560" y="572"/>
                  </a:lnTo>
                  <a:lnTo>
                    <a:pt x="4560"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45"/>
            <p:cNvSpPr/>
            <p:nvPr/>
          </p:nvSpPr>
          <p:spPr>
            <a:xfrm>
              <a:off x="3542176" y="2271212"/>
              <a:ext cx="167691" cy="190189"/>
            </a:xfrm>
            <a:custGeom>
              <a:avLst/>
              <a:gdLst/>
              <a:ahLst/>
              <a:cxnLst/>
              <a:rect l="l" t="t" r="r" b="b"/>
              <a:pathLst>
                <a:path w="4159" h="4717" extrusionOk="0">
                  <a:moveTo>
                    <a:pt x="1801" y="0"/>
                  </a:moveTo>
                  <a:cubicBezTo>
                    <a:pt x="1144" y="0"/>
                    <a:pt x="515" y="271"/>
                    <a:pt x="71" y="743"/>
                  </a:cubicBezTo>
                  <a:lnTo>
                    <a:pt x="0" y="829"/>
                  </a:lnTo>
                  <a:lnTo>
                    <a:pt x="0" y="3888"/>
                  </a:lnTo>
                  <a:lnTo>
                    <a:pt x="71" y="3959"/>
                  </a:lnTo>
                  <a:cubicBezTo>
                    <a:pt x="515" y="4445"/>
                    <a:pt x="1144" y="4717"/>
                    <a:pt x="1801" y="4717"/>
                  </a:cubicBezTo>
                  <a:cubicBezTo>
                    <a:pt x="3101" y="4717"/>
                    <a:pt x="4159" y="3659"/>
                    <a:pt x="4159" y="2358"/>
                  </a:cubicBezTo>
                  <a:cubicBezTo>
                    <a:pt x="4159" y="1058"/>
                    <a:pt x="3101" y="0"/>
                    <a:pt x="1801"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45"/>
            <p:cNvSpPr/>
            <p:nvPr/>
          </p:nvSpPr>
          <p:spPr>
            <a:xfrm>
              <a:off x="3397472" y="2271212"/>
              <a:ext cx="190230" cy="190189"/>
            </a:xfrm>
            <a:custGeom>
              <a:avLst/>
              <a:gdLst/>
              <a:ahLst/>
              <a:cxnLst/>
              <a:rect l="l" t="t" r="r" b="b"/>
              <a:pathLst>
                <a:path w="4718" h="4717" extrusionOk="0">
                  <a:moveTo>
                    <a:pt x="2360" y="0"/>
                  </a:moveTo>
                  <a:cubicBezTo>
                    <a:pt x="1059" y="0"/>
                    <a:pt x="1" y="1058"/>
                    <a:pt x="1" y="2358"/>
                  </a:cubicBezTo>
                  <a:cubicBezTo>
                    <a:pt x="1" y="3659"/>
                    <a:pt x="1059" y="4717"/>
                    <a:pt x="2360" y="4717"/>
                  </a:cubicBezTo>
                  <a:cubicBezTo>
                    <a:pt x="3660" y="4717"/>
                    <a:pt x="4718" y="3659"/>
                    <a:pt x="4718" y="2358"/>
                  </a:cubicBezTo>
                  <a:cubicBezTo>
                    <a:pt x="4718" y="1058"/>
                    <a:pt x="3660" y="0"/>
                    <a:pt x="2360"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 name="Google Shape;1260;p45"/>
          <p:cNvGrpSpPr/>
          <p:nvPr/>
        </p:nvGrpSpPr>
        <p:grpSpPr>
          <a:xfrm>
            <a:off x="6972251" y="3091060"/>
            <a:ext cx="393111" cy="393110"/>
            <a:chOff x="4036001" y="2067722"/>
            <a:chExt cx="393111" cy="393110"/>
          </a:xfrm>
        </p:grpSpPr>
        <p:sp>
          <p:nvSpPr>
            <p:cNvPr id="1261" name="Google Shape;1261;p45"/>
            <p:cNvSpPr/>
            <p:nvPr/>
          </p:nvSpPr>
          <p:spPr>
            <a:xfrm>
              <a:off x="4337989" y="2393902"/>
              <a:ext cx="91123" cy="23103"/>
            </a:xfrm>
            <a:custGeom>
              <a:avLst/>
              <a:gdLst/>
              <a:ahLst/>
              <a:cxnLst/>
              <a:rect l="l" t="t" r="r" b="b"/>
              <a:pathLst>
                <a:path w="2260" h="573" extrusionOk="0">
                  <a:moveTo>
                    <a:pt x="1" y="1"/>
                  </a:moveTo>
                  <a:lnTo>
                    <a:pt x="1" y="573"/>
                  </a:lnTo>
                  <a:lnTo>
                    <a:pt x="2259" y="573"/>
                  </a:lnTo>
                  <a:lnTo>
                    <a:pt x="22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45"/>
            <p:cNvSpPr/>
            <p:nvPr/>
          </p:nvSpPr>
          <p:spPr>
            <a:xfrm>
              <a:off x="4036001" y="2393902"/>
              <a:ext cx="91123" cy="23103"/>
            </a:xfrm>
            <a:custGeom>
              <a:avLst/>
              <a:gdLst/>
              <a:ahLst/>
              <a:cxnLst/>
              <a:rect l="l" t="t" r="r" b="b"/>
              <a:pathLst>
                <a:path w="2260" h="573" extrusionOk="0">
                  <a:moveTo>
                    <a:pt x="1" y="1"/>
                  </a:moveTo>
                  <a:lnTo>
                    <a:pt x="1" y="573"/>
                  </a:lnTo>
                  <a:lnTo>
                    <a:pt x="2259" y="573"/>
                  </a:lnTo>
                  <a:lnTo>
                    <a:pt x="22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45"/>
            <p:cNvSpPr/>
            <p:nvPr/>
          </p:nvSpPr>
          <p:spPr>
            <a:xfrm>
              <a:off x="4274044" y="2121911"/>
              <a:ext cx="119307" cy="69189"/>
            </a:xfrm>
            <a:custGeom>
              <a:avLst/>
              <a:gdLst/>
              <a:ahLst/>
              <a:cxnLst/>
              <a:rect l="l" t="t" r="r" b="b"/>
              <a:pathLst>
                <a:path w="2959" h="1716" extrusionOk="0">
                  <a:moveTo>
                    <a:pt x="1" y="0"/>
                  </a:moveTo>
                  <a:lnTo>
                    <a:pt x="1" y="1716"/>
                  </a:lnTo>
                  <a:lnTo>
                    <a:pt x="2959" y="1716"/>
                  </a:lnTo>
                  <a:lnTo>
                    <a:pt x="2959" y="1430"/>
                  </a:lnTo>
                  <a:cubicBezTo>
                    <a:pt x="2959" y="644"/>
                    <a:pt x="2316" y="0"/>
                    <a:pt x="1530"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45"/>
            <p:cNvSpPr/>
            <p:nvPr/>
          </p:nvSpPr>
          <p:spPr>
            <a:xfrm>
              <a:off x="4071764" y="2121911"/>
              <a:ext cx="119347" cy="69189"/>
            </a:xfrm>
            <a:custGeom>
              <a:avLst/>
              <a:gdLst/>
              <a:ahLst/>
              <a:cxnLst/>
              <a:rect l="l" t="t" r="r" b="b"/>
              <a:pathLst>
                <a:path w="2960" h="1716" extrusionOk="0">
                  <a:moveTo>
                    <a:pt x="1430" y="0"/>
                  </a:moveTo>
                  <a:cubicBezTo>
                    <a:pt x="644" y="0"/>
                    <a:pt x="0" y="644"/>
                    <a:pt x="0" y="1430"/>
                  </a:cubicBezTo>
                  <a:lnTo>
                    <a:pt x="0" y="1716"/>
                  </a:lnTo>
                  <a:lnTo>
                    <a:pt x="2959" y="1716"/>
                  </a:lnTo>
                  <a:lnTo>
                    <a:pt x="2959"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45"/>
            <p:cNvSpPr/>
            <p:nvPr/>
          </p:nvSpPr>
          <p:spPr>
            <a:xfrm>
              <a:off x="4088496" y="2067722"/>
              <a:ext cx="288167" cy="106082"/>
            </a:xfrm>
            <a:custGeom>
              <a:avLst/>
              <a:gdLst/>
              <a:ahLst/>
              <a:cxnLst/>
              <a:rect l="l" t="t" r="r" b="b"/>
              <a:pathLst>
                <a:path w="7147" h="2631" extrusionOk="0">
                  <a:moveTo>
                    <a:pt x="1372" y="1"/>
                  </a:moveTo>
                  <a:cubicBezTo>
                    <a:pt x="872" y="1"/>
                    <a:pt x="400" y="273"/>
                    <a:pt x="143" y="702"/>
                  </a:cubicBezTo>
                  <a:lnTo>
                    <a:pt x="0" y="959"/>
                  </a:lnTo>
                  <a:lnTo>
                    <a:pt x="2873" y="2631"/>
                  </a:lnTo>
                  <a:lnTo>
                    <a:pt x="3574" y="1788"/>
                  </a:lnTo>
                  <a:lnTo>
                    <a:pt x="4260" y="2631"/>
                  </a:lnTo>
                  <a:lnTo>
                    <a:pt x="7147" y="959"/>
                  </a:lnTo>
                  <a:lnTo>
                    <a:pt x="7004" y="702"/>
                  </a:lnTo>
                  <a:cubicBezTo>
                    <a:pt x="6747" y="273"/>
                    <a:pt x="6274" y="1"/>
                    <a:pt x="5775" y="1"/>
                  </a:cubicBezTo>
                  <a:cubicBezTo>
                    <a:pt x="5518" y="1"/>
                    <a:pt x="5274" y="58"/>
                    <a:pt x="5060" y="187"/>
                  </a:cubicBezTo>
                  <a:lnTo>
                    <a:pt x="4102" y="744"/>
                  </a:lnTo>
                  <a:cubicBezTo>
                    <a:pt x="3873" y="873"/>
                    <a:pt x="3702" y="1059"/>
                    <a:pt x="3574" y="1287"/>
                  </a:cubicBezTo>
                  <a:cubicBezTo>
                    <a:pt x="3444" y="1059"/>
                    <a:pt x="3259" y="873"/>
                    <a:pt x="3030" y="744"/>
                  </a:cubicBezTo>
                  <a:lnTo>
                    <a:pt x="2087" y="187"/>
                  </a:lnTo>
                  <a:cubicBezTo>
                    <a:pt x="1872" y="58"/>
                    <a:pt x="1615" y="1"/>
                    <a:pt x="1372"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45"/>
            <p:cNvSpPr/>
            <p:nvPr/>
          </p:nvSpPr>
          <p:spPr>
            <a:xfrm>
              <a:off x="4257311" y="2154771"/>
              <a:ext cx="129750" cy="118783"/>
            </a:xfrm>
            <a:custGeom>
              <a:avLst/>
              <a:gdLst/>
              <a:ahLst/>
              <a:cxnLst/>
              <a:rect l="l" t="t" r="r" b="b"/>
              <a:pathLst>
                <a:path w="3218" h="2946" extrusionOk="0">
                  <a:moveTo>
                    <a:pt x="644" y="1"/>
                  </a:moveTo>
                  <a:cubicBezTo>
                    <a:pt x="601" y="1"/>
                    <a:pt x="572" y="14"/>
                    <a:pt x="530" y="14"/>
                  </a:cubicBezTo>
                  <a:lnTo>
                    <a:pt x="315" y="29"/>
                  </a:lnTo>
                  <a:lnTo>
                    <a:pt x="1" y="1402"/>
                  </a:lnTo>
                  <a:lnTo>
                    <a:pt x="2674" y="2945"/>
                  </a:lnTo>
                  <a:lnTo>
                    <a:pt x="2817" y="2688"/>
                  </a:lnTo>
                  <a:cubicBezTo>
                    <a:pt x="3217" y="2016"/>
                    <a:pt x="2974" y="1144"/>
                    <a:pt x="2302" y="744"/>
                  </a:cubicBezTo>
                  <a:lnTo>
                    <a:pt x="1344" y="201"/>
                  </a:lnTo>
                  <a:cubicBezTo>
                    <a:pt x="1130" y="72"/>
                    <a:pt x="887" y="1"/>
                    <a:pt x="6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45"/>
            <p:cNvSpPr/>
            <p:nvPr/>
          </p:nvSpPr>
          <p:spPr>
            <a:xfrm>
              <a:off x="4078094" y="2155093"/>
              <a:ext cx="129145" cy="118460"/>
            </a:xfrm>
            <a:custGeom>
              <a:avLst/>
              <a:gdLst/>
              <a:ahLst/>
              <a:cxnLst/>
              <a:rect l="l" t="t" r="r" b="b"/>
              <a:pathLst>
                <a:path w="3203" h="2938" extrusionOk="0">
                  <a:moveTo>
                    <a:pt x="2564" y="0"/>
                  </a:moveTo>
                  <a:cubicBezTo>
                    <a:pt x="2320" y="0"/>
                    <a:pt x="2079" y="71"/>
                    <a:pt x="1859" y="193"/>
                  </a:cubicBezTo>
                  <a:lnTo>
                    <a:pt x="916" y="736"/>
                  </a:lnTo>
                  <a:cubicBezTo>
                    <a:pt x="230" y="1136"/>
                    <a:pt x="1" y="2008"/>
                    <a:pt x="386" y="2680"/>
                  </a:cubicBezTo>
                  <a:lnTo>
                    <a:pt x="544" y="2937"/>
                  </a:lnTo>
                  <a:lnTo>
                    <a:pt x="3203" y="1394"/>
                  </a:lnTo>
                  <a:lnTo>
                    <a:pt x="2888" y="21"/>
                  </a:lnTo>
                  <a:lnTo>
                    <a:pt x="2688" y="6"/>
                  </a:lnTo>
                  <a:cubicBezTo>
                    <a:pt x="2647" y="2"/>
                    <a:pt x="2605" y="0"/>
                    <a:pt x="2564"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45"/>
            <p:cNvSpPr/>
            <p:nvPr/>
          </p:nvSpPr>
          <p:spPr>
            <a:xfrm>
              <a:off x="4197962" y="2187590"/>
              <a:ext cx="69229" cy="209825"/>
            </a:xfrm>
            <a:custGeom>
              <a:avLst/>
              <a:gdLst/>
              <a:ahLst/>
              <a:cxnLst/>
              <a:rect l="l" t="t" r="r" b="b"/>
              <a:pathLst>
                <a:path w="1717" h="5204" extrusionOk="0">
                  <a:moveTo>
                    <a:pt x="1" y="1"/>
                  </a:moveTo>
                  <a:lnTo>
                    <a:pt x="1" y="5204"/>
                  </a:lnTo>
                  <a:lnTo>
                    <a:pt x="1716" y="5204"/>
                  </a:lnTo>
                  <a:lnTo>
                    <a:pt x="1716"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45"/>
            <p:cNvSpPr/>
            <p:nvPr/>
          </p:nvSpPr>
          <p:spPr>
            <a:xfrm>
              <a:off x="4197962" y="2278671"/>
              <a:ext cx="69229" cy="23103"/>
            </a:xfrm>
            <a:custGeom>
              <a:avLst/>
              <a:gdLst/>
              <a:ahLst/>
              <a:cxnLst/>
              <a:rect l="l" t="t" r="r" b="b"/>
              <a:pathLst>
                <a:path w="1717" h="573"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45"/>
            <p:cNvSpPr/>
            <p:nvPr/>
          </p:nvSpPr>
          <p:spPr>
            <a:xfrm>
              <a:off x="4197962" y="2328828"/>
              <a:ext cx="69229" cy="23103"/>
            </a:xfrm>
            <a:custGeom>
              <a:avLst/>
              <a:gdLst/>
              <a:ahLst/>
              <a:cxnLst/>
              <a:rect l="l" t="t" r="r" b="b"/>
              <a:pathLst>
                <a:path w="1717" h="573"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45"/>
            <p:cNvSpPr/>
            <p:nvPr/>
          </p:nvSpPr>
          <p:spPr>
            <a:xfrm>
              <a:off x="4197962" y="2229119"/>
              <a:ext cx="69229" cy="23063"/>
            </a:xfrm>
            <a:custGeom>
              <a:avLst/>
              <a:gdLst/>
              <a:ahLst/>
              <a:cxnLst/>
              <a:rect l="l" t="t" r="r" b="b"/>
              <a:pathLst>
                <a:path w="1717" h="572"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45"/>
            <p:cNvSpPr/>
            <p:nvPr/>
          </p:nvSpPr>
          <p:spPr>
            <a:xfrm>
              <a:off x="4099423" y="2373178"/>
              <a:ext cx="266273" cy="76124"/>
            </a:xfrm>
            <a:custGeom>
              <a:avLst/>
              <a:gdLst/>
              <a:ahLst/>
              <a:cxnLst/>
              <a:rect l="l" t="t" r="r" b="b"/>
              <a:pathLst>
                <a:path w="6604" h="1888" extrusionOk="0">
                  <a:moveTo>
                    <a:pt x="1830" y="0"/>
                  </a:moveTo>
                  <a:cubicBezTo>
                    <a:pt x="816" y="0"/>
                    <a:pt x="0" y="816"/>
                    <a:pt x="0" y="1830"/>
                  </a:cubicBezTo>
                  <a:lnTo>
                    <a:pt x="0" y="1887"/>
                  </a:lnTo>
                  <a:lnTo>
                    <a:pt x="6604" y="1887"/>
                  </a:lnTo>
                  <a:lnTo>
                    <a:pt x="6604" y="1830"/>
                  </a:lnTo>
                  <a:cubicBezTo>
                    <a:pt x="6604" y="829"/>
                    <a:pt x="5775" y="0"/>
                    <a:pt x="477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45"/>
            <p:cNvSpPr/>
            <p:nvPr/>
          </p:nvSpPr>
          <p:spPr>
            <a:xfrm>
              <a:off x="4075796" y="2437729"/>
              <a:ext cx="313569" cy="23103"/>
            </a:xfrm>
            <a:custGeom>
              <a:avLst/>
              <a:gdLst/>
              <a:ahLst/>
              <a:cxnLst/>
              <a:rect l="l" t="t" r="r" b="b"/>
              <a:pathLst>
                <a:path w="7777" h="573" extrusionOk="0">
                  <a:moveTo>
                    <a:pt x="1" y="0"/>
                  </a:moveTo>
                  <a:lnTo>
                    <a:pt x="1" y="572"/>
                  </a:lnTo>
                  <a:lnTo>
                    <a:pt x="7776" y="572"/>
                  </a:lnTo>
                  <a:lnTo>
                    <a:pt x="7776"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45"/>
            <p:cNvSpPr/>
            <p:nvPr/>
          </p:nvSpPr>
          <p:spPr>
            <a:xfrm>
              <a:off x="4174335" y="2143240"/>
              <a:ext cx="116444" cy="65157"/>
            </a:xfrm>
            <a:custGeom>
              <a:avLst/>
              <a:gdLst/>
              <a:ahLst/>
              <a:cxnLst/>
              <a:rect l="l" t="t" r="r" b="b"/>
              <a:pathLst>
                <a:path w="2888" h="1616" extrusionOk="0">
                  <a:moveTo>
                    <a:pt x="801" y="1"/>
                  </a:moveTo>
                  <a:cubicBezTo>
                    <a:pt x="358" y="1"/>
                    <a:pt x="0" y="373"/>
                    <a:pt x="0" y="815"/>
                  </a:cubicBezTo>
                  <a:cubicBezTo>
                    <a:pt x="0" y="1259"/>
                    <a:pt x="358" y="1615"/>
                    <a:pt x="801" y="1615"/>
                  </a:cubicBezTo>
                  <a:cubicBezTo>
                    <a:pt x="1058" y="1615"/>
                    <a:pt x="1287" y="1501"/>
                    <a:pt x="1445" y="1316"/>
                  </a:cubicBezTo>
                  <a:cubicBezTo>
                    <a:pt x="1588" y="1501"/>
                    <a:pt x="1816" y="1615"/>
                    <a:pt x="2074" y="1615"/>
                  </a:cubicBezTo>
                  <a:cubicBezTo>
                    <a:pt x="2531" y="1615"/>
                    <a:pt x="2888" y="1259"/>
                    <a:pt x="2888" y="815"/>
                  </a:cubicBezTo>
                  <a:cubicBezTo>
                    <a:pt x="2888" y="373"/>
                    <a:pt x="2531" y="1"/>
                    <a:pt x="2074" y="1"/>
                  </a:cubicBezTo>
                  <a:cubicBezTo>
                    <a:pt x="2016" y="1"/>
                    <a:pt x="1959" y="15"/>
                    <a:pt x="1902" y="29"/>
                  </a:cubicBezTo>
                  <a:lnTo>
                    <a:pt x="1816" y="43"/>
                  </a:lnTo>
                  <a:lnTo>
                    <a:pt x="1445" y="415"/>
                  </a:lnTo>
                  <a:lnTo>
                    <a:pt x="1058" y="43"/>
                  </a:lnTo>
                  <a:lnTo>
                    <a:pt x="987" y="29"/>
                  </a:lnTo>
                  <a:cubicBezTo>
                    <a:pt x="930" y="15"/>
                    <a:pt x="873" y="1"/>
                    <a:pt x="8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45"/>
            <p:cNvSpPr/>
            <p:nvPr/>
          </p:nvSpPr>
          <p:spPr>
            <a:xfrm>
              <a:off x="4199696" y="2117314"/>
              <a:ext cx="65722" cy="65722"/>
            </a:xfrm>
            <a:custGeom>
              <a:avLst/>
              <a:gdLst/>
              <a:ahLst/>
              <a:cxnLst/>
              <a:rect l="l" t="t" r="r" b="b"/>
              <a:pathLst>
                <a:path w="1630" h="1630" extrusionOk="0">
                  <a:moveTo>
                    <a:pt x="816" y="0"/>
                  </a:moveTo>
                  <a:cubicBezTo>
                    <a:pt x="372" y="0"/>
                    <a:pt x="0" y="372"/>
                    <a:pt x="0" y="815"/>
                  </a:cubicBezTo>
                  <a:cubicBezTo>
                    <a:pt x="0" y="1258"/>
                    <a:pt x="372" y="1630"/>
                    <a:pt x="816" y="1630"/>
                  </a:cubicBezTo>
                  <a:cubicBezTo>
                    <a:pt x="1258" y="1630"/>
                    <a:pt x="1630" y="1258"/>
                    <a:pt x="1630" y="815"/>
                  </a:cubicBezTo>
                  <a:cubicBezTo>
                    <a:pt x="1630" y="372"/>
                    <a:pt x="1258" y="0"/>
                    <a:pt x="816"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 name="Google Shape;1276;p45"/>
          <p:cNvGrpSpPr/>
          <p:nvPr/>
        </p:nvGrpSpPr>
        <p:grpSpPr>
          <a:xfrm>
            <a:off x="6971688" y="1445920"/>
            <a:ext cx="394249" cy="348156"/>
            <a:chOff x="4714326" y="2090220"/>
            <a:chExt cx="394249" cy="348156"/>
          </a:xfrm>
        </p:grpSpPr>
        <p:sp>
          <p:nvSpPr>
            <p:cNvPr id="1277" name="Google Shape;1277;p45"/>
            <p:cNvSpPr/>
            <p:nvPr/>
          </p:nvSpPr>
          <p:spPr>
            <a:xfrm>
              <a:off x="4899913" y="2325925"/>
              <a:ext cx="23103" cy="50763"/>
            </a:xfrm>
            <a:custGeom>
              <a:avLst/>
              <a:gdLst/>
              <a:ahLst/>
              <a:cxnLst/>
              <a:rect l="l" t="t" r="r" b="b"/>
              <a:pathLst>
                <a:path w="573"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45"/>
            <p:cNvSpPr/>
            <p:nvPr/>
          </p:nvSpPr>
          <p:spPr>
            <a:xfrm>
              <a:off x="5002484" y="2325925"/>
              <a:ext cx="23103" cy="50763"/>
            </a:xfrm>
            <a:custGeom>
              <a:avLst/>
              <a:gdLst/>
              <a:ahLst/>
              <a:cxnLst/>
              <a:rect l="l" t="t" r="r" b="b"/>
              <a:pathLst>
                <a:path w="573" h="1259" extrusionOk="0">
                  <a:moveTo>
                    <a:pt x="1" y="0"/>
                  </a:moveTo>
                  <a:lnTo>
                    <a:pt x="1"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45"/>
            <p:cNvSpPr/>
            <p:nvPr/>
          </p:nvSpPr>
          <p:spPr>
            <a:xfrm>
              <a:off x="4797342" y="2325925"/>
              <a:ext cx="23063" cy="50763"/>
            </a:xfrm>
            <a:custGeom>
              <a:avLst/>
              <a:gdLst/>
              <a:ahLst/>
              <a:cxnLst/>
              <a:rect l="l" t="t" r="r" b="b"/>
              <a:pathLst>
                <a:path w="572"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45"/>
            <p:cNvSpPr/>
            <p:nvPr/>
          </p:nvSpPr>
          <p:spPr>
            <a:xfrm>
              <a:off x="4950634" y="2090220"/>
              <a:ext cx="157329" cy="247283"/>
            </a:xfrm>
            <a:custGeom>
              <a:avLst/>
              <a:gdLst/>
              <a:ahLst/>
              <a:cxnLst/>
              <a:rect l="l" t="t" r="r" b="b"/>
              <a:pathLst>
                <a:path w="3902" h="6133" extrusionOk="0">
                  <a:moveTo>
                    <a:pt x="1572" y="1"/>
                  </a:moveTo>
                  <a:lnTo>
                    <a:pt x="0" y="3359"/>
                  </a:lnTo>
                  <a:lnTo>
                    <a:pt x="686" y="6132"/>
                  </a:lnTo>
                  <a:lnTo>
                    <a:pt x="3902" y="6132"/>
                  </a:lnTo>
                  <a:lnTo>
                    <a:pt x="3373" y="4989"/>
                  </a:lnTo>
                  <a:lnTo>
                    <a:pt x="3902" y="4989"/>
                  </a:lnTo>
                  <a:lnTo>
                    <a:pt x="1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45"/>
            <p:cNvSpPr/>
            <p:nvPr/>
          </p:nvSpPr>
          <p:spPr>
            <a:xfrm>
              <a:off x="4714326" y="2090220"/>
              <a:ext cx="157974" cy="247283"/>
            </a:xfrm>
            <a:custGeom>
              <a:avLst/>
              <a:gdLst/>
              <a:ahLst/>
              <a:cxnLst/>
              <a:rect l="l" t="t" r="r" b="b"/>
              <a:pathLst>
                <a:path w="3918" h="6133" extrusionOk="0">
                  <a:moveTo>
                    <a:pt x="2345" y="1"/>
                  </a:moveTo>
                  <a:lnTo>
                    <a:pt x="1" y="4989"/>
                  </a:lnTo>
                  <a:lnTo>
                    <a:pt x="544" y="4989"/>
                  </a:lnTo>
                  <a:lnTo>
                    <a:pt x="1" y="6132"/>
                  </a:lnTo>
                  <a:lnTo>
                    <a:pt x="3216" y="6132"/>
                  </a:lnTo>
                  <a:lnTo>
                    <a:pt x="3917" y="3359"/>
                  </a:lnTo>
                  <a:lnTo>
                    <a:pt x="23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45"/>
            <p:cNvSpPr/>
            <p:nvPr/>
          </p:nvSpPr>
          <p:spPr>
            <a:xfrm>
              <a:off x="4820364" y="2090220"/>
              <a:ext cx="182166" cy="247283"/>
            </a:xfrm>
            <a:custGeom>
              <a:avLst/>
              <a:gdLst/>
              <a:ahLst/>
              <a:cxnLst/>
              <a:rect l="l" t="t" r="r" b="b"/>
              <a:pathLst>
                <a:path w="4518" h="6133" extrusionOk="0">
                  <a:moveTo>
                    <a:pt x="2259" y="1"/>
                  </a:moveTo>
                  <a:lnTo>
                    <a:pt x="1" y="4989"/>
                  </a:lnTo>
                  <a:lnTo>
                    <a:pt x="529" y="4989"/>
                  </a:lnTo>
                  <a:lnTo>
                    <a:pt x="1" y="6132"/>
                  </a:lnTo>
                  <a:lnTo>
                    <a:pt x="4518" y="6132"/>
                  </a:lnTo>
                  <a:lnTo>
                    <a:pt x="3974" y="4989"/>
                  </a:lnTo>
                  <a:lnTo>
                    <a:pt x="4518" y="4989"/>
                  </a:lnTo>
                  <a:lnTo>
                    <a:pt x="2259"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45"/>
            <p:cNvSpPr/>
            <p:nvPr/>
          </p:nvSpPr>
          <p:spPr>
            <a:xfrm>
              <a:off x="4714890" y="2365115"/>
              <a:ext cx="393684" cy="73261"/>
            </a:xfrm>
            <a:custGeom>
              <a:avLst/>
              <a:gdLst/>
              <a:ahLst/>
              <a:cxnLst/>
              <a:rect l="l" t="t" r="r" b="b"/>
              <a:pathLst>
                <a:path w="9764" h="1817" extrusionOk="0">
                  <a:moveTo>
                    <a:pt x="1" y="0"/>
                  </a:moveTo>
                  <a:lnTo>
                    <a:pt x="1" y="1816"/>
                  </a:lnTo>
                  <a:lnTo>
                    <a:pt x="9764" y="1816"/>
                  </a:lnTo>
                  <a:lnTo>
                    <a:pt x="976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287"/>
        <p:cNvGrpSpPr/>
        <p:nvPr/>
      </p:nvGrpSpPr>
      <p:grpSpPr>
        <a:xfrm>
          <a:off x="0" y="0"/>
          <a:ext cx="0" cy="0"/>
          <a:chOff x="0" y="0"/>
          <a:chExt cx="0" cy="0"/>
        </a:xfrm>
      </p:grpSpPr>
      <p:sp>
        <p:nvSpPr>
          <p:cNvPr id="1288" name="Google Shape;1288;p46"/>
          <p:cNvSpPr/>
          <p:nvPr/>
        </p:nvSpPr>
        <p:spPr>
          <a:xfrm>
            <a:off x="798150" y="1620250"/>
            <a:ext cx="1637400" cy="1637400"/>
          </a:xfrm>
          <a:prstGeom prst="ellipse">
            <a:avLst/>
          </a:prstGeom>
          <a:solidFill>
            <a:schemeClr val="lt1"/>
          </a:solidFill>
          <a:ln w="19050" cap="flat" cmpd="sng">
            <a:solidFill>
              <a:schemeClr val="accent6"/>
            </a:solidFill>
            <a:prstDash val="solid"/>
            <a:round/>
            <a:headEnd type="none" w="sm" len="sm"/>
            <a:tailEnd type="none" w="sm" len="sm"/>
          </a:ln>
          <a:effectLst>
            <a:outerShdw dist="47625" dir="9120000" algn="bl" rotWithShape="0">
              <a:schemeClr val="accent6">
                <a:alpha val="4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46"/>
          <p:cNvSpPr/>
          <p:nvPr/>
        </p:nvSpPr>
        <p:spPr>
          <a:xfrm rot="399055">
            <a:off x="926703" y="1748631"/>
            <a:ext cx="1380591" cy="1380591"/>
          </a:xfrm>
          <a:prstGeom prst="arc">
            <a:avLst>
              <a:gd name="adj1" fmla="val 16200000"/>
              <a:gd name="adj2" fmla="val 16109591"/>
            </a:avLst>
          </a:prstGeom>
          <a:noFill/>
          <a:ln w="381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46"/>
          <p:cNvSpPr/>
          <p:nvPr/>
        </p:nvSpPr>
        <p:spPr>
          <a:xfrm>
            <a:off x="926658" y="1748667"/>
            <a:ext cx="1380600" cy="1380600"/>
          </a:xfrm>
          <a:prstGeom prst="arc">
            <a:avLst>
              <a:gd name="adj1" fmla="val 16200000"/>
              <a:gd name="adj2" fmla="val 10919855"/>
            </a:avLst>
          </a:prstGeom>
          <a:noFill/>
          <a:ln w="3810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46"/>
          <p:cNvSpPr/>
          <p:nvPr/>
        </p:nvSpPr>
        <p:spPr>
          <a:xfrm flipH="1">
            <a:off x="5558219" y="2436134"/>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92" name="Google Shape;1292;p46"/>
          <p:cNvSpPr/>
          <p:nvPr/>
        </p:nvSpPr>
        <p:spPr>
          <a:xfrm flipH="1">
            <a:off x="5558219" y="3694784"/>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93" name="Google Shape;1293;p46"/>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294" name="Google Shape;1294;p4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 infographic</a:t>
            </a:r>
            <a:endParaRPr/>
          </a:p>
        </p:txBody>
      </p:sp>
      <p:grpSp>
        <p:nvGrpSpPr>
          <p:cNvPr id="1295" name="Google Shape;1295;p46"/>
          <p:cNvGrpSpPr/>
          <p:nvPr/>
        </p:nvGrpSpPr>
        <p:grpSpPr>
          <a:xfrm>
            <a:off x="1231193" y="2039091"/>
            <a:ext cx="771152" cy="799534"/>
            <a:chOff x="1625225" y="2667500"/>
            <a:chExt cx="371550" cy="385225"/>
          </a:xfrm>
        </p:grpSpPr>
        <p:sp>
          <p:nvSpPr>
            <p:cNvPr id="1296" name="Google Shape;1296;p46"/>
            <p:cNvSpPr/>
            <p:nvPr/>
          </p:nvSpPr>
          <p:spPr>
            <a:xfrm>
              <a:off x="1625225" y="2849725"/>
              <a:ext cx="49650" cy="66500"/>
            </a:xfrm>
            <a:custGeom>
              <a:avLst/>
              <a:gdLst/>
              <a:ahLst/>
              <a:cxnLst/>
              <a:rect l="l" t="t" r="r" b="b"/>
              <a:pathLst>
                <a:path w="1986" h="2660" extrusionOk="0">
                  <a:moveTo>
                    <a:pt x="1230" y="0"/>
                  </a:moveTo>
                  <a:cubicBezTo>
                    <a:pt x="960" y="0"/>
                    <a:pt x="669" y="112"/>
                    <a:pt x="456" y="487"/>
                  </a:cubicBezTo>
                  <a:cubicBezTo>
                    <a:pt x="0" y="1310"/>
                    <a:pt x="800" y="2660"/>
                    <a:pt x="1655" y="2660"/>
                  </a:cubicBezTo>
                  <a:cubicBezTo>
                    <a:pt x="1765" y="2660"/>
                    <a:pt x="1876" y="2637"/>
                    <a:pt x="1986" y="2588"/>
                  </a:cubicBezTo>
                  <a:lnTo>
                    <a:pt x="1986" y="244"/>
                  </a:lnTo>
                  <a:cubicBezTo>
                    <a:pt x="1986" y="244"/>
                    <a:pt x="1630" y="0"/>
                    <a:pt x="123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46"/>
            <p:cNvSpPr/>
            <p:nvPr/>
          </p:nvSpPr>
          <p:spPr>
            <a:xfrm>
              <a:off x="1644950" y="2870825"/>
              <a:ext cx="22725" cy="24875"/>
            </a:xfrm>
            <a:custGeom>
              <a:avLst/>
              <a:gdLst/>
              <a:ahLst/>
              <a:cxnLst/>
              <a:rect l="l" t="t" r="r" b="b"/>
              <a:pathLst>
                <a:path w="909" h="995" extrusionOk="0">
                  <a:moveTo>
                    <a:pt x="377" y="0"/>
                  </a:moveTo>
                  <a:cubicBezTo>
                    <a:pt x="374" y="0"/>
                    <a:pt x="371" y="0"/>
                    <a:pt x="368" y="1"/>
                  </a:cubicBezTo>
                  <a:cubicBezTo>
                    <a:pt x="1" y="14"/>
                    <a:pt x="279" y="995"/>
                    <a:pt x="565" y="995"/>
                  </a:cubicBezTo>
                  <a:cubicBezTo>
                    <a:pt x="580" y="995"/>
                    <a:pt x="595" y="992"/>
                    <a:pt x="610" y="986"/>
                  </a:cubicBezTo>
                  <a:cubicBezTo>
                    <a:pt x="908" y="873"/>
                    <a:pt x="756" y="0"/>
                    <a:pt x="37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46"/>
            <p:cNvSpPr/>
            <p:nvPr/>
          </p:nvSpPr>
          <p:spPr>
            <a:xfrm>
              <a:off x="1947150" y="2849725"/>
              <a:ext cx="49625" cy="66500"/>
            </a:xfrm>
            <a:custGeom>
              <a:avLst/>
              <a:gdLst/>
              <a:ahLst/>
              <a:cxnLst/>
              <a:rect l="l" t="t" r="r" b="b"/>
              <a:pathLst>
                <a:path w="1985" h="2660" extrusionOk="0">
                  <a:moveTo>
                    <a:pt x="756" y="0"/>
                  </a:moveTo>
                  <a:cubicBezTo>
                    <a:pt x="356" y="0"/>
                    <a:pt x="0" y="244"/>
                    <a:pt x="0" y="244"/>
                  </a:cubicBezTo>
                  <a:lnTo>
                    <a:pt x="0" y="2588"/>
                  </a:lnTo>
                  <a:cubicBezTo>
                    <a:pt x="111" y="2637"/>
                    <a:pt x="224" y="2660"/>
                    <a:pt x="335" y="2660"/>
                  </a:cubicBezTo>
                  <a:cubicBezTo>
                    <a:pt x="1197" y="2660"/>
                    <a:pt x="1985" y="1310"/>
                    <a:pt x="1529" y="487"/>
                  </a:cubicBezTo>
                  <a:cubicBezTo>
                    <a:pt x="1316" y="112"/>
                    <a:pt x="1026" y="0"/>
                    <a:pt x="75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46"/>
            <p:cNvSpPr/>
            <p:nvPr/>
          </p:nvSpPr>
          <p:spPr>
            <a:xfrm>
              <a:off x="1954700" y="2870825"/>
              <a:ext cx="22350" cy="24875"/>
            </a:xfrm>
            <a:custGeom>
              <a:avLst/>
              <a:gdLst/>
              <a:ahLst/>
              <a:cxnLst/>
              <a:rect l="l" t="t" r="r" b="b"/>
              <a:pathLst>
                <a:path w="894" h="995" extrusionOk="0">
                  <a:moveTo>
                    <a:pt x="518" y="0"/>
                  </a:moveTo>
                  <a:cubicBezTo>
                    <a:pt x="139" y="0"/>
                    <a:pt x="0" y="873"/>
                    <a:pt x="299" y="986"/>
                  </a:cubicBezTo>
                  <a:cubicBezTo>
                    <a:pt x="314" y="992"/>
                    <a:pt x="329" y="995"/>
                    <a:pt x="344" y="995"/>
                  </a:cubicBezTo>
                  <a:cubicBezTo>
                    <a:pt x="628" y="995"/>
                    <a:pt x="893" y="14"/>
                    <a:pt x="527" y="1"/>
                  </a:cubicBezTo>
                  <a:cubicBezTo>
                    <a:pt x="524" y="0"/>
                    <a:pt x="521" y="0"/>
                    <a:pt x="518"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46"/>
            <p:cNvSpPr/>
            <p:nvPr/>
          </p:nvSpPr>
          <p:spPr>
            <a:xfrm>
              <a:off x="1655550" y="2667525"/>
              <a:ext cx="325900" cy="385125"/>
            </a:xfrm>
            <a:custGeom>
              <a:avLst/>
              <a:gdLst/>
              <a:ahLst/>
              <a:cxnLst/>
              <a:rect l="l" t="t" r="r" b="b"/>
              <a:pathLst>
                <a:path w="13036" h="15405" extrusionOk="0">
                  <a:moveTo>
                    <a:pt x="7605" y="1"/>
                  </a:moveTo>
                  <a:cubicBezTo>
                    <a:pt x="7492" y="1"/>
                    <a:pt x="7412" y="25"/>
                    <a:pt x="7376" y="71"/>
                  </a:cubicBezTo>
                  <a:cubicBezTo>
                    <a:pt x="7348" y="128"/>
                    <a:pt x="7361" y="214"/>
                    <a:pt x="7447" y="314"/>
                  </a:cubicBezTo>
                  <a:cubicBezTo>
                    <a:pt x="7962" y="942"/>
                    <a:pt x="8120" y="1758"/>
                    <a:pt x="8120" y="1758"/>
                  </a:cubicBezTo>
                  <a:cubicBezTo>
                    <a:pt x="7123" y="633"/>
                    <a:pt x="5678" y="149"/>
                    <a:pt x="5037" y="149"/>
                  </a:cubicBezTo>
                  <a:cubicBezTo>
                    <a:pt x="4750" y="149"/>
                    <a:pt x="4624" y="246"/>
                    <a:pt x="4775" y="428"/>
                  </a:cubicBezTo>
                  <a:cubicBezTo>
                    <a:pt x="5275" y="1014"/>
                    <a:pt x="5518" y="1800"/>
                    <a:pt x="5518" y="1800"/>
                  </a:cubicBezTo>
                  <a:cubicBezTo>
                    <a:pt x="4986" y="961"/>
                    <a:pt x="3568" y="547"/>
                    <a:pt x="2972" y="547"/>
                  </a:cubicBezTo>
                  <a:cubicBezTo>
                    <a:pt x="2736" y="547"/>
                    <a:pt x="2629" y="612"/>
                    <a:pt x="2759" y="742"/>
                  </a:cubicBezTo>
                  <a:cubicBezTo>
                    <a:pt x="3203" y="1215"/>
                    <a:pt x="3502" y="2000"/>
                    <a:pt x="3502" y="2000"/>
                  </a:cubicBezTo>
                  <a:cubicBezTo>
                    <a:pt x="3502" y="2000"/>
                    <a:pt x="3500" y="2000"/>
                    <a:pt x="3496" y="2000"/>
                  </a:cubicBezTo>
                  <a:cubicBezTo>
                    <a:pt x="3393" y="2000"/>
                    <a:pt x="2114" y="2039"/>
                    <a:pt x="1072" y="3944"/>
                  </a:cubicBezTo>
                  <a:cubicBezTo>
                    <a:pt x="1" y="5931"/>
                    <a:pt x="830" y="11048"/>
                    <a:pt x="887" y="12363"/>
                  </a:cubicBezTo>
                  <a:cubicBezTo>
                    <a:pt x="944" y="13664"/>
                    <a:pt x="186" y="14150"/>
                    <a:pt x="487" y="14307"/>
                  </a:cubicBezTo>
                  <a:cubicBezTo>
                    <a:pt x="501" y="14321"/>
                    <a:pt x="529" y="14321"/>
                    <a:pt x="573" y="14336"/>
                  </a:cubicBezTo>
                  <a:cubicBezTo>
                    <a:pt x="600" y="14342"/>
                    <a:pt x="629" y="14345"/>
                    <a:pt x="659" y="14345"/>
                  </a:cubicBezTo>
                  <a:cubicBezTo>
                    <a:pt x="1191" y="14345"/>
                    <a:pt x="2202" y="13450"/>
                    <a:pt x="2202" y="13450"/>
                  </a:cubicBezTo>
                  <a:lnTo>
                    <a:pt x="2202" y="13450"/>
                  </a:lnTo>
                  <a:cubicBezTo>
                    <a:pt x="2511" y="14459"/>
                    <a:pt x="2200" y="15405"/>
                    <a:pt x="2592" y="15405"/>
                  </a:cubicBezTo>
                  <a:cubicBezTo>
                    <a:pt x="2616" y="15405"/>
                    <a:pt x="2643" y="15401"/>
                    <a:pt x="2673" y="15394"/>
                  </a:cubicBezTo>
                  <a:cubicBezTo>
                    <a:pt x="3203" y="15251"/>
                    <a:pt x="4474" y="13707"/>
                    <a:pt x="4474" y="13707"/>
                  </a:cubicBezTo>
                  <a:cubicBezTo>
                    <a:pt x="4678" y="14451"/>
                    <a:pt x="4521" y="15388"/>
                    <a:pt x="4735" y="15388"/>
                  </a:cubicBezTo>
                  <a:cubicBezTo>
                    <a:pt x="4747" y="15388"/>
                    <a:pt x="4761" y="15385"/>
                    <a:pt x="4775" y="15379"/>
                  </a:cubicBezTo>
                  <a:cubicBezTo>
                    <a:pt x="5046" y="15279"/>
                    <a:pt x="6075" y="14035"/>
                    <a:pt x="6075" y="14035"/>
                  </a:cubicBezTo>
                  <a:cubicBezTo>
                    <a:pt x="6283" y="14327"/>
                    <a:pt x="6544" y="15382"/>
                    <a:pt x="6742" y="15382"/>
                  </a:cubicBezTo>
                  <a:cubicBezTo>
                    <a:pt x="6749" y="15382"/>
                    <a:pt x="6755" y="15381"/>
                    <a:pt x="6761" y="15379"/>
                  </a:cubicBezTo>
                  <a:cubicBezTo>
                    <a:pt x="6976" y="15308"/>
                    <a:pt x="7719" y="14007"/>
                    <a:pt x="7919" y="13850"/>
                  </a:cubicBezTo>
                  <a:cubicBezTo>
                    <a:pt x="7929" y="13843"/>
                    <a:pt x="7939" y="13840"/>
                    <a:pt x="7950" y="13840"/>
                  </a:cubicBezTo>
                  <a:cubicBezTo>
                    <a:pt x="8063" y="13840"/>
                    <a:pt x="8285" y="14152"/>
                    <a:pt x="8505" y="14464"/>
                  </a:cubicBezTo>
                  <a:cubicBezTo>
                    <a:pt x="8732" y="14781"/>
                    <a:pt x="8949" y="15096"/>
                    <a:pt x="9065" y="15096"/>
                  </a:cubicBezTo>
                  <a:cubicBezTo>
                    <a:pt x="9080" y="15096"/>
                    <a:pt x="9094" y="15091"/>
                    <a:pt x="9105" y="15079"/>
                  </a:cubicBezTo>
                  <a:cubicBezTo>
                    <a:pt x="9305" y="14893"/>
                    <a:pt x="9606" y="13063"/>
                    <a:pt x="9606" y="13063"/>
                  </a:cubicBezTo>
                  <a:cubicBezTo>
                    <a:pt x="9606" y="13063"/>
                    <a:pt x="10757" y="14056"/>
                    <a:pt x="11019" y="14056"/>
                  </a:cubicBezTo>
                  <a:cubicBezTo>
                    <a:pt x="11040" y="14056"/>
                    <a:pt x="11056" y="14049"/>
                    <a:pt x="11064" y="14035"/>
                  </a:cubicBezTo>
                  <a:cubicBezTo>
                    <a:pt x="11178" y="13850"/>
                    <a:pt x="11064" y="12921"/>
                    <a:pt x="11064" y="12920"/>
                  </a:cubicBezTo>
                  <a:lnTo>
                    <a:pt x="11064" y="12920"/>
                  </a:lnTo>
                  <a:cubicBezTo>
                    <a:pt x="11476" y="13403"/>
                    <a:pt x="12183" y="13632"/>
                    <a:pt x="12609" y="13632"/>
                  </a:cubicBezTo>
                  <a:cubicBezTo>
                    <a:pt x="12878" y="13632"/>
                    <a:pt x="13035" y="13541"/>
                    <a:pt x="12936" y="13364"/>
                  </a:cubicBezTo>
                  <a:cubicBezTo>
                    <a:pt x="12665" y="12920"/>
                    <a:pt x="12293" y="12434"/>
                    <a:pt x="11993" y="9876"/>
                  </a:cubicBezTo>
                  <a:cubicBezTo>
                    <a:pt x="11707" y="7332"/>
                    <a:pt x="12322" y="4159"/>
                    <a:pt x="10292" y="1672"/>
                  </a:cubicBezTo>
                  <a:cubicBezTo>
                    <a:pt x="9331" y="500"/>
                    <a:pt x="8120" y="1"/>
                    <a:pt x="760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46"/>
            <p:cNvSpPr/>
            <p:nvPr/>
          </p:nvSpPr>
          <p:spPr>
            <a:xfrm>
              <a:off x="1667700" y="2667500"/>
              <a:ext cx="311975" cy="385225"/>
            </a:xfrm>
            <a:custGeom>
              <a:avLst/>
              <a:gdLst/>
              <a:ahLst/>
              <a:cxnLst/>
              <a:rect l="l" t="t" r="r" b="b"/>
              <a:pathLst>
                <a:path w="12479" h="15409" extrusionOk="0">
                  <a:moveTo>
                    <a:pt x="7119" y="0"/>
                  </a:moveTo>
                  <a:cubicBezTo>
                    <a:pt x="7005" y="0"/>
                    <a:pt x="6933" y="29"/>
                    <a:pt x="6890" y="72"/>
                  </a:cubicBezTo>
                  <a:cubicBezTo>
                    <a:pt x="7076" y="158"/>
                    <a:pt x="7247" y="244"/>
                    <a:pt x="7419" y="358"/>
                  </a:cubicBezTo>
                  <a:cubicBezTo>
                    <a:pt x="8863" y="1330"/>
                    <a:pt x="9978" y="2816"/>
                    <a:pt x="10477" y="4488"/>
                  </a:cubicBezTo>
                  <a:cubicBezTo>
                    <a:pt x="11293" y="7219"/>
                    <a:pt x="10535" y="10291"/>
                    <a:pt x="11579" y="12950"/>
                  </a:cubicBezTo>
                  <a:cubicBezTo>
                    <a:pt x="11035" y="12893"/>
                    <a:pt x="10521" y="12593"/>
                    <a:pt x="10206" y="12164"/>
                  </a:cubicBezTo>
                  <a:cubicBezTo>
                    <a:pt x="10063" y="12578"/>
                    <a:pt x="10006" y="13022"/>
                    <a:pt x="10035" y="13451"/>
                  </a:cubicBezTo>
                  <a:cubicBezTo>
                    <a:pt x="9563" y="13079"/>
                    <a:pt x="9105" y="12664"/>
                    <a:pt x="8691" y="12207"/>
                  </a:cubicBezTo>
                  <a:cubicBezTo>
                    <a:pt x="8534" y="12850"/>
                    <a:pt x="8434" y="13493"/>
                    <a:pt x="8377" y="14151"/>
                  </a:cubicBezTo>
                  <a:cubicBezTo>
                    <a:pt x="8034" y="13836"/>
                    <a:pt x="7704" y="13537"/>
                    <a:pt x="7361" y="13222"/>
                  </a:cubicBezTo>
                  <a:cubicBezTo>
                    <a:pt x="7076" y="13765"/>
                    <a:pt x="6704" y="14236"/>
                    <a:pt x="6261" y="14651"/>
                  </a:cubicBezTo>
                  <a:cubicBezTo>
                    <a:pt x="6004" y="14265"/>
                    <a:pt x="5761" y="13880"/>
                    <a:pt x="5503" y="13493"/>
                  </a:cubicBezTo>
                  <a:cubicBezTo>
                    <a:pt x="5175" y="13836"/>
                    <a:pt x="4832" y="14165"/>
                    <a:pt x="4503" y="14494"/>
                  </a:cubicBezTo>
                  <a:cubicBezTo>
                    <a:pt x="4417" y="13937"/>
                    <a:pt x="4232" y="13394"/>
                    <a:pt x="3946" y="12908"/>
                  </a:cubicBezTo>
                  <a:lnTo>
                    <a:pt x="3946" y="12908"/>
                  </a:lnTo>
                  <a:cubicBezTo>
                    <a:pt x="4045" y="13079"/>
                    <a:pt x="3003" y="14179"/>
                    <a:pt x="2845" y="14294"/>
                  </a:cubicBezTo>
                  <a:cubicBezTo>
                    <a:pt x="2688" y="14408"/>
                    <a:pt x="2574" y="14465"/>
                    <a:pt x="2488" y="14465"/>
                  </a:cubicBezTo>
                  <a:cubicBezTo>
                    <a:pt x="2202" y="14465"/>
                    <a:pt x="2159" y="14008"/>
                    <a:pt x="2031" y="13607"/>
                  </a:cubicBezTo>
                  <a:cubicBezTo>
                    <a:pt x="1888" y="13165"/>
                    <a:pt x="1787" y="12936"/>
                    <a:pt x="1616" y="12936"/>
                  </a:cubicBezTo>
                  <a:cubicBezTo>
                    <a:pt x="1487" y="12936"/>
                    <a:pt x="1330" y="13051"/>
                    <a:pt x="1116" y="13293"/>
                  </a:cubicBezTo>
                  <a:cubicBezTo>
                    <a:pt x="758" y="13665"/>
                    <a:pt x="344" y="13937"/>
                    <a:pt x="1" y="14308"/>
                  </a:cubicBezTo>
                  <a:cubicBezTo>
                    <a:pt x="15" y="14322"/>
                    <a:pt x="43" y="14322"/>
                    <a:pt x="87" y="14337"/>
                  </a:cubicBezTo>
                  <a:cubicBezTo>
                    <a:pt x="115" y="14351"/>
                    <a:pt x="144" y="14351"/>
                    <a:pt x="172" y="14351"/>
                  </a:cubicBezTo>
                  <a:cubicBezTo>
                    <a:pt x="701" y="14351"/>
                    <a:pt x="1716" y="13451"/>
                    <a:pt x="1716" y="13451"/>
                  </a:cubicBezTo>
                  <a:cubicBezTo>
                    <a:pt x="2031" y="14465"/>
                    <a:pt x="1716" y="15408"/>
                    <a:pt x="2101" y="15408"/>
                  </a:cubicBezTo>
                  <a:cubicBezTo>
                    <a:pt x="2130" y="15408"/>
                    <a:pt x="2159" y="15408"/>
                    <a:pt x="2187" y="15395"/>
                  </a:cubicBezTo>
                  <a:cubicBezTo>
                    <a:pt x="2717" y="15252"/>
                    <a:pt x="3988" y="13708"/>
                    <a:pt x="3988" y="13708"/>
                  </a:cubicBezTo>
                  <a:cubicBezTo>
                    <a:pt x="4188" y="14451"/>
                    <a:pt x="4032" y="15395"/>
                    <a:pt x="4260" y="15395"/>
                  </a:cubicBezTo>
                  <a:cubicBezTo>
                    <a:pt x="4260" y="15395"/>
                    <a:pt x="4274" y="15395"/>
                    <a:pt x="4289" y="15380"/>
                  </a:cubicBezTo>
                  <a:cubicBezTo>
                    <a:pt x="4560" y="15280"/>
                    <a:pt x="5589" y="14036"/>
                    <a:pt x="5589" y="14036"/>
                  </a:cubicBezTo>
                  <a:cubicBezTo>
                    <a:pt x="5804" y="14322"/>
                    <a:pt x="6046" y="15380"/>
                    <a:pt x="6261" y="15380"/>
                  </a:cubicBezTo>
                  <a:lnTo>
                    <a:pt x="6275" y="15380"/>
                  </a:lnTo>
                  <a:cubicBezTo>
                    <a:pt x="6490" y="15309"/>
                    <a:pt x="7233" y="14008"/>
                    <a:pt x="7433" y="13851"/>
                  </a:cubicBezTo>
                  <a:cubicBezTo>
                    <a:pt x="7447" y="13851"/>
                    <a:pt x="7462" y="13836"/>
                    <a:pt x="7462" y="13836"/>
                  </a:cubicBezTo>
                  <a:cubicBezTo>
                    <a:pt x="7590" y="13836"/>
                    <a:pt x="7805" y="14151"/>
                    <a:pt x="8019" y="14465"/>
                  </a:cubicBezTo>
                  <a:cubicBezTo>
                    <a:pt x="8248" y="14780"/>
                    <a:pt x="8463" y="15094"/>
                    <a:pt x="8577" y="15094"/>
                  </a:cubicBezTo>
                  <a:cubicBezTo>
                    <a:pt x="8591" y="15094"/>
                    <a:pt x="8606" y="15094"/>
                    <a:pt x="8619" y="15080"/>
                  </a:cubicBezTo>
                  <a:cubicBezTo>
                    <a:pt x="8819" y="14894"/>
                    <a:pt x="9120" y="13064"/>
                    <a:pt x="9120" y="13064"/>
                  </a:cubicBezTo>
                  <a:cubicBezTo>
                    <a:pt x="9120" y="13064"/>
                    <a:pt x="10277" y="14065"/>
                    <a:pt x="10535" y="14065"/>
                  </a:cubicBezTo>
                  <a:cubicBezTo>
                    <a:pt x="10563" y="14065"/>
                    <a:pt x="10578" y="14051"/>
                    <a:pt x="10578" y="14036"/>
                  </a:cubicBezTo>
                  <a:cubicBezTo>
                    <a:pt x="10620" y="13979"/>
                    <a:pt x="10635" y="13836"/>
                    <a:pt x="10635" y="13665"/>
                  </a:cubicBezTo>
                  <a:cubicBezTo>
                    <a:pt x="10635" y="13336"/>
                    <a:pt x="10578" y="12921"/>
                    <a:pt x="10578" y="12921"/>
                  </a:cubicBezTo>
                  <a:lnTo>
                    <a:pt x="10578" y="12921"/>
                  </a:lnTo>
                  <a:cubicBezTo>
                    <a:pt x="10992" y="13407"/>
                    <a:pt x="11707" y="13636"/>
                    <a:pt x="12122" y="13636"/>
                  </a:cubicBezTo>
                  <a:cubicBezTo>
                    <a:pt x="12336" y="13636"/>
                    <a:pt x="12478" y="13579"/>
                    <a:pt x="12478" y="13465"/>
                  </a:cubicBezTo>
                  <a:cubicBezTo>
                    <a:pt x="12478" y="13436"/>
                    <a:pt x="12465" y="13407"/>
                    <a:pt x="12450" y="13365"/>
                  </a:cubicBezTo>
                  <a:cubicBezTo>
                    <a:pt x="12193" y="12921"/>
                    <a:pt x="11821" y="12450"/>
                    <a:pt x="11521" y="9948"/>
                  </a:cubicBezTo>
                  <a:cubicBezTo>
                    <a:pt x="11521" y="9935"/>
                    <a:pt x="11521" y="9906"/>
                    <a:pt x="11507" y="9877"/>
                  </a:cubicBezTo>
                  <a:cubicBezTo>
                    <a:pt x="11421" y="9106"/>
                    <a:pt x="11421" y="8277"/>
                    <a:pt x="11392" y="7419"/>
                  </a:cubicBezTo>
                  <a:cubicBezTo>
                    <a:pt x="11350" y="5460"/>
                    <a:pt x="11221" y="3402"/>
                    <a:pt x="9806" y="1673"/>
                  </a:cubicBezTo>
                  <a:cubicBezTo>
                    <a:pt x="8848" y="501"/>
                    <a:pt x="7634" y="0"/>
                    <a:pt x="711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46"/>
            <p:cNvSpPr/>
            <p:nvPr/>
          </p:nvSpPr>
          <p:spPr>
            <a:xfrm>
              <a:off x="1694875" y="2788400"/>
              <a:ext cx="247300" cy="168550"/>
            </a:xfrm>
            <a:custGeom>
              <a:avLst/>
              <a:gdLst/>
              <a:ahLst/>
              <a:cxnLst/>
              <a:rect l="l" t="t" r="r" b="b"/>
              <a:pathLst>
                <a:path w="9892" h="6742" extrusionOk="0">
                  <a:moveTo>
                    <a:pt x="7173" y="0"/>
                  </a:moveTo>
                  <a:cubicBezTo>
                    <a:pt x="6747" y="0"/>
                    <a:pt x="6316" y="151"/>
                    <a:pt x="5889" y="353"/>
                  </a:cubicBezTo>
                  <a:cubicBezTo>
                    <a:pt x="5507" y="531"/>
                    <a:pt x="5195" y="598"/>
                    <a:pt x="4894" y="598"/>
                  </a:cubicBezTo>
                  <a:cubicBezTo>
                    <a:pt x="4373" y="598"/>
                    <a:pt x="3888" y="397"/>
                    <a:pt x="3145" y="224"/>
                  </a:cubicBezTo>
                  <a:cubicBezTo>
                    <a:pt x="2852" y="153"/>
                    <a:pt x="2577" y="118"/>
                    <a:pt x="2322" y="118"/>
                  </a:cubicBezTo>
                  <a:cubicBezTo>
                    <a:pt x="1544" y="118"/>
                    <a:pt x="948" y="450"/>
                    <a:pt x="572" y="1139"/>
                  </a:cubicBezTo>
                  <a:cubicBezTo>
                    <a:pt x="357" y="1539"/>
                    <a:pt x="200" y="2054"/>
                    <a:pt x="143" y="2697"/>
                  </a:cubicBezTo>
                  <a:cubicBezTo>
                    <a:pt x="0" y="4069"/>
                    <a:pt x="471" y="5370"/>
                    <a:pt x="1887" y="6113"/>
                  </a:cubicBezTo>
                  <a:cubicBezTo>
                    <a:pt x="2644" y="6513"/>
                    <a:pt x="3673" y="6742"/>
                    <a:pt x="5032" y="6742"/>
                  </a:cubicBezTo>
                  <a:cubicBezTo>
                    <a:pt x="9876" y="6742"/>
                    <a:pt x="9891" y="2869"/>
                    <a:pt x="8990" y="1310"/>
                  </a:cubicBezTo>
                  <a:cubicBezTo>
                    <a:pt x="8419" y="330"/>
                    <a:pt x="7802" y="0"/>
                    <a:pt x="71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46"/>
            <p:cNvSpPr/>
            <p:nvPr/>
          </p:nvSpPr>
          <p:spPr>
            <a:xfrm>
              <a:off x="1709150" y="2788400"/>
              <a:ext cx="233025" cy="168550"/>
            </a:xfrm>
            <a:custGeom>
              <a:avLst/>
              <a:gdLst/>
              <a:ahLst/>
              <a:cxnLst/>
              <a:rect l="l" t="t" r="r" b="b"/>
              <a:pathLst>
                <a:path w="9321" h="6742" extrusionOk="0">
                  <a:moveTo>
                    <a:pt x="6602" y="0"/>
                  </a:moveTo>
                  <a:cubicBezTo>
                    <a:pt x="6176" y="0"/>
                    <a:pt x="5745" y="151"/>
                    <a:pt x="5318" y="353"/>
                  </a:cubicBezTo>
                  <a:cubicBezTo>
                    <a:pt x="4936" y="531"/>
                    <a:pt x="4624" y="598"/>
                    <a:pt x="4323" y="598"/>
                  </a:cubicBezTo>
                  <a:cubicBezTo>
                    <a:pt x="3802" y="598"/>
                    <a:pt x="3317" y="397"/>
                    <a:pt x="2574" y="224"/>
                  </a:cubicBezTo>
                  <a:cubicBezTo>
                    <a:pt x="2281" y="153"/>
                    <a:pt x="2006" y="118"/>
                    <a:pt x="1751" y="118"/>
                  </a:cubicBezTo>
                  <a:cubicBezTo>
                    <a:pt x="973" y="118"/>
                    <a:pt x="377" y="450"/>
                    <a:pt x="1" y="1139"/>
                  </a:cubicBezTo>
                  <a:cubicBezTo>
                    <a:pt x="30" y="1110"/>
                    <a:pt x="72" y="1082"/>
                    <a:pt x="100" y="1053"/>
                  </a:cubicBezTo>
                  <a:cubicBezTo>
                    <a:pt x="614" y="620"/>
                    <a:pt x="1269" y="278"/>
                    <a:pt x="1955" y="278"/>
                  </a:cubicBezTo>
                  <a:cubicBezTo>
                    <a:pt x="1994" y="278"/>
                    <a:pt x="2034" y="279"/>
                    <a:pt x="2073" y="281"/>
                  </a:cubicBezTo>
                  <a:cubicBezTo>
                    <a:pt x="2921" y="344"/>
                    <a:pt x="3716" y="907"/>
                    <a:pt x="4531" y="907"/>
                  </a:cubicBezTo>
                  <a:cubicBezTo>
                    <a:pt x="4650" y="907"/>
                    <a:pt x="4769" y="895"/>
                    <a:pt x="4889" y="868"/>
                  </a:cubicBezTo>
                  <a:cubicBezTo>
                    <a:pt x="5303" y="753"/>
                    <a:pt x="5661" y="468"/>
                    <a:pt x="6090" y="367"/>
                  </a:cubicBezTo>
                  <a:cubicBezTo>
                    <a:pt x="6203" y="340"/>
                    <a:pt x="6316" y="327"/>
                    <a:pt x="6427" y="327"/>
                  </a:cubicBezTo>
                  <a:cubicBezTo>
                    <a:pt x="7205" y="327"/>
                    <a:pt x="7930" y="941"/>
                    <a:pt x="8305" y="1653"/>
                  </a:cubicBezTo>
                  <a:cubicBezTo>
                    <a:pt x="8520" y="2082"/>
                    <a:pt x="8663" y="2568"/>
                    <a:pt x="8606" y="3054"/>
                  </a:cubicBezTo>
                  <a:cubicBezTo>
                    <a:pt x="8548" y="3469"/>
                    <a:pt x="8377" y="3841"/>
                    <a:pt x="8191" y="4226"/>
                  </a:cubicBezTo>
                  <a:cubicBezTo>
                    <a:pt x="8005" y="4598"/>
                    <a:pt x="7819" y="4984"/>
                    <a:pt x="7533" y="5299"/>
                  </a:cubicBezTo>
                  <a:cubicBezTo>
                    <a:pt x="7161" y="5684"/>
                    <a:pt x="6662" y="5928"/>
                    <a:pt x="6147" y="6084"/>
                  </a:cubicBezTo>
                  <a:cubicBezTo>
                    <a:pt x="5386" y="6336"/>
                    <a:pt x="4593" y="6447"/>
                    <a:pt x="3797" y="6447"/>
                  </a:cubicBezTo>
                  <a:cubicBezTo>
                    <a:pt x="2964" y="6447"/>
                    <a:pt x="2127" y="6325"/>
                    <a:pt x="1316" y="6113"/>
                  </a:cubicBezTo>
                  <a:lnTo>
                    <a:pt x="1316" y="6113"/>
                  </a:lnTo>
                  <a:cubicBezTo>
                    <a:pt x="2073" y="6513"/>
                    <a:pt x="3102" y="6742"/>
                    <a:pt x="4461" y="6742"/>
                  </a:cubicBezTo>
                  <a:cubicBezTo>
                    <a:pt x="9305" y="6742"/>
                    <a:pt x="9320" y="2869"/>
                    <a:pt x="8419" y="1310"/>
                  </a:cubicBezTo>
                  <a:cubicBezTo>
                    <a:pt x="7848" y="330"/>
                    <a:pt x="7231" y="0"/>
                    <a:pt x="660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46"/>
            <p:cNvSpPr/>
            <p:nvPr/>
          </p:nvSpPr>
          <p:spPr>
            <a:xfrm>
              <a:off x="1775250" y="2908650"/>
              <a:ext cx="28975" cy="20775"/>
            </a:xfrm>
            <a:custGeom>
              <a:avLst/>
              <a:gdLst/>
              <a:ahLst/>
              <a:cxnLst/>
              <a:rect l="l" t="t" r="r" b="b"/>
              <a:pathLst>
                <a:path w="1159" h="831" extrusionOk="0">
                  <a:moveTo>
                    <a:pt x="305" y="0"/>
                  </a:moveTo>
                  <a:cubicBezTo>
                    <a:pt x="275" y="0"/>
                    <a:pt x="245" y="4"/>
                    <a:pt x="216" y="16"/>
                  </a:cubicBezTo>
                  <a:cubicBezTo>
                    <a:pt x="130" y="45"/>
                    <a:pt x="73" y="131"/>
                    <a:pt x="29" y="231"/>
                  </a:cubicBezTo>
                  <a:cubicBezTo>
                    <a:pt x="16" y="245"/>
                    <a:pt x="1" y="274"/>
                    <a:pt x="1" y="302"/>
                  </a:cubicBezTo>
                  <a:cubicBezTo>
                    <a:pt x="1" y="359"/>
                    <a:pt x="44" y="403"/>
                    <a:pt x="86" y="432"/>
                  </a:cubicBezTo>
                  <a:cubicBezTo>
                    <a:pt x="273" y="574"/>
                    <a:pt x="473" y="703"/>
                    <a:pt x="687" y="803"/>
                  </a:cubicBezTo>
                  <a:cubicBezTo>
                    <a:pt x="728" y="822"/>
                    <a:pt x="766" y="831"/>
                    <a:pt x="800" y="831"/>
                  </a:cubicBezTo>
                  <a:cubicBezTo>
                    <a:pt x="924" y="831"/>
                    <a:pt x="1013" y="725"/>
                    <a:pt x="1102" y="603"/>
                  </a:cubicBezTo>
                  <a:cubicBezTo>
                    <a:pt x="1130" y="560"/>
                    <a:pt x="1159" y="502"/>
                    <a:pt x="1144" y="445"/>
                  </a:cubicBezTo>
                  <a:cubicBezTo>
                    <a:pt x="1144" y="403"/>
                    <a:pt x="1116" y="359"/>
                    <a:pt x="1073" y="331"/>
                  </a:cubicBezTo>
                  <a:cubicBezTo>
                    <a:pt x="902" y="174"/>
                    <a:pt x="673" y="74"/>
                    <a:pt x="429" y="16"/>
                  </a:cubicBezTo>
                  <a:cubicBezTo>
                    <a:pt x="388" y="8"/>
                    <a:pt x="347" y="0"/>
                    <a:pt x="30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46"/>
            <p:cNvSpPr/>
            <p:nvPr/>
          </p:nvSpPr>
          <p:spPr>
            <a:xfrm>
              <a:off x="1721300" y="2838300"/>
              <a:ext cx="65425" cy="40225"/>
            </a:xfrm>
            <a:custGeom>
              <a:avLst/>
              <a:gdLst/>
              <a:ahLst/>
              <a:cxnLst/>
              <a:rect l="l" t="t" r="r" b="b"/>
              <a:pathLst>
                <a:path w="2617" h="1609" extrusionOk="0">
                  <a:moveTo>
                    <a:pt x="358" y="0"/>
                  </a:moveTo>
                  <a:cubicBezTo>
                    <a:pt x="1" y="301"/>
                    <a:pt x="215" y="1073"/>
                    <a:pt x="516" y="1373"/>
                  </a:cubicBezTo>
                  <a:cubicBezTo>
                    <a:pt x="644" y="1487"/>
                    <a:pt x="801" y="1544"/>
                    <a:pt x="958" y="1573"/>
                  </a:cubicBezTo>
                  <a:cubicBezTo>
                    <a:pt x="1075" y="1595"/>
                    <a:pt x="1195" y="1608"/>
                    <a:pt x="1315" y="1608"/>
                  </a:cubicBezTo>
                  <a:cubicBezTo>
                    <a:pt x="1505" y="1608"/>
                    <a:pt x="1692" y="1574"/>
                    <a:pt x="1859" y="1487"/>
                  </a:cubicBezTo>
                  <a:cubicBezTo>
                    <a:pt x="2302" y="1230"/>
                    <a:pt x="2488" y="686"/>
                    <a:pt x="2616" y="158"/>
                  </a:cubicBezTo>
                  <a:cubicBezTo>
                    <a:pt x="1873" y="143"/>
                    <a:pt x="1087" y="0"/>
                    <a:pt x="35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46"/>
            <p:cNvSpPr/>
            <p:nvPr/>
          </p:nvSpPr>
          <p:spPr>
            <a:xfrm>
              <a:off x="1858875" y="2841150"/>
              <a:ext cx="47200" cy="28700"/>
            </a:xfrm>
            <a:custGeom>
              <a:avLst/>
              <a:gdLst/>
              <a:ahLst/>
              <a:cxnLst/>
              <a:rect l="l" t="t" r="r" b="b"/>
              <a:pathLst>
                <a:path w="1888" h="1148" extrusionOk="0">
                  <a:moveTo>
                    <a:pt x="0" y="1"/>
                  </a:moveTo>
                  <a:lnTo>
                    <a:pt x="0" y="1"/>
                  </a:lnTo>
                  <a:cubicBezTo>
                    <a:pt x="57" y="387"/>
                    <a:pt x="143" y="801"/>
                    <a:pt x="444" y="1001"/>
                  </a:cubicBezTo>
                  <a:cubicBezTo>
                    <a:pt x="600" y="1110"/>
                    <a:pt x="799" y="1148"/>
                    <a:pt x="985" y="1148"/>
                  </a:cubicBezTo>
                  <a:cubicBezTo>
                    <a:pt x="1020" y="1148"/>
                    <a:pt x="1053" y="1146"/>
                    <a:pt x="1087" y="1144"/>
                  </a:cubicBezTo>
                  <a:cubicBezTo>
                    <a:pt x="1216" y="1130"/>
                    <a:pt x="1330" y="1102"/>
                    <a:pt x="1430" y="1016"/>
                  </a:cubicBezTo>
                  <a:cubicBezTo>
                    <a:pt x="1673" y="830"/>
                    <a:pt x="1887" y="287"/>
                    <a:pt x="1658" y="44"/>
                  </a:cubicBezTo>
                  <a:cubicBezTo>
                    <a:pt x="1394" y="22"/>
                    <a:pt x="1115" y="22"/>
                    <a:pt x="835" y="22"/>
                  </a:cubicBezTo>
                  <a:cubicBezTo>
                    <a:pt x="554" y="22"/>
                    <a:pt x="272" y="22"/>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46"/>
            <p:cNvSpPr/>
            <p:nvPr/>
          </p:nvSpPr>
          <p:spPr>
            <a:xfrm>
              <a:off x="1841375" y="2797425"/>
              <a:ext cx="71825" cy="32700"/>
            </a:xfrm>
            <a:custGeom>
              <a:avLst/>
              <a:gdLst/>
              <a:ahLst/>
              <a:cxnLst/>
              <a:rect l="l" t="t" r="r" b="b"/>
              <a:pathLst>
                <a:path w="2873" h="1308" extrusionOk="0">
                  <a:moveTo>
                    <a:pt x="304" y="1"/>
                  </a:moveTo>
                  <a:cubicBezTo>
                    <a:pt x="259" y="1"/>
                    <a:pt x="215" y="3"/>
                    <a:pt x="172" y="6"/>
                  </a:cubicBezTo>
                  <a:cubicBezTo>
                    <a:pt x="115" y="320"/>
                    <a:pt x="71" y="635"/>
                    <a:pt x="1" y="949"/>
                  </a:cubicBezTo>
                  <a:cubicBezTo>
                    <a:pt x="71" y="964"/>
                    <a:pt x="157" y="978"/>
                    <a:pt x="229" y="978"/>
                  </a:cubicBezTo>
                  <a:cubicBezTo>
                    <a:pt x="1101" y="993"/>
                    <a:pt x="2015" y="964"/>
                    <a:pt x="2802" y="1307"/>
                  </a:cubicBezTo>
                  <a:cubicBezTo>
                    <a:pt x="2831" y="1250"/>
                    <a:pt x="2844" y="1193"/>
                    <a:pt x="2873" y="1121"/>
                  </a:cubicBezTo>
                  <a:cubicBezTo>
                    <a:pt x="2416" y="692"/>
                    <a:pt x="1887" y="378"/>
                    <a:pt x="1316" y="192"/>
                  </a:cubicBezTo>
                  <a:cubicBezTo>
                    <a:pt x="999" y="91"/>
                    <a:pt x="640" y="1"/>
                    <a:pt x="30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46"/>
            <p:cNvSpPr/>
            <p:nvPr/>
          </p:nvSpPr>
          <p:spPr>
            <a:xfrm>
              <a:off x="1716300" y="2788975"/>
              <a:ext cx="81850" cy="38275"/>
            </a:xfrm>
            <a:custGeom>
              <a:avLst/>
              <a:gdLst/>
              <a:ahLst/>
              <a:cxnLst/>
              <a:rect l="l" t="t" r="r" b="b"/>
              <a:pathLst>
                <a:path w="3274" h="1531" extrusionOk="0">
                  <a:moveTo>
                    <a:pt x="3060" y="1"/>
                  </a:moveTo>
                  <a:cubicBezTo>
                    <a:pt x="2631" y="1"/>
                    <a:pt x="2159" y="144"/>
                    <a:pt x="1758" y="287"/>
                  </a:cubicBezTo>
                  <a:cubicBezTo>
                    <a:pt x="1116" y="515"/>
                    <a:pt x="515" y="887"/>
                    <a:pt x="1" y="1359"/>
                  </a:cubicBezTo>
                  <a:cubicBezTo>
                    <a:pt x="15" y="1416"/>
                    <a:pt x="43" y="1474"/>
                    <a:pt x="72" y="1531"/>
                  </a:cubicBezTo>
                  <a:cubicBezTo>
                    <a:pt x="973" y="1131"/>
                    <a:pt x="2016" y="1059"/>
                    <a:pt x="3016" y="973"/>
                  </a:cubicBezTo>
                  <a:cubicBezTo>
                    <a:pt x="3102" y="959"/>
                    <a:pt x="3188" y="944"/>
                    <a:pt x="3273" y="916"/>
                  </a:cubicBezTo>
                  <a:cubicBezTo>
                    <a:pt x="3203" y="616"/>
                    <a:pt x="3131" y="302"/>
                    <a:pt x="306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46"/>
            <p:cNvSpPr/>
            <p:nvPr/>
          </p:nvSpPr>
          <p:spPr>
            <a:xfrm>
              <a:off x="1728800" y="2839650"/>
              <a:ext cx="21825" cy="22325"/>
            </a:xfrm>
            <a:custGeom>
              <a:avLst/>
              <a:gdLst/>
              <a:ahLst/>
              <a:cxnLst/>
              <a:rect l="l" t="t" r="r" b="b"/>
              <a:pathLst>
                <a:path w="873" h="893" extrusionOk="0">
                  <a:moveTo>
                    <a:pt x="442" y="1"/>
                  </a:moveTo>
                  <a:cubicBezTo>
                    <a:pt x="428" y="1"/>
                    <a:pt x="415" y="2"/>
                    <a:pt x="401" y="4"/>
                  </a:cubicBezTo>
                  <a:cubicBezTo>
                    <a:pt x="172" y="32"/>
                    <a:pt x="1" y="218"/>
                    <a:pt x="15" y="476"/>
                  </a:cubicBezTo>
                  <a:cubicBezTo>
                    <a:pt x="15" y="691"/>
                    <a:pt x="217" y="892"/>
                    <a:pt x="431" y="892"/>
                  </a:cubicBezTo>
                  <a:cubicBezTo>
                    <a:pt x="445" y="892"/>
                    <a:pt x="459" y="891"/>
                    <a:pt x="473" y="890"/>
                  </a:cubicBezTo>
                  <a:cubicBezTo>
                    <a:pt x="701" y="861"/>
                    <a:pt x="873" y="661"/>
                    <a:pt x="858" y="419"/>
                  </a:cubicBezTo>
                  <a:cubicBezTo>
                    <a:pt x="858" y="204"/>
                    <a:pt x="656" y="1"/>
                    <a:pt x="4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46"/>
            <p:cNvSpPr/>
            <p:nvPr/>
          </p:nvSpPr>
          <p:spPr>
            <a:xfrm>
              <a:off x="1860300" y="2843975"/>
              <a:ext cx="23975" cy="21550"/>
            </a:xfrm>
            <a:custGeom>
              <a:avLst/>
              <a:gdLst/>
              <a:ahLst/>
              <a:cxnLst/>
              <a:rect l="l" t="t" r="r" b="b"/>
              <a:pathLst>
                <a:path w="959" h="862" extrusionOk="0">
                  <a:moveTo>
                    <a:pt x="502" y="0"/>
                  </a:moveTo>
                  <a:cubicBezTo>
                    <a:pt x="340" y="0"/>
                    <a:pt x="188" y="97"/>
                    <a:pt x="101" y="259"/>
                  </a:cubicBezTo>
                  <a:cubicBezTo>
                    <a:pt x="0" y="474"/>
                    <a:pt x="101" y="745"/>
                    <a:pt x="301" y="831"/>
                  </a:cubicBezTo>
                  <a:cubicBezTo>
                    <a:pt x="353" y="852"/>
                    <a:pt x="407" y="862"/>
                    <a:pt x="460" y="862"/>
                  </a:cubicBezTo>
                  <a:cubicBezTo>
                    <a:pt x="625" y="862"/>
                    <a:pt x="783" y="765"/>
                    <a:pt x="858" y="602"/>
                  </a:cubicBezTo>
                  <a:cubicBezTo>
                    <a:pt x="959" y="389"/>
                    <a:pt x="858" y="116"/>
                    <a:pt x="658" y="31"/>
                  </a:cubicBezTo>
                  <a:cubicBezTo>
                    <a:pt x="606" y="10"/>
                    <a:pt x="554" y="0"/>
                    <a:pt x="50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46"/>
            <p:cNvSpPr/>
            <p:nvPr/>
          </p:nvSpPr>
          <p:spPr>
            <a:xfrm>
              <a:off x="1745600" y="2883250"/>
              <a:ext cx="21825" cy="34050"/>
            </a:xfrm>
            <a:custGeom>
              <a:avLst/>
              <a:gdLst/>
              <a:ahLst/>
              <a:cxnLst/>
              <a:rect l="l" t="t" r="r" b="b"/>
              <a:pathLst>
                <a:path w="873" h="1362" extrusionOk="0">
                  <a:moveTo>
                    <a:pt x="749" y="1"/>
                  </a:moveTo>
                  <a:cubicBezTo>
                    <a:pt x="733" y="1"/>
                    <a:pt x="716" y="6"/>
                    <a:pt x="701" y="18"/>
                  </a:cubicBezTo>
                  <a:cubicBezTo>
                    <a:pt x="472" y="190"/>
                    <a:pt x="243" y="390"/>
                    <a:pt x="58" y="619"/>
                  </a:cubicBezTo>
                  <a:cubicBezTo>
                    <a:pt x="43" y="661"/>
                    <a:pt x="15" y="689"/>
                    <a:pt x="1" y="733"/>
                  </a:cubicBezTo>
                  <a:cubicBezTo>
                    <a:pt x="15" y="733"/>
                    <a:pt x="15" y="747"/>
                    <a:pt x="29" y="747"/>
                  </a:cubicBezTo>
                  <a:cubicBezTo>
                    <a:pt x="230" y="962"/>
                    <a:pt x="443" y="1147"/>
                    <a:pt x="716" y="1276"/>
                  </a:cubicBezTo>
                  <a:cubicBezTo>
                    <a:pt x="773" y="1305"/>
                    <a:pt x="830" y="1333"/>
                    <a:pt x="872" y="1362"/>
                  </a:cubicBezTo>
                  <a:cubicBezTo>
                    <a:pt x="844" y="1147"/>
                    <a:pt x="830" y="947"/>
                    <a:pt x="830" y="733"/>
                  </a:cubicBezTo>
                  <a:cubicBezTo>
                    <a:pt x="830" y="661"/>
                    <a:pt x="801" y="304"/>
                    <a:pt x="815" y="89"/>
                  </a:cubicBezTo>
                  <a:cubicBezTo>
                    <a:pt x="826" y="38"/>
                    <a:pt x="791" y="1"/>
                    <a:pt x="74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46"/>
            <p:cNvSpPr/>
            <p:nvPr/>
          </p:nvSpPr>
          <p:spPr>
            <a:xfrm>
              <a:off x="1812425" y="2907925"/>
              <a:ext cx="28250" cy="27600"/>
            </a:xfrm>
            <a:custGeom>
              <a:avLst/>
              <a:gdLst/>
              <a:ahLst/>
              <a:cxnLst/>
              <a:rect l="l" t="t" r="r" b="b"/>
              <a:pathLst>
                <a:path w="1130" h="1104" extrusionOk="0">
                  <a:moveTo>
                    <a:pt x="972" y="1"/>
                  </a:moveTo>
                  <a:cubicBezTo>
                    <a:pt x="952" y="1"/>
                    <a:pt x="932" y="10"/>
                    <a:pt x="915" y="32"/>
                  </a:cubicBezTo>
                  <a:cubicBezTo>
                    <a:pt x="787" y="203"/>
                    <a:pt x="530" y="446"/>
                    <a:pt x="486" y="503"/>
                  </a:cubicBezTo>
                  <a:cubicBezTo>
                    <a:pt x="343" y="661"/>
                    <a:pt x="172" y="804"/>
                    <a:pt x="15" y="947"/>
                  </a:cubicBezTo>
                  <a:cubicBezTo>
                    <a:pt x="0" y="960"/>
                    <a:pt x="0" y="975"/>
                    <a:pt x="0" y="989"/>
                  </a:cubicBezTo>
                  <a:cubicBezTo>
                    <a:pt x="37" y="982"/>
                    <a:pt x="74" y="979"/>
                    <a:pt x="113" y="979"/>
                  </a:cubicBezTo>
                  <a:cubicBezTo>
                    <a:pt x="242" y="979"/>
                    <a:pt x="380" y="1010"/>
                    <a:pt x="501" y="1032"/>
                  </a:cubicBezTo>
                  <a:cubicBezTo>
                    <a:pt x="686" y="1061"/>
                    <a:pt x="873" y="1089"/>
                    <a:pt x="1058" y="1103"/>
                  </a:cubicBezTo>
                  <a:cubicBezTo>
                    <a:pt x="1058" y="1089"/>
                    <a:pt x="1073" y="1089"/>
                    <a:pt x="1086" y="1075"/>
                  </a:cubicBezTo>
                  <a:cubicBezTo>
                    <a:pt x="1115" y="1046"/>
                    <a:pt x="1115" y="989"/>
                    <a:pt x="1115" y="947"/>
                  </a:cubicBezTo>
                  <a:cubicBezTo>
                    <a:pt x="1130" y="646"/>
                    <a:pt x="1101" y="346"/>
                    <a:pt x="1044" y="60"/>
                  </a:cubicBezTo>
                  <a:cubicBezTo>
                    <a:pt x="1035" y="25"/>
                    <a:pt x="1004" y="1"/>
                    <a:pt x="9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46"/>
            <p:cNvSpPr/>
            <p:nvPr/>
          </p:nvSpPr>
          <p:spPr>
            <a:xfrm>
              <a:off x="1729525" y="2835100"/>
              <a:ext cx="58275" cy="9100"/>
            </a:xfrm>
            <a:custGeom>
              <a:avLst/>
              <a:gdLst/>
              <a:ahLst/>
              <a:cxnLst/>
              <a:rect l="l" t="t" r="r" b="b"/>
              <a:pathLst>
                <a:path w="2331" h="364" extrusionOk="0">
                  <a:moveTo>
                    <a:pt x="44" y="0"/>
                  </a:moveTo>
                  <a:lnTo>
                    <a:pt x="0" y="143"/>
                  </a:lnTo>
                  <a:cubicBezTo>
                    <a:pt x="661" y="290"/>
                    <a:pt x="1322" y="363"/>
                    <a:pt x="1993" y="363"/>
                  </a:cubicBezTo>
                  <a:cubicBezTo>
                    <a:pt x="2105" y="363"/>
                    <a:pt x="2218" y="361"/>
                    <a:pt x="2331" y="357"/>
                  </a:cubicBezTo>
                  <a:lnTo>
                    <a:pt x="2316" y="214"/>
                  </a:lnTo>
                  <a:cubicBezTo>
                    <a:pt x="2207" y="218"/>
                    <a:pt x="2098" y="220"/>
                    <a:pt x="1989" y="220"/>
                  </a:cubicBezTo>
                  <a:cubicBezTo>
                    <a:pt x="1338" y="220"/>
                    <a:pt x="680" y="147"/>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46"/>
            <p:cNvSpPr/>
            <p:nvPr/>
          </p:nvSpPr>
          <p:spPr>
            <a:xfrm>
              <a:off x="1856725" y="2839375"/>
              <a:ext cx="44700" cy="5325"/>
            </a:xfrm>
            <a:custGeom>
              <a:avLst/>
              <a:gdLst/>
              <a:ahLst/>
              <a:cxnLst/>
              <a:rect l="l" t="t" r="r" b="b"/>
              <a:pathLst>
                <a:path w="1788" h="213" extrusionOk="0">
                  <a:moveTo>
                    <a:pt x="29" y="1"/>
                  </a:moveTo>
                  <a:lnTo>
                    <a:pt x="1" y="144"/>
                  </a:lnTo>
                  <a:cubicBezTo>
                    <a:pt x="331" y="191"/>
                    <a:pt x="662" y="212"/>
                    <a:pt x="990" y="212"/>
                  </a:cubicBezTo>
                  <a:cubicBezTo>
                    <a:pt x="1258" y="212"/>
                    <a:pt x="1524" y="198"/>
                    <a:pt x="1788" y="172"/>
                  </a:cubicBezTo>
                  <a:lnTo>
                    <a:pt x="1773" y="29"/>
                  </a:lnTo>
                  <a:cubicBezTo>
                    <a:pt x="1529" y="53"/>
                    <a:pt x="1286" y="64"/>
                    <a:pt x="1043" y="64"/>
                  </a:cubicBezTo>
                  <a:cubicBezTo>
                    <a:pt x="702" y="64"/>
                    <a:pt x="363" y="42"/>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46"/>
            <p:cNvSpPr/>
            <p:nvPr/>
          </p:nvSpPr>
          <p:spPr>
            <a:xfrm>
              <a:off x="1790975" y="2853750"/>
              <a:ext cx="55425" cy="40325"/>
            </a:xfrm>
            <a:custGeom>
              <a:avLst/>
              <a:gdLst/>
              <a:ahLst/>
              <a:cxnLst/>
              <a:rect l="l" t="t" r="r" b="b"/>
              <a:pathLst>
                <a:path w="2217" h="1613" extrusionOk="0">
                  <a:moveTo>
                    <a:pt x="1737" y="0"/>
                  </a:moveTo>
                  <a:cubicBezTo>
                    <a:pt x="1578" y="0"/>
                    <a:pt x="1426" y="83"/>
                    <a:pt x="1330" y="198"/>
                  </a:cubicBezTo>
                  <a:cubicBezTo>
                    <a:pt x="1258" y="269"/>
                    <a:pt x="1216" y="354"/>
                    <a:pt x="1173" y="440"/>
                  </a:cubicBezTo>
                  <a:cubicBezTo>
                    <a:pt x="1008" y="199"/>
                    <a:pt x="707" y="48"/>
                    <a:pt x="411" y="48"/>
                  </a:cubicBezTo>
                  <a:cubicBezTo>
                    <a:pt x="374" y="48"/>
                    <a:pt x="338" y="50"/>
                    <a:pt x="301" y="55"/>
                  </a:cubicBezTo>
                  <a:cubicBezTo>
                    <a:pt x="258" y="68"/>
                    <a:pt x="201" y="83"/>
                    <a:pt x="158" y="112"/>
                  </a:cubicBezTo>
                  <a:cubicBezTo>
                    <a:pt x="101" y="154"/>
                    <a:pt x="73" y="211"/>
                    <a:pt x="58" y="283"/>
                  </a:cubicBezTo>
                  <a:cubicBezTo>
                    <a:pt x="1" y="497"/>
                    <a:pt x="115" y="697"/>
                    <a:pt x="216" y="869"/>
                  </a:cubicBezTo>
                  <a:cubicBezTo>
                    <a:pt x="401" y="1155"/>
                    <a:pt x="601" y="1455"/>
                    <a:pt x="944" y="1526"/>
                  </a:cubicBezTo>
                  <a:lnTo>
                    <a:pt x="1001" y="1298"/>
                  </a:lnTo>
                  <a:cubicBezTo>
                    <a:pt x="744" y="1240"/>
                    <a:pt x="572" y="998"/>
                    <a:pt x="416" y="741"/>
                  </a:cubicBezTo>
                  <a:cubicBezTo>
                    <a:pt x="330" y="598"/>
                    <a:pt x="258" y="455"/>
                    <a:pt x="286" y="341"/>
                  </a:cubicBezTo>
                  <a:cubicBezTo>
                    <a:pt x="286" y="312"/>
                    <a:pt x="301" y="312"/>
                    <a:pt x="301" y="297"/>
                  </a:cubicBezTo>
                  <a:lnTo>
                    <a:pt x="344" y="297"/>
                  </a:lnTo>
                  <a:cubicBezTo>
                    <a:pt x="376" y="291"/>
                    <a:pt x="409" y="288"/>
                    <a:pt x="442" y="288"/>
                  </a:cubicBezTo>
                  <a:cubicBezTo>
                    <a:pt x="726" y="288"/>
                    <a:pt x="1009" y="503"/>
                    <a:pt x="1073" y="798"/>
                  </a:cubicBezTo>
                  <a:lnTo>
                    <a:pt x="1173" y="1255"/>
                  </a:lnTo>
                  <a:lnTo>
                    <a:pt x="1302" y="798"/>
                  </a:lnTo>
                  <a:cubicBezTo>
                    <a:pt x="1344" y="640"/>
                    <a:pt x="1401" y="469"/>
                    <a:pt x="1502" y="354"/>
                  </a:cubicBezTo>
                  <a:cubicBezTo>
                    <a:pt x="1561" y="286"/>
                    <a:pt x="1654" y="237"/>
                    <a:pt x="1740" y="237"/>
                  </a:cubicBezTo>
                  <a:cubicBezTo>
                    <a:pt x="1778" y="237"/>
                    <a:pt x="1814" y="247"/>
                    <a:pt x="1845" y="269"/>
                  </a:cubicBezTo>
                  <a:cubicBezTo>
                    <a:pt x="1944" y="326"/>
                    <a:pt x="1973" y="484"/>
                    <a:pt x="1959" y="612"/>
                  </a:cubicBezTo>
                  <a:cubicBezTo>
                    <a:pt x="1931" y="926"/>
                    <a:pt x="1744" y="1212"/>
                    <a:pt x="1588" y="1484"/>
                  </a:cubicBezTo>
                  <a:lnTo>
                    <a:pt x="1788" y="1612"/>
                  </a:lnTo>
                  <a:cubicBezTo>
                    <a:pt x="1959" y="1326"/>
                    <a:pt x="2159" y="998"/>
                    <a:pt x="2188" y="626"/>
                  </a:cubicBezTo>
                  <a:cubicBezTo>
                    <a:pt x="2217" y="369"/>
                    <a:pt x="2131" y="169"/>
                    <a:pt x="1973" y="68"/>
                  </a:cubicBezTo>
                  <a:cubicBezTo>
                    <a:pt x="1897" y="21"/>
                    <a:pt x="1816" y="0"/>
                    <a:pt x="173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46"/>
            <p:cNvSpPr/>
            <p:nvPr/>
          </p:nvSpPr>
          <p:spPr>
            <a:xfrm>
              <a:off x="1743475" y="2898700"/>
              <a:ext cx="96125" cy="39025"/>
            </a:xfrm>
            <a:custGeom>
              <a:avLst/>
              <a:gdLst/>
              <a:ahLst/>
              <a:cxnLst/>
              <a:rect l="l" t="t" r="r" b="b"/>
              <a:pathLst>
                <a:path w="3845" h="1561" extrusionOk="0">
                  <a:moveTo>
                    <a:pt x="100" y="1"/>
                  </a:moveTo>
                  <a:cubicBezTo>
                    <a:pt x="71" y="29"/>
                    <a:pt x="29" y="58"/>
                    <a:pt x="0" y="100"/>
                  </a:cubicBezTo>
                  <a:cubicBezTo>
                    <a:pt x="772" y="815"/>
                    <a:pt x="1729" y="1287"/>
                    <a:pt x="2744" y="1472"/>
                  </a:cubicBezTo>
                  <a:cubicBezTo>
                    <a:pt x="3053" y="1522"/>
                    <a:pt x="3373" y="1561"/>
                    <a:pt x="3686" y="1561"/>
                  </a:cubicBezTo>
                  <a:cubicBezTo>
                    <a:pt x="3734" y="1561"/>
                    <a:pt x="3783" y="1560"/>
                    <a:pt x="3831" y="1558"/>
                  </a:cubicBezTo>
                  <a:cubicBezTo>
                    <a:pt x="3844" y="1516"/>
                    <a:pt x="3844" y="1458"/>
                    <a:pt x="3844" y="1415"/>
                  </a:cubicBezTo>
                  <a:lnTo>
                    <a:pt x="3844" y="1415"/>
                  </a:lnTo>
                  <a:cubicBezTo>
                    <a:pt x="3809" y="1416"/>
                    <a:pt x="3773" y="1416"/>
                    <a:pt x="3737" y="1416"/>
                  </a:cubicBezTo>
                  <a:cubicBezTo>
                    <a:pt x="2416" y="1416"/>
                    <a:pt x="1102" y="905"/>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 name="Google Shape;1317;p46"/>
          <p:cNvSpPr/>
          <p:nvPr/>
        </p:nvSpPr>
        <p:spPr>
          <a:xfrm>
            <a:off x="2833613" y="2085663"/>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318" name="Google Shape;1318;p46"/>
          <p:cNvSpPr txBox="1">
            <a:spLocks noGrp="1"/>
          </p:cNvSpPr>
          <p:nvPr>
            <p:ph type="subTitle" idx="4294967295"/>
          </p:nvPr>
        </p:nvSpPr>
        <p:spPr>
          <a:xfrm>
            <a:off x="2891500" y="2537575"/>
            <a:ext cx="2510700" cy="707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the farthest planet from the Sun</a:t>
            </a:r>
            <a:endParaRPr/>
          </a:p>
        </p:txBody>
      </p:sp>
      <p:sp>
        <p:nvSpPr>
          <p:cNvPr id="1319" name="Google Shape;1319;p46"/>
          <p:cNvSpPr txBox="1">
            <a:spLocks noGrp="1"/>
          </p:cNvSpPr>
          <p:nvPr>
            <p:ph type="subTitle" idx="4294967295"/>
          </p:nvPr>
        </p:nvSpPr>
        <p:spPr>
          <a:xfrm>
            <a:off x="2891500" y="215705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Bigfoot</a:t>
            </a:r>
            <a:endParaRPr sz="2500">
              <a:solidFill>
                <a:schemeClr val="lt1"/>
              </a:solidFill>
              <a:latin typeface="Freckle Face"/>
              <a:ea typeface="Freckle Face"/>
              <a:cs typeface="Freckle Face"/>
              <a:sym typeface="Freckle Face"/>
            </a:endParaRPr>
          </a:p>
        </p:txBody>
      </p:sp>
      <p:sp>
        <p:nvSpPr>
          <p:cNvPr id="1320" name="Google Shape;1320;p46"/>
          <p:cNvSpPr/>
          <p:nvPr/>
        </p:nvSpPr>
        <p:spPr>
          <a:xfrm>
            <a:off x="719988" y="347078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321" name="Google Shape;1321;p46"/>
          <p:cNvSpPr txBox="1">
            <a:spLocks noGrp="1"/>
          </p:cNvSpPr>
          <p:nvPr>
            <p:ph type="subTitle" idx="4294967295"/>
          </p:nvPr>
        </p:nvSpPr>
        <p:spPr>
          <a:xfrm>
            <a:off x="777875" y="354217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Environment</a:t>
            </a:r>
            <a:endParaRPr sz="2500">
              <a:solidFill>
                <a:schemeClr val="lt1"/>
              </a:solidFill>
              <a:latin typeface="Freckle Face"/>
              <a:ea typeface="Freckle Face"/>
              <a:cs typeface="Freckle Face"/>
              <a:sym typeface="Freckle Face"/>
            </a:endParaRPr>
          </a:p>
        </p:txBody>
      </p:sp>
      <p:sp>
        <p:nvSpPr>
          <p:cNvPr id="1322" name="Google Shape;1322;p46"/>
          <p:cNvSpPr/>
          <p:nvPr/>
        </p:nvSpPr>
        <p:spPr>
          <a:xfrm>
            <a:off x="777876" y="4077663"/>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323" name="Google Shape;1323;p46"/>
          <p:cNvSpPr txBox="1">
            <a:spLocks noGrp="1"/>
          </p:cNvSpPr>
          <p:nvPr>
            <p:ph type="subTitle" idx="4294967295"/>
          </p:nvPr>
        </p:nvSpPr>
        <p:spPr>
          <a:xfrm>
            <a:off x="2891500" y="168277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70%</a:t>
            </a:r>
            <a:endParaRPr sz="2500">
              <a:latin typeface="Freckle Face"/>
              <a:ea typeface="Freckle Face"/>
              <a:cs typeface="Freckle Face"/>
              <a:sym typeface="Freckle Face"/>
            </a:endParaRPr>
          </a:p>
        </p:txBody>
      </p:sp>
      <p:sp>
        <p:nvSpPr>
          <p:cNvPr id="1324" name="Google Shape;1324;p46"/>
          <p:cNvSpPr txBox="1">
            <a:spLocks noGrp="1"/>
          </p:cNvSpPr>
          <p:nvPr>
            <p:ph type="subTitle" idx="4294967295"/>
          </p:nvPr>
        </p:nvSpPr>
        <p:spPr>
          <a:xfrm>
            <a:off x="1437575" y="4168800"/>
            <a:ext cx="1453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Mercury</a:t>
            </a:r>
            <a:endParaRPr sz="2500">
              <a:latin typeface="Freckle Face"/>
              <a:ea typeface="Freckle Face"/>
              <a:cs typeface="Freckle Face"/>
              <a:sym typeface="Freckle Face"/>
            </a:endParaRPr>
          </a:p>
        </p:txBody>
      </p:sp>
      <p:sp>
        <p:nvSpPr>
          <p:cNvPr id="1325" name="Google Shape;1325;p46"/>
          <p:cNvSpPr/>
          <p:nvPr/>
        </p:nvSpPr>
        <p:spPr>
          <a:xfrm flipH="1">
            <a:off x="3273176" y="4077663"/>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326" name="Google Shape;1326;p46"/>
          <p:cNvSpPr txBox="1">
            <a:spLocks noGrp="1"/>
          </p:cNvSpPr>
          <p:nvPr>
            <p:ph type="subTitle" idx="4294967295"/>
          </p:nvPr>
        </p:nvSpPr>
        <p:spPr>
          <a:xfrm>
            <a:off x="3932875" y="4168800"/>
            <a:ext cx="1453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Jupiter</a:t>
            </a:r>
            <a:endParaRPr sz="2500">
              <a:latin typeface="Freckle Face"/>
              <a:ea typeface="Freckle Face"/>
              <a:cs typeface="Freckle Face"/>
              <a:sym typeface="Freckle Face"/>
            </a:endParaRPr>
          </a:p>
        </p:txBody>
      </p:sp>
      <p:cxnSp>
        <p:nvCxnSpPr>
          <p:cNvPr id="1327" name="Google Shape;1327;p46"/>
          <p:cNvCxnSpPr/>
          <p:nvPr/>
        </p:nvCxnSpPr>
        <p:spPr>
          <a:xfrm>
            <a:off x="733550" y="3332150"/>
            <a:ext cx="4560600" cy="0"/>
          </a:xfrm>
          <a:prstGeom prst="straightConnector1">
            <a:avLst/>
          </a:prstGeom>
          <a:noFill/>
          <a:ln w="19050" cap="flat" cmpd="sng">
            <a:solidFill>
              <a:schemeClr val="accent6"/>
            </a:solidFill>
            <a:prstDash val="dot"/>
            <a:round/>
            <a:headEnd type="none" w="med" len="med"/>
            <a:tailEnd type="none" w="med" len="med"/>
          </a:ln>
        </p:spPr>
      </p:cxnSp>
      <p:cxnSp>
        <p:nvCxnSpPr>
          <p:cNvPr id="1328" name="Google Shape;1328;p46"/>
          <p:cNvCxnSpPr/>
          <p:nvPr/>
        </p:nvCxnSpPr>
        <p:spPr>
          <a:xfrm>
            <a:off x="5329875" y="1721875"/>
            <a:ext cx="0" cy="2868900"/>
          </a:xfrm>
          <a:prstGeom prst="straightConnector1">
            <a:avLst/>
          </a:prstGeom>
          <a:noFill/>
          <a:ln w="19050" cap="flat" cmpd="sng">
            <a:solidFill>
              <a:schemeClr val="accent6"/>
            </a:solidFill>
            <a:prstDash val="dot"/>
            <a:round/>
            <a:headEnd type="none" w="med" len="med"/>
            <a:tailEnd type="none" w="med" len="med"/>
          </a:ln>
        </p:spPr>
      </p:cxnSp>
      <p:grpSp>
        <p:nvGrpSpPr>
          <p:cNvPr id="1329" name="Google Shape;1329;p46"/>
          <p:cNvGrpSpPr/>
          <p:nvPr/>
        </p:nvGrpSpPr>
        <p:grpSpPr>
          <a:xfrm>
            <a:off x="3367678" y="4143862"/>
            <a:ext cx="393681" cy="393439"/>
            <a:chOff x="6751516" y="2067400"/>
            <a:chExt cx="393681" cy="393439"/>
          </a:xfrm>
        </p:grpSpPr>
        <p:sp>
          <p:nvSpPr>
            <p:cNvPr id="1330" name="Google Shape;1330;p46"/>
            <p:cNvSpPr/>
            <p:nvPr/>
          </p:nvSpPr>
          <p:spPr>
            <a:xfrm>
              <a:off x="6811430" y="2067400"/>
              <a:ext cx="84188" cy="76850"/>
            </a:xfrm>
            <a:custGeom>
              <a:avLst/>
              <a:gdLst/>
              <a:ahLst/>
              <a:cxnLst/>
              <a:rect l="l" t="t" r="r" b="b"/>
              <a:pathLst>
                <a:path w="2088" h="1906" extrusionOk="0">
                  <a:moveTo>
                    <a:pt x="1029" y="0"/>
                  </a:moveTo>
                  <a:cubicBezTo>
                    <a:pt x="959" y="0"/>
                    <a:pt x="887" y="8"/>
                    <a:pt x="816" y="24"/>
                  </a:cubicBezTo>
                  <a:cubicBezTo>
                    <a:pt x="315" y="152"/>
                    <a:pt x="1" y="666"/>
                    <a:pt x="115" y="1167"/>
                  </a:cubicBezTo>
                  <a:cubicBezTo>
                    <a:pt x="214" y="1611"/>
                    <a:pt x="609" y="1905"/>
                    <a:pt x="1046" y="1905"/>
                  </a:cubicBezTo>
                  <a:cubicBezTo>
                    <a:pt x="1116" y="1905"/>
                    <a:pt x="1188" y="1898"/>
                    <a:pt x="1259" y="1882"/>
                  </a:cubicBezTo>
                  <a:cubicBezTo>
                    <a:pt x="1773" y="1753"/>
                    <a:pt x="2088" y="1238"/>
                    <a:pt x="1960" y="738"/>
                  </a:cubicBezTo>
                  <a:cubicBezTo>
                    <a:pt x="1861" y="295"/>
                    <a:pt x="1466" y="0"/>
                    <a:pt x="1029"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46"/>
            <p:cNvSpPr/>
            <p:nvPr/>
          </p:nvSpPr>
          <p:spPr>
            <a:xfrm>
              <a:off x="6930169" y="2114452"/>
              <a:ext cx="161401" cy="182125"/>
            </a:xfrm>
            <a:custGeom>
              <a:avLst/>
              <a:gdLst/>
              <a:ahLst/>
              <a:cxnLst/>
              <a:rect l="l" t="t" r="r" b="b"/>
              <a:pathLst>
                <a:path w="4003" h="4517" extrusionOk="0">
                  <a:moveTo>
                    <a:pt x="1816" y="0"/>
                  </a:moveTo>
                  <a:lnTo>
                    <a:pt x="0" y="2259"/>
                  </a:lnTo>
                  <a:lnTo>
                    <a:pt x="1058" y="3859"/>
                  </a:lnTo>
                  <a:lnTo>
                    <a:pt x="1816" y="3145"/>
                  </a:lnTo>
                  <a:lnTo>
                    <a:pt x="3259" y="4517"/>
                  </a:lnTo>
                  <a:lnTo>
                    <a:pt x="4003" y="2730"/>
                  </a:lnTo>
                  <a:lnTo>
                    <a:pt x="181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46"/>
            <p:cNvSpPr/>
            <p:nvPr/>
          </p:nvSpPr>
          <p:spPr>
            <a:xfrm>
              <a:off x="6874851" y="2187066"/>
              <a:ext cx="270346" cy="273773"/>
            </a:xfrm>
            <a:custGeom>
              <a:avLst/>
              <a:gdLst/>
              <a:ahLst/>
              <a:cxnLst/>
              <a:rect l="l" t="t" r="r" b="b"/>
              <a:pathLst>
                <a:path w="6705" h="6790" extrusionOk="0">
                  <a:moveTo>
                    <a:pt x="1744" y="0"/>
                  </a:moveTo>
                  <a:lnTo>
                    <a:pt x="0" y="2173"/>
                  </a:lnTo>
                  <a:lnTo>
                    <a:pt x="3716" y="6789"/>
                  </a:lnTo>
                  <a:lnTo>
                    <a:pt x="6704" y="6789"/>
                  </a:lnTo>
                  <a:lnTo>
                    <a:pt x="6704" y="2573"/>
                  </a:lnTo>
                  <a:lnTo>
                    <a:pt x="4961" y="414"/>
                  </a:lnTo>
                  <a:lnTo>
                    <a:pt x="4417" y="1729"/>
                  </a:lnTo>
                  <a:lnTo>
                    <a:pt x="3188" y="557"/>
                  </a:lnTo>
                  <a:lnTo>
                    <a:pt x="2531" y="1172"/>
                  </a:lnTo>
                  <a:lnTo>
                    <a:pt x="174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46"/>
            <p:cNvSpPr/>
            <p:nvPr/>
          </p:nvSpPr>
          <p:spPr>
            <a:xfrm>
              <a:off x="6751516" y="2210653"/>
              <a:ext cx="302642" cy="250186"/>
            </a:xfrm>
            <a:custGeom>
              <a:avLst/>
              <a:gdLst/>
              <a:ahLst/>
              <a:cxnLst/>
              <a:rect l="l" t="t" r="r" b="b"/>
              <a:pathLst>
                <a:path w="7506" h="6205" extrusionOk="0">
                  <a:moveTo>
                    <a:pt x="2516" y="1"/>
                  </a:moveTo>
                  <a:lnTo>
                    <a:pt x="0" y="3131"/>
                  </a:lnTo>
                  <a:lnTo>
                    <a:pt x="0" y="6204"/>
                  </a:lnTo>
                  <a:lnTo>
                    <a:pt x="7505" y="6204"/>
                  </a:lnTo>
                  <a:lnTo>
                    <a:pt x="251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 name="Google Shape;1334;p46"/>
          <p:cNvGrpSpPr/>
          <p:nvPr/>
        </p:nvGrpSpPr>
        <p:grpSpPr>
          <a:xfrm>
            <a:off x="873577" y="4155836"/>
            <a:ext cx="392509" cy="393074"/>
            <a:chOff x="1320527" y="2781811"/>
            <a:chExt cx="392509" cy="393074"/>
          </a:xfrm>
        </p:grpSpPr>
        <p:sp>
          <p:nvSpPr>
            <p:cNvPr id="1335" name="Google Shape;1335;p46"/>
            <p:cNvSpPr/>
            <p:nvPr/>
          </p:nvSpPr>
          <p:spPr>
            <a:xfrm>
              <a:off x="1453660" y="2928733"/>
              <a:ext cx="126847" cy="134346"/>
            </a:xfrm>
            <a:custGeom>
              <a:avLst/>
              <a:gdLst/>
              <a:ahLst/>
              <a:cxnLst/>
              <a:rect l="l" t="t" r="r" b="b"/>
              <a:pathLst>
                <a:path w="3146" h="3332" extrusionOk="0">
                  <a:moveTo>
                    <a:pt x="1573" y="0"/>
                  </a:moveTo>
                  <a:lnTo>
                    <a:pt x="1" y="2016"/>
                  </a:lnTo>
                  <a:lnTo>
                    <a:pt x="1573" y="3331"/>
                  </a:lnTo>
                  <a:lnTo>
                    <a:pt x="3145" y="2016"/>
                  </a:lnTo>
                  <a:lnTo>
                    <a:pt x="157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46"/>
            <p:cNvSpPr/>
            <p:nvPr/>
          </p:nvSpPr>
          <p:spPr>
            <a:xfrm>
              <a:off x="1407575" y="2992114"/>
              <a:ext cx="219018" cy="182771"/>
            </a:xfrm>
            <a:custGeom>
              <a:avLst/>
              <a:gdLst/>
              <a:ahLst/>
              <a:cxnLst/>
              <a:rect l="l" t="t" r="r" b="b"/>
              <a:pathLst>
                <a:path w="5432" h="4533" extrusionOk="0">
                  <a:moveTo>
                    <a:pt x="1487" y="1"/>
                  </a:moveTo>
                  <a:lnTo>
                    <a:pt x="0" y="1902"/>
                  </a:lnTo>
                  <a:lnTo>
                    <a:pt x="1815" y="4532"/>
                  </a:lnTo>
                  <a:lnTo>
                    <a:pt x="3602" y="4532"/>
                  </a:lnTo>
                  <a:lnTo>
                    <a:pt x="5432" y="1902"/>
                  </a:lnTo>
                  <a:lnTo>
                    <a:pt x="3931" y="1"/>
                  </a:lnTo>
                  <a:lnTo>
                    <a:pt x="2716" y="1016"/>
                  </a:lnTo>
                  <a:lnTo>
                    <a:pt x="14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46"/>
            <p:cNvSpPr/>
            <p:nvPr/>
          </p:nvSpPr>
          <p:spPr>
            <a:xfrm>
              <a:off x="1320527" y="2999613"/>
              <a:ext cx="188536" cy="175271"/>
            </a:xfrm>
            <a:custGeom>
              <a:avLst/>
              <a:gdLst/>
              <a:ahLst/>
              <a:cxnLst/>
              <a:rect l="l" t="t" r="r" b="b"/>
              <a:pathLst>
                <a:path w="4676" h="4347" extrusionOk="0">
                  <a:moveTo>
                    <a:pt x="1673" y="1"/>
                  </a:moveTo>
                  <a:lnTo>
                    <a:pt x="1" y="2545"/>
                  </a:lnTo>
                  <a:lnTo>
                    <a:pt x="1" y="4346"/>
                  </a:lnTo>
                  <a:lnTo>
                    <a:pt x="4675" y="4346"/>
                  </a:lnTo>
                  <a:lnTo>
                    <a:pt x="16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46"/>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BEEB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46"/>
            <p:cNvSpPr/>
            <p:nvPr/>
          </p:nvSpPr>
          <p:spPr>
            <a:xfrm>
              <a:off x="1370684" y="2781811"/>
              <a:ext cx="164868" cy="115275"/>
            </a:xfrm>
            <a:custGeom>
              <a:avLst/>
              <a:gdLst/>
              <a:ahLst/>
              <a:cxnLst/>
              <a:rect l="l" t="t" r="r" b="b"/>
              <a:pathLst>
                <a:path w="4089" h="2859" extrusionOk="0">
                  <a:moveTo>
                    <a:pt x="1" y="0"/>
                  </a:moveTo>
                  <a:lnTo>
                    <a:pt x="1" y="572"/>
                  </a:lnTo>
                  <a:lnTo>
                    <a:pt x="1672" y="572"/>
                  </a:lnTo>
                  <a:cubicBezTo>
                    <a:pt x="1844" y="572"/>
                    <a:pt x="1987" y="728"/>
                    <a:pt x="1958" y="900"/>
                  </a:cubicBezTo>
                  <a:cubicBezTo>
                    <a:pt x="1930" y="1043"/>
                    <a:pt x="1802" y="1144"/>
                    <a:pt x="1672" y="1144"/>
                  </a:cubicBezTo>
                  <a:lnTo>
                    <a:pt x="1387" y="1144"/>
                  </a:lnTo>
                  <a:cubicBezTo>
                    <a:pt x="887" y="1144"/>
                    <a:pt x="487" y="1572"/>
                    <a:pt x="529" y="2072"/>
                  </a:cubicBezTo>
                  <a:cubicBezTo>
                    <a:pt x="572" y="2501"/>
                    <a:pt x="973" y="2859"/>
                    <a:pt x="1401" y="2859"/>
                  </a:cubicBezTo>
                  <a:lnTo>
                    <a:pt x="4089" y="2859"/>
                  </a:lnTo>
                  <a:lnTo>
                    <a:pt x="4089" y="2287"/>
                  </a:lnTo>
                  <a:lnTo>
                    <a:pt x="1387" y="2287"/>
                  </a:lnTo>
                  <a:cubicBezTo>
                    <a:pt x="1215" y="2287"/>
                    <a:pt x="1072" y="2129"/>
                    <a:pt x="1101" y="1944"/>
                  </a:cubicBezTo>
                  <a:cubicBezTo>
                    <a:pt x="1129" y="1801"/>
                    <a:pt x="1258" y="1715"/>
                    <a:pt x="1401" y="1715"/>
                  </a:cubicBezTo>
                  <a:lnTo>
                    <a:pt x="1672" y="1715"/>
                  </a:lnTo>
                  <a:cubicBezTo>
                    <a:pt x="2173" y="1715"/>
                    <a:pt x="2573" y="1286"/>
                    <a:pt x="2530" y="772"/>
                  </a:cubicBezTo>
                  <a:cubicBezTo>
                    <a:pt x="2488" y="343"/>
                    <a:pt x="2087" y="0"/>
                    <a:pt x="16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46"/>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46"/>
            <p:cNvSpPr/>
            <p:nvPr/>
          </p:nvSpPr>
          <p:spPr>
            <a:xfrm>
              <a:off x="1494019" y="2827895"/>
              <a:ext cx="23103" cy="23103"/>
            </a:xfrm>
            <a:custGeom>
              <a:avLst/>
              <a:gdLst/>
              <a:ahLst/>
              <a:cxnLst/>
              <a:rect l="l" t="t" r="r" b="b"/>
              <a:pathLst>
                <a:path w="573" h="573" extrusionOk="0">
                  <a:moveTo>
                    <a:pt x="0" y="1"/>
                  </a:moveTo>
                  <a:lnTo>
                    <a:pt x="0"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46"/>
            <p:cNvSpPr/>
            <p:nvPr/>
          </p:nvSpPr>
          <p:spPr>
            <a:xfrm>
              <a:off x="1359152" y="2916032"/>
              <a:ext cx="23103" cy="23103"/>
            </a:xfrm>
            <a:custGeom>
              <a:avLst/>
              <a:gdLst/>
              <a:ahLst/>
              <a:cxnLst/>
              <a:rect l="l" t="t" r="r" b="b"/>
              <a:pathLst>
                <a:path w="573" h="573" extrusionOk="0">
                  <a:moveTo>
                    <a:pt x="1" y="1"/>
                  </a:moveTo>
                  <a:lnTo>
                    <a:pt x="1" y="573"/>
                  </a:lnTo>
                  <a:lnTo>
                    <a:pt x="573" y="573"/>
                  </a:lnTo>
                  <a:lnTo>
                    <a:pt x="57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46"/>
            <p:cNvSpPr/>
            <p:nvPr/>
          </p:nvSpPr>
          <p:spPr>
            <a:xfrm>
              <a:off x="1404108" y="2939095"/>
              <a:ext cx="23103" cy="23103"/>
            </a:xfrm>
            <a:custGeom>
              <a:avLst/>
              <a:gdLst/>
              <a:ahLst/>
              <a:cxnLst/>
              <a:rect l="l" t="t" r="r" b="b"/>
              <a:pathLst>
                <a:path w="573" h="573" extrusionOk="0">
                  <a:moveTo>
                    <a:pt x="1" y="1"/>
                  </a:moveTo>
                  <a:lnTo>
                    <a:pt x="1"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46"/>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46"/>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46"/>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46"/>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46"/>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46"/>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0" name="Google Shape;1350;p46"/>
          <p:cNvSpPr/>
          <p:nvPr/>
        </p:nvSpPr>
        <p:spPr>
          <a:xfrm>
            <a:off x="5558200" y="1721863"/>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351" name="Google Shape;1351;p46"/>
          <p:cNvSpPr txBox="1">
            <a:spLocks noGrp="1"/>
          </p:cNvSpPr>
          <p:nvPr>
            <p:ph type="subTitle" idx="4294967295"/>
          </p:nvPr>
        </p:nvSpPr>
        <p:spPr>
          <a:xfrm>
            <a:off x="5616088" y="179325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Favorites</a:t>
            </a:r>
            <a:endParaRPr sz="2500">
              <a:solidFill>
                <a:schemeClr val="lt1"/>
              </a:solidFill>
              <a:latin typeface="Freckle Face"/>
              <a:ea typeface="Freckle Face"/>
              <a:cs typeface="Freckle Face"/>
              <a:sym typeface="Freckle Face"/>
            </a:endParaRPr>
          </a:p>
        </p:txBody>
      </p:sp>
      <p:grpSp>
        <p:nvGrpSpPr>
          <p:cNvPr id="1352" name="Google Shape;1352;p46"/>
          <p:cNvGrpSpPr/>
          <p:nvPr/>
        </p:nvGrpSpPr>
        <p:grpSpPr>
          <a:xfrm>
            <a:off x="5909579" y="2601056"/>
            <a:ext cx="289859" cy="525824"/>
            <a:chOff x="6160845" y="2781770"/>
            <a:chExt cx="216717" cy="393110"/>
          </a:xfrm>
        </p:grpSpPr>
        <p:sp>
          <p:nvSpPr>
            <p:cNvPr id="1353" name="Google Shape;1353;p46"/>
            <p:cNvSpPr/>
            <p:nvPr/>
          </p:nvSpPr>
          <p:spPr>
            <a:xfrm>
              <a:off x="6269182" y="3008846"/>
              <a:ext cx="80116" cy="71528"/>
            </a:xfrm>
            <a:custGeom>
              <a:avLst/>
              <a:gdLst/>
              <a:ahLst/>
              <a:cxnLst/>
              <a:rect l="l" t="t" r="r" b="b"/>
              <a:pathLst>
                <a:path w="1987" h="1774" extrusionOk="0">
                  <a:moveTo>
                    <a:pt x="872" y="1"/>
                  </a:moveTo>
                  <a:cubicBezTo>
                    <a:pt x="529" y="1"/>
                    <a:pt x="214" y="157"/>
                    <a:pt x="0" y="401"/>
                  </a:cubicBezTo>
                  <a:lnTo>
                    <a:pt x="0" y="1773"/>
                  </a:lnTo>
                  <a:lnTo>
                    <a:pt x="829" y="1773"/>
                  </a:lnTo>
                  <a:cubicBezTo>
                    <a:pt x="1472" y="1773"/>
                    <a:pt x="1987" y="1258"/>
                    <a:pt x="1987" y="630"/>
                  </a:cubicBezTo>
                  <a:lnTo>
                    <a:pt x="1987"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46"/>
            <p:cNvSpPr/>
            <p:nvPr/>
          </p:nvSpPr>
          <p:spPr>
            <a:xfrm>
              <a:off x="6189632" y="3054971"/>
              <a:ext cx="79592" cy="71487"/>
            </a:xfrm>
            <a:custGeom>
              <a:avLst/>
              <a:gdLst/>
              <a:ahLst/>
              <a:cxnLst/>
              <a:rect l="l" t="t" r="r" b="b"/>
              <a:pathLst>
                <a:path w="1974" h="1773" extrusionOk="0">
                  <a:moveTo>
                    <a:pt x="1" y="0"/>
                  </a:moveTo>
                  <a:lnTo>
                    <a:pt x="1" y="629"/>
                  </a:lnTo>
                  <a:cubicBezTo>
                    <a:pt x="1" y="1258"/>
                    <a:pt x="516" y="1773"/>
                    <a:pt x="1144" y="1773"/>
                  </a:cubicBezTo>
                  <a:lnTo>
                    <a:pt x="1973" y="1773"/>
                  </a:lnTo>
                  <a:lnTo>
                    <a:pt x="1973" y="400"/>
                  </a:lnTo>
                  <a:cubicBezTo>
                    <a:pt x="1758" y="157"/>
                    <a:pt x="1459" y="0"/>
                    <a:pt x="1116"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46"/>
            <p:cNvSpPr/>
            <p:nvPr/>
          </p:nvSpPr>
          <p:spPr>
            <a:xfrm>
              <a:off x="6257650" y="2978285"/>
              <a:ext cx="23103" cy="185069"/>
            </a:xfrm>
            <a:custGeom>
              <a:avLst/>
              <a:gdLst/>
              <a:ahLst/>
              <a:cxnLst/>
              <a:rect l="l" t="t" r="r" b="b"/>
              <a:pathLst>
                <a:path w="573" h="4590" extrusionOk="0">
                  <a:moveTo>
                    <a:pt x="1" y="1"/>
                  </a:moveTo>
                  <a:lnTo>
                    <a:pt x="1" y="4589"/>
                  </a:lnTo>
                  <a:lnTo>
                    <a:pt x="572" y="4589"/>
                  </a:lnTo>
                  <a:lnTo>
                    <a:pt x="572"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46"/>
            <p:cNvSpPr/>
            <p:nvPr/>
          </p:nvSpPr>
          <p:spPr>
            <a:xfrm>
              <a:off x="6172376" y="3151777"/>
              <a:ext cx="193657" cy="23103"/>
            </a:xfrm>
            <a:custGeom>
              <a:avLst/>
              <a:gdLst/>
              <a:ahLst/>
              <a:cxnLst/>
              <a:rect l="l" t="t" r="r" b="b"/>
              <a:pathLst>
                <a:path w="4803" h="573" extrusionOk="0">
                  <a:moveTo>
                    <a:pt x="0" y="0"/>
                  </a:moveTo>
                  <a:lnTo>
                    <a:pt x="0" y="572"/>
                  </a:lnTo>
                  <a:lnTo>
                    <a:pt x="4803" y="572"/>
                  </a:lnTo>
                  <a:lnTo>
                    <a:pt x="480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46"/>
            <p:cNvSpPr/>
            <p:nvPr/>
          </p:nvSpPr>
          <p:spPr>
            <a:xfrm>
              <a:off x="6225395" y="2918371"/>
              <a:ext cx="87615" cy="65157"/>
            </a:xfrm>
            <a:custGeom>
              <a:avLst/>
              <a:gdLst/>
              <a:ahLst/>
              <a:cxnLst/>
              <a:rect l="l" t="t" r="r" b="b"/>
              <a:pathLst>
                <a:path w="2173" h="1616" extrusionOk="0">
                  <a:moveTo>
                    <a:pt x="0" y="0"/>
                  </a:moveTo>
                  <a:lnTo>
                    <a:pt x="0" y="529"/>
                  </a:lnTo>
                  <a:cubicBezTo>
                    <a:pt x="0" y="1130"/>
                    <a:pt x="500" y="1616"/>
                    <a:pt x="1100" y="1616"/>
                  </a:cubicBezTo>
                  <a:cubicBezTo>
                    <a:pt x="1700" y="1601"/>
                    <a:pt x="2173" y="1101"/>
                    <a:pt x="2173" y="515"/>
                  </a:cubicBezTo>
                  <a:lnTo>
                    <a:pt x="217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46"/>
            <p:cNvSpPr/>
            <p:nvPr/>
          </p:nvSpPr>
          <p:spPr>
            <a:xfrm>
              <a:off x="6160845" y="2781770"/>
              <a:ext cx="108380" cy="146442"/>
            </a:xfrm>
            <a:custGeom>
              <a:avLst/>
              <a:gdLst/>
              <a:ahLst/>
              <a:cxnLst/>
              <a:rect l="l" t="t" r="r" b="b"/>
              <a:pathLst>
                <a:path w="2688" h="3632" extrusionOk="0">
                  <a:moveTo>
                    <a:pt x="1098" y="1"/>
                  </a:moveTo>
                  <a:cubicBezTo>
                    <a:pt x="1089" y="1"/>
                    <a:pt x="1080" y="1"/>
                    <a:pt x="1072" y="1"/>
                  </a:cubicBezTo>
                  <a:cubicBezTo>
                    <a:pt x="486" y="15"/>
                    <a:pt x="0" y="516"/>
                    <a:pt x="0" y="1101"/>
                  </a:cubicBezTo>
                  <a:lnTo>
                    <a:pt x="0" y="1273"/>
                  </a:lnTo>
                  <a:cubicBezTo>
                    <a:pt x="0" y="2302"/>
                    <a:pt x="614" y="3216"/>
                    <a:pt x="1558" y="3617"/>
                  </a:cubicBezTo>
                  <a:lnTo>
                    <a:pt x="1601" y="3632"/>
                  </a:lnTo>
                  <a:lnTo>
                    <a:pt x="2687" y="3632"/>
                  </a:lnTo>
                  <a:lnTo>
                    <a:pt x="2687" y="3060"/>
                  </a:lnTo>
                  <a:cubicBezTo>
                    <a:pt x="2516" y="3060"/>
                    <a:pt x="2173" y="2574"/>
                    <a:pt x="2173" y="1673"/>
                  </a:cubicBezTo>
                  <a:lnTo>
                    <a:pt x="2173" y="1087"/>
                  </a:lnTo>
                  <a:cubicBezTo>
                    <a:pt x="2173" y="496"/>
                    <a:pt x="1686" y="1"/>
                    <a:pt x="109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46"/>
            <p:cNvSpPr/>
            <p:nvPr/>
          </p:nvSpPr>
          <p:spPr>
            <a:xfrm>
              <a:off x="6269182" y="2781770"/>
              <a:ext cx="108380" cy="146442"/>
            </a:xfrm>
            <a:custGeom>
              <a:avLst/>
              <a:gdLst/>
              <a:ahLst/>
              <a:cxnLst/>
              <a:rect l="l" t="t" r="r" b="b"/>
              <a:pathLst>
                <a:path w="2688" h="3632" extrusionOk="0">
                  <a:moveTo>
                    <a:pt x="1603" y="1"/>
                  </a:moveTo>
                  <a:cubicBezTo>
                    <a:pt x="1000" y="1"/>
                    <a:pt x="515" y="496"/>
                    <a:pt x="515" y="1087"/>
                  </a:cubicBezTo>
                  <a:lnTo>
                    <a:pt x="515" y="1673"/>
                  </a:lnTo>
                  <a:cubicBezTo>
                    <a:pt x="515" y="2574"/>
                    <a:pt x="172" y="3060"/>
                    <a:pt x="0" y="3060"/>
                  </a:cubicBezTo>
                  <a:lnTo>
                    <a:pt x="0" y="3632"/>
                  </a:lnTo>
                  <a:lnTo>
                    <a:pt x="1087" y="3632"/>
                  </a:lnTo>
                  <a:lnTo>
                    <a:pt x="1144" y="3617"/>
                  </a:lnTo>
                  <a:cubicBezTo>
                    <a:pt x="2087" y="3216"/>
                    <a:pt x="2688" y="2302"/>
                    <a:pt x="2688" y="1273"/>
                  </a:cubicBezTo>
                  <a:lnTo>
                    <a:pt x="2688" y="1101"/>
                  </a:lnTo>
                  <a:cubicBezTo>
                    <a:pt x="2688" y="516"/>
                    <a:pt x="2215" y="15"/>
                    <a:pt x="1630" y="1"/>
                  </a:cubicBezTo>
                  <a:cubicBezTo>
                    <a:pt x="1621" y="1"/>
                    <a:pt x="1612" y="1"/>
                    <a:pt x="1603" y="1"/>
                  </a:cubicBez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46"/>
            <p:cNvSpPr/>
            <p:nvPr/>
          </p:nvSpPr>
          <p:spPr>
            <a:xfrm>
              <a:off x="6269182" y="2781770"/>
              <a:ext cx="108380" cy="146442"/>
            </a:xfrm>
            <a:custGeom>
              <a:avLst/>
              <a:gdLst/>
              <a:ahLst/>
              <a:cxnLst/>
              <a:rect l="l" t="t" r="r" b="b"/>
              <a:pathLst>
                <a:path w="2688" h="3632" extrusionOk="0">
                  <a:moveTo>
                    <a:pt x="1603" y="1"/>
                  </a:moveTo>
                  <a:cubicBezTo>
                    <a:pt x="1000" y="1"/>
                    <a:pt x="515" y="496"/>
                    <a:pt x="515" y="1087"/>
                  </a:cubicBezTo>
                  <a:lnTo>
                    <a:pt x="515" y="1673"/>
                  </a:lnTo>
                  <a:cubicBezTo>
                    <a:pt x="515" y="2574"/>
                    <a:pt x="172" y="3060"/>
                    <a:pt x="0" y="3060"/>
                  </a:cubicBezTo>
                  <a:lnTo>
                    <a:pt x="0" y="3632"/>
                  </a:lnTo>
                  <a:lnTo>
                    <a:pt x="1087" y="3632"/>
                  </a:lnTo>
                  <a:lnTo>
                    <a:pt x="1144" y="3617"/>
                  </a:lnTo>
                  <a:cubicBezTo>
                    <a:pt x="2087" y="3216"/>
                    <a:pt x="2688" y="2302"/>
                    <a:pt x="2688" y="1273"/>
                  </a:cubicBezTo>
                  <a:lnTo>
                    <a:pt x="2688" y="1101"/>
                  </a:lnTo>
                  <a:cubicBezTo>
                    <a:pt x="2688" y="516"/>
                    <a:pt x="2215" y="15"/>
                    <a:pt x="1630" y="1"/>
                  </a:cubicBezTo>
                  <a:cubicBezTo>
                    <a:pt x="1621" y="1"/>
                    <a:pt x="1612" y="1"/>
                    <a:pt x="16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46"/>
            <p:cNvSpPr/>
            <p:nvPr/>
          </p:nvSpPr>
          <p:spPr>
            <a:xfrm>
              <a:off x="6225395" y="2781811"/>
              <a:ext cx="87615" cy="146402"/>
            </a:xfrm>
            <a:custGeom>
              <a:avLst/>
              <a:gdLst/>
              <a:ahLst/>
              <a:cxnLst/>
              <a:rect l="l" t="t" r="r" b="b"/>
              <a:pathLst>
                <a:path w="2173" h="3631" extrusionOk="0">
                  <a:moveTo>
                    <a:pt x="1086" y="0"/>
                  </a:moveTo>
                  <a:cubicBezTo>
                    <a:pt x="486" y="0"/>
                    <a:pt x="0" y="486"/>
                    <a:pt x="0" y="1086"/>
                  </a:cubicBezTo>
                  <a:lnTo>
                    <a:pt x="0" y="1672"/>
                  </a:lnTo>
                  <a:cubicBezTo>
                    <a:pt x="0" y="2158"/>
                    <a:pt x="100" y="2615"/>
                    <a:pt x="271" y="2973"/>
                  </a:cubicBezTo>
                  <a:cubicBezTo>
                    <a:pt x="543" y="3545"/>
                    <a:pt x="900" y="3631"/>
                    <a:pt x="1086" y="3631"/>
                  </a:cubicBezTo>
                  <a:cubicBezTo>
                    <a:pt x="1287" y="3631"/>
                    <a:pt x="1643" y="3545"/>
                    <a:pt x="1915" y="2973"/>
                  </a:cubicBezTo>
                  <a:cubicBezTo>
                    <a:pt x="2087" y="2615"/>
                    <a:pt x="2173" y="2158"/>
                    <a:pt x="2173" y="1672"/>
                  </a:cubicBezTo>
                  <a:lnTo>
                    <a:pt x="2173" y="1086"/>
                  </a:lnTo>
                  <a:cubicBezTo>
                    <a:pt x="2173" y="486"/>
                    <a:pt x="1687" y="0"/>
                    <a:pt x="1086"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 name="Google Shape;1362;p46"/>
          <p:cNvGrpSpPr/>
          <p:nvPr/>
        </p:nvGrpSpPr>
        <p:grpSpPr>
          <a:xfrm>
            <a:off x="5821652" y="3879766"/>
            <a:ext cx="465649" cy="525809"/>
            <a:chOff x="6774014" y="2781811"/>
            <a:chExt cx="348123" cy="393070"/>
          </a:xfrm>
        </p:grpSpPr>
        <p:sp>
          <p:nvSpPr>
            <p:cNvPr id="1363" name="Google Shape;1363;p46"/>
            <p:cNvSpPr/>
            <p:nvPr/>
          </p:nvSpPr>
          <p:spPr>
            <a:xfrm>
              <a:off x="6973955" y="2948328"/>
              <a:ext cx="123984" cy="143539"/>
            </a:xfrm>
            <a:custGeom>
              <a:avLst/>
              <a:gdLst/>
              <a:ahLst/>
              <a:cxnLst/>
              <a:rect l="l" t="t" r="r" b="b"/>
              <a:pathLst>
                <a:path w="3075" h="3560" extrusionOk="0">
                  <a:moveTo>
                    <a:pt x="1" y="0"/>
                  </a:moveTo>
                  <a:lnTo>
                    <a:pt x="1" y="2531"/>
                  </a:lnTo>
                  <a:lnTo>
                    <a:pt x="1531" y="3560"/>
                  </a:lnTo>
                  <a:lnTo>
                    <a:pt x="3074" y="2531"/>
                  </a:lnTo>
                  <a:lnTo>
                    <a:pt x="3074" y="0"/>
                  </a:lnTo>
                  <a:lnTo>
                    <a:pt x="1531" y="1016"/>
                  </a:lnTo>
                  <a:lnTo>
                    <a:pt x="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46"/>
            <p:cNvSpPr/>
            <p:nvPr/>
          </p:nvSpPr>
          <p:spPr>
            <a:xfrm>
              <a:off x="6973955" y="2781811"/>
              <a:ext cx="123984" cy="159627"/>
            </a:xfrm>
            <a:custGeom>
              <a:avLst/>
              <a:gdLst/>
              <a:ahLst/>
              <a:cxnLst/>
              <a:rect l="l" t="t" r="r" b="b"/>
              <a:pathLst>
                <a:path w="3075" h="3959" extrusionOk="0">
                  <a:moveTo>
                    <a:pt x="1" y="0"/>
                  </a:moveTo>
                  <a:lnTo>
                    <a:pt x="1" y="2930"/>
                  </a:lnTo>
                  <a:lnTo>
                    <a:pt x="1531" y="3959"/>
                  </a:lnTo>
                  <a:lnTo>
                    <a:pt x="3074" y="2930"/>
                  </a:lnTo>
                  <a:lnTo>
                    <a:pt x="3074" y="0"/>
                  </a:lnTo>
                  <a:lnTo>
                    <a:pt x="2503" y="0"/>
                  </a:lnTo>
                  <a:lnTo>
                    <a:pt x="2503" y="728"/>
                  </a:lnTo>
                  <a:lnTo>
                    <a:pt x="1531" y="1372"/>
                  </a:lnTo>
                  <a:lnTo>
                    <a:pt x="572" y="728"/>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46"/>
            <p:cNvSpPr/>
            <p:nvPr/>
          </p:nvSpPr>
          <p:spPr>
            <a:xfrm>
              <a:off x="6973955" y="2872246"/>
              <a:ext cx="123984" cy="144708"/>
            </a:xfrm>
            <a:custGeom>
              <a:avLst/>
              <a:gdLst/>
              <a:ahLst/>
              <a:cxnLst/>
              <a:rect l="l" t="t" r="r" b="b"/>
              <a:pathLst>
                <a:path w="3075" h="3589" extrusionOk="0">
                  <a:moveTo>
                    <a:pt x="1" y="1"/>
                  </a:moveTo>
                  <a:lnTo>
                    <a:pt x="1" y="2560"/>
                  </a:lnTo>
                  <a:lnTo>
                    <a:pt x="1531" y="3589"/>
                  </a:lnTo>
                  <a:lnTo>
                    <a:pt x="3074" y="2560"/>
                  </a:lnTo>
                  <a:lnTo>
                    <a:pt x="3074" y="1"/>
                  </a:lnTo>
                  <a:lnTo>
                    <a:pt x="1531" y="1030"/>
                  </a:lnTo>
                  <a:lnTo>
                    <a:pt x="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46"/>
            <p:cNvSpPr/>
            <p:nvPr/>
          </p:nvSpPr>
          <p:spPr>
            <a:xfrm>
              <a:off x="7024676" y="2781811"/>
              <a:ext cx="23103" cy="381548"/>
            </a:xfrm>
            <a:custGeom>
              <a:avLst/>
              <a:gdLst/>
              <a:ahLst/>
              <a:cxnLst/>
              <a:rect l="l" t="t" r="r" b="b"/>
              <a:pathLst>
                <a:path w="573" h="9463" extrusionOk="0">
                  <a:moveTo>
                    <a:pt x="0" y="0"/>
                  </a:moveTo>
                  <a:lnTo>
                    <a:pt x="0" y="9462"/>
                  </a:lnTo>
                  <a:lnTo>
                    <a:pt x="572" y="9462"/>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46"/>
            <p:cNvSpPr/>
            <p:nvPr/>
          </p:nvSpPr>
          <p:spPr>
            <a:xfrm>
              <a:off x="6798205" y="2948328"/>
              <a:ext cx="123379" cy="143539"/>
            </a:xfrm>
            <a:custGeom>
              <a:avLst/>
              <a:gdLst/>
              <a:ahLst/>
              <a:cxnLst/>
              <a:rect l="l" t="t" r="r" b="b"/>
              <a:pathLst>
                <a:path w="3060" h="3560" extrusionOk="0">
                  <a:moveTo>
                    <a:pt x="1" y="0"/>
                  </a:moveTo>
                  <a:lnTo>
                    <a:pt x="1" y="2531"/>
                  </a:lnTo>
                  <a:lnTo>
                    <a:pt x="1530" y="3560"/>
                  </a:lnTo>
                  <a:lnTo>
                    <a:pt x="3060" y="2531"/>
                  </a:lnTo>
                  <a:lnTo>
                    <a:pt x="3060" y="0"/>
                  </a:lnTo>
                  <a:lnTo>
                    <a:pt x="1530" y="1016"/>
                  </a:lnTo>
                  <a:lnTo>
                    <a:pt x="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46"/>
            <p:cNvSpPr/>
            <p:nvPr/>
          </p:nvSpPr>
          <p:spPr>
            <a:xfrm>
              <a:off x="6798205" y="2781811"/>
              <a:ext cx="123379" cy="159627"/>
            </a:xfrm>
            <a:custGeom>
              <a:avLst/>
              <a:gdLst/>
              <a:ahLst/>
              <a:cxnLst/>
              <a:rect l="l" t="t" r="r" b="b"/>
              <a:pathLst>
                <a:path w="3060" h="3959" extrusionOk="0">
                  <a:moveTo>
                    <a:pt x="1" y="0"/>
                  </a:moveTo>
                  <a:lnTo>
                    <a:pt x="1" y="2930"/>
                  </a:lnTo>
                  <a:lnTo>
                    <a:pt x="1530" y="3959"/>
                  </a:lnTo>
                  <a:lnTo>
                    <a:pt x="3060" y="2930"/>
                  </a:lnTo>
                  <a:lnTo>
                    <a:pt x="3060" y="0"/>
                  </a:lnTo>
                  <a:lnTo>
                    <a:pt x="2488" y="0"/>
                  </a:lnTo>
                  <a:lnTo>
                    <a:pt x="2488" y="728"/>
                  </a:lnTo>
                  <a:lnTo>
                    <a:pt x="1530" y="1372"/>
                  </a:lnTo>
                  <a:lnTo>
                    <a:pt x="572" y="728"/>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46"/>
            <p:cNvSpPr/>
            <p:nvPr/>
          </p:nvSpPr>
          <p:spPr>
            <a:xfrm>
              <a:off x="6798205" y="2872246"/>
              <a:ext cx="123379" cy="144708"/>
            </a:xfrm>
            <a:custGeom>
              <a:avLst/>
              <a:gdLst/>
              <a:ahLst/>
              <a:cxnLst/>
              <a:rect l="l" t="t" r="r" b="b"/>
              <a:pathLst>
                <a:path w="3060" h="3589" extrusionOk="0">
                  <a:moveTo>
                    <a:pt x="1" y="1"/>
                  </a:moveTo>
                  <a:lnTo>
                    <a:pt x="1" y="2560"/>
                  </a:lnTo>
                  <a:lnTo>
                    <a:pt x="1530" y="3589"/>
                  </a:lnTo>
                  <a:lnTo>
                    <a:pt x="3060" y="2560"/>
                  </a:lnTo>
                  <a:lnTo>
                    <a:pt x="3060" y="1"/>
                  </a:lnTo>
                  <a:lnTo>
                    <a:pt x="1530" y="1030"/>
                  </a:lnTo>
                  <a:lnTo>
                    <a:pt x="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46"/>
            <p:cNvSpPr/>
            <p:nvPr/>
          </p:nvSpPr>
          <p:spPr>
            <a:xfrm>
              <a:off x="6847757" y="2781811"/>
              <a:ext cx="23103" cy="381548"/>
            </a:xfrm>
            <a:custGeom>
              <a:avLst/>
              <a:gdLst/>
              <a:ahLst/>
              <a:cxnLst/>
              <a:rect l="l" t="t" r="r" b="b"/>
              <a:pathLst>
                <a:path w="573" h="9463" extrusionOk="0">
                  <a:moveTo>
                    <a:pt x="1" y="0"/>
                  </a:moveTo>
                  <a:lnTo>
                    <a:pt x="1" y="9462"/>
                  </a:lnTo>
                  <a:lnTo>
                    <a:pt x="573" y="9462"/>
                  </a:lnTo>
                  <a:lnTo>
                    <a:pt x="5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46"/>
            <p:cNvSpPr/>
            <p:nvPr/>
          </p:nvSpPr>
          <p:spPr>
            <a:xfrm>
              <a:off x="6774014" y="3151777"/>
              <a:ext cx="348123" cy="23103"/>
            </a:xfrm>
            <a:custGeom>
              <a:avLst/>
              <a:gdLst/>
              <a:ahLst/>
              <a:cxnLst/>
              <a:rect l="l" t="t" r="r" b="b"/>
              <a:pathLst>
                <a:path w="8634" h="573" extrusionOk="0">
                  <a:moveTo>
                    <a:pt x="0" y="0"/>
                  </a:moveTo>
                  <a:lnTo>
                    <a:pt x="0" y="572"/>
                  </a:lnTo>
                  <a:lnTo>
                    <a:pt x="8634" y="572"/>
                  </a:lnTo>
                  <a:lnTo>
                    <a:pt x="8634"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2" name="Google Shape;1372;p46"/>
          <p:cNvSpPr txBox="1">
            <a:spLocks noGrp="1"/>
          </p:cNvSpPr>
          <p:nvPr>
            <p:ph type="subTitle" idx="4294967295"/>
          </p:nvPr>
        </p:nvSpPr>
        <p:spPr>
          <a:xfrm>
            <a:off x="6578900" y="2915575"/>
            <a:ext cx="18450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Mars is cold</a:t>
            </a:r>
            <a:endParaRPr/>
          </a:p>
        </p:txBody>
      </p:sp>
      <p:sp>
        <p:nvSpPr>
          <p:cNvPr id="1373" name="Google Shape;1373;p46"/>
          <p:cNvSpPr/>
          <p:nvPr/>
        </p:nvSpPr>
        <p:spPr>
          <a:xfrm>
            <a:off x="6613775" y="2581725"/>
            <a:ext cx="1167300" cy="289200"/>
          </a:xfrm>
          <a:prstGeom prst="roundRect">
            <a:avLst>
              <a:gd name="adj" fmla="val 50000"/>
            </a:avLst>
          </a:prstGeom>
          <a:solidFill>
            <a:schemeClr val="lt1"/>
          </a:solidFill>
          <a:ln w="19050" cap="flat" cmpd="sng">
            <a:solidFill>
              <a:schemeClr val="accent6"/>
            </a:solidFill>
            <a:prstDash val="solid"/>
            <a:round/>
            <a:headEnd type="none" w="sm" len="sm"/>
            <a:tailEnd type="none" w="sm" len="sm"/>
          </a:ln>
          <a:effectLst>
            <a:outerShdw dist="19050" dir="9120000" algn="bl" rotWithShape="0">
              <a:schemeClr val="accent6">
                <a:alpha val="33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46"/>
          <p:cNvSpPr txBox="1">
            <a:spLocks noGrp="1"/>
          </p:cNvSpPr>
          <p:nvPr>
            <p:ph type="subTitle" idx="4294967295"/>
          </p:nvPr>
        </p:nvSpPr>
        <p:spPr>
          <a:xfrm>
            <a:off x="7715400" y="2561775"/>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70%</a:t>
            </a:r>
            <a:endParaRPr sz="2500">
              <a:latin typeface="Freckle Face"/>
              <a:ea typeface="Freckle Face"/>
              <a:cs typeface="Freckle Face"/>
              <a:sym typeface="Freckle Face"/>
            </a:endParaRPr>
          </a:p>
        </p:txBody>
      </p:sp>
      <p:sp>
        <p:nvSpPr>
          <p:cNvPr id="1375" name="Google Shape;1375;p46"/>
          <p:cNvSpPr/>
          <p:nvPr/>
        </p:nvSpPr>
        <p:spPr>
          <a:xfrm>
            <a:off x="6700950" y="2682088"/>
            <a:ext cx="705600" cy="88500"/>
          </a:xfrm>
          <a:prstGeom prst="roundRect">
            <a:avLst>
              <a:gd name="adj" fmla="val 50000"/>
            </a:avLst>
          </a:prstGeom>
          <a:solidFill>
            <a:schemeClr val="accent6"/>
          </a:solidFill>
          <a:ln w="1905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46"/>
          <p:cNvSpPr txBox="1">
            <a:spLocks noGrp="1"/>
          </p:cNvSpPr>
          <p:nvPr>
            <p:ph type="subTitle" idx="4294967295"/>
          </p:nvPr>
        </p:nvSpPr>
        <p:spPr>
          <a:xfrm>
            <a:off x="6578900" y="4155125"/>
            <a:ext cx="18450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is hot</a:t>
            </a:r>
            <a:endParaRPr/>
          </a:p>
        </p:txBody>
      </p:sp>
      <p:sp>
        <p:nvSpPr>
          <p:cNvPr id="1377" name="Google Shape;1377;p46"/>
          <p:cNvSpPr/>
          <p:nvPr/>
        </p:nvSpPr>
        <p:spPr>
          <a:xfrm>
            <a:off x="6613775" y="3821275"/>
            <a:ext cx="1167300" cy="289200"/>
          </a:xfrm>
          <a:prstGeom prst="roundRect">
            <a:avLst>
              <a:gd name="adj" fmla="val 50000"/>
            </a:avLst>
          </a:prstGeom>
          <a:solidFill>
            <a:schemeClr val="lt1"/>
          </a:solidFill>
          <a:ln w="19050" cap="flat" cmpd="sng">
            <a:solidFill>
              <a:schemeClr val="accent6"/>
            </a:solidFill>
            <a:prstDash val="solid"/>
            <a:round/>
            <a:headEnd type="none" w="sm" len="sm"/>
            <a:tailEnd type="none" w="sm" len="sm"/>
          </a:ln>
          <a:effectLst>
            <a:outerShdw dist="19050" dir="9120000" algn="bl" rotWithShape="0">
              <a:schemeClr val="accent6">
                <a:alpha val="33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46"/>
          <p:cNvSpPr txBox="1">
            <a:spLocks noGrp="1"/>
          </p:cNvSpPr>
          <p:nvPr>
            <p:ph type="subTitle" idx="4294967295"/>
          </p:nvPr>
        </p:nvSpPr>
        <p:spPr>
          <a:xfrm>
            <a:off x="7715400" y="3801325"/>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90%</a:t>
            </a:r>
            <a:endParaRPr sz="2500">
              <a:latin typeface="Freckle Face"/>
              <a:ea typeface="Freckle Face"/>
              <a:cs typeface="Freckle Face"/>
              <a:sym typeface="Freckle Face"/>
            </a:endParaRPr>
          </a:p>
        </p:txBody>
      </p:sp>
      <p:sp>
        <p:nvSpPr>
          <p:cNvPr id="1379" name="Google Shape;1379;p46"/>
          <p:cNvSpPr/>
          <p:nvPr/>
        </p:nvSpPr>
        <p:spPr>
          <a:xfrm>
            <a:off x="6700950" y="3921675"/>
            <a:ext cx="912900" cy="88500"/>
          </a:xfrm>
          <a:prstGeom prst="roundRect">
            <a:avLst>
              <a:gd name="adj" fmla="val 50000"/>
            </a:avLst>
          </a:prstGeom>
          <a:solidFill>
            <a:schemeClr val="accent6"/>
          </a:solidFill>
          <a:ln w="1905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383"/>
        <p:cNvGrpSpPr/>
        <p:nvPr/>
      </p:nvGrpSpPr>
      <p:grpSpPr>
        <a:xfrm>
          <a:off x="0" y="0"/>
          <a:ext cx="0" cy="0"/>
          <a:chOff x="0" y="0"/>
          <a:chExt cx="0" cy="0"/>
        </a:xfrm>
      </p:grpSpPr>
      <p:sp>
        <p:nvSpPr>
          <p:cNvPr id="1384" name="Google Shape;1384;p47"/>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385" name="Google Shape;1385;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table</a:t>
            </a:r>
            <a:endParaRPr/>
          </a:p>
        </p:txBody>
      </p:sp>
      <p:graphicFrame>
        <p:nvGraphicFramePr>
          <p:cNvPr id="1386" name="Google Shape;1386;p47"/>
          <p:cNvGraphicFramePr/>
          <p:nvPr/>
        </p:nvGraphicFramePr>
        <p:xfrm>
          <a:off x="720000" y="1456225"/>
          <a:ext cx="7704000" cy="3147300"/>
        </p:xfrm>
        <a:graphic>
          <a:graphicData uri="http://schemas.openxmlformats.org/drawingml/2006/table">
            <a:tbl>
              <a:tblPr>
                <a:noFill/>
                <a:tableStyleId>{90535294-36AE-4AAC-83D8-889A82E35E47}</a:tableStyleId>
              </a:tblPr>
              <a:tblGrid>
                <a:gridCol w="1926000">
                  <a:extLst>
                    <a:ext uri="{9D8B030D-6E8A-4147-A177-3AD203B41FA5}">
                      <a16:colId xmlns:a16="http://schemas.microsoft.com/office/drawing/2014/main" val="20000"/>
                    </a:ext>
                  </a:extLst>
                </a:gridCol>
                <a:gridCol w="1926000">
                  <a:extLst>
                    <a:ext uri="{9D8B030D-6E8A-4147-A177-3AD203B41FA5}">
                      <a16:colId xmlns:a16="http://schemas.microsoft.com/office/drawing/2014/main" val="20001"/>
                    </a:ext>
                  </a:extLst>
                </a:gridCol>
                <a:gridCol w="1926000">
                  <a:extLst>
                    <a:ext uri="{9D8B030D-6E8A-4147-A177-3AD203B41FA5}">
                      <a16:colId xmlns:a16="http://schemas.microsoft.com/office/drawing/2014/main" val="20002"/>
                    </a:ext>
                  </a:extLst>
                </a:gridCol>
                <a:gridCol w="1926000">
                  <a:extLst>
                    <a:ext uri="{9D8B030D-6E8A-4147-A177-3AD203B41FA5}">
                      <a16:colId xmlns:a16="http://schemas.microsoft.com/office/drawing/2014/main" val="20003"/>
                    </a:ext>
                  </a:extLst>
                </a:gridCol>
              </a:tblGrid>
              <a:tr h="786825">
                <a:tc>
                  <a:txBody>
                    <a:bodyPr/>
                    <a:lstStyle/>
                    <a:p>
                      <a:pPr marL="0" lvl="0" indent="0" algn="ctr" rtl="0">
                        <a:spcBef>
                          <a:spcPts val="0"/>
                        </a:spcBef>
                        <a:spcAft>
                          <a:spcPts val="0"/>
                        </a:spcAft>
                        <a:buNone/>
                      </a:pPr>
                      <a:r>
                        <a:rPr lang="en" sz="2500" dirty="0">
                          <a:solidFill>
                            <a:schemeClr val="lt1"/>
                          </a:solidFill>
                          <a:latin typeface="Freckle Face"/>
                          <a:ea typeface="Freckle Face"/>
                          <a:cs typeface="Freckle Face"/>
                          <a:sym typeface="Freckle Face"/>
                        </a:rPr>
                        <a:t>Mercury</a:t>
                      </a:r>
                      <a:endParaRPr sz="2500" dirty="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Venus</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Jupiter</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extLst>
                  <a:ext uri="{0D108BD9-81ED-4DB2-BD59-A6C34878D82A}">
                    <a16:rowId xmlns:a16="http://schemas.microsoft.com/office/drawing/2014/main" val="10000"/>
                  </a:ext>
                </a:extLst>
              </a:tr>
              <a:tr h="7868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1"/>
                  </a:ext>
                </a:extLst>
              </a:tr>
              <a:tr h="7868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2"/>
                  </a:ext>
                </a:extLst>
              </a:tr>
              <a:tr h="7868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dirty="0"/>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387" name="Google Shape;1387;p47"/>
          <p:cNvSpPr/>
          <p:nvPr/>
        </p:nvSpPr>
        <p:spPr>
          <a:xfrm>
            <a:off x="1491450" y="24344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47"/>
          <p:cNvSpPr/>
          <p:nvPr/>
        </p:nvSpPr>
        <p:spPr>
          <a:xfrm>
            <a:off x="3406900" y="24344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47"/>
          <p:cNvSpPr/>
          <p:nvPr/>
        </p:nvSpPr>
        <p:spPr>
          <a:xfrm>
            <a:off x="3406900" y="32305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47"/>
          <p:cNvSpPr/>
          <p:nvPr/>
        </p:nvSpPr>
        <p:spPr>
          <a:xfrm>
            <a:off x="5343450" y="32305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47"/>
          <p:cNvSpPr/>
          <p:nvPr/>
        </p:nvSpPr>
        <p:spPr>
          <a:xfrm>
            <a:off x="5343450" y="402895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47"/>
          <p:cNvSpPr/>
          <p:nvPr/>
        </p:nvSpPr>
        <p:spPr>
          <a:xfrm>
            <a:off x="7269450" y="402895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47"/>
          <p:cNvSpPr/>
          <p:nvPr/>
        </p:nvSpPr>
        <p:spPr>
          <a:xfrm>
            <a:off x="7269450" y="24344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47"/>
          <p:cNvSpPr/>
          <p:nvPr/>
        </p:nvSpPr>
        <p:spPr>
          <a:xfrm>
            <a:off x="1491450" y="32305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98"/>
        <p:cNvGrpSpPr/>
        <p:nvPr/>
      </p:nvGrpSpPr>
      <p:grpSpPr>
        <a:xfrm>
          <a:off x="0" y="0"/>
          <a:ext cx="0" cy="0"/>
          <a:chOff x="0" y="0"/>
          <a:chExt cx="0" cy="0"/>
        </a:xfrm>
      </p:grpSpPr>
      <p:sp>
        <p:nvSpPr>
          <p:cNvPr id="1399" name="Google Shape;1399;p48"/>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00" name="Google Shape;1400;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map</a:t>
            </a:r>
            <a:endParaRPr/>
          </a:p>
        </p:txBody>
      </p:sp>
      <p:sp>
        <p:nvSpPr>
          <p:cNvPr id="1401" name="Google Shape;1401;p48"/>
          <p:cNvSpPr/>
          <p:nvPr/>
        </p:nvSpPr>
        <p:spPr>
          <a:xfrm flipH="1">
            <a:off x="1138440" y="2636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2" name="Google Shape;1402;p48"/>
          <p:cNvSpPr/>
          <p:nvPr/>
        </p:nvSpPr>
        <p:spPr>
          <a:xfrm flipH="1">
            <a:off x="1138440" y="1627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3" name="Google Shape;1403;p48"/>
          <p:cNvSpPr txBox="1">
            <a:spLocks noGrp="1"/>
          </p:cNvSpPr>
          <p:nvPr>
            <p:ph type="subTitle" idx="4294967295"/>
          </p:nvPr>
        </p:nvSpPr>
        <p:spPr>
          <a:xfrm>
            <a:off x="1196327" y="3088175"/>
            <a:ext cx="2979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far away from us</a:t>
            </a:r>
            <a:endParaRPr/>
          </a:p>
        </p:txBody>
      </p:sp>
      <p:sp>
        <p:nvSpPr>
          <p:cNvPr id="1404" name="Google Shape;1404;p48"/>
          <p:cNvSpPr txBox="1">
            <a:spLocks noGrp="1"/>
          </p:cNvSpPr>
          <p:nvPr>
            <p:ph type="subTitle" idx="4294967295"/>
          </p:nvPr>
        </p:nvSpPr>
        <p:spPr>
          <a:xfrm>
            <a:off x="1196327" y="27076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405" name="Google Shape;1405;p48"/>
          <p:cNvSpPr txBox="1">
            <a:spLocks noGrp="1"/>
          </p:cNvSpPr>
          <p:nvPr>
            <p:ph type="subTitle" idx="4294967295"/>
          </p:nvPr>
        </p:nvSpPr>
        <p:spPr>
          <a:xfrm>
            <a:off x="1196327" y="2079475"/>
            <a:ext cx="2979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is a small planet</a:t>
            </a:r>
            <a:endParaRPr/>
          </a:p>
        </p:txBody>
      </p:sp>
      <p:sp>
        <p:nvSpPr>
          <p:cNvPr id="1406" name="Google Shape;1406;p48"/>
          <p:cNvSpPr txBox="1">
            <a:spLocks noGrp="1"/>
          </p:cNvSpPr>
          <p:nvPr>
            <p:ph type="subTitle" idx="4294967295"/>
          </p:nvPr>
        </p:nvSpPr>
        <p:spPr>
          <a:xfrm>
            <a:off x="1196327" y="16989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407" name="Google Shape;1407;p48"/>
          <p:cNvSpPr/>
          <p:nvPr/>
        </p:nvSpPr>
        <p:spPr>
          <a:xfrm rot="10800000" flipH="1">
            <a:off x="1138440" y="36449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8" name="Google Shape;1408;p48"/>
          <p:cNvSpPr txBox="1">
            <a:spLocks noGrp="1"/>
          </p:cNvSpPr>
          <p:nvPr>
            <p:ph type="subTitle" idx="4294967295"/>
          </p:nvPr>
        </p:nvSpPr>
        <p:spPr>
          <a:xfrm>
            <a:off x="1196327" y="4096875"/>
            <a:ext cx="2979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Despite being red, Mars is cold</a:t>
            </a:r>
            <a:endParaRPr/>
          </a:p>
        </p:txBody>
      </p:sp>
      <p:sp>
        <p:nvSpPr>
          <p:cNvPr id="1409" name="Google Shape;1409;p48"/>
          <p:cNvSpPr txBox="1">
            <a:spLocks noGrp="1"/>
          </p:cNvSpPr>
          <p:nvPr>
            <p:ph type="subTitle" idx="4294967295"/>
          </p:nvPr>
        </p:nvSpPr>
        <p:spPr>
          <a:xfrm>
            <a:off x="1196327" y="37163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p:txBody>
      </p:sp>
      <p:sp>
        <p:nvSpPr>
          <p:cNvPr id="1410" name="Google Shape;1410;p48"/>
          <p:cNvSpPr/>
          <p:nvPr/>
        </p:nvSpPr>
        <p:spPr>
          <a:xfrm>
            <a:off x="756650" y="1750963"/>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1" name="Google Shape;1411;p48"/>
          <p:cNvSpPr/>
          <p:nvPr/>
        </p:nvSpPr>
        <p:spPr>
          <a:xfrm>
            <a:off x="756662" y="2759662"/>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2" name="Google Shape;1412;p48"/>
          <p:cNvSpPr/>
          <p:nvPr/>
        </p:nvSpPr>
        <p:spPr>
          <a:xfrm>
            <a:off x="756625" y="3768324"/>
            <a:ext cx="249390" cy="225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3" name="Google Shape;1413;p48"/>
          <p:cNvSpPr/>
          <p:nvPr/>
        </p:nvSpPr>
        <p:spPr>
          <a:xfrm>
            <a:off x="4366289" y="1893800"/>
            <a:ext cx="4021086" cy="2264640"/>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48"/>
          <p:cNvSpPr/>
          <p:nvPr/>
        </p:nvSpPr>
        <p:spPr>
          <a:xfrm>
            <a:off x="4940142" y="2337611"/>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5" name="Google Shape;1415;p48"/>
          <p:cNvSpPr/>
          <p:nvPr/>
        </p:nvSpPr>
        <p:spPr>
          <a:xfrm>
            <a:off x="5187522" y="3033865"/>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6" name="Google Shape;1416;p48"/>
          <p:cNvSpPr/>
          <p:nvPr/>
        </p:nvSpPr>
        <p:spPr>
          <a:xfrm>
            <a:off x="5929632" y="2178559"/>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7" name="Google Shape;1417;p48"/>
          <p:cNvSpPr/>
          <p:nvPr/>
        </p:nvSpPr>
        <p:spPr>
          <a:xfrm>
            <a:off x="5929632" y="3634302"/>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8" name="Google Shape;1418;p48"/>
          <p:cNvSpPr/>
          <p:nvPr/>
        </p:nvSpPr>
        <p:spPr>
          <a:xfrm>
            <a:off x="6521590" y="2832753"/>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9" name="Google Shape;1419;p48"/>
          <p:cNvSpPr/>
          <p:nvPr/>
        </p:nvSpPr>
        <p:spPr>
          <a:xfrm>
            <a:off x="5867808" y="2779477"/>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20" name="Google Shape;1420;p48"/>
          <p:cNvSpPr/>
          <p:nvPr/>
        </p:nvSpPr>
        <p:spPr>
          <a:xfrm>
            <a:off x="6892645" y="3396077"/>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21" name="Google Shape;1421;p48"/>
          <p:cNvSpPr/>
          <p:nvPr/>
        </p:nvSpPr>
        <p:spPr>
          <a:xfrm>
            <a:off x="7502264" y="2779477"/>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22" name="Google Shape;1422;p48"/>
          <p:cNvSpPr/>
          <p:nvPr/>
        </p:nvSpPr>
        <p:spPr>
          <a:xfrm>
            <a:off x="5576265" y="3433530"/>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26"/>
        <p:cNvGrpSpPr/>
        <p:nvPr/>
      </p:nvGrpSpPr>
      <p:grpSpPr>
        <a:xfrm>
          <a:off x="0" y="0"/>
          <a:ext cx="0" cy="0"/>
          <a:chOff x="0" y="0"/>
          <a:chExt cx="0" cy="0"/>
        </a:xfrm>
      </p:grpSpPr>
      <p:cxnSp>
        <p:nvCxnSpPr>
          <p:cNvPr id="1427" name="Google Shape;1427;p49"/>
          <p:cNvCxnSpPr/>
          <p:nvPr/>
        </p:nvCxnSpPr>
        <p:spPr>
          <a:xfrm>
            <a:off x="2085875" y="2597350"/>
            <a:ext cx="1164600" cy="1000500"/>
          </a:xfrm>
          <a:prstGeom prst="straightConnector1">
            <a:avLst/>
          </a:prstGeom>
          <a:noFill/>
          <a:ln w="19050" cap="flat" cmpd="sng">
            <a:solidFill>
              <a:schemeClr val="accent6"/>
            </a:solidFill>
            <a:prstDash val="dot"/>
            <a:round/>
            <a:headEnd type="none" w="med" len="med"/>
            <a:tailEnd type="none" w="med" len="med"/>
          </a:ln>
        </p:spPr>
      </p:cxnSp>
      <p:cxnSp>
        <p:nvCxnSpPr>
          <p:cNvPr id="1428" name="Google Shape;1428;p49"/>
          <p:cNvCxnSpPr/>
          <p:nvPr/>
        </p:nvCxnSpPr>
        <p:spPr>
          <a:xfrm flipH="1">
            <a:off x="3990300" y="2597350"/>
            <a:ext cx="1164600" cy="1000500"/>
          </a:xfrm>
          <a:prstGeom prst="straightConnector1">
            <a:avLst/>
          </a:prstGeom>
          <a:noFill/>
          <a:ln w="19050" cap="flat" cmpd="sng">
            <a:solidFill>
              <a:schemeClr val="accent6"/>
            </a:solidFill>
            <a:prstDash val="dot"/>
            <a:round/>
            <a:headEnd type="none" w="med" len="med"/>
            <a:tailEnd type="none" w="med" len="med"/>
          </a:ln>
        </p:spPr>
      </p:cxnSp>
      <p:cxnSp>
        <p:nvCxnSpPr>
          <p:cNvPr id="1429" name="Google Shape;1429;p49"/>
          <p:cNvCxnSpPr/>
          <p:nvPr/>
        </p:nvCxnSpPr>
        <p:spPr>
          <a:xfrm>
            <a:off x="5894725" y="2597350"/>
            <a:ext cx="1164600" cy="1000500"/>
          </a:xfrm>
          <a:prstGeom prst="straightConnector1">
            <a:avLst/>
          </a:prstGeom>
          <a:noFill/>
          <a:ln w="19050" cap="flat" cmpd="sng">
            <a:solidFill>
              <a:schemeClr val="accent6"/>
            </a:solidFill>
            <a:prstDash val="dot"/>
            <a:round/>
            <a:headEnd type="none" w="med" len="med"/>
            <a:tailEnd type="none" w="med" len="med"/>
          </a:ln>
        </p:spPr>
      </p:cxnSp>
      <p:sp>
        <p:nvSpPr>
          <p:cNvPr id="1430" name="Google Shape;1430;p49"/>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31" name="Google Shape;1431;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timeline</a:t>
            </a:r>
            <a:endParaRPr/>
          </a:p>
        </p:txBody>
      </p:sp>
      <p:sp>
        <p:nvSpPr>
          <p:cNvPr id="1432" name="Google Shape;1432;p49"/>
          <p:cNvSpPr/>
          <p:nvPr/>
        </p:nvSpPr>
        <p:spPr>
          <a:xfrm flipH="1">
            <a:off x="1224907" y="178312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33" name="Google Shape;1433;p49"/>
          <p:cNvSpPr/>
          <p:nvPr/>
        </p:nvSpPr>
        <p:spPr>
          <a:xfrm>
            <a:off x="737219" y="3444500"/>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34" name="Google Shape;1434;p49"/>
          <p:cNvSpPr txBox="1">
            <a:spLocks noGrp="1"/>
          </p:cNvSpPr>
          <p:nvPr>
            <p:ph type="subTitle" idx="4294967295"/>
          </p:nvPr>
        </p:nvSpPr>
        <p:spPr>
          <a:xfrm>
            <a:off x="622049" y="3896408"/>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Neptune is far away from us</a:t>
            </a:r>
            <a:endParaRPr/>
          </a:p>
        </p:txBody>
      </p:sp>
      <p:sp>
        <p:nvSpPr>
          <p:cNvPr id="1435" name="Google Shape;1435;p49"/>
          <p:cNvSpPr txBox="1">
            <a:spLocks noGrp="1"/>
          </p:cNvSpPr>
          <p:nvPr>
            <p:ph type="subTitle" idx="4294967295"/>
          </p:nvPr>
        </p:nvSpPr>
        <p:spPr>
          <a:xfrm>
            <a:off x="787949" y="3515887"/>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436" name="Google Shape;1436;p49"/>
          <p:cNvSpPr/>
          <p:nvPr/>
        </p:nvSpPr>
        <p:spPr>
          <a:xfrm flipH="1">
            <a:off x="5026507" y="178312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37" name="Google Shape;1437;p49"/>
          <p:cNvSpPr/>
          <p:nvPr/>
        </p:nvSpPr>
        <p:spPr>
          <a:xfrm>
            <a:off x="4538819" y="3444500"/>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38" name="Google Shape;1438;p49"/>
          <p:cNvSpPr txBox="1">
            <a:spLocks noGrp="1"/>
          </p:cNvSpPr>
          <p:nvPr>
            <p:ph type="subTitle" idx="4294967295"/>
          </p:nvPr>
        </p:nvSpPr>
        <p:spPr>
          <a:xfrm>
            <a:off x="4423649" y="3896408"/>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Mercury is the closest planet to the Sun</a:t>
            </a:r>
            <a:endParaRPr/>
          </a:p>
        </p:txBody>
      </p:sp>
      <p:sp>
        <p:nvSpPr>
          <p:cNvPr id="1439" name="Google Shape;1439;p49"/>
          <p:cNvSpPr txBox="1">
            <a:spLocks noGrp="1"/>
          </p:cNvSpPr>
          <p:nvPr>
            <p:ph type="subTitle" idx="4294967295"/>
          </p:nvPr>
        </p:nvSpPr>
        <p:spPr>
          <a:xfrm>
            <a:off x="4589541" y="3515887"/>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440" name="Google Shape;1440;p49"/>
          <p:cNvSpPr/>
          <p:nvPr/>
        </p:nvSpPr>
        <p:spPr>
          <a:xfrm>
            <a:off x="2638906" y="1766838"/>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41" name="Google Shape;1441;p49"/>
          <p:cNvSpPr txBox="1">
            <a:spLocks noGrp="1"/>
          </p:cNvSpPr>
          <p:nvPr>
            <p:ph type="subTitle" idx="4294967295"/>
          </p:nvPr>
        </p:nvSpPr>
        <p:spPr>
          <a:xfrm>
            <a:off x="2523737" y="2218745"/>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Despite being red, Mars is cold</a:t>
            </a:r>
            <a:endParaRPr/>
          </a:p>
        </p:txBody>
      </p:sp>
      <p:sp>
        <p:nvSpPr>
          <p:cNvPr id="1442" name="Google Shape;1442;p49"/>
          <p:cNvSpPr txBox="1">
            <a:spLocks noGrp="1"/>
          </p:cNvSpPr>
          <p:nvPr>
            <p:ph type="subTitle" idx="4294967295"/>
          </p:nvPr>
        </p:nvSpPr>
        <p:spPr>
          <a:xfrm>
            <a:off x="2688745" y="1838224"/>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p:txBody>
      </p:sp>
      <p:sp>
        <p:nvSpPr>
          <p:cNvPr id="1443" name="Google Shape;1443;p49"/>
          <p:cNvSpPr/>
          <p:nvPr/>
        </p:nvSpPr>
        <p:spPr>
          <a:xfrm>
            <a:off x="3126594" y="351587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44" name="Google Shape;1444;p49"/>
          <p:cNvSpPr/>
          <p:nvPr/>
        </p:nvSpPr>
        <p:spPr>
          <a:xfrm>
            <a:off x="6439606" y="1766838"/>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45" name="Google Shape;1445;p49"/>
          <p:cNvSpPr txBox="1">
            <a:spLocks noGrp="1"/>
          </p:cNvSpPr>
          <p:nvPr>
            <p:ph type="subTitle" idx="4294967295"/>
          </p:nvPr>
        </p:nvSpPr>
        <p:spPr>
          <a:xfrm>
            <a:off x="6324437" y="2218745"/>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Venus has a beautiful name, but it’s hot</a:t>
            </a:r>
            <a:endParaRPr/>
          </a:p>
        </p:txBody>
      </p:sp>
      <p:sp>
        <p:nvSpPr>
          <p:cNvPr id="1446" name="Google Shape;1446;p49"/>
          <p:cNvSpPr txBox="1">
            <a:spLocks noGrp="1"/>
          </p:cNvSpPr>
          <p:nvPr>
            <p:ph type="subTitle" idx="4294967295"/>
          </p:nvPr>
        </p:nvSpPr>
        <p:spPr>
          <a:xfrm>
            <a:off x="6490337" y="1838224"/>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Venus</a:t>
            </a:r>
            <a:endParaRPr sz="2500">
              <a:solidFill>
                <a:schemeClr val="lt1"/>
              </a:solidFill>
              <a:latin typeface="Freckle Face"/>
              <a:ea typeface="Freckle Face"/>
              <a:cs typeface="Freckle Face"/>
              <a:sym typeface="Freckle Face"/>
            </a:endParaRPr>
          </a:p>
        </p:txBody>
      </p:sp>
      <p:sp>
        <p:nvSpPr>
          <p:cNvPr id="1447" name="Google Shape;1447;p49"/>
          <p:cNvSpPr/>
          <p:nvPr/>
        </p:nvSpPr>
        <p:spPr>
          <a:xfrm>
            <a:off x="6927294" y="351587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cxnSp>
        <p:nvCxnSpPr>
          <p:cNvPr id="1448" name="Google Shape;1448;p49"/>
          <p:cNvCxnSpPr/>
          <p:nvPr/>
        </p:nvCxnSpPr>
        <p:spPr>
          <a:xfrm rot="10800000">
            <a:off x="725675" y="2253425"/>
            <a:ext cx="523800" cy="0"/>
          </a:xfrm>
          <a:prstGeom prst="straightConnector1">
            <a:avLst/>
          </a:prstGeom>
          <a:noFill/>
          <a:ln w="19050" cap="flat" cmpd="sng">
            <a:solidFill>
              <a:schemeClr val="accent6"/>
            </a:solidFill>
            <a:prstDash val="dot"/>
            <a:round/>
            <a:headEnd type="none" w="med" len="med"/>
            <a:tailEnd type="oval" w="med" len="med"/>
          </a:ln>
        </p:spPr>
      </p:cxnSp>
      <p:cxnSp>
        <p:nvCxnSpPr>
          <p:cNvPr id="1449" name="Google Shape;1449;p49"/>
          <p:cNvCxnSpPr/>
          <p:nvPr/>
        </p:nvCxnSpPr>
        <p:spPr>
          <a:xfrm>
            <a:off x="7901625" y="3988750"/>
            <a:ext cx="523800" cy="0"/>
          </a:xfrm>
          <a:prstGeom prst="straightConnector1">
            <a:avLst/>
          </a:prstGeom>
          <a:noFill/>
          <a:ln w="19050" cap="flat" cmpd="sng">
            <a:solidFill>
              <a:schemeClr val="accent6"/>
            </a:solidFill>
            <a:prstDash val="dot"/>
            <a:round/>
            <a:headEnd type="none" w="med" len="med"/>
            <a:tailEnd type="oval" w="med" len="med"/>
          </a:ln>
        </p:spPr>
      </p:cxnSp>
      <p:grpSp>
        <p:nvGrpSpPr>
          <p:cNvPr id="1450" name="Google Shape;1450;p49"/>
          <p:cNvGrpSpPr/>
          <p:nvPr/>
        </p:nvGrpSpPr>
        <p:grpSpPr>
          <a:xfrm>
            <a:off x="1492846" y="2039964"/>
            <a:ext cx="455770" cy="382290"/>
            <a:chOff x="4714890" y="3525775"/>
            <a:chExt cx="397150" cy="333121"/>
          </a:xfrm>
        </p:grpSpPr>
        <p:sp>
          <p:nvSpPr>
            <p:cNvPr id="1451" name="Google Shape;1451;p49"/>
            <p:cNvSpPr/>
            <p:nvPr/>
          </p:nvSpPr>
          <p:spPr>
            <a:xfrm>
              <a:off x="4775409" y="3525775"/>
              <a:ext cx="336632" cy="331430"/>
            </a:xfrm>
            <a:custGeom>
              <a:avLst/>
              <a:gdLst/>
              <a:ahLst/>
              <a:cxnLst/>
              <a:rect l="l" t="t" r="r" b="b"/>
              <a:pathLst>
                <a:path w="8349" h="8220" extrusionOk="0">
                  <a:moveTo>
                    <a:pt x="6761" y="0"/>
                  </a:moveTo>
                  <a:cubicBezTo>
                    <a:pt x="6233" y="0"/>
                    <a:pt x="5718" y="200"/>
                    <a:pt x="5332" y="543"/>
                  </a:cubicBezTo>
                  <a:cubicBezTo>
                    <a:pt x="5075" y="343"/>
                    <a:pt x="4760" y="229"/>
                    <a:pt x="4417" y="229"/>
                  </a:cubicBezTo>
                  <a:cubicBezTo>
                    <a:pt x="3902" y="229"/>
                    <a:pt x="3431" y="486"/>
                    <a:pt x="3159" y="930"/>
                  </a:cubicBezTo>
                  <a:lnTo>
                    <a:pt x="2988" y="1216"/>
                  </a:lnTo>
                  <a:cubicBezTo>
                    <a:pt x="2730" y="1044"/>
                    <a:pt x="2445" y="959"/>
                    <a:pt x="2130" y="959"/>
                  </a:cubicBezTo>
                  <a:cubicBezTo>
                    <a:pt x="1616" y="959"/>
                    <a:pt x="1116" y="1216"/>
                    <a:pt x="815" y="1645"/>
                  </a:cubicBezTo>
                  <a:cubicBezTo>
                    <a:pt x="358" y="2316"/>
                    <a:pt x="100" y="3088"/>
                    <a:pt x="43" y="3888"/>
                  </a:cubicBezTo>
                  <a:cubicBezTo>
                    <a:pt x="1" y="4689"/>
                    <a:pt x="172" y="5489"/>
                    <a:pt x="544" y="6204"/>
                  </a:cubicBezTo>
                  <a:lnTo>
                    <a:pt x="1059" y="7190"/>
                  </a:lnTo>
                  <a:lnTo>
                    <a:pt x="2059" y="7705"/>
                  </a:lnTo>
                  <a:cubicBezTo>
                    <a:pt x="2673" y="8048"/>
                    <a:pt x="3388" y="8220"/>
                    <a:pt x="4103" y="8220"/>
                  </a:cubicBezTo>
                  <a:cubicBezTo>
                    <a:pt x="5004" y="8220"/>
                    <a:pt x="5861" y="7947"/>
                    <a:pt x="6605" y="7433"/>
                  </a:cubicBezTo>
                  <a:cubicBezTo>
                    <a:pt x="6990" y="7162"/>
                    <a:pt x="7247" y="6733"/>
                    <a:pt x="7291" y="6261"/>
                  </a:cubicBezTo>
                  <a:cubicBezTo>
                    <a:pt x="7319" y="5904"/>
                    <a:pt x="7233" y="5561"/>
                    <a:pt x="7047" y="5260"/>
                  </a:cubicBezTo>
                  <a:lnTo>
                    <a:pt x="7319" y="5089"/>
                  </a:lnTo>
                  <a:cubicBezTo>
                    <a:pt x="7705" y="4860"/>
                    <a:pt x="7962" y="4460"/>
                    <a:pt x="8019" y="4017"/>
                  </a:cubicBezTo>
                  <a:cubicBezTo>
                    <a:pt x="8062" y="3617"/>
                    <a:pt x="7948" y="3231"/>
                    <a:pt x="7705" y="2916"/>
                  </a:cubicBezTo>
                  <a:cubicBezTo>
                    <a:pt x="8148" y="2416"/>
                    <a:pt x="8348" y="1730"/>
                    <a:pt x="8205" y="1073"/>
                  </a:cubicBezTo>
                  <a:lnTo>
                    <a:pt x="8034" y="215"/>
                  </a:lnTo>
                  <a:lnTo>
                    <a:pt x="7190" y="44"/>
                  </a:lnTo>
                  <a:cubicBezTo>
                    <a:pt x="7047" y="15"/>
                    <a:pt x="6904" y="0"/>
                    <a:pt x="676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49"/>
            <p:cNvSpPr/>
            <p:nvPr/>
          </p:nvSpPr>
          <p:spPr>
            <a:xfrm>
              <a:off x="4818066" y="3534444"/>
              <a:ext cx="293973" cy="322762"/>
            </a:xfrm>
            <a:custGeom>
              <a:avLst/>
              <a:gdLst/>
              <a:ahLst/>
              <a:cxnLst/>
              <a:rect l="l" t="t" r="r" b="b"/>
              <a:pathLst>
                <a:path w="7291" h="8005" extrusionOk="0">
                  <a:moveTo>
                    <a:pt x="6976" y="0"/>
                  </a:moveTo>
                  <a:lnTo>
                    <a:pt x="1" y="6975"/>
                  </a:lnTo>
                  <a:lnTo>
                    <a:pt x="1001" y="7490"/>
                  </a:lnTo>
                  <a:cubicBezTo>
                    <a:pt x="1615" y="7833"/>
                    <a:pt x="2330" y="8005"/>
                    <a:pt x="3045" y="8005"/>
                  </a:cubicBezTo>
                  <a:cubicBezTo>
                    <a:pt x="3946" y="8005"/>
                    <a:pt x="4803" y="7732"/>
                    <a:pt x="5547" y="7218"/>
                  </a:cubicBezTo>
                  <a:cubicBezTo>
                    <a:pt x="5932" y="6947"/>
                    <a:pt x="6189" y="6518"/>
                    <a:pt x="6233" y="6046"/>
                  </a:cubicBezTo>
                  <a:cubicBezTo>
                    <a:pt x="6261" y="5689"/>
                    <a:pt x="6175" y="5346"/>
                    <a:pt x="5989" y="5045"/>
                  </a:cubicBezTo>
                  <a:lnTo>
                    <a:pt x="6261" y="4874"/>
                  </a:lnTo>
                  <a:cubicBezTo>
                    <a:pt x="6647" y="4645"/>
                    <a:pt x="6904" y="4245"/>
                    <a:pt x="6961" y="3802"/>
                  </a:cubicBezTo>
                  <a:cubicBezTo>
                    <a:pt x="7004" y="3402"/>
                    <a:pt x="6890" y="3016"/>
                    <a:pt x="6647" y="2701"/>
                  </a:cubicBezTo>
                  <a:cubicBezTo>
                    <a:pt x="7090" y="2201"/>
                    <a:pt x="7290" y="1515"/>
                    <a:pt x="7147" y="858"/>
                  </a:cubicBezTo>
                  <a:lnTo>
                    <a:pt x="69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49"/>
            <p:cNvSpPr/>
            <p:nvPr/>
          </p:nvSpPr>
          <p:spPr>
            <a:xfrm>
              <a:off x="4714890" y="3616815"/>
              <a:ext cx="301473" cy="242081"/>
            </a:xfrm>
            <a:custGeom>
              <a:avLst/>
              <a:gdLst/>
              <a:ahLst/>
              <a:cxnLst/>
              <a:rect l="l" t="t" r="r" b="b"/>
              <a:pathLst>
                <a:path w="7477" h="6004" extrusionOk="0">
                  <a:moveTo>
                    <a:pt x="7076" y="1"/>
                  </a:moveTo>
                  <a:lnTo>
                    <a:pt x="6375" y="715"/>
                  </a:lnTo>
                  <a:lnTo>
                    <a:pt x="6375" y="29"/>
                  </a:lnTo>
                  <a:lnTo>
                    <a:pt x="5775" y="29"/>
                  </a:lnTo>
                  <a:lnTo>
                    <a:pt x="5775" y="1302"/>
                  </a:lnTo>
                  <a:lnTo>
                    <a:pt x="5203" y="1887"/>
                  </a:lnTo>
                  <a:lnTo>
                    <a:pt x="5203" y="644"/>
                  </a:lnTo>
                  <a:lnTo>
                    <a:pt x="4632" y="644"/>
                  </a:lnTo>
                  <a:lnTo>
                    <a:pt x="4632" y="2459"/>
                  </a:lnTo>
                  <a:lnTo>
                    <a:pt x="4060" y="3031"/>
                  </a:lnTo>
                  <a:lnTo>
                    <a:pt x="4060" y="1416"/>
                  </a:lnTo>
                  <a:lnTo>
                    <a:pt x="3488" y="1416"/>
                  </a:lnTo>
                  <a:lnTo>
                    <a:pt x="3488" y="3589"/>
                  </a:lnTo>
                  <a:lnTo>
                    <a:pt x="1973" y="5104"/>
                  </a:lnTo>
                  <a:cubicBezTo>
                    <a:pt x="1759" y="5325"/>
                    <a:pt x="1473" y="5436"/>
                    <a:pt x="1187" y="5436"/>
                  </a:cubicBezTo>
                  <a:cubicBezTo>
                    <a:pt x="901" y="5436"/>
                    <a:pt x="615" y="5325"/>
                    <a:pt x="401" y="5104"/>
                  </a:cubicBezTo>
                  <a:lnTo>
                    <a:pt x="1" y="5518"/>
                  </a:lnTo>
                  <a:cubicBezTo>
                    <a:pt x="330" y="5847"/>
                    <a:pt x="759" y="6004"/>
                    <a:pt x="1188" y="6004"/>
                  </a:cubicBezTo>
                  <a:cubicBezTo>
                    <a:pt x="1616" y="6004"/>
                    <a:pt x="2045" y="5847"/>
                    <a:pt x="2373" y="5518"/>
                  </a:cubicBezTo>
                  <a:lnTo>
                    <a:pt x="3903" y="3989"/>
                  </a:lnTo>
                  <a:lnTo>
                    <a:pt x="6061" y="3989"/>
                  </a:lnTo>
                  <a:lnTo>
                    <a:pt x="6061" y="3417"/>
                  </a:lnTo>
                  <a:lnTo>
                    <a:pt x="4446" y="3417"/>
                  </a:lnTo>
                  <a:lnTo>
                    <a:pt x="5032" y="2846"/>
                  </a:lnTo>
                  <a:lnTo>
                    <a:pt x="6848" y="2846"/>
                  </a:lnTo>
                  <a:lnTo>
                    <a:pt x="6848" y="2274"/>
                  </a:lnTo>
                  <a:lnTo>
                    <a:pt x="5618" y="2274"/>
                  </a:lnTo>
                  <a:lnTo>
                    <a:pt x="6190" y="1702"/>
                  </a:lnTo>
                  <a:lnTo>
                    <a:pt x="7462" y="1702"/>
                  </a:lnTo>
                  <a:lnTo>
                    <a:pt x="7462" y="1130"/>
                  </a:lnTo>
                  <a:lnTo>
                    <a:pt x="6762" y="1130"/>
                  </a:lnTo>
                  <a:lnTo>
                    <a:pt x="7477" y="416"/>
                  </a:lnTo>
                  <a:lnTo>
                    <a:pt x="707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 name="Google Shape;1454;p49"/>
          <p:cNvGrpSpPr/>
          <p:nvPr/>
        </p:nvGrpSpPr>
        <p:grpSpPr>
          <a:xfrm>
            <a:off x="5297526" y="2005572"/>
            <a:ext cx="451780" cy="451087"/>
            <a:chOff x="5393779" y="3495818"/>
            <a:chExt cx="393674" cy="393070"/>
          </a:xfrm>
        </p:grpSpPr>
        <p:sp>
          <p:nvSpPr>
            <p:cNvPr id="1455" name="Google Shape;1455;p49"/>
            <p:cNvSpPr/>
            <p:nvPr/>
          </p:nvSpPr>
          <p:spPr>
            <a:xfrm>
              <a:off x="5495181" y="3597220"/>
              <a:ext cx="190230" cy="190230"/>
            </a:xfrm>
            <a:custGeom>
              <a:avLst/>
              <a:gdLst/>
              <a:ahLst/>
              <a:cxnLst/>
              <a:rect l="l" t="t" r="r" b="b"/>
              <a:pathLst>
                <a:path w="4718" h="4718" extrusionOk="0">
                  <a:moveTo>
                    <a:pt x="2360" y="1"/>
                  </a:moveTo>
                  <a:cubicBezTo>
                    <a:pt x="1059" y="1"/>
                    <a:pt x="1" y="1058"/>
                    <a:pt x="1" y="2360"/>
                  </a:cubicBezTo>
                  <a:cubicBezTo>
                    <a:pt x="1" y="3660"/>
                    <a:pt x="1059" y="4718"/>
                    <a:pt x="2360" y="4718"/>
                  </a:cubicBezTo>
                  <a:cubicBezTo>
                    <a:pt x="3660" y="4718"/>
                    <a:pt x="4718" y="3660"/>
                    <a:pt x="4718" y="2360"/>
                  </a:cubicBezTo>
                  <a:cubicBezTo>
                    <a:pt x="4718" y="1058"/>
                    <a:pt x="3660" y="1"/>
                    <a:pt x="2360"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49"/>
            <p:cNvSpPr/>
            <p:nvPr/>
          </p:nvSpPr>
          <p:spPr>
            <a:xfrm>
              <a:off x="5579326" y="3526904"/>
              <a:ext cx="23103" cy="49634"/>
            </a:xfrm>
            <a:custGeom>
              <a:avLst/>
              <a:gdLst/>
              <a:ahLst/>
              <a:cxnLst/>
              <a:rect l="l" t="t" r="r" b="b"/>
              <a:pathLst>
                <a:path w="573" h="1231" extrusionOk="0">
                  <a:moveTo>
                    <a:pt x="1" y="1"/>
                  </a:moveTo>
                  <a:lnTo>
                    <a:pt x="1" y="1230"/>
                  </a:lnTo>
                  <a:lnTo>
                    <a:pt x="572" y="1230"/>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49"/>
            <p:cNvSpPr/>
            <p:nvPr/>
          </p:nvSpPr>
          <p:spPr>
            <a:xfrm>
              <a:off x="5440468" y="3542508"/>
              <a:ext cx="32861" cy="32861"/>
            </a:xfrm>
            <a:custGeom>
              <a:avLst/>
              <a:gdLst/>
              <a:ahLst/>
              <a:cxnLst/>
              <a:rect l="l" t="t" r="r" b="b"/>
              <a:pathLst>
                <a:path w="815" h="815" extrusionOk="0">
                  <a:moveTo>
                    <a:pt x="401" y="0"/>
                  </a:moveTo>
                  <a:lnTo>
                    <a:pt x="1" y="401"/>
                  </a:lnTo>
                  <a:lnTo>
                    <a:pt x="414" y="815"/>
                  </a:lnTo>
                  <a:lnTo>
                    <a:pt x="815" y="414"/>
                  </a:lnTo>
                  <a:lnTo>
                    <a:pt x="4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49"/>
            <p:cNvSpPr/>
            <p:nvPr/>
          </p:nvSpPr>
          <p:spPr>
            <a:xfrm>
              <a:off x="5497519" y="3543072"/>
              <a:ext cx="44433" cy="54190"/>
            </a:xfrm>
            <a:custGeom>
              <a:avLst/>
              <a:gdLst/>
              <a:ahLst/>
              <a:cxnLst/>
              <a:rect l="l" t="t" r="r" b="b"/>
              <a:pathLst>
                <a:path w="1102" h="1344" extrusionOk="0">
                  <a:moveTo>
                    <a:pt x="501" y="0"/>
                  </a:moveTo>
                  <a:lnTo>
                    <a:pt x="0" y="286"/>
                  </a:lnTo>
                  <a:lnTo>
                    <a:pt x="615" y="1344"/>
                  </a:lnTo>
                  <a:lnTo>
                    <a:pt x="1101" y="1058"/>
                  </a:lnTo>
                  <a:lnTo>
                    <a:pt x="5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49"/>
            <p:cNvSpPr/>
            <p:nvPr/>
          </p:nvSpPr>
          <p:spPr>
            <a:xfrm>
              <a:off x="5393779" y="3629516"/>
              <a:ext cx="28305" cy="28305"/>
            </a:xfrm>
            <a:custGeom>
              <a:avLst/>
              <a:gdLst/>
              <a:ahLst/>
              <a:cxnLst/>
              <a:rect l="l" t="t" r="r" b="b"/>
              <a:pathLst>
                <a:path w="702" h="702" extrusionOk="0">
                  <a:moveTo>
                    <a:pt x="143" y="0"/>
                  </a:moveTo>
                  <a:lnTo>
                    <a:pt x="0" y="543"/>
                  </a:lnTo>
                  <a:lnTo>
                    <a:pt x="558" y="701"/>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49"/>
            <p:cNvSpPr/>
            <p:nvPr/>
          </p:nvSpPr>
          <p:spPr>
            <a:xfrm>
              <a:off x="5441032" y="3599519"/>
              <a:ext cx="54190" cy="44473"/>
            </a:xfrm>
            <a:custGeom>
              <a:avLst/>
              <a:gdLst/>
              <a:ahLst/>
              <a:cxnLst/>
              <a:rect l="l" t="t" r="r" b="b"/>
              <a:pathLst>
                <a:path w="1344" h="1103" extrusionOk="0">
                  <a:moveTo>
                    <a:pt x="286" y="1"/>
                  </a:moveTo>
                  <a:lnTo>
                    <a:pt x="0" y="502"/>
                  </a:lnTo>
                  <a:lnTo>
                    <a:pt x="1058" y="1102"/>
                  </a:lnTo>
                  <a:lnTo>
                    <a:pt x="1344" y="616"/>
                  </a:lnTo>
                  <a:lnTo>
                    <a:pt x="2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49"/>
            <p:cNvSpPr/>
            <p:nvPr/>
          </p:nvSpPr>
          <p:spPr>
            <a:xfrm>
              <a:off x="5393779" y="3726926"/>
              <a:ext cx="28829" cy="28264"/>
            </a:xfrm>
            <a:custGeom>
              <a:avLst/>
              <a:gdLst/>
              <a:ahLst/>
              <a:cxnLst/>
              <a:rect l="l" t="t" r="r" b="b"/>
              <a:pathLst>
                <a:path w="715" h="701" extrusionOk="0">
                  <a:moveTo>
                    <a:pt x="558" y="0"/>
                  </a:moveTo>
                  <a:lnTo>
                    <a:pt x="0" y="157"/>
                  </a:lnTo>
                  <a:lnTo>
                    <a:pt x="143" y="700"/>
                  </a:lnTo>
                  <a:lnTo>
                    <a:pt x="715" y="557"/>
                  </a:lnTo>
                  <a:lnTo>
                    <a:pt x="558"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49"/>
            <p:cNvSpPr/>
            <p:nvPr/>
          </p:nvSpPr>
          <p:spPr>
            <a:xfrm>
              <a:off x="5424905" y="3680802"/>
              <a:ext cx="49029" cy="23103"/>
            </a:xfrm>
            <a:custGeom>
              <a:avLst/>
              <a:gdLst/>
              <a:ahLst/>
              <a:cxnLst/>
              <a:rect l="l" t="t" r="r" b="b"/>
              <a:pathLst>
                <a:path w="1216" h="573" extrusionOk="0">
                  <a:moveTo>
                    <a:pt x="0" y="1"/>
                  </a:moveTo>
                  <a:lnTo>
                    <a:pt x="0" y="573"/>
                  </a:lnTo>
                  <a:lnTo>
                    <a:pt x="1216" y="573"/>
                  </a:lnTo>
                  <a:lnTo>
                    <a:pt x="121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49"/>
            <p:cNvSpPr/>
            <p:nvPr/>
          </p:nvSpPr>
          <p:spPr>
            <a:xfrm>
              <a:off x="5440468" y="3809298"/>
              <a:ext cx="32861" cy="32901"/>
            </a:xfrm>
            <a:custGeom>
              <a:avLst/>
              <a:gdLst/>
              <a:ahLst/>
              <a:cxnLst/>
              <a:rect l="l" t="t" r="r" b="b"/>
              <a:pathLst>
                <a:path w="815" h="816" extrusionOk="0">
                  <a:moveTo>
                    <a:pt x="414" y="1"/>
                  </a:moveTo>
                  <a:lnTo>
                    <a:pt x="1" y="416"/>
                  </a:lnTo>
                  <a:lnTo>
                    <a:pt x="401" y="816"/>
                  </a:lnTo>
                  <a:lnTo>
                    <a:pt x="815" y="401"/>
                  </a:lnTo>
                  <a:lnTo>
                    <a:pt x="41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49"/>
            <p:cNvSpPr/>
            <p:nvPr/>
          </p:nvSpPr>
          <p:spPr>
            <a:xfrm>
              <a:off x="5441032" y="3740756"/>
              <a:ext cx="54190" cy="44392"/>
            </a:xfrm>
            <a:custGeom>
              <a:avLst/>
              <a:gdLst/>
              <a:ahLst/>
              <a:cxnLst/>
              <a:rect l="l" t="t" r="r" b="b"/>
              <a:pathLst>
                <a:path w="1344" h="1101" extrusionOk="0">
                  <a:moveTo>
                    <a:pt x="1058" y="0"/>
                  </a:moveTo>
                  <a:lnTo>
                    <a:pt x="0" y="601"/>
                  </a:lnTo>
                  <a:lnTo>
                    <a:pt x="286" y="1100"/>
                  </a:lnTo>
                  <a:lnTo>
                    <a:pt x="1344" y="486"/>
                  </a:lnTo>
                  <a:lnTo>
                    <a:pt x="10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49"/>
            <p:cNvSpPr/>
            <p:nvPr/>
          </p:nvSpPr>
          <p:spPr>
            <a:xfrm>
              <a:off x="5527476" y="3860624"/>
              <a:ext cx="28305" cy="28264"/>
            </a:xfrm>
            <a:custGeom>
              <a:avLst/>
              <a:gdLst/>
              <a:ahLst/>
              <a:cxnLst/>
              <a:rect l="l" t="t" r="r" b="b"/>
              <a:pathLst>
                <a:path w="702" h="701" extrusionOk="0">
                  <a:moveTo>
                    <a:pt x="143" y="0"/>
                  </a:moveTo>
                  <a:lnTo>
                    <a:pt x="0" y="557"/>
                  </a:lnTo>
                  <a:lnTo>
                    <a:pt x="543" y="700"/>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49"/>
            <p:cNvSpPr/>
            <p:nvPr/>
          </p:nvSpPr>
          <p:spPr>
            <a:xfrm>
              <a:off x="5497519" y="3787405"/>
              <a:ext cx="44433" cy="54230"/>
            </a:xfrm>
            <a:custGeom>
              <a:avLst/>
              <a:gdLst/>
              <a:ahLst/>
              <a:cxnLst/>
              <a:rect l="l" t="t" r="r" b="b"/>
              <a:pathLst>
                <a:path w="1102" h="1345" extrusionOk="0">
                  <a:moveTo>
                    <a:pt x="615" y="1"/>
                  </a:moveTo>
                  <a:lnTo>
                    <a:pt x="0" y="1058"/>
                  </a:lnTo>
                  <a:lnTo>
                    <a:pt x="501" y="1344"/>
                  </a:lnTo>
                  <a:lnTo>
                    <a:pt x="1101" y="286"/>
                  </a:lnTo>
                  <a:lnTo>
                    <a:pt x="615"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49"/>
            <p:cNvSpPr/>
            <p:nvPr/>
          </p:nvSpPr>
          <p:spPr>
            <a:xfrm>
              <a:off x="5624886" y="3860624"/>
              <a:ext cx="28869" cy="28264"/>
            </a:xfrm>
            <a:custGeom>
              <a:avLst/>
              <a:gdLst/>
              <a:ahLst/>
              <a:cxnLst/>
              <a:rect l="l" t="t" r="r" b="b"/>
              <a:pathLst>
                <a:path w="716" h="701" extrusionOk="0">
                  <a:moveTo>
                    <a:pt x="557" y="0"/>
                  </a:moveTo>
                  <a:lnTo>
                    <a:pt x="0" y="143"/>
                  </a:lnTo>
                  <a:lnTo>
                    <a:pt x="157" y="700"/>
                  </a:lnTo>
                  <a:lnTo>
                    <a:pt x="715"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49"/>
            <p:cNvSpPr/>
            <p:nvPr/>
          </p:nvSpPr>
          <p:spPr>
            <a:xfrm>
              <a:off x="5579326" y="3809298"/>
              <a:ext cx="23103" cy="49069"/>
            </a:xfrm>
            <a:custGeom>
              <a:avLst/>
              <a:gdLst/>
              <a:ahLst/>
              <a:cxnLst/>
              <a:rect l="l" t="t" r="r" b="b"/>
              <a:pathLst>
                <a:path w="573" h="1217" extrusionOk="0">
                  <a:moveTo>
                    <a:pt x="1" y="1"/>
                  </a:moveTo>
                  <a:lnTo>
                    <a:pt x="1" y="1216"/>
                  </a:lnTo>
                  <a:lnTo>
                    <a:pt x="572" y="1216"/>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49"/>
            <p:cNvSpPr/>
            <p:nvPr/>
          </p:nvSpPr>
          <p:spPr>
            <a:xfrm>
              <a:off x="5707258" y="3809298"/>
              <a:ext cx="32941" cy="32901"/>
            </a:xfrm>
            <a:custGeom>
              <a:avLst/>
              <a:gdLst/>
              <a:ahLst/>
              <a:cxnLst/>
              <a:rect l="l" t="t" r="r" b="b"/>
              <a:pathLst>
                <a:path w="817" h="816" extrusionOk="0">
                  <a:moveTo>
                    <a:pt x="401" y="1"/>
                  </a:moveTo>
                  <a:lnTo>
                    <a:pt x="1" y="401"/>
                  </a:lnTo>
                  <a:lnTo>
                    <a:pt x="416" y="816"/>
                  </a:lnTo>
                  <a:lnTo>
                    <a:pt x="816" y="416"/>
                  </a:lnTo>
                  <a:lnTo>
                    <a:pt x="4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49"/>
            <p:cNvSpPr/>
            <p:nvPr/>
          </p:nvSpPr>
          <p:spPr>
            <a:xfrm>
              <a:off x="5638716" y="3787405"/>
              <a:ext cx="44392" cy="54230"/>
            </a:xfrm>
            <a:custGeom>
              <a:avLst/>
              <a:gdLst/>
              <a:ahLst/>
              <a:cxnLst/>
              <a:rect l="l" t="t" r="r" b="b"/>
              <a:pathLst>
                <a:path w="1101" h="1345" extrusionOk="0">
                  <a:moveTo>
                    <a:pt x="486" y="1"/>
                  </a:moveTo>
                  <a:lnTo>
                    <a:pt x="0" y="286"/>
                  </a:lnTo>
                  <a:lnTo>
                    <a:pt x="601" y="1344"/>
                  </a:lnTo>
                  <a:lnTo>
                    <a:pt x="1100" y="1058"/>
                  </a:lnTo>
                  <a:lnTo>
                    <a:pt x="4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49"/>
            <p:cNvSpPr/>
            <p:nvPr/>
          </p:nvSpPr>
          <p:spPr>
            <a:xfrm>
              <a:off x="5758584" y="3726926"/>
              <a:ext cx="28869" cy="28264"/>
            </a:xfrm>
            <a:custGeom>
              <a:avLst/>
              <a:gdLst/>
              <a:ahLst/>
              <a:cxnLst/>
              <a:rect l="l" t="t" r="r" b="b"/>
              <a:pathLst>
                <a:path w="716" h="701" extrusionOk="0">
                  <a:moveTo>
                    <a:pt x="143" y="0"/>
                  </a:moveTo>
                  <a:lnTo>
                    <a:pt x="0" y="557"/>
                  </a:lnTo>
                  <a:lnTo>
                    <a:pt x="557" y="700"/>
                  </a:lnTo>
                  <a:lnTo>
                    <a:pt x="715" y="157"/>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49"/>
            <p:cNvSpPr/>
            <p:nvPr/>
          </p:nvSpPr>
          <p:spPr>
            <a:xfrm>
              <a:off x="5685365" y="3740756"/>
              <a:ext cx="54230" cy="44392"/>
            </a:xfrm>
            <a:custGeom>
              <a:avLst/>
              <a:gdLst/>
              <a:ahLst/>
              <a:cxnLst/>
              <a:rect l="l" t="t" r="r" b="b"/>
              <a:pathLst>
                <a:path w="1345" h="1101" extrusionOk="0">
                  <a:moveTo>
                    <a:pt x="287" y="0"/>
                  </a:moveTo>
                  <a:lnTo>
                    <a:pt x="1" y="486"/>
                  </a:lnTo>
                  <a:lnTo>
                    <a:pt x="1058" y="1100"/>
                  </a:lnTo>
                  <a:lnTo>
                    <a:pt x="1344" y="601"/>
                  </a:lnTo>
                  <a:lnTo>
                    <a:pt x="287"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49"/>
            <p:cNvSpPr/>
            <p:nvPr/>
          </p:nvSpPr>
          <p:spPr>
            <a:xfrm>
              <a:off x="5758584" y="3628951"/>
              <a:ext cx="28264" cy="28869"/>
            </a:xfrm>
            <a:custGeom>
              <a:avLst/>
              <a:gdLst/>
              <a:ahLst/>
              <a:cxnLst/>
              <a:rect l="l" t="t" r="r" b="b"/>
              <a:pathLst>
                <a:path w="701" h="716" extrusionOk="0">
                  <a:moveTo>
                    <a:pt x="557" y="0"/>
                  </a:moveTo>
                  <a:lnTo>
                    <a:pt x="0" y="157"/>
                  </a:lnTo>
                  <a:lnTo>
                    <a:pt x="143" y="715"/>
                  </a:lnTo>
                  <a:lnTo>
                    <a:pt x="700"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49"/>
            <p:cNvSpPr/>
            <p:nvPr/>
          </p:nvSpPr>
          <p:spPr>
            <a:xfrm>
              <a:off x="5706734" y="3680802"/>
              <a:ext cx="48989" cy="23103"/>
            </a:xfrm>
            <a:custGeom>
              <a:avLst/>
              <a:gdLst/>
              <a:ahLst/>
              <a:cxnLst/>
              <a:rect l="l" t="t" r="r" b="b"/>
              <a:pathLst>
                <a:path w="1215" h="573" extrusionOk="0">
                  <a:moveTo>
                    <a:pt x="0" y="1"/>
                  </a:moveTo>
                  <a:lnTo>
                    <a:pt x="0" y="573"/>
                  </a:lnTo>
                  <a:lnTo>
                    <a:pt x="1214" y="573"/>
                  </a:lnTo>
                  <a:lnTo>
                    <a:pt x="121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49"/>
            <p:cNvSpPr/>
            <p:nvPr/>
          </p:nvSpPr>
          <p:spPr>
            <a:xfrm>
              <a:off x="5707258" y="3542508"/>
              <a:ext cx="32941" cy="32861"/>
            </a:xfrm>
            <a:custGeom>
              <a:avLst/>
              <a:gdLst/>
              <a:ahLst/>
              <a:cxnLst/>
              <a:rect l="l" t="t" r="r" b="b"/>
              <a:pathLst>
                <a:path w="817" h="815" extrusionOk="0">
                  <a:moveTo>
                    <a:pt x="416" y="0"/>
                  </a:moveTo>
                  <a:lnTo>
                    <a:pt x="1" y="414"/>
                  </a:lnTo>
                  <a:lnTo>
                    <a:pt x="401" y="815"/>
                  </a:lnTo>
                  <a:lnTo>
                    <a:pt x="816" y="401"/>
                  </a:lnTo>
                  <a:lnTo>
                    <a:pt x="4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49"/>
            <p:cNvSpPr/>
            <p:nvPr/>
          </p:nvSpPr>
          <p:spPr>
            <a:xfrm>
              <a:off x="5685365" y="3599519"/>
              <a:ext cx="54230" cy="44473"/>
            </a:xfrm>
            <a:custGeom>
              <a:avLst/>
              <a:gdLst/>
              <a:ahLst/>
              <a:cxnLst/>
              <a:rect l="l" t="t" r="r" b="b"/>
              <a:pathLst>
                <a:path w="1345" h="1103" extrusionOk="0">
                  <a:moveTo>
                    <a:pt x="1058" y="1"/>
                  </a:moveTo>
                  <a:lnTo>
                    <a:pt x="1" y="616"/>
                  </a:lnTo>
                  <a:lnTo>
                    <a:pt x="287" y="1102"/>
                  </a:lnTo>
                  <a:lnTo>
                    <a:pt x="1344" y="502"/>
                  </a:lnTo>
                  <a:lnTo>
                    <a:pt x="1058"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49"/>
            <p:cNvSpPr/>
            <p:nvPr/>
          </p:nvSpPr>
          <p:spPr>
            <a:xfrm>
              <a:off x="5624886" y="3495818"/>
              <a:ext cx="28264" cy="28305"/>
            </a:xfrm>
            <a:custGeom>
              <a:avLst/>
              <a:gdLst/>
              <a:ahLst/>
              <a:cxnLst/>
              <a:rect l="l" t="t" r="r" b="b"/>
              <a:pathLst>
                <a:path w="701" h="702" extrusionOk="0">
                  <a:moveTo>
                    <a:pt x="157" y="0"/>
                  </a:moveTo>
                  <a:lnTo>
                    <a:pt x="0" y="558"/>
                  </a:lnTo>
                  <a:lnTo>
                    <a:pt x="557" y="701"/>
                  </a:lnTo>
                  <a:lnTo>
                    <a:pt x="700" y="143"/>
                  </a:lnTo>
                  <a:lnTo>
                    <a:pt x="1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49"/>
            <p:cNvSpPr/>
            <p:nvPr/>
          </p:nvSpPr>
          <p:spPr>
            <a:xfrm>
              <a:off x="5638716" y="3543072"/>
              <a:ext cx="44392" cy="54190"/>
            </a:xfrm>
            <a:custGeom>
              <a:avLst/>
              <a:gdLst/>
              <a:ahLst/>
              <a:cxnLst/>
              <a:rect l="l" t="t" r="r" b="b"/>
              <a:pathLst>
                <a:path w="1101" h="1344" extrusionOk="0">
                  <a:moveTo>
                    <a:pt x="601" y="0"/>
                  </a:moveTo>
                  <a:lnTo>
                    <a:pt x="0" y="1058"/>
                  </a:lnTo>
                  <a:lnTo>
                    <a:pt x="486" y="1344"/>
                  </a:lnTo>
                  <a:lnTo>
                    <a:pt x="1100" y="286"/>
                  </a:lnTo>
                  <a:lnTo>
                    <a:pt x="6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49"/>
            <p:cNvSpPr/>
            <p:nvPr/>
          </p:nvSpPr>
          <p:spPr>
            <a:xfrm>
              <a:off x="5527476" y="3495818"/>
              <a:ext cx="28305" cy="28305"/>
            </a:xfrm>
            <a:custGeom>
              <a:avLst/>
              <a:gdLst/>
              <a:ahLst/>
              <a:cxnLst/>
              <a:rect l="l" t="t" r="r" b="b"/>
              <a:pathLst>
                <a:path w="702" h="702" extrusionOk="0">
                  <a:moveTo>
                    <a:pt x="543" y="0"/>
                  </a:moveTo>
                  <a:lnTo>
                    <a:pt x="0" y="143"/>
                  </a:lnTo>
                  <a:lnTo>
                    <a:pt x="143" y="701"/>
                  </a:lnTo>
                  <a:lnTo>
                    <a:pt x="701" y="558"/>
                  </a:lnTo>
                  <a:lnTo>
                    <a:pt x="5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 name="Google Shape;1480;p49"/>
          <p:cNvGrpSpPr/>
          <p:nvPr/>
        </p:nvGrpSpPr>
        <p:grpSpPr>
          <a:xfrm>
            <a:off x="3427742" y="3737645"/>
            <a:ext cx="388910" cy="452437"/>
            <a:chOff x="4741420" y="4209262"/>
            <a:chExt cx="338890" cy="394246"/>
          </a:xfrm>
        </p:grpSpPr>
        <p:sp>
          <p:nvSpPr>
            <p:cNvPr id="1481" name="Google Shape;1481;p49"/>
            <p:cNvSpPr/>
            <p:nvPr/>
          </p:nvSpPr>
          <p:spPr>
            <a:xfrm>
              <a:off x="4910840" y="4209262"/>
              <a:ext cx="77253" cy="73261"/>
            </a:xfrm>
            <a:custGeom>
              <a:avLst/>
              <a:gdLst/>
              <a:ahLst/>
              <a:cxnLst/>
              <a:rect l="l" t="t" r="r" b="b"/>
              <a:pathLst>
                <a:path w="1916" h="1817" extrusionOk="0">
                  <a:moveTo>
                    <a:pt x="987" y="0"/>
                  </a:moveTo>
                  <a:cubicBezTo>
                    <a:pt x="444" y="0"/>
                    <a:pt x="0" y="444"/>
                    <a:pt x="0" y="987"/>
                  </a:cubicBezTo>
                  <a:lnTo>
                    <a:pt x="0" y="1816"/>
                  </a:lnTo>
                  <a:lnTo>
                    <a:pt x="915" y="1816"/>
                  </a:lnTo>
                  <a:cubicBezTo>
                    <a:pt x="1473" y="1816"/>
                    <a:pt x="1916" y="1373"/>
                    <a:pt x="1916" y="829"/>
                  </a:cubicBezTo>
                  <a:lnTo>
                    <a:pt x="191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49"/>
            <p:cNvSpPr/>
            <p:nvPr/>
          </p:nvSpPr>
          <p:spPr>
            <a:xfrm>
              <a:off x="4854353" y="4209866"/>
              <a:ext cx="68060" cy="133137"/>
            </a:xfrm>
            <a:custGeom>
              <a:avLst/>
              <a:gdLst/>
              <a:ahLst/>
              <a:cxnLst/>
              <a:rect l="l" t="t" r="r" b="b"/>
              <a:pathLst>
                <a:path w="1688" h="3302" extrusionOk="0">
                  <a:moveTo>
                    <a:pt x="1" y="0"/>
                  </a:moveTo>
                  <a:lnTo>
                    <a:pt x="1" y="572"/>
                  </a:lnTo>
                  <a:cubicBezTo>
                    <a:pt x="616" y="572"/>
                    <a:pt x="1115" y="1087"/>
                    <a:pt x="1115" y="1701"/>
                  </a:cubicBezTo>
                  <a:lnTo>
                    <a:pt x="1115" y="3301"/>
                  </a:lnTo>
                  <a:lnTo>
                    <a:pt x="1687" y="3301"/>
                  </a:lnTo>
                  <a:lnTo>
                    <a:pt x="1687" y="1701"/>
                  </a:lnTo>
                  <a:cubicBezTo>
                    <a:pt x="1687" y="757"/>
                    <a:pt x="930" y="0"/>
                    <a:pt x="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49"/>
            <p:cNvSpPr/>
            <p:nvPr/>
          </p:nvSpPr>
          <p:spPr>
            <a:xfrm>
              <a:off x="4741420" y="4313607"/>
              <a:ext cx="338890" cy="289901"/>
            </a:xfrm>
            <a:custGeom>
              <a:avLst/>
              <a:gdLst/>
              <a:ahLst/>
              <a:cxnLst/>
              <a:rect l="l" t="t" r="r" b="b"/>
              <a:pathLst>
                <a:path w="8405" h="7190" extrusionOk="0">
                  <a:moveTo>
                    <a:pt x="2459" y="0"/>
                  </a:moveTo>
                  <a:cubicBezTo>
                    <a:pt x="2245" y="0"/>
                    <a:pt x="2045" y="29"/>
                    <a:pt x="1845" y="86"/>
                  </a:cubicBezTo>
                  <a:cubicBezTo>
                    <a:pt x="1187" y="257"/>
                    <a:pt x="644" y="700"/>
                    <a:pt x="329" y="1315"/>
                  </a:cubicBezTo>
                  <a:cubicBezTo>
                    <a:pt x="29" y="1915"/>
                    <a:pt x="0" y="2615"/>
                    <a:pt x="244" y="3244"/>
                  </a:cubicBezTo>
                  <a:lnTo>
                    <a:pt x="1273" y="5874"/>
                  </a:lnTo>
                  <a:cubicBezTo>
                    <a:pt x="1429" y="6274"/>
                    <a:pt x="1687" y="6604"/>
                    <a:pt x="2045" y="6832"/>
                  </a:cubicBezTo>
                  <a:cubicBezTo>
                    <a:pt x="2388" y="7061"/>
                    <a:pt x="2773" y="7189"/>
                    <a:pt x="3188" y="7189"/>
                  </a:cubicBezTo>
                  <a:cubicBezTo>
                    <a:pt x="3373" y="7189"/>
                    <a:pt x="3545" y="7160"/>
                    <a:pt x="3716" y="7118"/>
                  </a:cubicBezTo>
                  <a:cubicBezTo>
                    <a:pt x="3888" y="7075"/>
                    <a:pt x="4046" y="7004"/>
                    <a:pt x="4202" y="6918"/>
                  </a:cubicBezTo>
                  <a:cubicBezTo>
                    <a:pt x="4345" y="7004"/>
                    <a:pt x="4517" y="7075"/>
                    <a:pt x="4675" y="7118"/>
                  </a:cubicBezTo>
                  <a:cubicBezTo>
                    <a:pt x="4846" y="7160"/>
                    <a:pt x="5031" y="7189"/>
                    <a:pt x="5218" y="7189"/>
                  </a:cubicBezTo>
                  <a:cubicBezTo>
                    <a:pt x="5618" y="7189"/>
                    <a:pt x="6018" y="7061"/>
                    <a:pt x="6361" y="6832"/>
                  </a:cubicBezTo>
                  <a:cubicBezTo>
                    <a:pt x="6704" y="6604"/>
                    <a:pt x="6975" y="6274"/>
                    <a:pt x="7133" y="5874"/>
                  </a:cubicBezTo>
                  <a:lnTo>
                    <a:pt x="8162" y="3244"/>
                  </a:lnTo>
                  <a:cubicBezTo>
                    <a:pt x="8405" y="2615"/>
                    <a:pt x="8376" y="1915"/>
                    <a:pt x="8062" y="1315"/>
                  </a:cubicBezTo>
                  <a:cubicBezTo>
                    <a:pt x="7762" y="700"/>
                    <a:pt x="7219" y="257"/>
                    <a:pt x="6561" y="86"/>
                  </a:cubicBezTo>
                  <a:cubicBezTo>
                    <a:pt x="6361" y="29"/>
                    <a:pt x="6146" y="0"/>
                    <a:pt x="5946" y="0"/>
                  </a:cubicBezTo>
                  <a:cubicBezTo>
                    <a:pt x="5561" y="0"/>
                    <a:pt x="5174" y="100"/>
                    <a:pt x="4831" y="286"/>
                  </a:cubicBezTo>
                  <a:cubicBezTo>
                    <a:pt x="4631" y="385"/>
                    <a:pt x="4417" y="443"/>
                    <a:pt x="4202" y="443"/>
                  </a:cubicBezTo>
                  <a:cubicBezTo>
                    <a:pt x="3989" y="443"/>
                    <a:pt x="3760" y="385"/>
                    <a:pt x="3573" y="286"/>
                  </a:cubicBezTo>
                  <a:cubicBezTo>
                    <a:pt x="3230" y="100"/>
                    <a:pt x="2845" y="0"/>
                    <a:pt x="245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 name="Google Shape;1484;p49"/>
          <p:cNvGrpSpPr/>
          <p:nvPr/>
        </p:nvGrpSpPr>
        <p:grpSpPr>
          <a:xfrm>
            <a:off x="7229633" y="3738251"/>
            <a:ext cx="388308" cy="451226"/>
            <a:chOff x="5421437" y="4209745"/>
            <a:chExt cx="338365" cy="393191"/>
          </a:xfrm>
        </p:grpSpPr>
        <p:sp>
          <p:nvSpPr>
            <p:cNvPr id="1485" name="Google Shape;1485;p49"/>
            <p:cNvSpPr/>
            <p:nvPr/>
          </p:nvSpPr>
          <p:spPr>
            <a:xfrm>
              <a:off x="5421437" y="4209745"/>
              <a:ext cx="338365" cy="296392"/>
            </a:xfrm>
            <a:custGeom>
              <a:avLst/>
              <a:gdLst/>
              <a:ahLst/>
              <a:cxnLst/>
              <a:rect l="l" t="t" r="r" b="b"/>
              <a:pathLst>
                <a:path w="8392" h="7351" extrusionOk="0">
                  <a:moveTo>
                    <a:pt x="4189" y="0"/>
                  </a:moveTo>
                  <a:cubicBezTo>
                    <a:pt x="4156" y="0"/>
                    <a:pt x="4122" y="1"/>
                    <a:pt x="4088" y="3"/>
                  </a:cubicBezTo>
                  <a:cubicBezTo>
                    <a:pt x="3688" y="32"/>
                    <a:pt x="3303" y="188"/>
                    <a:pt x="3002" y="474"/>
                  </a:cubicBezTo>
                  <a:cubicBezTo>
                    <a:pt x="2702" y="746"/>
                    <a:pt x="2516" y="1103"/>
                    <a:pt x="2459" y="1490"/>
                  </a:cubicBezTo>
                  <a:cubicBezTo>
                    <a:pt x="2045" y="1604"/>
                    <a:pt x="1658" y="1846"/>
                    <a:pt x="1387" y="2176"/>
                  </a:cubicBezTo>
                  <a:cubicBezTo>
                    <a:pt x="1044" y="2576"/>
                    <a:pt x="858" y="3076"/>
                    <a:pt x="858" y="3605"/>
                  </a:cubicBezTo>
                  <a:cubicBezTo>
                    <a:pt x="858" y="3819"/>
                    <a:pt x="886" y="4034"/>
                    <a:pt x="944" y="4234"/>
                  </a:cubicBezTo>
                  <a:cubicBezTo>
                    <a:pt x="715" y="4334"/>
                    <a:pt x="515" y="4491"/>
                    <a:pt x="358" y="4691"/>
                  </a:cubicBezTo>
                  <a:cubicBezTo>
                    <a:pt x="129" y="4977"/>
                    <a:pt x="0" y="5349"/>
                    <a:pt x="0" y="5721"/>
                  </a:cubicBezTo>
                  <a:cubicBezTo>
                    <a:pt x="0" y="6621"/>
                    <a:pt x="730" y="7350"/>
                    <a:pt x="1630" y="7350"/>
                  </a:cubicBezTo>
                  <a:lnTo>
                    <a:pt x="6747" y="7350"/>
                  </a:lnTo>
                  <a:cubicBezTo>
                    <a:pt x="7648" y="7350"/>
                    <a:pt x="8391" y="6621"/>
                    <a:pt x="8391" y="5721"/>
                  </a:cubicBezTo>
                  <a:cubicBezTo>
                    <a:pt x="8391" y="5349"/>
                    <a:pt x="8262" y="4977"/>
                    <a:pt x="8019" y="4691"/>
                  </a:cubicBezTo>
                  <a:cubicBezTo>
                    <a:pt x="7862" y="4491"/>
                    <a:pt x="7662" y="4334"/>
                    <a:pt x="7433" y="4234"/>
                  </a:cubicBezTo>
                  <a:cubicBezTo>
                    <a:pt x="7490" y="4034"/>
                    <a:pt x="7519" y="3819"/>
                    <a:pt x="7519" y="3605"/>
                  </a:cubicBezTo>
                  <a:cubicBezTo>
                    <a:pt x="7519" y="3076"/>
                    <a:pt x="7333" y="2576"/>
                    <a:pt x="7004" y="2176"/>
                  </a:cubicBezTo>
                  <a:cubicBezTo>
                    <a:pt x="6718" y="1846"/>
                    <a:pt x="6333" y="1604"/>
                    <a:pt x="5918" y="1490"/>
                  </a:cubicBezTo>
                  <a:cubicBezTo>
                    <a:pt x="5861" y="1118"/>
                    <a:pt x="5689" y="775"/>
                    <a:pt x="5418" y="503"/>
                  </a:cubicBezTo>
                  <a:cubicBezTo>
                    <a:pt x="5084" y="183"/>
                    <a:pt x="4652" y="0"/>
                    <a:pt x="418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49"/>
            <p:cNvSpPr/>
            <p:nvPr/>
          </p:nvSpPr>
          <p:spPr>
            <a:xfrm>
              <a:off x="5536669" y="4310140"/>
              <a:ext cx="107251" cy="281272"/>
            </a:xfrm>
            <a:custGeom>
              <a:avLst/>
              <a:gdLst/>
              <a:ahLst/>
              <a:cxnLst/>
              <a:rect l="l" t="t" r="r" b="b"/>
              <a:pathLst>
                <a:path w="2660" h="6976" extrusionOk="0">
                  <a:moveTo>
                    <a:pt x="1045" y="0"/>
                  </a:moveTo>
                  <a:lnTo>
                    <a:pt x="1045" y="858"/>
                  </a:lnTo>
                  <a:lnTo>
                    <a:pt x="401" y="229"/>
                  </a:lnTo>
                  <a:lnTo>
                    <a:pt x="1" y="629"/>
                  </a:lnTo>
                  <a:lnTo>
                    <a:pt x="1045" y="1672"/>
                  </a:lnTo>
                  <a:lnTo>
                    <a:pt x="1045" y="2916"/>
                  </a:lnTo>
                  <a:lnTo>
                    <a:pt x="401" y="2287"/>
                  </a:lnTo>
                  <a:lnTo>
                    <a:pt x="1" y="2687"/>
                  </a:lnTo>
                  <a:lnTo>
                    <a:pt x="1045" y="3730"/>
                  </a:lnTo>
                  <a:lnTo>
                    <a:pt x="1045" y="6975"/>
                  </a:lnTo>
                  <a:lnTo>
                    <a:pt x="1617" y="6975"/>
                  </a:lnTo>
                  <a:lnTo>
                    <a:pt x="1617" y="2701"/>
                  </a:lnTo>
                  <a:lnTo>
                    <a:pt x="2660" y="1658"/>
                  </a:lnTo>
                  <a:lnTo>
                    <a:pt x="2259" y="1258"/>
                  </a:lnTo>
                  <a:lnTo>
                    <a:pt x="1617" y="1887"/>
                  </a:lnTo>
                  <a:lnTo>
                    <a:pt x="1617"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49"/>
            <p:cNvSpPr/>
            <p:nvPr/>
          </p:nvSpPr>
          <p:spPr>
            <a:xfrm>
              <a:off x="5484254" y="4579833"/>
              <a:ext cx="212688" cy="23103"/>
            </a:xfrm>
            <a:custGeom>
              <a:avLst/>
              <a:gdLst/>
              <a:ahLst/>
              <a:cxnLst/>
              <a:rect l="l" t="t" r="r" b="b"/>
              <a:pathLst>
                <a:path w="5275" h="573" extrusionOk="0">
                  <a:moveTo>
                    <a:pt x="1" y="1"/>
                  </a:moveTo>
                  <a:lnTo>
                    <a:pt x="1" y="572"/>
                  </a:lnTo>
                  <a:lnTo>
                    <a:pt x="5275" y="572"/>
                  </a:lnTo>
                  <a:lnTo>
                    <a:pt x="527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534"/>
        <p:cNvGrpSpPr/>
        <p:nvPr/>
      </p:nvGrpSpPr>
      <p:grpSpPr>
        <a:xfrm>
          <a:off x="0" y="0"/>
          <a:ext cx="0" cy="0"/>
          <a:chOff x="0" y="0"/>
          <a:chExt cx="0" cy="0"/>
        </a:xfrm>
      </p:grpSpPr>
      <p:sp>
        <p:nvSpPr>
          <p:cNvPr id="1535" name="Google Shape;1535;p51"/>
          <p:cNvSpPr/>
          <p:nvPr/>
        </p:nvSpPr>
        <p:spPr>
          <a:xfrm>
            <a:off x="870275" y="30199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36" name="Google Shape;1536;p51"/>
          <p:cNvSpPr/>
          <p:nvPr/>
        </p:nvSpPr>
        <p:spPr>
          <a:xfrm flipH="1">
            <a:off x="3448237" y="30199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37" name="Google Shape;1537;p51"/>
          <p:cNvSpPr/>
          <p:nvPr/>
        </p:nvSpPr>
        <p:spPr>
          <a:xfrm flipH="1">
            <a:off x="6026275" y="30199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38" name="Google Shape;1538;p51"/>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539" name="Google Shape;1539;p5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Big numbers may be useful</a:t>
            </a:r>
            <a:endParaRPr/>
          </a:p>
        </p:txBody>
      </p:sp>
      <p:sp>
        <p:nvSpPr>
          <p:cNvPr id="1540" name="Google Shape;1540;p51"/>
          <p:cNvSpPr txBox="1">
            <a:spLocks noGrp="1"/>
          </p:cNvSpPr>
          <p:nvPr>
            <p:ph type="subTitle" idx="1"/>
          </p:nvPr>
        </p:nvSpPr>
        <p:spPr>
          <a:xfrm>
            <a:off x="720000" y="3624200"/>
            <a:ext cx="2510700" cy="73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1541" name="Google Shape;1541;p51"/>
          <p:cNvSpPr txBox="1">
            <a:spLocks noGrp="1"/>
          </p:cNvSpPr>
          <p:nvPr>
            <p:ph type="subTitle" idx="2"/>
          </p:nvPr>
        </p:nvSpPr>
        <p:spPr>
          <a:xfrm>
            <a:off x="3316650" y="3624200"/>
            <a:ext cx="2510700" cy="73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but it’s hot</a:t>
            </a:r>
            <a:endParaRPr/>
          </a:p>
        </p:txBody>
      </p:sp>
      <p:sp>
        <p:nvSpPr>
          <p:cNvPr id="1542" name="Google Shape;1542;p51"/>
          <p:cNvSpPr txBox="1">
            <a:spLocks noGrp="1"/>
          </p:cNvSpPr>
          <p:nvPr>
            <p:ph type="subTitle" idx="3"/>
          </p:nvPr>
        </p:nvSpPr>
        <p:spPr>
          <a:xfrm>
            <a:off x="909500" y="309127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1543" name="Google Shape;1543;p51"/>
          <p:cNvSpPr txBox="1">
            <a:spLocks noGrp="1"/>
          </p:cNvSpPr>
          <p:nvPr>
            <p:ph type="subTitle" idx="4"/>
          </p:nvPr>
        </p:nvSpPr>
        <p:spPr>
          <a:xfrm>
            <a:off x="3506125" y="309127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1544" name="Google Shape;1544;p51"/>
          <p:cNvSpPr txBox="1">
            <a:spLocks noGrp="1"/>
          </p:cNvSpPr>
          <p:nvPr>
            <p:ph type="subTitle" idx="5"/>
          </p:nvPr>
        </p:nvSpPr>
        <p:spPr>
          <a:xfrm>
            <a:off x="5913300" y="3624200"/>
            <a:ext cx="2510700" cy="73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very cold</a:t>
            </a:r>
            <a:endParaRPr/>
          </a:p>
        </p:txBody>
      </p:sp>
      <p:sp>
        <p:nvSpPr>
          <p:cNvPr id="1545" name="Google Shape;1545;p51"/>
          <p:cNvSpPr txBox="1">
            <a:spLocks noGrp="1"/>
          </p:cNvSpPr>
          <p:nvPr>
            <p:ph type="subTitle" idx="6"/>
          </p:nvPr>
        </p:nvSpPr>
        <p:spPr>
          <a:xfrm>
            <a:off x="6102750" y="309127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1546" name="Google Shape;1546;p51"/>
          <p:cNvSpPr txBox="1">
            <a:spLocks noGrp="1"/>
          </p:cNvSpPr>
          <p:nvPr>
            <p:ph type="title" idx="7"/>
          </p:nvPr>
        </p:nvSpPr>
        <p:spPr>
          <a:xfrm>
            <a:off x="952950" y="1664250"/>
            <a:ext cx="2044800" cy="1099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15K</a:t>
            </a:r>
            <a:endParaRPr/>
          </a:p>
        </p:txBody>
      </p:sp>
      <p:sp>
        <p:nvSpPr>
          <p:cNvPr id="1547" name="Google Shape;1547;p51"/>
          <p:cNvSpPr txBox="1">
            <a:spLocks noGrp="1"/>
          </p:cNvSpPr>
          <p:nvPr>
            <p:ph type="title" idx="8"/>
          </p:nvPr>
        </p:nvSpPr>
        <p:spPr>
          <a:xfrm>
            <a:off x="3549600" y="1664250"/>
            <a:ext cx="2044800" cy="1099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20M</a:t>
            </a:r>
            <a:endParaRPr/>
          </a:p>
        </p:txBody>
      </p:sp>
      <p:sp>
        <p:nvSpPr>
          <p:cNvPr id="1548" name="Google Shape;1548;p51"/>
          <p:cNvSpPr txBox="1">
            <a:spLocks noGrp="1"/>
          </p:cNvSpPr>
          <p:nvPr>
            <p:ph type="title" idx="9"/>
          </p:nvPr>
        </p:nvSpPr>
        <p:spPr>
          <a:xfrm>
            <a:off x="6146250" y="1664250"/>
            <a:ext cx="2044800" cy="1099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35K</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552"/>
        <p:cNvGrpSpPr/>
        <p:nvPr/>
      </p:nvGrpSpPr>
      <p:grpSpPr>
        <a:xfrm>
          <a:off x="0" y="0"/>
          <a:ext cx="0" cy="0"/>
          <a:chOff x="0" y="0"/>
          <a:chExt cx="0" cy="0"/>
        </a:xfrm>
      </p:grpSpPr>
      <p:sp>
        <p:nvSpPr>
          <p:cNvPr id="1553" name="Google Shape;1553;p52"/>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554" name="Google Shape;1554;p5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another graph</a:t>
            </a:r>
            <a:endParaRPr/>
          </a:p>
        </p:txBody>
      </p:sp>
      <p:sp>
        <p:nvSpPr>
          <p:cNvPr id="1555" name="Google Shape;1555;p52"/>
          <p:cNvSpPr txBox="1"/>
          <p:nvPr/>
        </p:nvSpPr>
        <p:spPr>
          <a:xfrm>
            <a:off x="1189750" y="3994025"/>
            <a:ext cx="2719500" cy="707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oda"/>
                <a:ea typeface="Coda"/>
                <a:cs typeface="Coda"/>
                <a:sym typeface="Coda"/>
              </a:rPr>
              <a:t>Follow the link in the graph to modify its data and then paste the new one here. </a:t>
            </a:r>
            <a:r>
              <a:rPr lang="en" sz="1200">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For more info, </a:t>
            </a:r>
            <a:r>
              <a:rPr lang="en" sz="1200" b="1">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click here</a:t>
            </a:r>
            <a:endParaRPr sz="1200" b="1">
              <a:solidFill>
                <a:schemeClr val="dk1"/>
              </a:solidFill>
              <a:latin typeface="Coda"/>
              <a:ea typeface="Coda"/>
              <a:cs typeface="Coda"/>
              <a:sym typeface="Coda"/>
            </a:endParaRPr>
          </a:p>
        </p:txBody>
      </p:sp>
      <p:pic>
        <p:nvPicPr>
          <p:cNvPr id="1556" name="Google Shape;1556;p52" title="Chart">
            <a:hlinkClick r:id="rId4"/>
          </p:cNvPr>
          <p:cNvPicPr preferRelativeResize="0"/>
          <p:nvPr/>
        </p:nvPicPr>
        <p:blipFill rotWithShape="1">
          <a:blip r:embed="rId5">
            <a:alphaModFix/>
          </a:blip>
          <a:srcRect b="7910"/>
          <a:stretch/>
        </p:blipFill>
        <p:spPr>
          <a:xfrm>
            <a:off x="782450" y="1583900"/>
            <a:ext cx="3534099" cy="2410125"/>
          </a:xfrm>
          <a:prstGeom prst="rect">
            <a:avLst/>
          </a:prstGeom>
          <a:noFill/>
          <a:ln>
            <a:noFill/>
          </a:ln>
        </p:spPr>
      </p:pic>
      <p:cxnSp>
        <p:nvCxnSpPr>
          <p:cNvPr id="1557" name="Google Shape;1557;p52"/>
          <p:cNvCxnSpPr/>
          <p:nvPr/>
        </p:nvCxnSpPr>
        <p:spPr>
          <a:xfrm>
            <a:off x="1085300" y="3941850"/>
            <a:ext cx="3087600" cy="0"/>
          </a:xfrm>
          <a:prstGeom prst="straightConnector1">
            <a:avLst/>
          </a:prstGeom>
          <a:noFill/>
          <a:ln w="19050" cap="flat" cmpd="sng">
            <a:solidFill>
              <a:schemeClr val="accent6"/>
            </a:solidFill>
            <a:prstDash val="solid"/>
            <a:round/>
            <a:headEnd type="none" w="med" len="med"/>
            <a:tailEnd type="none" w="med" len="med"/>
          </a:ln>
        </p:spPr>
      </p:cxnSp>
      <p:sp>
        <p:nvSpPr>
          <p:cNvPr id="1558" name="Google Shape;1558;p52"/>
          <p:cNvSpPr/>
          <p:nvPr/>
        </p:nvSpPr>
        <p:spPr>
          <a:xfrm flipH="1">
            <a:off x="5278513" y="2636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59" name="Google Shape;1559;p52"/>
          <p:cNvSpPr/>
          <p:nvPr/>
        </p:nvSpPr>
        <p:spPr>
          <a:xfrm flipH="1">
            <a:off x="5278513" y="1627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60" name="Google Shape;1560;p52"/>
          <p:cNvSpPr txBox="1">
            <a:spLocks noGrp="1"/>
          </p:cNvSpPr>
          <p:nvPr>
            <p:ph type="subTitle" idx="4294967295"/>
          </p:nvPr>
        </p:nvSpPr>
        <p:spPr>
          <a:xfrm>
            <a:off x="5336400" y="3088175"/>
            <a:ext cx="3087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far away from us</a:t>
            </a:r>
            <a:endParaRPr/>
          </a:p>
        </p:txBody>
      </p:sp>
      <p:sp>
        <p:nvSpPr>
          <p:cNvPr id="1561" name="Google Shape;1561;p52"/>
          <p:cNvSpPr txBox="1">
            <a:spLocks noGrp="1"/>
          </p:cNvSpPr>
          <p:nvPr>
            <p:ph type="subTitle" idx="4294967295"/>
          </p:nvPr>
        </p:nvSpPr>
        <p:spPr>
          <a:xfrm>
            <a:off x="5336400" y="27076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562" name="Google Shape;1562;p52"/>
          <p:cNvSpPr txBox="1">
            <a:spLocks noGrp="1"/>
          </p:cNvSpPr>
          <p:nvPr>
            <p:ph type="subTitle" idx="4294967295"/>
          </p:nvPr>
        </p:nvSpPr>
        <p:spPr>
          <a:xfrm>
            <a:off x="5336400" y="2079475"/>
            <a:ext cx="3087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is a small planet</a:t>
            </a:r>
            <a:endParaRPr/>
          </a:p>
        </p:txBody>
      </p:sp>
      <p:sp>
        <p:nvSpPr>
          <p:cNvPr id="1563" name="Google Shape;1563;p52"/>
          <p:cNvSpPr txBox="1">
            <a:spLocks noGrp="1"/>
          </p:cNvSpPr>
          <p:nvPr>
            <p:ph type="subTitle" idx="4294967295"/>
          </p:nvPr>
        </p:nvSpPr>
        <p:spPr>
          <a:xfrm>
            <a:off x="5336400" y="16989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564" name="Google Shape;1564;p52"/>
          <p:cNvSpPr/>
          <p:nvPr/>
        </p:nvSpPr>
        <p:spPr>
          <a:xfrm rot="10800000" flipH="1">
            <a:off x="5278513" y="36449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65" name="Google Shape;1565;p52"/>
          <p:cNvSpPr txBox="1">
            <a:spLocks noGrp="1"/>
          </p:cNvSpPr>
          <p:nvPr>
            <p:ph type="subTitle" idx="4294967295"/>
          </p:nvPr>
        </p:nvSpPr>
        <p:spPr>
          <a:xfrm>
            <a:off x="5336400" y="4096875"/>
            <a:ext cx="3087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Despite being red, Mars is cold</a:t>
            </a:r>
            <a:endParaRPr/>
          </a:p>
        </p:txBody>
      </p:sp>
      <p:sp>
        <p:nvSpPr>
          <p:cNvPr id="1566" name="Google Shape;1566;p52"/>
          <p:cNvSpPr txBox="1">
            <a:spLocks noGrp="1"/>
          </p:cNvSpPr>
          <p:nvPr>
            <p:ph type="subTitle" idx="4294967295"/>
          </p:nvPr>
        </p:nvSpPr>
        <p:spPr>
          <a:xfrm>
            <a:off x="5336400" y="37163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p:txBody>
      </p:sp>
      <p:sp>
        <p:nvSpPr>
          <p:cNvPr id="1567" name="Google Shape;1567;p52"/>
          <p:cNvSpPr/>
          <p:nvPr/>
        </p:nvSpPr>
        <p:spPr>
          <a:xfrm flipH="1">
            <a:off x="1377940" y="2275076"/>
            <a:ext cx="676660" cy="275854"/>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68" name="Google Shape;1568;p52"/>
          <p:cNvSpPr txBox="1">
            <a:spLocks noGrp="1"/>
          </p:cNvSpPr>
          <p:nvPr>
            <p:ph type="subTitle" idx="4294967295"/>
          </p:nvPr>
        </p:nvSpPr>
        <p:spPr>
          <a:xfrm>
            <a:off x="1395125" y="2343975"/>
            <a:ext cx="642300" cy="13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Freckle Face"/>
                <a:ea typeface="Freckle Face"/>
                <a:cs typeface="Freckle Face"/>
                <a:sym typeface="Freckle Face"/>
              </a:rPr>
              <a:t>2019</a:t>
            </a:r>
            <a:endParaRPr>
              <a:solidFill>
                <a:schemeClr val="lt1"/>
              </a:solidFill>
              <a:latin typeface="Freckle Face"/>
              <a:ea typeface="Freckle Face"/>
              <a:cs typeface="Freckle Face"/>
              <a:sym typeface="Freckle Face"/>
            </a:endParaRPr>
          </a:p>
        </p:txBody>
      </p:sp>
      <p:sp>
        <p:nvSpPr>
          <p:cNvPr id="1569" name="Google Shape;1569;p52"/>
          <p:cNvSpPr/>
          <p:nvPr/>
        </p:nvSpPr>
        <p:spPr>
          <a:xfrm flipH="1">
            <a:off x="2290765" y="1627551"/>
            <a:ext cx="676660" cy="275854"/>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70" name="Google Shape;1570;p52"/>
          <p:cNvSpPr txBox="1">
            <a:spLocks noGrp="1"/>
          </p:cNvSpPr>
          <p:nvPr>
            <p:ph type="subTitle" idx="4294967295"/>
          </p:nvPr>
        </p:nvSpPr>
        <p:spPr>
          <a:xfrm>
            <a:off x="2307950" y="1696450"/>
            <a:ext cx="642300" cy="13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Freckle Face"/>
                <a:ea typeface="Freckle Face"/>
                <a:cs typeface="Freckle Face"/>
                <a:sym typeface="Freckle Face"/>
              </a:rPr>
              <a:t>2020</a:t>
            </a:r>
            <a:endParaRPr>
              <a:solidFill>
                <a:schemeClr val="lt1"/>
              </a:solidFill>
              <a:latin typeface="Freckle Face"/>
              <a:ea typeface="Freckle Face"/>
              <a:cs typeface="Freckle Face"/>
              <a:sym typeface="Freckle Face"/>
            </a:endParaRPr>
          </a:p>
        </p:txBody>
      </p:sp>
      <p:sp>
        <p:nvSpPr>
          <p:cNvPr id="1571" name="Google Shape;1571;p52"/>
          <p:cNvSpPr/>
          <p:nvPr/>
        </p:nvSpPr>
        <p:spPr>
          <a:xfrm flipH="1">
            <a:off x="3232590" y="2483188"/>
            <a:ext cx="676660" cy="275854"/>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72" name="Google Shape;1572;p52"/>
          <p:cNvSpPr txBox="1">
            <a:spLocks noGrp="1"/>
          </p:cNvSpPr>
          <p:nvPr>
            <p:ph type="subTitle" idx="4294967295"/>
          </p:nvPr>
        </p:nvSpPr>
        <p:spPr>
          <a:xfrm>
            <a:off x="3249775" y="2552088"/>
            <a:ext cx="642300" cy="13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Freckle Face"/>
                <a:ea typeface="Freckle Face"/>
                <a:cs typeface="Freckle Face"/>
                <a:sym typeface="Freckle Face"/>
              </a:rPr>
              <a:t>2021</a:t>
            </a:r>
            <a:endParaRPr>
              <a:solidFill>
                <a:schemeClr val="lt1"/>
              </a:solidFill>
              <a:latin typeface="Freckle Face"/>
              <a:ea typeface="Freckle Face"/>
              <a:cs typeface="Freckle Face"/>
              <a:sym typeface="Freckle Face"/>
            </a:endParaRPr>
          </a:p>
        </p:txBody>
      </p:sp>
      <p:sp>
        <p:nvSpPr>
          <p:cNvPr id="1573" name="Google Shape;1573;p52"/>
          <p:cNvSpPr/>
          <p:nvPr/>
        </p:nvSpPr>
        <p:spPr>
          <a:xfrm>
            <a:off x="4896723" y="1750963"/>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574" name="Google Shape;1574;p52"/>
          <p:cNvSpPr/>
          <p:nvPr/>
        </p:nvSpPr>
        <p:spPr>
          <a:xfrm>
            <a:off x="4896735" y="2759662"/>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575" name="Google Shape;1575;p52"/>
          <p:cNvSpPr/>
          <p:nvPr/>
        </p:nvSpPr>
        <p:spPr>
          <a:xfrm>
            <a:off x="4896698" y="3768324"/>
            <a:ext cx="249390" cy="225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579"/>
        <p:cNvGrpSpPr/>
        <p:nvPr/>
      </p:nvGrpSpPr>
      <p:grpSpPr>
        <a:xfrm>
          <a:off x="0" y="0"/>
          <a:ext cx="0" cy="0"/>
          <a:chOff x="0" y="0"/>
          <a:chExt cx="0" cy="0"/>
        </a:xfrm>
      </p:grpSpPr>
      <p:sp>
        <p:nvSpPr>
          <p:cNvPr id="1580" name="Google Shape;1580;p53"/>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581" name="Google Shape;1581;p5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another table</a:t>
            </a:r>
            <a:endParaRPr/>
          </a:p>
        </p:txBody>
      </p:sp>
      <p:graphicFrame>
        <p:nvGraphicFramePr>
          <p:cNvPr id="1582" name="Google Shape;1582;p53"/>
          <p:cNvGraphicFramePr/>
          <p:nvPr/>
        </p:nvGraphicFramePr>
        <p:xfrm>
          <a:off x="720000" y="1456225"/>
          <a:ext cx="7704000" cy="3118725"/>
        </p:xfrm>
        <a:graphic>
          <a:graphicData uri="http://schemas.openxmlformats.org/drawingml/2006/table">
            <a:tbl>
              <a:tblPr>
                <a:noFill/>
                <a:tableStyleId>{90535294-36AE-4AAC-83D8-889A82E35E47}</a:tableStyleId>
              </a:tblPr>
              <a:tblGrid>
                <a:gridCol w="1261550">
                  <a:extLst>
                    <a:ext uri="{9D8B030D-6E8A-4147-A177-3AD203B41FA5}">
                      <a16:colId xmlns:a16="http://schemas.microsoft.com/office/drawing/2014/main" val="20000"/>
                    </a:ext>
                  </a:extLst>
                </a:gridCol>
                <a:gridCol w="2149275">
                  <a:extLst>
                    <a:ext uri="{9D8B030D-6E8A-4147-A177-3AD203B41FA5}">
                      <a16:colId xmlns:a16="http://schemas.microsoft.com/office/drawing/2014/main" val="20001"/>
                    </a:ext>
                  </a:extLst>
                </a:gridCol>
                <a:gridCol w="2146500">
                  <a:extLst>
                    <a:ext uri="{9D8B030D-6E8A-4147-A177-3AD203B41FA5}">
                      <a16:colId xmlns:a16="http://schemas.microsoft.com/office/drawing/2014/main" val="20002"/>
                    </a:ext>
                  </a:extLst>
                </a:gridCol>
                <a:gridCol w="2146675">
                  <a:extLst>
                    <a:ext uri="{9D8B030D-6E8A-4147-A177-3AD203B41FA5}">
                      <a16:colId xmlns:a16="http://schemas.microsoft.com/office/drawing/2014/main" val="20003"/>
                    </a:ext>
                  </a:extLst>
                </a:gridCol>
              </a:tblGrid>
              <a:tr h="555175">
                <a:tc>
                  <a:txBody>
                    <a:bodyPr/>
                    <a:lstStyle/>
                    <a:p>
                      <a:pPr marL="0" lvl="0" indent="0" algn="l" rtl="0">
                        <a:spcBef>
                          <a:spcPts val="0"/>
                        </a:spcBef>
                        <a:spcAft>
                          <a:spcPts val="0"/>
                        </a:spcAft>
                        <a:buNone/>
                      </a:pPr>
                      <a:endParaRPr/>
                    </a:p>
                  </a:txBody>
                  <a:tcPr marL="91425" marR="91425" marT="91425" marB="91425">
                    <a:lnL w="28575" cap="flat" cmpd="sng">
                      <a:solidFill>
                        <a:srgbClr val="9E9E9E">
                          <a:alpha val="0"/>
                        </a:srgbClr>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rgbClr val="9E9E9E">
                          <a:alpha val="0"/>
                        </a:srgbClr>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Venus</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Jupiter</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extLst>
                  <a:ext uri="{0D108BD9-81ED-4DB2-BD59-A6C34878D82A}">
                    <a16:rowId xmlns:a16="http://schemas.microsoft.com/office/drawing/2014/main" val="10000"/>
                  </a:ext>
                </a:extLst>
              </a:tr>
              <a:tr h="8516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Mercury</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Earth</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Neptune</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1"/>
                  </a:ext>
                </a:extLst>
              </a:tr>
              <a:tr h="8516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Sun</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Saturn</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Moon</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2"/>
                  </a:ext>
                </a:extLst>
              </a:tr>
              <a:tr h="8516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Stars</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Uranus</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Galaxy</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pSp>
        <p:nvGrpSpPr>
          <p:cNvPr id="1583" name="Google Shape;1583;p53"/>
          <p:cNvGrpSpPr/>
          <p:nvPr/>
        </p:nvGrpSpPr>
        <p:grpSpPr>
          <a:xfrm>
            <a:off x="1093089" y="2189077"/>
            <a:ext cx="513272" cy="513272"/>
            <a:chOff x="3357153" y="3495818"/>
            <a:chExt cx="393071" cy="393071"/>
          </a:xfrm>
        </p:grpSpPr>
        <p:sp>
          <p:nvSpPr>
            <p:cNvPr id="1584" name="Google Shape;1584;p53"/>
            <p:cNvSpPr/>
            <p:nvPr/>
          </p:nvSpPr>
          <p:spPr>
            <a:xfrm>
              <a:off x="3668938" y="3568997"/>
              <a:ext cx="81285" cy="44392"/>
            </a:xfrm>
            <a:custGeom>
              <a:avLst/>
              <a:gdLst/>
              <a:ahLst/>
              <a:cxnLst/>
              <a:rect l="l" t="t" r="r" b="b"/>
              <a:pathLst>
                <a:path w="2016" h="1101" extrusionOk="0">
                  <a:moveTo>
                    <a:pt x="1178" y="1"/>
                  </a:moveTo>
                  <a:cubicBezTo>
                    <a:pt x="883" y="1"/>
                    <a:pt x="586" y="115"/>
                    <a:pt x="357" y="344"/>
                  </a:cubicBezTo>
                  <a:lnTo>
                    <a:pt x="1" y="701"/>
                  </a:lnTo>
                  <a:lnTo>
                    <a:pt x="401" y="1101"/>
                  </a:lnTo>
                  <a:lnTo>
                    <a:pt x="758" y="744"/>
                  </a:lnTo>
                  <a:cubicBezTo>
                    <a:pt x="872" y="630"/>
                    <a:pt x="1022" y="573"/>
                    <a:pt x="1172" y="573"/>
                  </a:cubicBezTo>
                  <a:cubicBezTo>
                    <a:pt x="1322" y="573"/>
                    <a:pt x="1472" y="630"/>
                    <a:pt x="1587" y="744"/>
                  </a:cubicBezTo>
                  <a:lnTo>
                    <a:pt x="1615" y="773"/>
                  </a:lnTo>
                  <a:lnTo>
                    <a:pt x="2015" y="373"/>
                  </a:lnTo>
                  <a:lnTo>
                    <a:pt x="1987" y="344"/>
                  </a:lnTo>
                  <a:cubicBezTo>
                    <a:pt x="1766" y="115"/>
                    <a:pt x="1473" y="1"/>
                    <a:pt x="11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53"/>
            <p:cNvSpPr/>
            <p:nvPr/>
          </p:nvSpPr>
          <p:spPr>
            <a:xfrm>
              <a:off x="3632611" y="3495818"/>
              <a:ext cx="49069" cy="81285"/>
            </a:xfrm>
            <a:custGeom>
              <a:avLst/>
              <a:gdLst/>
              <a:ahLst/>
              <a:cxnLst/>
              <a:rect l="l" t="t" r="r" b="b"/>
              <a:pathLst>
                <a:path w="1217" h="2016" extrusionOk="0">
                  <a:moveTo>
                    <a:pt x="730" y="0"/>
                  </a:moveTo>
                  <a:lnTo>
                    <a:pt x="330" y="400"/>
                  </a:lnTo>
                  <a:lnTo>
                    <a:pt x="359" y="429"/>
                  </a:lnTo>
                  <a:cubicBezTo>
                    <a:pt x="587" y="658"/>
                    <a:pt x="587" y="1029"/>
                    <a:pt x="359" y="1258"/>
                  </a:cubicBezTo>
                  <a:lnTo>
                    <a:pt x="1" y="1616"/>
                  </a:lnTo>
                  <a:lnTo>
                    <a:pt x="401" y="2016"/>
                  </a:lnTo>
                  <a:lnTo>
                    <a:pt x="759" y="1658"/>
                  </a:lnTo>
                  <a:cubicBezTo>
                    <a:pt x="1216" y="1201"/>
                    <a:pt x="1216" y="472"/>
                    <a:pt x="759" y="29"/>
                  </a:cubicBezTo>
                  <a:lnTo>
                    <a:pt x="730"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53"/>
            <p:cNvSpPr/>
            <p:nvPr/>
          </p:nvSpPr>
          <p:spPr>
            <a:xfrm>
              <a:off x="3553667" y="3552265"/>
              <a:ext cx="140072" cy="134346"/>
            </a:xfrm>
            <a:custGeom>
              <a:avLst/>
              <a:gdLst/>
              <a:ahLst/>
              <a:cxnLst/>
              <a:rect l="l" t="t" r="r" b="b"/>
              <a:pathLst>
                <a:path w="3474" h="3332" extrusionOk="0">
                  <a:moveTo>
                    <a:pt x="1630" y="1"/>
                  </a:moveTo>
                  <a:cubicBezTo>
                    <a:pt x="1230" y="1"/>
                    <a:pt x="859" y="159"/>
                    <a:pt x="573" y="444"/>
                  </a:cubicBezTo>
                  <a:cubicBezTo>
                    <a:pt x="1" y="1016"/>
                    <a:pt x="1" y="1960"/>
                    <a:pt x="573" y="2545"/>
                  </a:cubicBezTo>
                  <a:lnTo>
                    <a:pt x="929" y="2903"/>
                  </a:lnTo>
                  <a:cubicBezTo>
                    <a:pt x="1215" y="3174"/>
                    <a:pt x="1587" y="3332"/>
                    <a:pt x="1987" y="3332"/>
                  </a:cubicBezTo>
                  <a:cubicBezTo>
                    <a:pt x="2387" y="3332"/>
                    <a:pt x="2759" y="3174"/>
                    <a:pt x="3031" y="2903"/>
                  </a:cubicBezTo>
                  <a:cubicBezTo>
                    <a:pt x="3317" y="2617"/>
                    <a:pt x="3474" y="2245"/>
                    <a:pt x="3474" y="1845"/>
                  </a:cubicBezTo>
                  <a:cubicBezTo>
                    <a:pt x="3474" y="1459"/>
                    <a:pt x="3317" y="1087"/>
                    <a:pt x="3031" y="801"/>
                  </a:cubicBezTo>
                  <a:lnTo>
                    <a:pt x="2673" y="444"/>
                  </a:lnTo>
                  <a:cubicBezTo>
                    <a:pt x="2387" y="159"/>
                    <a:pt x="2016" y="1"/>
                    <a:pt x="163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53"/>
            <p:cNvSpPr/>
            <p:nvPr/>
          </p:nvSpPr>
          <p:spPr>
            <a:xfrm>
              <a:off x="3357153" y="3835263"/>
              <a:ext cx="53666" cy="53626"/>
            </a:xfrm>
            <a:custGeom>
              <a:avLst/>
              <a:gdLst/>
              <a:ahLst/>
              <a:cxnLst/>
              <a:rect l="l" t="t" r="r" b="b"/>
              <a:pathLst>
                <a:path w="1331" h="1330" extrusionOk="0">
                  <a:moveTo>
                    <a:pt x="915" y="0"/>
                  </a:moveTo>
                  <a:lnTo>
                    <a:pt x="0" y="929"/>
                  </a:lnTo>
                  <a:lnTo>
                    <a:pt x="401" y="1329"/>
                  </a:lnTo>
                  <a:lnTo>
                    <a:pt x="1330" y="401"/>
                  </a:lnTo>
                  <a:lnTo>
                    <a:pt x="915"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53"/>
            <p:cNvSpPr/>
            <p:nvPr/>
          </p:nvSpPr>
          <p:spPr>
            <a:xfrm>
              <a:off x="3378482" y="3663545"/>
              <a:ext cx="204060" cy="201721"/>
            </a:xfrm>
            <a:custGeom>
              <a:avLst/>
              <a:gdLst/>
              <a:ahLst/>
              <a:cxnLst/>
              <a:rect l="l" t="t" r="r" b="b"/>
              <a:pathLst>
                <a:path w="5061" h="5003" extrusionOk="0">
                  <a:moveTo>
                    <a:pt x="2173" y="0"/>
                  </a:moveTo>
                  <a:lnTo>
                    <a:pt x="929" y="1243"/>
                  </a:lnTo>
                  <a:cubicBezTo>
                    <a:pt x="487" y="1672"/>
                    <a:pt x="215" y="2230"/>
                    <a:pt x="100" y="2830"/>
                  </a:cubicBezTo>
                  <a:cubicBezTo>
                    <a:pt x="1" y="3430"/>
                    <a:pt x="72" y="4031"/>
                    <a:pt x="344" y="4588"/>
                  </a:cubicBezTo>
                  <a:lnTo>
                    <a:pt x="386" y="4673"/>
                  </a:lnTo>
                  <a:lnTo>
                    <a:pt x="472" y="4717"/>
                  </a:lnTo>
                  <a:cubicBezTo>
                    <a:pt x="872" y="4902"/>
                    <a:pt x="1287" y="5003"/>
                    <a:pt x="1730" y="5003"/>
                  </a:cubicBezTo>
                  <a:cubicBezTo>
                    <a:pt x="2516" y="5003"/>
                    <a:pt x="3260" y="4688"/>
                    <a:pt x="3817" y="4130"/>
                  </a:cubicBezTo>
                  <a:lnTo>
                    <a:pt x="5061" y="2887"/>
                  </a:lnTo>
                  <a:lnTo>
                    <a:pt x="4846" y="214"/>
                  </a:lnTo>
                  <a:lnTo>
                    <a:pt x="21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53"/>
            <p:cNvSpPr/>
            <p:nvPr/>
          </p:nvSpPr>
          <p:spPr>
            <a:xfrm>
              <a:off x="3382513" y="3553434"/>
              <a:ext cx="310101" cy="310101"/>
            </a:xfrm>
            <a:custGeom>
              <a:avLst/>
              <a:gdLst/>
              <a:ahLst/>
              <a:cxnLst/>
              <a:rect l="l" t="t" r="r" b="b"/>
              <a:pathLst>
                <a:path w="7691" h="7691" extrusionOk="0">
                  <a:moveTo>
                    <a:pt x="2201" y="0"/>
                  </a:moveTo>
                  <a:cubicBezTo>
                    <a:pt x="1601" y="0"/>
                    <a:pt x="1029" y="244"/>
                    <a:pt x="615" y="658"/>
                  </a:cubicBezTo>
                  <a:lnTo>
                    <a:pt x="0" y="1273"/>
                  </a:lnTo>
                  <a:lnTo>
                    <a:pt x="2144" y="3402"/>
                  </a:lnTo>
                  <a:cubicBezTo>
                    <a:pt x="2487" y="3745"/>
                    <a:pt x="2931" y="3932"/>
                    <a:pt x="3417" y="3932"/>
                  </a:cubicBezTo>
                  <a:cubicBezTo>
                    <a:pt x="3545" y="3932"/>
                    <a:pt x="3674" y="3917"/>
                    <a:pt x="3802" y="3888"/>
                  </a:cubicBezTo>
                  <a:lnTo>
                    <a:pt x="3802" y="3888"/>
                  </a:lnTo>
                  <a:cubicBezTo>
                    <a:pt x="3674" y="4475"/>
                    <a:pt x="3831" y="5089"/>
                    <a:pt x="4275" y="5546"/>
                  </a:cubicBezTo>
                  <a:lnTo>
                    <a:pt x="6419" y="7690"/>
                  </a:lnTo>
                  <a:lnTo>
                    <a:pt x="7033" y="7076"/>
                  </a:lnTo>
                  <a:cubicBezTo>
                    <a:pt x="7448" y="6661"/>
                    <a:pt x="7690" y="6089"/>
                    <a:pt x="7690" y="5489"/>
                  </a:cubicBezTo>
                  <a:cubicBezTo>
                    <a:pt x="7690" y="4889"/>
                    <a:pt x="7448" y="4332"/>
                    <a:pt x="7033" y="3903"/>
                  </a:cubicBezTo>
                  <a:lnTo>
                    <a:pt x="3789" y="658"/>
                  </a:lnTo>
                  <a:cubicBezTo>
                    <a:pt x="3360" y="244"/>
                    <a:pt x="2802" y="0"/>
                    <a:pt x="220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53"/>
            <p:cNvSpPr/>
            <p:nvPr/>
          </p:nvSpPr>
          <p:spPr>
            <a:xfrm>
              <a:off x="3418841" y="3694631"/>
              <a:ext cx="132572" cy="132612"/>
            </a:xfrm>
            <a:custGeom>
              <a:avLst/>
              <a:gdLst/>
              <a:ahLst/>
              <a:cxnLst/>
              <a:rect l="l" t="t" r="r" b="b"/>
              <a:pathLst>
                <a:path w="3288" h="3289" extrusionOk="0">
                  <a:moveTo>
                    <a:pt x="401" y="1"/>
                  </a:moveTo>
                  <a:lnTo>
                    <a:pt x="0" y="401"/>
                  </a:lnTo>
                  <a:lnTo>
                    <a:pt x="2888" y="3288"/>
                  </a:lnTo>
                  <a:lnTo>
                    <a:pt x="3288" y="2888"/>
                  </a:lnTo>
                  <a:lnTo>
                    <a:pt x="401"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53"/>
            <p:cNvSpPr/>
            <p:nvPr/>
          </p:nvSpPr>
          <p:spPr>
            <a:xfrm>
              <a:off x="3384812" y="3744223"/>
              <a:ext cx="117049" cy="117009"/>
            </a:xfrm>
            <a:custGeom>
              <a:avLst/>
              <a:gdLst/>
              <a:ahLst/>
              <a:cxnLst/>
              <a:rect l="l" t="t" r="r" b="b"/>
              <a:pathLst>
                <a:path w="2903" h="2902" extrusionOk="0">
                  <a:moveTo>
                    <a:pt x="215" y="0"/>
                  </a:moveTo>
                  <a:cubicBezTo>
                    <a:pt x="130" y="185"/>
                    <a:pt x="44" y="385"/>
                    <a:pt x="0" y="586"/>
                  </a:cubicBezTo>
                  <a:lnTo>
                    <a:pt x="2316" y="2901"/>
                  </a:lnTo>
                  <a:cubicBezTo>
                    <a:pt x="2516" y="2859"/>
                    <a:pt x="2716" y="2773"/>
                    <a:pt x="2903" y="2687"/>
                  </a:cubicBezTo>
                  <a:lnTo>
                    <a:pt x="215"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 name="Google Shape;1592;p53"/>
          <p:cNvGrpSpPr/>
          <p:nvPr/>
        </p:nvGrpSpPr>
        <p:grpSpPr>
          <a:xfrm>
            <a:off x="1122046" y="3040150"/>
            <a:ext cx="455358" cy="514801"/>
            <a:chOff x="2700157" y="4209262"/>
            <a:chExt cx="348720" cy="394242"/>
          </a:xfrm>
        </p:grpSpPr>
        <p:sp>
          <p:nvSpPr>
            <p:cNvPr id="1593" name="Google Shape;1593;p53"/>
            <p:cNvSpPr/>
            <p:nvPr/>
          </p:nvSpPr>
          <p:spPr>
            <a:xfrm>
              <a:off x="2771643" y="4480124"/>
              <a:ext cx="206358" cy="123379"/>
            </a:xfrm>
            <a:custGeom>
              <a:avLst/>
              <a:gdLst/>
              <a:ahLst/>
              <a:cxnLst/>
              <a:rect l="l" t="t" r="r" b="b"/>
              <a:pathLst>
                <a:path w="5118" h="3060" extrusionOk="0">
                  <a:moveTo>
                    <a:pt x="2274" y="0"/>
                  </a:moveTo>
                  <a:cubicBezTo>
                    <a:pt x="2274" y="886"/>
                    <a:pt x="1544" y="1616"/>
                    <a:pt x="644" y="1616"/>
                  </a:cubicBezTo>
                  <a:lnTo>
                    <a:pt x="0" y="1616"/>
                  </a:lnTo>
                  <a:cubicBezTo>
                    <a:pt x="101" y="1788"/>
                    <a:pt x="229" y="1944"/>
                    <a:pt x="358" y="2102"/>
                  </a:cubicBezTo>
                  <a:cubicBezTo>
                    <a:pt x="930" y="2702"/>
                    <a:pt x="1730" y="3059"/>
                    <a:pt x="2559" y="3059"/>
                  </a:cubicBezTo>
                  <a:cubicBezTo>
                    <a:pt x="3388" y="3059"/>
                    <a:pt x="4189" y="2702"/>
                    <a:pt x="4746" y="2102"/>
                  </a:cubicBezTo>
                  <a:cubicBezTo>
                    <a:pt x="4889" y="1944"/>
                    <a:pt x="5018" y="1788"/>
                    <a:pt x="5117" y="1616"/>
                  </a:cubicBezTo>
                  <a:lnTo>
                    <a:pt x="4460" y="1616"/>
                  </a:lnTo>
                  <a:cubicBezTo>
                    <a:pt x="3574" y="1616"/>
                    <a:pt x="2845" y="886"/>
                    <a:pt x="284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53"/>
            <p:cNvSpPr/>
            <p:nvPr/>
          </p:nvSpPr>
          <p:spPr>
            <a:xfrm>
              <a:off x="2700157" y="4443232"/>
              <a:ext cx="66367" cy="35199"/>
            </a:xfrm>
            <a:custGeom>
              <a:avLst/>
              <a:gdLst/>
              <a:ahLst/>
              <a:cxnLst/>
              <a:rect l="l" t="t" r="r" b="b"/>
              <a:pathLst>
                <a:path w="1646" h="873" extrusionOk="0">
                  <a:moveTo>
                    <a:pt x="487" y="0"/>
                  </a:moveTo>
                  <a:lnTo>
                    <a:pt x="1" y="473"/>
                  </a:lnTo>
                  <a:lnTo>
                    <a:pt x="416" y="873"/>
                  </a:lnTo>
                  <a:lnTo>
                    <a:pt x="716" y="572"/>
                  </a:lnTo>
                  <a:lnTo>
                    <a:pt x="1645" y="572"/>
                  </a:lnTo>
                  <a:lnTo>
                    <a:pt x="1645"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53"/>
            <p:cNvSpPr/>
            <p:nvPr/>
          </p:nvSpPr>
          <p:spPr>
            <a:xfrm>
              <a:off x="2743419" y="4525684"/>
              <a:ext cx="43828" cy="54190"/>
            </a:xfrm>
            <a:custGeom>
              <a:avLst/>
              <a:gdLst/>
              <a:ahLst/>
              <a:cxnLst/>
              <a:rect l="l" t="t" r="r" b="b"/>
              <a:pathLst>
                <a:path w="1087" h="1344" extrusionOk="0">
                  <a:moveTo>
                    <a:pt x="715" y="0"/>
                  </a:moveTo>
                  <a:lnTo>
                    <a:pt x="0" y="614"/>
                  </a:lnTo>
                  <a:lnTo>
                    <a:pt x="0" y="1344"/>
                  </a:lnTo>
                  <a:lnTo>
                    <a:pt x="572" y="1344"/>
                  </a:lnTo>
                  <a:lnTo>
                    <a:pt x="572" y="871"/>
                  </a:lnTo>
                  <a:lnTo>
                    <a:pt x="1087" y="443"/>
                  </a:lnTo>
                  <a:lnTo>
                    <a:pt x="715"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53"/>
            <p:cNvSpPr/>
            <p:nvPr/>
          </p:nvSpPr>
          <p:spPr>
            <a:xfrm>
              <a:off x="2730154" y="4341790"/>
              <a:ext cx="57658" cy="42134"/>
            </a:xfrm>
            <a:custGeom>
              <a:avLst/>
              <a:gdLst/>
              <a:ahLst/>
              <a:cxnLst/>
              <a:rect l="l" t="t" r="r" b="b"/>
              <a:pathLst>
                <a:path w="1430" h="1045" extrusionOk="0">
                  <a:moveTo>
                    <a:pt x="0" y="1"/>
                  </a:moveTo>
                  <a:lnTo>
                    <a:pt x="0" y="573"/>
                  </a:lnTo>
                  <a:lnTo>
                    <a:pt x="501" y="573"/>
                  </a:lnTo>
                  <a:lnTo>
                    <a:pt x="1058" y="1045"/>
                  </a:lnTo>
                  <a:lnTo>
                    <a:pt x="1430" y="601"/>
                  </a:lnTo>
                  <a:lnTo>
                    <a:pt x="701"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53"/>
            <p:cNvSpPr/>
            <p:nvPr/>
          </p:nvSpPr>
          <p:spPr>
            <a:xfrm>
              <a:off x="2983155" y="4443232"/>
              <a:ext cx="65722" cy="35199"/>
            </a:xfrm>
            <a:custGeom>
              <a:avLst/>
              <a:gdLst/>
              <a:ahLst/>
              <a:cxnLst/>
              <a:rect l="l" t="t" r="r" b="b"/>
              <a:pathLst>
                <a:path w="1630" h="873" extrusionOk="0">
                  <a:moveTo>
                    <a:pt x="1" y="0"/>
                  </a:moveTo>
                  <a:lnTo>
                    <a:pt x="1" y="572"/>
                  </a:lnTo>
                  <a:lnTo>
                    <a:pt x="915" y="572"/>
                  </a:lnTo>
                  <a:lnTo>
                    <a:pt x="1230" y="873"/>
                  </a:lnTo>
                  <a:lnTo>
                    <a:pt x="1630" y="473"/>
                  </a:lnTo>
                  <a:lnTo>
                    <a:pt x="1158"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53"/>
            <p:cNvSpPr/>
            <p:nvPr/>
          </p:nvSpPr>
          <p:spPr>
            <a:xfrm>
              <a:off x="2962391" y="4525684"/>
              <a:ext cx="43868" cy="54190"/>
            </a:xfrm>
            <a:custGeom>
              <a:avLst/>
              <a:gdLst/>
              <a:ahLst/>
              <a:cxnLst/>
              <a:rect l="l" t="t" r="r" b="b"/>
              <a:pathLst>
                <a:path w="1088" h="1344" extrusionOk="0">
                  <a:moveTo>
                    <a:pt x="358" y="0"/>
                  </a:moveTo>
                  <a:lnTo>
                    <a:pt x="1" y="443"/>
                  </a:lnTo>
                  <a:lnTo>
                    <a:pt x="516" y="871"/>
                  </a:lnTo>
                  <a:lnTo>
                    <a:pt x="516" y="1344"/>
                  </a:lnTo>
                  <a:lnTo>
                    <a:pt x="1087" y="1344"/>
                  </a:lnTo>
                  <a:lnTo>
                    <a:pt x="1087" y="614"/>
                  </a:lnTo>
                  <a:lnTo>
                    <a:pt x="358"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53"/>
            <p:cNvSpPr/>
            <p:nvPr/>
          </p:nvSpPr>
          <p:spPr>
            <a:xfrm>
              <a:off x="2961262" y="4341790"/>
              <a:ext cx="57658" cy="42134"/>
            </a:xfrm>
            <a:custGeom>
              <a:avLst/>
              <a:gdLst/>
              <a:ahLst/>
              <a:cxnLst/>
              <a:rect l="l" t="t" r="r" b="b"/>
              <a:pathLst>
                <a:path w="1430" h="1045" extrusionOk="0">
                  <a:moveTo>
                    <a:pt x="729" y="1"/>
                  </a:moveTo>
                  <a:lnTo>
                    <a:pt x="0" y="601"/>
                  </a:lnTo>
                  <a:lnTo>
                    <a:pt x="372" y="1045"/>
                  </a:lnTo>
                  <a:lnTo>
                    <a:pt x="944" y="573"/>
                  </a:lnTo>
                  <a:lnTo>
                    <a:pt x="1430" y="573"/>
                  </a:lnTo>
                  <a:lnTo>
                    <a:pt x="1430"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53"/>
            <p:cNvSpPr/>
            <p:nvPr/>
          </p:nvSpPr>
          <p:spPr>
            <a:xfrm>
              <a:off x="2886874" y="4209262"/>
              <a:ext cx="39231" cy="56529"/>
            </a:xfrm>
            <a:custGeom>
              <a:avLst/>
              <a:gdLst/>
              <a:ahLst/>
              <a:cxnLst/>
              <a:rect l="l" t="t" r="r" b="b"/>
              <a:pathLst>
                <a:path w="973" h="1402" extrusionOk="0">
                  <a:moveTo>
                    <a:pt x="973" y="0"/>
                  </a:moveTo>
                  <a:cubicBezTo>
                    <a:pt x="445" y="0"/>
                    <a:pt x="1" y="444"/>
                    <a:pt x="1" y="972"/>
                  </a:cubicBezTo>
                  <a:lnTo>
                    <a:pt x="1" y="1401"/>
                  </a:lnTo>
                  <a:lnTo>
                    <a:pt x="573" y="1401"/>
                  </a:lnTo>
                  <a:lnTo>
                    <a:pt x="573" y="972"/>
                  </a:lnTo>
                  <a:cubicBezTo>
                    <a:pt x="573" y="758"/>
                    <a:pt x="759" y="572"/>
                    <a:pt x="973" y="572"/>
                  </a:cubicBezTo>
                  <a:lnTo>
                    <a:pt x="9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53"/>
            <p:cNvSpPr/>
            <p:nvPr/>
          </p:nvSpPr>
          <p:spPr>
            <a:xfrm>
              <a:off x="2822928" y="4209262"/>
              <a:ext cx="39231" cy="56529"/>
            </a:xfrm>
            <a:custGeom>
              <a:avLst/>
              <a:gdLst/>
              <a:ahLst/>
              <a:cxnLst/>
              <a:rect l="l" t="t" r="r" b="b"/>
              <a:pathLst>
                <a:path w="973" h="1402" extrusionOk="0">
                  <a:moveTo>
                    <a:pt x="1" y="0"/>
                  </a:moveTo>
                  <a:lnTo>
                    <a:pt x="1" y="572"/>
                  </a:lnTo>
                  <a:cubicBezTo>
                    <a:pt x="230" y="572"/>
                    <a:pt x="401" y="758"/>
                    <a:pt x="401" y="972"/>
                  </a:cubicBezTo>
                  <a:lnTo>
                    <a:pt x="401" y="1401"/>
                  </a:lnTo>
                  <a:lnTo>
                    <a:pt x="973" y="1401"/>
                  </a:lnTo>
                  <a:lnTo>
                    <a:pt x="973" y="972"/>
                  </a:lnTo>
                  <a:cubicBezTo>
                    <a:pt x="973" y="444"/>
                    <a:pt x="544" y="0"/>
                    <a:pt x="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53"/>
            <p:cNvSpPr/>
            <p:nvPr/>
          </p:nvSpPr>
          <p:spPr>
            <a:xfrm>
              <a:off x="2813735" y="4247282"/>
              <a:ext cx="121605" cy="96889"/>
            </a:xfrm>
            <a:custGeom>
              <a:avLst/>
              <a:gdLst/>
              <a:ahLst/>
              <a:cxnLst/>
              <a:rect l="l" t="t" r="r" b="b"/>
              <a:pathLst>
                <a:path w="3016" h="2403" extrusionOk="0">
                  <a:moveTo>
                    <a:pt x="1515" y="1"/>
                  </a:moveTo>
                  <a:cubicBezTo>
                    <a:pt x="686" y="1"/>
                    <a:pt x="0" y="673"/>
                    <a:pt x="0" y="1502"/>
                  </a:cubicBezTo>
                  <a:lnTo>
                    <a:pt x="0" y="2402"/>
                  </a:lnTo>
                  <a:lnTo>
                    <a:pt x="3016" y="2402"/>
                  </a:lnTo>
                  <a:lnTo>
                    <a:pt x="3016" y="1502"/>
                  </a:lnTo>
                  <a:cubicBezTo>
                    <a:pt x="3016" y="673"/>
                    <a:pt x="2344" y="1"/>
                    <a:pt x="1515"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53"/>
            <p:cNvSpPr/>
            <p:nvPr/>
          </p:nvSpPr>
          <p:spPr>
            <a:xfrm>
              <a:off x="2754951" y="4309817"/>
              <a:ext cx="239783" cy="258532"/>
            </a:xfrm>
            <a:custGeom>
              <a:avLst/>
              <a:gdLst/>
              <a:ahLst/>
              <a:cxnLst/>
              <a:rect l="l" t="t" r="r" b="b"/>
              <a:pathLst>
                <a:path w="5947" h="6412" extrusionOk="0">
                  <a:moveTo>
                    <a:pt x="2967" y="0"/>
                  </a:moveTo>
                  <a:cubicBezTo>
                    <a:pt x="2051" y="0"/>
                    <a:pt x="1041" y="415"/>
                    <a:pt x="115" y="1423"/>
                  </a:cubicBezTo>
                  <a:cubicBezTo>
                    <a:pt x="43" y="1509"/>
                    <a:pt x="0" y="1623"/>
                    <a:pt x="0" y="1737"/>
                  </a:cubicBezTo>
                  <a:lnTo>
                    <a:pt x="0" y="5282"/>
                  </a:lnTo>
                  <a:cubicBezTo>
                    <a:pt x="0" y="5396"/>
                    <a:pt x="43" y="5511"/>
                    <a:pt x="115" y="5596"/>
                  </a:cubicBezTo>
                  <a:lnTo>
                    <a:pt x="872" y="6412"/>
                  </a:lnTo>
                  <a:lnTo>
                    <a:pt x="1072" y="6412"/>
                  </a:lnTo>
                  <a:cubicBezTo>
                    <a:pt x="1887" y="6412"/>
                    <a:pt x="2587" y="5968"/>
                    <a:pt x="2973" y="5311"/>
                  </a:cubicBezTo>
                  <a:cubicBezTo>
                    <a:pt x="3345" y="5968"/>
                    <a:pt x="4060" y="6412"/>
                    <a:pt x="4874" y="6412"/>
                  </a:cubicBezTo>
                  <a:lnTo>
                    <a:pt x="5074" y="6412"/>
                  </a:lnTo>
                  <a:lnTo>
                    <a:pt x="5817" y="5596"/>
                  </a:lnTo>
                  <a:cubicBezTo>
                    <a:pt x="5903" y="5511"/>
                    <a:pt x="5946" y="5396"/>
                    <a:pt x="5946" y="5282"/>
                  </a:cubicBezTo>
                  <a:lnTo>
                    <a:pt x="5946" y="2966"/>
                  </a:lnTo>
                  <a:cubicBezTo>
                    <a:pt x="5946" y="1333"/>
                    <a:pt x="4609" y="0"/>
                    <a:pt x="29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53"/>
            <p:cNvSpPr/>
            <p:nvPr/>
          </p:nvSpPr>
          <p:spPr>
            <a:xfrm>
              <a:off x="2923241" y="4453070"/>
              <a:ext cx="23063" cy="23063"/>
            </a:xfrm>
            <a:custGeom>
              <a:avLst/>
              <a:gdLst/>
              <a:ahLst/>
              <a:cxnLst/>
              <a:rect l="l" t="t" r="r" b="b"/>
              <a:pathLst>
                <a:path w="572" h="572" extrusionOk="0">
                  <a:moveTo>
                    <a:pt x="0" y="0"/>
                  </a:moveTo>
                  <a:lnTo>
                    <a:pt x="0" y="572"/>
                  </a:lnTo>
                  <a:lnTo>
                    <a:pt x="572" y="5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53"/>
            <p:cNvSpPr/>
            <p:nvPr/>
          </p:nvSpPr>
          <p:spPr>
            <a:xfrm>
              <a:off x="2911710" y="4404042"/>
              <a:ext cx="23063" cy="23103"/>
            </a:xfrm>
            <a:custGeom>
              <a:avLst/>
              <a:gdLst/>
              <a:ahLst/>
              <a:cxnLst/>
              <a:rect l="l" t="t" r="r" b="b"/>
              <a:pathLst>
                <a:path w="572" h="573" extrusionOk="0">
                  <a:moveTo>
                    <a:pt x="0" y="1"/>
                  </a:moveTo>
                  <a:lnTo>
                    <a:pt x="0" y="572"/>
                  </a:lnTo>
                  <a:lnTo>
                    <a:pt x="572" y="572"/>
                  </a:lnTo>
                  <a:lnTo>
                    <a:pt x="572"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53"/>
            <p:cNvSpPr/>
            <p:nvPr/>
          </p:nvSpPr>
          <p:spPr>
            <a:xfrm>
              <a:off x="2803333" y="4453070"/>
              <a:ext cx="23103" cy="23063"/>
            </a:xfrm>
            <a:custGeom>
              <a:avLst/>
              <a:gdLst/>
              <a:ahLst/>
              <a:cxnLst/>
              <a:rect l="l" t="t" r="r" b="b"/>
              <a:pathLst>
                <a:path w="573" h="572" extrusionOk="0">
                  <a:moveTo>
                    <a:pt x="1" y="0"/>
                  </a:moveTo>
                  <a:lnTo>
                    <a:pt x="1" y="572"/>
                  </a:lnTo>
                  <a:lnTo>
                    <a:pt x="573" y="572"/>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53"/>
            <p:cNvSpPr/>
            <p:nvPr/>
          </p:nvSpPr>
          <p:spPr>
            <a:xfrm>
              <a:off x="2814864" y="4404042"/>
              <a:ext cx="23103" cy="23103"/>
            </a:xfrm>
            <a:custGeom>
              <a:avLst/>
              <a:gdLst/>
              <a:ahLst/>
              <a:cxnLst/>
              <a:rect l="l" t="t" r="r" b="b"/>
              <a:pathLst>
                <a:path w="573" h="573" extrusionOk="0">
                  <a:moveTo>
                    <a:pt x="1" y="1"/>
                  </a:moveTo>
                  <a:lnTo>
                    <a:pt x="1" y="572"/>
                  </a:lnTo>
                  <a:lnTo>
                    <a:pt x="573" y="572"/>
                  </a:lnTo>
                  <a:lnTo>
                    <a:pt x="573"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 name="Google Shape;1608;p53"/>
          <p:cNvGrpSpPr/>
          <p:nvPr/>
        </p:nvGrpSpPr>
        <p:grpSpPr>
          <a:xfrm>
            <a:off x="1093089" y="3926301"/>
            <a:ext cx="513273" cy="445749"/>
            <a:chOff x="3356588" y="4235227"/>
            <a:chExt cx="394249" cy="342357"/>
          </a:xfrm>
        </p:grpSpPr>
        <p:sp>
          <p:nvSpPr>
            <p:cNvPr id="1609" name="Google Shape;1609;p53"/>
            <p:cNvSpPr/>
            <p:nvPr/>
          </p:nvSpPr>
          <p:spPr>
            <a:xfrm>
              <a:off x="3445330" y="4489922"/>
              <a:ext cx="217284" cy="87656"/>
            </a:xfrm>
            <a:custGeom>
              <a:avLst/>
              <a:gdLst/>
              <a:ahLst/>
              <a:cxnLst/>
              <a:rect l="l" t="t" r="r" b="b"/>
              <a:pathLst>
                <a:path w="5389" h="2174" extrusionOk="0">
                  <a:moveTo>
                    <a:pt x="1" y="1"/>
                  </a:moveTo>
                  <a:lnTo>
                    <a:pt x="1" y="2173"/>
                  </a:lnTo>
                  <a:lnTo>
                    <a:pt x="5389" y="2173"/>
                  </a:lnTo>
                  <a:lnTo>
                    <a:pt x="5389"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53"/>
            <p:cNvSpPr/>
            <p:nvPr/>
          </p:nvSpPr>
          <p:spPr>
            <a:xfrm>
              <a:off x="3553667" y="4489922"/>
              <a:ext cx="108945" cy="87656"/>
            </a:xfrm>
            <a:custGeom>
              <a:avLst/>
              <a:gdLst/>
              <a:ahLst/>
              <a:cxnLst/>
              <a:rect l="l" t="t" r="r" b="b"/>
              <a:pathLst>
                <a:path w="2702" h="2174" extrusionOk="0">
                  <a:moveTo>
                    <a:pt x="1" y="1"/>
                  </a:moveTo>
                  <a:lnTo>
                    <a:pt x="1" y="2173"/>
                  </a:lnTo>
                  <a:lnTo>
                    <a:pt x="2702" y="2173"/>
                  </a:lnTo>
                  <a:lnTo>
                    <a:pt x="2702"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53"/>
            <p:cNvSpPr/>
            <p:nvPr/>
          </p:nvSpPr>
          <p:spPr>
            <a:xfrm>
              <a:off x="3356588" y="4340097"/>
              <a:ext cx="394249" cy="237485"/>
            </a:xfrm>
            <a:custGeom>
              <a:avLst/>
              <a:gdLst/>
              <a:ahLst/>
              <a:cxnLst/>
              <a:rect l="l" t="t" r="r" b="b"/>
              <a:pathLst>
                <a:path w="9778" h="5890" extrusionOk="0">
                  <a:moveTo>
                    <a:pt x="1501" y="1"/>
                  </a:moveTo>
                  <a:cubicBezTo>
                    <a:pt x="1144" y="1"/>
                    <a:pt x="815" y="129"/>
                    <a:pt x="544" y="344"/>
                  </a:cubicBezTo>
                  <a:cubicBezTo>
                    <a:pt x="214" y="629"/>
                    <a:pt x="14" y="1030"/>
                    <a:pt x="14" y="1458"/>
                  </a:cubicBezTo>
                  <a:cubicBezTo>
                    <a:pt x="1" y="1887"/>
                    <a:pt x="186" y="2301"/>
                    <a:pt x="500" y="2602"/>
                  </a:cubicBezTo>
                  <a:lnTo>
                    <a:pt x="4074" y="5889"/>
                  </a:lnTo>
                  <a:lnTo>
                    <a:pt x="5703" y="5889"/>
                  </a:lnTo>
                  <a:lnTo>
                    <a:pt x="9276" y="2602"/>
                  </a:lnTo>
                  <a:cubicBezTo>
                    <a:pt x="9591" y="2301"/>
                    <a:pt x="9777" y="1887"/>
                    <a:pt x="9762" y="1458"/>
                  </a:cubicBezTo>
                  <a:cubicBezTo>
                    <a:pt x="9749" y="1030"/>
                    <a:pt x="9562" y="629"/>
                    <a:pt x="9234" y="344"/>
                  </a:cubicBezTo>
                  <a:cubicBezTo>
                    <a:pt x="8962" y="129"/>
                    <a:pt x="8619" y="1"/>
                    <a:pt x="8276"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53"/>
            <p:cNvSpPr/>
            <p:nvPr/>
          </p:nvSpPr>
          <p:spPr>
            <a:xfrm>
              <a:off x="3401544" y="4272078"/>
              <a:ext cx="304335" cy="305505"/>
            </a:xfrm>
            <a:custGeom>
              <a:avLst/>
              <a:gdLst/>
              <a:ahLst/>
              <a:cxnLst/>
              <a:rect l="l" t="t" r="r" b="b"/>
              <a:pathLst>
                <a:path w="7548" h="7577" extrusionOk="0">
                  <a:moveTo>
                    <a:pt x="1744" y="1"/>
                  </a:moveTo>
                  <a:cubicBezTo>
                    <a:pt x="1544" y="1"/>
                    <a:pt x="1358" y="43"/>
                    <a:pt x="1173" y="115"/>
                  </a:cubicBezTo>
                  <a:cubicBezTo>
                    <a:pt x="715" y="272"/>
                    <a:pt x="357" y="630"/>
                    <a:pt x="172" y="1087"/>
                  </a:cubicBezTo>
                  <a:cubicBezTo>
                    <a:pt x="1" y="1530"/>
                    <a:pt x="29" y="2044"/>
                    <a:pt x="258" y="2473"/>
                  </a:cubicBezTo>
                  <a:lnTo>
                    <a:pt x="2945" y="7576"/>
                  </a:lnTo>
                  <a:lnTo>
                    <a:pt x="4588" y="7576"/>
                  </a:lnTo>
                  <a:lnTo>
                    <a:pt x="7290" y="2473"/>
                  </a:lnTo>
                  <a:cubicBezTo>
                    <a:pt x="7519" y="2044"/>
                    <a:pt x="7547" y="1530"/>
                    <a:pt x="7361" y="1087"/>
                  </a:cubicBezTo>
                  <a:cubicBezTo>
                    <a:pt x="7190" y="630"/>
                    <a:pt x="6833" y="272"/>
                    <a:pt x="6375" y="115"/>
                  </a:cubicBezTo>
                  <a:cubicBezTo>
                    <a:pt x="6189" y="43"/>
                    <a:pt x="6004" y="1"/>
                    <a:pt x="5804" y="1"/>
                  </a:cubicBezTo>
                  <a:cubicBezTo>
                    <a:pt x="5575" y="1"/>
                    <a:pt x="5360" y="58"/>
                    <a:pt x="5146" y="144"/>
                  </a:cubicBezTo>
                  <a:lnTo>
                    <a:pt x="2402" y="144"/>
                  </a:lnTo>
                  <a:cubicBezTo>
                    <a:pt x="2187" y="58"/>
                    <a:pt x="1958" y="1"/>
                    <a:pt x="1744"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53"/>
            <p:cNvSpPr/>
            <p:nvPr/>
          </p:nvSpPr>
          <p:spPr>
            <a:xfrm>
              <a:off x="3479319" y="4235227"/>
              <a:ext cx="148740" cy="342357"/>
            </a:xfrm>
            <a:custGeom>
              <a:avLst/>
              <a:gdLst/>
              <a:ahLst/>
              <a:cxnLst/>
              <a:rect l="l" t="t" r="r" b="b"/>
              <a:pathLst>
                <a:path w="3689" h="8491" extrusionOk="0">
                  <a:moveTo>
                    <a:pt x="1845" y="0"/>
                  </a:moveTo>
                  <a:cubicBezTo>
                    <a:pt x="1330" y="0"/>
                    <a:pt x="830" y="229"/>
                    <a:pt x="501" y="614"/>
                  </a:cubicBezTo>
                  <a:cubicBezTo>
                    <a:pt x="158" y="1001"/>
                    <a:pt x="1" y="1529"/>
                    <a:pt x="73" y="2044"/>
                  </a:cubicBezTo>
                  <a:lnTo>
                    <a:pt x="1030" y="8490"/>
                  </a:lnTo>
                  <a:lnTo>
                    <a:pt x="2659" y="8490"/>
                  </a:lnTo>
                  <a:lnTo>
                    <a:pt x="3617" y="2044"/>
                  </a:lnTo>
                  <a:cubicBezTo>
                    <a:pt x="3688" y="1529"/>
                    <a:pt x="3532" y="1001"/>
                    <a:pt x="3189" y="614"/>
                  </a:cubicBezTo>
                  <a:cubicBezTo>
                    <a:pt x="2846" y="229"/>
                    <a:pt x="2360" y="0"/>
                    <a:pt x="1845"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617"/>
        <p:cNvGrpSpPr/>
        <p:nvPr/>
      </p:nvGrpSpPr>
      <p:grpSpPr>
        <a:xfrm>
          <a:off x="0" y="0"/>
          <a:ext cx="0" cy="0"/>
          <a:chOff x="0" y="0"/>
          <a:chExt cx="0" cy="0"/>
        </a:xfrm>
      </p:grpSpPr>
      <p:sp>
        <p:nvSpPr>
          <p:cNvPr id="1618" name="Google Shape;1618;p54"/>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619" name="Google Shape;1619;p5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Percentages may be useful</a:t>
            </a:r>
            <a:endParaRPr/>
          </a:p>
        </p:txBody>
      </p:sp>
      <p:sp>
        <p:nvSpPr>
          <p:cNvPr id="1620" name="Google Shape;1620;p54"/>
          <p:cNvSpPr/>
          <p:nvPr/>
        </p:nvSpPr>
        <p:spPr>
          <a:xfrm>
            <a:off x="3178526" y="2261225"/>
            <a:ext cx="1550583" cy="139930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21" name="Google Shape;1621;p54"/>
          <p:cNvSpPr/>
          <p:nvPr/>
        </p:nvSpPr>
        <p:spPr>
          <a:xfrm>
            <a:off x="719988" y="2505913"/>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622" name="Google Shape;1622;p54"/>
          <p:cNvSpPr txBox="1">
            <a:spLocks noGrp="1"/>
          </p:cNvSpPr>
          <p:nvPr>
            <p:ph type="subTitle" idx="4294967295"/>
          </p:nvPr>
        </p:nvSpPr>
        <p:spPr>
          <a:xfrm>
            <a:off x="777875" y="2957825"/>
            <a:ext cx="2510700" cy="707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the farthest planet from the Sun</a:t>
            </a:r>
            <a:endParaRPr/>
          </a:p>
        </p:txBody>
      </p:sp>
      <p:sp>
        <p:nvSpPr>
          <p:cNvPr id="1623" name="Google Shape;1623;p54"/>
          <p:cNvSpPr txBox="1">
            <a:spLocks noGrp="1"/>
          </p:cNvSpPr>
          <p:nvPr>
            <p:ph type="subTitle" idx="4294967295"/>
          </p:nvPr>
        </p:nvSpPr>
        <p:spPr>
          <a:xfrm>
            <a:off x="777875" y="257730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624" name="Google Shape;1624;p54"/>
          <p:cNvSpPr/>
          <p:nvPr/>
        </p:nvSpPr>
        <p:spPr>
          <a:xfrm>
            <a:off x="6176488"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625" name="Google Shape;1625;p54"/>
          <p:cNvSpPr/>
          <p:nvPr/>
        </p:nvSpPr>
        <p:spPr>
          <a:xfrm flipH="1">
            <a:off x="6176488" y="17797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626" name="Google Shape;1626;p54"/>
          <p:cNvSpPr txBox="1">
            <a:spLocks noGrp="1"/>
          </p:cNvSpPr>
          <p:nvPr>
            <p:ph type="subTitle" idx="4294967295"/>
          </p:nvPr>
        </p:nvSpPr>
        <p:spPr>
          <a:xfrm>
            <a:off x="5855475" y="4045450"/>
            <a:ext cx="2510700" cy="707100"/>
          </a:xfrm>
          <a:prstGeom prst="rect">
            <a:avLst/>
          </a:prstGeom>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a:t>Saturn is a gas giant and it has several rings</a:t>
            </a:r>
            <a:endParaRPr/>
          </a:p>
        </p:txBody>
      </p:sp>
      <p:sp>
        <p:nvSpPr>
          <p:cNvPr id="1627" name="Google Shape;1627;p54"/>
          <p:cNvSpPr txBox="1">
            <a:spLocks noGrp="1"/>
          </p:cNvSpPr>
          <p:nvPr>
            <p:ph type="subTitle" idx="4294967295"/>
          </p:nvPr>
        </p:nvSpPr>
        <p:spPr>
          <a:xfrm>
            <a:off x="6234375" y="366492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solidFill>
                  <a:schemeClr val="lt1"/>
                </a:solidFill>
                <a:latin typeface="Freckle Face"/>
                <a:ea typeface="Freckle Face"/>
                <a:cs typeface="Freckle Face"/>
                <a:sym typeface="Freckle Face"/>
              </a:rPr>
              <a:t>Saturn</a:t>
            </a:r>
            <a:endParaRPr sz="2500">
              <a:solidFill>
                <a:schemeClr val="lt1"/>
              </a:solidFill>
              <a:latin typeface="Freckle Face"/>
              <a:ea typeface="Freckle Face"/>
              <a:cs typeface="Freckle Face"/>
              <a:sym typeface="Freckle Face"/>
            </a:endParaRPr>
          </a:p>
        </p:txBody>
      </p:sp>
      <p:sp>
        <p:nvSpPr>
          <p:cNvPr id="1628" name="Google Shape;1628;p54"/>
          <p:cNvSpPr txBox="1">
            <a:spLocks noGrp="1"/>
          </p:cNvSpPr>
          <p:nvPr>
            <p:ph type="subTitle" idx="4294967295"/>
          </p:nvPr>
        </p:nvSpPr>
        <p:spPr>
          <a:xfrm>
            <a:off x="5855475" y="2231663"/>
            <a:ext cx="2510700" cy="707100"/>
          </a:xfrm>
          <a:prstGeom prst="rect">
            <a:avLst/>
          </a:prstGeom>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a:t>Mercury is the closest planet to the Sun</a:t>
            </a:r>
            <a:endParaRPr/>
          </a:p>
        </p:txBody>
      </p:sp>
      <p:sp>
        <p:nvSpPr>
          <p:cNvPr id="1629" name="Google Shape;1629;p54"/>
          <p:cNvSpPr txBox="1">
            <a:spLocks noGrp="1"/>
          </p:cNvSpPr>
          <p:nvPr>
            <p:ph type="subTitle" idx="4294967295"/>
          </p:nvPr>
        </p:nvSpPr>
        <p:spPr>
          <a:xfrm>
            <a:off x="6234375" y="1851138"/>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630" name="Google Shape;1630;p54"/>
          <p:cNvSpPr/>
          <p:nvPr/>
        </p:nvSpPr>
        <p:spPr>
          <a:xfrm>
            <a:off x="4770574" y="1808697"/>
            <a:ext cx="1043438" cy="941635"/>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31" name="Google Shape;1631;p54"/>
          <p:cNvSpPr/>
          <p:nvPr/>
        </p:nvSpPr>
        <p:spPr>
          <a:xfrm>
            <a:off x="4604060" y="3470326"/>
            <a:ext cx="1298318" cy="1171647"/>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32" name="Google Shape;1632;p54"/>
          <p:cNvSpPr txBox="1">
            <a:spLocks noGrp="1"/>
          </p:cNvSpPr>
          <p:nvPr>
            <p:ph type="subTitle" idx="4294967295"/>
          </p:nvPr>
        </p:nvSpPr>
        <p:spPr>
          <a:xfrm>
            <a:off x="4857138" y="2114963"/>
            <a:ext cx="8703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latin typeface="Freckle Face"/>
                <a:ea typeface="Freckle Face"/>
                <a:cs typeface="Freckle Face"/>
                <a:sym typeface="Freckle Face"/>
              </a:rPr>
              <a:t>10%</a:t>
            </a:r>
            <a:endParaRPr sz="3000">
              <a:latin typeface="Freckle Face"/>
              <a:ea typeface="Freckle Face"/>
              <a:cs typeface="Freckle Face"/>
              <a:sym typeface="Freckle Face"/>
            </a:endParaRPr>
          </a:p>
        </p:txBody>
      </p:sp>
      <p:sp>
        <p:nvSpPr>
          <p:cNvPr id="1633" name="Google Shape;1633;p54"/>
          <p:cNvSpPr txBox="1">
            <a:spLocks noGrp="1"/>
          </p:cNvSpPr>
          <p:nvPr>
            <p:ph type="subTitle" idx="4294967295"/>
          </p:nvPr>
        </p:nvSpPr>
        <p:spPr>
          <a:xfrm>
            <a:off x="4857138" y="3891588"/>
            <a:ext cx="8703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latin typeface="Freckle Face"/>
                <a:ea typeface="Freckle Face"/>
                <a:cs typeface="Freckle Face"/>
                <a:sym typeface="Freckle Face"/>
              </a:rPr>
              <a:t>40%</a:t>
            </a:r>
            <a:endParaRPr sz="3000">
              <a:latin typeface="Freckle Face"/>
              <a:ea typeface="Freckle Face"/>
              <a:cs typeface="Freckle Face"/>
              <a:sym typeface="Freckle Face"/>
            </a:endParaRPr>
          </a:p>
        </p:txBody>
      </p:sp>
      <p:sp>
        <p:nvSpPr>
          <p:cNvPr id="1634" name="Google Shape;1634;p54"/>
          <p:cNvSpPr txBox="1">
            <a:spLocks noGrp="1"/>
          </p:cNvSpPr>
          <p:nvPr>
            <p:ph type="subTitle" idx="4294967295"/>
          </p:nvPr>
        </p:nvSpPr>
        <p:spPr>
          <a:xfrm>
            <a:off x="3518650" y="2796313"/>
            <a:ext cx="8703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latin typeface="Freckle Face"/>
                <a:ea typeface="Freckle Face"/>
                <a:cs typeface="Freckle Face"/>
                <a:sym typeface="Freckle Face"/>
              </a:rPr>
              <a:t>50%</a:t>
            </a:r>
            <a:endParaRPr sz="3000">
              <a:latin typeface="Freckle Face"/>
              <a:ea typeface="Freckle Face"/>
              <a:cs typeface="Freckle Face"/>
              <a:sym typeface="Freckle Face"/>
            </a:endParaRPr>
          </a:p>
        </p:txBody>
      </p:sp>
      <p:sp>
        <p:nvSpPr>
          <p:cNvPr id="1635" name="Google Shape;1635;p54"/>
          <p:cNvSpPr/>
          <p:nvPr/>
        </p:nvSpPr>
        <p:spPr>
          <a:xfrm>
            <a:off x="5074097" y="2895939"/>
            <a:ext cx="475122" cy="42876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36" name="Google Shape;1636;p54"/>
          <p:cNvSpPr/>
          <p:nvPr/>
        </p:nvSpPr>
        <p:spPr>
          <a:xfrm>
            <a:off x="3716247" y="1692639"/>
            <a:ext cx="475122" cy="42876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37" name="Google Shape;1637;p54"/>
          <p:cNvSpPr/>
          <p:nvPr/>
        </p:nvSpPr>
        <p:spPr>
          <a:xfrm>
            <a:off x="3716247" y="3891589"/>
            <a:ext cx="475122" cy="42876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641"/>
        <p:cNvGrpSpPr/>
        <p:nvPr/>
      </p:nvGrpSpPr>
      <p:grpSpPr>
        <a:xfrm>
          <a:off x="0" y="0"/>
          <a:ext cx="0" cy="0"/>
          <a:chOff x="0" y="0"/>
          <a:chExt cx="0" cy="0"/>
        </a:xfrm>
      </p:grpSpPr>
      <p:sp>
        <p:nvSpPr>
          <p:cNvPr id="1642" name="Google Shape;1642;p55"/>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643" name="Google Shape;1643;p5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another infographic</a:t>
            </a:r>
            <a:endParaRPr/>
          </a:p>
        </p:txBody>
      </p:sp>
      <p:sp>
        <p:nvSpPr>
          <p:cNvPr id="1644" name="Google Shape;1644;p55"/>
          <p:cNvSpPr/>
          <p:nvPr/>
        </p:nvSpPr>
        <p:spPr>
          <a:xfrm flipH="1">
            <a:off x="837044" y="13781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45" name="Google Shape;1645;p55"/>
          <p:cNvSpPr txBox="1">
            <a:spLocks noGrp="1"/>
          </p:cNvSpPr>
          <p:nvPr>
            <p:ph type="subTitle" idx="4294967295"/>
          </p:nvPr>
        </p:nvSpPr>
        <p:spPr>
          <a:xfrm>
            <a:off x="1857725" y="18931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a is hot place</a:t>
            </a:r>
            <a:endParaRPr/>
          </a:p>
        </p:txBody>
      </p:sp>
      <p:sp>
        <p:nvSpPr>
          <p:cNvPr id="1646" name="Google Shape;1646;p55"/>
          <p:cNvSpPr txBox="1">
            <a:spLocks noGrp="1"/>
          </p:cNvSpPr>
          <p:nvPr>
            <p:ph type="subTitle" idx="4294967295"/>
          </p:nvPr>
        </p:nvSpPr>
        <p:spPr>
          <a:xfrm>
            <a:off x="3439775" y="14846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5/5</a:t>
            </a:r>
            <a:endParaRPr sz="2500">
              <a:latin typeface="Freckle Face"/>
              <a:ea typeface="Freckle Face"/>
              <a:cs typeface="Freckle Face"/>
              <a:sym typeface="Freckle Face"/>
            </a:endParaRPr>
          </a:p>
        </p:txBody>
      </p:sp>
      <p:sp>
        <p:nvSpPr>
          <p:cNvPr id="1647" name="Google Shape;1647;p55"/>
          <p:cNvSpPr/>
          <p:nvPr/>
        </p:nvSpPr>
        <p:spPr>
          <a:xfrm>
            <a:off x="837044" y="25428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48" name="Google Shape;1648;p55"/>
          <p:cNvSpPr txBox="1">
            <a:spLocks noGrp="1"/>
          </p:cNvSpPr>
          <p:nvPr>
            <p:ph type="subTitle" idx="4294967295"/>
          </p:nvPr>
        </p:nvSpPr>
        <p:spPr>
          <a:xfrm>
            <a:off x="1857725" y="30578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It has a beautiful name</a:t>
            </a:r>
            <a:endParaRPr/>
          </a:p>
        </p:txBody>
      </p:sp>
      <p:sp>
        <p:nvSpPr>
          <p:cNvPr id="1649" name="Google Shape;1649;p55"/>
          <p:cNvSpPr txBox="1">
            <a:spLocks noGrp="1"/>
          </p:cNvSpPr>
          <p:nvPr>
            <p:ph type="subTitle" idx="4294967295"/>
          </p:nvPr>
        </p:nvSpPr>
        <p:spPr>
          <a:xfrm>
            <a:off x="3439775" y="26493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1/5</a:t>
            </a:r>
            <a:endParaRPr sz="2500">
              <a:latin typeface="Freckle Face"/>
              <a:ea typeface="Freckle Face"/>
              <a:cs typeface="Freckle Face"/>
              <a:sym typeface="Freckle Face"/>
            </a:endParaRPr>
          </a:p>
        </p:txBody>
      </p:sp>
      <p:sp>
        <p:nvSpPr>
          <p:cNvPr id="1650" name="Google Shape;1650;p55"/>
          <p:cNvSpPr/>
          <p:nvPr/>
        </p:nvSpPr>
        <p:spPr>
          <a:xfrm flipH="1">
            <a:off x="837044" y="37075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51" name="Google Shape;1651;p55"/>
          <p:cNvSpPr txBox="1">
            <a:spLocks noGrp="1"/>
          </p:cNvSpPr>
          <p:nvPr>
            <p:ph type="subTitle" idx="4294967295"/>
          </p:nvPr>
        </p:nvSpPr>
        <p:spPr>
          <a:xfrm>
            <a:off x="1857725" y="42225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It’s actually really cold</a:t>
            </a:r>
            <a:endParaRPr/>
          </a:p>
        </p:txBody>
      </p:sp>
      <p:sp>
        <p:nvSpPr>
          <p:cNvPr id="1652" name="Google Shape;1652;p55"/>
          <p:cNvSpPr txBox="1">
            <a:spLocks noGrp="1"/>
          </p:cNvSpPr>
          <p:nvPr>
            <p:ph type="subTitle" idx="4294967295"/>
          </p:nvPr>
        </p:nvSpPr>
        <p:spPr>
          <a:xfrm>
            <a:off x="3439775" y="38140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0/5</a:t>
            </a:r>
            <a:endParaRPr sz="2500">
              <a:latin typeface="Freckle Face"/>
              <a:ea typeface="Freckle Face"/>
              <a:cs typeface="Freckle Face"/>
              <a:sym typeface="Freckle Face"/>
            </a:endParaRPr>
          </a:p>
        </p:txBody>
      </p:sp>
      <p:sp>
        <p:nvSpPr>
          <p:cNvPr id="1653" name="Google Shape;1653;p55"/>
          <p:cNvSpPr/>
          <p:nvPr/>
        </p:nvSpPr>
        <p:spPr>
          <a:xfrm>
            <a:off x="4932769" y="13781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54" name="Google Shape;1654;p55"/>
          <p:cNvSpPr txBox="1">
            <a:spLocks noGrp="1"/>
          </p:cNvSpPr>
          <p:nvPr>
            <p:ph type="subTitle" idx="4294967295"/>
          </p:nvPr>
        </p:nvSpPr>
        <p:spPr>
          <a:xfrm>
            <a:off x="5953450" y="18931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It’s a beautiful place</a:t>
            </a:r>
            <a:endParaRPr/>
          </a:p>
        </p:txBody>
      </p:sp>
      <p:sp>
        <p:nvSpPr>
          <p:cNvPr id="1655" name="Google Shape;1655;p55"/>
          <p:cNvSpPr txBox="1">
            <a:spLocks noGrp="1"/>
          </p:cNvSpPr>
          <p:nvPr>
            <p:ph type="subTitle" idx="4294967295"/>
          </p:nvPr>
        </p:nvSpPr>
        <p:spPr>
          <a:xfrm>
            <a:off x="7535500" y="14846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3/5</a:t>
            </a:r>
            <a:endParaRPr sz="2500">
              <a:latin typeface="Freckle Face"/>
              <a:ea typeface="Freckle Face"/>
              <a:cs typeface="Freckle Face"/>
              <a:sym typeface="Freckle Face"/>
            </a:endParaRPr>
          </a:p>
        </p:txBody>
      </p:sp>
      <p:sp>
        <p:nvSpPr>
          <p:cNvPr id="1656" name="Google Shape;1656;p55"/>
          <p:cNvSpPr/>
          <p:nvPr/>
        </p:nvSpPr>
        <p:spPr>
          <a:xfrm flipH="1">
            <a:off x="4932769" y="25428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57" name="Google Shape;1657;p55"/>
          <p:cNvSpPr txBox="1">
            <a:spLocks noGrp="1"/>
          </p:cNvSpPr>
          <p:nvPr>
            <p:ph type="subTitle" idx="4294967295"/>
          </p:nvPr>
        </p:nvSpPr>
        <p:spPr>
          <a:xfrm>
            <a:off x="5953450" y="30578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far from us</a:t>
            </a:r>
            <a:endParaRPr/>
          </a:p>
        </p:txBody>
      </p:sp>
      <p:sp>
        <p:nvSpPr>
          <p:cNvPr id="1658" name="Google Shape;1658;p55"/>
          <p:cNvSpPr txBox="1">
            <a:spLocks noGrp="1"/>
          </p:cNvSpPr>
          <p:nvPr>
            <p:ph type="subTitle" idx="4294967295"/>
          </p:nvPr>
        </p:nvSpPr>
        <p:spPr>
          <a:xfrm>
            <a:off x="7535500" y="26493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4/5</a:t>
            </a:r>
            <a:endParaRPr sz="2500">
              <a:latin typeface="Freckle Face"/>
              <a:ea typeface="Freckle Face"/>
              <a:cs typeface="Freckle Face"/>
              <a:sym typeface="Freckle Face"/>
            </a:endParaRPr>
          </a:p>
        </p:txBody>
      </p:sp>
      <p:sp>
        <p:nvSpPr>
          <p:cNvPr id="1659" name="Google Shape;1659;p55"/>
          <p:cNvSpPr/>
          <p:nvPr/>
        </p:nvSpPr>
        <p:spPr>
          <a:xfrm>
            <a:off x="4932769" y="37075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0" name="Google Shape;1660;p55"/>
          <p:cNvSpPr txBox="1">
            <a:spLocks noGrp="1"/>
          </p:cNvSpPr>
          <p:nvPr>
            <p:ph type="subTitle" idx="4294967295"/>
          </p:nvPr>
        </p:nvSpPr>
        <p:spPr>
          <a:xfrm>
            <a:off x="5953450" y="42225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Jupiter is a big planet</a:t>
            </a:r>
            <a:endParaRPr/>
          </a:p>
        </p:txBody>
      </p:sp>
      <p:sp>
        <p:nvSpPr>
          <p:cNvPr id="1661" name="Google Shape;1661;p55"/>
          <p:cNvSpPr txBox="1">
            <a:spLocks noGrp="1"/>
          </p:cNvSpPr>
          <p:nvPr>
            <p:ph type="subTitle" idx="4294967295"/>
          </p:nvPr>
        </p:nvSpPr>
        <p:spPr>
          <a:xfrm>
            <a:off x="7535500" y="38140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2/5</a:t>
            </a:r>
            <a:endParaRPr sz="2500">
              <a:latin typeface="Freckle Face"/>
              <a:ea typeface="Freckle Face"/>
              <a:cs typeface="Freckle Face"/>
              <a:sym typeface="Freckle Face"/>
            </a:endParaRPr>
          </a:p>
        </p:txBody>
      </p:sp>
      <p:sp>
        <p:nvSpPr>
          <p:cNvPr id="1662" name="Google Shape;1662;p55"/>
          <p:cNvSpPr/>
          <p:nvPr/>
        </p:nvSpPr>
        <p:spPr>
          <a:xfrm flipH="1">
            <a:off x="195809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3" name="Google Shape;1663;p55"/>
          <p:cNvSpPr/>
          <p:nvPr/>
        </p:nvSpPr>
        <p:spPr>
          <a:xfrm>
            <a:off x="2294218"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4" name="Google Shape;1664;p55"/>
          <p:cNvSpPr/>
          <p:nvPr/>
        </p:nvSpPr>
        <p:spPr>
          <a:xfrm flipH="1">
            <a:off x="263034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5" name="Google Shape;1665;p55"/>
          <p:cNvSpPr/>
          <p:nvPr/>
        </p:nvSpPr>
        <p:spPr>
          <a:xfrm>
            <a:off x="2966468"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6" name="Google Shape;1666;p55"/>
          <p:cNvSpPr/>
          <p:nvPr/>
        </p:nvSpPr>
        <p:spPr>
          <a:xfrm flipH="1">
            <a:off x="330259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7" name="Google Shape;1667;p55"/>
          <p:cNvSpPr/>
          <p:nvPr/>
        </p:nvSpPr>
        <p:spPr>
          <a:xfrm flipH="1">
            <a:off x="201418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8" name="Google Shape;1668;p55"/>
          <p:cNvSpPr/>
          <p:nvPr/>
        </p:nvSpPr>
        <p:spPr>
          <a:xfrm>
            <a:off x="2351661"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9" name="Google Shape;1669;p55"/>
          <p:cNvSpPr/>
          <p:nvPr/>
        </p:nvSpPr>
        <p:spPr>
          <a:xfrm flipH="1">
            <a:off x="268778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0" name="Google Shape;1670;p55"/>
          <p:cNvSpPr/>
          <p:nvPr/>
        </p:nvSpPr>
        <p:spPr>
          <a:xfrm>
            <a:off x="3023923"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1" name="Google Shape;1671;p55"/>
          <p:cNvSpPr/>
          <p:nvPr/>
        </p:nvSpPr>
        <p:spPr>
          <a:xfrm flipH="1">
            <a:off x="336003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2" name="Google Shape;1672;p55"/>
          <p:cNvSpPr/>
          <p:nvPr/>
        </p:nvSpPr>
        <p:spPr>
          <a:xfrm flipH="1">
            <a:off x="605414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3" name="Google Shape;1673;p55"/>
          <p:cNvSpPr/>
          <p:nvPr/>
        </p:nvSpPr>
        <p:spPr>
          <a:xfrm>
            <a:off x="6390268"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4" name="Google Shape;1674;p55"/>
          <p:cNvSpPr/>
          <p:nvPr/>
        </p:nvSpPr>
        <p:spPr>
          <a:xfrm flipH="1">
            <a:off x="672639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5" name="Google Shape;1675;p55"/>
          <p:cNvSpPr/>
          <p:nvPr/>
        </p:nvSpPr>
        <p:spPr>
          <a:xfrm>
            <a:off x="7062518"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6" name="Google Shape;1676;p55"/>
          <p:cNvSpPr/>
          <p:nvPr/>
        </p:nvSpPr>
        <p:spPr>
          <a:xfrm flipH="1">
            <a:off x="739864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7" name="Google Shape;1677;p55"/>
          <p:cNvSpPr/>
          <p:nvPr/>
        </p:nvSpPr>
        <p:spPr>
          <a:xfrm flipH="1">
            <a:off x="611023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8" name="Google Shape;1678;p55"/>
          <p:cNvSpPr/>
          <p:nvPr/>
        </p:nvSpPr>
        <p:spPr>
          <a:xfrm>
            <a:off x="6447711"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9" name="Google Shape;1679;p55"/>
          <p:cNvSpPr/>
          <p:nvPr/>
        </p:nvSpPr>
        <p:spPr>
          <a:xfrm flipH="1">
            <a:off x="678383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0" name="Google Shape;1680;p55"/>
          <p:cNvSpPr/>
          <p:nvPr/>
        </p:nvSpPr>
        <p:spPr>
          <a:xfrm flipH="1">
            <a:off x="195809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1" name="Google Shape;1681;p55"/>
          <p:cNvSpPr/>
          <p:nvPr/>
        </p:nvSpPr>
        <p:spPr>
          <a:xfrm>
            <a:off x="2294218"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2" name="Google Shape;1682;p55"/>
          <p:cNvSpPr/>
          <p:nvPr/>
        </p:nvSpPr>
        <p:spPr>
          <a:xfrm flipH="1">
            <a:off x="263034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3" name="Google Shape;1683;p55"/>
          <p:cNvSpPr/>
          <p:nvPr/>
        </p:nvSpPr>
        <p:spPr>
          <a:xfrm>
            <a:off x="2966468"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4" name="Google Shape;1684;p55"/>
          <p:cNvSpPr/>
          <p:nvPr/>
        </p:nvSpPr>
        <p:spPr>
          <a:xfrm flipH="1">
            <a:off x="330259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5" name="Google Shape;1685;p55"/>
          <p:cNvSpPr/>
          <p:nvPr/>
        </p:nvSpPr>
        <p:spPr>
          <a:xfrm flipH="1">
            <a:off x="2014188"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6" name="Google Shape;1686;p55"/>
          <p:cNvSpPr/>
          <p:nvPr/>
        </p:nvSpPr>
        <p:spPr>
          <a:xfrm flipH="1">
            <a:off x="605414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7" name="Google Shape;1687;p55"/>
          <p:cNvSpPr/>
          <p:nvPr/>
        </p:nvSpPr>
        <p:spPr>
          <a:xfrm>
            <a:off x="6390268"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8" name="Google Shape;1688;p55"/>
          <p:cNvSpPr/>
          <p:nvPr/>
        </p:nvSpPr>
        <p:spPr>
          <a:xfrm flipH="1">
            <a:off x="672639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9" name="Google Shape;1689;p55"/>
          <p:cNvSpPr/>
          <p:nvPr/>
        </p:nvSpPr>
        <p:spPr>
          <a:xfrm>
            <a:off x="7062518"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0" name="Google Shape;1690;p55"/>
          <p:cNvSpPr/>
          <p:nvPr/>
        </p:nvSpPr>
        <p:spPr>
          <a:xfrm flipH="1">
            <a:off x="739864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1" name="Google Shape;1691;p55"/>
          <p:cNvSpPr/>
          <p:nvPr/>
        </p:nvSpPr>
        <p:spPr>
          <a:xfrm flipH="1">
            <a:off x="6110238"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2" name="Google Shape;1692;p55"/>
          <p:cNvSpPr/>
          <p:nvPr/>
        </p:nvSpPr>
        <p:spPr>
          <a:xfrm>
            <a:off x="6447711"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3" name="Google Shape;1693;p55"/>
          <p:cNvSpPr/>
          <p:nvPr/>
        </p:nvSpPr>
        <p:spPr>
          <a:xfrm flipH="1">
            <a:off x="6783838"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4" name="Google Shape;1694;p55"/>
          <p:cNvSpPr/>
          <p:nvPr/>
        </p:nvSpPr>
        <p:spPr>
          <a:xfrm>
            <a:off x="7119973"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5" name="Google Shape;1695;p55"/>
          <p:cNvSpPr/>
          <p:nvPr/>
        </p:nvSpPr>
        <p:spPr>
          <a:xfrm flipH="1">
            <a:off x="195809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6" name="Google Shape;1696;p55"/>
          <p:cNvSpPr/>
          <p:nvPr/>
        </p:nvSpPr>
        <p:spPr>
          <a:xfrm>
            <a:off x="2294218"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7" name="Google Shape;1697;p55"/>
          <p:cNvSpPr/>
          <p:nvPr/>
        </p:nvSpPr>
        <p:spPr>
          <a:xfrm flipH="1">
            <a:off x="263034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8" name="Google Shape;1698;p55"/>
          <p:cNvSpPr/>
          <p:nvPr/>
        </p:nvSpPr>
        <p:spPr>
          <a:xfrm>
            <a:off x="2966468"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9" name="Google Shape;1699;p55"/>
          <p:cNvSpPr/>
          <p:nvPr/>
        </p:nvSpPr>
        <p:spPr>
          <a:xfrm flipH="1">
            <a:off x="330259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0" name="Google Shape;1700;p55"/>
          <p:cNvSpPr/>
          <p:nvPr/>
        </p:nvSpPr>
        <p:spPr>
          <a:xfrm flipH="1">
            <a:off x="605414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1" name="Google Shape;1701;p55"/>
          <p:cNvSpPr/>
          <p:nvPr/>
        </p:nvSpPr>
        <p:spPr>
          <a:xfrm>
            <a:off x="6390268"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2" name="Google Shape;1702;p55"/>
          <p:cNvSpPr/>
          <p:nvPr/>
        </p:nvSpPr>
        <p:spPr>
          <a:xfrm flipH="1">
            <a:off x="672639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3" name="Google Shape;1703;p55"/>
          <p:cNvSpPr/>
          <p:nvPr/>
        </p:nvSpPr>
        <p:spPr>
          <a:xfrm>
            <a:off x="7062518"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4" name="Google Shape;1704;p55"/>
          <p:cNvSpPr/>
          <p:nvPr/>
        </p:nvSpPr>
        <p:spPr>
          <a:xfrm flipH="1">
            <a:off x="739864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5" name="Google Shape;1705;p55"/>
          <p:cNvSpPr/>
          <p:nvPr/>
        </p:nvSpPr>
        <p:spPr>
          <a:xfrm flipH="1">
            <a:off x="6110238" y="39027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6" name="Google Shape;1706;p55"/>
          <p:cNvSpPr/>
          <p:nvPr/>
        </p:nvSpPr>
        <p:spPr>
          <a:xfrm>
            <a:off x="6447711" y="39027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707" name="Google Shape;1707;p55"/>
          <p:cNvGrpSpPr/>
          <p:nvPr/>
        </p:nvGrpSpPr>
        <p:grpSpPr>
          <a:xfrm>
            <a:off x="5223290" y="1587571"/>
            <a:ext cx="411943" cy="477061"/>
            <a:chOff x="1347057" y="1353714"/>
            <a:chExt cx="339494" cy="393160"/>
          </a:xfrm>
        </p:grpSpPr>
        <p:sp>
          <p:nvSpPr>
            <p:cNvPr id="1708" name="Google Shape;1708;p55"/>
            <p:cNvSpPr/>
            <p:nvPr/>
          </p:nvSpPr>
          <p:spPr>
            <a:xfrm>
              <a:off x="1359152" y="1366979"/>
              <a:ext cx="157974" cy="182125"/>
            </a:xfrm>
            <a:custGeom>
              <a:avLst/>
              <a:gdLst/>
              <a:ahLst/>
              <a:cxnLst/>
              <a:rect l="l" t="t" r="r" b="b"/>
              <a:pathLst>
                <a:path w="3918" h="4517" extrusionOk="0">
                  <a:moveTo>
                    <a:pt x="1958" y="0"/>
                  </a:moveTo>
                  <a:lnTo>
                    <a:pt x="1" y="1130"/>
                  </a:lnTo>
                  <a:lnTo>
                    <a:pt x="1" y="3388"/>
                  </a:lnTo>
                  <a:lnTo>
                    <a:pt x="1958" y="4517"/>
                  </a:lnTo>
                  <a:lnTo>
                    <a:pt x="3917" y="3388"/>
                  </a:lnTo>
                  <a:lnTo>
                    <a:pt x="3917" y="1130"/>
                  </a:lnTo>
                  <a:lnTo>
                    <a:pt x="19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55"/>
            <p:cNvSpPr/>
            <p:nvPr/>
          </p:nvSpPr>
          <p:spPr>
            <a:xfrm>
              <a:off x="1437532" y="1503580"/>
              <a:ext cx="158498" cy="231800"/>
            </a:xfrm>
            <a:custGeom>
              <a:avLst/>
              <a:gdLst/>
              <a:ahLst/>
              <a:cxnLst/>
              <a:rect l="l" t="t" r="r" b="b"/>
              <a:pathLst>
                <a:path w="3931" h="5749" extrusionOk="0">
                  <a:moveTo>
                    <a:pt x="1973" y="0"/>
                  </a:moveTo>
                  <a:lnTo>
                    <a:pt x="1" y="1129"/>
                  </a:lnTo>
                  <a:lnTo>
                    <a:pt x="1" y="3387"/>
                  </a:lnTo>
                  <a:lnTo>
                    <a:pt x="1015" y="3974"/>
                  </a:lnTo>
                  <a:cubicBezTo>
                    <a:pt x="1258" y="4102"/>
                    <a:pt x="1401" y="4359"/>
                    <a:pt x="1401" y="4631"/>
                  </a:cubicBezTo>
                  <a:lnTo>
                    <a:pt x="1401" y="5174"/>
                  </a:lnTo>
                  <a:cubicBezTo>
                    <a:pt x="1401" y="5474"/>
                    <a:pt x="1630" y="5731"/>
                    <a:pt x="1930" y="5746"/>
                  </a:cubicBezTo>
                  <a:cubicBezTo>
                    <a:pt x="1946" y="5748"/>
                    <a:pt x="1963" y="5748"/>
                    <a:pt x="1980" y="5748"/>
                  </a:cubicBezTo>
                  <a:cubicBezTo>
                    <a:pt x="2287" y="5748"/>
                    <a:pt x="2545" y="5500"/>
                    <a:pt x="2545" y="5174"/>
                  </a:cubicBezTo>
                  <a:lnTo>
                    <a:pt x="2545" y="4631"/>
                  </a:lnTo>
                  <a:cubicBezTo>
                    <a:pt x="2545" y="4359"/>
                    <a:pt x="2688" y="4102"/>
                    <a:pt x="2917" y="3974"/>
                  </a:cubicBezTo>
                  <a:lnTo>
                    <a:pt x="3931" y="3387"/>
                  </a:lnTo>
                  <a:lnTo>
                    <a:pt x="3931" y="1129"/>
                  </a:lnTo>
                  <a:lnTo>
                    <a:pt x="1973"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55"/>
            <p:cNvSpPr/>
            <p:nvPr/>
          </p:nvSpPr>
          <p:spPr>
            <a:xfrm>
              <a:off x="1517081" y="1366979"/>
              <a:ext cx="157329" cy="182125"/>
            </a:xfrm>
            <a:custGeom>
              <a:avLst/>
              <a:gdLst/>
              <a:ahLst/>
              <a:cxnLst/>
              <a:rect l="l" t="t" r="r" b="b"/>
              <a:pathLst>
                <a:path w="3902" h="4517" extrusionOk="0">
                  <a:moveTo>
                    <a:pt x="1944" y="0"/>
                  </a:moveTo>
                  <a:lnTo>
                    <a:pt x="0" y="1130"/>
                  </a:lnTo>
                  <a:lnTo>
                    <a:pt x="0" y="3388"/>
                  </a:lnTo>
                  <a:lnTo>
                    <a:pt x="1944" y="4517"/>
                  </a:lnTo>
                  <a:lnTo>
                    <a:pt x="3902" y="3388"/>
                  </a:lnTo>
                  <a:lnTo>
                    <a:pt x="3902" y="1130"/>
                  </a:lnTo>
                  <a:lnTo>
                    <a:pt x="19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55"/>
            <p:cNvSpPr/>
            <p:nvPr/>
          </p:nvSpPr>
          <p:spPr>
            <a:xfrm>
              <a:off x="1517081" y="1366979"/>
              <a:ext cx="157329" cy="182125"/>
            </a:xfrm>
            <a:custGeom>
              <a:avLst/>
              <a:gdLst/>
              <a:ahLst/>
              <a:cxnLst/>
              <a:rect l="l" t="t" r="r" b="b"/>
              <a:pathLst>
                <a:path w="3902" h="4517" extrusionOk="0">
                  <a:moveTo>
                    <a:pt x="1944" y="0"/>
                  </a:moveTo>
                  <a:lnTo>
                    <a:pt x="0" y="1130"/>
                  </a:lnTo>
                  <a:lnTo>
                    <a:pt x="0" y="3388"/>
                  </a:lnTo>
                  <a:lnTo>
                    <a:pt x="1944" y="4517"/>
                  </a:lnTo>
                  <a:lnTo>
                    <a:pt x="3902" y="3388"/>
                  </a:lnTo>
                  <a:lnTo>
                    <a:pt x="3902" y="1130"/>
                  </a:lnTo>
                  <a:lnTo>
                    <a:pt x="19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55"/>
            <p:cNvSpPr/>
            <p:nvPr/>
          </p:nvSpPr>
          <p:spPr>
            <a:xfrm>
              <a:off x="1347057" y="1353714"/>
              <a:ext cx="339494" cy="393160"/>
            </a:xfrm>
            <a:custGeom>
              <a:avLst/>
              <a:gdLst/>
              <a:ahLst/>
              <a:cxnLst/>
              <a:rect l="l" t="t" r="r" b="b"/>
              <a:pathLst>
                <a:path w="8420" h="9751" extrusionOk="0">
                  <a:moveTo>
                    <a:pt x="2258" y="658"/>
                  </a:moveTo>
                  <a:lnTo>
                    <a:pt x="3931" y="1630"/>
                  </a:lnTo>
                  <a:lnTo>
                    <a:pt x="3931" y="3546"/>
                  </a:lnTo>
                  <a:lnTo>
                    <a:pt x="2258" y="4518"/>
                  </a:lnTo>
                  <a:lnTo>
                    <a:pt x="587" y="3546"/>
                  </a:lnTo>
                  <a:lnTo>
                    <a:pt x="587" y="1630"/>
                  </a:lnTo>
                  <a:lnTo>
                    <a:pt x="2258" y="658"/>
                  </a:lnTo>
                  <a:close/>
                  <a:moveTo>
                    <a:pt x="6161" y="658"/>
                  </a:moveTo>
                  <a:lnTo>
                    <a:pt x="7833" y="1615"/>
                  </a:lnTo>
                  <a:lnTo>
                    <a:pt x="7833" y="3546"/>
                  </a:lnTo>
                  <a:lnTo>
                    <a:pt x="6161" y="4518"/>
                  </a:lnTo>
                  <a:lnTo>
                    <a:pt x="4503" y="3546"/>
                  </a:lnTo>
                  <a:lnTo>
                    <a:pt x="4503" y="1615"/>
                  </a:lnTo>
                  <a:lnTo>
                    <a:pt x="6161" y="658"/>
                  </a:lnTo>
                  <a:close/>
                  <a:moveTo>
                    <a:pt x="4202" y="4045"/>
                  </a:moveTo>
                  <a:lnTo>
                    <a:pt x="5875" y="5017"/>
                  </a:lnTo>
                  <a:lnTo>
                    <a:pt x="5875" y="6947"/>
                  </a:lnTo>
                  <a:lnTo>
                    <a:pt x="5018" y="7447"/>
                  </a:lnTo>
                  <a:cubicBezTo>
                    <a:pt x="4688" y="7634"/>
                    <a:pt x="4503" y="7977"/>
                    <a:pt x="4503" y="8333"/>
                  </a:cubicBezTo>
                  <a:lnTo>
                    <a:pt x="4503" y="8891"/>
                  </a:lnTo>
                  <a:cubicBezTo>
                    <a:pt x="4503" y="9034"/>
                    <a:pt x="4389" y="9162"/>
                    <a:pt x="4246" y="9177"/>
                  </a:cubicBezTo>
                  <a:cubicBezTo>
                    <a:pt x="4231" y="9180"/>
                    <a:pt x="4216" y="9181"/>
                    <a:pt x="4202" y="9181"/>
                  </a:cubicBezTo>
                  <a:cubicBezTo>
                    <a:pt x="4051" y="9181"/>
                    <a:pt x="3931" y="9048"/>
                    <a:pt x="3931" y="8891"/>
                  </a:cubicBezTo>
                  <a:lnTo>
                    <a:pt x="3931" y="8348"/>
                  </a:lnTo>
                  <a:cubicBezTo>
                    <a:pt x="3931" y="7977"/>
                    <a:pt x="3731" y="7634"/>
                    <a:pt x="3402" y="7447"/>
                  </a:cubicBezTo>
                  <a:lnTo>
                    <a:pt x="2531" y="6947"/>
                  </a:lnTo>
                  <a:lnTo>
                    <a:pt x="2531" y="5017"/>
                  </a:lnTo>
                  <a:lnTo>
                    <a:pt x="4202" y="4045"/>
                  </a:lnTo>
                  <a:close/>
                  <a:moveTo>
                    <a:pt x="2245" y="1"/>
                  </a:moveTo>
                  <a:lnTo>
                    <a:pt x="0" y="1301"/>
                  </a:lnTo>
                  <a:lnTo>
                    <a:pt x="0" y="3889"/>
                  </a:lnTo>
                  <a:lnTo>
                    <a:pt x="1959" y="5017"/>
                  </a:lnTo>
                  <a:lnTo>
                    <a:pt x="1959" y="7276"/>
                  </a:lnTo>
                  <a:lnTo>
                    <a:pt x="3116" y="7948"/>
                  </a:lnTo>
                  <a:cubicBezTo>
                    <a:pt x="3259" y="8019"/>
                    <a:pt x="3360" y="8177"/>
                    <a:pt x="3360" y="8348"/>
                  </a:cubicBezTo>
                  <a:lnTo>
                    <a:pt x="3360" y="8877"/>
                  </a:lnTo>
                  <a:cubicBezTo>
                    <a:pt x="3360" y="9334"/>
                    <a:pt x="3716" y="9734"/>
                    <a:pt x="4160" y="9749"/>
                  </a:cubicBezTo>
                  <a:cubicBezTo>
                    <a:pt x="4177" y="9750"/>
                    <a:pt x="4195" y="9750"/>
                    <a:pt x="4212" y="9750"/>
                  </a:cubicBezTo>
                  <a:cubicBezTo>
                    <a:pt x="4688" y="9750"/>
                    <a:pt x="5075" y="9374"/>
                    <a:pt x="5075" y="8891"/>
                  </a:cubicBezTo>
                  <a:lnTo>
                    <a:pt x="5075" y="8348"/>
                  </a:lnTo>
                  <a:cubicBezTo>
                    <a:pt x="5075" y="8177"/>
                    <a:pt x="5161" y="8019"/>
                    <a:pt x="5303" y="7948"/>
                  </a:cubicBezTo>
                  <a:lnTo>
                    <a:pt x="6461" y="7276"/>
                  </a:lnTo>
                  <a:lnTo>
                    <a:pt x="6461" y="5017"/>
                  </a:lnTo>
                  <a:lnTo>
                    <a:pt x="8419" y="3889"/>
                  </a:lnTo>
                  <a:lnTo>
                    <a:pt x="8419" y="1301"/>
                  </a:lnTo>
                  <a:lnTo>
                    <a:pt x="6175" y="1"/>
                  </a:lnTo>
                  <a:lnTo>
                    <a:pt x="4217" y="1129"/>
                  </a:lnTo>
                  <a:lnTo>
                    <a:pt x="22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55"/>
            <p:cNvSpPr/>
            <p:nvPr/>
          </p:nvSpPr>
          <p:spPr>
            <a:xfrm>
              <a:off x="1476117" y="1548535"/>
              <a:ext cx="80721" cy="92776"/>
            </a:xfrm>
            <a:custGeom>
              <a:avLst/>
              <a:gdLst/>
              <a:ahLst/>
              <a:cxnLst/>
              <a:rect l="l" t="t" r="r" b="b"/>
              <a:pathLst>
                <a:path w="2002" h="2301" extrusionOk="0">
                  <a:moveTo>
                    <a:pt x="1001" y="0"/>
                  </a:moveTo>
                  <a:lnTo>
                    <a:pt x="1" y="572"/>
                  </a:lnTo>
                  <a:lnTo>
                    <a:pt x="1" y="1729"/>
                  </a:lnTo>
                  <a:lnTo>
                    <a:pt x="1001" y="2301"/>
                  </a:lnTo>
                  <a:lnTo>
                    <a:pt x="2002" y="1729"/>
                  </a:lnTo>
                  <a:lnTo>
                    <a:pt x="2002" y="572"/>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55"/>
            <p:cNvSpPr/>
            <p:nvPr/>
          </p:nvSpPr>
          <p:spPr>
            <a:xfrm>
              <a:off x="1555102"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55"/>
            <p:cNvSpPr/>
            <p:nvPr/>
          </p:nvSpPr>
          <p:spPr>
            <a:xfrm>
              <a:off x="1397738"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55"/>
            <p:cNvSpPr/>
            <p:nvPr/>
          </p:nvSpPr>
          <p:spPr>
            <a:xfrm>
              <a:off x="1555102"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7" name="Google Shape;1717;p55"/>
          <p:cNvGrpSpPr/>
          <p:nvPr/>
        </p:nvGrpSpPr>
        <p:grpSpPr>
          <a:xfrm>
            <a:off x="1094713" y="1587624"/>
            <a:ext cx="477648" cy="476955"/>
            <a:chOff x="1998851" y="1353714"/>
            <a:chExt cx="393644" cy="393074"/>
          </a:xfrm>
        </p:grpSpPr>
        <p:sp>
          <p:nvSpPr>
            <p:cNvPr id="1718" name="Google Shape;1718;p55"/>
            <p:cNvSpPr/>
            <p:nvPr/>
          </p:nvSpPr>
          <p:spPr>
            <a:xfrm>
              <a:off x="2040904" y="1353714"/>
              <a:ext cx="308367" cy="228816"/>
            </a:xfrm>
            <a:custGeom>
              <a:avLst/>
              <a:gdLst/>
              <a:ahLst/>
              <a:cxnLst/>
              <a:rect l="l" t="t" r="r" b="b"/>
              <a:pathLst>
                <a:path w="7648" h="5675" extrusionOk="0">
                  <a:moveTo>
                    <a:pt x="3217" y="1"/>
                  </a:moveTo>
                  <a:lnTo>
                    <a:pt x="2373" y="2574"/>
                  </a:lnTo>
                  <a:lnTo>
                    <a:pt x="1344" y="2574"/>
                  </a:lnTo>
                  <a:lnTo>
                    <a:pt x="0" y="5675"/>
                  </a:lnTo>
                  <a:lnTo>
                    <a:pt x="7648" y="5675"/>
                  </a:lnTo>
                  <a:lnTo>
                    <a:pt x="6975" y="1830"/>
                  </a:lnTo>
                  <a:lnTo>
                    <a:pt x="5704" y="1830"/>
                  </a:lnTo>
                  <a:lnTo>
                    <a:pt x="533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55"/>
            <p:cNvSpPr/>
            <p:nvPr/>
          </p:nvSpPr>
          <p:spPr>
            <a:xfrm>
              <a:off x="2041509" y="1582484"/>
              <a:ext cx="307763" cy="164304"/>
            </a:xfrm>
            <a:custGeom>
              <a:avLst/>
              <a:gdLst/>
              <a:ahLst/>
              <a:cxnLst/>
              <a:rect l="l" t="t" r="r" b="b"/>
              <a:pathLst>
                <a:path w="7633" h="4075" extrusionOk="0">
                  <a:moveTo>
                    <a:pt x="0" y="1"/>
                  </a:moveTo>
                  <a:lnTo>
                    <a:pt x="786" y="2303"/>
                  </a:lnTo>
                  <a:lnTo>
                    <a:pt x="1901" y="2303"/>
                  </a:lnTo>
                  <a:lnTo>
                    <a:pt x="3259" y="4075"/>
                  </a:lnTo>
                  <a:lnTo>
                    <a:pt x="5260" y="4075"/>
                  </a:lnTo>
                  <a:lnTo>
                    <a:pt x="5889" y="2789"/>
                  </a:lnTo>
                  <a:lnTo>
                    <a:pt x="7233" y="2789"/>
                  </a:lnTo>
                  <a:lnTo>
                    <a:pt x="763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55"/>
            <p:cNvSpPr/>
            <p:nvPr/>
          </p:nvSpPr>
          <p:spPr>
            <a:xfrm>
              <a:off x="1998851" y="1570953"/>
              <a:ext cx="393644" cy="23103"/>
            </a:xfrm>
            <a:custGeom>
              <a:avLst/>
              <a:gdLst/>
              <a:ahLst/>
              <a:cxnLst/>
              <a:rect l="l" t="t" r="r" b="b"/>
              <a:pathLst>
                <a:path w="9763" h="573" extrusionOk="0">
                  <a:moveTo>
                    <a:pt x="0" y="1"/>
                  </a:moveTo>
                  <a:lnTo>
                    <a:pt x="0" y="573"/>
                  </a:lnTo>
                  <a:lnTo>
                    <a:pt x="9762" y="573"/>
                  </a:lnTo>
                  <a:lnTo>
                    <a:pt x="976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55"/>
            <p:cNvSpPr/>
            <p:nvPr/>
          </p:nvSpPr>
          <p:spPr>
            <a:xfrm>
              <a:off x="2235684" y="1407903"/>
              <a:ext cx="46731" cy="110074"/>
            </a:xfrm>
            <a:custGeom>
              <a:avLst/>
              <a:gdLst/>
              <a:ahLst/>
              <a:cxnLst/>
              <a:rect l="l" t="t" r="r" b="b"/>
              <a:pathLst>
                <a:path w="1159" h="2730" extrusionOk="0">
                  <a:moveTo>
                    <a:pt x="787" y="0"/>
                  </a:moveTo>
                  <a:lnTo>
                    <a:pt x="0" y="1301"/>
                  </a:lnTo>
                  <a:lnTo>
                    <a:pt x="0" y="2730"/>
                  </a:lnTo>
                  <a:lnTo>
                    <a:pt x="572" y="2730"/>
                  </a:lnTo>
                  <a:lnTo>
                    <a:pt x="572" y="1458"/>
                  </a:lnTo>
                  <a:lnTo>
                    <a:pt x="1159" y="486"/>
                  </a:lnTo>
                  <a:lnTo>
                    <a:pt x="873" y="486"/>
                  </a:lnTo>
                  <a:lnTo>
                    <a:pt x="787" y="0"/>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55"/>
            <p:cNvSpPr/>
            <p:nvPr/>
          </p:nvSpPr>
          <p:spPr>
            <a:xfrm>
              <a:off x="2296203" y="1622279"/>
              <a:ext cx="66891" cy="23103"/>
            </a:xfrm>
            <a:custGeom>
              <a:avLst/>
              <a:gdLst/>
              <a:ahLst/>
              <a:cxnLst/>
              <a:rect l="l" t="t" r="r" b="b"/>
              <a:pathLst>
                <a:path w="1659" h="573" extrusionOk="0">
                  <a:moveTo>
                    <a:pt x="1" y="1"/>
                  </a:moveTo>
                  <a:lnTo>
                    <a:pt x="1" y="572"/>
                  </a:lnTo>
                  <a:lnTo>
                    <a:pt x="1659" y="572"/>
                  </a:lnTo>
                  <a:lnTo>
                    <a:pt x="1659" y="1"/>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55"/>
            <p:cNvSpPr/>
            <p:nvPr/>
          </p:nvSpPr>
          <p:spPr>
            <a:xfrm>
              <a:off x="2043807" y="1711585"/>
              <a:ext cx="44392" cy="23103"/>
            </a:xfrm>
            <a:custGeom>
              <a:avLst/>
              <a:gdLst/>
              <a:ahLst/>
              <a:cxnLst/>
              <a:rect l="l" t="t" r="r" b="b"/>
              <a:pathLst>
                <a:path w="1101" h="573" extrusionOk="0">
                  <a:moveTo>
                    <a:pt x="0" y="1"/>
                  </a:moveTo>
                  <a:lnTo>
                    <a:pt x="0" y="572"/>
                  </a:lnTo>
                  <a:lnTo>
                    <a:pt x="1100" y="572"/>
                  </a:lnTo>
                  <a:lnTo>
                    <a:pt x="1100"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55"/>
            <p:cNvSpPr/>
            <p:nvPr/>
          </p:nvSpPr>
          <p:spPr>
            <a:xfrm>
              <a:off x="2348093" y="1711585"/>
              <a:ext cx="23628" cy="23103"/>
            </a:xfrm>
            <a:custGeom>
              <a:avLst/>
              <a:gdLst/>
              <a:ahLst/>
              <a:cxnLst/>
              <a:rect l="l" t="t" r="r" b="b"/>
              <a:pathLst>
                <a:path w="586" h="573" extrusionOk="0">
                  <a:moveTo>
                    <a:pt x="0" y="1"/>
                  </a:moveTo>
                  <a:lnTo>
                    <a:pt x="0" y="572"/>
                  </a:lnTo>
                  <a:lnTo>
                    <a:pt x="586" y="572"/>
                  </a:lnTo>
                  <a:lnTo>
                    <a:pt x="586" y="1"/>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55"/>
            <p:cNvSpPr/>
            <p:nvPr/>
          </p:nvSpPr>
          <p:spPr>
            <a:xfrm>
              <a:off x="2172908" y="1622279"/>
              <a:ext cx="39191" cy="23103"/>
            </a:xfrm>
            <a:custGeom>
              <a:avLst/>
              <a:gdLst/>
              <a:ahLst/>
              <a:cxnLst/>
              <a:rect l="l" t="t" r="r" b="b"/>
              <a:pathLst>
                <a:path w="972" h="573" extrusionOk="0">
                  <a:moveTo>
                    <a:pt x="0" y="1"/>
                  </a:moveTo>
                  <a:lnTo>
                    <a:pt x="0" y="572"/>
                  </a:lnTo>
                  <a:lnTo>
                    <a:pt x="972" y="572"/>
                  </a:lnTo>
                  <a:lnTo>
                    <a:pt x="9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55"/>
            <p:cNvSpPr/>
            <p:nvPr/>
          </p:nvSpPr>
          <p:spPr>
            <a:xfrm>
              <a:off x="2009778" y="1622279"/>
              <a:ext cx="23708" cy="23103"/>
            </a:xfrm>
            <a:custGeom>
              <a:avLst/>
              <a:gdLst/>
              <a:ahLst/>
              <a:cxnLst/>
              <a:rect l="l" t="t" r="r" b="b"/>
              <a:pathLst>
                <a:path w="588" h="573" extrusionOk="0">
                  <a:moveTo>
                    <a:pt x="0" y="1"/>
                  </a:moveTo>
                  <a:lnTo>
                    <a:pt x="0" y="572"/>
                  </a:lnTo>
                  <a:lnTo>
                    <a:pt x="587" y="572"/>
                  </a:lnTo>
                  <a:lnTo>
                    <a:pt x="5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55"/>
            <p:cNvSpPr/>
            <p:nvPr/>
          </p:nvSpPr>
          <p:spPr>
            <a:xfrm>
              <a:off x="2235684" y="1407903"/>
              <a:ext cx="46731" cy="110074"/>
            </a:xfrm>
            <a:custGeom>
              <a:avLst/>
              <a:gdLst/>
              <a:ahLst/>
              <a:cxnLst/>
              <a:rect l="l" t="t" r="r" b="b"/>
              <a:pathLst>
                <a:path w="1159" h="2730" extrusionOk="0">
                  <a:moveTo>
                    <a:pt x="787" y="0"/>
                  </a:moveTo>
                  <a:lnTo>
                    <a:pt x="0" y="1301"/>
                  </a:lnTo>
                  <a:lnTo>
                    <a:pt x="0" y="2730"/>
                  </a:lnTo>
                  <a:lnTo>
                    <a:pt x="572" y="2730"/>
                  </a:lnTo>
                  <a:lnTo>
                    <a:pt x="572" y="1458"/>
                  </a:lnTo>
                  <a:lnTo>
                    <a:pt x="1159" y="486"/>
                  </a:lnTo>
                  <a:lnTo>
                    <a:pt x="873" y="486"/>
                  </a:lnTo>
                  <a:lnTo>
                    <a:pt x="787"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55"/>
            <p:cNvSpPr/>
            <p:nvPr/>
          </p:nvSpPr>
          <p:spPr>
            <a:xfrm>
              <a:off x="2296203" y="1622279"/>
              <a:ext cx="66891" cy="23103"/>
            </a:xfrm>
            <a:custGeom>
              <a:avLst/>
              <a:gdLst/>
              <a:ahLst/>
              <a:cxnLst/>
              <a:rect l="l" t="t" r="r" b="b"/>
              <a:pathLst>
                <a:path w="1659" h="573" extrusionOk="0">
                  <a:moveTo>
                    <a:pt x="1" y="1"/>
                  </a:moveTo>
                  <a:lnTo>
                    <a:pt x="1" y="572"/>
                  </a:lnTo>
                  <a:lnTo>
                    <a:pt x="1659" y="572"/>
                  </a:lnTo>
                  <a:lnTo>
                    <a:pt x="16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55"/>
            <p:cNvSpPr/>
            <p:nvPr/>
          </p:nvSpPr>
          <p:spPr>
            <a:xfrm>
              <a:off x="2348093" y="1711585"/>
              <a:ext cx="23628" cy="23103"/>
            </a:xfrm>
            <a:custGeom>
              <a:avLst/>
              <a:gdLst/>
              <a:ahLst/>
              <a:cxnLst/>
              <a:rect l="l" t="t" r="r" b="b"/>
              <a:pathLst>
                <a:path w="586" h="573" extrusionOk="0">
                  <a:moveTo>
                    <a:pt x="0" y="1"/>
                  </a:moveTo>
                  <a:lnTo>
                    <a:pt x="0" y="572"/>
                  </a:lnTo>
                  <a:lnTo>
                    <a:pt x="586" y="572"/>
                  </a:lnTo>
                  <a:lnTo>
                    <a:pt x="586"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0" name="Google Shape;1730;p55"/>
          <p:cNvGrpSpPr/>
          <p:nvPr/>
        </p:nvGrpSpPr>
        <p:grpSpPr>
          <a:xfrm>
            <a:off x="5190467" y="3934487"/>
            <a:ext cx="477590" cy="442030"/>
            <a:chOff x="2677740" y="1368108"/>
            <a:chExt cx="393597" cy="364290"/>
          </a:xfrm>
        </p:grpSpPr>
        <p:sp>
          <p:nvSpPr>
            <p:cNvPr id="1731" name="Google Shape;1731;p55"/>
            <p:cNvSpPr/>
            <p:nvPr/>
          </p:nvSpPr>
          <p:spPr>
            <a:xfrm>
              <a:off x="2932999" y="1368108"/>
              <a:ext cx="94550" cy="137209"/>
            </a:xfrm>
            <a:custGeom>
              <a:avLst/>
              <a:gdLst/>
              <a:ahLst/>
              <a:cxnLst/>
              <a:rect l="l" t="t" r="r" b="b"/>
              <a:pathLst>
                <a:path w="2345" h="3403" extrusionOk="0">
                  <a:moveTo>
                    <a:pt x="1287" y="1"/>
                  </a:moveTo>
                  <a:lnTo>
                    <a:pt x="558" y="730"/>
                  </a:lnTo>
                  <a:cubicBezTo>
                    <a:pt x="0" y="1287"/>
                    <a:pt x="0" y="2217"/>
                    <a:pt x="558" y="2774"/>
                  </a:cubicBezTo>
                  <a:lnTo>
                    <a:pt x="1187" y="3402"/>
                  </a:lnTo>
                  <a:lnTo>
                    <a:pt x="1916" y="2674"/>
                  </a:lnTo>
                  <a:cubicBezTo>
                    <a:pt x="2188" y="2402"/>
                    <a:pt x="2345" y="2030"/>
                    <a:pt x="2345" y="1645"/>
                  </a:cubicBezTo>
                  <a:cubicBezTo>
                    <a:pt x="2345" y="1258"/>
                    <a:pt x="2188" y="902"/>
                    <a:pt x="1916" y="630"/>
                  </a:cubicBezTo>
                  <a:lnTo>
                    <a:pt x="1287"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55"/>
            <p:cNvSpPr/>
            <p:nvPr/>
          </p:nvSpPr>
          <p:spPr>
            <a:xfrm>
              <a:off x="2847724" y="1453423"/>
              <a:ext cx="100316" cy="137169"/>
            </a:xfrm>
            <a:custGeom>
              <a:avLst/>
              <a:gdLst/>
              <a:ahLst/>
              <a:cxnLst/>
              <a:rect l="l" t="t" r="r" b="b"/>
              <a:pathLst>
                <a:path w="2488" h="3402" extrusionOk="0">
                  <a:moveTo>
                    <a:pt x="1286" y="0"/>
                  </a:moveTo>
                  <a:lnTo>
                    <a:pt x="558" y="730"/>
                  </a:lnTo>
                  <a:cubicBezTo>
                    <a:pt x="0" y="1301"/>
                    <a:pt x="0" y="2216"/>
                    <a:pt x="558" y="2773"/>
                  </a:cubicBezTo>
                  <a:lnTo>
                    <a:pt x="1187" y="3402"/>
                  </a:lnTo>
                  <a:lnTo>
                    <a:pt x="1915" y="2674"/>
                  </a:lnTo>
                  <a:cubicBezTo>
                    <a:pt x="2487" y="2102"/>
                    <a:pt x="2487" y="1187"/>
                    <a:pt x="1915" y="629"/>
                  </a:cubicBezTo>
                  <a:lnTo>
                    <a:pt x="128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55"/>
            <p:cNvSpPr/>
            <p:nvPr/>
          </p:nvSpPr>
          <p:spPr>
            <a:xfrm>
              <a:off x="2761845" y="1538698"/>
              <a:ext cx="95115" cy="137209"/>
            </a:xfrm>
            <a:custGeom>
              <a:avLst/>
              <a:gdLst/>
              <a:ahLst/>
              <a:cxnLst/>
              <a:rect l="l" t="t" r="r" b="b"/>
              <a:pathLst>
                <a:path w="2359" h="3403" extrusionOk="0">
                  <a:moveTo>
                    <a:pt x="1301" y="0"/>
                  </a:moveTo>
                  <a:lnTo>
                    <a:pt x="573" y="730"/>
                  </a:lnTo>
                  <a:cubicBezTo>
                    <a:pt x="1" y="1302"/>
                    <a:pt x="1" y="2217"/>
                    <a:pt x="573" y="2773"/>
                  </a:cubicBezTo>
                  <a:lnTo>
                    <a:pt x="1202" y="3402"/>
                  </a:lnTo>
                  <a:lnTo>
                    <a:pt x="1930" y="2674"/>
                  </a:lnTo>
                  <a:cubicBezTo>
                    <a:pt x="2202" y="2402"/>
                    <a:pt x="2359" y="2045"/>
                    <a:pt x="2359" y="1645"/>
                  </a:cubicBezTo>
                  <a:cubicBezTo>
                    <a:pt x="2359" y="1258"/>
                    <a:pt x="2202" y="902"/>
                    <a:pt x="1930" y="629"/>
                  </a:cubicBezTo>
                  <a:lnTo>
                    <a:pt x="1301"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55"/>
            <p:cNvSpPr/>
            <p:nvPr/>
          </p:nvSpPr>
          <p:spPr>
            <a:xfrm>
              <a:off x="2934168" y="1473018"/>
              <a:ext cx="137169" cy="88785"/>
            </a:xfrm>
            <a:custGeom>
              <a:avLst/>
              <a:gdLst/>
              <a:ahLst/>
              <a:cxnLst/>
              <a:rect l="l" t="t" r="r" b="b"/>
              <a:pathLst>
                <a:path w="3402" h="2202" extrusionOk="0">
                  <a:moveTo>
                    <a:pt x="1759" y="0"/>
                  </a:moveTo>
                  <a:cubicBezTo>
                    <a:pt x="1372" y="0"/>
                    <a:pt x="1001" y="143"/>
                    <a:pt x="730" y="429"/>
                  </a:cubicBezTo>
                  <a:lnTo>
                    <a:pt x="0" y="1158"/>
                  </a:lnTo>
                  <a:lnTo>
                    <a:pt x="629" y="1772"/>
                  </a:lnTo>
                  <a:cubicBezTo>
                    <a:pt x="901" y="2058"/>
                    <a:pt x="1258" y="2201"/>
                    <a:pt x="1644" y="2201"/>
                  </a:cubicBezTo>
                  <a:cubicBezTo>
                    <a:pt x="2030" y="2201"/>
                    <a:pt x="2401" y="2058"/>
                    <a:pt x="2673" y="1772"/>
                  </a:cubicBezTo>
                  <a:lnTo>
                    <a:pt x="3402" y="1044"/>
                  </a:lnTo>
                  <a:lnTo>
                    <a:pt x="2773" y="429"/>
                  </a:lnTo>
                  <a:cubicBezTo>
                    <a:pt x="2502" y="143"/>
                    <a:pt x="2144" y="0"/>
                    <a:pt x="17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55"/>
            <p:cNvSpPr/>
            <p:nvPr/>
          </p:nvSpPr>
          <p:spPr>
            <a:xfrm>
              <a:off x="2848853" y="1558293"/>
              <a:ext cx="137209" cy="88785"/>
            </a:xfrm>
            <a:custGeom>
              <a:avLst/>
              <a:gdLst/>
              <a:ahLst/>
              <a:cxnLst/>
              <a:rect l="l" t="t" r="r" b="b"/>
              <a:pathLst>
                <a:path w="3403" h="2202" extrusionOk="0">
                  <a:moveTo>
                    <a:pt x="1759" y="0"/>
                  </a:moveTo>
                  <a:cubicBezTo>
                    <a:pt x="1359" y="0"/>
                    <a:pt x="1001" y="143"/>
                    <a:pt x="730" y="429"/>
                  </a:cubicBezTo>
                  <a:lnTo>
                    <a:pt x="1" y="1159"/>
                  </a:lnTo>
                  <a:lnTo>
                    <a:pt x="630" y="1788"/>
                  </a:lnTo>
                  <a:cubicBezTo>
                    <a:pt x="902" y="2059"/>
                    <a:pt x="1258" y="2202"/>
                    <a:pt x="1645" y="2202"/>
                  </a:cubicBezTo>
                  <a:cubicBezTo>
                    <a:pt x="2030" y="2202"/>
                    <a:pt x="2402" y="2059"/>
                    <a:pt x="2674" y="1788"/>
                  </a:cubicBezTo>
                  <a:lnTo>
                    <a:pt x="3402" y="1044"/>
                  </a:lnTo>
                  <a:lnTo>
                    <a:pt x="2774" y="429"/>
                  </a:lnTo>
                  <a:cubicBezTo>
                    <a:pt x="2503" y="143"/>
                    <a:pt x="2145" y="0"/>
                    <a:pt x="17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55"/>
            <p:cNvSpPr/>
            <p:nvPr/>
          </p:nvSpPr>
          <p:spPr>
            <a:xfrm>
              <a:off x="2763579" y="1643567"/>
              <a:ext cx="137169" cy="88825"/>
            </a:xfrm>
            <a:custGeom>
              <a:avLst/>
              <a:gdLst/>
              <a:ahLst/>
              <a:cxnLst/>
              <a:rect l="l" t="t" r="r" b="b"/>
              <a:pathLst>
                <a:path w="3402" h="2203" extrusionOk="0">
                  <a:moveTo>
                    <a:pt x="1744" y="1"/>
                  </a:moveTo>
                  <a:cubicBezTo>
                    <a:pt x="1359" y="1"/>
                    <a:pt x="1001" y="159"/>
                    <a:pt x="730" y="430"/>
                  </a:cubicBezTo>
                  <a:lnTo>
                    <a:pt x="0" y="1159"/>
                  </a:lnTo>
                  <a:lnTo>
                    <a:pt x="615" y="1788"/>
                  </a:lnTo>
                  <a:cubicBezTo>
                    <a:pt x="901" y="2059"/>
                    <a:pt x="1258" y="2202"/>
                    <a:pt x="1644" y="2202"/>
                  </a:cubicBezTo>
                  <a:cubicBezTo>
                    <a:pt x="2030" y="2202"/>
                    <a:pt x="2401" y="2059"/>
                    <a:pt x="2674" y="1788"/>
                  </a:cubicBezTo>
                  <a:lnTo>
                    <a:pt x="3402" y="1059"/>
                  </a:lnTo>
                  <a:lnTo>
                    <a:pt x="2773" y="430"/>
                  </a:lnTo>
                  <a:cubicBezTo>
                    <a:pt x="2502" y="159"/>
                    <a:pt x="2144" y="1"/>
                    <a:pt x="17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55"/>
            <p:cNvSpPr/>
            <p:nvPr/>
          </p:nvSpPr>
          <p:spPr>
            <a:xfrm>
              <a:off x="2942232" y="1473018"/>
              <a:ext cx="129105" cy="88785"/>
            </a:xfrm>
            <a:custGeom>
              <a:avLst/>
              <a:gdLst/>
              <a:ahLst/>
              <a:cxnLst/>
              <a:rect l="l" t="t" r="r" b="b"/>
              <a:pathLst>
                <a:path w="3202" h="2202" extrusionOk="0">
                  <a:moveTo>
                    <a:pt x="1559" y="0"/>
                  </a:moveTo>
                  <a:cubicBezTo>
                    <a:pt x="1487" y="0"/>
                    <a:pt x="1416" y="0"/>
                    <a:pt x="1344" y="15"/>
                  </a:cubicBezTo>
                  <a:lnTo>
                    <a:pt x="0" y="1358"/>
                  </a:lnTo>
                  <a:lnTo>
                    <a:pt x="429" y="1772"/>
                  </a:lnTo>
                  <a:cubicBezTo>
                    <a:pt x="701" y="2058"/>
                    <a:pt x="1058" y="2201"/>
                    <a:pt x="1444" y="2201"/>
                  </a:cubicBezTo>
                  <a:cubicBezTo>
                    <a:pt x="1830" y="2201"/>
                    <a:pt x="2201" y="2058"/>
                    <a:pt x="2473" y="1772"/>
                  </a:cubicBezTo>
                  <a:lnTo>
                    <a:pt x="3202" y="1044"/>
                  </a:lnTo>
                  <a:lnTo>
                    <a:pt x="2573" y="429"/>
                  </a:lnTo>
                  <a:cubicBezTo>
                    <a:pt x="2302" y="143"/>
                    <a:pt x="1944" y="0"/>
                    <a:pt x="15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55"/>
            <p:cNvSpPr/>
            <p:nvPr/>
          </p:nvSpPr>
          <p:spPr>
            <a:xfrm>
              <a:off x="2856917" y="1558293"/>
              <a:ext cx="129145" cy="88785"/>
            </a:xfrm>
            <a:custGeom>
              <a:avLst/>
              <a:gdLst/>
              <a:ahLst/>
              <a:cxnLst/>
              <a:rect l="l" t="t" r="r" b="b"/>
              <a:pathLst>
                <a:path w="3203" h="2202" extrusionOk="0">
                  <a:moveTo>
                    <a:pt x="1559" y="0"/>
                  </a:moveTo>
                  <a:cubicBezTo>
                    <a:pt x="1487" y="0"/>
                    <a:pt x="1416" y="0"/>
                    <a:pt x="1344" y="15"/>
                  </a:cubicBezTo>
                  <a:lnTo>
                    <a:pt x="1" y="1359"/>
                  </a:lnTo>
                  <a:lnTo>
                    <a:pt x="430" y="1788"/>
                  </a:lnTo>
                  <a:cubicBezTo>
                    <a:pt x="702" y="2059"/>
                    <a:pt x="1058" y="2202"/>
                    <a:pt x="1445" y="2202"/>
                  </a:cubicBezTo>
                  <a:cubicBezTo>
                    <a:pt x="1830" y="2202"/>
                    <a:pt x="2202" y="2059"/>
                    <a:pt x="2474" y="1788"/>
                  </a:cubicBezTo>
                  <a:lnTo>
                    <a:pt x="3202" y="1044"/>
                  </a:lnTo>
                  <a:lnTo>
                    <a:pt x="2574" y="429"/>
                  </a:lnTo>
                  <a:cubicBezTo>
                    <a:pt x="2303" y="143"/>
                    <a:pt x="1945" y="0"/>
                    <a:pt x="15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55"/>
            <p:cNvSpPr/>
            <p:nvPr/>
          </p:nvSpPr>
          <p:spPr>
            <a:xfrm>
              <a:off x="2771643" y="1643567"/>
              <a:ext cx="129105" cy="88825"/>
            </a:xfrm>
            <a:custGeom>
              <a:avLst/>
              <a:gdLst/>
              <a:ahLst/>
              <a:cxnLst/>
              <a:rect l="l" t="t" r="r" b="b"/>
              <a:pathLst>
                <a:path w="3202" h="2203" extrusionOk="0">
                  <a:moveTo>
                    <a:pt x="1544" y="1"/>
                  </a:moveTo>
                  <a:cubicBezTo>
                    <a:pt x="1473" y="1"/>
                    <a:pt x="1416" y="1"/>
                    <a:pt x="1344" y="16"/>
                  </a:cubicBezTo>
                  <a:lnTo>
                    <a:pt x="0" y="1359"/>
                  </a:lnTo>
                  <a:lnTo>
                    <a:pt x="415" y="1788"/>
                  </a:lnTo>
                  <a:cubicBezTo>
                    <a:pt x="701" y="2059"/>
                    <a:pt x="1058" y="2202"/>
                    <a:pt x="1444" y="2202"/>
                  </a:cubicBezTo>
                  <a:cubicBezTo>
                    <a:pt x="1830" y="2202"/>
                    <a:pt x="2201" y="2059"/>
                    <a:pt x="2474" y="1788"/>
                  </a:cubicBezTo>
                  <a:lnTo>
                    <a:pt x="3202" y="1059"/>
                  </a:lnTo>
                  <a:lnTo>
                    <a:pt x="2573" y="430"/>
                  </a:lnTo>
                  <a:cubicBezTo>
                    <a:pt x="2302" y="159"/>
                    <a:pt x="1944" y="1"/>
                    <a:pt x="15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55"/>
            <p:cNvSpPr/>
            <p:nvPr/>
          </p:nvSpPr>
          <p:spPr>
            <a:xfrm>
              <a:off x="2677740" y="1410766"/>
              <a:ext cx="380943" cy="321633"/>
            </a:xfrm>
            <a:custGeom>
              <a:avLst/>
              <a:gdLst/>
              <a:ahLst/>
              <a:cxnLst/>
              <a:rect l="l" t="t" r="r" b="b"/>
              <a:pathLst>
                <a:path w="9448" h="7977" extrusionOk="0">
                  <a:moveTo>
                    <a:pt x="9047" y="0"/>
                  </a:moveTo>
                  <a:lnTo>
                    <a:pt x="1944" y="7118"/>
                  </a:lnTo>
                  <a:cubicBezTo>
                    <a:pt x="1751" y="7312"/>
                    <a:pt x="1497" y="7408"/>
                    <a:pt x="1243" y="7408"/>
                  </a:cubicBezTo>
                  <a:cubicBezTo>
                    <a:pt x="989" y="7408"/>
                    <a:pt x="736" y="7312"/>
                    <a:pt x="543" y="7118"/>
                  </a:cubicBezTo>
                  <a:lnTo>
                    <a:pt x="414" y="6990"/>
                  </a:lnTo>
                  <a:lnTo>
                    <a:pt x="0" y="7391"/>
                  </a:lnTo>
                  <a:lnTo>
                    <a:pt x="128" y="7519"/>
                  </a:lnTo>
                  <a:cubicBezTo>
                    <a:pt x="443" y="7819"/>
                    <a:pt x="843" y="7976"/>
                    <a:pt x="1243" y="7976"/>
                  </a:cubicBezTo>
                  <a:cubicBezTo>
                    <a:pt x="1643" y="7976"/>
                    <a:pt x="2043" y="7819"/>
                    <a:pt x="2344" y="7519"/>
                  </a:cubicBezTo>
                  <a:lnTo>
                    <a:pt x="9447" y="415"/>
                  </a:lnTo>
                  <a:lnTo>
                    <a:pt x="9047"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1" name="Google Shape;1741;p55"/>
          <p:cNvGrpSpPr/>
          <p:nvPr/>
        </p:nvGrpSpPr>
        <p:grpSpPr>
          <a:xfrm>
            <a:off x="5190780" y="2770499"/>
            <a:ext cx="476963" cy="440605"/>
            <a:chOff x="5393779" y="1368713"/>
            <a:chExt cx="393080" cy="363116"/>
          </a:xfrm>
        </p:grpSpPr>
        <p:sp>
          <p:nvSpPr>
            <p:cNvPr id="1742" name="Google Shape;1742;p55"/>
            <p:cNvSpPr/>
            <p:nvPr/>
          </p:nvSpPr>
          <p:spPr>
            <a:xfrm>
              <a:off x="5393779" y="1589419"/>
              <a:ext cx="393080" cy="142410"/>
            </a:xfrm>
            <a:custGeom>
              <a:avLst/>
              <a:gdLst/>
              <a:ahLst/>
              <a:cxnLst/>
              <a:rect l="l" t="t" r="r" b="b"/>
              <a:pathLst>
                <a:path w="9749" h="3532" extrusionOk="0">
                  <a:moveTo>
                    <a:pt x="1515" y="0"/>
                  </a:moveTo>
                  <a:cubicBezTo>
                    <a:pt x="543" y="372"/>
                    <a:pt x="0" y="901"/>
                    <a:pt x="0" y="1502"/>
                  </a:cubicBezTo>
                  <a:cubicBezTo>
                    <a:pt x="0" y="2087"/>
                    <a:pt x="543" y="2630"/>
                    <a:pt x="1530" y="3002"/>
                  </a:cubicBezTo>
                  <a:cubicBezTo>
                    <a:pt x="2430" y="3345"/>
                    <a:pt x="3617" y="3531"/>
                    <a:pt x="4875" y="3531"/>
                  </a:cubicBezTo>
                  <a:cubicBezTo>
                    <a:pt x="6133" y="3531"/>
                    <a:pt x="7333" y="3345"/>
                    <a:pt x="8219" y="3002"/>
                  </a:cubicBezTo>
                  <a:cubicBezTo>
                    <a:pt x="9205" y="2630"/>
                    <a:pt x="9748" y="2087"/>
                    <a:pt x="9748" y="1502"/>
                  </a:cubicBezTo>
                  <a:cubicBezTo>
                    <a:pt x="9748" y="901"/>
                    <a:pt x="9220" y="372"/>
                    <a:pt x="8233"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55"/>
            <p:cNvSpPr/>
            <p:nvPr/>
          </p:nvSpPr>
          <p:spPr>
            <a:xfrm>
              <a:off x="5626056" y="1410766"/>
              <a:ext cx="91647" cy="102614"/>
            </a:xfrm>
            <a:custGeom>
              <a:avLst/>
              <a:gdLst/>
              <a:ahLst/>
              <a:cxnLst/>
              <a:rect l="l" t="t" r="r" b="b"/>
              <a:pathLst>
                <a:path w="2273" h="2545" extrusionOk="0">
                  <a:moveTo>
                    <a:pt x="1801" y="0"/>
                  </a:moveTo>
                  <a:lnTo>
                    <a:pt x="1557" y="72"/>
                  </a:lnTo>
                  <a:cubicBezTo>
                    <a:pt x="1529" y="86"/>
                    <a:pt x="871" y="286"/>
                    <a:pt x="185" y="758"/>
                  </a:cubicBezTo>
                  <a:lnTo>
                    <a:pt x="0" y="873"/>
                  </a:lnTo>
                  <a:lnTo>
                    <a:pt x="585" y="2545"/>
                  </a:lnTo>
                  <a:lnTo>
                    <a:pt x="2272" y="1830"/>
                  </a:lnTo>
                  <a:lnTo>
                    <a:pt x="2244" y="1616"/>
                  </a:lnTo>
                  <a:cubicBezTo>
                    <a:pt x="2144" y="844"/>
                    <a:pt x="1915" y="258"/>
                    <a:pt x="1900" y="244"/>
                  </a:cubicBezTo>
                  <a:lnTo>
                    <a:pt x="1801"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55"/>
            <p:cNvSpPr/>
            <p:nvPr/>
          </p:nvSpPr>
          <p:spPr>
            <a:xfrm>
              <a:off x="5626056" y="1410766"/>
              <a:ext cx="91647" cy="102614"/>
            </a:xfrm>
            <a:custGeom>
              <a:avLst/>
              <a:gdLst/>
              <a:ahLst/>
              <a:cxnLst/>
              <a:rect l="l" t="t" r="r" b="b"/>
              <a:pathLst>
                <a:path w="2273" h="2545" extrusionOk="0">
                  <a:moveTo>
                    <a:pt x="1801" y="0"/>
                  </a:moveTo>
                  <a:lnTo>
                    <a:pt x="1557" y="72"/>
                  </a:lnTo>
                  <a:cubicBezTo>
                    <a:pt x="1529" y="86"/>
                    <a:pt x="871" y="286"/>
                    <a:pt x="185" y="758"/>
                  </a:cubicBezTo>
                  <a:lnTo>
                    <a:pt x="0" y="873"/>
                  </a:lnTo>
                  <a:lnTo>
                    <a:pt x="585" y="2545"/>
                  </a:lnTo>
                  <a:lnTo>
                    <a:pt x="2272" y="1830"/>
                  </a:lnTo>
                  <a:lnTo>
                    <a:pt x="2244" y="1616"/>
                  </a:lnTo>
                  <a:cubicBezTo>
                    <a:pt x="2144" y="844"/>
                    <a:pt x="1915" y="258"/>
                    <a:pt x="1900" y="244"/>
                  </a:cubicBezTo>
                  <a:lnTo>
                    <a:pt x="1801"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55"/>
            <p:cNvSpPr/>
            <p:nvPr/>
          </p:nvSpPr>
          <p:spPr>
            <a:xfrm>
              <a:off x="5462926" y="1410766"/>
              <a:ext cx="91688" cy="102614"/>
            </a:xfrm>
            <a:custGeom>
              <a:avLst/>
              <a:gdLst/>
              <a:ahLst/>
              <a:cxnLst/>
              <a:rect l="l" t="t" r="r" b="b"/>
              <a:pathLst>
                <a:path w="2274" h="2545" extrusionOk="0">
                  <a:moveTo>
                    <a:pt x="473" y="0"/>
                  </a:moveTo>
                  <a:lnTo>
                    <a:pt x="372" y="244"/>
                  </a:lnTo>
                  <a:cubicBezTo>
                    <a:pt x="372" y="258"/>
                    <a:pt x="130" y="844"/>
                    <a:pt x="29" y="1616"/>
                  </a:cubicBezTo>
                  <a:lnTo>
                    <a:pt x="0" y="1830"/>
                  </a:lnTo>
                  <a:lnTo>
                    <a:pt x="1687" y="2545"/>
                  </a:lnTo>
                  <a:lnTo>
                    <a:pt x="2274" y="873"/>
                  </a:lnTo>
                  <a:lnTo>
                    <a:pt x="2087" y="758"/>
                  </a:lnTo>
                  <a:cubicBezTo>
                    <a:pt x="1401" y="286"/>
                    <a:pt x="759" y="86"/>
                    <a:pt x="730" y="72"/>
                  </a:cubicBezTo>
                  <a:lnTo>
                    <a:pt x="47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55"/>
            <p:cNvSpPr/>
            <p:nvPr/>
          </p:nvSpPr>
          <p:spPr>
            <a:xfrm>
              <a:off x="5512477" y="1368713"/>
              <a:ext cx="156240" cy="266838"/>
            </a:xfrm>
            <a:custGeom>
              <a:avLst/>
              <a:gdLst/>
              <a:ahLst/>
              <a:cxnLst/>
              <a:rect l="l" t="t" r="r" b="b"/>
              <a:pathLst>
                <a:path w="3875" h="6618" extrusionOk="0">
                  <a:moveTo>
                    <a:pt x="1931" y="0"/>
                  </a:moveTo>
                  <a:lnTo>
                    <a:pt x="1744" y="172"/>
                  </a:lnTo>
                  <a:cubicBezTo>
                    <a:pt x="1687" y="214"/>
                    <a:pt x="315" y="1472"/>
                    <a:pt x="16" y="3159"/>
                  </a:cubicBezTo>
                  <a:lnTo>
                    <a:pt x="1" y="3259"/>
                  </a:lnTo>
                  <a:lnTo>
                    <a:pt x="1931" y="6618"/>
                  </a:lnTo>
                  <a:lnTo>
                    <a:pt x="3875" y="3259"/>
                  </a:lnTo>
                  <a:lnTo>
                    <a:pt x="3846" y="3159"/>
                  </a:lnTo>
                  <a:cubicBezTo>
                    <a:pt x="3545" y="1472"/>
                    <a:pt x="2188" y="214"/>
                    <a:pt x="2131" y="172"/>
                  </a:cubicBezTo>
                  <a:lnTo>
                    <a:pt x="193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55"/>
            <p:cNvSpPr/>
            <p:nvPr/>
          </p:nvSpPr>
          <p:spPr>
            <a:xfrm>
              <a:off x="5407044" y="1457455"/>
              <a:ext cx="367114" cy="214986"/>
            </a:xfrm>
            <a:custGeom>
              <a:avLst/>
              <a:gdLst/>
              <a:ahLst/>
              <a:cxnLst/>
              <a:rect l="l" t="t" r="r" b="b"/>
              <a:pathLst>
                <a:path w="9105" h="5332" extrusionOk="0">
                  <a:moveTo>
                    <a:pt x="315" y="1"/>
                  </a:moveTo>
                  <a:lnTo>
                    <a:pt x="272" y="258"/>
                  </a:lnTo>
                  <a:cubicBezTo>
                    <a:pt x="272" y="344"/>
                    <a:pt x="1" y="2444"/>
                    <a:pt x="1158" y="3845"/>
                  </a:cubicBezTo>
                  <a:cubicBezTo>
                    <a:pt x="2330" y="5232"/>
                    <a:pt x="4445" y="5332"/>
                    <a:pt x="4531" y="5332"/>
                  </a:cubicBezTo>
                  <a:lnTo>
                    <a:pt x="4560" y="5332"/>
                  </a:lnTo>
                  <a:cubicBezTo>
                    <a:pt x="4645" y="5332"/>
                    <a:pt x="6761" y="5232"/>
                    <a:pt x="7933" y="3845"/>
                  </a:cubicBezTo>
                  <a:cubicBezTo>
                    <a:pt x="9105" y="2444"/>
                    <a:pt x="8834" y="344"/>
                    <a:pt x="8819" y="258"/>
                  </a:cubicBezTo>
                  <a:lnTo>
                    <a:pt x="8777" y="1"/>
                  </a:lnTo>
                  <a:lnTo>
                    <a:pt x="8519" y="14"/>
                  </a:lnTo>
                  <a:cubicBezTo>
                    <a:pt x="8434" y="14"/>
                    <a:pt x="6318" y="115"/>
                    <a:pt x="5146" y="1516"/>
                  </a:cubicBezTo>
                  <a:cubicBezTo>
                    <a:pt x="4903" y="1802"/>
                    <a:pt x="4702" y="2158"/>
                    <a:pt x="4546" y="2559"/>
                  </a:cubicBezTo>
                  <a:cubicBezTo>
                    <a:pt x="4403" y="2158"/>
                    <a:pt x="4188" y="1802"/>
                    <a:pt x="3945" y="1516"/>
                  </a:cubicBezTo>
                  <a:cubicBezTo>
                    <a:pt x="2773" y="115"/>
                    <a:pt x="658" y="14"/>
                    <a:pt x="572" y="14"/>
                  </a:cubicBezTo>
                  <a:lnTo>
                    <a:pt x="315"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8" name="Google Shape;1748;p55"/>
          <p:cNvGrpSpPr/>
          <p:nvPr/>
        </p:nvGrpSpPr>
        <p:grpSpPr>
          <a:xfrm>
            <a:off x="1094688" y="2751983"/>
            <a:ext cx="477697" cy="477638"/>
            <a:chOff x="6072627" y="1353714"/>
            <a:chExt cx="393684" cy="393636"/>
          </a:xfrm>
        </p:grpSpPr>
        <p:sp>
          <p:nvSpPr>
            <p:cNvPr id="1749" name="Google Shape;1749;p55"/>
            <p:cNvSpPr/>
            <p:nvPr/>
          </p:nvSpPr>
          <p:spPr>
            <a:xfrm>
              <a:off x="6273173" y="1524304"/>
              <a:ext cx="193133" cy="134911"/>
            </a:xfrm>
            <a:custGeom>
              <a:avLst/>
              <a:gdLst/>
              <a:ahLst/>
              <a:cxnLst/>
              <a:rect l="l" t="t" r="r" b="b"/>
              <a:pathLst>
                <a:path w="4790" h="3346" extrusionOk="0">
                  <a:moveTo>
                    <a:pt x="2774" y="1"/>
                  </a:moveTo>
                  <a:cubicBezTo>
                    <a:pt x="2303" y="1"/>
                    <a:pt x="1830" y="115"/>
                    <a:pt x="1402" y="315"/>
                  </a:cubicBezTo>
                  <a:lnTo>
                    <a:pt x="1" y="1001"/>
                  </a:lnTo>
                  <a:lnTo>
                    <a:pt x="4790" y="3345"/>
                  </a:lnTo>
                  <a:lnTo>
                    <a:pt x="4790" y="744"/>
                  </a:lnTo>
                  <a:lnTo>
                    <a:pt x="4675" y="658"/>
                  </a:lnTo>
                  <a:cubicBezTo>
                    <a:pt x="4132" y="243"/>
                    <a:pt x="3460" y="1"/>
                    <a:pt x="277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55"/>
            <p:cNvSpPr/>
            <p:nvPr/>
          </p:nvSpPr>
          <p:spPr>
            <a:xfrm>
              <a:off x="6228258" y="1353714"/>
              <a:ext cx="81850" cy="81285"/>
            </a:xfrm>
            <a:custGeom>
              <a:avLst/>
              <a:gdLst/>
              <a:ahLst/>
              <a:cxnLst/>
              <a:rect l="l" t="t" r="r" b="b"/>
              <a:pathLst>
                <a:path w="2030" h="2016" extrusionOk="0">
                  <a:moveTo>
                    <a:pt x="1015" y="1"/>
                  </a:moveTo>
                  <a:cubicBezTo>
                    <a:pt x="457" y="1"/>
                    <a:pt x="0" y="443"/>
                    <a:pt x="0" y="1001"/>
                  </a:cubicBezTo>
                  <a:cubicBezTo>
                    <a:pt x="0" y="1558"/>
                    <a:pt x="457" y="2016"/>
                    <a:pt x="1015" y="2016"/>
                  </a:cubicBezTo>
                  <a:cubicBezTo>
                    <a:pt x="1572" y="2016"/>
                    <a:pt x="2030" y="1558"/>
                    <a:pt x="2030" y="1001"/>
                  </a:cubicBezTo>
                  <a:cubicBezTo>
                    <a:pt x="2030" y="443"/>
                    <a:pt x="1572" y="1"/>
                    <a:pt x="1015"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5"/>
            <p:cNvSpPr/>
            <p:nvPr/>
          </p:nvSpPr>
          <p:spPr>
            <a:xfrm>
              <a:off x="6072627" y="1511644"/>
              <a:ext cx="393684" cy="174061"/>
            </a:xfrm>
            <a:custGeom>
              <a:avLst/>
              <a:gdLst/>
              <a:ahLst/>
              <a:cxnLst/>
              <a:rect l="l" t="t" r="r" b="b"/>
              <a:pathLst>
                <a:path w="9764" h="4317" extrusionOk="0">
                  <a:moveTo>
                    <a:pt x="2974" y="0"/>
                  </a:moveTo>
                  <a:cubicBezTo>
                    <a:pt x="2259" y="0"/>
                    <a:pt x="1573" y="300"/>
                    <a:pt x="1073" y="801"/>
                  </a:cubicBezTo>
                  <a:lnTo>
                    <a:pt x="1" y="1916"/>
                  </a:lnTo>
                  <a:lnTo>
                    <a:pt x="1" y="4317"/>
                  </a:lnTo>
                  <a:lnTo>
                    <a:pt x="9764" y="4317"/>
                  </a:lnTo>
                  <a:lnTo>
                    <a:pt x="9764" y="3030"/>
                  </a:lnTo>
                  <a:lnTo>
                    <a:pt x="4132" y="271"/>
                  </a:lnTo>
                  <a:cubicBezTo>
                    <a:pt x="3774" y="100"/>
                    <a:pt x="3374" y="0"/>
                    <a:pt x="297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5"/>
            <p:cNvSpPr/>
            <p:nvPr/>
          </p:nvSpPr>
          <p:spPr>
            <a:xfrm>
              <a:off x="6072627" y="1662638"/>
              <a:ext cx="393684" cy="84712"/>
            </a:xfrm>
            <a:custGeom>
              <a:avLst/>
              <a:gdLst/>
              <a:ahLst/>
              <a:cxnLst/>
              <a:rect l="l" t="t" r="r" b="b"/>
              <a:pathLst>
                <a:path w="9764" h="2101" extrusionOk="0">
                  <a:moveTo>
                    <a:pt x="1" y="0"/>
                  </a:moveTo>
                  <a:lnTo>
                    <a:pt x="1" y="2101"/>
                  </a:lnTo>
                  <a:lnTo>
                    <a:pt x="9764" y="2101"/>
                  </a:lnTo>
                  <a:lnTo>
                    <a:pt x="9764"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3" name="Google Shape;1753;p55"/>
          <p:cNvGrpSpPr/>
          <p:nvPr/>
        </p:nvGrpSpPr>
        <p:grpSpPr>
          <a:xfrm>
            <a:off x="1169885" y="3916339"/>
            <a:ext cx="327303" cy="478326"/>
            <a:chOff x="6813204" y="1353150"/>
            <a:chExt cx="269741" cy="394203"/>
          </a:xfrm>
        </p:grpSpPr>
        <p:sp>
          <p:nvSpPr>
            <p:cNvPr id="1754" name="Google Shape;1754;p55"/>
            <p:cNvSpPr/>
            <p:nvPr/>
          </p:nvSpPr>
          <p:spPr>
            <a:xfrm>
              <a:off x="6948070" y="1643567"/>
              <a:ext cx="78382" cy="71528"/>
            </a:xfrm>
            <a:custGeom>
              <a:avLst/>
              <a:gdLst/>
              <a:ahLst/>
              <a:cxnLst/>
              <a:rect l="l" t="t" r="r" b="b"/>
              <a:pathLst>
                <a:path w="1944" h="1774" extrusionOk="0">
                  <a:moveTo>
                    <a:pt x="871" y="1"/>
                  </a:moveTo>
                  <a:cubicBezTo>
                    <a:pt x="528" y="1"/>
                    <a:pt x="214" y="159"/>
                    <a:pt x="0" y="401"/>
                  </a:cubicBezTo>
                  <a:lnTo>
                    <a:pt x="0" y="1773"/>
                  </a:lnTo>
                  <a:lnTo>
                    <a:pt x="786" y="1773"/>
                  </a:lnTo>
                  <a:cubicBezTo>
                    <a:pt x="1429" y="1773"/>
                    <a:pt x="1944" y="1245"/>
                    <a:pt x="1944" y="601"/>
                  </a:cubicBezTo>
                  <a:lnTo>
                    <a:pt x="1944"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55"/>
            <p:cNvSpPr/>
            <p:nvPr/>
          </p:nvSpPr>
          <p:spPr>
            <a:xfrm>
              <a:off x="6948070" y="1643567"/>
              <a:ext cx="78382" cy="71528"/>
            </a:xfrm>
            <a:custGeom>
              <a:avLst/>
              <a:gdLst/>
              <a:ahLst/>
              <a:cxnLst/>
              <a:rect l="l" t="t" r="r" b="b"/>
              <a:pathLst>
                <a:path w="1944" h="1774" extrusionOk="0">
                  <a:moveTo>
                    <a:pt x="871" y="1"/>
                  </a:moveTo>
                  <a:cubicBezTo>
                    <a:pt x="528" y="1"/>
                    <a:pt x="214" y="159"/>
                    <a:pt x="0" y="401"/>
                  </a:cubicBezTo>
                  <a:lnTo>
                    <a:pt x="0" y="1773"/>
                  </a:lnTo>
                  <a:lnTo>
                    <a:pt x="786" y="1773"/>
                  </a:lnTo>
                  <a:cubicBezTo>
                    <a:pt x="1429" y="1773"/>
                    <a:pt x="1944" y="1245"/>
                    <a:pt x="1944" y="601"/>
                  </a:cubicBezTo>
                  <a:lnTo>
                    <a:pt x="1944"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55"/>
            <p:cNvSpPr/>
            <p:nvPr/>
          </p:nvSpPr>
          <p:spPr>
            <a:xfrm>
              <a:off x="6869690" y="1675863"/>
              <a:ext cx="78422" cy="71487"/>
            </a:xfrm>
            <a:custGeom>
              <a:avLst/>
              <a:gdLst/>
              <a:ahLst/>
              <a:cxnLst/>
              <a:rect l="l" t="t" r="r" b="b"/>
              <a:pathLst>
                <a:path w="1945" h="1773" extrusionOk="0">
                  <a:moveTo>
                    <a:pt x="0" y="0"/>
                  </a:moveTo>
                  <a:lnTo>
                    <a:pt x="0" y="601"/>
                  </a:lnTo>
                  <a:cubicBezTo>
                    <a:pt x="0" y="1244"/>
                    <a:pt x="528" y="1773"/>
                    <a:pt x="1172" y="1773"/>
                  </a:cubicBezTo>
                  <a:lnTo>
                    <a:pt x="1944" y="1773"/>
                  </a:lnTo>
                  <a:lnTo>
                    <a:pt x="1944" y="401"/>
                  </a:lnTo>
                  <a:cubicBezTo>
                    <a:pt x="1729" y="158"/>
                    <a:pt x="1415" y="0"/>
                    <a:pt x="1072"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55"/>
            <p:cNvSpPr/>
            <p:nvPr/>
          </p:nvSpPr>
          <p:spPr>
            <a:xfrm>
              <a:off x="6936539" y="1573291"/>
              <a:ext cx="23063" cy="174061"/>
            </a:xfrm>
            <a:custGeom>
              <a:avLst/>
              <a:gdLst/>
              <a:ahLst/>
              <a:cxnLst/>
              <a:rect l="l" t="t" r="r" b="b"/>
              <a:pathLst>
                <a:path w="572" h="4317" extrusionOk="0">
                  <a:moveTo>
                    <a:pt x="0" y="0"/>
                  </a:moveTo>
                  <a:lnTo>
                    <a:pt x="0" y="4317"/>
                  </a:lnTo>
                  <a:lnTo>
                    <a:pt x="572" y="4317"/>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55"/>
            <p:cNvSpPr/>
            <p:nvPr/>
          </p:nvSpPr>
          <p:spPr>
            <a:xfrm>
              <a:off x="6813204" y="1353150"/>
              <a:ext cx="269741" cy="266273"/>
            </a:xfrm>
            <a:custGeom>
              <a:avLst/>
              <a:gdLst/>
              <a:ahLst/>
              <a:cxnLst/>
              <a:rect l="l" t="t" r="r" b="b"/>
              <a:pathLst>
                <a:path w="6690" h="6604" extrusionOk="0">
                  <a:moveTo>
                    <a:pt x="3345" y="0"/>
                  </a:moveTo>
                  <a:lnTo>
                    <a:pt x="3159" y="143"/>
                  </a:lnTo>
                  <a:cubicBezTo>
                    <a:pt x="3145" y="172"/>
                    <a:pt x="2701" y="515"/>
                    <a:pt x="2487" y="1044"/>
                  </a:cubicBezTo>
                  <a:cubicBezTo>
                    <a:pt x="2015" y="815"/>
                    <a:pt x="1515" y="800"/>
                    <a:pt x="1401" y="800"/>
                  </a:cubicBezTo>
                  <a:lnTo>
                    <a:pt x="1158" y="800"/>
                  </a:lnTo>
                  <a:lnTo>
                    <a:pt x="1115" y="1029"/>
                  </a:lnTo>
                  <a:cubicBezTo>
                    <a:pt x="1100" y="1058"/>
                    <a:pt x="1001" y="1601"/>
                    <a:pt x="1158" y="2144"/>
                  </a:cubicBezTo>
                  <a:cubicBezTo>
                    <a:pt x="614" y="2287"/>
                    <a:pt x="186" y="2645"/>
                    <a:pt x="172" y="2659"/>
                  </a:cubicBezTo>
                  <a:lnTo>
                    <a:pt x="0" y="2816"/>
                  </a:lnTo>
                  <a:lnTo>
                    <a:pt x="100" y="3016"/>
                  </a:lnTo>
                  <a:cubicBezTo>
                    <a:pt x="115" y="3045"/>
                    <a:pt x="386" y="3531"/>
                    <a:pt x="858" y="3846"/>
                  </a:cubicBezTo>
                  <a:cubicBezTo>
                    <a:pt x="529" y="4303"/>
                    <a:pt x="443" y="4846"/>
                    <a:pt x="429" y="4875"/>
                  </a:cubicBezTo>
                  <a:lnTo>
                    <a:pt x="401" y="5103"/>
                  </a:lnTo>
                  <a:lnTo>
                    <a:pt x="614" y="5189"/>
                  </a:lnTo>
                  <a:cubicBezTo>
                    <a:pt x="629" y="5203"/>
                    <a:pt x="1030" y="5346"/>
                    <a:pt x="1501" y="5346"/>
                  </a:cubicBezTo>
                  <a:lnTo>
                    <a:pt x="1716" y="5346"/>
                  </a:lnTo>
                  <a:cubicBezTo>
                    <a:pt x="1758" y="5904"/>
                    <a:pt x="2044" y="6390"/>
                    <a:pt x="2059" y="6403"/>
                  </a:cubicBezTo>
                  <a:lnTo>
                    <a:pt x="2173" y="6604"/>
                  </a:lnTo>
                  <a:lnTo>
                    <a:pt x="2402" y="6533"/>
                  </a:lnTo>
                  <a:cubicBezTo>
                    <a:pt x="2430" y="6518"/>
                    <a:pt x="2959" y="6333"/>
                    <a:pt x="3345" y="5932"/>
                  </a:cubicBezTo>
                  <a:cubicBezTo>
                    <a:pt x="3730" y="6333"/>
                    <a:pt x="4260" y="6518"/>
                    <a:pt x="4288" y="6533"/>
                  </a:cubicBezTo>
                  <a:lnTo>
                    <a:pt x="4502" y="6604"/>
                  </a:lnTo>
                  <a:lnTo>
                    <a:pt x="4631" y="6403"/>
                  </a:lnTo>
                  <a:cubicBezTo>
                    <a:pt x="4645" y="6390"/>
                    <a:pt x="4931" y="5904"/>
                    <a:pt x="4960" y="5346"/>
                  </a:cubicBezTo>
                  <a:lnTo>
                    <a:pt x="5188" y="5346"/>
                  </a:lnTo>
                  <a:cubicBezTo>
                    <a:pt x="5661" y="5346"/>
                    <a:pt x="6061" y="5203"/>
                    <a:pt x="6075" y="5189"/>
                  </a:cubicBezTo>
                  <a:lnTo>
                    <a:pt x="6289" y="5103"/>
                  </a:lnTo>
                  <a:lnTo>
                    <a:pt x="6246" y="4875"/>
                  </a:lnTo>
                  <a:cubicBezTo>
                    <a:pt x="6246" y="4846"/>
                    <a:pt x="6160" y="4303"/>
                    <a:pt x="5832" y="3846"/>
                  </a:cubicBezTo>
                  <a:cubicBezTo>
                    <a:pt x="6289" y="3531"/>
                    <a:pt x="6575" y="3045"/>
                    <a:pt x="6575" y="3016"/>
                  </a:cubicBezTo>
                  <a:lnTo>
                    <a:pt x="6690" y="2816"/>
                  </a:lnTo>
                  <a:lnTo>
                    <a:pt x="6518" y="2659"/>
                  </a:lnTo>
                  <a:cubicBezTo>
                    <a:pt x="6503" y="2645"/>
                    <a:pt x="6075" y="2287"/>
                    <a:pt x="5531" y="2144"/>
                  </a:cubicBezTo>
                  <a:cubicBezTo>
                    <a:pt x="5689" y="1601"/>
                    <a:pt x="5575" y="1058"/>
                    <a:pt x="5575" y="1029"/>
                  </a:cubicBezTo>
                  <a:lnTo>
                    <a:pt x="5531" y="800"/>
                  </a:lnTo>
                  <a:lnTo>
                    <a:pt x="5274" y="800"/>
                  </a:lnTo>
                  <a:cubicBezTo>
                    <a:pt x="5160" y="800"/>
                    <a:pt x="4660" y="815"/>
                    <a:pt x="4203" y="1044"/>
                  </a:cubicBezTo>
                  <a:cubicBezTo>
                    <a:pt x="3974" y="515"/>
                    <a:pt x="3545" y="172"/>
                    <a:pt x="3517" y="143"/>
                  </a:cubicBezTo>
                  <a:lnTo>
                    <a:pt x="33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55"/>
            <p:cNvSpPr/>
            <p:nvPr/>
          </p:nvSpPr>
          <p:spPr>
            <a:xfrm>
              <a:off x="6906542" y="1449391"/>
              <a:ext cx="82454" cy="83019"/>
            </a:xfrm>
            <a:custGeom>
              <a:avLst/>
              <a:gdLst/>
              <a:ahLst/>
              <a:cxnLst/>
              <a:rect l="l" t="t" r="r" b="b"/>
              <a:pathLst>
                <a:path w="2045" h="2059" extrusionOk="0">
                  <a:moveTo>
                    <a:pt x="1030" y="1"/>
                  </a:moveTo>
                  <a:cubicBezTo>
                    <a:pt x="458" y="1"/>
                    <a:pt x="1" y="472"/>
                    <a:pt x="1" y="1030"/>
                  </a:cubicBezTo>
                  <a:cubicBezTo>
                    <a:pt x="1" y="1587"/>
                    <a:pt x="458" y="2059"/>
                    <a:pt x="1030" y="2059"/>
                  </a:cubicBezTo>
                  <a:cubicBezTo>
                    <a:pt x="1587" y="2059"/>
                    <a:pt x="2044" y="1587"/>
                    <a:pt x="2044" y="1030"/>
                  </a:cubicBezTo>
                  <a:cubicBezTo>
                    <a:pt x="2044" y="472"/>
                    <a:pt x="1587" y="1"/>
                    <a:pt x="1030"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763"/>
        <p:cNvGrpSpPr/>
        <p:nvPr/>
      </p:nvGrpSpPr>
      <p:grpSpPr>
        <a:xfrm>
          <a:off x="0" y="0"/>
          <a:ext cx="0" cy="0"/>
          <a:chOff x="0" y="0"/>
          <a:chExt cx="0" cy="0"/>
        </a:xfrm>
      </p:grpSpPr>
      <p:cxnSp>
        <p:nvCxnSpPr>
          <p:cNvPr id="1764" name="Google Shape;1764;p56"/>
          <p:cNvCxnSpPr/>
          <p:nvPr/>
        </p:nvCxnSpPr>
        <p:spPr>
          <a:xfrm>
            <a:off x="710100" y="2184293"/>
            <a:ext cx="7723200" cy="0"/>
          </a:xfrm>
          <a:prstGeom prst="straightConnector1">
            <a:avLst/>
          </a:prstGeom>
          <a:noFill/>
          <a:ln w="19050" cap="flat" cmpd="sng">
            <a:solidFill>
              <a:schemeClr val="accent6"/>
            </a:solidFill>
            <a:prstDash val="dot"/>
            <a:round/>
            <a:headEnd type="oval" w="med" len="med"/>
            <a:tailEnd type="oval" w="med" len="med"/>
          </a:ln>
        </p:spPr>
      </p:cxnSp>
      <p:sp>
        <p:nvSpPr>
          <p:cNvPr id="1765" name="Google Shape;1765;p56"/>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766" name="Google Shape;1766;p5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another timeline</a:t>
            </a:r>
            <a:endParaRPr/>
          </a:p>
        </p:txBody>
      </p:sp>
      <p:sp>
        <p:nvSpPr>
          <p:cNvPr id="1767" name="Google Shape;1767;p56"/>
          <p:cNvSpPr/>
          <p:nvPr/>
        </p:nvSpPr>
        <p:spPr>
          <a:xfrm>
            <a:off x="876237" y="3942288"/>
            <a:ext cx="1690303"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68" name="Google Shape;1768;p56"/>
          <p:cNvSpPr txBox="1">
            <a:spLocks noGrp="1"/>
          </p:cNvSpPr>
          <p:nvPr>
            <p:ph type="subTitle" idx="4294967295"/>
          </p:nvPr>
        </p:nvSpPr>
        <p:spPr>
          <a:xfrm>
            <a:off x="920850" y="293060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Neptune is far away from us</a:t>
            </a:r>
            <a:endParaRPr/>
          </a:p>
        </p:txBody>
      </p:sp>
      <p:sp>
        <p:nvSpPr>
          <p:cNvPr id="1769" name="Google Shape;1769;p56"/>
          <p:cNvSpPr txBox="1">
            <a:spLocks noGrp="1"/>
          </p:cNvSpPr>
          <p:nvPr>
            <p:ph type="subTitle" idx="4294967295"/>
          </p:nvPr>
        </p:nvSpPr>
        <p:spPr>
          <a:xfrm>
            <a:off x="920850" y="4013681"/>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2018</a:t>
            </a:r>
            <a:endParaRPr sz="2500">
              <a:solidFill>
                <a:schemeClr val="lt1"/>
              </a:solidFill>
              <a:latin typeface="Freckle Face"/>
              <a:ea typeface="Freckle Face"/>
              <a:cs typeface="Freckle Face"/>
              <a:sym typeface="Freckle Face"/>
            </a:endParaRPr>
          </a:p>
        </p:txBody>
      </p:sp>
      <p:sp>
        <p:nvSpPr>
          <p:cNvPr id="1770" name="Google Shape;1770;p56"/>
          <p:cNvSpPr/>
          <p:nvPr/>
        </p:nvSpPr>
        <p:spPr>
          <a:xfrm>
            <a:off x="4677850" y="3942288"/>
            <a:ext cx="1690303"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1" name="Google Shape;1771;p56"/>
          <p:cNvSpPr txBox="1">
            <a:spLocks noGrp="1"/>
          </p:cNvSpPr>
          <p:nvPr>
            <p:ph type="subTitle" idx="4294967295"/>
          </p:nvPr>
        </p:nvSpPr>
        <p:spPr>
          <a:xfrm>
            <a:off x="4722441" y="293060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Mercury is a small planet </a:t>
            </a:r>
            <a:endParaRPr/>
          </a:p>
        </p:txBody>
      </p:sp>
      <p:sp>
        <p:nvSpPr>
          <p:cNvPr id="1772" name="Google Shape;1772;p56"/>
          <p:cNvSpPr txBox="1">
            <a:spLocks noGrp="1"/>
          </p:cNvSpPr>
          <p:nvPr>
            <p:ph type="subTitle" idx="4294967295"/>
          </p:nvPr>
        </p:nvSpPr>
        <p:spPr>
          <a:xfrm>
            <a:off x="4722450" y="4013681"/>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2020</a:t>
            </a:r>
            <a:endParaRPr sz="2500">
              <a:solidFill>
                <a:schemeClr val="lt1"/>
              </a:solidFill>
              <a:latin typeface="Freckle Face"/>
              <a:ea typeface="Freckle Face"/>
              <a:cs typeface="Freckle Face"/>
              <a:sym typeface="Freckle Face"/>
            </a:endParaRPr>
          </a:p>
        </p:txBody>
      </p:sp>
      <p:sp>
        <p:nvSpPr>
          <p:cNvPr id="1773" name="Google Shape;1773;p56"/>
          <p:cNvSpPr/>
          <p:nvPr/>
        </p:nvSpPr>
        <p:spPr>
          <a:xfrm>
            <a:off x="2777937" y="3942288"/>
            <a:ext cx="1690303"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4" name="Google Shape;1774;p56"/>
          <p:cNvSpPr txBox="1">
            <a:spLocks noGrp="1"/>
          </p:cNvSpPr>
          <p:nvPr>
            <p:ph type="subTitle" idx="4294967295"/>
          </p:nvPr>
        </p:nvSpPr>
        <p:spPr>
          <a:xfrm>
            <a:off x="2821646" y="293060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Mars is actually really cold</a:t>
            </a:r>
            <a:endParaRPr/>
          </a:p>
        </p:txBody>
      </p:sp>
      <p:sp>
        <p:nvSpPr>
          <p:cNvPr id="1775" name="Google Shape;1775;p56"/>
          <p:cNvSpPr txBox="1">
            <a:spLocks noGrp="1"/>
          </p:cNvSpPr>
          <p:nvPr>
            <p:ph type="subTitle" idx="4294967295"/>
          </p:nvPr>
        </p:nvSpPr>
        <p:spPr>
          <a:xfrm>
            <a:off x="2822537" y="4013681"/>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2019</a:t>
            </a:r>
            <a:endParaRPr sz="2500">
              <a:solidFill>
                <a:schemeClr val="lt1"/>
              </a:solidFill>
              <a:latin typeface="Freckle Face"/>
              <a:ea typeface="Freckle Face"/>
              <a:cs typeface="Freckle Face"/>
              <a:sym typeface="Freckle Face"/>
            </a:endParaRPr>
          </a:p>
        </p:txBody>
      </p:sp>
      <p:sp>
        <p:nvSpPr>
          <p:cNvPr id="1776" name="Google Shape;1776;p56"/>
          <p:cNvSpPr/>
          <p:nvPr/>
        </p:nvSpPr>
        <p:spPr>
          <a:xfrm>
            <a:off x="6578575" y="3942288"/>
            <a:ext cx="1690303"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7" name="Google Shape;1777;p56"/>
          <p:cNvSpPr txBox="1">
            <a:spLocks noGrp="1"/>
          </p:cNvSpPr>
          <p:nvPr>
            <p:ph type="subTitle" idx="4294967295"/>
          </p:nvPr>
        </p:nvSpPr>
        <p:spPr>
          <a:xfrm>
            <a:off x="6623237" y="293060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Venus has a beautiful name </a:t>
            </a:r>
            <a:endParaRPr/>
          </a:p>
        </p:txBody>
      </p:sp>
      <p:sp>
        <p:nvSpPr>
          <p:cNvPr id="1778" name="Google Shape;1778;p56"/>
          <p:cNvSpPr txBox="1">
            <a:spLocks noGrp="1"/>
          </p:cNvSpPr>
          <p:nvPr>
            <p:ph type="subTitle" idx="4294967295"/>
          </p:nvPr>
        </p:nvSpPr>
        <p:spPr>
          <a:xfrm>
            <a:off x="6623237" y="4013681"/>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2021</a:t>
            </a:r>
            <a:endParaRPr sz="2500">
              <a:solidFill>
                <a:schemeClr val="lt1"/>
              </a:solidFill>
              <a:latin typeface="Freckle Face"/>
              <a:ea typeface="Freckle Face"/>
              <a:cs typeface="Freckle Face"/>
              <a:sym typeface="Freckle Face"/>
            </a:endParaRPr>
          </a:p>
        </p:txBody>
      </p:sp>
      <p:sp>
        <p:nvSpPr>
          <p:cNvPr id="1779" name="Google Shape;1779;p56"/>
          <p:cNvSpPr/>
          <p:nvPr/>
        </p:nvSpPr>
        <p:spPr>
          <a:xfrm flipH="1">
            <a:off x="1231835" y="1742610"/>
            <a:ext cx="979130" cy="883365"/>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0" name="Google Shape;1780;p56"/>
          <p:cNvSpPr/>
          <p:nvPr/>
        </p:nvSpPr>
        <p:spPr>
          <a:xfrm flipH="1">
            <a:off x="5033433" y="1742551"/>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1" name="Google Shape;1781;p56"/>
          <p:cNvSpPr/>
          <p:nvPr/>
        </p:nvSpPr>
        <p:spPr>
          <a:xfrm>
            <a:off x="3133525" y="1742551"/>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2" name="Google Shape;1782;p56"/>
          <p:cNvSpPr/>
          <p:nvPr/>
        </p:nvSpPr>
        <p:spPr>
          <a:xfrm>
            <a:off x="6934225" y="1742551"/>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783" name="Google Shape;1783;p56"/>
          <p:cNvGrpSpPr/>
          <p:nvPr/>
        </p:nvGrpSpPr>
        <p:grpSpPr>
          <a:xfrm>
            <a:off x="1505818" y="1970512"/>
            <a:ext cx="433881" cy="427562"/>
            <a:chOff x="3357153" y="2784633"/>
            <a:chExt cx="393080" cy="387354"/>
          </a:xfrm>
        </p:grpSpPr>
        <p:sp>
          <p:nvSpPr>
            <p:cNvPr id="1784" name="Google Shape;1784;p56"/>
            <p:cNvSpPr/>
            <p:nvPr/>
          </p:nvSpPr>
          <p:spPr>
            <a:xfrm>
              <a:off x="3362354" y="2784633"/>
              <a:ext cx="387878" cy="387354"/>
            </a:xfrm>
            <a:custGeom>
              <a:avLst/>
              <a:gdLst/>
              <a:ahLst/>
              <a:cxnLst/>
              <a:rect l="l" t="t" r="r" b="b"/>
              <a:pathLst>
                <a:path w="9620" h="9607" extrusionOk="0">
                  <a:moveTo>
                    <a:pt x="4918" y="1"/>
                  </a:moveTo>
                  <a:lnTo>
                    <a:pt x="4689" y="601"/>
                  </a:lnTo>
                  <a:cubicBezTo>
                    <a:pt x="4474" y="1173"/>
                    <a:pt x="3931" y="1545"/>
                    <a:pt x="3317" y="1545"/>
                  </a:cubicBezTo>
                  <a:cubicBezTo>
                    <a:pt x="3002" y="1545"/>
                    <a:pt x="2716" y="1445"/>
                    <a:pt x="2459" y="1274"/>
                  </a:cubicBezTo>
                  <a:lnTo>
                    <a:pt x="1815" y="816"/>
                  </a:lnTo>
                  <a:lnTo>
                    <a:pt x="1958" y="2188"/>
                  </a:lnTo>
                  <a:cubicBezTo>
                    <a:pt x="2073" y="3231"/>
                    <a:pt x="1516" y="4232"/>
                    <a:pt x="586" y="4689"/>
                  </a:cubicBezTo>
                  <a:lnTo>
                    <a:pt x="1" y="4975"/>
                  </a:lnTo>
                  <a:lnTo>
                    <a:pt x="3117" y="6505"/>
                  </a:lnTo>
                  <a:lnTo>
                    <a:pt x="4632" y="9606"/>
                  </a:lnTo>
                  <a:lnTo>
                    <a:pt x="4918" y="9034"/>
                  </a:lnTo>
                  <a:cubicBezTo>
                    <a:pt x="5118" y="8606"/>
                    <a:pt x="5432" y="8263"/>
                    <a:pt x="5832" y="8020"/>
                  </a:cubicBezTo>
                  <a:cubicBezTo>
                    <a:pt x="6233" y="7763"/>
                    <a:pt x="6675" y="7634"/>
                    <a:pt x="7147" y="7634"/>
                  </a:cubicBezTo>
                  <a:cubicBezTo>
                    <a:pt x="7233" y="7634"/>
                    <a:pt x="7319" y="7649"/>
                    <a:pt x="7405" y="7649"/>
                  </a:cubicBezTo>
                  <a:lnTo>
                    <a:pt x="8805" y="7805"/>
                  </a:lnTo>
                  <a:lnTo>
                    <a:pt x="8348" y="7163"/>
                  </a:lnTo>
                  <a:cubicBezTo>
                    <a:pt x="8076" y="6776"/>
                    <a:pt x="8005" y="6319"/>
                    <a:pt x="8133" y="5876"/>
                  </a:cubicBezTo>
                  <a:cubicBezTo>
                    <a:pt x="8276" y="5432"/>
                    <a:pt x="8590" y="5089"/>
                    <a:pt x="9019" y="4918"/>
                  </a:cubicBezTo>
                  <a:lnTo>
                    <a:pt x="9619" y="4689"/>
                  </a:lnTo>
                  <a:lnTo>
                    <a:pt x="9133" y="4346"/>
                  </a:lnTo>
                  <a:cubicBezTo>
                    <a:pt x="8819" y="4117"/>
                    <a:pt x="8590" y="3803"/>
                    <a:pt x="8491" y="3431"/>
                  </a:cubicBezTo>
                  <a:cubicBezTo>
                    <a:pt x="8377" y="3060"/>
                    <a:pt x="8405" y="2660"/>
                    <a:pt x="8548" y="2316"/>
                  </a:cubicBezTo>
                  <a:lnTo>
                    <a:pt x="9419" y="187"/>
                  </a:lnTo>
                  <a:lnTo>
                    <a:pt x="7304" y="1074"/>
                  </a:lnTo>
                  <a:cubicBezTo>
                    <a:pt x="7104" y="1159"/>
                    <a:pt x="6875" y="1202"/>
                    <a:pt x="6661" y="1202"/>
                  </a:cubicBezTo>
                  <a:cubicBezTo>
                    <a:pt x="6103" y="1202"/>
                    <a:pt x="5589" y="931"/>
                    <a:pt x="5274" y="487"/>
                  </a:cubicBezTo>
                  <a:lnTo>
                    <a:pt x="4918"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56"/>
            <p:cNvSpPr/>
            <p:nvPr/>
          </p:nvSpPr>
          <p:spPr>
            <a:xfrm>
              <a:off x="3357153" y="2784633"/>
              <a:ext cx="393080" cy="327398"/>
            </a:xfrm>
            <a:custGeom>
              <a:avLst/>
              <a:gdLst/>
              <a:ahLst/>
              <a:cxnLst/>
              <a:rect l="l" t="t" r="r" b="b"/>
              <a:pathLst>
                <a:path w="9749" h="8120" extrusionOk="0">
                  <a:moveTo>
                    <a:pt x="5047" y="1"/>
                  </a:moveTo>
                  <a:lnTo>
                    <a:pt x="4832" y="559"/>
                  </a:lnTo>
                  <a:lnTo>
                    <a:pt x="5390" y="3946"/>
                  </a:lnTo>
                  <a:lnTo>
                    <a:pt x="4288" y="5047"/>
                  </a:lnTo>
                  <a:lnTo>
                    <a:pt x="2531" y="1230"/>
                  </a:lnTo>
                  <a:lnTo>
                    <a:pt x="1944" y="816"/>
                  </a:lnTo>
                  <a:lnTo>
                    <a:pt x="2016" y="1487"/>
                  </a:lnTo>
                  <a:lnTo>
                    <a:pt x="3860" y="5476"/>
                  </a:lnTo>
                  <a:lnTo>
                    <a:pt x="2159" y="7176"/>
                  </a:lnTo>
                  <a:cubicBezTo>
                    <a:pt x="1916" y="7419"/>
                    <a:pt x="1598" y="7541"/>
                    <a:pt x="1280" y="7541"/>
                  </a:cubicBezTo>
                  <a:cubicBezTo>
                    <a:pt x="962" y="7541"/>
                    <a:pt x="644" y="7419"/>
                    <a:pt x="401" y="7176"/>
                  </a:cubicBezTo>
                  <a:lnTo>
                    <a:pt x="0" y="7591"/>
                  </a:lnTo>
                  <a:cubicBezTo>
                    <a:pt x="343" y="7934"/>
                    <a:pt x="816" y="8120"/>
                    <a:pt x="1273" y="8120"/>
                  </a:cubicBezTo>
                  <a:cubicBezTo>
                    <a:pt x="1744" y="8120"/>
                    <a:pt x="2216" y="7934"/>
                    <a:pt x="2559" y="7591"/>
                  </a:cubicBezTo>
                  <a:lnTo>
                    <a:pt x="4260" y="5890"/>
                  </a:lnTo>
                  <a:lnTo>
                    <a:pt x="8262" y="7734"/>
                  </a:lnTo>
                  <a:lnTo>
                    <a:pt x="8934" y="7805"/>
                  </a:lnTo>
                  <a:lnTo>
                    <a:pt x="8519" y="7220"/>
                  </a:lnTo>
                  <a:lnTo>
                    <a:pt x="4703" y="5447"/>
                  </a:lnTo>
                  <a:lnTo>
                    <a:pt x="5790" y="4361"/>
                  </a:lnTo>
                  <a:lnTo>
                    <a:pt x="9177" y="4918"/>
                  </a:lnTo>
                  <a:lnTo>
                    <a:pt x="9748" y="4689"/>
                  </a:lnTo>
                  <a:lnTo>
                    <a:pt x="9262" y="4346"/>
                  </a:lnTo>
                  <a:lnTo>
                    <a:pt x="6289" y="3860"/>
                  </a:lnTo>
                  <a:lnTo>
                    <a:pt x="9262" y="887"/>
                  </a:lnTo>
                  <a:lnTo>
                    <a:pt x="9548" y="187"/>
                  </a:lnTo>
                  <a:lnTo>
                    <a:pt x="8862" y="473"/>
                  </a:lnTo>
                  <a:lnTo>
                    <a:pt x="5889" y="3460"/>
                  </a:lnTo>
                  <a:lnTo>
                    <a:pt x="5403" y="487"/>
                  </a:lnTo>
                  <a:lnTo>
                    <a:pt x="5047"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6" name="Google Shape;1786;p56"/>
          <p:cNvGrpSpPr/>
          <p:nvPr/>
        </p:nvGrpSpPr>
        <p:grpSpPr>
          <a:xfrm>
            <a:off x="3420515" y="1966735"/>
            <a:ext cx="403343" cy="435117"/>
            <a:chOff x="4049871" y="2781206"/>
            <a:chExt cx="365413" cy="394199"/>
          </a:xfrm>
        </p:grpSpPr>
        <p:sp>
          <p:nvSpPr>
            <p:cNvPr id="1787" name="Google Shape;1787;p56"/>
            <p:cNvSpPr/>
            <p:nvPr/>
          </p:nvSpPr>
          <p:spPr>
            <a:xfrm>
              <a:off x="4056765" y="2781206"/>
              <a:ext cx="348728" cy="208656"/>
            </a:xfrm>
            <a:custGeom>
              <a:avLst/>
              <a:gdLst/>
              <a:ahLst/>
              <a:cxnLst/>
              <a:rect l="l" t="t" r="r" b="b"/>
              <a:pathLst>
                <a:path w="8649" h="5175" extrusionOk="0">
                  <a:moveTo>
                    <a:pt x="5546" y="0"/>
                  </a:moveTo>
                  <a:cubicBezTo>
                    <a:pt x="5118" y="0"/>
                    <a:pt x="4717" y="129"/>
                    <a:pt x="4361" y="358"/>
                  </a:cubicBezTo>
                  <a:cubicBezTo>
                    <a:pt x="4103" y="515"/>
                    <a:pt x="3888" y="743"/>
                    <a:pt x="3717" y="987"/>
                  </a:cubicBezTo>
                  <a:cubicBezTo>
                    <a:pt x="3460" y="873"/>
                    <a:pt x="3189" y="815"/>
                    <a:pt x="2903" y="815"/>
                  </a:cubicBezTo>
                  <a:cubicBezTo>
                    <a:pt x="1902" y="815"/>
                    <a:pt x="1073" y="1572"/>
                    <a:pt x="987" y="2559"/>
                  </a:cubicBezTo>
                  <a:cubicBezTo>
                    <a:pt x="416" y="2745"/>
                    <a:pt x="1" y="3303"/>
                    <a:pt x="58" y="3945"/>
                  </a:cubicBezTo>
                  <a:cubicBezTo>
                    <a:pt x="115" y="4646"/>
                    <a:pt x="715" y="5174"/>
                    <a:pt x="1416" y="5174"/>
                  </a:cubicBezTo>
                  <a:lnTo>
                    <a:pt x="6919" y="5174"/>
                  </a:lnTo>
                  <a:cubicBezTo>
                    <a:pt x="7833" y="5174"/>
                    <a:pt x="8620" y="4431"/>
                    <a:pt x="8634" y="3516"/>
                  </a:cubicBezTo>
                  <a:cubicBezTo>
                    <a:pt x="8649" y="2874"/>
                    <a:pt x="8291" y="2302"/>
                    <a:pt x="7734" y="2001"/>
                  </a:cubicBezTo>
                  <a:cubicBezTo>
                    <a:pt x="7690" y="1487"/>
                    <a:pt x="7462" y="1016"/>
                    <a:pt x="7090" y="644"/>
                  </a:cubicBezTo>
                  <a:cubicBezTo>
                    <a:pt x="6676" y="229"/>
                    <a:pt x="6133" y="0"/>
                    <a:pt x="55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56"/>
            <p:cNvSpPr/>
            <p:nvPr/>
          </p:nvSpPr>
          <p:spPr>
            <a:xfrm>
              <a:off x="4106922" y="3014007"/>
              <a:ext cx="179263" cy="23103"/>
            </a:xfrm>
            <a:custGeom>
              <a:avLst/>
              <a:gdLst/>
              <a:ahLst/>
              <a:cxnLst/>
              <a:rect l="l" t="t" r="r" b="b"/>
              <a:pathLst>
                <a:path w="4446" h="573" extrusionOk="0">
                  <a:moveTo>
                    <a:pt x="1" y="1"/>
                  </a:moveTo>
                  <a:lnTo>
                    <a:pt x="1" y="572"/>
                  </a:lnTo>
                  <a:lnTo>
                    <a:pt x="4445" y="572"/>
                  </a:lnTo>
                  <a:lnTo>
                    <a:pt x="444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6"/>
            <p:cNvSpPr/>
            <p:nvPr/>
          </p:nvSpPr>
          <p:spPr>
            <a:xfrm>
              <a:off x="4143209" y="3106217"/>
              <a:ext cx="183900" cy="55964"/>
            </a:xfrm>
            <a:custGeom>
              <a:avLst/>
              <a:gdLst/>
              <a:ahLst/>
              <a:cxnLst/>
              <a:rect l="l" t="t" r="r" b="b"/>
              <a:pathLst>
                <a:path w="4561" h="1388" extrusionOk="0">
                  <a:moveTo>
                    <a:pt x="1" y="1"/>
                  </a:moveTo>
                  <a:lnTo>
                    <a:pt x="1" y="572"/>
                  </a:lnTo>
                  <a:lnTo>
                    <a:pt x="3160" y="572"/>
                  </a:lnTo>
                  <a:cubicBezTo>
                    <a:pt x="3617" y="572"/>
                    <a:pt x="3989" y="930"/>
                    <a:pt x="3989" y="1388"/>
                  </a:cubicBezTo>
                  <a:lnTo>
                    <a:pt x="4561" y="1388"/>
                  </a:lnTo>
                  <a:cubicBezTo>
                    <a:pt x="4561" y="616"/>
                    <a:pt x="3932" y="1"/>
                    <a:pt x="316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6"/>
            <p:cNvSpPr/>
            <p:nvPr/>
          </p:nvSpPr>
          <p:spPr>
            <a:xfrm>
              <a:off x="4068297" y="3106217"/>
              <a:ext cx="45602" cy="23103"/>
            </a:xfrm>
            <a:custGeom>
              <a:avLst/>
              <a:gdLst/>
              <a:ahLst/>
              <a:cxnLst/>
              <a:rect l="l" t="t" r="r" b="b"/>
              <a:pathLst>
                <a:path w="1131" h="573" extrusionOk="0">
                  <a:moveTo>
                    <a:pt x="0" y="1"/>
                  </a:moveTo>
                  <a:lnTo>
                    <a:pt x="0" y="572"/>
                  </a:lnTo>
                  <a:lnTo>
                    <a:pt x="1130" y="572"/>
                  </a:lnTo>
                  <a:lnTo>
                    <a:pt x="113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56"/>
            <p:cNvSpPr/>
            <p:nvPr/>
          </p:nvSpPr>
          <p:spPr>
            <a:xfrm>
              <a:off x="4100552" y="3152341"/>
              <a:ext cx="108380" cy="23063"/>
            </a:xfrm>
            <a:custGeom>
              <a:avLst/>
              <a:gdLst/>
              <a:ahLst/>
              <a:cxnLst/>
              <a:rect l="l" t="t" r="r" b="b"/>
              <a:pathLst>
                <a:path w="2688" h="572" extrusionOk="0">
                  <a:moveTo>
                    <a:pt x="1" y="0"/>
                  </a:moveTo>
                  <a:lnTo>
                    <a:pt x="1" y="572"/>
                  </a:lnTo>
                  <a:lnTo>
                    <a:pt x="2688" y="572"/>
                  </a:lnTo>
                  <a:lnTo>
                    <a:pt x="268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56"/>
            <p:cNvSpPr/>
            <p:nvPr/>
          </p:nvSpPr>
          <p:spPr>
            <a:xfrm>
              <a:off x="4231951" y="3152341"/>
              <a:ext cx="23103" cy="23063"/>
            </a:xfrm>
            <a:custGeom>
              <a:avLst/>
              <a:gdLst/>
              <a:ahLst/>
              <a:cxnLst/>
              <a:rect l="l" t="t" r="r" b="b"/>
              <a:pathLst>
                <a:path w="573" h="572" extrusionOk="0">
                  <a:moveTo>
                    <a:pt x="1" y="0"/>
                  </a:moveTo>
                  <a:lnTo>
                    <a:pt x="1" y="572"/>
                  </a:lnTo>
                  <a:lnTo>
                    <a:pt x="572" y="572"/>
                  </a:lnTo>
                  <a:lnTo>
                    <a:pt x="57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6"/>
            <p:cNvSpPr/>
            <p:nvPr/>
          </p:nvSpPr>
          <p:spPr>
            <a:xfrm>
              <a:off x="4049871" y="3060132"/>
              <a:ext cx="182125" cy="23063"/>
            </a:xfrm>
            <a:custGeom>
              <a:avLst/>
              <a:gdLst/>
              <a:ahLst/>
              <a:cxnLst/>
              <a:rect l="l" t="t" r="r" b="b"/>
              <a:pathLst>
                <a:path w="4517" h="572" extrusionOk="0">
                  <a:moveTo>
                    <a:pt x="0" y="0"/>
                  </a:moveTo>
                  <a:lnTo>
                    <a:pt x="0" y="572"/>
                  </a:lnTo>
                  <a:lnTo>
                    <a:pt x="4517" y="572"/>
                  </a:lnTo>
                  <a:lnTo>
                    <a:pt x="451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56"/>
            <p:cNvSpPr/>
            <p:nvPr/>
          </p:nvSpPr>
          <p:spPr>
            <a:xfrm>
              <a:off x="4263077" y="3060132"/>
              <a:ext cx="46166" cy="23063"/>
            </a:xfrm>
            <a:custGeom>
              <a:avLst/>
              <a:gdLst/>
              <a:ahLst/>
              <a:cxnLst/>
              <a:rect l="l" t="t" r="r" b="b"/>
              <a:pathLst>
                <a:path w="1145" h="572" extrusionOk="0">
                  <a:moveTo>
                    <a:pt x="1" y="0"/>
                  </a:moveTo>
                  <a:lnTo>
                    <a:pt x="1" y="572"/>
                  </a:lnTo>
                  <a:lnTo>
                    <a:pt x="1144" y="572"/>
                  </a:lnTo>
                  <a:lnTo>
                    <a:pt x="114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56"/>
            <p:cNvSpPr/>
            <p:nvPr/>
          </p:nvSpPr>
          <p:spPr>
            <a:xfrm>
              <a:off x="4309202" y="2993888"/>
              <a:ext cx="106082" cy="43223"/>
            </a:xfrm>
            <a:custGeom>
              <a:avLst/>
              <a:gdLst/>
              <a:ahLst/>
              <a:cxnLst/>
              <a:rect l="l" t="t" r="r" b="b"/>
              <a:pathLst>
                <a:path w="2631" h="1072" extrusionOk="0">
                  <a:moveTo>
                    <a:pt x="2073" y="0"/>
                  </a:moveTo>
                  <a:cubicBezTo>
                    <a:pt x="2073" y="271"/>
                    <a:pt x="1844" y="500"/>
                    <a:pt x="1572" y="500"/>
                  </a:cubicBezTo>
                  <a:lnTo>
                    <a:pt x="0" y="500"/>
                  </a:lnTo>
                  <a:lnTo>
                    <a:pt x="0" y="1071"/>
                  </a:lnTo>
                  <a:lnTo>
                    <a:pt x="1559" y="1071"/>
                  </a:lnTo>
                  <a:cubicBezTo>
                    <a:pt x="2144" y="1071"/>
                    <a:pt x="2630" y="585"/>
                    <a:pt x="26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6" name="Google Shape;1796;p56"/>
          <p:cNvGrpSpPr/>
          <p:nvPr/>
        </p:nvGrpSpPr>
        <p:grpSpPr>
          <a:xfrm>
            <a:off x="5306481" y="2023967"/>
            <a:ext cx="433926" cy="320652"/>
            <a:chOff x="4036001" y="3547104"/>
            <a:chExt cx="393120" cy="290498"/>
          </a:xfrm>
        </p:grpSpPr>
        <p:sp>
          <p:nvSpPr>
            <p:cNvPr id="1797" name="Google Shape;1797;p56"/>
            <p:cNvSpPr/>
            <p:nvPr/>
          </p:nvSpPr>
          <p:spPr>
            <a:xfrm>
              <a:off x="4059668" y="3594358"/>
              <a:ext cx="345825" cy="231719"/>
            </a:xfrm>
            <a:custGeom>
              <a:avLst/>
              <a:gdLst/>
              <a:ahLst/>
              <a:cxnLst/>
              <a:rect l="l" t="t" r="r" b="b"/>
              <a:pathLst>
                <a:path w="8577" h="5747" extrusionOk="0">
                  <a:moveTo>
                    <a:pt x="1244" y="1"/>
                  </a:moveTo>
                  <a:lnTo>
                    <a:pt x="1244" y="2816"/>
                  </a:lnTo>
                  <a:lnTo>
                    <a:pt x="601" y="2288"/>
                  </a:lnTo>
                  <a:lnTo>
                    <a:pt x="229" y="2730"/>
                  </a:lnTo>
                  <a:lnTo>
                    <a:pt x="1244" y="3559"/>
                  </a:lnTo>
                  <a:lnTo>
                    <a:pt x="1244" y="4232"/>
                  </a:lnTo>
                  <a:cubicBezTo>
                    <a:pt x="1244" y="4903"/>
                    <a:pt x="687" y="5461"/>
                    <a:pt x="1" y="5461"/>
                  </a:cubicBezTo>
                  <a:lnTo>
                    <a:pt x="1" y="5747"/>
                  </a:lnTo>
                  <a:lnTo>
                    <a:pt x="8577" y="5747"/>
                  </a:lnTo>
                  <a:lnTo>
                    <a:pt x="8577" y="5461"/>
                  </a:lnTo>
                  <a:cubicBezTo>
                    <a:pt x="7891" y="5461"/>
                    <a:pt x="7333" y="4903"/>
                    <a:pt x="7333" y="4232"/>
                  </a:cubicBezTo>
                  <a:lnTo>
                    <a:pt x="7333" y="1958"/>
                  </a:lnTo>
                  <a:lnTo>
                    <a:pt x="7976" y="1444"/>
                  </a:lnTo>
                  <a:lnTo>
                    <a:pt x="7605" y="1001"/>
                  </a:lnTo>
                  <a:lnTo>
                    <a:pt x="7333" y="1215"/>
                  </a:lnTo>
                  <a:lnTo>
                    <a:pt x="7333"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6"/>
            <p:cNvSpPr/>
            <p:nvPr/>
          </p:nvSpPr>
          <p:spPr>
            <a:xfrm>
              <a:off x="4197962" y="3724023"/>
              <a:ext cx="23103" cy="102050"/>
            </a:xfrm>
            <a:custGeom>
              <a:avLst/>
              <a:gdLst/>
              <a:ahLst/>
              <a:cxnLst/>
              <a:rect l="l" t="t" r="r" b="b"/>
              <a:pathLst>
                <a:path w="573" h="2531" extrusionOk="0">
                  <a:moveTo>
                    <a:pt x="1" y="0"/>
                  </a:moveTo>
                  <a:lnTo>
                    <a:pt x="1" y="2531"/>
                  </a:lnTo>
                  <a:lnTo>
                    <a:pt x="573" y="2531"/>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56"/>
            <p:cNvSpPr/>
            <p:nvPr/>
          </p:nvSpPr>
          <p:spPr>
            <a:xfrm>
              <a:off x="4244087" y="3699268"/>
              <a:ext cx="23103" cy="75519"/>
            </a:xfrm>
            <a:custGeom>
              <a:avLst/>
              <a:gdLst/>
              <a:ahLst/>
              <a:cxnLst/>
              <a:rect l="l" t="t" r="r" b="b"/>
              <a:pathLst>
                <a:path w="573" h="1873" extrusionOk="0">
                  <a:moveTo>
                    <a:pt x="0" y="0"/>
                  </a:moveTo>
                  <a:lnTo>
                    <a:pt x="0" y="1872"/>
                  </a:lnTo>
                  <a:lnTo>
                    <a:pt x="572" y="18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56"/>
            <p:cNvSpPr/>
            <p:nvPr/>
          </p:nvSpPr>
          <p:spPr>
            <a:xfrm>
              <a:off x="4151878" y="3671609"/>
              <a:ext cx="23103" cy="47295"/>
            </a:xfrm>
            <a:custGeom>
              <a:avLst/>
              <a:gdLst/>
              <a:ahLst/>
              <a:cxnLst/>
              <a:rect l="l" t="t" r="r" b="b"/>
              <a:pathLst>
                <a:path w="573" h="1173" extrusionOk="0">
                  <a:moveTo>
                    <a:pt x="1" y="0"/>
                  </a:moveTo>
                  <a:lnTo>
                    <a:pt x="1" y="1172"/>
                  </a:lnTo>
                  <a:lnTo>
                    <a:pt x="572" y="11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6"/>
            <p:cNvSpPr/>
            <p:nvPr/>
          </p:nvSpPr>
          <p:spPr>
            <a:xfrm>
              <a:off x="4290171" y="3684833"/>
              <a:ext cx="23103" cy="45602"/>
            </a:xfrm>
            <a:custGeom>
              <a:avLst/>
              <a:gdLst/>
              <a:ahLst/>
              <a:cxnLst/>
              <a:rect l="l" t="t" r="r" b="b"/>
              <a:pathLst>
                <a:path w="573" h="1131" extrusionOk="0">
                  <a:moveTo>
                    <a:pt x="1" y="0"/>
                  </a:moveTo>
                  <a:lnTo>
                    <a:pt x="1" y="1130"/>
                  </a:lnTo>
                  <a:lnTo>
                    <a:pt x="573" y="1130"/>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6"/>
            <p:cNvSpPr/>
            <p:nvPr/>
          </p:nvSpPr>
          <p:spPr>
            <a:xfrm>
              <a:off x="4290171" y="3773011"/>
              <a:ext cx="23103" cy="53061"/>
            </a:xfrm>
            <a:custGeom>
              <a:avLst/>
              <a:gdLst/>
              <a:ahLst/>
              <a:cxnLst/>
              <a:rect l="l" t="t" r="r" b="b"/>
              <a:pathLst>
                <a:path w="573" h="1316" extrusionOk="0">
                  <a:moveTo>
                    <a:pt x="1" y="1"/>
                  </a:moveTo>
                  <a:lnTo>
                    <a:pt x="1" y="1316"/>
                  </a:lnTo>
                  <a:lnTo>
                    <a:pt x="573" y="1316"/>
                  </a:lnTo>
                  <a:lnTo>
                    <a:pt x="573"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6"/>
            <p:cNvSpPr/>
            <p:nvPr/>
          </p:nvSpPr>
          <p:spPr>
            <a:xfrm>
              <a:off x="4151878" y="3739587"/>
              <a:ext cx="23103" cy="23103"/>
            </a:xfrm>
            <a:custGeom>
              <a:avLst/>
              <a:gdLst/>
              <a:ahLst/>
              <a:cxnLst/>
              <a:rect l="l" t="t" r="r" b="b"/>
              <a:pathLst>
                <a:path w="573" h="573" extrusionOk="0">
                  <a:moveTo>
                    <a:pt x="1" y="1"/>
                  </a:moveTo>
                  <a:lnTo>
                    <a:pt x="1" y="572"/>
                  </a:lnTo>
                  <a:lnTo>
                    <a:pt x="572" y="572"/>
                  </a:lnTo>
                  <a:lnTo>
                    <a:pt x="572"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56"/>
            <p:cNvSpPr/>
            <p:nvPr/>
          </p:nvSpPr>
          <p:spPr>
            <a:xfrm>
              <a:off x="4244087" y="3660078"/>
              <a:ext cx="23103" cy="23063"/>
            </a:xfrm>
            <a:custGeom>
              <a:avLst/>
              <a:gdLst/>
              <a:ahLst/>
              <a:cxnLst/>
              <a:rect l="l" t="t" r="r" b="b"/>
              <a:pathLst>
                <a:path w="573" h="572" extrusionOk="0">
                  <a:moveTo>
                    <a:pt x="0" y="0"/>
                  </a:moveTo>
                  <a:lnTo>
                    <a:pt x="0" y="572"/>
                  </a:lnTo>
                  <a:lnTo>
                    <a:pt x="572" y="5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56"/>
            <p:cNvSpPr/>
            <p:nvPr/>
          </p:nvSpPr>
          <p:spPr>
            <a:xfrm>
              <a:off x="4120751" y="3558635"/>
              <a:ext cx="223050" cy="71487"/>
            </a:xfrm>
            <a:custGeom>
              <a:avLst/>
              <a:gdLst/>
              <a:ahLst/>
              <a:cxnLst/>
              <a:rect l="l" t="t" r="r" b="b"/>
              <a:pathLst>
                <a:path w="5532" h="1773" extrusionOk="0">
                  <a:moveTo>
                    <a:pt x="2774" y="1"/>
                  </a:moveTo>
                  <a:cubicBezTo>
                    <a:pt x="1244" y="1"/>
                    <a:pt x="1" y="386"/>
                    <a:pt x="1" y="887"/>
                  </a:cubicBezTo>
                  <a:cubicBezTo>
                    <a:pt x="1" y="1373"/>
                    <a:pt x="1244" y="1773"/>
                    <a:pt x="2774" y="1773"/>
                  </a:cubicBezTo>
                  <a:cubicBezTo>
                    <a:pt x="4289" y="1773"/>
                    <a:pt x="5532" y="1373"/>
                    <a:pt x="5532" y="887"/>
                  </a:cubicBezTo>
                  <a:cubicBezTo>
                    <a:pt x="5532" y="386"/>
                    <a:pt x="4289" y="1"/>
                    <a:pt x="2774"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6"/>
            <p:cNvSpPr/>
            <p:nvPr/>
          </p:nvSpPr>
          <p:spPr>
            <a:xfrm>
              <a:off x="4109220" y="3547104"/>
              <a:ext cx="246113" cy="94550"/>
            </a:xfrm>
            <a:custGeom>
              <a:avLst/>
              <a:gdLst/>
              <a:ahLst/>
              <a:cxnLst/>
              <a:rect l="l" t="t" r="r" b="b"/>
              <a:pathLst>
                <a:path w="6104" h="2345" extrusionOk="0">
                  <a:moveTo>
                    <a:pt x="3060" y="572"/>
                  </a:moveTo>
                  <a:cubicBezTo>
                    <a:pt x="3759" y="572"/>
                    <a:pt x="4432" y="658"/>
                    <a:pt x="4918" y="815"/>
                  </a:cubicBezTo>
                  <a:cubicBezTo>
                    <a:pt x="5432" y="973"/>
                    <a:pt x="5532" y="1144"/>
                    <a:pt x="5532" y="1173"/>
                  </a:cubicBezTo>
                  <a:cubicBezTo>
                    <a:pt x="5532" y="1201"/>
                    <a:pt x="5432" y="1358"/>
                    <a:pt x="4918" y="1530"/>
                  </a:cubicBezTo>
                  <a:cubicBezTo>
                    <a:pt x="4432" y="1687"/>
                    <a:pt x="3759" y="1773"/>
                    <a:pt x="3060" y="1773"/>
                  </a:cubicBezTo>
                  <a:cubicBezTo>
                    <a:pt x="2345" y="1773"/>
                    <a:pt x="1687" y="1687"/>
                    <a:pt x="1187" y="1530"/>
                  </a:cubicBezTo>
                  <a:cubicBezTo>
                    <a:pt x="687" y="1358"/>
                    <a:pt x="573" y="1201"/>
                    <a:pt x="573" y="1173"/>
                  </a:cubicBezTo>
                  <a:cubicBezTo>
                    <a:pt x="573" y="1144"/>
                    <a:pt x="687" y="973"/>
                    <a:pt x="1187" y="815"/>
                  </a:cubicBezTo>
                  <a:cubicBezTo>
                    <a:pt x="1687" y="658"/>
                    <a:pt x="2345" y="572"/>
                    <a:pt x="3060" y="572"/>
                  </a:cubicBezTo>
                  <a:close/>
                  <a:moveTo>
                    <a:pt x="3060" y="1"/>
                  </a:moveTo>
                  <a:cubicBezTo>
                    <a:pt x="1587" y="1"/>
                    <a:pt x="1" y="358"/>
                    <a:pt x="1" y="1173"/>
                  </a:cubicBezTo>
                  <a:cubicBezTo>
                    <a:pt x="1" y="1973"/>
                    <a:pt x="1587" y="2345"/>
                    <a:pt x="3060" y="2345"/>
                  </a:cubicBezTo>
                  <a:cubicBezTo>
                    <a:pt x="4518" y="2345"/>
                    <a:pt x="6104" y="1973"/>
                    <a:pt x="6104" y="1173"/>
                  </a:cubicBezTo>
                  <a:cubicBezTo>
                    <a:pt x="6104" y="358"/>
                    <a:pt x="4518" y="1"/>
                    <a:pt x="306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6"/>
            <p:cNvSpPr/>
            <p:nvPr/>
          </p:nvSpPr>
          <p:spPr>
            <a:xfrm>
              <a:off x="4036001" y="3814499"/>
              <a:ext cx="393120" cy="23103"/>
            </a:xfrm>
            <a:custGeom>
              <a:avLst/>
              <a:gdLst/>
              <a:ahLst/>
              <a:cxnLst/>
              <a:rect l="l" t="t" r="r" b="b"/>
              <a:pathLst>
                <a:path w="9750" h="573" extrusionOk="0">
                  <a:moveTo>
                    <a:pt x="1" y="1"/>
                  </a:moveTo>
                  <a:lnTo>
                    <a:pt x="1" y="573"/>
                  </a:lnTo>
                  <a:lnTo>
                    <a:pt x="9749" y="573"/>
                  </a:lnTo>
                  <a:lnTo>
                    <a:pt x="9749"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8" name="Google Shape;1808;p56"/>
          <p:cNvGrpSpPr/>
          <p:nvPr/>
        </p:nvGrpSpPr>
        <p:grpSpPr>
          <a:xfrm>
            <a:off x="7236441" y="1967353"/>
            <a:ext cx="374689" cy="433879"/>
            <a:chOff x="4061967" y="4209866"/>
            <a:chExt cx="339454" cy="393077"/>
          </a:xfrm>
        </p:grpSpPr>
        <p:sp>
          <p:nvSpPr>
            <p:cNvPr id="1809" name="Google Shape;1809;p56"/>
            <p:cNvSpPr/>
            <p:nvPr/>
          </p:nvSpPr>
          <p:spPr>
            <a:xfrm>
              <a:off x="4061967" y="4209866"/>
              <a:ext cx="339454" cy="203455"/>
            </a:xfrm>
            <a:custGeom>
              <a:avLst/>
              <a:gdLst/>
              <a:ahLst/>
              <a:cxnLst/>
              <a:rect l="l" t="t" r="r" b="b"/>
              <a:pathLst>
                <a:path w="8419" h="5046" extrusionOk="0">
                  <a:moveTo>
                    <a:pt x="5404" y="0"/>
                  </a:moveTo>
                  <a:cubicBezTo>
                    <a:pt x="4989" y="0"/>
                    <a:pt x="4588" y="115"/>
                    <a:pt x="4245" y="343"/>
                  </a:cubicBezTo>
                  <a:cubicBezTo>
                    <a:pt x="3988" y="500"/>
                    <a:pt x="3774" y="700"/>
                    <a:pt x="3616" y="957"/>
                  </a:cubicBezTo>
                  <a:cubicBezTo>
                    <a:pt x="3374" y="843"/>
                    <a:pt x="3102" y="772"/>
                    <a:pt x="2831" y="772"/>
                  </a:cubicBezTo>
                  <a:cubicBezTo>
                    <a:pt x="1844" y="772"/>
                    <a:pt x="1044" y="1529"/>
                    <a:pt x="958" y="2472"/>
                  </a:cubicBezTo>
                  <a:cubicBezTo>
                    <a:pt x="401" y="2659"/>
                    <a:pt x="1" y="3216"/>
                    <a:pt x="58" y="3845"/>
                  </a:cubicBezTo>
                  <a:cubicBezTo>
                    <a:pt x="115" y="4531"/>
                    <a:pt x="701" y="5045"/>
                    <a:pt x="1387" y="5045"/>
                  </a:cubicBezTo>
                  <a:lnTo>
                    <a:pt x="6732" y="5045"/>
                  </a:lnTo>
                  <a:cubicBezTo>
                    <a:pt x="7619" y="5045"/>
                    <a:pt x="8390" y="4317"/>
                    <a:pt x="8405" y="3431"/>
                  </a:cubicBezTo>
                  <a:cubicBezTo>
                    <a:pt x="8419" y="2802"/>
                    <a:pt x="8091" y="2230"/>
                    <a:pt x="7548" y="1944"/>
                  </a:cubicBezTo>
                  <a:cubicBezTo>
                    <a:pt x="7490" y="1443"/>
                    <a:pt x="7276" y="972"/>
                    <a:pt x="6919" y="614"/>
                  </a:cubicBezTo>
                  <a:cubicBezTo>
                    <a:pt x="6504" y="214"/>
                    <a:pt x="5975" y="0"/>
                    <a:pt x="54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56"/>
            <p:cNvSpPr/>
            <p:nvPr/>
          </p:nvSpPr>
          <p:spPr>
            <a:xfrm>
              <a:off x="4159941" y="4305503"/>
              <a:ext cx="144668" cy="297441"/>
            </a:xfrm>
            <a:custGeom>
              <a:avLst/>
              <a:gdLst/>
              <a:ahLst/>
              <a:cxnLst/>
              <a:rect l="l" t="t" r="r" b="b"/>
              <a:pathLst>
                <a:path w="3588" h="7377" extrusionOk="0">
                  <a:moveTo>
                    <a:pt x="2616" y="1"/>
                  </a:moveTo>
                  <a:lnTo>
                    <a:pt x="1" y="3788"/>
                  </a:lnTo>
                  <a:lnTo>
                    <a:pt x="1272" y="4388"/>
                  </a:lnTo>
                  <a:lnTo>
                    <a:pt x="973" y="7376"/>
                  </a:lnTo>
                  <a:lnTo>
                    <a:pt x="3588" y="3603"/>
                  </a:lnTo>
                  <a:lnTo>
                    <a:pt x="2316" y="2988"/>
                  </a:lnTo>
                  <a:lnTo>
                    <a:pt x="2616"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11" name="Google Shape;1811;p56"/>
          <p:cNvCxnSpPr>
            <a:stCxn id="1768" idx="0"/>
          </p:cNvCxnSpPr>
          <p:nvPr/>
        </p:nvCxnSpPr>
        <p:spPr>
          <a:xfrm rot="10800000">
            <a:off x="1721400" y="2634800"/>
            <a:ext cx="0" cy="295800"/>
          </a:xfrm>
          <a:prstGeom prst="straightConnector1">
            <a:avLst/>
          </a:prstGeom>
          <a:noFill/>
          <a:ln w="19050" cap="flat" cmpd="sng">
            <a:solidFill>
              <a:schemeClr val="accent6"/>
            </a:solidFill>
            <a:prstDash val="solid"/>
            <a:round/>
            <a:headEnd type="none" w="med" len="med"/>
            <a:tailEnd type="none" w="med" len="med"/>
          </a:ln>
        </p:spPr>
      </p:cxnSp>
      <p:cxnSp>
        <p:nvCxnSpPr>
          <p:cNvPr id="1812" name="Google Shape;1812;p56"/>
          <p:cNvCxnSpPr>
            <a:stCxn id="1774" idx="0"/>
          </p:cNvCxnSpPr>
          <p:nvPr/>
        </p:nvCxnSpPr>
        <p:spPr>
          <a:xfrm rot="10800000">
            <a:off x="3622196" y="2627300"/>
            <a:ext cx="0" cy="303300"/>
          </a:xfrm>
          <a:prstGeom prst="straightConnector1">
            <a:avLst/>
          </a:prstGeom>
          <a:noFill/>
          <a:ln w="19050" cap="flat" cmpd="sng">
            <a:solidFill>
              <a:schemeClr val="accent6"/>
            </a:solidFill>
            <a:prstDash val="solid"/>
            <a:round/>
            <a:headEnd type="none" w="med" len="med"/>
            <a:tailEnd type="none" w="med" len="med"/>
          </a:ln>
        </p:spPr>
      </p:cxnSp>
      <p:cxnSp>
        <p:nvCxnSpPr>
          <p:cNvPr id="1813" name="Google Shape;1813;p56"/>
          <p:cNvCxnSpPr>
            <a:stCxn id="1771" idx="0"/>
          </p:cNvCxnSpPr>
          <p:nvPr/>
        </p:nvCxnSpPr>
        <p:spPr>
          <a:xfrm rot="10800000">
            <a:off x="5522991" y="2627300"/>
            <a:ext cx="0" cy="303300"/>
          </a:xfrm>
          <a:prstGeom prst="straightConnector1">
            <a:avLst/>
          </a:prstGeom>
          <a:noFill/>
          <a:ln w="19050" cap="flat" cmpd="sng">
            <a:solidFill>
              <a:schemeClr val="accent6"/>
            </a:solidFill>
            <a:prstDash val="solid"/>
            <a:round/>
            <a:headEnd type="none" w="med" len="med"/>
            <a:tailEnd type="none" w="med" len="med"/>
          </a:ln>
        </p:spPr>
      </p:cxnSp>
      <p:cxnSp>
        <p:nvCxnSpPr>
          <p:cNvPr id="1814" name="Google Shape;1814;p56"/>
          <p:cNvCxnSpPr>
            <a:stCxn id="1777" idx="0"/>
          </p:cNvCxnSpPr>
          <p:nvPr/>
        </p:nvCxnSpPr>
        <p:spPr>
          <a:xfrm rot="10800000">
            <a:off x="7423787" y="2634800"/>
            <a:ext cx="0" cy="295800"/>
          </a:xfrm>
          <a:prstGeom prst="straightConnector1">
            <a:avLst/>
          </a:prstGeom>
          <a:noFill/>
          <a:ln w="19050" cap="flat" cmpd="sng">
            <a:solidFill>
              <a:schemeClr val="accent6"/>
            </a:solidFill>
            <a:prstDash val="solid"/>
            <a:round/>
            <a:headEnd type="none" w="med" len="med"/>
            <a:tailEnd type="none" w="med" len="med"/>
          </a:ln>
        </p:spPr>
      </p:cxnSp>
      <p:cxnSp>
        <p:nvCxnSpPr>
          <p:cNvPr id="1815" name="Google Shape;1815;p56"/>
          <p:cNvCxnSpPr/>
          <p:nvPr/>
        </p:nvCxnSpPr>
        <p:spPr>
          <a:xfrm>
            <a:off x="1721400" y="3637781"/>
            <a:ext cx="0" cy="319800"/>
          </a:xfrm>
          <a:prstGeom prst="straightConnector1">
            <a:avLst/>
          </a:prstGeom>
          <a:noFill/>
          <a:ln w="19050" cap="flat" cmpd="sng">
            <a:solidFill>
              <a:schemeClr val="accent6"/>
            </a:solidFill>
            <a:prstDash val="solid"/>
            <a:round/>
            <a:headEnd type="none" w="med" len="med"/>
            <a:tailEnd type="none" w="med" len="med"/>
          </a:ln>
        </p:spPr>
      </p:cxnSp>
      <p:cxnSp>
        <p:nvCxnSpPr>
          <p:cNvPr id="1816" name="Google Shape;1816;p56"/>
          <p:cNvCxnSpPr>
            <a:stCxn id="1774" idx="2"/>
          </p:cNvCxnSpPr>
          <p:nvPr/>
        </p:nvCxnSpPr>
        <p:spPr>
          <a:xfrm>
            <a:off x="3622196" y="3637700"/>
            <a:ext cx="0" cy="325500"/>
          </a:xfrm>
          <a:prstGeom prst="straightConnector1">
            <a:avLst/>
          </a:prstGeom>
          <a:noFill/>
          <a:ln w="19050" cap="flat" cmpd="sng">
            <a:solidFill>
              <a:schemeClr val="accent6"/>
            </a:solidFill>
            <a:prstDash val="solid"/>
            <a:round/>
            <a:headEnd type="none" w="med" len="med"/>
            <a:tailEnd type="none" w="med" len="med"/>
          </a:ln>
        </p:spPr>
      </p:cxnSp>
      <p:cxnSp>
        <p:nvCxnSpPr>
          <p:cNvPr id="1817" name="Google Shape;1817;p56"/>
          <p:cNvCxnSpPr>
            <a:stCxn id="1771" idx="2"/>
          </p:cNvCxnSpPr>
          <p:nvPr/>
        </p:nvCxnSpPr>
        <p:spPr>
          <a:xfrm>
            <a:off x="5522991" y="3637700"/>
            <a:ext cx="0" cy="319800"/>
          </a:xfrm>
          <a:prstGeom prst="straightConnector1">
            <a:avLst/>
          </a:prstGeom>
          <a:noFill/>
          <a:ln w="19050" cap="flat" cmpd="sng">
            <a:solidFill>
              <a:schemeClr val="accent6"/>
            </a:solidFill>
            <a:prstDash val="solid"/>
            <a:round/>
            <a:headEnd type="none" w="med" len="med"/>
            <a:tailEnd type="none" w="med" len="med"/>
          </a:ln>
        </p:spPr>
      </p:cxnSp>
      <p:cxnSp>
        <p:nvCxnSpPr>
          <p:cNvPr id="1818" name="Google Shape;1818;p56"/>
          <p:cNvCxnSpPr>
            <a:stCxn id="1777" idx="2"/>
          </p:cNvCxnSpPr>
          <p:nvPr/>
        </p:nvCxnSpPr>
        <p:spPr>
          <a:xfrm>
            <a:off x="7423787" y="3637700"/>
            <a:ext cx="0" cy="321600"/>
          </a:xfrm>
          <a:prstGeom prst="straightConnector1">
            <a:avLst/>
          </a:prstGeom>
          <a:noFill/>
          <a:ln w="19050" cap="flat" cmpd="sng">
            <a:solidFill>
              <a:schemeClr val="accent6"/>
            </a:solidFill>
            <a:prstDash val="solid"/>
            <a:round/>
            <a:headEnd type="none" w="med" len="med"/>
            <a:tailEnd type="none" w="med" len="med"/>
          </a:ln>
        </p:spPr>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822"/>
        <p:cNvGrpSpPr/>
        <p:nvPr/>
      </p:nvGrpSpPr>
      <p:grpSpPr>
        <a:xfrm>
          <a:off x="0" y="0"/>
          <a:ext cx="0" cy="0"/>
          <a:chOff x="0" y="0"/>
          <a:chExt cx="0" cy="0"/>
        </a:xfrm>
      </p:grpSpPr>
      <p:sp>
        <p:nvSpPr>
          <p:cNvPr id="1823" name="Google Shape;1823;p57"/>
          <p:cNvSpPr/>
          <p:nvPr/>
        </p:nvSpPr>
        <p:spPr>
          <a:xfrm>
            <a:off x="1771325" y="3184037"/>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824" name="Google Shape;1824;p57"/>
          <p:cNvSpPr/>
          <p:nvPr/>
        </p:nvSpPr>
        <p:spPr>
          <a:xfrm flipH="1">
            <a:off x="4824738" y="3184037"/>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825" name="Google Shape;1825;p57"/>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26" name="Google Shape;1826;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Team</a:t>
            </a:r>
            <a:endParaRPr/>
          </a:p>
        </p:txBody>
      </p:sp>
      <p:sp>
        <p:nvSpPr>
          <p:cNvPr id="1827" name="Google Shape;1827;p57"/>
          <p:cNvSpPr txBox="1">
            <a:spLocks noGrp="1"/>
          </p:cNvSpPr>
          <p:nvPr>
            <p:ph type="subTitle" idx="1"/>
          </p:nvPr>
        </p:nvSpPr>
        <p:spPr>
          <a:xfrm>
            <a:off x="1771325" y="3788350"/>
            <a:ext cx="2510700" cy="677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Here you can describe your team member</a:t>
            </a:r>
            <a:endParaRPr/>
          </a:p>
        </p:txBody>
      </p:sp>
      <p:sp>
        <p:nvSpPr>
          <p:cNvPr id="1828" name="Google Shape;1828;p57"/>
          <p:cNvSpPr txBox="1">
            <a:spLocks noGrp="1"/>
          </p:cNvSpPr>
          <p:nvPr>
            <p:ph type="subTitle" idx="2"/>
          </p:nvPr>
        </p:nvSpPr>
        <p:spPr>
          <a:xfrm>
            <a:off x="4843375" y="3788350"/>
            <a:ext cx="2510700" cy="67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you can describe your team member</a:t>
            </a:r>
            <a:endParaRPr/>
          </a:p>
        </p:txBody>
      </p:sp>
      <p:sp>
        <p:nvSpPr>
          <p:cNvPr id="1829" name="Google Shape;1829;p57"/>
          <p:cNvSpPr txBox="1">
            <a:spLocks noGrp="1"/>
          </p:cNvSpPr>
          <p:nvPr>
            <p:ph type="subTitle" idx="3"/>
          </p:nvPr>
        </p:nvSpPr>
        <p:spPr>
          <a:xfrm>
            <a:off x="2113225" y="325542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Jane Doe</a:t>
            </a:r>
            <a:endParaRPr/>
          </a:p>
        </p:txBody>
      </p:sp>
      <p:sp>
        <p:nvSpPr>
          <p:cNvPr id="1830" name="Google Shape;1830;p57"/>
          <p:cNvSpPr txBox="1">
            <a:spLocks noGrp="1"/>
          </p:cNvSpPr>
          <p:nvPr>
            <p:ph type="subTitle" idx="4"/>
          </p:nvPr>
        </p:nvSpPr>
        <p:spPr>
          <a:xfrm>
            <a:off x="4880425" y="325542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Nick Cox</a:t>
            </a:r>
            <a:endParaRPr/>
          </a:p>
        </p:txBody>
      </p:sp>
      <p:sp>
        <p:nvSpPr>
          <p:cNvPr id="1831" name="Google Shape;1831;p57"/>
          <p:cNvSpPr/>
          <p:nvPr/>
        </p:nvSpPr>
        <p:spPr>
          <a:xfrm rot="10800000">
            <a:off x="4824739" y="1894997"/>
            <a:ext cx="1240937" cy="1119629"/>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832" name="Google Shape;1832;p57"/>
          <p:cNvSpPr/>
          <p:nvPr/>
        </p:nvSpPr>
        <p:spPr>
          <a:xfrm>
            <a:off x="3078364" y="1894997"/>
            <a:ext cx="1240937" cy="1119629"/>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833" name="Google Shape;1833;p57"/>
          <p:cNvGrpSpPr/>
          <p:nvPr/>
        </p:nvGrpSpPr>
        <p:grpSpPr>
          <a:xfrm>
            <a:off x="5179343" y="2116177"/>
            <a:ext cx="532685" cy="677120"/>
            <a:chOff x="7147436" y="1502999"/>
            <a:chExt cx="279054" cy="354754"/>
          </a:xfrm>
        </p:grpSpPr>
        <p:sp>
          <p:nvSpPr>
            <p:cNvPr id="1834" name="Google Shape;1834;p57"/>
            <p:cNvSpPr/>
            <p:nvPr/>
          </p:nvSpPr>
          <p:spPr>
            <a:xfrm>
              <a:off x="7147436" y="1745576"/>
              <a:ext cx="279054" cy="112177"/>
            </a:xfrm>
            <a:custGeom>
              <a:avLst/>
              <a:gdLst/>
              <a:ahLst/>
              <a:cxnLst/>
              <a:rect l="l" t="t" r="r" b="b"/>
              <a:pathLst>
                <a:path w="10657" h="4284" extrusionOk="0">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57"/>
            <p:cNvSpPr/>
            <p:nvPr/>
          </p:nvSpPr>
          <p:spPr>
            <a:xfrm>
              <a:off x="7187892" y="1694856"/>
              <a:ext cx="197618" cy="104688"/>
            </a:xfrm>
            <a:custGeom>
              <a:avLst/>
              <a:gdLst/>
              <a:ahLst/>
              <a:cxnLst/>
              <a:rect l="l" t="t" r="r" b="b"/>
              <a:pathLst>
                <a:path w="7547" h="3998" extrusionOk="0">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57"/>
            <p:cNvSpPr/>
            <p:nvPr/>
          </p:nvSpPr>
          <p:spPr>
            <a:xfrm>
              <a:off x="7206876" y="1712348"/>
              <a:ext cx="159912" cy="66274"/>
            </a:xfrm>
            <a:custGeom>
              <a:avLst/>
              <a:gdLst/>
              <a:ahLst/>
              <a:cxnLst/>
              <a:rect l="l" t="t" r="r" b="b"/>
              <a:pathLst>
                <a:path w="6107" h="2531" extrusionOk="0">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7"/>
            <p:cNvSpPr/>
            <p:nvPr/>
          </p:nvSpPr>
          <p:spPr>
            <a:xfrm>
              <a:off x="7232118" y="1700852"/>
              <a:ext cx="109689" cy="77769"/>
            </a:xfrm>
            <a:custGeom>
              <a:avLst/>
              <a:gdLst/>
              <a:ahLst/>
              <a:cxnLst/>
              <a:rect l="l" t="t" r="r" b="b"/>
              <a:pathLst>
                <a:path w="4189" h="2970" extrusionOk="0">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57"/>
            <p:cNvSpPr/>
            <p:nvPr/>
          </p:nvSpPr>
          <p:spPr>
            <a:xfrm>
              <a:off x="7246101" y="1700852"/>
              <a:ext cx="81462" cy="23121"/>
            </a:xfrm>
            <a:custGeom>
              <a:avLst/>
              <a:gdLst/>
              <a:ahLst/>
              <a:cxnLst/>
              <a:rect l="l" t="t" r="r" b="b"/>
              <a:pathLst>
                <a:path w="3111" h="883" extrusionOk="0">
                  <a:moveTo>
                    <a:pt x="0" y="1"/>
                  </a:moveTo>
                  <a:lnTo>
                    <a:pt x="0" y="497"/>
                  </a:lnTo>
                  <a:cubicBezTo>
                    <a:pt x="487" y="754"/>
                    <a:pt x="1021" y="883"/>
                    <a:pt x="1555" y="883"/>
                  </a:cubicBezTo>
                  <a:cubicBezTo>
                    <a:pt x="2090" y="883"/>
                    <a:pt x="2624" y="754"/>
                    <a:pt x="3110" y="497"/>
                  </a:cubicBezTo>
                  <a:lnTo>
                    <a:pt x="3110" y="1"/>
                  </a:ln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57"/>
            <p:cNvSpPr/>
            <p:nvPr/>
          </p:nvSpPr>
          <p:spPr>
            <a:xfrm>
              <a:off x="7189149" y="1543716"/>
              <a:ext cx="190627" cy="168658"/>
            </a:xfrm>
            <a:custGeom>
              <a:avLst/>
              <a:gdLst/>
              <a:ahLst/>
              <a:cxnLst/>
              <a:rect l="l" t="t" r="r" b="b"/>
              <a:pathLst>
                <a:path w="7280" h="6441" extrusionOk="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57"/>
            <p:cNvSpPr/>
            <p:nvPr/>
          </p:nvSpPr>
          <p:spPr>
            <a:xfrm>
              <a:off x="7192893" y="1549713"/>
              <a:ext cx="146400" cy="162635"/>
            </a:xfrm>
            <a:custGeom>
              <a:avLst/>
              <a:gdLst/>
              <a:ahLst/>
              <a:cxnLst/>
              <a:rect l="l" t="t" r="r" b="b"/>
              <a:pathLst>
                <a:path w="5591" h="6211" extrusionOk="0">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57"/>
            <p:cNvSpPr/>
            <p:nvPr/>
          </p:nvSpPr>
          <p:spPr>
            <a:xfrm>
              <a:off x="7246101" y="1613604"/>
              <a:ext cx="11757" cy="17334"/>
            </a:xfrm>
            <a:custGeom>
              <a:avLst/>
              <a:gdLst/>
              <a:ahLst/>
              <a:cxnLst/>
              <a:rect l="l" t="t" r="r" b="b"/>
              <a:pathLst>
                <a:path w="449" h="662" extrusionOk="0">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57"/>
            <p:cNvSpPr/>
            <p:nvPr/>
          </p:nvSpPr>
          <p:spPr>
            <a:xfrm>
              <a:off x="7316041" y="1613604"/>
              <a:ext cx="11521" cy="17334"/>
            </a:xfrm>
            <a:custGeom>
              <a:avLst/>
              <a:gdLst/>
              <a:ahLst/>
              <a:cxnLst/>
              <a:rect l="l" t="t" r="r" b="b"/>
              <a:pathLst>
                <a:path w="440" h="662" extrusionOk="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57"/>
            <p:cNvSpPr/>
            <p:nvPr/>
          </p:nvSpPr>
          <p:spPr>
            <a:xfrm>
              <a:off x="7238115" y="1593834"/>
              <a:ext cx="28097" cy="13878"/>
            </a:xfrm>
            <a:custGeom>
              <a:avLst/>
              <a:gdLst/>
              <a:ahLst/>
              <a:cxnLst/>
              <a:rect l="l" t="t" r="r" b="b"/>
              <a:pathLst>
                <a:path w="1073" h="530" extrusionOk="0">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57"/>
            <p:cNvSpPr/>
            <p:nvPr/>
          </p:nvSpPr>
          <p:spPr>
            <a:xfrm>
              <a:off x="7307767" y="1594044"/>
              <a:ext cx="27782" cy="13904"/>
            </a:xfrm>
            <a:custGeom>
              <a:avLst/>
              <a:gdLst/>
              <a:ahLst/>
              <a:cxnLst/>
              <a:rect l="l" t="t" r="r" b="b"/>
              <a:pathLst>
                <a:path w="1061" h="531" extrusionOk="0">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57"/>
            <p:cNvSpPr/>
            <p:nvPr/>
          </p:nvSpPr>
          <p:spPr>
            <a:xfrm>
              <a:off x="7211380" y="1502999"/>
              <a:ext cx="174392" cy="52501"/>
            </a:xfrm>
            <a:custGeom>
              <a:avLst/>
              <a:gdLst/>
              <a:ahLst/>
              <a:cxnLst/>
              <a:rect l="l" t="t" r="r" b="b"/>
              <a:pathLst>
                <a:path w="6660" h="2005" extrusionOk="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57"/>
            <p:cNvSpPr/>
            <p:nvPr/>
          </p:nvSpPr>
          <p:spPr>
            <a:xfrm>
              <a:off x="7257832" y="1502999"/>
              <a:ext cx="127940" cy="40744"/>
            </a:xfrm>
            <a:custGeom>
              <a:avLst/>
              <a:gdLst/>
              <a:ahLst/>
              <a:cxnLst/>
              <a:rect l="l" t="t" r="r" b="b"/>
              <a:pathLst>
                <a:path w="4886" h="1556" extrusionOk="0">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57"/>
            <p:cNvSpPr/>
            <p:nvPr/>
          </p:nvSpPr>
          <p:spPr>
            <a:xfrm>
              <a:off x="7252097" y="1782262"/>
              <a:ext cx="11521" cy="75491"/>
            </a:xfrm>
            <a:custGeom>
              <a:avLst/>
              <a:gdLst/>
              <a:ahLst/>
              <a:cxnLst/>
              <a:rect l="l" t="t" r="r" b="b"/>
              <a:pathLst>
                <a:path w="440" h="2883" extrusionOk="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57"/>
            <p:cNvSpPr/>
            <p:nvPr/>
          </p:nvSpPr>
          <p:spPr>
            <a:xfrm>
              <a:off x="7310045" y="1782262"/>
              <a:ext cx="11783" cy="75491"/>
            </a:xfrm>
            <a:custGeom>
              <a:avLst/>
              <a:gdLst/>
              <a:ahLst/>
              <a:cxnLst/>
              <a:rect l="l" t="t" r="r" b="b"/>
              <a:pathLst>
                <a:path w="450" h="2883" extrusionOk="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57"/>
            <p:cNvSpPr/>
            <p:nvPr/>
          </p:nvSpPr>
          <p:spPr>
            <a:xfrm>
              <a:off x="7260896" y="1654112"/>
              <a:ext cx="51872" cy="17570"/>
            </a:xfrm>
            <a:custGeom>
              <a:avLst/>
              <a:gdLst/>
              <a:ahLst/>
              <a:cxnLst/>
              <a:rect l="l" t="t" r="r" b="b"/>
              <a:pathLst>
                <a:path w="1981" h="671" extrusionOk="0">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0" name="Google Shape;1850;p57"/>
          <p:cNvGrpSpPr/>
          <p:nvPr/>
        </p:nvGrpSpPr>
        <p:grpSpPr>
          <a:xfrm>
            <a:off x="3447337" y="2116233"/>
            <a:ext cx="502592" cy="677105"/>
            <a:chOff x="5809723" y="2419290"/>
            <a:chExt cx="263316" cy="354728"/>
          </a:xfrm>
        </p:grpSpPr>
        <p:sp>
          <p:nvSpPr>
            <p:cNvPr id="1851" name="Google Shape;1851;p57"/>
            <p:cNvSpPr/>
            <p:nvPr/>
          </p:nvSpPr>
          <p:spPr>
            <a:xfrm>
              <a:off x="5815484" y="2419290"/>
              <a:ext cx="80205" cy="80205"/>
            </a:xfrm>
            <a:custGeom>
              <a:avLst/>
              <a:gdLst/>
              <a:ahLst/>
              <a:cxnLst/>
              <a:rect l="l" t="t" r="r" b="b"/>
              <a:pathLst>
                <a:path w="3063" h="3063" extrusionOk="0">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57"/>
            <p:cNvSpPr/>
            <p:nvPr/>
          </p:nvSpPr>
          <p:spPr>
            <a:xfrm>
              <a:off x="5987100" y="2419290"/>
              <a:ext cx="80205" cy="80205"/>
            </a:xfrm>
            <a:custGeom>
              <a:avLst/>
              <a:gdLst/>
              <a:ahLst/>
              <a:cxnLst/>
              <a:rect l="l" t="t" r="r" b="b"/>
              <a:pathLst>
                <a:path w="3063" h="3063" extrusionOk="0">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57"/>
            <p:cNvSpPr/>
            <p:nvPr/>
          </p:nvSpPr>
          <p:spPr>
            <a:xfrm>
              <a:off x="5823732" y="2424789"/>
              <a:ext cx="235325" cy="137419"/>
            </a:xfrm>
            <a:custGeom>
              <a:avLst/>
              <a:gdLst/>
              <a:ahLst/>
              <a:cxnLst/>
              <a:rect l="l" t="t" r="r" b="b"/>
              <a:pathLst>
                <a:path w="8987" h="5248" extrusionOk="0">
                  <a:moveTo>
                    <a:pt x="4493" y="0"/>
                  </a:moveTo>
                  <a:cubicBezTo>
                    <a:pt x="1794" y="0"/>
                    <a:pt x="0" y="2795"/>
                    <a:pt x="1116" y="5247"/>
                  </a:cubicBezTo>
                  <a:lnTo>
                    <a:pt x="7880" y="5247"/>
                  </a:lnTo>
                  <a:cubicBezTo>
                    <a:pt x="8987" y="2795"/>
                    <a:pt x="7193" y="0"/>
                    <a:pt x="44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57"/>
            <p:cNvSpPr/>
            <p:nvPr/>
          </p:nvSpPr>
          <p:spPr>
            <a:xfrm>
              <a:off x="5809723" y="2630865"/>
              <a:ext cx="263081" cy="143153"/>
            </a:xfrm>
            <a:custGeom>
              <a:avLst/>
              <a:gdLst/>
              <a:ahLst/>
              <a:cxnLst/>
              <a:rect l="l" t="t" r="r" b="b"/>
              <a:pathLst>
                <a:path w="10047" h="5467" extrusionOk="0">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57"/>
            <p:cNvSpPr/>
            <p:nvPr/>
          </p:nvSpPr>
          <p:spPr>
            <a:xfrm>
              <a:off x="5809985" y="2694809"/>
              <a:ext cx="263055" cy="79210"/>
            </a:xfrm>
            <a:custGeom>
              <a:avLst/>
              <a:gdLst/>
              <a:ahLst/>
              <a:cxnLst/>
              <a:rect l="l" t="t" r="r" b="b"/>
              <a:pathLst>
                <a:path w="10046" h="3025" extrusionOk="0">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57"/>
            <p:cNvSpPr/>
            <p:nvPr/>
          </p:nvSpPr>
          <p:spPr>
            <a:xfrm>
              <a:off x="5907157" y="2630865"/>
              <a:ext cx="68709" cy="23017"/>
            </a:xfrm>
            <a:custGeom>
              <a:avLst/>
              <a:gdLst/>
              <a:ahLst/>
              <a:cxnLst/>
              <a:rect l="l" t="t" r="r" b="b"/>
              <a:pathLst>
                <a:path w="2624" h="879" extrusionOk="0">
                  <a:moveTo>
                    <a:pt x="0" y="1"/>
                  </a:moveTo>
                  <a:lnTo>
                    <a:pt x="0" y="592"/>
                  </a:lnTo>
                  <a:cubicBezTo>
                    <a:pt x="415" y="783"/>
                    <a:pt x="861" y="878"/>
                    <a:pt x="1309" y="878"/>
                  </a:cubicBezTo>
                  <a:cubicBezTo>
                    <a:pt x="1756" y="878"/>
                    <a:pt x="2204" y="783"/>
                    <a:pt x="2624" y="592"/>
                  </a:cubicBezTo>
                  <a:lnTo>
                    <a:pt x="2624" y="1"/>
                  </a:ln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57"/>
            <p:cNvSpPr/>
            <p:nvPr/>
          </p:nvSpPr>
          <p:spPr>
            <a:xfrm>
              <a:off x="5844942" y="2465009"/>
              <a:ext cx="192643" cy="177377"/>
            </a:xfrm>
            <a:custGeom>
              <a:avLst/>
              <a:gdLst/>
              <a:ahLst/>
              <a:cxnLst/>
              <a:rect l="l" t="t" r="r" b="b"/>
              <a:pathLst>
                <a:path w="7357" h="6774" extrusionOk="0">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57"/>
            <p:cNvSpPr/>
            <p:nvPr/>
          </p:nvSpPr>
          <p:spPr>
            <a:xfrm>
              <a:off x="5845439" y="2464931"/>
              <a:ext cx="170150" cy="177430"/>
            </a:xfrm>
            <a:custGeom>
              <a:avLst/>
              <a:gdLst/>
              <a:ahLst/>
              <a:cxnLst/>
              <a:rect l="l" t="t" r="r" b="b"/>
              <a:pathLst>
                <a:path w="6498" h="6776" extrusionOk="0">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57"/>
            <p:cNvSpPr/>
            <p:nvPr/>
          </p:nvSpPr>
          <p:spPr>
            <a:xfrm>
              <a:off x="5916086" y="2590723"/>
              <a:ext cx="50616" cy="17465"/>
            </a:xfrm>
            <a:custGeom>
              <a:avLst/>
              <a:gdLst/>
              <a:ahLst/>
              <a:cxnLst/>
              <a:rect l="l" t="t" r="r" b="b"/>
              <a:pathLst>
                <a:path w="1933" h="667" extrusionOk="0">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57"/>
            <p:cNvSpPr/>
            <p:nvPr/>
          </p:nvSpPr>
          <p:spPr>
            <a:xfrm>
              <a:off x="5901397" y="2545135"/>
              <a:ext cx="11521" cy="17073"/>
            </a:xfrm>
            <a:custGeom>
              <a:avLst/>
              <a:gdLst/>
              <a:ahLst/>
              <a:cxnLst/>
              <a:rect l="l" t="t" r="r" b="b"/>
              <a:pathLst>
                <a:path w="440" h="652" extrusionOk="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57"/>
            <p:cNvSpPr/>
            <p:nvPr/>
          </p:nvSpPr>
          <p:spPr>
            <a:xfrm>
              <a:off x="5970106" y="2545135"/>
              <a:ext cx="11260" cy="17073"/>
            </a:xfrm>
            <a:custGeom>
              <a:avLst/>
              <a:gdLst/>
              <a:ahLst/>
              <a:cxnLst/>
              <a:rect l="l" t="t" r="r" b="b"/>
              <a:pathLst>
                <a:path w="430" h="652" extrusionOk="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57"/>
            <p:cNvSpPr/>
            <p:nvPr/>
          </p:nvSpPr>
          <p:spPr>
            <a:xfrm>
              <a:off x="5893672" y="2527958"/>
              <a:ext cx="21000" cy="11495"/>
            </a:xfrm>
            <a:custGeom>
              <a:avLst/>
              <a:gdLst/>
              <a:ahLst/>
              <a:cxnLst/>
              <a:rect l="l" t="t" r="r" b="b"/>
              <a:pathLst>
                <a:path w="802" h="439" extrusionOk="0">
                  <a:moveTo>
                    <a:pt x="296" y="0"/>
                  </a:moveTo>
                  <a:cubicBezTo>
                    <a:pt x="0" y="0"/>
                    <a:pt x="0" y="439"/>
                    <a:pt x="296" y="439"/>
                  </a:cubicBezTo>
                  <a:lnTo>
                    <a:pt x="515" y="439"/>
                  </a:lnTo>
                  <a:cubicBezTo>
                    <a:pt x="802" y="439"/>
                    <a:pt x="802" y="0"/>
                    <a:pt x="5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57"/>
            <p:cNvSpPr/>
            <p:nvPr/>
          </p:nvSpPr>
          <p:spPr>
            <a:xfrm>
              <a:off x="5968116" y="2527932"/>
              <a:ext cx="19246" cy="11521"/>
            </a:xfrm>
            <a:custGeom>
              <a:avLst/>
              <a:gdLst/>
              <a:ahLst/>
              <a:cxnLst/>
              <a:rect l="l" t="t" r="r" b="b"/>
              <a:pathLst>
                <a:path w="735" h="440" extrusionOk="0">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57"/>
            <p:cNvSpPr/>
            <p:nvPr/>
          </p:nvSpPr>
          <p:spPr>
            <a:xfrm>
              <a:off x="5875919" y="2425025"/>
              <a:ext cx="162661" cy="97199"/>
            </a:xfrm>
            <a:custGeom>
              <a:avLst/>
              <a:gdLst/>
              <a:ahLst/>
              <a:cxnLst/>
              <a:rect l="l" t="t" r="r" b="b"/>
              <a:pathLst>
                <a:path w="6212" h="3712" extrusionOk="0">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57"/>
            <p:cNvSpPr/>
            <p:nvPr/>
          </p:nvSpPr>
          <p:spPr>
            <a:xfrm>
              <a:off x="5843947" y="2694809"/>
              <a:ext cx="194869" cy="50485"/>
            </a:xfrm>
            <a:custGeom>
              <a:avLst/>
              <a:gdLst/>
              <a:ahLst/>
              <a:cxnLst/>
              <a:rect l="l" t="t" r="r" b="b"/>
              <a:pathLst>
                <a:path w="7442" h="1928" extrusionOk="0">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57"/>
            <p:cNvSpPr/>
            <p:nvPr/>
          </p:nvSpPr>
          <p:spPr>
            <a:xfrm>
              <a:off x="5809723" y="2688577"/>
              <a:ext cx="85965" cy="85442"/>
            </a:xfrm>
            <a:custGeom>
              <a:avLst/>
              <a:gdLst/>
              <a:ahLst/>
              <a:cxnLst/>
              <a:rect l="l" t="t" r="r" b="b"/>
              <a:pathLst>
                <a:path w="3283" h="3263" extrusionOk="0">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57"/>
            <p:cNvSpPr/>
            <p:nvPr/>
          </p:nvSpPr>
          <p:spPr>
            <a:xfrm>
              <a:off x="5987100" y="2688577"/>
              <a:ext cx="85939" cy="85442"/>
            </a:xfrm>
            <a:custGeom>
              <a:avLst/>
              <a:gdLst/>
              <a:ahLst/>
              <a:cxnLst/>
              <a:rect l="l" t="t" r="r" b="b"/>
              <a:pathLst>
                <a:path w="3282" h="3263" extrusionOk="0">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871"/>
        <p:cNvGrpSpPr/>
        <p:nvPr/>
      </p:nvGrpSpPr>
      <p:grpSpPr>
        <a:xfrm>
          <a:off x="0" y="0"/>
          <a:ext cx="0" cy="0"/>
          <a:chOff x="0" y="0"/>
          <a:chExt cx="0" cy="0"/>
        </a:xfrm>
      </p:grpSpPr>
      <p:grpSp>
        <p:nvGrpSpPr>
          <p:cNvPr id="1872" name="Google Shape;1872;p58"/>
          <p:cNvGrpSpPr/>
          <p:nvPr/>
        </p:nvGrpSpPr>
        <p:grpSpPr>
          <a:xfrm>
            <a:off x="3319449" y="1590901"/>
            <a:ext cx="5554273" cy="2528127"/>
            <a:chOff x="3319449" y="1590901"/>
            <a:chExt cx="5554273" cy="2528127"/>
          </a:xfrm>
        </p:grpSpPr>
        <p:sp>
          <p:nvSpPr>
            <p:cNvPr id="1873" name="Google Shape;1873;p58"/>
            <p:cNvSpPr/>
            <p:nvPr/>
          </p:nvSpPr>
          <p:spPr>
            <a:xfrm>
              <a:off x="3319449" y="1590901"/>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8"/>
            <p:cNvSpPr/>
            <p:nvPr/>
          </p:nvSpPr>
          <p:spPr>
            <a:xfrm>
              <a:off x="7335449" y="35103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75" name="Google Shape;1875;p58"/>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76" name="Google Shape;1876;p5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Desktop Web</a:t>
            </a:r>
            <a:endParaRPr/>
          </a:p>
        </p:txBody>
      </p:sp>
      <p:sp>
        <p:nvSpPr>
          <p:cNvPr id="1877" name="Google Shape;1877;p58"/>
          <p:cNvSpPr txBox="1">
            <a:spLocks noGrp="1"/>
          </p:cNvSpPr>
          <p:nvPr>
            <p:ph type="subTitle" idx="1"/>
          </p:nvPr>
        </p:nvSpPr>
        <p:spPr>
          <a:xfrm>
            <a:off x="1147600" y="1705275"/>
            <a:ext cx="2919600" cy="2742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You can replace the image on the screen with your own work. Just right-click on it and select “Replace image”</a:t>
            </a:r>
            <a:endParaRPr/>
          </a:p>
        </p:txBody>
      </p:sp>
      <p:grpSp>
        <p:nvGrpSpPr>
          <p:cNvPr id="1878" name="Google Shape;1878;p58"/>
          <p:cNvGrpSpPr/>
          <p:nvPr/>
        </p:nvGrpSpPr>
        <p:grpSpPr>
          <a:xfrm>
            <a:off x="4181900" y="1866375"/>
            <a:ext cx="3814500" cy="2312100"/>
            <a:chOff x="4368575" y="1866375"/>
            <a:chExt cx="3814500" cy="2312100"/>
          </a:xfrm>
        </p:grpSpPr>
        <p:sp>
          <p:nvSpPr>
            <p:cNvPr id="1879" name="Google Shape;1879;p58"/>
            <p:cNvSpPr/>
            <p:nvPr/>
          </p:nvSpPr>
          <p:spPr>
            <a:xfrm>
              <a:off x="4571875" y="1866375"/>
              <a:ext cx="3407700" cy="2100900"/>
            </a:xfrm>
            <a:prstGeom prst="round2SameRect">
              <a:avLst>
                <a:gd name="adj1" fmla="val 3947"/>
                <a:gd name="adj2" fmla="val 0"/>
              </a:avLst>
            </a:prstGeom>
            <a:solidFill>
              <a:schemeClr val="accent5"/>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8"/>
            <p:cNvSpPr/>
            <p:nvPr/>
          </p:nvSpPr>
          <p:spPr>
            <a:xfrm>
              <a:off x="4368575" y="3967275"/>
              <a:ext cx="3814500" cy="211200"/>
            </a:xfrm>
            <a:prstGeom prst="round2SameRect">
              <a:avLst>
                <a:gd name="adj1" fmla="val 3947"/>
                <a:gd name="adj2" fmla="val 25197"/>
              </a:avLst>
            </a:prstGeom>
            <a:solidFill>
              <a:schemeClr val="accent4"/>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58"/>
            <p:cNvSpPr/>
            <p:nvPr/>
          </p:nvSpPr>
          <p:spPr>
            <a:xfrm>
              <a:off x="6244525" y="1958350"/>
              <a:ext cx="62400" cy="62400"/>
            </a:xfrm>
            <a:prstGeom prst="ellipse">
              <a:avLst/>
            </a:prstGeom>
            <a:solidFill>
              <a:schemeClr val="lt1"/>
            </a:solidFill>
            <a:ln w="28575" cap="flat" cmpd="sng">
              <a:solidFill>
                <a:schemeClr val="accent6"/>
              </a:solidFill>
              <a:prstDash val="solid"/>
              <a:round/>
              <a:headEnd type="none" w="sm" len="sm"/>
              <a:tailEnd type="none" w="sm" len="sm"/>
            </a:ln>
            <a:effectLst>
              <a:outerShdw dist="19050" dir="918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82" name="Google Shape;1882;p58"/>
          <p:cNvPicPr preferRelativeResize="0"/>
          <p:nvPr/>
        </p:nvPicPr>
        <p:blipFill>
          <a:blip r:embed="rId3">
            <a:alphaModFix/>
          </a:blip>
          <a:stretch>
            <a:fillRect/>
          </a:stretch>
        </p:blipFill>
        <p:spPr>
          <a:xfrm>
            <a:off x="4511350" y="2097575"/>
            <a:ext cx="3152700" cy="1767300"/>
          </a:xfrm>
          <a:prstGeom prst="round2SameRect">
            <a:avLst>
              <a:gd name="adj1" fmla="val 3652"/>
              <a:gd name="adj2" fmla="val 0"/>
            </a:avLst>
          </a:prstGeom>
          <a:noFill/>
          <a:ln w="28575" cap="flat" cmpd="sng">
            <a:solidFill>
              <a:schemeClr val="accent6"/>
            </a:solidFill>
            <a:prstDash val="solid"/>
            <a:round/>
            <a:headEnd type="none" w="sm" len="sm"/>
            <a:tailEnd type="none" w="sm" len="sm"/>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886"/>
        <p:cNvGrpSpPr/>
        <p:nvPr/>
      </p:nvGrpSpPr>
      <p:grpSpPr>
        <a:xfrm>
          <a:off x="0" y="0"/>
          <a:ext cx="0" cy="0"/>
          <a:chOff x="0" y="0"/>
          <a:chExt cx="0" cy="0"/>
        </a:xfrm>
      </p:grpSpPr>
      <p:grpSp>
        <p:nvGrpSpPr>
          <p:cNvPr id="1887" name="Google Shape;1887;p59"/>
          <p:cNvGrpSpPr/>
          <p:nvPr/>
        </p:nvGrpSpPr>
        <p:grpSpPr>
          <a:xfrm>
            <a:off x="564174" y="1512976"/>
            <a:ext cx="3903973" cy="2804352"/>
            <a:chOff x="564174" y="1512976"/>
            <a:chExt cx="3903973" cy="2804352"/>
          </a:xfrm>
        </p:grpSpPr>
        <p:sp>
          <p:nvSpPr>
            <p:cNvPr id="1888" name="Google Shape;1888;p59"/>
            <p:cNvSpPr/>
            <p:nvPr/>
          </p:nvSpPr>
          <p:spPr>
            <a:xfrm>
              <a:off x="2929874" y="15129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59"/>
            <p:cNvSpPr/>
            <p:nvPr/>
          </p:nvSpPr>
          <p:spPr>
            <a:xfrm>
              <a:off x="564174" y="37086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90" name="Google Shape;1890;p59"/>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91" name="Google Shape;1891;p5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Tablet App</a:t>
            </a:r>
            <a:endParaRPr/>
          </a:p>
        </p:txBody>
      </p:sp>
      <p:sp>
        <p:nvSpPr>
          <p:cNvPr id="1892" name="Google Shape;1892;p59"/>
          <p:cNvSpPr txBox="1">
            <a:spLocks noGrp="1"/>
          </p:cNvSpPr>
          <p:nvPr>
            <p:ph type="subTitle" idx="1"/>
          </p:nvPr>
        </p:nvSpPr>
        <p:spPr>
          <a:xfrm>
            <a:off x="4584625" y="1705275"/>
            <a:ext cx="2919600" cy="2742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You can replace the image on the screen with your own work. Just right-click on it and select “Replace image”</a:t>
            </a:r>
            <a:endParaRPr/>
          </a:p>
        </p:txBody>
      </p:sp>
      <p:grpSp>
        <p:nvGrpSpPr>
          <p:cNvPr id="1893" name="Google Shape;1893;p59"/>
          <p:cNvGrpSpPr/>
          <p:nvPr/>
        </p:nvGrpSpPr>
        <p:grpSpPr>
          <a:xfrm>
            <a:off x="1639775" y="1894100"/>
            <a:ext cx="1900800" cy="2742000"/>
            <a:chOff x="1892975" y="1894100"/>
            <a:chExt cx="1900800" cy="2742000"/>
          </a:xfrm>
        </p:grpSpPr>
        <p:sp>
          <p:nvSpPr>
            <p:cNvPr id="1894" name="Google Shape;1894;p59"/>
            <p:cNvSpPr/>
            <p:nvPr/>
          </p:nvSpPr>
          <p:spPr>
            <a:xfrm>
              <a:off x="1892975" y="1894100"/>
              <a:ext cx="1900800" cy="2742000"/>
            </a:xfrm>
            <a:prstGeom prst="roundRect">
              <a:avLst>
                <a:gd name="adj" fmla="val 5187"/>
              </a:avLst>
            </a:prstGeom>
            <a:solidFill>
              <a:schemeClr val="accent5"/>
            </a:solidFill>
            <a:ln w="28575" cap="flat" cmpd="sng">
              <a:solidFill>
                <a:schemeClr val="accent6"/>
              </a:solidFill>
              <a:prstDash val="solid"/>
              <a:round/>
              <a:headEnd type="none" w="sm" len="sm"/>
              <a:tailEnd type="none" w="sm" len="sm"/>
            </a:ln>
            <a:effectLst>
              <a:outerShdw dist="19050" dir="8760000" algn="bl" rotWithShape="0">
                <a:schemeClr val="accent6">
                  <a:alpha val="36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59"/>
            <p:cNvSpPr/>
            <p:nvPr/>
          </p:nvSpPr>
          <p:spPr>
            <a:xfrm>
              <a:off x="2812075" y="1960750"/>
              <a:ext cx="62400" cy="62400"/>
            </a:xfrm>
            <a:prstGeom prst="ellipse">
              <a:avLst/>
            </a:prstGeom>
            <a:solidFill>
              <a:schemeClr val="lt1"/>
            </a:solidFill>
            <a:ln w="28575" cap="flat" cmpd="sng">
              <a:solidFill>
                <a:schemeClr val="accent6"/>
              </a:solidFill>
              <a:prstDash val="solid"/>
              <a:round/>
              <a:headEnd type="none" w="sm" len="sm"/>
              <a:tailEnd type="none" w="sm" len="sm"/>
            </a:ln>
            <a:effectLst>
              <a:outerShdw dist="19050" dir="918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96" name="Google Shape;1896;p59"/>
          <p:cNvPicPr preferRelativeResize="0"/>
          <p:nvPr/>
        </p:nvPicPr>
        <p:blipFill rotWithShape="1">
          <a:blip r:embed="rId3">
            <a:alphaModFix/>
          </a:blip>
          <a:srcRect l="52043" r="7966"/>
          <a:stretch/>
        </p:blipFill>
        <p:spPr>
          <a:xfrm>
            <a:off x="1736525" y="2121625"/>
            <a:ext cx="1708800" cy="2403600"/>
          </a:xfrm>
          <a:prstGeom prst="roundRect">
            <a:avLst>
              <a:gd name="adj" fmla="val 4429"/>
            </a:avLst>
          </a:prstGeom>
          <a:noFill/>
          <a:ln w="28575" cap="flat" cmpd="sng">
            <a:solidFill>
              <a:schemeClr val="accent6"/>
            </a:solidFill>
            <a:prstDash val="solid"/>
            <a:round/>
            <a:headEnd type="none" w="sm" len="sm"/>
            <a:tailEnd type="none" w="sm" len="sm"/>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900"/>
        <p:cNvGrpSpPr/>
        <p:nvPr/>
      </p:nvGrpSpPr>
      <p:grpSpPr>
        <a:xfrm>
          <a:off x="0" y="0"/>
          <a:ext cx="0" cy="0"/>
          <a:chOff x="0" y="0"/>
          <a:chExt cx="0" cy="0"/>
        </a:xfrm>
      </p:grpSpPr>
      <p:grpSp>
        <p:nvGrpSpPr>
          <p:cNvPr id="1901" name="Google Shape;1901;p60"/>
          <p:cNvGrpSpPr/>
          <p:nvPr/>
        </p:nvGrpSpPr>
        <p:grpSpPr>
          <a:xfrm>
            <a:off x="4240199" y="1599276"/>
            <a:ext cx="3903973" cy="2804352"/>
            <a:chOff x="564174" y="1512976"/>
            <a:chExt cx="3903973" cy="2804352"/>
          </a:xfrm>
        </p:grpSpPr>
        <p:sp>
          <p:nvSpPr>
            <p:cNvPr id="1902" name="Google Shape;1902;p60"/>
            <p:cNvSpPr/>
            <p:nvPr/>
          </p:nvSpPr>
          <p:spPr>
            <a:xfrm>
              <a:off x="2929874" y="15129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60"/>
            <p:cNvSpPr/>
            <p:nvPr/>
          </p:nvSpPr>
          <p:spPr>
            <a:xfrm>
              <a:off x="564174" y="37086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04" name="Google Shape;1904;p60"/>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905" name="Google Shape;1905;p6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Mobile App</a:t>
            </a:r>
            <a:endParaRPr/>
          </a:p>
        </p:txBody>
      </p:sp>
      <p:sp>
        <p:nvSpPr>
          <p:cNvPr id="1906" name="Google Shape;1906;p60"/>
          <p:cNvSpPr txBox="1">
            <a:spLocks noGrp="1"/>
          </p:cNvSpPr>
          <p:nvPr>
            <p:ph type="subTitle" idx="1"/>
          </p:nvPr>
        </p:nvSpPr>
        <p:spPr>
          <a:xfrm>
            <a:off x="1147600" y="1705275"/>
            <a:ext cx="2919600" cy="2742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You can replace the image on the screen with your own work. Just right-click on it and select “Replace image”</a:t>
            </a:r>
            <a:endParaRPr/>
          </a:p>
        </p:txBody>
      </p:sp>
      <p:grpSp>
        <p:nvGrpSpPr>
          <p:cNvPr id="1907" name="Google Shape;1907;p60"/>
          <p:cNvGrpSpPr/>
          <p:nvPr/>
        </p:nvGrpSpPr>
        <p:grpSpPr>
          <a:xfrm>
            <a:off x="5374689" y="1493017"/>
            <a:ext cx="1516423" cy="3142880"/>
            <a:chOff x="2181925" y="1894100"/>
            <a:chExt cx="1323000" cy="2742000"/>
          </a:xfrm>
        </p:grpSpPr>
        <p:sp>
          <p:nvSpPr>
            <p:cNvPr id="1908" name="Google Shape;1908;p60"/>
            <p:cNvSpPr/>
            <p:nvPr/>
          </p:nvSpPr>
          <p:spPr>
            <a:xfrm>
              <a:off x="2181925" y="1894100"/>
              <a:ext cx="1323000" cy="2742000"/>
            </a:xfrm>
            <a:prstGeom prst="roundRect">
              <a:avLst>
                <a:gd name="adj" fmla="val 5187"/>
              </a:avLst>
            </a:prstGeom>
            <a:solidFill>
              <a:schemeClr val="accent5"/>
            </a:solidFill>
            <a:ln w="28575" cap="flat" cmpd="sng">
              <a:solidFill>
                <a:schemeClr val="accent6"/>
              </a:solidFill>
              <a:prstDash val="solid"/>
              <a:round/>
              <a:headEnd type="none" w="sm" len="sm"/>
              <a:tailEnd type="none" w="sm" len="sm"/>
            </a:ln>
            <a:effectLst>
              <a:outerShdw dist="19050" dir="8760000" algn="bl" rotWithShape="0">
                <a:schemeClr val="accent6">
                  <a:alpha val="36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60"/>
            <p:cNvSpPr/>
            <p:nvPr/>
          </p:nvSpPr>
          <p:spPr>
            <a:xfrm>
              <a:off x="2812075" y="1960750"/>
              <a:ext cx="62400" cy="62400"/>
            </a:xfrm>
            <a:prstGeom prst="ellipse">
              <a:avLst/>
            </a:prstGeom>
            <a:solidFill>
              <a:schemeClr val="lt1"/>
            </a:solidFill>
            <a:ln w="28575" cap="flat" cmpd="sng">
              <a:solidFill>
                <a:schemeClr val="accent6"/>
              </a:solidFill>
              <a:prstDash val="solid"/>
              <a:round/>
              <a:headEnd type="none" w="sm" len="sm"/>
              <a:tailEnd type="none" w="sm" len="sm"/>
            </a:ln>
            <a:effectLst>
              <a:outerShdw dist="19050" dir="918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910" name="Google Shape;1910;p60"/>
          <p:cNvPicPr preferRelativeResize="0"/>
          <p:nvPr/>
        </p:nvPicPr>
        <p:blipFill rotWithShape="1">
          <a:blip r:embed="rId3">
            <a:alphaModFix/>
          </a:blip>
          <a:srcRect l="64894" r="8069"/>
          <a:stretch/>
        </p:blipFill>
        <p:spPr>
          <a:xfrm>
            <a:off x="5470887" y="1753899"/>
            <a:ext cx="1324200" cy="2755200"/>
          </a:xfrm>
          <a:prstGeom prst="roundRect">
            <a:avLst>
              <a:gd name="adj" fmla="val 4429"/>
            </a:avLst>
          </a:prstGeom>
          <a:noFill/>
          <a:ln w="28575" cap="flat" cmpd="sng">
            <a:solidFill>
              <a:schemeClr val="accent6"/>
            </a:solidFill>
            <a:prstDash val="solid"/>
            <a:round/>
            <a:headEnd type="none" w="sm" len="sm"/>
            <a:tailEnd type="none" w="sm" len="sm"/>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914"/>
        <p:cNvGrpSpPr/>
        <p:nvPr/>
      </p:nvGrpSpPr>
      <p:grpSpPr>
        <a:xfrm>
          <a:off x="0" y="0"/>
          <a:ext cx="0" cy="0"/>
          <a:chOff x="0" y="0"/>
          <a:chExt cx="0" cy="0"/>
        </a:xfrm>
      </p:grpSpPr>
      <p:sp>
        <p:nvSpPr>
          <p:cNvPr id="1915" name="Google Shape;1915;p61"/>
          <p:cNvSpPr/>
          <p:nvPr/>
        </p:nvSpPr>
        <p:spPr>
          <a:xfrm>
            <a:off x="4078625" y="1758475"/>
            <a:ext cx="4068679" cy="4579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916" name="Google Shape;1916;p61"/>
          <p:cNvSpPr txBox="1">
            <a:spLocks noGrp="1"/>
          </p:cNvSpPr>
          <p:nvPr>
            <p:ph type="ctrTitle"/>
          </p:nvPr>
        </p:nvSpPr>
        <p:spPr>
          <a:xfrm>
            <a:off x="3784900" y="856250"/>
            <a:ext cx="4265100" cy="7890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Thanks!</a:t>
            </a:r>
            <a:endParaRPr/>
          </a:p>
        </p:txBody>
      </p:sp>
      <p:sp>
        <p:nvSpPr>
          <p:cNvPr id="1917" name="Google Shape;1917;p61"/>
          <p:cNvSpPr txBox="1">
            <a:spLocks noGrp="1"/>
          </p:cNvSpPr>
          <p:nvPr>
            <p:ph type="subTitle" idx="1"/>
          </p:nvPr>
        </p:nvSpPr>
        <p:spPr>
          <a:xfrm>
            <a:off x="3784900" y="1870150"/>
            <a:ext cx="4265100" cy="234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Do you have any questions?</a:t>
            </a:r>
            <a:endParaRPr/>
          </a:p>
        </p:txBody>
      </p:sp>
      <p:sp>
        <p:nvSpPr>
          <p:cNvPr id="1918" name="Google Shape;1918;p61"/>
          <p:cNvSpPr txBox="1">
            <a:spLocks noGrp="1"/>
          </p:cNvSpPr>
          <p:nvPr>
            <p:ph type="subTitle" idx="2"/>
          </p:nvPr>
        </p:nvSpPr>
        <p:spPr>
          <a:xfrm>
            <a:off x="3784900" y="2382088"/>
            <a:ext cx="4265100" cy="698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hlink"/>
                </a:solidFill>
                <a:uFill>
                  <a:noFill/>
                </a:uFill>
                <a:hlinkClick r:id="rId3"/>
              </a:rPr>
              <a:t>youremail@freepik.com</a:t>
            </a:r>
            <a:endParaRPr/>
          </a:p>
          <a:p>
            <a:pPr marL="0" lvl="0" indent="0" algn="r" rtl="0">
              <a:spcBef>
                <a:spcPts val="0"/>
              </a:spcBef>
              <a:spcAft>
                <a:spcPts val="0"/>
              </a:spcAft>
              <a:buNone/>
            </a:pPr>
            <a:r>
              <a:rPr lang="en"/>
              <a:t>+34 654 321 321</a:t>
            </a:r>
            <a:endParaRPr/>
          </a:p>
          <a:p>
            <a:pPr marL="0" lvl="0" indent="0" algn="r" rtl="0">
              <a:spcBef>
                <a:spcPts val="0"/>
              </a:spcBef>
              <a:spcAft>
                <a:spcPts val="0"/>
              </a:spcAft>
              <a:buNone/>
            </a:pPr>
            <a:r>
              <a:rPr lang="en"/>
              <a:t>yourwebsite.com</a:t>
            </a:r>
            <a:endParaRPr/>
          </a:p>
        </p:txBody>
      </p:sp>
      <p:sp>
        <p:nvSpPr>
          <p:cNvPr id="1919" name="Google Shape;1919;p61"/>
          <p:cNvSpPr txBox="1"/>
          <p:nvPr/>
        </p:nvSpPr>
        <p:spPr>
          <a:xfrm>
            <a:off x="4962650" y="4198013"/>
            <a:ext cx="3000000" cy="234600"/>
          </a:xfrm>
          <a:prstGeom prst="rect">
            <a:avLst/>
          </a:prstGeom>
          <a:noFill/>
          <a:ln>
            <a:noFill/>
          </a:ln>
        </p:spPr>
        <p:txBody>
          <a:bodyPr spcFirstLastPara="1" wrap="square" lIns="91425" tIns="91425" rIns="91425" bIns="91425" anchor="ctr" anchorCtr="0">
            <a:noAutofit/>
          </a:bodyPr>
          <a:lstStyle/>
          <a:p>
            <a:pPr marL="0" lvl="0" indent="0" algn="r" rtl="0">
              <a:spcBef>
                <a:spcPts val="300"/>
              </a:spcBef>
              <a:spcAft>
                <a:spcPts val="0"/>
              </a:spcAft>
              <a:buNone/>
            </a:pPr>
            <a:r>
              <a:rPr lang="en" sz="1000" b="1">
                <a:solidFill>
                  <a:schemeClr val="dk1"/>
                </a:solidFill>
                <a:latin typeface="Coda"/>
                <a:ea typeface="Coda"/>
                <a:cs typeface="Coda"/>
                <a:sym typeface="Coda"/>
              </a:rPr>
              <a:t>Please keep this slide for attribution</a:t>
            </a:r>
            <a:endParaRPr sz="1000" b="1">
              <a:solidFill>
                <a:schemeClr val="dk1"/>
              </a:solidFill>
              <a:latin typeface="Coda"/>
              <a:ea typeface="Coda"/>
              <a:cs typeface="Coda"/>
              <a:sym typeface="Coda"/>
            </a:endParaRPr>
          </a:p>
        </p:txBody>
      </p:sp>
      <p:grpSp>
        <p:nvGrpSpPr>
          <p:cNvPr id="1920" name="Google Shape;1920;p61"/>
          <p:cNvGrpSpPr/>
          <p:nvPr/>
        </p:nvGrpSpPr>
        <p:grpSpPr>
          <a:xfrm>
            <a:off x="5926512" y="3245881"/>
            <a:ext cx="425490" cy="425526"/>
            <a:chOff x="2866317" y="3817357"/>
            <a:chExt cx="356865" cy="356865"/>
          </a:xfrm>
        </p:grpSpPr>
        <p:sp>
          <p:nvSpPr>
            <p:cNvPr id="1921" name="Google Shape;1921;p61"/>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chemeClr val="dk1"/>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61"/>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3" name="Google Shape;1923;p61"/>
          <p:cNvGrpSpPr/>
          <p:nvPr/>
        </p:nvGrpSpPr>
        <p:grpSpPr>
          <a:xfrm>
            <a:off x="6461180" y="3245881"/>
            <a:ext cx="425490" cy="425088"/>
            <a:chOff x="3314750" y="3817357"/>
            <a:chExt cx="356865" cy="356498"/>
          </a:xfrm>
        </p:grpSpPr>
        <p:sp>
          <p:nvSpPr>
            <p:cNvPr id="1924" name="Google Shape;1924;p61"/>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dk1"/>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61"/>
            <p:cNvSpPr/>
            <p:nvPr/>
          </p:nvSpPr>
          <p:spPr>
            <a:xfrm>
              <a:off x="3379082" y="3881296"/>
              <a:ext cx="228595" cy="228595"/>
            </a:xfrm>
            <a:custGeom>
              <a:avLst/>
              <a:gdLst/>
              <a:ahLst/>
              <a:cxnLst/>
              <a:rect l="l" t="t" r="r" b="b"/>
              <a:pathLst>
                <a:path w="8720" h="8720" extrusionOk="0">
                  <a:moveTo>
                    <a:pt x="6886" y="448"/>
                  </a:moveTo>
                  <a:cubicBezTo>
                    <a:pt x="7651" y="448"/>
                    <a:pt x="8272" y="1069"/>
                    <a:pt x="8272" y="1834"/>
                  </a:cubicBezTo>
                  <a:lnTo>
                    <a:pt x="8272" y="6872"/>
                  </a:lnTo>
                  <a:lnTo>
                    <a:pt x="8272" y="6886"/>
                  </a:lnTo>
                  <a:cubicBezTo>
                    <a:pt x="8272" y="7652"/>
                    <a:pt x="7651" y="8272"/>
                    <a:pt x="6872" y="8272"/>
                  </a:cubicBezTo>
                  <a:lnTo>
                    <a:pt x="1848" y="8272"/>
                  </a:lnTo>
                  <a:cubicBezTo>
                    <a:pt x="1069" y="8272"/>
                    <a:pt x="448" y="7652"/>
                    <a:pt x="448" y="6886"/>
                  </a:cubicBezTo>
                  <a:lnTo>
                    <a:pt x="448" y="1834"/>
                  </a:lnTo>
                  <a:cubicBezTo>
                    <a:pt x="448" y="1069"/>
                    <a:pt x="1069" y="448"/>
                    <a:pt x="1848" y="448"/>
                  </a:cubicBezTo>
                  <a:close/>
                  <a:moveTo>
                    <a:pt x="1848" y="1"/>
                  </a:moveTo>
                  <a:cubicBezTo>
                    <a:pt x="823" y="1"/>
                    <a:pt x="0" y="824"/>
                    <a:pt x="0" y="1834"/>
                  </a:cubicBezTo>
                  <a:lnTo>
                    <a:pt x="0" y="6872"/>
                  </a:lnTo>
                  <a:cubicBezTo>
                    <a:pt x="0" y="7897"/>
                    <a:pt x="823" y="8720"/>
                    <a:pt x="1848" y="8720"/>
                  </a:cubicBezTo>
                  <a:lnTo>
                    <a:pt x="6886" y="8720"/>
                  </a:lnTo>
                  <a:cubicBezTo>
                    <a:pt x="7897" y="8720"/>
                    <a:pt x="8719" y="7897"/>
                    <a:pt x="8719" y="6886"/>
                  </a:cubicBezTo>
                  <a:lnTo>
                    <a:pt x="8719" y="1834"/>
                  </a:lnTo>
                  <a:cubicBezTo>
                    <a:pt x="8719" y="824"/>
                    <a:pt x="7897" y="1"/>
                    <a:pt x="68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61"/>
            <p:cNvSpPr/>
            <p:nvPr/>
          </p:nvSpPr>
          <p:spPr>
            <a:xfrm>
              <a:off x="3412768" y="3935430"/>
              <a:ext cx="140408" cy="120274"/>
            </a:xfrm>
            <a:custGeom>
              <a:avLst/>
              <a:gdLst/>
              <a:ahLst/>
              <a:cxnLst/>
              <a:rect l="l" t="t" r="r" b="b"/>
              <a:pathLst>
                <a:path w="5356" h="4588" extrusionOk="0">
                  <a:moveTo>
                    <a:pt x="3063" y="447"/>
                  </a:moveTo>
                  <a:cubicBezTo>
                    <a:pt x="4013" y="447"/>
                    <a:pt x="4923" y="1183"/>
                    <a:pt x="4923" y="2295"/>
                  </a:cubicBezTo>
                  <a:cubicBezTo>
                    <a:pt x="4908" y="3320"/>
                    <a:pt x="4085" y="4143"/>
                    <a:pt x="3075" y="4143"/>
                  </a:cubicBezTo>
                  <a:cubicBezTo>
                    <a:pt x="1429" y="4143"/>
                    <a:pt x="592" y="2151"/>
                    <a:pt x="1761" y="996"/>
                  </a:cubicBezTo>
                  <a:cubicBezTo>
                    <a:pt x="2140" y="617"/>
                    <a:pt x="2606" y="447"/>
                    <a:pt x="3063" y="447"/>
                  </a:cubicBezTo>
                  <a:close/>
                  <a:moveTo>
                    <a:pt x="3075" y="0"/>
                  </a:moveTo>
                  <a:cubicBezTo>
                    <a:pt x="1025" y="0"/>
                    <a:pt x="0" y="2468"/>
                    <a:pt x="1444" y="3912"/>
                  </a:cubicBezTo>
                  <a:cubicBezTo>
                    <a:pt x="1910" y="4379"/>
                    <a:pt x="2484" y="4587"/>
                    <a:pt x="3047" y="4587"/>
                  </a:cubicBezTo>
                  <a:cubicBezTo>
                    <a:pt x="4225" y="4587"/>
                    <a:pt x="5356" y="3673"/>
                    <a:pt x="5356" y="2295"/>
                  </a:cubicBezTo>
                  <a:cubicBezTo>
                    <a:pt x="5356" y="1025"/>
                    <a:pt x="4331" y="0"/>
                    <a:pt x="30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61"/>
            <p:cNvSpPr/>
            <p:nvPr/>
          </p:nvSpPr>
          <p:spPr>
            <a:xfrm>
              <a:off x="3539518" y="3910447"/>
              <a:ext cx="31065" cy="31039"/>
            </a:xfrm>
            <a:custGeom>
              <a:avLst/>
              <a:gdLst/>
              <a:ahLst/>
              <a:cxnLst/>
              <a:rect l="l" t="t" r="r" b="b"/>
              <a:pathLst>
                <a:path w="1185" h="1184" extrusionOk="0">
                  <a:moveTo>
                    <a:pt x="593" y="0"/>
                  </a:moveTo>
                  <a:cubicBezTo>
                    <a:pt x="275" y="0"/>
                    <a:pt x="1" y="260"/>
                    <a:pt x="1" y="592"/>
                  </a:cubicBezTo>
                  <a:cubicBezTo>
                    <a:pt x="1" y="910"/>
                    <a:pt x="275" y="1184"/>
                    <a:pt x="593" y="1184"/>
                  </a:cubicBezTo>
                  <a:cubicBezTo>
                    <a:pt x="925" y="1184"/>
                    <a:pt x="1185" y="910"/>
                    <a:pt x="1185" y="592"/>
                  </a:cubicBezTo>
                  <a:cubicBezTo>
                    <a:pt x="1185" y="260"/>
                    <a:pt x="925" y="0"/>
                    <a:pt x="5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8" name="Google Shape;1928;p61"/>
          <p:cNvGrpSpPr/>
          <p:nvPr/>
        </p:nvGrpSpPr>
        <p:grpSpPr>
          <a:xfrm>
            <a:off x="6995847" y="3245881"/>
            <a:ext cx="425490" cy="425088"/>
            <a:chOff x="3763184" y="3817357"/>
            <a:chExt cx="356865" cy="356498"/>
          </a:xfrm>
        </p:grpSpPr>
        <p:sp>
          <p:nvSpPr>
            <p:cNvPr id="1929" name="Google Shape;1929;p61"/>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dk1"/>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61"/>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61"/>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61"/>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3" name="Google Shape;1933;p61"/>
          <p:cNvGrpSpPr/>
          <p:nvPr/>
        </p:nvGrpSpPr>
        <p:grpSpPr>
          <a:xfrm>
            <a:off x="7530952" y="3245881"/>
            <a:ext cx="425052" cy="425088"/>
            <a:chOff x="4211985" y="3817357"/>
            <a:chExt cx="356498" cy="356498"/>
          </a:xfrm>
        </p:grpSpPr>
        <p:sp>
          <p:nvSpPr>
            <p:cNvPr id="1934" name="Google Shape;1934;p61"/>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chemeClr val="dk1"/>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61"/>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6" name="Google Shape;1936;p61"/>
          <p:cNvGrpSpPr/>
          <p:nvPr/>
        </p:nvGrpSpPr>
        <p:grpSpPr>
          <a:xfrm>
            <a:off x="434090" y="1645244"/>
            <a:ext cx="3587230" cy="3115591"/>
            <a:chOff x="1340750" y="3084050"/>
            <a:chExt cx="994850" cy="864050"/>
          </a:xfrm>
        </p:grpSpPr>
        <p:sp>
          <p:nvSpPr>
            <p:cNvPr id="1937" name="Google Shape;1937;p61"/>
            <p:cNvSpPr/>
            <p:nvPr/>
          </p:nvSpPr>
          <p:spPr>
            <a:xfrm>
              <a:off x="1487125" y="3677700"/>
              <a:ext cx="848475" cy="270400"/>
            </a:xfrm>
            <a:custGeom>
              <a:avLst/>
              <a:gdLst/>
              <a:ahLst/>
              <a:cxnLst/>
              <a:rect l="l" t="t" r="r" b="b"/>
              <a:pathLst>
                <a:path w="33939" h="10816" extrusionOk="0">
                  <a:moveTo>
                    <a:pt x="28874" y="0"/>
                  </a:moveTo>
                  <a:cubicBezTo>
                    <a:pt x="28493" y="0"/>
                    <a:pt x="28098" y="48"/>
                    <a:pt x="27739" y="85"/>
                  </a:cubicBezTo>
                  <a:lnTo>
                    <a:pt x="0" y="85"/>
                  </a:lnTo>
                  <a:lnTo>
                    <a:pt x="0" y="10816"/>
                  </a:lnTo>
                  <a:lnTo>
                    <a:pt x="30428" y="10816"/>
                  </a:lnTo>
                  <a:lnTo>
                    <a:pt x="30428" y="10505"/>
                  </a:lnTo>
                  <a:cubicBezTo>
                    <a:pt x="31216" y="10272"/>
                    <a:pt x="31961" y="9850"/>
                    <a:pt x="32627" y="9238"/>
                  </a:cubicBezTo>
                  <a:cubicBezTo>
                    <a:pt x="32705" y="9161"/>
                    <a:pt x="32793" y="9072"/>
                    <a:pt x="32805" y="8961"/>
                  </a:cubicBezTo>
                  <a:cubicBezTo>
                    <a:pt x="32826" y="8858"/>
                    <a:pt x="32751" y="8736"/>
                    <a:pt x="32652" y="8736"/>
                  </a:cubicBezTo>
                  <a:cubicBezTo>
                    <a:pt x="32644" y="8736"/>
                    <a:pt x="32636" y="8737"/>
                    <a:pt x="32627" y="8739"/>
                  </a:cubicBezTo>
                  <a:cubicBezTo>
                    <a:pt x="33260" y="8161"/>
                    <a:pt x="33682" y="7350"/>
                    <a:pt x="33783" y="6506"/>
                  </a:cubicBezTo>
                  <a:cubicBezTo>
                    <a:pt x="33793" y="6417"/>
                    <a:pt x="33793" y="6328"/>
                    <a:pt x="33749" y="6251"/>
                  </a:cubicBezTo>
                  <a:cubicBezTo>
                    <a:pt x="33725" y="6194"/>
                    <a:pt x="33665" y="6155"/>
                    <a:pt x="33605" y="6155"/>
                  </a:cubicBezTo>
                  <a:cubicBezTo>
                    <a:pt x="33582" y="6155"/>
                    <a:pt x="33559" y="6160"/>
                    <a:pt x="33538" y="6172"/>
                  </a:cubicBezTo>
                  <a:cubicBezTo>
                    <a:pt x="33738" y="5950"/>
                    <a:pt x="33838" y="5673"/>
                    <a:pt x="33882" y="5384"/>
                  </a:cubicBezTo>
                  <a:cubicBezTo>
                    <a:pt x="33938" y="5039"/>
                    <a:pt x="33916" y="4662"/>
                    <a:pt x="33860" y="4306"/>
                  </a:cubicBezTo>
                  <a:cubicBezTo>
                    <a:pt x="33738" y="3562"/>
                    <a:pt x="33527" y="2829"/>
                    <a:pt x="33316" y="2107"/>
                  </a:cubicBezTo>
                  <a:cubicBezTo>
                    <a:pt x="33272" y="1963"/>
                    <a:pt x="33216" y="1807"/>
                    <a:pt x="33094" y="1729"/>
                  </a:cubicBezTo>
                  <a:cubicBezTo>
                    <a:pt x="33065" y="1714"/>
                    <a:pt x="33032" y="1708"/>
                    <a:pt x="32998" y="1708"/>
                  </a:cubicBezTo>
                  <a:cubicBezTo>
                    <a:pt x="32877" y="1708"/>
                    <a:pt x="32748" y="1794"/>
                    <a:pt x="32783" y="1907"/>
                  </a:cubicBezTo>
                  <a:cubicBezTo>
                    <a:pt x="32361" y="1418"/>
                    <a:pt x="31916" y="918"/>
                    <a:pt x="31316" y="707"/>
                  </a:cubicBezTo>
                  <a:cubicBezTo>
                    <a:pt x="31016" y="607"/>
                    <a:pt x="30705" y="551"/>
                    <a:pt x="30428" y="418"/>
                  </a:cubicBezTo>
                  <a:lnTo>
                    <a:pt x="30428" y="85"/>
                  </a:lnTo>
                  <a:lnTo>
                    <a:pt x="29628" y="85"/>
                  </a:lnTo>
                  <a:cubicBezTo>
                    <a:pt x="29561" y="62"/>
                    <a:pt x="29483" y="52"/>
                    <a:pt x="29416" y="40"/>
                  </a:cubicBezTo>
                  <a:cubicBezTo>
                    <a:pt x="29242" y="11"/>
                    <a:pt x="29060" y="0"/>
                    <a:pt x="2887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61"/>
            <p:cNvSpPr/>
            <p:nvPr/>
          </p:nvSpPr>
          <p:spPr>
            <a:xfrm>
              <a:off x="1487125" y="3533450"/>
              <a:ext cx="837350" cy="251225"/>
            </a:xfrm>
            <a:custGeom>
              <a:avLst/>
              <a:gdLst/>
              <a:ahLst/>
              <a:cxnLst/>
              <a:rect l="l" t="t" r="r" b="b"/>
              <a:pathLst>
                <a:path w="33494" h="10049" extrusionOk="0">
                  <a:moveTo>
                    <a:pt x="27084" y="1"/>
                  </a:moveTo>
                  <a:cubicBezTo>
                    <a:pt x="26484" y="789"/>
                    <a:pt x="26062" y="1700"/>
                    <a:pt x="25851" y="2667"/>
                  </a:cubicBezTo>
                  <a:cubicBezTo>
                    <a:pt x="25806" y="2878"/>
                    <a:pt x="25762" y="3100"/>
                    <a:pt x="25607" y="3233"/>
                  </a:cubicBezTo>
                  <a:cubicBezTo>
                    <a:pt x="25506" y="3322"/>
                    <a:pt x="25384" y="3366"/>
                    <a:pt x="25262" y="3411"/>
                  </a:cubicBezTo>
                  <a:cubicBezTo>
                    <a:pt x="25195" y="3445"/>
                    <a:pt x="25128" y="3467"/>
                    <a:pt x="25051" y="3500"/>
                  </a:cubicBezTo>
                  <a:cubicBezTo>
                    <a:pt x="24829" y="3689"/>
                    <a:pt x="24585" y="3855"/>
                    <a:pt x="24395" y="4067"/>
                  </a:cubicBezTo>
                  <a:cubicBezTo>
                    <a:pt x="24051" y="4444"/>
                    <a:pt x="23551" y="5277"/>
                    <a:pt x="22963" y="5433"/>
                  </a:cubicBezTo>
                  <a:cubicBezTo>
                    <a:pt x="22232" y="5810"/>
                    <a:pt x="21490" y="5862"/>
                    <a:pt x="20716" y="5862"/>
                  </a:cubicBezTo>
                  <a:cubicBezTo>
                    <a:pt x="20419" y="5862"/>
                    <a:pt x="20116" y="5855"/>
                    <a:pt x="19808" y="5855"/>
                  </a:cubicBezTo>
                  <a:lnTo>
                    <a:pt x="0" y="5855"/>
                  </a:lnTo>
                  <a:lnTo>
                    <a:pt x="0" y="9921"/>
                  </a:lnTo>
                  <a:cubicBezTo>
                    <a:pt x="467" y="9943"/>
                    <a:pt x="945" y="9932"/>
                    <a:pt x="1400" y="9943"/>
                  </a:cubicBezTo>
                  <a:cubicBezTo>
                    <a:pt x="2289" y="9977"/>
                    <a:pt x="3189" y="9987"/>
                    <a:pt x="4078" y="9987"/>
                  </a:cubicBezTo>
                  <a:cubicBezTo>
                    <a:pt x="4811" y="9993"/>
                    <a:pt x="5544" y="9996"/>
                    <a:pt x="6277" y="9996"/>
                  </a:cubicBezTo>
                  <a:cubicBezTo>
                    <a:pt x="7010" y="9996"/>
                    <a:pt x="7744" y="9993"/>
                    <a:pt x="8477" y="9987"/>
                  </a:cubicBezTo>
                  <a:cubicBezTo>
                    <a:pt x="10143" y="9987"/>
                    <a:pt x="11820" y="9987"/>
                    <a:pt x="13486" y="9999"/>
                  </a:cubicBezTo>
                  <a:cubicBezTo>
                    <a:pt x="15031" y="10009"/>
                    <a:pt x="16575" y="9999"/>
                    <a:pt x="18119" y="10021"/>
                  </a:cubicBezTo>
                  <a:cubicBezTo>
                    <a:pt x="18761" y="10026"/>
                    <a:pt x="19406" y="10049"/>
                    <a:pt x="20049" y="10049"/>
                  </a:cubicBezTo>
                  <a:cubicBezTo>
                    <a:pt x="20764" y="10049"/>
                    <a:pt x="21477" y="10021"/>
                    <a:pt x="22185" y="9910"/>
                  </a:cubicBezTo>
                  <a:cubicBezTo>
                    <a:pt x="21840" y="9743"/>
                    <a:pt x="21496" y="9587"/>
                    <a:pt x="21196" y="9332"/>
                  </a:cubicBezTo>
                  <a:cubicBezTo>
                    <a:pt x="21151" y="9298"/>
                    <a:pt x="21174" y="9243"/>
                    <a:pt x="21207" y="9221"/>
                  </a:cubicBezTo>
                  <a:cubicBezTo>
                    <a:pt x="21696" y="9021"/>
                    <a:pt x="22218" y="8987"/>
                    <a:pt x="22740" y="8977"/>
                  </a:cubicBezTo>
                  <a:cubicBezTo>
                    <a:pt x="23351" y="8965"/>
                    <a:pt x="23962" y="8932"/>
                    <a:pt x="24573" y="8910"/>
                  </a:cubicBezTo>
                  <a:cubicBezTo>
                    <a:pt x="25950" y="8843"/>
                    <a:pt x="27340" y="8787"/>
                    <a:pt x="28728" y="8732"/>
                  </a:cubicBezTo>
                  <a:cubicBezTo>
                    <a:pt x="30317" y="8676"/>
                    <a:pt x="31905" y="8577"/>
                    <a:pt x="33494" y="8510"/>
                  </a:cubicBezTo>
                  <a:cubicBezTo>
                    <a:pt x="33438" y="8299"/>
                    <a:pt x="33371" y="8088"/>
                    <a:pt x="33316" y="7877"/>
                  </a:cubicBezTo>
                  <a:cubicBezTo>
                    <a:pt x="33272" y="7733"/>
                    <a:pt x="33216" y="7577"/>
                    <a:pt x="33094" y="7499"/>
                  </a:cubicBezTo>
                  <a:cubicBezTo>
                    <a:pt x="33065" y="7484"/>
                    <a:pt x="33032" y="7478"/>
                    <a:pt x="32998" y="7478"/>
                  </a:cubicBezTo>
                  <a:cubicBezTo>
                    <a:pt x="32877" y="7478"/>
                    <a:pt x="32748" y="7564"/>
                    <a:pt x="32783" y="7677"/>
                  </a:cubicBezTo>
                  <a:cubicBezTo>
                    <a:pt x="32361" y="7188"/>
                    <a:pt x="31916" y="6688"/>
                    <a:pt x="31316" y="6477"/>
                  </a:cubicBezTo>
                  <a:cubicBezTo>
                    <a:pt x="31016" y="6377"/>
                    <a:pt x="30705" y="6321"/>
                    <a:pt x="30428" y="6188"/>
                  </a:cubicBezTo>
                  <a:lnTo>
                    <a:pt x="30428" y="5855"/>
                  </a:lnTo>
                  <a:lnTo>
                    <a:pt x="29628" y="5855"/>
                  </a:lnTo>
                  <a:cubicBezTo>
                    <a:pt x="29561" y="5832"/>
                    <a:pt x="29483" y="5822"/>
                    <a:pt x="29416" y="5810"/>
                  </a:cubicBezTo>
                  <a:cubicBezTo>
                    <a:pt x="29208" y="5775"/>
                    <a:pt x="28998" y="5762"/>
                    <a:pt x="28786" y="5762"/>
                  </a:cubicBezTo>
                  <a:cubicBezTo>
                    <a:pt x="28197" y="5762"/>
                    <a:pt x="27601" y="5866"/>
                    <a:pt x="27028" y="5899"/>
                  </a:cubicBezTo>
                  <a:cubicBezTo>
                    <a:pt x="26830" y="5913"/>
                    <a:pt x="26631" y="5919"/>
                    <a:pt x="26434" y="5919"/>
                  </a:cubicBezTo>
                  <a:cubicBezTo>
                    <a:pt x="25803" y="5919"/>
                    <a:pt x="25179" y="5854"/>
                    <a:pt x="24562" y="5744"/>
                  </a:cubicBezTo>
                  <a:cubicBezTo>
                    <a:pt x="24506" y="5744"/>
                    <a:pt x="24451" y="5733"/>
                    <a:pt x="24407" y="5711"/>
                  </a:cubicBezTo>
                  <a:cubicBezTo>
                    <a:pt x="24362" y="5699"/>
                    <a:pt x="24318" y="5677"/>
                    <a:pt x="24296" y="5644"/>
                  </a:cubicBezTo>
                  <a:cubicBezTo>
                    <a:pt x="24251" y="5610"/>
                    <a:pt x="24240" y="5566"/>
                    <a:pt x="24240" y="5521"/>
                  </a:cubicBezTo>
                  <a:cubicBezTo>
                    <a:pt x="24229" y="5466"/>
                    <a:pt x="24229" y="5410"/>
                    <a:pt x="24251" y="5344"/>
                  </a:cubicBezTo>
                  <a:cubicBezTo>
                    <a:pt x="24451" y="4744"/>
                    <a:pt x="25017" y="4411"/>
                    <a:pt x="25506" y="4077"/>
                  </a:cubicBezTo>
                  <a:cubicBezTo>
                    <a:pt x="26062" y="3711"/>
                    <a:pt x="26528" y="3245"/>
                    <a:pt x="27106" y="2922"/>
                  </a:cubicBezTo>
                  <a:cubicBezTo>
                    <a:pt x="27851" y="2500"/>
                    <a:pt x="28606" y="2033"/>
                    <a:pt x="29095" y="1356"/>
                  </a:cubicBezTo>
                  <a:cubicBezTo>
                    <a:pt x="29083" y="1300"/>
                    <a:pt x="29072" y="1233"/>
                    <a:pt x="29061" y="1178"/>
                  </a:cubicBezTo>
                  <a:cubicBezTo>
                    <a:pt x="28728" y="1356"/>
                    <a:pt x="28372" y="1512"/>
                    <a:pt x="28050" y="1700"/>
                  </a:cubicBezTo>
                  <a:cubicBezTo>
                    <a:pt x="27673" y="1922"/>
                    <a:pt x="27239" y="2378"/>
                    <a:pt x="26773" y="2500"/>
                  </a:cubicBezTo>
                  <a:cubicBezTo>
                    <a:pt x="26728" y="2538"/>
                    <a:pt x="26668" y="2570"/>
                    <a:pt x="26616" y="2570"/>
                  </a:cubicBezTo>
                  <a:cubicBezTo>
                    <a:pt x="26591" y="2570"/>
                    <a:pt x="26569" y="2563"/>
                    <a:pt x="26550" y="2544"/>
                  </a:cubicBezTo>
                  <a:lnTo>
                    <a:pt x="26540" y="2534"/>
                  </a:lnTo>
                  <a:cubicBezTo>
                    <a:pt x="26495" y="2534"/>
                    <a:pt x="26461" y="2522"/>
                    <a:pt x="26417" y="2522"/>
                  </a:cubicBezTo>
                  <a:cubicBezTo>
                    <a:pt x="26362" y="2511"/>
                    <a:pt x="26306" y="2445"/>
                    <a:pt x="26328" y="2389"/>
                  </a:cubicBezTo>
                  <a:cubicBezTo>
                    <a:pt x="26473" y="1734"/>
                    <a:pt x="26717" y="1089"/>
                    <a:pt x="27084" y="534"/>
                  </a:cubicBezTo>
                  <a:cubicBezTo>
                    <a:pt x="27117" y="478"/>
                    <a:pt x="27140" y="423"/>
                    <a:pt x="27172" y="367"/>
                  </a:cubicBezTo>
                  <a:cubicBezTo>
                    <a:pt x="27162" y="234"/>
                    <a:pt x="27140" y="112"/>
                    <a:pt x="27084" y="1"/>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61"/>
            <p:cNvSpPr/>
            <p:nvPr/>
          </p:nvSpPr>
          <p:spPr>
            <a:xfrm>
              <a:off x="1483525" y="3831450"/>
              <a:ext cx="848450" cy="116650"/>
            </a:xfrm>
            <a:custGeom>
              <a:avLst/>
              <a:gdLst/>
              <a:ahLst/>
              <a:cxnLst/>
              <a:rect l="l" t="t" r="r" b="b"/>
              <a:pathLst>
                <a:path w="33938" h="4666" extrusionOk="0">
                  <a:moveTo>
                    <a:pt x="33693" y="0"/>
                  </a:moveTo>
                  <a:cubicBezTo>
                    <a:pt x="33549" y="22"/>
                    <a:pt x="33404" y="56"/>
                    <a:pt x="33249" y="78"/>
                  </a:cubicBezTo>
                  <a:cubicBezTo>
                    <a:pt x="31138" y="78"/>
                    <a:pt x="29005" y="434"/>
                    <a:pt x="26884" y="478"/>
                  </a:cubicBezTo>
                  <a:cubicBezTo>
                    <a:pt x="26406" y="489"/>
                    <a:pt x="25761" y="678"/>
                    <a:pt x="25817" y="1145"/>
                  </a:cubicBezTo>
                  <a:cubicBezTo>
                    <a:pt x="26439" y="1355"/>
                    <a:pt x="27017" y="1689"/>
                    <a:pt x="27516" y="2111"/>
                  </a:cubicBezTo>
                  <a:cubicBezTo>
                    <a:pt x="24605" y="2305"/>
                    <a:pt x="21686" y="2401"/>
                    <a:pt x="18764" y="2401"/>
                  </a:cubicBezTo>
                  <a:cubicBezTo>
                    <a:pt x="16680" y="2401"/>
                    <a:pt x="14594" y="2353"/>
                    <a:pt x="12509" y="2256"/>
                  </a:cubicBezTo>
                  <a:cubicBezTo>
                    <a:pt x="12509" y="1611"/>
                    <a:pt x="13020" y="989"/>
                    <a:pt x="13664" y="867"/>
                  </a:cubicBezTo>
                  <a:cubicBezTo>
                    <a:pt x="9954" y="867"/>
                    <a:pt x="6243" y="856"/>
                    <a:pt x="2522" y="844"/>
                  </a:cubicBezTo>
                  <a:cubicBezTo>
                    <a:pt x="2219" y="844"/>
                    <a:pt x="1653" y="772"/>
                    <a:pt x="1142" y="772"/>
                  </a:cubicBezTo>
                  <a:cubicBezTo>
                    <a:pt x="697" y="772"/>
                    <a:pt x="294" y="827"/>
                    <a:pt x="144" y="1034"/>
                  </a:cubicBezTo>
                  <a:cubicBezTo>
                    <a:pt x="0" y="1244"/>
                    <a:pt x="144" y="2078"/>
                    <a:pt x="144" y="2333"/>
                  </a:cubicBezTo>
                  <a:lnTo>
                    <a:pt x="144" y="4666"/>
                  </a:lnTo>
                  <a:lnTo>
                    <a:pt x="30572" y="4666"/>
                  </a:lnTo>
                  <a:lnTo>
                    <a:pt x="30572" y="4355"/>
                  </a:lnTo>
                  <a:cubicBezTo>
                    <a:pt x="31360" y="4122"/>
                    <a:pt x="32105" y="3700"/>
                    <a:pt x="32771" y="3088"/>
                  </a:cubicBezTo>
                  <a:cubicBezTo>
                    <a:pt x="32849" y="3011"/>
                    <a:pt x="32937" y="2922"/>
                    <a:pt x="32949" y="2811"/>
                  </a:cubicBezTo>
                  <a:cubicBezTo>
                    <a:pt x="32970" y="2708"/>
                    <a:pt x="32895" y="2586"/>
                    <a:pt x="32796" y="2586"/>
                  </a:cubicBezTo>
                  <a:cubicBezTo>
                    <a:pt x="32788" y="2586"/>
                    <a:pt x="32780" y="2587"/>
                    <a:pt x="32771" y="2589"/>
                  </a:cubicBezTo>
                  <a:cubicBezTo>
                    <a:pt x="33404" y="2011"/>
                    <a:pt x="33826" y="1200"/>
                    <a:pt x="33927" y="356"/>
                  </a:cubicBezTo>
                  <a:cubicBezTo>
                    <a:pt x="33937" y="267"/>
                    <a:pt x="33937" y="178"/>
                    <a:pt x="33893" y="101"/>
                  </a:cubicBezTo>
                  <a:cubicBezTo>
                    <a:pt x="33869" y="44"/>
                    <a:pt x="33809" y="5"/>
                    <a:pt x="33749" y="5"/>
                  </a:cubicBezTo>
                  <a:cubicBezTo>
                    <a:pt x="33729" y="5"/>
                    <a:pt x="33709" y="9"/>
                    <a:pt x="33691" y="18"/>
                  </a:cubicBezTo>
                  <a:lnTo>
                    <a:pt x="33691" y="18"/>
                  </a:lnTo>
                  <a:cubicBezTo>
                    <a:pt x="33693" y="14"/>
                    <a:pt x="33693" y="7"/>
                    <a:pt x="33693"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61"/>
            <p:cNvSpPr/>
            <p:nvPr/>
          </p:nvSpPr>
          <p:spPr>
            <a:xfrm>
              <a:off x="1340750" y="3677550"/>
              <a:ext cx="267475" cy="268825"/>
            </a:xfrm>
            <a:custGeom>
              <a:avLst/>
              <a:gdLst/>
              <a:ahLst/>
              <a:cxnLst/>
              <a:rect l="l" t="t" r="r" b="b"/>
              <a:pathLst>
                <a:path w="10699" h="10753" extrusionOk="0">
                  <a:moveTo>
                    <a:pt x="5658" y="0"/>
                  </a:moveTo>
                  <a:cubicBezTo>
                    <a:pt x="5221" y="0"/>
                    <a:pt x="4760" y="62"/>
                    <a:pt x="4356" y="102"/>
                  </a:cubicBezTo>
                  <a:cubicBezTo>
                    <a:pt x="4023" y="135"/>
                    <a:pt x="3678" y="180"/>
                    <a:pt x="3356" y="313"/>
                  </a:cubicBezTo>
                  <a:cubicBezTo>
                    <a:pt x="3023" y="446"/>
                    <a:pt x="2734" y="658"/>
                    <a:pt x="2456" y="891"/>
                  </a:cubicBezTo>
                  <a:cubicBezTo>
                    <a:pt x="1767" y="1446"/>
                    <a:pt x="1167" y="2113"/>
                    <a:pt x="712" y="2868"/>
                  </a:cubicBezTo>
                  <a:cubicBezTo>
                    <a:pt x="190" y="3746"/>
                    <a:pt x="0" y="4679"/>
                    <a:pt x="12" y="5701"/>
                  </a:cubicBezTo>
                  <a:cubicBezTo>
                    <a:pt x="12" y="6368"/>
                    <a:pt x="157" y="7045"/>
                    <a:pt x="512" y="7600"/>
                  </a:cubicBezTo>
                  <a:cubicBezTo>
                    <a:pt x="401" y="7467"/>
                    <a:pt x="246" y="7378"/>
                    <a:pt x="79" y="7356"/>
                  </a:cubicBezTo>
                  <a:lnTo>
                    <a:pt x="79" y="7356"/>
                  </a:lnTo>
                  <a:cubicBezTo>
                    <a:pt x="68" y="7511"/>
                    <a:pt x="135" y="7656"/>
                    <a:pt x="201" y="7800"/>
                  </a:cubicBezTo>
                  <a:cubicBezTo>
                    <a:pt x="701" y="8800"/>
                    <a:pt x="1601" y="9578"/>
                    <a:pt x="2623" y="10066"/>
                  </a:cubicBezTo>
                  <a:cubicBezTo>
                    <a:pt x="3563" y="10514"/>
                    <a:pt x="4557" y="10753"/>
                    <a:pt x="5535" y="10753"/>
                  </a:cubicBezTo>
                  <a:cubicBezTo>
                    <a:pt x="6913" y="10753"/>
                    <a:pt x="8259" y="10278"/>
                    <a:pt x="9377" y="9244"/>
                  </a:cubicBezTo>
                  <a:cubicBezTo>
                    <a:pt x="9466" y="9167"/>
                    <a:pt x="9543" y="9078"/>
                    <a:pt x="9566" y="8967"/>
                  </a:cubicBezTo>
                  <a:cubicBezTo>
                    <a:pt x="9576" y="8864"/>
                    <a:pt x="9501" y="8742"/>
                    <a:pt x="9402" y="8742"/>
                  </a:cubicBezTo>
                  <a:cubicBezTo>
                    <a:pt x="9394" y="8742"/>
                    <a:pt x="9385" y="8743"/>
                    <a:pt x="9377" y="8745"/>
                  </a:cubicBezTo>
                  <a:cubicBezTo>
                    <a:pt x="10021" y="8178"/>
                    <a:pt x="10432" y="7367"/>
                    <a:pt x="10533" y="6512"/>
                  </a:cubicBezTo>
                  <a:cubicBezTo>
                    <a:pt x="10543" y="6423"/>
                    <a:pt x="10555" y="6334"/>
                    <a:pt x="10510" y="6257"/>
                  </a:cubicBezTo>
                  <a:cubicBezTo>
                    <a:pt x="10478" y="6200"/>
                    <a:pt x="10416" y="6161"/>
                    <a:pt x="10359" y="6161"/>
                  </a:cubicBezTo>
                  <a:cubicBezTo>
                    <a:pt x="10338" y="6161"/>
                    <a:pt x="10317" y="6166"/>
                    <a:pt x="10299" y="6178"/>
                  </a:cubicBezTo>
                  <a:cubicBezTo>
                    <a:pt x="10488" y="5956"/>
                    <a:pt x="10588" y="5679"/>
                    <a:pt x="10644" y="5390"/>
                  </a:cubicBezTo>
                  <a:cubicBezTo>
                    <a:pt x="10699" y="5045"/>
                    <a:pt x="10666" y="4668"/>
                    <a:pt x="10610" y="4312"/>
                  </a:cubicBezTo>
                  <a:cubicBezTo>
                    <a:pt x="10499" y="3568"/>
                    <a:pt x="10288" y="2835"/>
                    <a:pt x="10066" y="2113"/>
                  </a:cubicBezTo>
                  <a:cubicBezTo>
                    <a:pt x="10021" y="1969"/>
                    <a:pt x="9977" y="1813"/>
                    <a:pt x="9844" y="1735"/>
                  </a:cubicBezTo>
                  <a:cubicBezTo>
                    <a:pt x="9812" y="1716"/>
                    <a:pt x="9775" y="1708"/>
                    <a:pt x="9739" y="1708"/>
                  </a:cubicBezTo>
                  <a:cubicBezTo>
                    <a:pt x="9623" y="1708"/>
                    <a:pt x="9507" y="1792"/>
                    <a:pt x="9533" y="1902"/>
                  </a:cubicBezTo>
                  <a:cubicBezTo>
                    <a:pt x="9121" y="1424"/>
                    <a:pt x="8677" y="913"/>
                    <a:pt x="8066" y="713"/>
                  </a:cubicBezTo>
                  <a:cubicBezTo>
                    <a:pt x="7755" y="602"/>
                    <a:pt x="7433" y="557"/>
                    <a:pt x="7133" y="402"/>
                  </a:cubicBezTo>
                  <a:cubicBezTo>
                    <a:pt x="6822" y="246"/>
                    <a:pt x="6522" y="102"/>
                    <a:pt x="6166" y="36"/>
                  </a:cubicBezTo>
                  <a:cubicBezTo>
                    <a:pt x="6004" y="10"/>
                    <a:pt x="5833" y="0"/>
                    <a:pt x="5658"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61"/>
            <p:cNvSpPr/>
            <p:nvPr/>
          </p:nvSpPr>
          <p:spPr>
            <a:xfrm>
              <a:off x="1355475" y="3755075"/>
              <a:ext cx="193875" cy="175250"/>
            </a:xfrm>
            <a:custGeom>
              <a:avLst/>
              <a:gdLst/>
              <a:ahLst/>
              <a:cxnLst/>
              <a:rect l="l" t="t" r="r" b="b"/>
              <a:pathLst>
                <a:path w="7755" h="7010" extrusionOk="0">
                  <a:moveTo>
                    <a:pt x="701" y="1"/>
                  </a:moveTo>
                  <a:cubicBezTo>
                    <a:pt x="223" y="722"/>
                    <a:pt x="1" y="1645"/>
                    <a:pt x="45" y="2578"/>
                  </a:cubicBezTo>
                  <a:cubicBezTo>
                    <a:pt x="90" y="3388"/>
                    <a:pt x="345" y="4233"/>
                    <a:pt x="778" y="5022"/>
                  </a:cubicBezTo>
                  <a:cubicBezTo>
                    <a:pt x="723" y="5044"/>
                    <a:pt x="667" y="5111"/>
                    <a:pt x="667" y="5177"/>
                  </a:cubicBezTo>
                  <a:cubicBezTo>
                    <a:pt x="667" y="5266"/>
                    <a:pt x="712" y="5344"/>
                    <a:pt x="778" y="5410"/>
                  </a:cubicBezTo>
                  <a:cubicBezTo>
                    <a:pt x="1412" y="6155"/>
                    <a:pt x="2289" y="6677"/>
                    <a:pt x="3244" y="6899"/>
                  </a:cubicBezTo>
                  <a:cubicBezTo>
                    <a:pt x="3555" y="6977"/>
                    <a:pt x="3889" y="7010"/>
                    <a:pt x="4222" y="7010"/>
                  </a:cubicBezTo>
                  <a:cubicBezTo>
                    <a:pt x="5433" y="7010"/>
                    <a:pt x="6710" y="6543"/>
                    <a:pt x="7732" y="5688"/>
                  </a:cubicBezTo>
                  <a:lnTo>
                    <a:pt x="7700" y="5644"/>
                  </a:lnTo>
                  <a:lnTo>
                    <a:pt x="7755" y="5632"/>
                  </a:lnTo>
                  <a:lnTo>
                    <a:pt x="7755" y="5511"/>
                  </a:lnTo>
                  <a:lnTo>
                    <a:pt x="7655" y="5588"/>
                  </a:lnTo>
                  <a:cubicBezTo>
                    <a:pt x="6651" y="6426"/>
                    <a:pt x="5400" y="6894"/>
                    <a:pt x="4214" y="6894"/>
                  </a:cubicBezTo>
                  <a:cubicBezTo>
                    <a:pt x="3892" y="6894"/>
                    <a:pt x="3574" y="6859"/>
                    <a:pt x="3267" y="6788"/>
                  </a:cubicBezTo>
                  <a:cubicBezTo>
                    <a:pt x="2345" y="6566"/>
                    <a:pt x="1489" y="6055"/>
                    <a:pt x="867" y="5333"/>
                  </a:cubicBezTo>
                  <a:cubicBezTo>
                    <a:pt x="823" y="5288"/>
                    <a:pt x="790" y="5232"/>
                    <a:pt x="790" y="5177"/>
                  </a:cubicBezTo>
                  <a:cubicBezTo>
                    <a:pt x="790" y="5166"/>
                    <a:pt x="800" y="5144"/>
                    <a:pt x="823" y="5133"/>
                  </a:cubicBezTo>
                  <a:lnTo>
                    <a:pt x="845" y="5133"/>
                  </a:lnTo>
                  <a:lnTo>
                    <a:pt x="1112" y="5366"/>
                  </a:lnTo>
                  <a:lnTo>
                    <a:pt x="1112" y="5366"/>
                  </a:lnTo>
                  <a:lnTo>
                    <a:pt x="934" y="5055"/>
                  </a:lnTo>
                  <a:cubicBezTo>
                    <a:pt x="479" y="4255"/>
                    <a:pt x="212" y="3388"/>
                    <a:pt x="168" y="2566"/>
                  </a:cubicBezTo>
                  <a:cubicBezTo>
                    <a:pt x="123" y="1655"/>
                    <a:pt x="345" y="767"/>
                    <a:pt x="800" y="67"/>
                  </a:cubicBezTo>
                  <a:lnTo>
                    <a:pt x="701" y="1"/>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61"/>
            <p:cNvSpPr/>
            <p:nvPr/>
          </p:nvSpPr>
          <p:spPr>
            <a:xfrm>
              <a:off x="1382975" y="3723375"/>
              <a:ext cx="188875" cy="156150"/>
            </a:xfrm>
            <a:custGeom>
              <a:avLst/>
              <a:gdLst/>
              <a:ahLst/>
              <a:cxnLst/>
              <a:rect l="l" t="t" r="r" b="b"/>
              <a:pathLst>
                <a:path w="7555" h="6246" extrusionOk="0">
                  <a:moveTo>
                    <a:pt x="3863" y="0"/>
                  </a:moveTo>
                  <a:cubicBezTo>
                    <a:pt x="3475" y="0"/>
                    <a:pt x="3066" y="68"/>
                    <a:pt x="2645" y="202"/>
                  </a:cubicBezTo>
                  <a:cubicBezTo>
                    <a:pt x="1467" y="580"/>
                    <a:pt x="478" y="1446"/>
                    <a:pt x="1" y="2513"/>
                  </a:cubicBezTo>
                  <a:lnTo>
                    <a:pt x="112" y="2557"/>
                  </a:lnTo>
                  <a:cubicBezTo>
                    <a:pt x="567" y="1524"/>
                    <a:pt x="1534" y="691"/>
                    <a:pt x="2689" y="313"/>
                  </a:cubicBezTo>
                  <a:cubicBezTo>
                    <a:pt x="2998" y="215"/>
                    <a:pt x="3408" y="121"/>
                    <a:pt x="3853" y="121"/>
                  </a:cubicBezTo>
                  <a:cubicBezTo>
                    <a:pt x="4113" y="121"/>
                    <a:pt x="4385" y="153"/>
                    <a:pt x="4655" y="235"/>
                  </a:cubicBezTo>
                  <a:cubicBezTo>
                    <a:pt x="5333" y="435"/>
                    <a:pt x="5877" y="924"/>
                    <a:pt x="6077" y="1501"/>
                  </a:cubicBezTo>
                  <a:lnTo>
                    <a:pt x="6188" y="1835"/>
                  </a:lnTo>
                  <a:lnTo>
                    <a:pt x="6200" y="958"/>
                  </a:lnTo>
                  <a:cubicBezTo>
                    <a:pt x="6205" y="957"/>
                    <a:pt x="6211" y="957"/>
                    <a:pt x="6216" y="957"/>
                  </a:cubicBezTo>
                  <a:cubicBezTo>
                    <a:pt x="6454" y="957"/>
                    <a:pt x="6669" y="1196"/>
                    <a:pt x="6788" y="1435"/>
                  </a:cubicBezTo>
                  <a:cubicBezTo>
                    <a:pt x="7432" y="2679"/>
                    <a:pt x="7133" y="4201"/>
                    <a:pt x="6766" y="5246"/>
                  </a:cubicBezTo>
                  <a:cubicBezTo>
                    <a:pt x="6644" y="5590"/>
                    <a:pt x="6499" y="5934"/>
                    <a:pt x="6232" y="6157"/>
                  </a:cubicBezTo>
                  <a:lnTo>
                    <a:pt x="6311" y="6245"/>
                  </a:lnTo>
                  <a:cubicBezTo>
                    <a:pt x="6600" y="6012"/>
                    <a:pt x="6755" y="5646"/>
                    <a:pt x="6877" y="5290"/>
                  </a:cubicBezTo>
                  <a:cubicBezTo>
                    <a:pt x="7244" y="4212"/>
                    <a:pt x="7555" y="2668"/>
                    <a:pt x="6899" y="1380"/>
                  </a:cubicBezTo>
                  <a:cubicBezTo>
                    <a:pt x="6828" y="1247"/>
                    <a:pt x="6589" y="836"/>
                    <a:pt x="6234" y="836"/>
                  </a:cubicBezTo>
                  <a:cubicBezTo>
                    <a:pt x="6201" y="836"/>
                    <a:pt x="6167" y="839"/>
                    <a:pt x="6133" y="847"/>
                  </a:cubicBezTo>
                  <a:lnTo>
                    <a:pt x="6077" y="847"/>
                  </a:lnTo>
                  <a:lnTo>
                    <a:pt x="6077" y="1213"/>
                  </a:lnTo>
                  <a:cubicBezTo>
                    <a:pt x="5810" y="702"/>
                    <a:pt x="5299" y="302"/>
                    <a:pt x="4689" y="113"/>
                  </a:cubicBezTo>
                  <a:cubicBezTo>
                    <a:pt x="4428" y="38"/>
                    <a:pt x="4152" y="0"/>
                    <a:pt x="3863"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61"/>
            <p:cNvSpPr/>
            <p:nvPr/>
          </p:nvSpPr>
          <p:spPr>
            <a:xfrm>
              <a:off x="1439650" y="3680225"/>
              <a:ext cx="165525" cy="141800"/>
            </a:xfrm>
            <a:custGeom>
              <a:avLst/>
              <a:gdLst/>
              <a:ahLst/>
              <a:cxnLst/>
              <a:rect l="l" t="t" r="r" b="b"/>
              <a:pathLst>
                <a:path w="6621" h="5672" extrusionOk="0">
                  <a:moveTo>
                    <a:pt x="1794" y="0"/>
                  </a:moveTo>
                  <a:cubicBezTo>
                    <a:pt x="1176" y="0"/>
                    <a:pt x="560" y="135"/>
                    <a:pt x="0" y="395"/>
                  </a:cubicBezTo>
                  <a:lnTo>
                    <a:pt x="45" y="506"/>
                  </a:lnTo>
                  <a:cubicBezTo>
                    <a:pt x="593" y="251"/>
                    <a:pt x="1199" y="120"/>
                    <a:pt x="1804" y="120"/>
                  </a:cubicBezTo>
                  <a:cubicBezTo>
                    <a:pt x="2228" y="120"/>
                    <a:pt x="2652" y="184"/>
                    <a:pt x="3055" y="317"/>
                  </a:cubicBezTo>
                  <a:cubicBezTo>
                    <a:pt x="4032" y="640"/>
                    <a:pt x="4876" y="1339"/>
                    <a:pt x="5377" y="2239"/>
                  </a:cubicBezTo>
                  <a:lnTo>
                    <a:pt x="5610" y="2661"/>
                  </a:lnTo>
                  <a:lnTo>
                    <a:pt x="5488" y="2195"/>
                  </a:lnTo>
                  <a:cubicBezTo>
                    <a:pt x="5476" y="2150"/>
                    <a:pt x="5499" y="2117"/>
                    <a:pt x="5521" y="2094"/>
                  </a:cubicBezTo>
                  <a:cubicBezTo>
                    <a:pt x="5558" y="2065"/>
                    <a:pt x="5610" y="2050"/>
                    <a:pt x="5656" y="2050"/>
                  </a:cubicBezTo>
                  <a:cubicBezTo>
                    <a:pt x="5680" y="2050"/>
                    <a:pt x="5702" y="2054"/>
                    <a:pt x="5721" y="2062"/>
                  </a:cubicBezTo>
                  <a:cubicBezTo>
                    <a:pt x="5843" y="2117"/>
                    <a:pt x="5910" y="2250"/>
                    <a:pt x="5954" y="2395"/>
                  </a:cubicBezTo>
                  <a:cubicBezTo>
                    <a:pt x="6199" y="3028"/>
                    <a:pt x="6310" y="3694"/>
                    <a:pt x="6377" y="4205"/>
                  </a:cubicBezTo>
                  <a:cubicBezTo>
                    <a:pt x="6443" y="4661"/>
                    <a:pt x="6498" y="5172"/>
                    <a:pt x="6365" y="5639"/>
                  </a:cubicBezTo>
                  <a:lnTo>
                    <a:pt x="6476" y="5671"/>
                  </a:lnTo>
                  <a:cubicBezTo>
                    <a:pt x="6621" y="5183"/>
                    <a:pt x="6565" y="4649"/>
                    <a:pt x="6498" y="4194"/>
                  </a:cubicBezTo>
                  <a:cubicBezTo>
                    <a:pt x="6421" y="3672"/>
                    <a:pt x="6310" y="2995"/>
                    <a:pt x="6076" y="2350"/>
                  </a:cubicBezTo>
                  <a:cubicBezTo>
                    <a:pt x="6010" y="2195"/>
                    <a:pt x="5932" y="2028"/>
                    <a:pt x="5765" y="1950"/>
                  </a:cubicBezTo>
                  <a:cubicBezTo>
                    <a:pt x="5731" y="1935"/>
                    <a:pt x="5693" y="1928"/>
                    <a:pt x="5654" y="1928"/>
                  </a:cubicBezTo>
                  <a:cubicBezTo>
                    <a:pt x="5579" y="1928"/>
                    <a:pt x="5502" y="1955"/>
                    <a:pt x="5443" y="2006"/>
                  </a:cubicBezTo>
                  <a:cubicBezTo>
                    <a:pt x="5432" y="2017"/>
                    <a:pt x="5421" y="2039"/>
                    <a:pt x="5410" y="2050"/>
                  </a:cubicBezTo>
                  <a:cubicBezTo>
                    <a:pt x="4888" y="1183"/>
                    <a:pt x="4054" y="517"/>
                    <a:pt x="3088" y="206"/>
                  </a:cubicBezTo>
                  <a:cubicBezTo>
                    <a:pt x="2669" y="68"/>
                    <a:pt x="2231" y="0"/>
                    <a:pt x="1794"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61"/>
            <p:cNvSpPr/>
            <p:nvPr/>
          </p:nvSpPr>
          <p:spPr>
            <a:xfrm>
              <a:off x="1472400" y="3908650"/>
              <a:ext cx="85275" cy="33900"/>
            </a:xfrm>
            <a:custGeom>
              <a:avLst/>
              <a:gdLst/>
              <a:ahLst/>
              <a:cxnLst/>
              <a:rect l="l" t="t" r="r" b="b"/>
              <a:pathLst>
                <a:path w="3411" h="1356" extrusionOk="0">
                  <a:moveTo>
                    <a:pt x="3334" y="0"/>
                  </a:moveTo>
                  <a:cubicBezTo>
                    <a:pt x="2356" y="711"/>
                    <a:pt x="1201" y="1133"/>
                    <a:pt x="1" y="1234"/>
                  </a:cubicBezTo>
                  <a:lnTo>
                    <a:pt x="12" y="1356"/>
                  </a:lnTo>
                  <a:cubicBezTo>
                    <a:pt x="1234" y="1256"/>
                    <a:pt x="2411" y="822"/>
                    <a:pt x="3411" y="101"/>
                  </a:cubicBezTo>
                  <a:lnTo>
                    <a:pt x="3334"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61"/>
            <p:cNvSpPr/>
            <p:nvPr/>
          </p:nvSpPr>
          <p:spPr>
            <a:xfrm>
              <a:off x="1576275" y="3850625"/>
              <a:ext cx="16700" cy="34175"/>
            </a:xfrm>
            <a:custGeom>
              <a:avLst/>
              <a:gdLst/>
              <a:ahLst/>
              <a:cxnLst/>
              <a:rect l="l" t="t" r="r" b="b"/>
              <a:pathLst>
                <a:path w="668" h="1367" extrusionOk="0">
                  <a:moveTo>
                    <a:pt x="545" y="0"/>
                  </a:moveTo>
                  <a:cubicBezTo>
                    <a:pt x="522" y="467"/>
                    <a:pt x="322" y="944"/>
                    <a:pt x="1" y="1289"/>
                  </a:cubicBezTo>
                  <a:lnTo>
                    <a:pt x="89" y="1366"/>
                  </a:lnTo>
                  <a:cubicBezTo>
                    <a:pt x="433" y="1000"/>
                    <a:pt x="645" y="500"/>
                    <a:pt x="667"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61"/>
            <p:cNvSpPr/>
            <p:nvPr/>
          </p:nvSpPr>
          <p:spPr>
            <a:xfrm>
              <a:off x="1451575" y="3782275"/>
              <a:ext cx="36975" cy="43625"/>
            </a:xfrm>
            <a:custGeom>
              <a:avLst/>
              <a:gdLst/>
              <a:ahLst/>
              <a:cxnLst/>
              <a:rect l="l" t="t" r="r" b="b"/>
              <a:pathLst>
                <a:path w="1479" h="1745" extrusionOk="0">
                  <a:moveTo>
                    <a:pt x="387" y="1"/>
                  </a:moveTo>
                  <a:cubicBezTo>
                    <a:pt x="280" y="1"/>
                    <a:pt x="174" y="57"/>
                    <a:pt x="111" y="135"/>
                  </a:cubicBezTo>
                  <a:cubicBezTo>
                    <a:pt x="34" y="234"/>
                    <a:pt x="0" y="357"/>
                    <a:pt x="0" y="535"/>
                  </a:cubicBezTo>
                  <a:cubicBezTo>
                    <a:pt x="12" y="990"/>
                    <a:pt x="301" y="1445"/>
                    <a:pt x="711" y="1656"/>
                  </a:cubicBezTo>
                  <a:cubicBezTo>
                    <a:pt x="812" y="1701"/>
                    <a:pt x="923" y="1745"/>
                    <a:pt x="1045" y="1745"/>
                  </a:cubicBezTo>
                  <a:cubicBezTo>
                    <a:pt x="1133" y="1745"/>
                    <a:pt x="1234" y="1712"/>
                    <a:pt x="1311" y="1645"/>
                  </a:cubicBezTo>
                  <a:cubicBezTo>
                    <a:pt x="1478" y="1490"/>
                    <a:pt x="1456" y="1234"/>
                    <a:pt x="1356" y="1046"/>
                  </a:cubicBezTo>
                  <a:cubicBezTo>
                    <a:pt x="1289" y="912"/>
                    <a:pt x="1212" y="823"/>
                    <a:pt x="1111" y="790"/>
                  </a:cubicBezTo>
                  <a:cubicBezTo>
                    <a:pt x="1074" y="773"/>
                    <a:pt x="1032" y="764"/>
                    <a:pt x="991" y="764"/>
                  </a:cubicBezTo>
                  <a:cubicBezTo>
                    <a:pt x="896" y="764"/>
                    <a:pt x="802" y="808"/>
                    <a:pt x="756" y="901"/>
                  </a:cubicBezTo>
                  <a:cubicBezTo>
                    <a:pt x="723" y="967"/>
                    <a:pt x="733" y="1056"/>
                    <a:pt x="778" y="1123"/>
                  </a:cubicBezTo>
                  <a:cubicBezTo>
                    <a:pt x="817" y="1172"/>
                    <a:pt x="873" y="1203"/>
                    <a:pt x="930" y="1203"/>
                  </a:cubicBezTo>
                  <a:cubicBezTo>
                    <a:pt x="939" y="1203"/>
                    <a:pt x="947" y="1202"/>
                    <a:pt x="956" y="1201"/>
                  </a:cubicBezTo>
                  <a:lnTo>
                    <a:pt x="933" y="1078"/>
                  </a:lnTo>
                  <a:cubicBezTo>
                    <a:pt x="929" y="1081"/>
                    <a:pt x="925" y="1082"/>
                    <a:pt x="920" y="1082"/>
                  </a:cubicBezTo>
                  <a:cubicBezTo>
                    <a:pt x="903" y="1082"/>
                    <a:pt x="887" y="1065"/>
                    <a:pt x="878" y="1056"/>
                  </a:cubicBezTo>
                  <a:cubicBezTo>
                    <a:pt x="856" y="1023"/>
                    <a:pt x="845" y="979"/>
                    <a:pt x="867" y="957"/>
                  </a:cubicBezTo>
                  <a:cubicBezTo>
                    <a:pt x="890" y="911"/>
                    <a:pt x="945" y="886"/>
                    <a:pt x="999" y="886"/>
                  </a:cubicBezTo>
                  <a:cubicBezTo>
                    <a:pt x="1023" y="886"/>
                    <a:pt x="1046" y="891"/>
                    <a:pt x="1067" y="901"/>
                  </a:cubicBezTo>
                  <a:cubicBezTo>
                    <a:pt x="1133" y="923"/>
                    <a:pt x="1200" y="990"/>
                    <a:pt x="1256" y="1101"/>
                  </a:cubicBezTo>
                  <a:cubicBezTo>
                    <a:pt x="1323" y="1246"/>
                    <a:pt x="1345" y="1445"/>
                    <a:pt x="1234" y="1557"/>
                  </a:cubicBezTo>
                  <a:cubicBezTo>
                    <a:pt x="1181" y="1604"/>
                    <a:pt x="1114" y="1623"/>
                    <a:pt x="1044" y="1623"/>
                  </a:cubicBezTo>
                  <a:cubicBezTo>
                    <a:pt x="950" y="1623"/>
                    <a:pt x="849" y="1590"/>
                    <a:pt x="767" y="1545"/>
                  </a:cubicBezTo>
                  <a:cubicBezTo>
                    <a:pt x="390" y="1357"/>
                    <a:pt x="134" y="945"/>
                    <a:pt x="123" y="523"/>
                  </a:cubicBezTo>
                  <a:cubicBezTo>
                    <a:pt x="123" y="390"/>
                    <a:pt x="145" y="279"/>
                    <a:pt x="200" y="212"/>
                  </a:cubicBezTo>
                  <a:cubicBezTo>
                    <a:pt x="239" y="158"/>
                    <a:pt x="309" y="121"/>
                    <a:pt x="375" y="121"/>
                  </a:cubicBezTo>
                  <a:cubicBezTo>
                    <a:pt x="404" y="121"/>
                    <a:pt x="432" y="128"/>
                    <a:pt x="456" y="145"/>
                  </a:cubicBezTo>
                  <a:lnTo>
                    <a:pt x="523" y="34"/>
                  </a:lnTo>
                  <a:cubicBezTo>
                    <a:pt x="479" y="11"/>
                    <a:pt x="433" y="1"/>
                    <a:pt x="387"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61"/>
            <p:cNvSpPr/>
            <p:nvPr/>
          </p:nvSpPr>
          <p:spPr>
            <a:xfrm>
              <a:off x="1401875" y="3757575"/>
              <a:ext cx="114450" cy="111400"/>
            </a:xfrm>
            <a:custGeom>
              <a:avLst/>
              <a:gdLst/>
              <a:ahLst/>
              <a:cxnLst/>
              <a:rect l="l" t="t" r="r" b="b"/>
              <a:pathLst>
                <a:path w="4578" h="4456" extrusionOk="0">
                  <a:moveTo>
                    <a:pt x="2055" y="0"/>
                  </a:moveTo>
                  <a:cubicBezTo>
                    <a:pt x="1296" y="0"/>
                    <a:pt x="541" y="530"/>
                    <a:pt x="267" y="1267"/>
                  </a:cubicBezTo>
                  <a:cubicBezTo>
                    <a:pt x="0" y="1978"/>
                    <a:pt x="166" y="2833"/>
                    <a:pt x="677" y="3455"/>
                  </a:cubicBezTo>
                  <a:cubicBezTo>
                    <a:pt x="1144" y="4022"/>
                    <a:pt x="1911" y="4399"/>
                    <a:pt x="2711" y="4444"/>
                  </a:cubicBezTo>
                  <a:cubicBezTo>
                    <a:pt x="2777" y="4444"/>
                    <a:pt x="2833" y="4455"/>
                    <a:pt x="2889" y="4455"/>
                  </a:cubicBezTo>
                  <a:cubicBezTo>
                    <a:pt x="3244" y="4455"/>
                    <a:pt x="3555" y="4389"/>
                    <a:pt x="3822" y="4255"/>
                  </a:cubicBezTo>
                  <a:cubicBezTo>
                    <a:pt x="4199" y="4078"/>
                    <a:pt x="4466" y="3777"/>
                    <a:pt x="4577" y="3433"/>
                  </a:cubicBezTo>
                  <a:lnTo>
                    <a:pt x="4466" y="3399"/>
                  </a:lnTo>
                  <a:cubicBezTo>
                    <a:pt x="4366" y="3711"/>
                    <a:pt x="4111" y="3989"/>
                    <a:pt x="3777" y="4144"/>
                  </a:cubicBezTo>
                  <a:cubicBezTo>
                    <a:pt x="3519" y="4268"/>
                    <a:pt x="3220" y="4327"/>
                    <a:pt x="2888" y="4327"/>
                  </a:cubicBezTo>
                  <a:cubicBezTo>
                    <a:pt x="2833" y="4327"/>
                    <a:pt x="2778" y="4325"/>
                    <a:pt x="2721" y="4322"/>
                  </a:cubicBezTo>
                  <a:cubicBezTo>
                    <a:pt x="1944" y="4278"/>
                    <a:pt x="1211" y="3922"/>
                    <a:pt x="766" y="3377"/>
                  </a:cubicBezTo>
                  <a:cubicBezTo>
                    <a:pt x="278" y="2789"/>
                    <a:pt x="134" y="1978"/>
                    <a:pt x="378" y="1311"/>
                  </a:cubicBezTo>
                  <a:cubicBezTo>
                    <a:pt x="633" y="612"/>
                    <a:pt x="1333" y="123"/>
                    <a:pt x="2044" y="123"/>
                  </a:cubicBezTo>
                  <a:lnTo>
                    <a:pt x="2067" y="123"/>
                  </a:lnTo>
                  <a:cubicBezTo>
                    <a:pt x="2522" y="123"/>
                    <a:pt x="3010" y="323"/>
                    <a:pt x="3521" y="700"/>
                  </a:cubicBezTo>
                  <a:cubicBezTo>
                    <a:pt x="3733" y="867"/>
                    <a:pt x="3999" y="1089"/>
                    <a:pt x="4143" y="1389"/>
                  </a:cubicBezTo>
                  <a:cubicBezTo>
                    <a:pt x="4333" y="1778"/>
                    <a:pt x="4311" y="2278"/>
                    <a:pt x="4077" y="2866"/>
                  </a:cubicBezTo>
                  <a:cubicBezTo>
                    <a:pt x="4010" y="3044"/>
                    <a:pt x="3911" y="3233"/>
                    <a:pt x="3755" y="3344"/>
                  </a:cubicBezTo>
                  <a:cubicBezTo>
                    <a:pt x="3643" y="3421"/>
                    <a:pt x="3503" y="3459"/>
                    <a:pt x="3332" y="3459"/>
                  </a:cubicBezTo>
                  <a:cubicBezTo>
                    <a:pt x="3232" y="3459"/>
                    <a:pt x="3122" y="3446"/>
                    <a:pt x="3000" y="3422"/>
                  </a:cubicBezTo>
                  <a:cubicBezTo>
                    <a:pt x="2333" y="3288"/>
                    <a:pt x="1766" y="2933"/>
                    <a:pt x="1467" y="2456"/>
                  </a:cubicBezTo>
                  <a:cubicBezTo>
                    <a:pt x="1111" y="1922"/>
                    <a:pt x="1122" y="1200"/>
                    <a:pt x="1477" y="745"/>
                  </a:cubicBezTo>
                  <a:cubicBezTo>
                    <a:pt x="1636" y="542"/>
                    <a:pt x="1899" y="375"/>
                    <a:pt x="2161" y="375"/>
                  </a:cubicBezTo>
                  <a:cubicBezTo>
                    <a:pt x="2230" y="375"/>
                    <a:pt x="2299" y="386"/>
                    <a:pt x="2366" y="412"/>
                  </a:cubicBezTo>
                  <a:lnTo>
                    <a:pt x="2410" y="301"/>
                  </a:lnTo>
                  <a:cubicBezTo>
                    <a:pt x="2327" y="267"/>
                    <a:pt x="2241" y="252"/>
                    <a:pt x="2157" y="252"/>
                  </a:cubicBezTo>
                  <a:cubicBezTo>
                    <a:pt x="1849" y="252"/>
                    <a:pt x="1552" y="449"/>
                    <a:pt x="1378" y="667"/>
                  </a:cubicBezTo>
                  <a:cubicBezTo>
                    <a:pt x="989" y="1167"/>
                    <a:pt x="978" y="1933"/>
                    <a:pt x="1366" y="2522"/>
                  </a:cubicBezTo>
                  <a:cubicBezTo>
                    <a:pt x="1689" y="3022"/>
                    <a:pt x="2277" y="3399"/>
                    <a:pt x="2977" y="3533"/>
                  </a:cubicBezTo>
                  <a:cubicBezTo>
                    <a:pt x="3108" y="3561"/>
                    <a:pt x="3227" y="3574"/>
                    <a:pt x="3336" y="3574"/>
                  </a:cubicBezTo>
                  <a:cubicBezTo>
                    <a:pt x="3532" y="3574"/>
                    <a:pt x="3693" y="3530"/>
                    <a:pt x="3822" y="3444"/>
                  </a:cubicBezTo>
                  <a:cubicBezTo>
                    <a:pt x="4010" y="3311"/>
                    <a:pt x="4111" y="3100"/>
                    <a:pt x="4188" y="2911"/>
                  </a:cubicBezTo>
                  <a:cubicBezTo>
                    <a:pt x="4432" y="2289"/>
                    <a:pt x="4454" y="1767"/>
                    <a:pt x="4255" y="1345"/>
                  </a:cubicBezTo>
                  <a:cubicBezTo>
                    <a:pt x="4099" y="1012"/>
                    <a:pt x="3822" y="778"/>
                    <a:pt x="3588" y="600"/>
                  </a:cubicBezTo>
                  <a:cubicBezTo>
                    <a:pt x="3066" y="212"/>
                    <a:pt x="2555" y="12"/>
                    <a:pt x="2077" y="0"/>
                  </a:cubicBezTo>
                  <a:cubicBezTo>
                    <a:pt x="2070" y="0"/>
                    <a:pt x="2062" y="0"/>
                    <a:pt x="2055"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61"/>
            <p:cNvSpPr/>
            <p:nvPr/>
          </p:nvSpPr>
          <p:spPr>
            <a:xfrm>
              <a:off x="1517400" y="3785075"/>
              <a:ext cx="13350" cy="38050"/>
            </a:xfrm>
            <a:custGeom>
              <a:avLst/>
              <a:gdLst/>
              <a:ahLst/>
              <a:cxnLst/>
              <a:rect l="l" t="t" r="r" b="b"/>
              <a:pathLst>
                <a:path w="534" h="1522" extrusionOk="0">
                  <a:moveTo>
                    <a:pt x="100" y="0"/>
                  </a:moveTo>
                  <a:lnTo>
                    <a:pt x="1" y="78"/>
                  </a:lnTo>
                  <a:cubicBezTo>
                    <a:pt x="300" y="467"/>
                    <a:pt x="411" y="1011"/>
                    <a:pt x="267" y="1489"/>
                  </a:cubicBezTo>
                  <a:lnTo>
                    <a:pt x="389" y="1522"/>
                  </a:lnTo>
                  <a:cubicBezTo>
                    <a:pt x="534" y="1011"/>
                    <a:pt x="423" y="423"/>
                    <a:pt x="100"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61"/>
            <p:cNvSpPr/>
            <p:nvPr/>
          </p:nvSpPr>
          <p:spPr>
            <a:xfrm>
              <a:off x="1505725" y="3793125"/>
              <a:ext cx="45575" cy="93075"/>
            </a:xfrm>
            <a:custGeom>
              <a:avLst/>
              <a:gdLst/>
              <a:ahLst/>
              <a:cxnLst/>
              <a:rect l="l" t="t" r="r" b="b"/>
              <a:pathLst>
                <a:path w="1823" h="3723" extrusionOk="0">
                  <a:moveTo>
                    <a:pt x="1690" y="0"/>
                  </a:moveTo>
                  <a:lnTo>
                    <a:pt x="1567" y="22"/>
                  </a:lnTo>
                  <a:cubicBezTo>
                    <a:pt x="1700" y="612"/>
                    <a:pt x="1634" y="1289"/>
                    <a:pt x="1367" y="2033"/>
                  </a:cubicBezTo>
                  <a:cubicBezTo>
                    <a:pt x="1145" y="2633"/>
                    <a:pt x="734" y="3389"/>
                    <a:pt x="1" y="3611"/>
                  </a:cubicBezTo>
                  <a:lnTo>
                    <a:pt x="34" y="3722"/>
                  </a:lnTo>
                  <a:cubicBezTo>
                    <a:pt x="811" y="3488"/>
                    <a:pt x="1245" y="2700"/>
                    <a:pt x="1478" y="2066"/>
                  </a:cubicBezTo>
                  <a:cubicBezTo>
                    <a:pt x="1745" y="1311"/>
                    <a:pt x="1823" y="612"/>
                    <a:pt x="1690"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61"/>
            <p:cNvSpPr/>
            <p:nvPr/>
          </p:nvSpPr>
          <p:spPr>
            <a:xfrm>
              <a:off x="1382425" y="3844500"/>
              <a:ext cx="79175" cy="58625"/>
            </a:xfrm>
            <a:custGeom>
              <a:avLst/>
              <a:gdLst/>
              <a:ahLst/>
              <a:cxnLst/>
              <a:rect l="l" t="t" r="r" b="b"/>
              <a:pathLst>
                <a:path w="3167" h="2345" extrusionOk="0">
                  <a:moveTo>
                    <a:pt x="112" y="1"/>
                  </a:moveTo>
                  <a:lnTo>
                    <a:pt x="1" y="45"/>
                  </a:lnTo>
                  <a:cubicBezTo>
                    <a:pt x="522" y="1312"/>
                    <a:pt x="1789" y="2233"/>
                    <a:pt x="3156" y="2344"/>
                  </a:cubicBezTo>
                  <a:lnTo>
                    <a:pt x="3166" y="2222"/>
                  </a:lnTo>
                  <a:cubicBezTo>
                    <a:pt x="1845" y="2122"/>
                    <a:pt x="611" y="1223"/>
                    <a:pt x="112"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61"/>
            <p:cNvSpPr/>
            <p:nvPr/>
          </p:nvSpPr>
          <p:spPr>
            <a:xfrm>
              <a:off x="1594875" y="3694525"/>
              <a:ext cx="643225" cy="16975"/>
            </a:xfrm>
            <a:custGeom>
              <a:avLst/>
              <a:gdLst/>
              <a:ahLst/>
              <a:cxnLst/>
              <a:rect l="l" t="t" r="r" b="b"/>
              <a:pathLst>
                <a:path w="25729" h="679" extrusionOk="0">
                  <a:moveTo>
                    <a:pt x="13520" y="1"/>
                  </a:moveTo>
                  <a:cubicBezTo>
                    <a:pt x="13487" y="1"/>
                    <a:pt x="13454" y="12"/>
                    <a:pt x="13420" y="12"/>
                  </a:cubicBezTo>
                  <a:cubicBezTo>
                    <a:pt x="11193" y="189"/>
                    <a:pt x="8952" y="278"/>
                    <a:pt x="6711" y="278"/>
                  </a:cubicBezTo>
                  <a:cubicBezTo>
                    <a:pt x="4469" y="278"/>
                    <a:pt x="2228" y="189"/>
                    <a:pt x="0" y="12"/>
                  </a:cubicBezTo>
                  <a:lnTo>
                    <a:pt x="0" y="134"/>
                  </a:lnTo>
                  <a:cubicBezTo>
                    <a:pt x="2216" y="312"/>
                    <a:pt x="4449" y="401"/>
                    <a:pt x="6683" y="401"/>
                  </a:cubicBezTo>
                  <a:cubicBezTo>
                    <a:pt x="8774" y="401"/>
                    <a:pt x="10865" y="323"/>
                    <a:pt x="12943" y="167"/>
                  </a:cubicBezTo>
                  <a:lnTo>
                    <a:pt x="12943" y="167"/>
                  </a:lnTo>
                  <a:cubicBezTo>
                    <a:pt x="12798" y="256"/>
                    <a:pt x="12665" y="367"/>
                    <a:pt x="12553" y="500"/>
                  </a:cubicBezTo>
                  <a:lnTo>
                    <a:pt x="12487" y="589"/>
                  </a:lnTo>
                  <a:lnTo>
                    <a:pt x="12598" y="601"/>
                  </a:lnTo>
                  <a:cubicBezTo>
                    <a:pt x="13398" y="656"/>
                    <a:pt x="14209" y="678"/>
                    <a:pt x="15009" y="678"/>
                  </a:cubicBezTo>
                  <a:cubicBezTo>
                    <a:pt x="16364" y="678"/>
                    <a:pt x="17719" y="611"/>
                    <a:pt x="19041" y="556"/>
                  </a:cubicBezTo>
                  <a:cubicBezTo>
                    <a:pt x="20344" y="497"/>
                    <a:pt x="21675" y="441"/>
                    <a:pt x="23008" y="441"/>
                  </a:cubicBezTo>
                  <a:cubicBezTo>
                    <a:pt x="23913" y="441"/>
                    <a:pt x="24819" y="467"/>
                    <a:pt x="25718" y="534"/>
                  </a:cubicBezTo>
                  <a:lnTo>
                    <a:pt x="25729" y="412"/>
                  </a:lnTo>
                  <a:cubicBezTo>
                    <a:pt x="24851" y="346"/>
                    <a:pt x="23968" y="322"/>
                    <a:pt x="23087" y="322"/>
                  </a:cubicBezTo>
                  <a:cubicBezTo>
                    <a:pt x="21727" y="322"/>
                    <a:pt x="20370" y="380"/>
                    <a:pt x="19041" y="434"/>
                  </a:cubicBezTo>
                  <a:cubicBezTo>
                    <a:pt x="17716" y="498"/>
                    <a:pt x="16369" y="557"/>
                    <a:pt x="15022" y="557"/>
                  </a:cubicBezTo>
                  <a:cubicBezTo>
                    <a:pt x="14257" y="557"/>
                    <a:pt x="13492" y="538"/>
                    <a:pt x="12731" y="490"/>
                  </a:cubicBezTo>
                  <a:cubicBezTo>
                    <a:pt x="12909" y="290"/>
                    <a:pt x="13165" y="167"/>
                    <a:pt x="13431" y="134"/>
                  </a:cubicBezTo>
                  <a:cubicBezTo>
                    <a:pt x="13464" y="123"/>
                    <a:pt x="13498" y="123"/>
                    <a:pt x="13531" y="123"/>
                  </a:cubicBezTo>
                  <a:lnTo>
                    <a:pt x="13520" y="1"/>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61"/>
            <p:cNvSpPr/>
            <p:nvPr/>
          </p:nvSpPr>
          <p:spPr>
            <a:xfrm>
              <a:off x="1617925" y="3871725"/>
              <a:ext cx="673775" cy="44175"/>
            </a:xfrm>
            <a:custGeom>
              <a:avLst/>
              <a:gdLst/>
              <a:ahLst/>
              <a:cxnLst/>
              <a:rect l="l" t="t" r="r" b="b"/>
              <a:pathLst>
                <a:path w="26951" h="1767" extrusionOk="0">
                  <a:moveTo>
                    <a:pt x="26951" y="0"/>
                  </a:moveTo>
                  <a:lnTo>
                    <a:pt x="22785" y="178"/>
                  </a:lnTo>
                  <a:lnTo>
                    <a:pt x="23241" y="267"/>
                  </a:lnTo>
                  <a:cubicBezTo>
                    <a:pt x="23663" y="367"/>
                    <a:pt x="23996" y="778"/>
                    <a:pt x="24007" y="1211"/>
                  </a:cubicBezTo>
                  <a:lnTo>
                    <a:pt x="13809" y="1489"/>
                  </a:lnTo>
                  <a:cubicBezTo>
                    <a:pt x="12054" y="1533"/>
                    <a:pt x="10310" y="1578"/>
                    <a:pt x="8555" y="1622"/>
                  </a:cubicBezTo>
                  <a:cubicBezTo>
                    <a:pt x="7973" y="1636"/>
                    <a:pt x="7367" y="1650"/>
                    <a:pt x="6748" y="1650"/>
                  </a:cubicBezTo>
                  <a:cubicBezTo>
                    <a:pt x="5347" y="1650"/>
                    <a:pt x="3880" y="1576"/>
                    <a:pt x="2478" y="1245"/>
                  </a:cubicBezTo>
                  <a:cubicBezTo>
                    <a:pt x="3000" y="744"/>
                    <a:pt x="3700" y="433"/>
                    <a:pt x="4411" y="400"/>
                  </a:cubicBezTo>
                  <a:lnTo>
                    <a:pt x="4411" y="278"/>
                  </a:lnTo>
                  <a:lnTo>
                    <a:pt x="1" y="267"/>
                  </a:lnTo>
                  <a:lnTo>
                    <a:pt x="1" y="389"/>
                  </a:lnTo>
                  <a:lnTo>
                    <a:pt x="3722" y="389"/>
                  </a:lnTo>
                  <a:cubicBezTo>
                    <a:pt x="3189" y="544"/>
                    <a:pt x="2700" y="833"/>
                    <a:pt x="2312" y="1233"/>
                  </a:cubicBezTo>
                  <a:lnTo>
                    <a:pt x="2245" y="1311"/>
                  </a:lnTo>
                  <a:lnTo>
                    <a:pt x="2344" y="1333"/>
                  </a:lnTo>
                  <a:cubicBezTo>
                    <a:pt x="3789" y="1689"/>
                    <a:pt x="5311" y="1766"/>
                    <a:pt x="6766" y="1766"/>
                  </a:cubicBezTo>
                  <a:cubicBezTo>
                    <a:pt x="7377" y="1766"/>
                    <a:pt x="7977" y="1756"/>
                    <a:pt x="8565" y="1744"/>
                  </a:cubicBezTo>
                  <a:cubicBezTo>
                    <a:pt x="10310" y="1700"/>
                    <a:pt x="12065" y="1655"/>
                    <a:pt x="13809" y="1611"/>
                  </a:cubicBezTo>
                  <a:lnTo>
                    <a:pt x="24063" y="1333"/>
                  </a:lnTo>
                  <a:lnTo>
                    <a:pt x="24118" y="1333"/>
                  </a:lnTo>
                  <a:lnTo>
                    <a:pt x="24129" y="1277"/>
                  </a:lnTo>
                  <a:cubicBezTo>
                    <a:pt x="24140" y="867"/>
                    <a:pt x="23896" y="455"/>
                    <a:pt x="23540" y="255"/>
                  </a:cubicBezTo>
                  <a:lnTo>
                    <a:pt x="26951" y="122"/>
                  </a:lnTo>
                  <a:lnTo>
                    <a:pt x="2695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61"/>
            <p:cNvSpPr/>
            <p:nvPr/>
          </p:nvSpPr>
          <p:spPr>
            <a:xfrm>
              <a:off x="1963975" y="3922275"/>
              <a:ext cx="289400" cy="13050"/>
            </a:xfrm>
            <a:custGeom>
              <a:avLst/>
              <a:gdLst/>
              <a:ahLst/>
              <a:cxnLst/>
              <a:rect l="l" t="t" r="r" b="b"/>
              <a:pathLst>
                <a:path w="11576" h="522" extrusionOk="0">
                  <a:moveTo>
                    <a:pt x="11564" y="0"/>
                  </a:moveTo>
                  <a:lnTo>
                    <a:pt x="1" y="411"/>
                  </a:lnTo>
                  <a:lnTo>
                    <a:pt x="11" y="522"/>
                  </a:lnTo>
                  <a:lnTo>
                    <a:pt x="11576" y="122"/>
                  </a:lnTo>
                  <a:lnTo>
                    <a:pt x="11564"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61"/>
            <p:cNvSpPr/>
            <p:nvPr/>
          </p:nvSpPr>
          <p:spPr>
            <a:xfrm>
              <a:off x="1627650" y="3738425"/>
              <a:ext cx="478250" cy="21675"/>
            </a:xfrm>
            <a:custGeom>
              <a:avLst/>
              <a:gdLst/>
              <a:ahLst/>
              <a:cxnLst/>
              <a:rect l="l" t="t" r="r" b="b"/>
              <a:pathLst>
                <a:path w="19130" h="867" extrusionOk="0">
                  <a:moveTo>
                    <a:pt x="19130" y="0"/>
                  </a:moveTo>
                  <a:cubicBezTo>
                    <a:pt x="16575" y="22"/>
                    <a:pt x="13975" y="156"/>
                    <a:pt x="11432" y="400"/>
                  </a:cubicBezTo>
                  <a:lnTo>
                    <a:pt x="11298" y="411"/>
                  </a:lnTo>
                  <a:lnTo>
                    <a:pt x="11398" y="500"/>
                  </a:lnTo>
                  <a:cubicBezTo>
                    <a:pt x="11487" y="588"/>
                    <a:pt x="11598" y="667"/>
                    <a:pt x="11709" y="733"/>
                  </a:cubicBezTo>
                  <a:cubicBezTo>
                    <a:pt x="11026" y="743"/>
                    <a:pt x="10341" y="748"/>
                    <a:pt x="9655" y="748"/>
                  </a:cubicBezTo>
                  <a:cubicBezTo>
                    <a:pt x="6440" y="748"/>
                    <a:pt x="3207" y="640"/>
                    <a:pt x="12" y="411"/>
                  </a:cubicBezTo>
                  <a:lnTo>
                    <a:pt x="0" y="533"/>
                  </a:lnTo>
                  <a:cubicBezTo>
                    <a:pt x="3200" y="756"/>
                    <a:pt x="6443" y="867"/>
                    <a:pt x="9677" y="867"/>
                  </a:cubicBezTo>
                  <a:cubicBezTo>
                    <a:pt x="10432" y="867"/>
                    <a:pt x="11198" y="867"/>
                    <a:pt x="11965" y="855"/>
                  </a:cubicBezTo>
                  <a:lnTo>
                    <a:pt x="12276" y="844"/>
                  </a:lnTo>
                  <a:lnTo>
                    <a:pt x="11987" y="733"/>
                  </a:lnTo>
                  <a:cubicBezTo>
                    <a:pt x="11842" y="677"/>
                    <a:pt x="11698" y="600"/>
                    <a:pt x="11576" y="511"/>
                  </a:cubicBezTo>
                  <a:cubicBezTo>
                    <a:pt x="14086" y="267"/>
                    <a:pt x="16619" y="144"/>
                    <a:pt x="19130" y="122"/>
                  </a:cubicBezTo>
                  <a:lnTo>
                    <a:pt x="19130"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61"/>
            <p:cNvSpPr/>
            <p:nvPr/>
          </p:nvSpPr>
          <p:spPr>
            <a:xfrm>
              <a:off x="1738625" y="3310325"/>
              <a:ext cx="110950" cy="222950"/>
            </a:xfrm>
            <a:custGeom>
              <a:avLst/>
              <a:gdLst/>
              <a:ahLst/>
              <a:cxnLst/>
              <a:rect l="l" t="t" r="r" b="b"/>
              <a:pathLst>
                <a:path w="4438" h="8918" extrusionOk="0">
                  <a:moveTo>
                    <a:pt x="783" y="1"/>
                  </a:moveTo>
                  <a:cubicBezTo>
                    <a:pt x="0" y="1"/>
                    <a:pt x="584" y="3214"/>
                    <a:pt x="616" y="3616"/>
                  </a:cubicBezTo>
                  <a:cubicBezTo>
                    <a:pt x="671" y="4360"/>
                    <a:pt x="594" y="5115"/>
                    <a:pt x="638" y="5860"/>
                  </a:cubicBezTo>
                  <a:cubicBezTo>
                    <a:pt x="661" y="6193"/>
                    <a:pt x="705" y="6515"/>
                    <a:pt x="838" y="6815"/>
                  </a:cubicBezTo>
                  <a:cubicBezTo>
                    <a:pt x="1038" y="7248"/>
                    <a:pt x="1405" y="7581"/>
                    <a:pt x="1782" y="7870"/>
                  </a:cubicBezTo>
                  <a:cubicBezTo>
                    <a:pt x="2315" y="8281"/>
                    <a:pt x="2905" y="8615"/>
                    <a:pt x="3515" y="8870"/>
                  </a:cubicBezTo>
                  <a:cubicBezTo>
                    <a:pt x="3571" y="8894"/>
                    <a:pt x="3631" y="8917"/>
                    <a:pt x="3689" y="8917"/>
                  </a:cubicBezTo>
                  <a:cubicBezTo>
                    <a:pt x="3713" y="8917"/>
                    <a:pt x="3737" y="8913"/>
                    <a:pt x="3760" y="8904"/>
                  </a:cubicBezTo>
                  <a:cubicBezTo>
                    <a:pt x="3804" y="8870"/>
                    <a:pt x="3838" y="8815"/>
                    <a:pt x="3860" y="8770"/>
                  </a:cubicBezTo>
                  <a:cubicBezTo>
                    <a:pt x="4248" y="7993"/>
                    <a:pt x="4438" y="7048"/>
                    <a:pt x="4071" y="6270"/>
                  </a:cubicBezTo>
                  <a:cubicBezTo>
                    <a:pt x="3871" y="5848"/>
                    <a:pt x="3537" y="5504"/>
                    <a:pt x="3260" y="5127"/>
                  </a:cubicBezTo>
                  <a:cubicBezTo>
                    <a:pt x="2860" y="4571"/>
                    <a:pt x="2604" y="3915"/>
                    <a:pt x="2382" y="3260"/>
                  </a:cubicBezTo>
                  <a:cubicBezTo>
                    <a:pt x="2182" y="2683"/>
                    <a:pt x="2016" y="2093"/>
                    <a:pt x="1794" y="1527"/>
                  </a:cubicBezTo>
                  <a:cubicBezTo>
                    <a:pt x="1649" y="1160"/>
                    <a:pt x="1316" y="172"/>
                    <a:pt x="916" y="27"/>
                  </a:cubicBezTo>
                  <a:cubicBezTo>
                    <a:pt x="868" y="9"/>
                    <a:pt x="824" y="1"/>
                    <a:pt x="783"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61"/>
            <p:cNvSpPr/>
            <p:nvPr/>
          </p:nvSpPr>
          <p:spPr>
            <a:xfrm>
              <a:off x="1849825" y="3559050"/>
              <a:ext cx="160275" cy="156725"/>
            </a:xfrm>
            <a:custGeom>
              <a:avLst/>
              <a:gdLst/>
              <a:ahLst/>
              <a:cxnLst/>
              <a:rect l="l" t="t" r="r" b="b"/>
              <a:pathLst>
                <a:path w="6411" h="6269" extrusionOk="0">
                  <a:moveTo>
                    <a:pt x="5195" y="1"/>
                  </a:moveTo>
                  <a:cubicBezTo>
                    <a:pt x="4876" y="1"/>
                    <a:pt x="4559" y="147"/>
                    <a:pt x="4333" y="365"/>
                  </a:cubicBezTo>
                  <a:cubicBezTo>
                    <a:pt x="4000" y="688"/>
                    <a:pt x="3811" y="1120"/>
                    <a:pt x="3633" y="1542"/>
                  </a:cubicBezTo>
                  <a:cubicBezTo>
                    <a:pt x="3345" y="2231"/>
                    <a:pt x="3056" y="2909"/>
                    <a:pt x="2755" y="3598"/>
                  </a:cubicBezTo>
                  <a:cubicBezTo>
                    <a:pt x="2670" y="3812"/>
                    <a:pt x="2523" y="4066"/>
                    <a:pt x="2295" y="4066"/>
                  </a:cubicBezTo>
                  <a:cubicBezTo>
                    <a:pt x="2286" y="4066"/>
                    <a:pt x="2276" y="4066"/>
                    <a:pt x="2267" y="4065"/>
                  </a:cubicBezTo>
                  <a:cubicBezTo>
                    <a:pt x="2178" y="4065"/>
                    <a:pt x="2100" y="4020"/>
                    <a:pt x="2022" y="3986"/>
                  </a:cubicBezTo>
                  <a:cubicBezTo>
                    <a:pt x="1773" y="3866"/>
                    <a:pt x="1510" y="3660"/>
                    <a:pt x="1281" y="3660"/>
                  </a:cubicBezTo>
                  <a:cubicBezTo>
                    <a:pt x="1214" y="3660"/>
                    <a:pt x="1149" y="3677"/>
                    <a:pt x="1089" y="3720"/>
                  </a:cubicBezTo>
                  <a:cubicBezTo>
                    <a:pt x="856" y="3875"/>
                    <a:pt x="111" y="4431"/>
                    <a:pt x="0" y="4709"/>
                  </a:cubicBezTo>
                  <a:cubicBezTo>
                    <a:pt x="856" y="5087"/>
                    <a:pt x="2300" y="5753"/>
                    <a:pt x="3167" y="6142"/>
                  </a:cubicBezTo>
                  <a:cubicBezTo>
                    <a:pt x="3304" y="6200"/>
                    <a:pt x="3458" y="6268"/>
                    <a:pt x="3607" y="6268"/>
                  </a:cubicBezTo>
                  <a:cubicBezTo>
                    <a:pt x="3627" y="6268"/>
                    <a:pt x="3647" y="6267"/>
                    <a:pt x="3666" y="6264"/>
                  </a:cubicBezTo>
                  <a:cubicBezTo>
                    <a:pt x="3955" y="6242"/>
                    <a:pt x="4133" y="5975"/>
                    <a:pt x="4255" y="5719"/>
                  </a:cubicBezTo>
                  <a:cubicBezTo>
                    <a:pt x="4511" y="5186"/>
                    <a:pt x="4688" y="4620"/>
                    <a:pt x="4766" y="4020"/>
                  </a:cubicBezTo>
                  <a:cubicBezTo>
                    <a:pt x="4822" y="3609"/>
                    <a:pt x="4833" y="3187"/>
                    <a:pt x="4966" y="2798"/>
                  </a:cubicBezTo>
                  <a:cubicBezTo>
                    <a:pt x="5088" y="2409"/>
                    <a:pt x="5377" y="2054"/>
                    <a:pt x="5777" y="1976"/>
                  </a:cubicBezTo>
                  <a:cubicBezTo>
                    <a:pt x="5910" y="1942"/>
                    <a:pt x="6055" y="1954"/>
                    <a:pt x="6177" y="1898"/>
                  </a:cubicBezTo>
                  <a:cubicBezTo>
                    <a:pt x="6310" y="1843"/>
                    <a:pt x="6411" y="1687"/>
                    <a:pt x="6332" y="1554"/>
                  </a:cubicBezTo>
                  <a:cubicBezTo>
                    <a:pt x="6288" y="1465"/>
                    <a:pt x="6166" y="1431"/>
                    <a:pt x="6055" y="1409"/>
                  </a:cubicBezTo>
                  <a:cubicBezTo>
                    <a:pt x="5951" y="1394"/>
                    <a:pt x="5846" y="1386"/>
                    <a:pt x="5742" y="1386"/>
                  </a:cubicBezTo>
                  <a:cubicBezTo>
                    <a:pt x="5471" y="1386"/>
                    <a:pt x="5204" y="1438"/>
                    <a:pt x="4955" y="1542"/>
                  </a:cubicBezTo>
                  <a:lnTo>
                    <a:pt x="5988" y="1076"/>
                  </a:lnTo>
                  <a:cubicBezTo>
                    <a:pt x="6055" y="1043"/>
                    <a:pt x="6144" y="999"/>
                    <a:pt x="6122" y="920"/>
                  </a:cubicBezTo>
                  <a:cubicBezTo>
                    <a:pt x="6110" y="865"/>
                    <a:pt x="6055" y="832"/>
                    <a:pt x="5999" y="809"/>
                  </a:cubicBezTo>
                  <a:cubicBezTo>
                    <a:pt x="5855" y="755"/>
                    <a:pt x="5704" y="729"/>
                    <a:pt x="5554" y="729"/>
                  </a:cubicBezTo>
                  <a:cubicBezTo>
                    <a:pt x="5334" y="729"/>
                    <a:pt x="5118" y="786"/>
                    <a:pt x="4933" y="898"/>
                  </a:cubicBezTo>
                  <a:cubicBezTo>
                    <a:pt x="5177" y="743"/>
                    <a:pt x="5433" y="587"/>
                    <a:pt x="5677" y="432"/>
                  </a:cubicBezTo>
                  <a:cubicBezTo>
                    <a:pt x="5710" y="409"/>
                    <a:pt x="5755" y="387"/>
                    <a:pt x="5766" y="354"/>
                  </a:cubicBezTo>
                  <a:cubicBezTo>
                    <a:pt x="5821" y="254"/>
                    <a:pt x="5710" y="132"/>
                    <a:pt x="5599" y="88"/>
                  </a:cubicBezTo>
                  <a:cubicBezTo>
                    <a:pt x="5469" y="28"/>
                    <a:pt x="5332" y="1"/>
                    <a:pt x="519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61"/>
            <p:cNvSpPr/>
            <p:nvPr/>
          </p:nvSpPr>
          <p:spPr>
            <a:xfrm>
              <a:off x="1849825" y="3650375"/>
              <a:ext cx="56400" cy="29450"/>
            </a:xfrm>
            <a:custGeom>
              <a:avLst/>
              <a:gdLst/>
              <a:ahLst/>
              <a:cxnLst/>
              <a:rect l="l" t="t" r="r" b="b"/>
              <a:pathLst>
                <a:path w="2256" h="1178" extrusionOk="0">
                  <a:moveTo>
                    <a:pt x="0" y="0"/>
                  </a:moveTo>
                  <a:lnTo>
                    <a:pt x="0" y="1178"/>
                  </a:lnTo>
                  <a:lnTo>
                    <a:pt x="2256" y="1178"/>
                  </a:lnTo>
                  <a:lnTo>
                    <a:pt x="2256" y="0"/>
                  </a:ln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61"/>
            <p:cNvSpPr/>
            <p:nvPr/>
          </p:nvSpPr>
          <p:spPr>
            <a:xfrm>
              <a:off x="1857050" y="3679800"/>
              <a:ext cx="28075" cy="12800"/>
            </a:xfrm>
            <a:custGeom>
              <a:avLst/>
              <a:gdLst/>
              <a:ahLst/>
              <a:cxnLst/>
              <a:rect l="l" t="t" r="r" b="b"/>
              <a:pathLst>
                <a:path w="1123" h="512" extrusionOk="0">
                  <a:moveTo>
                    <a:pt x="889" y="412"/>
                  </a:moveTo>
                  <a:lnTo>
                    <a:pt x="1123" y="512"/>
                  </a:lnTo>
                  <a:lnTo>
                    <a:pt x="1123" y="512"/>
                  </a:lnTo>
                  <a:lnTo>
                    <a:pt x="889" y="412"/>
                  </a:lnTo>
                  <a:close/>
                  <a:moveTo>
                    <a:pt x="878" y="401"/>
                  </a:moveTo>
                  <a:lnTo>
                    <a:pt x="889" y="401"/>
                  </a:lnTo>
                  <a:lnTo>
                    <a:pt x="878" y="401"/>
                  </a:lnTo>
                  <a:close/>
                  <a:moveTo>
                    <a:pt x="545" y="257"/>
                  </a:moveTo>
                  <a:lnTo>
                    <a:pt x="567" y="257"/>
                  </a:lnTo>
                  <a:lnTo>
                    <a:pt x="545" y="257"/>
                  </a:lnTo>
                  <a:close/>
                  <a:moveTo>
                    <a:pt x="0" y="1"/>
                  </a:moveTo>
                  <a:lnTo>
                    <a:pt x="0" y="1"/>
                  </a:lnTo>
                  <a:cubicBezTo>
                    <a:pt x="167" y="79"/>
                    <a:pt x="345" y="156"/>
                    <a:pt x="533" y="245"/>
                  </a:cubicBezTo>
                  <a:cubicBezTo>
                    <a:pt x="345" y="156"/>
                    <a:pt x="167" y="79"/>
                    <a:pt x="0"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61"/>
            <p:cNvSpPr/>
            <p:nvPr/>
          </p:nvSpPr>
          <p:spPr>
            <a:xfrm>
              <a:off x="1849825" y="3650375"/>
              <a:ext cx="56400" cy="42225"/>
            </a:xfrm>
            <a:custGeom>
              <a:avLst/>
              <a:gdLst/>
              <a:ahLst/>
              <a:cxnLst/>
              <a:rect l="l" t="t" r="r" b="b"/>
              <a:pathLst>
                <a:path w="2256" h="1689" extrusionOk="0">
                  <a:moveTo>
                    <a:pt x="1278" y="0"/>
                  </a:moveTo>
                  <a:cubicBezTo>
                    <a:pt x="1212" y="0"/>
                    <a:pt x="1145" y="22"/>
                    <a:pt x="1089" y="67"/>
                  </a:cubicBezTo>
                  <a:cubicBezTo>
                    <a:pt x="856" y="222"/>
                    <a:pt x="111" y="778"/>
                    <a:pt x="0" y="1056"/>
                  </a:cubicBezTo>
                  <a:cubicBezTo>
                    <a:pt x="89" y="1089"/>
                    <a:pt x="190" y="1133"/>
                    <a:pt x="289" y="1178"/>
                  </a:cubicBezTo>
                  <a:cubicBezTo>
                    <a:pt x="456" y="1256"/>
                    <a:pt x="634" y="1333"/>
                    <a:pt x="822" y="1422"/>
                  </a:cubicBezTo>
                  <a:cubicBezTo>
                    <a:pt x="822" y="1422"/>
                    <a:pt x="834" y="1422"/>
                    <a:pt x="834" y="1434"/>
                  </a:cubicBezTo>
                  <a:lnTo>
                    <a:pt x="856" y="1434"/>
                  </a:lnTo>
                  <a:cubicBezTo>
                    <a:pt x="956" y="1478"/>
                    <a:pt x="1056" y="1533"/>
                    <a:pt x="1167" y="1578"/>
                  </a:cubicBezTo>
                  <a:lnTo>
                    <a:pt x="1178" y="1578"/>
                  </a:lnTo>
                  <a:lnTo>
                    <a:pt x="1178" y="1589"/>
                  </a:lnTo>
                  <a:lnTo>
                    <a:pt x="1412" y="1689"/>
                  </a:lnTo>
                  <a:cubicBezTo>
                    <a:pt x="1345" y="1545"/>
                    <a:pt x="1267" y="1400"/>
                    <a:pt x="1178" y="1244"/>
                  </a:cubicBezTo>
                  <a:cubicBezTo>
                    <a:pt x="1133" y="1145"/>
                    <a:pt x="1178" y="1044"/>
                    <a:pt x="1278" y="1034"/>
                  </a:cubicBezTo>
                  <a:cubicBezTo>
                    <a:pt x="1812" y="989"/>
                    <a:pt x="2167" y="800"/>
                    <a:pt x="2256" y="412"/>
                  </a:cubicBezTo>
                  <a:cubicBezTo>
                    <a:pt x="2167" y="412"/>
                    <a:pt x="2089" y="367"/>
                    <a:pt x="2022" y="333"/>
                  </a:cubicBezTo>
                  <a:cubicBezTo>
                    <a:pt x="1778" y="212"/>
                    <a:pt x="1511" y="0"/>
                    <a:pt x="1278"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61"/>
            <p:cNvSpPr/>
            <p:nvPr/>
          </p:nvSpPr>
          <p:spPr>
            <a:xfrm>
              <a:off x="1760675" y="3562900"/>
              <a:ext cx="128350" cy="149625"/>
            </a:xfrm>
            <a:custGeom>
              <a:avLst/>
              <a:gdLst/>
              <a:ahLst/>
              <a:cxnLst/>
              <a:rect l="l" t="t" r="r" b="b"/>
              <a:pathLst>
                <a:path w="5134" h="5985" extrusionOk="0">
                  <a:moveTo>
                    <a:pt x="400" y="0"/>
                  </a:moveTo>
                  <a:cubicBezTo>
                    <a:pt x="347" y="0"/>
                    <a:pt x="878" y="2333"/>
                    <a:pt x="845" y="2433"/>
                  </a:cubicBezTo>
                  <a:cubicBezTo>
                    <a:pt x="745" y="2722"/>
                    <a:pt x="678" y="3000"/>
                    <a:pt x="523" y="3277"/>
                  </a:cubicBezTo>
                  <a:cubicBezTo>
                    <a:pt x="156" y="3888"/>
                    <a:pt x="1" y="4377"/>
                    <a:pt x="690" y="4877"/>
                  </a:cubicBezTo>
                  <a:cubicBezTo>
                    <a:pt x="989" y="5099"/>
                    <a:pt x="1356" y="5210"/>
                    <a:pt x="1712" y="5321"/>
                  </a:cubicBezTo>
                  <a:cubicBezTo>
                    <a:pt x="1534" y="5355"/>
                    <a:pt x="1378" y="5454"/>
                    <a:pt x="1256" y="5588"/>
                  </a:cubicBezTo>
                  <a:cubicBezTo>
                    <a:pt x="1502" y="5620"/>
                    <a:pt x="1750" y="5636"/>
                    <a:pt x="1999" y="5636"/>
                  </a:cubicBezTo>
                  <a:cubicBezTo>
                    <a:pt x="2267" y="5636"/>
                    <a:pt x="2535" y="5617"/>
                    <a:pt x="2800" y="5577"/>
                  </a:cubicBezTo>
                  <a:lnTo>
                    <a:pt x="2800" y="5577"/>
                  </a:lnTo>
                  <a:cubicBezTo>
                    <a:pt x="2589" y="5677"/>
                    <a:pt x="2389" y="5799"/>
                    <a:pt x="2211" y="5955"/>
                  </a:cubicBezTo>
                  <a:cubicBezTo>
                    <a:pt x="2344" y="5975"/>
                    <a:pt x="2480" y="5985"/>
                    <a:pt x="2616" y="5985"/>
                  </a:cubicBezTo>
                  <a:cubicBezTo>
                    <a:pt x="2932" y="5985"/>
                    <a:pt x="3252" y="5930"/>
                    <a:pt x="3556" y="5821"/>
                  </a:cubicBezTo>
                  <a:cubicBezTo>
                    <a:pt x="3867" y="5710"/>
                    <a:pt x="4178" y="5533"/>
                    <a:pt x="4322" y="5244"/>
                  </a:cubicBezTo>
                  <a:cubicBezTo>
                    <a:pt x="4467" y="4943"/>
                    <a:pt x="4388" y="4521"/>
                    <a:pt x="4089" y="4388"/>
                  </a:cubicBezTo>
                  <a:cubicBezTo>
                    <a:pt x="4411" y="4321"/>
                    <a:pt x="4722" y="4111"/>
                    <a:pt x="4833" y="3788"/>
                  </a:cubicBezTo>
                  <a:cubicBezTo>
                    <a:pt x="4911" y="3544"/>
                    <a:pt x="4844" y="3255"/>
                    <a:pt x="4667" y="3089"/>
                  </a:cubicBezTo>
                  <a:cubicBezTo>
                    <a:pt x="4611" y="3033"/>
                    <a:pt x="4544" y="2988"/>
                    <a:pt x="4467" y="2966"/>
                  </a:cubicBezTo>
                  <a:lnTo>
                    <a:pt x="4467" y="2966"/>
                  </a:lnTo>
                  <a:cubicBezTo>
                    <a:pt x="4480" y="2967"/>
                    <a:pt x="4493" y="2968"/>
                    <a:pt x="4506" y="2968"/>
                  </a:cubicBezTo>
                  <a:cubicBezTo>
                    <a:pt x="4738" y="2968"/>
                    <a:pt x="4968" y="2787"/>
                    <a:pt x="5011" y="2555"/>
                  </a:cubicBezTo>
                  <a:cubicBezTo>
                    <a:pt x="5133" y="1877"/>
                    <a:pt x="4022" y="1800"/>
                    <a:pt x="3600" y="1689"/>
                  </a:cubicBezTo>
                  <a:cubicBezTo>
                    <a:pt x="2867" y="1500"/>
                    <a:pt x="1122" y="189"/>
                    <a:pt x="401" y="0"/>
                  </a:cubicBezTo>
                  <a:cubicBezTo>
                    <a:pt x="401" y="0"/>
                    <a:pt x="401" y="0"/>
                    <a:pt x="400"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61"/>
            <p:cNvSpPr/>
            <p:nvPr/>
          </p:nvSpPr>
          <p:spPr>
            <a:xfrm>
              <a:off x="1817050" y="3649800"/>
              <a:ext cx="63625" cy="52475"/>
            </a:xfrm>
            <a:custGeom>
              <a:avLst/>
              <a:gdLst/>
              <a:ahLst/>
              <a:cxnLst/>
              <a:rect l="l" t="t" r="r" b="b"/>
              <a:pathLst>
                <a:path w="2545" h="2099" extrusionOk="0">
                  <a:moveTo>
                    <a:pt x="969" y="434"/>
                  </a:moveTo>
                  <a:cubicBezTo>
                    <a:pt x="1025" y="434"/>
                    <a:pt x="1082" y="449"/>
                    <a:pt x="1134" y="479"/>
                  </a:cubicBezTo>
                  <a:cubicBezTo>
                    <a:pt x="1178" y="501"/>
                    <a:pt x="1212" y="534"/>
                    <a:pt x="1256" y="568"/>
                  </a:cubicBezTo>
                  <a:cubicBezTo>
                    <a:pt x="1134" y="546"/>
                    <a:pt x="1012" y="501"/>
                    <a:pt x="889" y="445"/>
                  </a:cubicBezTo>
                  <a:cubicBezTo>
                    <a:pt x="915" y="438"/>
                    <a:pt x="942" y="434"/>
                    <a:pt x="969" y="434"/>
                  </a:cubicBezTo>
                  <a:close/>
                  <a:moveTo>
                    <a:pt x="2111" y="1"/>
                  </a:moveTo>
                  <a:lnTo>
                    <a:pt x="2067" y="57"/>
                  </a:lnTo>
                  <a:lnTo>
                    <a:pt x="2412" y="356"/>
                  </a:lnTo>
                  <a:cubicBezTo>
                    <a:pt x="2166" y="520"/>
                    <a:pt x="1876" y="602"/>
                    <a:pt x="1583" y="602"/>
                  </a:cubicBezTo>
                  <a:cubicBezTo>
                    <a:pt x="1519" y="602"/>
                    <a:pt x="1454" y="598"/>
                    <a:pt x="1390" y="590"/>
                  </a:cubicBezTo>
                  <a:cubicBezTo>
                    <a:pt x="1323" y="524"/>
                    <a:pt x="1256" y="457"/>
                    <a:pt x="1167" y="412"/>
                  </a:cubicBezTo>
                  <a:cubicBezTo>
                    <a:pt x="1108" y="377"/>
                    <a:pt x="1032" y="354"/>
                    <a:pt x="958" y="354"/>
                  </a:cubicBezTo>
                  <a:cubicBezTo>
                    <a:pt x="894" y="354"/>
                    <a:pt x="830" y="371"/>
                    <a:pt x="778" y="412"/>
                  </a:cubicBezTo>
                  <a:lnTo>
                    <a:pt x="734" y="457"/>
                  </a:lnTo>
                  <a:lnTo>
                    <a:pt x="790" y="479"/>
                  </a:lnTo>
                  <a:cubicBezTo>
                    <a:pt x="967" y="579"/>
                    <a:pt x="1156" y="635"/>
                    <a:pt x="1345" y="667"/>
                  </a:cubicBezTo>
                  <a:lnTo>
                    <a:pt x="1390" y="712"/>
                  </a:lnTo>
                  <a:cubicBezTo>
                    <a:pt x="1456" y="801"/>
                    <a:pt x="1534" y="890"/>
                    <a:pt x="1578" y="1001"/>
                  </a:cubicBezTo>
                  <a:cubicBezTo>
                    <a:pt x="1600" y="1079"/>
                    <a:pt x="1600" y="1201"/>
                    <a:pt x="1523" y="1267"/>
                  </a:cubicBezTo>
                  <a:cubicBezTo>
                    <a:pt x="1478" y="1290"/>
                    <a:pt x="1434" y="1301"/>
                    <a:pt x="1378" y="1301"/>
                  </a:cubicBezTo>
                  <a:cubicBezTo>
                    <a:pt x="1311" y="1257"/>
                    <a:pt x="1222" y="1223"/>
                    <a:pt x="1134" y="1212"/>
                  </a:cubicBezTo>
                  <a:lnTo>
                    <a:pt x="934" y="1178"/>
                  </a:lnTo>
                  <a:lnTo>
                    <a:pt x="1111" y="1279"/>
                  </a:lnTo>
                  <a:cubicBezTo>
                    <a:pt x="1200" y="1334"/>
                    <a:pt x="1278" y="1368"/>
                    <a:pt x="1356" y="1378"/>
                  </a:cubicBezTo>
                  <a:cubicBezTo>
                    <a:pt x="1422" y="1423"/>
                    <a:pt x="1478" y="1479"/>
                    <a:pt x="1511" y="1556"/>
                  </a:cubicBezTo>
                  <a:cubicBezTo>
                    <a:pt x="1578" y="1701"/>
                    <a:pt x="1545" y="1889"/>
                    <a:pt x="1422" y="1968"/>
                  </a:cubicBezTo>
                  <a:cubicBezTo>
                    <a:pt x="1364" y="2008"/>
                    <a:pt x="1293" y="2022"/>
                    <a:pt x="1219" y="2022"/>
                  </a:cubicBezTo>
                  <a:cubicBezTo>
                    <a:pt x="1153" y="2022"/>
                    <a:pt x="1086" y="2011"/>
                    <a:pt x="1023" y="2001"/>
                  </a:cubicBezTo>
                  <a:cubicBezTo>
                    <a:pt x="689" y="1945"/>
                    <a:pt x="345" y="1812"/>
                    <a:pt x="45" y="1623"/>
                  </a:cubicBezTo>
                  <a:lnTo>
                    <a:pt x="1" y="1690"/>
                  </a:lnTo>
                  <a:cubicBezTo>
                    <a:pt x="312" y="1879"/>
                    <a:pt x="656" y="2012"/>
                    <a:pt x="1012" y="2079"/>
                  </a:cubicBezTo>
                  <a:cubicBezTo>
                    <a:pt x="1076" y="2089"/>
                    <a:pt x="1147" y="2099"/>
                    <a:pt x="1218" y="2099"/>
                  </a:cubicBezTo>
                  <a:cubicBezTo>
                    <a:pt x="1306" y="2099"/>
                    <a:pt x="1393" y="2083"/>
                    <a:pt x="1467" y="2034"/>
                  </a:cubicBezTo>
                  <a:cubicBezTo>
                    <a:pt x="1467" y="2023"/>
                    <a:pt x="1478" y="2023"/>
                    <a:pt x="1489" y="2023"/>
                  </a:cubicBezTo>
                  <a:cubicBezTo>
                    <a:pt x="1622" y="1912"/>
                    <a:pt x="1667" y="1690"/>
                    <a:pt x="1578" y="1523"/>
                  </a:cubicBezTo>
                  <a:cubicBezTo>
                    <a:pt x="1556" y="1467"/>
                    <a:pt x="1523" y="1412"/>
                    <a:pt x="1478" y="1368"/>
                  </a:cubicBezTo>
                  <a:cubicBezTo>
                    <a:pt x="1511" y="1368"/>
                    <a:pt x="1534" y="1346"/>
                    <a:pt x="1567" y="1323"/>
                  </a:cubicBezTo>
                  <a:cubicBezTo>
                    <a:pt x="1678" y="1245"/>
                    <a:pt x="1689" y="1090"/>
                    <a:pt x="1645" y="968"/>
                  </a:cubicBezTo>
                  <a:cubicBezTo>
                    <a:pt x="1612" y="857"/>
                    <a:pt x="1534" y="756"/>
                    <a:pt x="1456" y="679"/>
                  </a:cubicBezTo>
                  <a:lnTo>
                    <a:pt x="1456" y="679"/>
                  </a:lnTo>
                  <a:cubicBezTo>
                    <a:pt x="1494" y="681"/>
                    <a:pt x="1531" y="682"/>
                    <a:pt x="1568" y="682"/>
                  </a:cubicBezTo>
                  <a:cubicBezTo>
                    <a:pt x="1906" y="682"/>
                    <a:pt x="2230" y="590"/>
                    <a:pt x="2500" y="390"/>
                  </a:cubicBezTo>
                  <a:lnTo>
                    <a:pt x="2545" y="368"/>
                  </a:lnTo>
                  <a:lnTo>
                    <a:pt x="21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61"/>
            <p:cNvSpPr/>
            <p:nvPr/>
          </p:nvSpPr>
          <p:spPr>
            <a:xfrm>
              <a:off x="1980650" y="3557825"/>
              <a:ext cx="12800" cy="11750"/>
            </a:xfrm>
            <a:custGeom>
              <a:avLst/>
              <a:gdLst/>
              <a:ahLst/>
              <a:cxnLst/>
              <a:rect l="l" t="t" r="r" b="b"/>
              <a:pathLst>
                <a:path w="512" h="470" extrusionOk="0">
                  <a:moveTo>
                    <a:pt x="39" y="0"/>
                  </a:moveTo>
                  <a:cubicBezTo>
                    <a:pt x="12" y="0"/>
                    <a:pt x="0" y="30"/>
                    <a:pt x="11" y="114"/>
                  </a:cubicBezTo>
                  <a:cubicBezTo>
                    <a:pt x="22" y="236"/>
                    <a:pt x="45" y="347"/>
                    <a:pt x="77" y="470"/>
                  </a:cubicBezTo>
                  <a:cubicBezTo>
                    <a:pt x="222" y="458"/>
                    <a:pt x="366" y="403"/>
                    <a:pt x="489" y="325"/>
                  </a:cubicBezTo>
                  <a:cubicBezTo>
                    <a:pt x="489" y="314"/>
                    <a:pt x="500" y="314"/>
                    <a:pt x="500" y="303"/>
                  </a:cubicBezTo>
                  <a:cubicBezTo>
                    <a:pt x="511" y="281"/>
                    <a:pt x="489" y="258"/>
                    <a:pt x="467" y="248"/>
                  </a:cubicBezTo>
                  <a:cubicBezTo>
                    <a:pt x="366" y="192"/>
                    <a:pt x="267" y="125"/>
                    <a:pt x="166" y="70"/>
                  </a:cubicBezTo>
                  <a:cubicBezTo>
                    <a:pt x="114" y="35"/>
                    <a:pt x="68" y="0"/>
                    <a:pt x="39"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61"/>
            <p:cNvSpPr/>
            <p:nvPr/>
          </p:nvSpPr>
          <p:spPr>
            <a:xfrm>
              <a:off x="1989225" y="3577225"/>
              <a:ext cx="10875" cy="8725"/>
            </a:xfrm>
            <a:custGeom>
              <a:avLst/>
              <a:gdLst/>
              <a:ahLst/>
              <a:cxnLst/>
              <a:rect l="l" t="t" r="r" b="b"/>
              <a:pathLst>
                <a:path w="435" h="349" extrusionOk="0">
                  <a:moveTo>
                    <a:pt x="36" y="1"/>
                  </a:moveTo>
                  <a:cubicBezTo>
                    <a:pt x="10" y="1"/>
                    <a:pt x="0" y="19"/>
                    <a:pt x="23" y="82"/>
                  </a:cubicBezTo>
                  <a:cubicBezTo>
                    <a:pt x="45" y="183"/>
                    <a:pt x="90" y="260"/>
                    <a:pt x="134" y="349"/>
                  </a:cubicBezTo>
                  <a:cubicBezTo>
                    <a:pt x="245" y="316"/>
                    <a:pt x="346" y="249"/>
                    <a:pt x="423" y="171"/>
                  </a:cubicBezTo>
                  <a:cubicBezTo>
                    <a:pt x="423" y="171"/>
                    <a:pt x="435" y="161"/>
                    <a:pt x="435" y="149"/>
                  </a:cubicBezTo>
                  <a:cubicBezTo>
                    <a:pt x="435" y="138"/>
                    <a:pt x="412" y="127"/>
                    <a:pt x="401" y="116"/>
                  </a:cubicBezTo>
                  <a:cubicBezTo>
                    <a:pt x="312" y="94"/>
                    <a:pt x="223" y="60"/>
                    <a:pt x="134" y="27"/>
                  </a:cubicBezTo>
                  <a:cubicBezTo>
                    <a:pt x="97" y="17"/>
                    <a:pt x="60" y="1"/>
                    <a:pt x="36"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61"/>
            <p:cNvSpPr/>
            <p:nvPr/>
          </p:nvSpPr>
          <p:spPr>
            <a:xfrm>
              <a:off x="1995700" y="3595750"/>
              <a:ext cx="12725" cy="9950"/>
            </a:xfrm>
            <a:custGeom>
              <a:avLst/>
              <a:gdLst/>
              <a:ahLst/>
              <a:cxnLst/>
              <a:rect l="l" t="t" r="r" b="b"/>
              <a:pathLst>
                <a:path w="509" h="398" extrusionOk="0">
                  <a:moveTo>
                    <a:pt x="49" y="0"/>
                  </a:moveTo>
                  <a:cubicBezTo>
                    <a:pt x="14" y="0"/>
                    <a:pt x="0" y="23"/>
                    <a:pt x="31" y="97"/>
                  </a:cubicBezTo>
                  <a:cubicBezTo>
                    <a:pt x="65" y="208"/>
                    <a:pt x="109" y="308"/>
                    <a:pt x="164" y="397"/>
                  </a:cubicBezTo>
                  <a:cubicBezTo>
                    <a:pt x="287" y="363"/>
                    <a:pt x="398" y="297"/>
                    <a:pt x="487" y="197"/>
                  </a:cubicBezTo>
                  <a:cubicBezTo>
                    <a:pt x="497" y="197"/>
                    <a:pt x="509" y="186"/>
                    <a:pt x="509" y="175"/>
                  </a:cubicBezTo>
                  <a:cubicBezTo>
                    <a:pt x="509" y="153"/>
                    <a:pt x="487" y="141"/>
                    <a:pt x="465" y="141"/>
                  </a:cubicBezTo>
                  <a:cubicBezTo>
                    <a:pt x="364" y="108"/>
                    <a:pt x="265" y="64"/>
                    <a:pt x="164" y="30"/>
                  </a:cubicBezTo>
                  <a:cubicBezTo>
                    <a:pt x="120" y="15"/>
                    <a:pt x="77" y="0"/>
                    <a:pt x="49"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61"/>
            <p:cNvSpPr/>
            <p:nvPr/>
          </p:nvSpPr>
          <p:spPr>
            <a:xfrm>
              <a:off x="1456300" y="3248350"/>
              <a:ext cx="357725" cy="482850"/>
            </a:xfrm>
            <a:custGeom>
              <a:avLst/>
              <a:gdLst/>
              <a:ahLst/>
              <a:cxnLst/>
              <a:rect l="l" t="t" r="r" b="b"/>
              <a:pathLst>
                <a:path w="14309" h="19314" extrusionOk="0">
                  <a:moveTo>
                    <a:pt x="7590" y="0"/>
                  </a:moveTo>
                  <a:cubicBezTo>
                    <a:pt x="6955" y="0"/>
                    <a:pt x="6325" y="105"/>
                    <a:pt x="5721" y="385"/>
                  </a:cubicBezTo>
                  <a:cubicBezTo>
                    <a:pt x="4810" y="807"/>
                    <a:pt x="4033" y="1484"/>
                    <a:pt x="3366" y="2229"/>
                  </a:cubicBezTo>
                  <a:cubicBezTo>
                    <a:pt x="1722" y="4029"/>
                    <a:pt x="633" y="6384"/>
                    <a:pt x="567" y="8816"/>
                  </a:cubicBezTo>
                  <a:cubicBezTo>
                    <a:pt x="556" y="9016"/>
                    <a:pt x="556" y="9238"/>
                    <a:pt x="656" y="9416"/>
                  </a:cubicBezTo>
                  <a:cubicBezTo>
                    <a:pt x="789" y="9283"/>
                    <a:pt x="922" y="9161"/>
                    <a:pt x="1045" y="9028"/>
                  </a:cubicBezTo>
                  <a:lnTo>
                    <a:pt x="1045" y="9028"/>
                  </a:lnTo>
                  <a:cubicBezTo>
                    <a:pt x="378" y="10571"/>
                    <a:pt x="1" y="12249"/>
                    <a:pt x="134" y="13926"/>
                  </a:cubicBezTo>
                  <a:cubicBezTo>
                    <a:pt x="189" y="14748"/>
                    <a:pt x="389" y="15560"/>
                    <a:pt x="712" y="16315"/>
                  </a:cubicBezTo>
                  <a:cubicBezTo>
                    <a:pt x="1011" y="16992"/>
                    <a:pt x="1478" y="17925"/>
                    <a:pt x="2100" y="18359"/>
                  </a:cubicBezTo>
                  <a:cubicBezTo>
                    <a:pt x="3212" y="19121"/>
                    <a:pt x="4689" y="19314"/>
                    <a:pt x="6053" y="19314"/>
                  </a:cubicBezTo>
                  <a:cubicBezTo>
                    <a:pt x="6337" y="19314"/>
                    <a:pt x="6617" y="19305"/>
                    <a:pt x="6888" y="19292"/>
                  </a:cubicBezTo>
                  <a:cubicBezTo>
                    <a:pt x="7510" y="19258"/>
                    <a:pt x="8132" y="19203"/>
                    <a:pt x="8754" y="19137"/>
                  </a:cubicBezTo>
                  <a:cubicBezTo>
                    <a:pt x="9710" y="19025"/>
                    <a:pt x="10676" y="18836"/>
                    <a:pt x="11631" y="18759"/>
                  </a:cubicBezTo>
                  <a:cubicBezTo>
                    <a:pt x="12498" y="18692"/>
                    <a:pt x="13309" y="18303"/>
                    <a:pt x="13720" y="17492"/>
                  </a:cubicBezTo>
                  <a:cubicBezTo>
                    <a:pt x="14026" y="16900"/>
                    <a:pt x="14061" y="16221"/>
                    <a:pt x="14045" y="15549"/>
                  </a:cubicBezTo>
                  <a:lnTo>
                    <a:pt x="14045" y="15549"/>
                  </a:lnTo>
                  <a:cubicBezTo>
                    <a:pt x="14053" y="15571"/>
                    <a:pt x="14063" y="15593"/>
                    <a:pt x="14075" y="15615"/>
                  </a:cubicBezTo>
                  <a:cubicBezTo>
                    <a:pt x="14153" y="15426"/>
                    <a:pt x="14186" y="15204"/>
                    <a:pt x="14198" y="14993"/>
                  </a:cubicBezTo>
                  <a:cubicBezTo>
                    <a:pt x="14309" y="12460"/>
                    <a:pt x="12531" y="10305"/>
                    <a:pt x="12453" y="7838"/>
                  </a:cubicBezTo>
                  <a:cubicBezTo>
                    <a:pt x="12442" y="7450"/>
                    <a:pt x="12475" y="7061"/>
                    <a:pt x="12554" y="6661"/>
                  </a:cubicBezTo>
                  <a:cubicBezTo>
                    <a:pt x="12631" y="6328"/>
                    <a:pt x="12742" y="6006"/>
                    <a:pt x="12798" y="5661"/>
                  </a:cubicBezTo>
                  <a:cubicBezTo>
                    <a:pt x="13020" y="4506"/>
                    <a:pt x="12653" y="3306"/>
                    <a:pt x="12065" y="2284"/>
                  </a:cubicBezTo>
                  <a:cubicBezTo>
                    <a:pt x="11453" y="1229"/>
                    <a:pt x="10654" y="507"/>
                    <a:pt x="9465" y="240"/>
                  </a:cubicBezTo>
                  <a:cubicBezTo>
                    <a:pt x="8848" y="102"/>
                    <a:pt x="8216" y="0"/>
                    <a:pt x="7590"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61"/>
            <p:cNvSpPr/>
            <p:nvPr/>
          </p:nvSpPr>
          <p:spPr>
            <a:xfrm>
              <a:off x="1474075" y="3474025"/>
              <a:ext cx="8350" cy="21675"/>
            </a:xfrm>
            <a:custGeom>
              <a:avLst/>
              <a:gdLst/>
              <a:ahLst/>
              <a:cxnLst/>
              <a:rect l="l" t="t" r="r" b="b"/>
              <a:pathLst>
                <a:path w="334" h="867" extrusionOk="0">
                  <a:moveTo>
                    <a:pt x="334" y="1"/>
                  </a:moveTo>
                  <a:cubicBezTo>
                    <a:pt x="145" y="189"/>
                    <a:pt x="67" y="544"/>
                    <a:pt x="1" y="867"/>
                  </a:cubicBezTo>
                  <a:cubicBezTo>
                    <a:pt x="100" y="567"/>
                    <a:pt x="211" y="289"/>
                    <a:pt x="334" y="1"/>
                  </a:cubicBezTo>
                  <a:close/>
                </a:path>
              </a:pathLst>
            </a:custGeom>
            <a:solidFill>
              <a:srgbClr val="CAB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61"/>
            <p:cNvSpPr/>
            <p:nvPr/>
          </p:nvSpPr>
          <p:spPr>
            <a:xfrm>
              <a:off x="1445750" y="3329600"/>
              <a:ext cx="313850" cy="308300"/>
            </a:xfrm>
            <a:custGeom>
              <a:avLst/>
              <a:gdLst/>
              <a:ahLst/>
              <a:cxnLst/>
              <a:rect l="l" t="t" r="r" b="b"/>
              <a:pathLst>
                <a:path w="12554" h="12332" extrusionOk="0">
                  <a:moveTo>
                    <a:pt x="2955" y="1"/>
                  </a:moveTo>
                  <a:cubicBezTo>
                    <a:pt x="1833" y="1567"/>
                    <a:pt x="1100" y="3411"/>
                    <a:pt x="1000" y="5333"/>
                  </a:cubicBezTo>
                  <a:lnTo>
                    <a:pt x="989" y="5344"/>
                  </a:lnTo>
                  <a:lnTo>
                    <a:pt x="989" y="5355"/>
                  </a:lnTo>
                  <a:lnTo>
                    <a:pt x="989" y="5378"/>
                  </a:lnTo>
                  <a:lnTo>
                    <a:pt x="989" y="5388"/>
                  </a:lnTo>
                  <a:lnTo>
                    <a:pt x="989" y="5400"/>
                  </a:lnTo>
                  <a:lnTo>
                    <a:pt x="989" y="5410"/>
                  </a:lnTo>
                  <a:lnTo>
                    <a:pt x="989" y="5422"/>
                  </a:lnTo>
                  <a:lnTo>
                    <a:pt x="989" y="5433"/>
                  </a:lnTo>
                  <a:lnTo>
                    <a:pt x="989" y="5444"/>
                  </a:lnTo>
                  <a:lnTo>
                    <a:pt x="989" y="5455"/>
                  </a:lnTo>
                  <a:lnTo>
                    <a:pt x="989" y="5466"/>
                  </a:lnTo>
                  <a:lnTo>
                    <a:pt x="989" y="5477"/>
                  </a:lnTo>
                  <a:lnTo>
                    <a:pt x="989" y="5489"/>
                  </a:lnTo>
                  <a:lnTo>
                    <a:pt x="989" y="5499"/>
                  </a:lnTo>
                  <a:lnTo>
                    <a:pt x="989" y="5511"/>
                  </a:lnTo>
                  <a:lnTo>
                    <a:pt x="989" y="5522"/>
                  </a:lnTo>
                  <a:lnTo>
                    <a:pt x="989" y="5533"/>
                  </a:lnTo>
                  <a:lnTo>
                    <a:pt x="989" y="5544"/>
                  </a:lnTo>
                  <a:lnTo>
                    <a:pt x="989" y="5555"/>
                  </a:lnTo>
                  <a:lnTo>
                    <a:pt x="989" y="5566"/>
                  </a:lnTo>
                  <a:lnTo>
                    <a:pt x="989" y="5588"/>
                  </a:lnTo>
                  <a:cubicBezTo>
                    <a:pt x="978" y="5788"/>
                    <a:pt x="989" y="5988"/>
                    <a:pt x="1078" y="6166"/>
                  </a:cubicBezTo>
                  <a:lnTo>
                    <a:pt x="1278" y="5966"/>
                  </a:lnTo>
                  <a:cubicBezTo>
                    <a:pt x="1344" y="5911"/>
                    <a:pt x="1400" y="5844"/>
                    <a:pt x="1467" y="5778"/>
                  </a:cubicBezTo>
                  <a:lnTo>
                    <a:pt x="1467" y="5778"/>
                  </a:lnTo>
                  <a:cubicBezTo>
                    <a:pt x="1344" y="6066"/>
                    <a:pt x="1233" y="6344"/>
                    <a:pt x="1134" y="6644"/>
                  </a:cubicBezTo>
                  <a:cubicBezTo>
                    <a:pt x="1100" y="6810"/>
                    <a:pt x="1067" y="6977"/>
                    <a:pt x="1033" y="7111"/>
                  </a:cubicBezTo>
                  <a:cubicBezTo>
                    <a:pt x="922" y="7444"/>
                    <a:pt x="0" y="10409"/>
                    <a:pt x="989" y="12332"/>
                  </a:cubicBezTo>
                  <a:cubicBezTo>
                    <a:pt x="1400" y="12009"/>
                    <a:pt x="2067" y="11643"/>
                    <a:pt x="2633" y="11643"/>
                  </a:cubicBezTo>
                  <a:cubicBezTo>
                    <a:pt x="2699" y="11643"/>
                    <a:pt x="2766" y="11643"/>
                    <a:pt x="2833" y="11654"/>
                  </a:cubicBezTo>
                  <a:cubicBezTo>
                    <a:pt x="3099" y="11698"/>
                    <a:pt x="3322" y="11732"/>
                    <a:pt x="3600" y="11732"/>
                  </a:cubicBezTo>
                  <a:lnTo>
                    <a:pt x="3689" y="11732"/>
                  </a:lnTo>
                  <a:cubicBezTo>
                    <a:pt x="3933" y="11732"/>
                    <a:pt x="4188" y="11754"/>
                    <a:pt x="4355" y="11954"/>
                  </a:cubicBezTo>
                  <a:cubicBezTo>
                    <a:pt x="4555" y="12187"/>
                    <a:pt x="4899" y="12265"/>
                    <a:pt x="5210" y="12265"/>
                  </a:cubicBezTo>
                  <a:lnTo>
                    <a:pt x="5388" y="12265"/>
                  </a:lnTo>
                  <a:cubicBezTo>
                    <a:pt x="5699" y="12231"/>
                    <a:pt x="5999" y="12110"/>
                    <a:pt x="6310" y="12043"/>
                  </a:cubicBezTo>
                  <a:cubicBezTo>
                    <a:pt x="6499" y="11998"/>
                    <a:pt x="6688" y="11976"/>
                    <a:pt x="6876" y="11976"/>
                  </a:cubicBezTo>
                  <a:cubicBezTo>
                    <a:pt x="6999" y="11976"/>
                    <a:pt x="7121" y="11987"/>
                    <a:pt x="7243" y="12009"/>
                  </a:cubicBezTo>
                  <a:cubicBezTo>
                    <a:pt x="7565" y="12076"/>
                    <a:pt x="7876" y="12209"/>
                    <a:pt x="8199" y="12254"/>
                  </a:cubicBezTo>
                  <a:cubicBezTo>
                    <a:pt x="8288" y="12265"/>
                    <a:pt x="8387" y="12276"/>
                    <a:pt x="8476" y="12276"/>
                  </a:cubicBezTo>
                  <a:cubicBezTo>
                    <a:pt x="8920" y="12276"/>
                    <a:pt x="9399" y="12142"/>
                    <a:pt x="9809" y="12021"/>
                  </a:cubicBezTo>
                  <a:cubicBezTo>
                    <a:pt x="10365" y="11854"/>
                    <a:pt x="10920" y="11621"/>
                    <a:pt x="11409" y="11298"/>
                  </a:cubicBezTo>
                  <a:cubicBezTo>
                    <a:pt x="11865" y="11021"/>
                    <a:pt x="12342" y="10609"/>
                    <a:pt x="12465" y="10066"/>
                  </a:cubicBezTo>
                  <a:cubicBezTo>
                    <a:pt x="12553" y="9721"/>
                    <a:pt x="12409" y="9454"/>
                    <a:pt x="12198" y="9199"/>
                  </a:cubicBezTo>
                  <a:cubicBezTo>
                    <a:pt x="12020" y="8965"/>
                    <a:pt x="11865" y="8743"/>
                    <a:pt x="11720" y="8477"/>
                  </a:cubicBezTo>
                  <a:cubicBezTo>
                    <a:pt x="11576" y="8199"/>
                    <a:pt x="11443" y="7899"/>
                    <a:pt x="11253" y="7644"/>
                  </a:cubicBezTo>
                  <a:cubicBezTo>
                    <a:pt x="11087" y="7422"/>
                    <a:pt x="10887" y="7321"/>
                    <a:pt x="10609" y="7266"/>
                  </a:cubicBezTo>
                  <a:cubicBezTo>
                    <a:pt x="10443" y="7244"/>
                    <a:pt x="10265" y="7232"/>
                    <a:pt x="10087" y="7232"/>
                  </a:cubicBezTo>
                  <a:cubicBezTo>
                    <a:pt x="9876" y="7232"/>
                    <a:pt x="9676" y="7244"/>
                    <a:pt x="9465" y="7255"/>
                  </a:cubicBezTo>
                  <a:cubicBezTo>
                    <a:pt x="9254" y="7266"/>
                    <a:pt x="9054" y="7288"/>
                    <a:pt x="8854" y="7288"/>
                  </a:cubicBezTo>
                  <a:lnTo>
                    <a:pt x="8843" y="7288"/>
                  </a:lnTo>
                  <a:cubicBezTo>
                    <a:pt x="7787" y="7288"/>
                    <a:pt x="6799" y="6688"/>
                    <a:pt x="6266" y="5788"/>
                  </a:cubicBezTo>
                  <a:cubicBezTo>
                    <a:pt x="5777" y="4966"/>
                    <a:pt x="5654" y="3978"/>
                    <a:pt x="5299" y="3089"/>
                  </a:cubicBezTo>
                  <a:cubicBezTo>
                    <a:pt x="4877" y="2045"/>
                    <a:pt x="4066" y="523"/>
                    <a:pt x="2955" y="1"/>
                  </a:cubicBezTo>
                  <a:close/>
                </a:path>
              </a:pathLst>
            </a:custGeom>
            <a:solidFill>
              <a:srgbClr val="6E3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61"/>
            <p:cNvSpPr/>
            <p:nvPr/>
          </p:nvSpPr>
          <p:spPr>
            <a:xfrm>
              <a:off x="1555725" y="3250450"/>
              <a:ext cx="117500" cy="37800"/>
            </a:xfrm>
            <a:custGeom>
              <a:avLst/>
              <a:gdLst/>
              <a:ahLst/>
              <a:cxnLst/>
              <a:rect l="l" t="t" r="r" b="b"/>
              <a:pathLst>
                <a:path w="4700" h="1512" extrusionOk="0">
                  <a:moveTo>
                    <a:pt x="4666" y="0"/>
                  </a:moveTo>
                  <a:cubicBezTo>
                    <a:pt x="4677" y="0"/>
                    <a:pt x="4688" y="0"/>
                    <a:pt x="4699" y="12"/>
                  </a:cubicBezTo>
                  <a:cubicBezTo>
                    <a:pt x="4688" y="0"/>
                    <a:pt x="4677" y="0"/>
                    <a:pt x="4677" y="0"/>
                  </a:cubicBezTo>
                  <a:close/>
                  <a:moveTo>
                    <a:pt x="1744" y="301"/>
                  </a:moveTo>
                  <a:cubicBezTo>
                    <a:pt x="1100" y="601"/>
                    <a:pt x="511" y="1012"/>
                    <a:pt x="1" y="1511"/>
                  </a:cubicBezTo>
                  <a:cubicBezTo>
                    <a:pt x="522" y="1023"/>
                    <a:pt x="1100" y="601"/>
                    <a:pt x="1744" y="301"/>
                  </a:cubicBez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61"/>
            <p:cNvSpPr/>
            <p:nvPr/>
          </p:nvSpPr>
          <p:spPr>
            <a:xfrm>
              <a:off x="1530175" y="3248525"/>
              <a:ext cx="232750" cy="180800"/>
            </a:xfrm>
            <a:custGeom>
              <a:avLst/>
              <a:gdLst/>
              <a:ahLst/>
              <a:cxnLst/>
              <a:rect l="l" t="t" r="r" b="b"/>
              <a:pathLst>
                <a:path w="9310" h="7232" extrusionOk="0">
                  <a:moveTo>
                    <a:pt x="4655" y="0"/>
                  </a:moveTo>
                  <a:cubicBezTo>
                    <a:pt x="4010" y="0"/>
                    <a:pt x="3366" y="100"/>
                    <a:pt x="2766" y="378"/>
                  </a:cubicBezTo>
                  <a:cubicBezTo>
                    <a:pt x="2122" y="677"/>
                    <a:pt x="1544" y="1099"/>
                    <a:pt x="1023" y="1588"/>
                  </a:cubicBezTo>
                  <a:cubicBezTo>
                    <a:pt x="855" y="1755"/>
                    <a:pt x="700" y="1922"/>
                    <a:pt x="544" y="2111"/>
                  </a:cubicBezTo>
                  <a:cubicBezTo>
                    <a:pt x="344" y="2355"/>
                    <a:pt x="156" y="2632"/>
                    <a:pt x="1" y="2911"/>
                  </a:cubicBezTo>
                  <a:cubicBezTo>
                    <a:pt x="467" y="3000"/>
                    <a:pt x="867" y="3343"/>
                    <a:pt x="1167" y="3721"/>
                  </a:cubicBezTo>
                  <a:cubicBezTo>
                    <a:pt x="1455" y="4110"/>
                    <a:pt x="1667" y="4555"/>
                    <a:pt x="1922" y="4965"/>
                  </a:cubicBezTo>
                  <a:cubicBezTo>
                    <a:pt x="2178" y="5377"/>
                    <a:pt x="2522" y="5787"/>
                    <a:pt x="3000" y="5876"/>
                  </a:cubicBezTo>
                  <a:cubicBezTo>
                    <a:pt x="3099" y="5888"/>
                    <a:pt x="3200" y="5898"/>
                    <a:pt x="3299" y="5932"/>
                  </a:cubicBezTo>
                  <a:cubicBezTo>
                    <a:pt x="3477" y="6010"/>
                    <a:pt x="3588" y="6187"/>
                    <a:pt x="3699" y="6343"/>
                  </a:cubicBezTo>
                  <a:cubicBezTo>
                    <a:pt x="4055" y="6832"/>
                    <a:pt x="4622" y="7165"/>
                    <a:pt x="5222" y="7221"/>
                  </a:cubicBezTo>
                  <a:cubicBezTo>
                    <a:pt x="5288" y="7232"/>
                    <a:pt x="5355" y="7232"/>
                    <a:pt x="5432" y="7232"/>
                  </a:cubicBezTo>
                  <a:cubicBezTo>
                    <a:pt x="5966" y="7232"/>
                    <a:pt x="6499" y="7032"/>
                    <a:pt x="6888" y="6676"/>
                  </a:cubicBezTo>
                  <a:cubicBezTo>
                    <a:pt x="6999" y="6577"/>
                    <a:pt x="7099" y="6454"/>
                    <a:pt x="7232" y="6387"/>
                  </a:cubicBezTo>
                  <a:cubicBezTo>
                    <a:pt x="7399" y="6288"/>
                    <a:pt x="7610" y="6276"/>
                    <a:pt x="7787" y="6199"/>
                  </a:cubicBezTo>
                  <a:cubicBezTo>
                    <a:pt x="7987" y="6110"/>
                    <a:pt x="8132" y="5965"/>
                    <a:pt x="8354" y="5866"/>
                  </a:cubicBezTo>
                  <a:cubicBezTo>
                    <a:pt x="8698" y="5721"/>
                    <a:pt x="8954" y="5499"/>
                    <a:pt x="9143" y="5165"/>
                  </a:cubicBezTo>
                  <a:cubicBezTo>
                    <a:pt x="9199" y="5044"/>
                    <a:pt x="9265" y="4921"/>
                    <a:pt x="9310" y="4788"/>
                  </a:cubicBezTo>
                  <a:cubicBezTo>
                    <a:pt x="9199" y="3511"/>
                    <a:pt x="8654" y="2277"/>
                    <a:pt x="7799" y="1322"/>
                  </a:cubicBezTo>
                  <a:cubicBezTo>
                    <a:pt x="7199" y="633"/>
                    <a:pt x="6621" y="222"/>
                    <a:pt x="5721" y="89"/>
                  </a:cubicBezTo>
                  <a:cubicBezTo>
                    <a:pt x="5710" y="77"/>
                    <a:pt x="5699" y="77"/>
                    <a:pt x="5688" y="77"/>
                  </a:cubicBezTo>
                  <a:cubicBezTo>
                    <a:pt x="5343" y="33"/>
                    <a:pt x="5000" y="0"/>
                    <a:pt x="4655"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61"/>
            <p:cNvSpPr/>
            <p:nvPr/>
          </p:nvSpPr>
          <p:spPr>
            <a:xfrm>
              <a:off x="1691250" y="3596500"/>
              <a:ext cx="92500" cy="103050"/>
            </a:xfrm>
            <a:custGeom>
              <a:avLst/>
              <a:gdLst/>
              <a:ahLst/>
              <a:cxnLst/>
              <a:rect l="l" t="t" r="r" b="b"/>
              <a:pathLst>
                <a:path w="3700" h="4122" extrusionOk="0">
                  <a:moveTo>
                    <a:pt x="3588" y="0"/>
                  </a:moveTo>
                  <a:cubicBezTo>
                    <a:pt x="3566" y="12"/>
                    <a:pt x="3544" y="12"/>
                    <a:pt x="3511" y="22"/>
                  </a:cubicBezTo>
                  <a:cubicBezTo>
                    <a:pt x="3588" y="222"/>
                    <a:pt x="3600" y="422"/>
                    <a:pt x="3600" y="567"/>
                  </a:cubicBezTo>
                  <a:cubicBezTo>
                    <a:pt x="3611" y="1400"/>
                    <a:pt x="3233" y="2233"/>
                    <a:pt x="2589" y="2767"/>
                  </a:cubicBezTo>
                  <a:cubicBezTo>
                    <a:pt x="2556" y="2644"/>
                    <a:pt x="2533" y="2522"/>
                    <a:pt x="2533" y="2389"/>
                  </a:cubicBezTo>
                  <a:cubicBezTo>
                    <a:pt x="2544" y="2311"/>
                    <a:pt x="2544" y="2244"/>
                    <a:pt x="2533" y="2167"/>
                  </a:cubicBezTo>
                  <a:lnTo>
                    <a:pt x="2489" y="1789"/>
                  </a:lnTo>
                  <a:lnTo>
                    <a:pt x="2455" y="2167"/>
                  </a:lnTo>
                  <a:cubicBezTo>
                    <a:pt x="2445" y="2233"/>
                    <a:pt x="2445" y="2311"/>
                    <a:pt x="2445" y="2389"/>
                  </a:cubicBezTo>
                  <a:cubicBezTo>
                    <a:pt x="2400" y="2678"/>
                    <a:pt x="2178" y="2933"/>
                    <a:pt x="1978" y="3111"/>
                  </a:cubicBezTo>
                  <a:cubicBezTo>
                    <a:pt x="1534" y="3522"/>
                    <a:pt x="967" y="3789"/>
                    <a:pt x="378" y="3900"/>
                  </a:cubicBezTo>
                  <a:cubicBezTo>
                    <a:pt x="256" y="3922"/>
                    <a:pt x="78" y="3944"/>
                    <a:pt x="1" y="4088"/>
                  </a:cubicBezTo>
                  <a:lnTo>
                    <a:pt x="78" y="4122"/>
                  </a:lnTo>
                  <a:cubicBezTo>
                    <a:pt x="134" y="4021"/>
                    <a:pt x="278" y="3999"/>
                    <a:pt x="389" y="3977"/>
                  </a:cubicBezTo>
                  <a:cubicBezTo>
                    <a:pt x="1000" y="3866"/>
                    <a:pt x="1578" y="3589"/>
                    <a:pt x="2033" y="3177"/>
                  </a:cubicBezTo>
                  <a:cubicBezTo>
                    <a:pt x="2200" y="3033"/>
                    <a:pt x="2378" y="2833"/>
                    <a:pt x="2467" y="2589"/>
                  </a:cubicBezTo>
                  <a:cubicBezTo>
                    <a:pt x="2489" y="2678"/>
                    <a:pt x="2500" y="2767"/>
                    <a:pt x="2533" y="2844"/>
                  </a:cubicBezTo>
                  <a:lnTo>
                    <a:pt x="2556" y="2900"/>
                  </a:lnTo>
                  <a:lnTo>
                    <a:pt x="2600" y="2866"/>
                  </a:lnTo>
                  <a:cubicBezTo>
                    <a:pt x="3277" y="2322"/>
                    <a:pt x="3699" y="1434"/>
                    <a:pt x="3689" y="567"/>
                  </a:cubicBezTo>
                  <a:cubicBezTo>
                    <a:pt x="3677" y="422"/>
                    <a:pt x="3667" y="212"/>
                    <a:pt x="3588"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61"/>
            <p:cNvSpPr/>
            <p:nvPr/>
          </p:nvSpPr>
          <p:spPr>
            <a:xfrm>
              <a:off x="1631275" y="3635325"/>
              <a:ext cx="185925" cy="143650"/>
            </a:xfrm>
            <a:custGeom>
              <a:avLst/>
              <a:gdLst/>
              <a:ahLst/>
              <a:cxnLst/>
              <a:rect l="l" t="t" r="r" b="b"/>
              <a:pathLst>
                <a:path w="7437" h="5746" extrusionOk="0">
                  <a:moveTo>
                    <a:pt x="5858" y="0"/>
                  </a:moveTo>
                  <a:cubicBezTo>
                    <a:pt x="5582" y="0"/>
                    <a:pt x="5299" y="84"/>
                    <a:pt x="5066" y="224"/>
                  </a:cubicBezTo>
                  <a:cubicBezTo>
                    <a:pt x="4644" y="469"/>
                    <a:pt x="4343" y="869"/>
                    <a:pt x="4054" y="1258"/>
                  </a:cubicBezTo>
                  <a:cubicBezTo>
                    <a:pt x="3588" y="1891"/>
                    <a:pt x="3121" y="2524"/>
                    <a:pt x="2655" y="3147"/>
                  </a:cubicBezTo>
                  <a:cubicBezTo>
                    <a:pt x="2518" y="3332"/>
                    <a:pt x="2329" y="3536"/>
                    <a:pt x="2111" y="3536"/>
                  </a:cubicBezTo>
                  <a:cubicBezTo>
                    <a:pt x="2082" y="3536"/>
                    <a:pt x="2052" y="3532"/>
                    <a:pt x="2022" y="3524"/>
                  </a:cubicBezTo>
                  <a:cubicBezTo>
                    <a:pt x="1922" y="3502"/>
                    <a:pt x="1844" y="3446"/>
                    <a:pt x="1766" y="3391"/>
                  </a:cubicBezTo>
                  <a:cubicBezTo>
                    <a:pt x="1511" y="3211"/>
                    <a:pt x="1247" y="2918"/>
                    <a:pt x="969" y="2918"/>
                  </a:cubicBezTo>
                  <a:cubicBezTo>
                    <a:pt x="920" y="2918"/>
                    <a:pt x="871" y="2927"/>
                    <a:pt x="822" y="2947"/>
                  </a:cubicBezTo>
                  <a:cubicBezTo>
                    <a:pt x="533" y="3068"/>
                    <a:pt x="178" y="3858"/>
                    <a:pt x="0" y="4113"/>
                  </a:cubicBezTo>
                  <a:lnTo>
                    <a:pt x="1933" y="5379"/>
                  </a:lnTo>
                  <a:cubicBezTo>
                    <a:pt x="2245" y="5587"/>
                    <a:pt x="2500" y="5746"/>
                    <a:pt x="2767" y="5746"/>
                  </a:cubicBezTo>
                  <a:cubicBezTo>
                    <a:pt x="2956" y="5746"/>
                    <a:pt x="3151" y="5666"/>
                    <a:pt x="3377" y="5468"/>
                  </a:cubicBezTo>
                  <a:cubicBezTo>
                    <a:pt x="3943" y="4968"/>
                    <a:pt x="4299" y="4290"/>
                    <a:pt x="4710" y="3668"/>
                  </a:cubicBezTo>
                  <a:cubicBezTo>
                    <a:pt x="5121" y="3046"/>
                    <a:pt x="5654" y="2436"/>
                    <a:pt x="6387" y="2213"/>
                  </a:cubicBezTo>
                  <a:cubicBezTo>
                    <a:pt x="6521" y="2169"/>
                    <a:pt x="6654" y="2135"/>
                    <a:pt x="6765" y="2069"/>
                  </a:cubicBezTo>
                  <a:cubicBezTo>
                    <a:pt x="7436" y="1637"/>
                    <a:pt x="6180" y="1504"/>
                    <a:pt x="5658" y="1504"/>
                  </a:cubicBezTo>
                  <a:cubicBezTo>
                    <a:pt x="5576" y="1504"/>
                    <a:pt x="5511" y="1507"/>
                    <a:pt x="5476" y="1513"/>
                  </a:cubicBezTo>
                  <a:cubicBezTo>
                    <a:pt x="5876" y="1424"/>
                    <a:pt x="6288" y="1335"/>
                    <a:pt x="6688" y="1246"/>
                  </a:cubicBezTo>
                  <a:cubicBezTo>
                    <a:pt x="6777" y="1224"/>
                    <a:pt x="6865" y="1191"/>
                    <a:pt x="6865" y="1113"/>
                  </a:cubicBezTo>
                  <a:cubicBezTo>
                    <a:pt x="6865" y="1058"/>
                    <a:pt x="6809" y="1014"/>
                    <a:pt x="6754" y="980"/>
                  </a:cubicBezTo>
                  <a:cubicBezTo>
                    <a:pt x="6538" y="854"/>
                    <a:pt x="6282" y="790"/>
                    <a:pt x="6028" y="790"/>
                  </a:cubicBezTo>
                  <a:cubicBezTo>
                    <a:pt x="5879" y="790"/>
                    <a:pt x="5731" y="812"/>
                    <a:pt x="5591" y="857"/>
                  </a:cubicBezTo>
                  <a:lnTo>
                    <a:pt x="5591" y="857"/>
                  </a:lnTo>
                  <a:cubicBezTo>
                    <a:pt x="5901" y="757"/>
                    <a:pt x="6200" y="646"/>
                    <a:pt x="6498" y="547"/>
                  </a:cubicBezTo>
                  <a:cubicBezTo>
                    <a:pt x="6543" y="525"/>
                    <a:pt x="6587" y="513"/>
                    <a:pt x="6609" y="480"/>
                  </a:cubicBezTo>
                  <a:cubicBezTo>
                    <a:pt x="6698" y="392"/>
                    <a:pt x="6599" y="247"/>
                    <a:pt x="6488" y="180"/>
                  </a:cubicBezTo>
                  <a:cubicBezTo>
                    <a:pt x="6303" y="56"/>
                    <a:pt x="6083" y="0"/>
                    <a:pt x="585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61"/>
            <p:cNvSpPr/>
            <p:nvPr/>
          </p:nvSpPr>
          <p:spPr>
            <a:xfrm>
              <a:off x="1788850" y="3676525"/>
              <a:ext cx="14075" cy="9975"/>
            </a:xfrm>
            <a:custGeom>
              <a:avLst/>
              <a:gdLst/>
              <a:ahLst/>
              <a:cxnLst/>
              <a:rect l="l" t="t" r="r" b="b"/>
              <a:pathLst>
                <a:path w="563" h="399" extrusionOk="0">
                  <a:moveTo>
                    <a:pt x="65" y="1"/>
                  </a:moveTo>
                  <a:cubicBezTo>
                    <a:pt x="20" y="1"/>
                    <a:pt x="0" y="24"/>
                    <a:pt x="40" y="109"/>
                  </a:cubicBezTo>
                  <a:cubicBezTo>
                    <a:pt x="84" y="210"/>
                    <a:pt x="140" y="309"/>
                    <a:pt x="207" y="398"/>
                  </a:cubicBezTo>
                  <a:cubicBezTo>
                    <a:pt x="340" y="343"/>
                    <a:pt x="462" y="265"/>
                    <a:pt x="551" y="154"/>
                  </a:cubicBezTo>
                  <a:cubicBezTo>
                    <a:pt x="551" y="154"/>
                    <a:pt x="562" y="143"/>
                    <a:pt x="562" y="132"/>
                  </a:cubicBezTo>
                  <a:cubicBezTo>
                    <a:pt x="562" y="109"/>
                    <a:pt x="540" y="99"/>
                    <a:pt x="518" y="99"/>
                  </a:cubicBezTo>
                  <a:cubicBezTo>
                    <a:pt x="407" y="77"/>
                    <a:pt x="296" y="43"/>
                    <a:pt x="185" y="21"/>
                  </a:cubicBezTo>
                  <a:cubicBezTo>
                    <a:pt x="140" y="12"/>
                    <a:pt x="96" y="1"/>
                    <a:pt x="6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61"/>
            <p:cNvSpPr/>
            <p:nvPr/>
          </p:nvSpPr>
          <p:spPr>
            <a:xfrm>
              <a:off x="1679300" y="3722575"/>
              <a:ext cx="5325" cy="1125"/>
            </a:xfrm>
            <a:custGeom>
              <a:avLst/>
              <a:gdLst/>
              <a:ahLst/>
              <a:cxnLst/>
              <a:rect l="l" t="t" r="r" b="b"/>
              <a:pathLst>
                <a:path w="213" h="45" extrusionOk="0">
                  <a:moveTo>
                    <a:pt x="1" y="0"/>
                  </a:moveTo>
                  <a:cubicBezTo>
                    <a:pt x="34" y="12"/>
                    <a:pt x="67" y="34"/>
                    <a:pt x="101" y="34"/>
                  </a:cubicBezTo>
                  <a:cubicBezTo>
                    <a:pt x="123" y="45"/>
                    <a:pt x="156" y="45"/>
                    <a:pt x="178" y="45"/>
                  </a:cubicBezTo>
                  <a:lnTo>
                    <a:pt x="212" y="45"/>
                  </a:lnTo>
                  <a:lnTo>
                    <a:pt x="212" y="45"/>
                  </a:lnTo>
                  <a:lnTo>
                    <a:pt x="178" y="45"/>
                  </a:lnTo>
                  <a:cubicBezTo>
                    <a:pt x="156" y="45"/>
                    <a:pt x="123" y="45"/>
                    <a:pt x="101" y="34"/>
                  </a:cubicBezTo>
                  <a:cubicBezTo>
                    <a:pt x="67" y="34"/>
                    <a:pt x="34" y="12"/>
                    <a:pt x="1" y="0"/>
                  </a:cubicBezTo>
                  <a:close/>
                </a:path>
              </a:pathLst>
            </a:custGeom>
            <a:solidFill>
              <a:srgbClr val="975E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61"/>
            <p:cNvSpPr/>
            <p:nvPr/>
          </p:nvSpPr>
          <p:spPr>
            <a:xfrm>
              <a:off x="1631275" y="3738125"/>
              <a:ext cx="18350" cy="11975"/>
            </a:xfrm>
            <a:custGeom>
              <a:avLst/>
              <a:gdLst/>
              <a:ahLst/>
              <a:cxnLst/>
              <a:rect l="l" t="t" r="r" b="b"/>
              <a:pathLst>
                <a:path w="734" h="479" extrusionOk="0">
                  <a:moveTo>
                    <a:pt x="0" y="1"/>
                  </a:moveTo>
                  <a:cubicBezTo>
                    <a:pt x="245" y="168"/>
                    <a:pt x="489" y="323"/>
                    <a:pt x="733" y="479"/>
                  </a:cubicBezTo>
                  <a:lnTo>
                    <a:pt x="733" y="479"/>
                  </a:lnTo>
                  <a:cubicBezTo>
                    <a:pt x="489" y="323"/>
                    <a:pt x="245" y="168"/>
                    <a:pt x="0"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61"/>
            <p:cNvSpPr/>
            <p:nvPr/>
          </p:nvSpPr>
          <p:spPr>
            <a:xfrm>
              <a:off x="1649600" y="3750075"/>
              <a:ext cx="2500" cy="1700"/>
            </a:xfrm>
            <a:custGeom>
              <a:avLst/>
              <a:gdLst/>
              <a:ahLst/>
              <a:cxnLst/>
              <a:rect l="l" t="t" r="r" b="b"/>
              <a:pathLst>
                <a:path w="100" h="68" extrusionOk="0">
                  <a:moveTo>
                    <a:pt x="0" y="1"/>
                  </a:moveTo>
                  <a:lnTo>
                    <a:pt x="100" y="67"/>
                  </a:lnTo>
                  <a:lnTo>
                    <a:pt x="100" y="67"/>
                  </a:lnTo>
                  <a:lnTo>
                    <a:pt x="0" y="1"/>
                  </a:lnTo>
                  <a:close/>
                </a:path>
              </a:pathLst>
            </a:custGeom>
            <a:solidFill>
              <a:srgbClr val="6A5E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61"/>
            <p:cNvSpPr/>
            <p:nvPr/>
          </p:nvSpPr>
          <p:spPr>
            <a:xfrm>
              <a:off x="1631275" y="3708125"/>
              <a:ext cx="62500" cy="48100"/>
            </a:xfrm>
            <a:custGeom>
              <a:avLst/>
              <a:gdLst/>
              <a:ahLst/>
              <a:cxnLst/>
              <a:rect l="l" t="t" r="r" b="b"/>
              <a:pathLst>
                <a:path w="2500" h="1924" extrusionOk="0">
                  <a:moveTo>
                    <a:pt x="978" y="1"/>
                  </a:moveTo>
                  <a:cubicBezTo>
                    <a:pt x="922" y="1"/>
                    <a:pt x="877" y="12"/>
                    <a:pt x="822" y="35"/>
                  </a:cubicBezTo>
                  <a:cubicBezTo>
                    <a:pt x="533" y="156"/>
                    <a:pt x="178" y="946"/>
                    <a:pt x="0" y="1201"/>
                  </a:cubicBezTo>
                  <a:cubicBezTo>
                    <a:pt x="245" y="1368"/>
                    <a:pt x="489" y="1523"/>
                    <a:pt x="733" y="1679"/>
                  </a:cubicBezTo>
                  <a:lnTo>
                    <a:pt x="833" y="1745"/>
                  </a:lnTo>
                  <a:cubicBezTo>
                    <a:pt x="1089" y="1823"/>
                    <a:pt x="1400" y="1923"/>
                    <a:pt x="1689" y="1923"/>
                  </a:cubicBezTo>
                  <a:cubicBezTo>
                    <a:pt x="1855" y="1923"/>
                    <a:pt x="2010" y="1889"/>
                    <a:pt x="2144" y="1778"/>
                  </a:cubicBezTo>
                  <a:cubicBezTo>
                    <a:pt x="2499" y="1501"/>
                    <a:pt x="2355" y="1023"/>
                    <a:pt x="2133" y="623"/>
                  </a:cubicBezTo>
                  <a:lnTo>
                    <a:pt x="2099" y="623"/>
                  </a:lnTo>
                  <a:cubicBezTo>
                    <a:pt x="2077" y="623"/>
                    <a:pt x="2044" y="623"/>
                    <a:pt x="2022" y="612"/>
                  </a:cubicBezTo>
                  <a:cubicBezTo>
                    <a:pt x="1988" y="612"/>
                    <a:pt x="1955" y="590"/>
                    <a:pt x="1922" y="578"/>
                  </a:cubicBezTo>
                  <a:cubicBezTo>
                    <a:pt x="1866" y="556"/>
                    <a:pt x="1822" y="512"/>
                    <a:pt x="1766" y="479"/>
                  </a:cubicBezTo>
                  <a:cubicBezTo>
                    <a:pt x="1511" y="301"/>
                    <a:pt x="1255" y="1"/>
                    <a:pt x="978"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61"/>
            <p:cNvSpPr/>
            <p:nvPr/>
          </p:nvSpPr>
          <p:spPr>
            <a:xfrm>
              <a:off x="1714025" y="3442375"/>
              <a:ext cx="89450" cy="108325"/>
            </a:xfrm>
            <a:custGeom>
              <a:avLst/>
              <a:gdLst/>
              <a:ahLst/>
              <a:cxnLst/>
              <a:rect l="l" t="t" r="r" b="b"/>
              <a:pathLst>
                <a:path w="3578" h="4333" extrusionOk="0">
                  <a:moveTo>
                    <a:pt x="1" y="0"/>
                  </a:moveTo>
                  <a:lnTo>
                    <a:pt x="1" y="4032"/>
                  </a:lnTo>
                  <a:lnTo>
                    <a:pt x="11" y="4032"/>
                  </a:lnTo>
                  <a:cubicBezTo>
                    <a:pt x="112" y="4199"/>
                    <a:pt x="878" y="4333"/>
                    <a:pt x="1789" y="4333"/>
                  </a:cubicBezTo>
                  <a:cubicBezTo>
                    <a:pt x="2711" y="4333"/>
                    <a:pt x="3477" y="4199"/>
                    <a:pt x="3566" y="4032"/>
                  </a:cubicBezTo>
                  <a:lnTo>
                    <a:pt x="3578" y="4032"/>
                  </a:lnTo>
                  <a:lnTo>
                    <a:pt x="35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61"/>
            <p:cNvSpPr/>
            <p:nvPr/>
          </p:nvSpPr>
          <p:spPr>
            <a:xfrm>
              <a:off x="1714025" y="3435150"/>
              <a:ext cx="89450" cy="16675"/>
            </a:xfrm>
            <a:custGeom>
              <a:avLst/>
              <a:gdLst/>
              <a:ahLst/>
              <a:cxnLst/>
              <a:rect l="l" t="t" r="r" b="b"/>
              <a:pathLst>
                <a:path w="3578" h="667" extrusionOk="0">
                  <a:moveTo>
                    <a:pt x="1789" y="0"/>
                  </a:moveTo>
                  <a:cubicBezTo>
                    <a:pt x="811" y="0"/>
                    <a:pt x="1" y="144"/>
                    <a:pt x="1" y="334"/>
                  </a:cubicBezTo>
                  <a:cubicBezTo>
                    <a:pt x="1" y="511"/>
                    <a:pt x="811" y="667"/>
                    <a:pt x="1789" y="667"/>
                  </a:cubicBezTo>
                  <a:cubicBezTo>
                    <a:pt x="2778" y="667"/>
                    <a:pt x="3578" y="511"/>
                    <a:pt x="3578" y="334"/>
                  </a:cubicBezTo>
                  <a:cubicBezTo>
                    <a:pt x="3578" y="144"/>
                    <a:pt x="2778" y="0"/>
                    <a:pt x="1789"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61"/>
            <p:cNvSpPr/>
            <p:nvPr/>
          </p:nvSpPr>
          <p:spPr>
            <a:xfrm>
              <a:off x="1714025" y="3435150"/>
              <a:ext cx="89450" cy="13050"/>
            </a:xfrm>
            <a:custGeom>
              <a:avLst/>
              <a:gdLst/>
              <a:ahLst/>
              <a:cxnLst/>
              <a:rect l="l" t="t" r="r" b="b"/>
              <a:pathLst>
                <a:path w="3578" h="522" extrusionOk="0">
                  <a:moveTo>
                    <a:pt x="1789" y="0"/>
                  </a:moveTo>
                  <a:cubicBezTo>
                    <a:pt x="811" y="0"/>
                    <a:pt x="1" y="144"/>
                    <a:pt x="1" y="334"/>
                  </a:cubicBezTo>
                  <a:cubicBezTo>
                    <a:pt x="1" y="400"/>
                    <a:pt x="112" y="467"/>
                    <a:pt x="312" y="522"/>
                  </a:cubicBezTo>
                  <a:cubicBezTo>
                    <a:pt x="623" y="422"/>
                    <a:pt x="1178" y="366"/>
                    <a:pt x="1789" y="366"/>
                  </a:cubicBezTo>
                  <a:cubicBezTo>
                    <a:pt x="2411" y="366"/>
                    <a:pt x="2956" y="422"/>
                    <a:pt x="3277" y="522"/>
                  </a:cubicBezTo>
                  <a:cubicBezTo>
                    <a:pt x="3467" y="467"/>
                    <a:pt x="3578" y="400"/>
                    <a:pt x="3578" y="334"/>
                  </a:cubicBezTo>
                  <a:cubicBezTo>
                    <a:pt x="3578" y="144"/>
                    <a:pt x="2778" y="0"/>
                    <a:pt x="1789"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61"/>
            <p:cNvSpPr/>
            <p:nvPr/>
          </p:nvSpPr>
          <p:spPr>
            <a:xfrm>
              <a:off x="1471000" y="3634350"/>
              <a:ext cx="203875" cy="138325"/>
            </a:xfrm>
            <a:custGeom>
              <a:avLst/>
              <a:gdLst/>
              <a:ahLst/>
              <a:cxnLst/>
              <a:rect l="l" t="t" r="r" b="b"/>
              <a:pathLst>
                <a:path w="8155" h="5533" extrusionOk="0">
                  <a:moveTo>
                    <a:pt x="4609" y="0"/>
                  </a:moveTo>
                  <a:cubicBezTo>
                    <a:pt x="4392" y="0"/>
                    <a:pt x="4190" y="72"/>
                    <a:pt x="4012" y="241"/>
                  </a:cubicBezTo>
                  <a:cubicBezTo>
                    <a:pt x="3079" y="1142"/>
                    <a:pt x="1" y="1808"/>
                    <a:pt x="1445" y="3085"/>
                  </a:cubicBezTo>
                  <a:cubicBezTo>
                    <a:pt x="1857" y="3452"/>
                    <a:pt x="3534" y="4240"/>
                    <a:pt x="3989" y="4551"/>
                  </a:cubicBezTo>
                  <a:cubicBezTo>
                    <a:pt x="3814" y="4598"/>
                    <a:pt x="3639" y="4621"/>
                    <a:pt x="3464" y="4621"/>
                  </a:cubicBezTo>
                  <a:cubicBezTo>
                    <a:pt x="3428" y="4621"/>
                    <a:pt x="3392" y="4620"/>
                    <a:pt x="3356" y="4618"/>
                  </a:cubicBezTo>
                  <a:lnTo>
                    <a:pt x="3356" y="4618"/>
                  </a:lnTo>
                  <a:cubicBezTo>
                    <a:pt x="3789" y="4985"/>
                    <a:pt x="4356" y="5196"/>
                    <a:pt x="4923" y="5196"/>
                  </a:cubicBezTo>
                  <a:cubicBezTo>
                    <a:pt x="4745" y="5262"/>
                    <a:pt x="4545" y="5296"/>
                    <a:pt x="4356" y="5296"/>
                  </a:cubicBezTo>
                  <a:cubicBezTo>
                    <a:pt x="4606" y="5471"/>
                    <a:pt x="4899" y="5532"/>
                    <a:pt x="5202" y="5532"/>
                  </a:cubicBezTo>
                  <a:cubicBezTo>
                    <a:pt x="5479" y="5532"/>
                    <a:pt x="5763" y="5481"/>
                    <a:pt x="6033" y="5418"/>
                  </a:cubicBezTo>
                  <a:cubicBezTo>
                    <a:pt x="6744" y="5240"/>
                    <a:pt x="7666" y="4119"/>
                    <a:pt x="7411" y="3430"/>
                  </a:cubicBezTo>
                  <a:lnTo>
                    <a:pt x="7411" y="3430"/>
                  </a:lnTo>
                  <a:cubicBezTo>
                    <a:pt x="7466" y="3444"/>
                    <a:pt x="7516" y="3453"/>
                    <a:pt x="7567" y="3453"/>
                  </a:cubicBezTo>
                  <a:cubicBezTo>
                    <a:pt x="7599" y="3453"/>
                    <a:pt x="7632" y="3449"/>
                    <a:pt x="7666" y="3441"/>
                  </a:cubicBezTo>
                  <a:cubicBezTo>
                    <a:pt x="7833" y="3396"/>
                    <a:pt x="7999" y="3252"/>
                    <a:pt x="8055" y="3085"/>
                  </a:cubicBezTo>
                  <a:cubicBezTo>
                    <a:pt x="8155" y="2830"/>
                    <a:pt x="8066" y="2541"/>
                    <a:pt x="7910" y="2308"/>
                  </a:cubicBezTo>
                  <a:cubicBezTo>
                    <a:pt x="7766" y="2085"/>
                    <a:pt x="7544" y="1919"/>
                    <a:pt x="7322" y="1764"/>
                  </a:cubicBezTo>
                  <a:cubicBezTo>
                    <a:pt x="6693" y="1278"/>
                    <a:pt x="5526" y="0"/>
                    <a:pt x="460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61"/>
            <p:cNvSpPr/>
            <p:nvPr/>
          </p:nvSpPr>
          <p:spPr>
            <a:xfrm>
              <a:off x="1567650" y="3718300"/>
              <a:ext cx="86675" cy="41750"/>
            </a:xfrm>
            <a:custGeom>
              <a:avLst/>
              <a:gdLst/>
              <a:ahLst/>
              <a:cxnLst/>
              <a:rect l="l" t="t" r="r" b="b"/>
              <a:pathLst>
                <a:path w="3467" h="1670" extrusionOk="0">
                  <a:moveTo>
                    <a:pt x="2258" y="82"/>
                  </a:moveTo>
                  <a:cubicBezTo>
                    <a:pt x="2277" y="82"/>
                    <a:pt x="2296" y="86"/>
                    <a:pt x="2311" y="94"/>
                  </a:cubicBezTo>
                  <a:cubicBezTo>
                    <a:pt x="2390" y="127"/>
                    <a:pt x="2445" y="216"/>
                    <a:pt x="2489" y="305"/>
                  </a:cubicBezTo>
                  <a:lnTo>
                    <a:pt x="2523" y="371"/>
                  </a:lnTo>
                  <a:cubicBezTo>
                    <a:pt x="2434" y="339"/>
                    <a:pt x="2356" y="316"/>
                    <a:pt x="2279" y="283"/>
                  </a:cubicBezTo>
                  <a:cubicBezTo>
                    <a:pt x="2190" y="250"/>
                    <a:pt x="2145" y="216"/>
                    <a:pt x="2145" y="171"/>
                  </a:cubicBezTo>
                  <a:lnTo>
                    <a:pt x="2145" y="149"/>
                  </a:lnTo>
                  <a:cubicBezTo>
                    <a:pt x="2145" y="139"/>
                    <a:pt x="2156" y="116"/>
                    <a:pt x="2167" y="116"/>
                  </a:cubicBezTo>
                  <a:cubicBezTo>
                    <a:pt x="2189" y="95"/>
                    <a:pt x="2224" y="82"/>
                    <a:pt x="2258" y="82"/>
                  </a:cubicBezTo>
                  <a:close/>
                  <a:moveTo>
                    <a:pt x="2262" y="0"/>
                  </a:moveTo>
                  <a:cubicBezTo>
                    <a:pt x="2212" y="0"/>
                    <a:pt x="2160" y="20"/>
                    <a:pt x="2123" y="50"/>
                  </a:cubicBezTo>
                  <a:cubicBezTo>
                    <a:pt x="2079" y="83"/>
                    <a:pt x="2056" y="139"/>
                    <a:pt x="2067" y="183"/>
                  </a:cubicBezTo>
                  <a:cubicBezTo>
                    <a:pt x="2079" y="283"/>
                    <a:pt x="2178" y="327"/>
                    <a:pt x="2245" y="361"/>
                  </a:cubicBezTo>
                  <a:lnTo>
                    <a:pt x="2545" y="460"/>
                  </a:lnTo>
                  <a:cubicBezTo>
                    <a:pt x="2567" y="516"/>
                    <a:pt x="2567" y="583"/>
                    <a:pt x="2534" y="627"/>
                  </a:cubicBezTo>
                  <a:cubicBezTo>
                    <a:pt x="2487" y="702"/>
                    <a:pt x="2393" y="730"/>
                    <a:pt x="2311" y="730"/>
                  </a:cubicBezTo>
                  <a:cubicBezTo>
                    <a:pt x="2296" y="730"/>
                    <a:pt x="2281" y="729"/>
                    <a:pt x="2267" y="727"/>
                  </a:cubicBezTo>
                  <a:lnTo>
                    <a:pt x="2245" y="727"/>
                  </a:lnTo>
                  <a:cubicBezTo>
                    <a:pt x="2156" y="650"/>
                    <a:pt x="2056" y="605"/>
                    <a:pt x="1934" y="594"/>
                  </a:cubicBezTo>
                  <a:lnTo>
                    <a:pt x="1778" y="594"/>
                  </a:lnTo>
                  <a:lnTo>
                    <a:pt x="1912" y="672"/>
                  </a:lnTo>
                  <a:cubicBezTo>
                    <a:pt x="2000" y="716"/>
                    <a:pt x="2101" y="771"/>
                    <a:pt x="2200" y="805"/>
                  </a:cubicBezTo>
                  <a:cubicBezTo>
                    <a:pt x="2279" y="872"/>
                    <a:pt x="2345" y="961"/>
                    <a:pt x="2400" y="1038"/>
                  </a:cubicBezTo>
                  <a:cubicBezTo>
                    <a:pt x="2523" y="1227"/>
                    <a:pt x="2556" y="1361"/>
                    <a:pt x="2489" y="1460"/>
                  </a:cubicBezTo>
                  <a:cubicBezTo>
                    <a:pt x="2431" y="1560"/>
                    <a:pt x="2310" y="1592"/>
                    <a:pt x="2187" y="1592"/>
                  </a:cubicBezTo>
                  <a:cubicBezTo>
                    <a:pt x="2146" y="1592"/>
                    <a:pt x="2106" y="1588"/>
                    <a:pt x="2067" y="1583"/>
                  </a:cubicBezTo>
                  <a:cubicBezTo>
                    <a:pt x="1279" y="1505"/>
                    <a:pt x="534" y="1082"/>
                    <a:pt x="67" y="460"/>
                  </a:cubicBezTo>
                  <a:lnTo>
                    <a:pt x="1" y="505"/>
                  </a:lnTo>
                  <a:cubicBezTo>
                    <a:pt x="479" y="1149"/>
                    <a:pt x="1245" y="1583"/>
                    <a:pt x="2056" y="1660"/>
                  </a:cubicBezTo>
                  <a:cubicBezTo>
                    <a:pt x="2105" y="1666"/>
                    <a:pt x="2150" y="1670"/>
                    <a:pt x="2193" y="1670"/>
                  </a:cubicBezTo>
                  <a:cubicBezTo>
                    <a:pt x="2372" y="1670"/>
                    <a:pt x="2493" y="1612"/>
                    <a:pt x="2556" y="1505"/>
                  </a:cubicBezTo>
                  <a:cubicBezTo>
                    <a:pt x="2667" y="1338"/>
                    <a:pt x="2556" y="1127"/>
                    <a:pt x="2467" y="994"/>
                  </a:cubicBezTo>
                  <a:cubicBezTo>
                    <a:pt x="2423" y="938"/>
                    <a:pt x="2378" y="872"/>
                    <a:pt x="2334" y="816"/>
                  </a:cubicBezTo>
                  <a:cubicBezTo>
                    <a:pt x="2434" y="805"/>
                    <a:pt x="2545" y="771"/>
                    <a:pt x="2600" y="672"/>
                  </a:cubicBezTo>
                  <a:cubicBezTo>
                    <a:pt x="2634" y="605"/>
                    <a:pt x="2645" y="549"/>
                    <a:pt x="2634" y="483"/>
                  </a:cubicBezTo>
                  <a:lnTo>
                    <a:pt x="2634" y="483"/>
                  </a:lnTo>
                  <a:cubicBezTo>
                    <a:pt x="2734" y="505"/>
                    <a:pt x="2834" y="516"/>
                    <a:pt x="2934" y="527"/>
                  </a:cubicBezTo>
                  <a:cubicBezTo>
                    <a:pt x="2975" y="536"/>
                    <a:pt x="3020" y="542"/>
                    <a:pt x="3067" y="542"/>
                  </a:cubicBezTo>
                  <a:cubicBezTo>
                    <a:pt x="3133" y="542"/>
                    <a:pt x="3202" y="531"/>
                    <a:pt x="3267" y="505"/>
                  </a:cubicBezTo>
                  <a:cubicBezTo>
                    <a:pt x="3367" y="472"/>
                    <a:pt x="3434" y="394"/>
                    <a:pt x="3456" y="316"/>
                  </a:cubicBezTo>
                  <a:cubicBezTo>
                    <a:pt x="3467" y="283"/>
                    <a:pt x="3467" y="260"/>
                    <a:pt x="3467" y="238"/>
                  </a:cubicBezTo>
                  <a:cubicBezTo>
                    <a:pt x="3467" y="171"/>
                    <a:pt x="3422" y="105"/>
                    <a:pt x="3356" y="72"/>
                  </a:cubicBezTo>
                  <a:cubicBezTo>
                    <a:pt x="3320" y="50"/>
                    <a:pt x="3280" y="38"/>
                    <a:pt x="3244" y="38"/>
                  </a:cubicBezTo>
                  <a:cubicBezTo>
                    <a:pt x="3224" y="38"/>
                    <a:pt x="3205" y="42"/>
                    <a:pt x="3189" y="50"/>
                  </a:cubicBezTo>
                  <a:lnTo>
                    <a:pt x="3222" y="127"/>
                  </a:lnTo>
                  <a:cubicBezTo>
                    <a:pt x="3231" y="123"/>
                    <a:pt x="3242" y="120"/>
                    <a:pt x="3255" y="120"/>
                  </a:cubicBezTo>
                  <a:cubicBezTo>
                    <a:pt x="3274" y="120"/>
                    <a:pt x="3297" y="125"/>
                    <a:pt x="3323" y="139"/>
                  </a:cubicBezTo>
                  <a:cubicBezTo>
                    <a:pt x="3356" y="161"/>
                    <a:pt x="3389" y="205"/>
                    <a:pt x="3389" y="238"/>
                  </a:cubicBezTo>
                  <a:cubicBezTo>
                    <a:pt x="3389" y="327"/>
                    <a:pt x="3323" y="405"/>
                    <a:pt x="3234" y="438"/>
                  </a:cubicBezTo>
                  <a:cubicBezTo>
                    <a:pt x="3189" y="455"/>
                    <a:pt x="3139" y="461"/>
                    <a:pt x="3088" y="461"/>
                  </a:cubicBezTo>
                  <a:cubicBezTo>
                    <a:pt x="3037" y="461"/>
                    <a:pt x="2984" y="455"/>
                    <a:pt x="2934" y="450"/>
                  </a:cubicBezTo>
                  <a:cubicBezTo>
                    <a:pt x="2834" y="438"/>
                    <a:pt x="2723" y="416"/>
                    <a:pt x="2612" y="394"/>
                  </a:cubicBezTo>
                  <a:cubicBezTo>
                    <a:pt x="2600" y="349"/>
                    <a:pt x="2578" y="305"/>
                    <a:pt x="2556" y="272"/>
                  </a:cubicBezTo>
                  <a:cubicBezTo>
                    <a:pt x="2511" y="161"/>
                    <a:pt x="2445" y="60"/>
                    <a:pt x="2334" y="16"/>
                  </a:cubicBezTo>
                  <a:cubicBezTo>
                    <a:pt x="2312" y="5"/>
                    <a:pt x="2287" y="0"/>
                    <a:pt x="226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61"/>
            <p:cNvSpPr/>
            <p:nvPr/>
          </p:nvSpPr>
          <p:spPr>
            <a:xfrm>
              <a:off x="1777275" y="3637950"/>
              <a:ext cx="15925" cy="11075"/>
            </a:xfrm>
            <a:custGeom>
              <a:avLst/>
              <a:gdLst/>
              <a:ahLst/>
              <a:cxnLst/>
              <a:rect l="l" t="t" r="r" b="b"/>
              <a:pathLst>
                <a:path w="637" h="443" extrusionOk="0">
                  <a:moveTo>
                    <a:pt x="74" y="1"/>
                  </a:moveTo>
                  <a:cubicBezTo>
                    <a:pt x="22" y="1"/>
                    <a:pt x="1" y="25"/>
                    <a:pt x="48" y="119"/>
                  </a:cubicBezTo>
                  <a:cubicBezTo>
                    <a:pt x="103" y="231"/>
                    <a:pt x="170" y="342"/>
                    <a:pt x="248" y="442"/>
                  </a:cubicBezTo>
                  <a:cubicBezTo>
                    <a:pt x="392" y="375"/>
                    <a:pt x="525" y="287"/>
                    <a:pt x="614" y="164"/>
                  </a:cubicBezTo>
                  <a:cubicBezTo>
                    <a:pt x="626" y="153"/>
                    <a:pt x="626" y="142"/>
                    <a:pt x="626" y="131"/>
                  </a:cubicBezTo>
                  <a:cubicBezTo>
                    <a:pt x="636" y="109"/>
                    <a:pt x="603" y="97"/>
                    <a:pt x="581" y="97"/>
                  </a:cubicBezTo>
                  <a:cubicBezTo>
                    <a:pt x="458" y="75"/>
                    <a:pt x="325" y="42"/>
                    <a:pt x="203" y="20"/>
                  </a:cubicBezTo>
                  <a:cubicBezTo>
                    <a:pt x="155" y="11"/>
                    <a:pt x="108" y="1"/>
                    <a:pt x="74"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61"/>
            <p:cNvSpPr/>
            <p:nvPr/>
          </p:nvSpPr>
          <p:spPr>
            <a:xfrm>
              <a:off x="1786450" y="3657500"/>
              <a:ext cx="11750" cy="9000"/>
            </a:xfrm>
            <a:custGeom>
              <a:avLst/>
              <a:gdLst/>
              <a:ahLst/>
              <a:cxnLst/>
              <a:rect l="l" t="t" r="r" b="b"/>
              <a:pathLst>
                <a:path w="470" h="360" extrusionOk="0">
                  <a:moveTo>
                    <a:pt x="44" y="1"/>
                  </a:moveTo>
                  <a:cubicBezTo>
                    <a:pt x="12" y="1"/>
                    <a:pt x="1" y="21"/>
                    <a:pt x="25" y="93"/>
                  </a:cubicBezTo>
                  <a:cubicBezTo>
                    <a:pt x="47" y="182"/>
                    <a:pt x="91" y="271"/>
                    <a:pt x="136" y="359"/>
                  </a:cubicBezTo>
                  <a:cubicBezTo>
                    <a:pt x="259" y="327"/>
                    <a:pt x="370" y="260"/>
                    <a:pt x="458" y="182"/>
                  </a:cubicBezTo>
                  <a:cubicBezTo>
                    <a:pt x="458" y="171"/>
                    <a:pt x="469" y="171"/>
                    <a:pt x="469" y="160"/>
                  </a:cubicBezTo>
                  <a:cubicBezTo>
                    <a:pt x="469" y="149"/>
                    <a:pt x="447" y="127"/>
                    <a:pt x="436" y="127"/>
                  </a:cubicBezTo>
                  <a:cubicBezTo>
                    <a:pt x="336" y="93"/>
                    <a:pt x="247" y="60"/>
                    <a:pt x="158" y="26"/>
                  </a:cubicBezTo>
                  <a:cubicBezTo>
                    <a:pt x="112" y="16"/>
                    <a:pt x="71" y="1"/>
                    <a:pt x="44"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61"/>
            <p:cNvSpPr/>
            <p:nvPr/>
          </p:nvSpPr>
          <p:spPr>
            <a:xfrm>
              <a:off x="1706250" y="3485950"/>
              <a:ext cx="84175" cy="93225"/>
            </a:xfrm>
            <a:custGeom>
              <a:avLst/>
              <a:gdLst/>
              <a:ahLst/>
              <a:cxnLst/>
              <a:rect l="l" t="t" r="r" b="b"/>
              <a:pathLst>
                <a:path w="3367" h="3729" extrusionOk="0">
                  <a:moveTo>
                    <a:pt x="1589" y="1"/>
                  </a:moveTo>
                  <a:cubicBezTo>
                    <a:pt x="1500" y="1"/>
                    <a:pt x="1411" y="35"/>
                    <a:pt x="1334" y="79"/>
                  </a:cubicBezTo>
                  <a:cubicBezTo>
                    <a:pt x="878" y="279"/>
                    <a:pt x="433" y="501"/>
                    <a:pt x="1" y="723"/>
                  </a:cubicBezTo>
                  <a:cubicBezTo>
                    <a:pt x="356" y="1057"/>
                    <a:pt x="378" y="1612"/>
                    <a:pt x="334" y="2089"/>
                  </a:cubicBezTo>
                  <a:cubicBezTo>
                    <a:pt x="289" y="2545"/>
                    <a:pt x="78" y="3456"/>
                    <a:pt x="645" y="3612"/>
                  </a:cubicBezTo>
                  <a:cubicBezTo>
                    <a:pt x="917" y="3687"/>
                    <a:pt x="1226" y="3728"/>
                    <a:pt x="1536" y="3728"/>
                  </a:cubicBezTo>
                  <a:cubicBezTo>
                    <a:pt x="1960" y="3728"/>
                    <a:pt x="2387" y="3651"/>
                    <a:pt x="2733" y="3478"/>
                  </a:cubicBezTo>
                  <a:cubicBezTo>
                    <a:pt x="2855" y="3412"/>
                    <a:pt x="2988" y="3267"/>
                    <a:pt x="2911" y="3145"/>
                  </a:cubicBezTo>
                  <a:cubicBezTo>
                    <a:pt x="2877" y="3101"/>
                    <a:pt x="2811" y="3078"/>
                    <a:pt x="2744" y="3078"/>
                  </a:cubicBezTo>
                  <a:cubicBezTo>
                    <a:pt x="2708" y="3074"/>
                    <a:pt x="2671" y="3073"/>
                    <a:pt x="2634" y="3073"/>
                  </a:cubicBezTo>
                  <a:cubicBezTo>
                    <a:pt x="2513" y="3073"/>
                    <a:pt x="2387" y="3089"/>
                    <a:pt x="2270" y="3089"/>
                  </a:cubicBezTo>
                  <a:cubicBezTo>
                    <a:pt x="2135" y="3089"/>
                    <a:pt x="2011" y="3066"/>
                    <a:pt x="1922" y="2967"/>
                  </a:cubicBezTo>
                  <a:cubicBezTo>
                    <a:pt x="2322" y="2945"/>
                    <a:pt x="2722" y="2845"/>
                    <a:pt x="3077" y="2656"/>
                  </a:cubicBezTo>
                  <a:cubicBezTo>
                    <a:pt x="3155" y="2612"/>
                    <a:pt x="3255" y="2556"/>
                    <a:pt x="3267" y="2456"/>
                  </a:cubicBezTo>
                  <a:cubicBezTo>
                    <a:pt x="3299" y="2311"/>
                    <a:pt x="3144" y="2190"/>
                    <a:pt x="3000" y="2167"/>
                  </a:cubicBezTo>
                  <a:cubicBezTo>
                    <a:pt x="2968" y="2164"/>
                    <a:pt x="2936" y="2162"/>
                    <a:pt x="2905" y="2162"/>
                  </a:cubicBezTo>
                  <a:cubicBezTo>
                    <a:pt x="2739" y="2162"/>
                    <a:pt x="2579" y="2206"/>
                    <a:pt x="2411" y="2234"/>
                  </a:cubicBezTo>
                  <a:cubicBezTo>
                    <a:pt x="2365" y="2239"/>
                    <a:pt x="2317" y="2243"/>
                    <a:pt x="2269" y="2243"/>
                  </a:cubicBezTo>
                  <a:cubicBezTo>
                    <a:pt x="2120" y="2243"/>
                    <a:pt x="1968" y="2210"/>
                    <a:pt x="1867" y="2101"/>
                  </a:cubicBezTo>
                  <a:cubicBezTo>
                    <a:pt x="2233" y="2023"/>
                    <a:pt x="2611" y="1945"/>
                    <a:pt x="2978" y="1845"/>
                  </a:cubicBezTo>
                  <a:cubicBezTo>
                    <a:pt x="3155" y="1800"/>
                    <a:pt x="3366" y="1689"/>
                    <a:pt x="3344" y="1512"/>
                  </a:cubicBezTo>
                  <a:cubicBezTo>
                    <a:pt x="3333" y="1412"/>
                    <a:pt x="3233" y="1334"/>
                    <a:pt x="3133" y="1301"/>
                  </a:cubicBezTo>
                  <a:cubicBezTo>
                    <a:pt x="3043" y="1267"/>
                    <a:pt x="2951" y="1254"/>
                    <a:pt x="2858" y="1254"/>
                  </a:cubicBezTo>
                  <a:cubicBezTo>
                    <a:pt x="2527" y="1254"/>
                    <a:pt x="2180" y="1423"/>
                    <a:pt x="1833" y="1423"/>
                  </a:cubicBezTo>
                  <a:cubicBezTo>
                    <a:pt x="1778" y="1423"/>
                    <a:pt x="1711" y="1390"/>
                    <a:pt x="1722" y="1334"/>
                  </a:cubicBezTo>
                  <a:cubicBezTo>
                    <a:pt x="2055" y="1245"/>
                    <a:pt x="2389" y="1156"/>
                    <a:pt x="2711" y="1057"/>
                  </a:cubicBezTo>
                  <a:cubicBezTo>
                    <a:pt x="2855" y="1023"/>
                    <a:pt x="2988" y="978"/>
                    <a:pt x="3089" y="879"/>
                  </a:cubicBezTo>
                  <a:cubicBezTo>
                    <a:pt x="3188" y="778"/>
                    <a:pt x="3233" y="612"/>
                    <a:pt x="3144" y="501"/>
                  </a:cubicBezTo>
                  <a:cubicBezTo>
                    <a:pt x="3085" y="435"/>
                    <a:pt x="2999" y="416"/>
                    <a:pt x="2908" y="416"/>
                  </a:cubicBezTo>
                  <a:cubicBezTo>
                    <a:pt x="2846" y="416"/>
                    <a:pt x="2781" y="425"/>
                    <a:pt x="2722" y="434"/>
                  </a:cubicBezTo>
                  <a:cubicBezTo>
                    <a:pt x="2344" y="512"/>
                    <a:pt x="1978" y="590"/>
                    <a:pt x="1600" y="667"/>
                  </a:cubicBezTo>
                  <a:cubicBezTo>
                    <a:pt x="1522" y="490"/>
                    <a:pt x="1833" y="334"/>
                    <a:pt x="1789" y="146"/>
                  </a:cubicBezTo>
                  <a:cubicBezTo>
                    <a:pt x="1766" y="57"/>
                    <a:pt x="1678" y="1"/>
                    <a:pt x="158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61"/>
            <p:cNvSpPr/>
            <p:nvPr/>
          </p:nvSpPr>
          <p:spPr>
            <a:xfrm>
              <a:off x="1481850" y="3314325"/>
              <a:ext cx="256650" cy="299150"/>
            </a:xfrm>
            <a:custGeom>
              <a:avLst/>
              <a:gdLst/>
              <a:ahLst/>
              <a:cxnLst/>
              <a:rect l="l" t="t" r="r" b="b"/>
              <a:pathLst>
                <a:path w="10266" h="11966" extrusionOk="0">
                  <a:moveTo>
                    <a:pt x="2685" y="0"/>
                  </a:moveTo>
                  <a:cubicBezTo>
                    <a:pt x="2117" y="0"/>
                    <a:pt x="1583" y="340"/>
                    <a:pt x="1200" y="756"/>
                  </a:cubicBezTo>
                  <a:cubicBezTo>
                    <a:pt x="445" y="1556"/>
                    <a:pt x="256" y="2644"/>
                    <a:pt x="167" y="3700"/>
                  </a:cubicBezTo>
                  <a:cubicBezTo>
                    <a:pt x="56" y="4933"/>
                    <a:pt x="1" y="6199"/>
                    <a:pt x="112" y="7433"/>
                  </a:cubicBezTo>
                  <a:cubicBezTo>
                    <a:pt x="156" y="7888"/>
                    <a:pt x="223" y="8332"/>
                    <a:pt x="334" y="8776"/>
                  </a:cubicBezTo>
                  <a:cubicBezTo>
                    <a:pt x="478" y="9366"/>
                    <a:pt x="689" y="9932"/>
                    <a:pt x="989" y="10465"/>
                  </a:cubicBezTo>
                  <a:cubicBezTo>
                    <a:pt x="1144" y="10743"/>
                    <a:pt x="1334" y="11020"/>
                    <a:pt x="1600" y="11198"/>
                  </a:cubicBezTo>
                  <a:cubicBezTo>
                    <a:pt x="1789" y="11321"/>
                    <a:pt x="2000" y="11398"/>
                    <a:pt x="2222" y="11454"/>
                  </a:cubicBezTo>
                  <a:cubicBezTo>
                    <a:pt x="2437" y="11500"/>
                    <a:pt x="2656" y="11525"/>
                    <a:pt x="2873" y="11525"/>
                  </a:cubicBezTo>
                  <a:cubicBezTo>
                    <a:pt x="2971" y="11525"/>
                    <a:pt x="3069" y="11520"/>
                    <a:pt x="3166" y="11509"/>
                  </a:cubicBezTo>
                  <a:lnTo>
                    <a:pt x="3166" y="11509"/>
                  </a:lnTo>
                  <a:cubicBezTo>
                    <a:pt x="3166" y="11531"/>
                    <a:pt x="3156" y="11543"/>
                    <a:pt x="3156" y="11554"/>
                  </a:cubicBezTo>
                  <a:cubicBezTo>
                    <a:pt x="3644" y="11610"/>
                    <a:pt x="4122" y="11632"/>
                    <a:pt x="4610" y="11632"/>
                  </a:cubicBezTo>
                  <a:cubicBezTo>
                    <a:pt x="4400" y="11743"/>
                    <a:pt x="4188" y="11854"/>
                    <a:pt x="3966" y="11965"/>
                  </a:cubicBezTo>
                  <a:cubicBezTo>
                    <a:pt x="4855" y="11832"/>
                    <a:pt x="5721" y="11620"/>
                    <a:pt x="6565" y="11331"/>
                  </a:cubicBezTo>
                  <a:lnTo>
                    <a:pt x="6565" y="11331"/>
                  </a:lnTo>
                  <a:cubicBezTo>
                    <a:pt x="6466" y="11420"/>
                    <a:pt x="6366" y="11499"/>
                    <a:pt x="6277" y="11587"/>
                  </a:cubicBezTo>
                  <a:cubicBezTo>
                    <a:pt x="6444" y="11443"/>
                    <a:pt x="6710" y="11476"/>
                    <a:pt x="6921" y="11465"/>
                  </a:cubicBezTo>
                  <a:cubicBezTo>
                    <a:pt x="7177" y="11465"/>
                    <a:pt x="7399" y="11398"/>
                    <a:pt x="7654" y="11376"/>
                  </a:cubicBezTo>
                  <a:cubicBezTo>
                    <a:pt x="8310" y="11309"/>
                    <a:pt x="8965" y="11188"/>
                    <a:pt x="9599" y="11020"/>
                  </a:cubicBezTo>
                  <a:cubicBezTo>
                    <a:pt x="9754" y="10976"/>
                    <a:pt x="9943" y="10887"/>
                    <a:pt x="9932" y="10732"/>
                  </a:cubicBezTo>
                  <a:cubicBezTo>
                    <a:pt x="9920" y="10532"/>
                    <a:pt x="9599" y="10509"/>
                    <a:pt x="9488" y="10332"/>
                  </a:cubicBezTo>
                  <a:lnTo>
                    <a:pt x="9488" y="10332"/>
                  </a:lnTo>
                  <a:cubicBezTo>
                    <a:pt x="9586" y="10346"/>
                    <a:pt x="9685" y="10360"/>
                    <a:pt x="9784" y="10360"/>
                  </a:cubicBezTo>
                  <a:cubicBezTo>
                    <a:pt x="9841" y="10360"/>
                    <a:pt x="9897" y="10355"/>
                    <a:pt x="9954" y="10343"/>
                  </a:cubicBezTo>
                  <a:cubicBezTo>
                    <a:pt x="10110" y="10299"/>
                    <a:pt x="10254" y="10176"/>
                    <a:pt x="10254" y="10021"/>
                  </a:cubicBezTo>
                  <a:cubicBezTo>
                    <a:pt x="10265" y="9865"/>
                    <a:pt x="10154" y="9743"/>
                    <a:pt x="10031" y="9655"/>
                  </a:cubicBezTo>
                  <a:cubicBezTo>
                    <a:pt x="9844" y="9516"/>
                    <a:pt x="9604" y="9439"/>
                    <a:pt x="9374" y="9439"/>
                  </a:cubicBezTo>
                  <a:cubicBezTo>
                    <a:pt x="9345" y="9439"/>
                    <a:pt x="9316" y="9441"/>
                    <a:pt x="9288" y="9443"/>
                  </a:cubicBezTo>
                  <a:cubicBezTo>
                    <a:pt x="9543" y="9388"/>
                    <a:pt x="9776" y="9243"/>
                    <a:pt x="9954" y="9055"/>
                  </a:cubicBezTo>
                  <a:cubicBezTo>
                    <a:pt x="10043" y="8954"/>
                    <a:pt x="10120" y="8799"/>
                    <a:pt x="10043" y="8688"/>
                  </a:cubicBezTo>
                  <a:cubicBezTo>
                    <a:pt x="9987" y="8621"/>
                    <a:pt x="9898" y="8588"/>
                    <a:pt x="9821" y="8577"/>
                  </a:cubicBezTo>
                  <a:cubicBezTo>
                    <a:pt x="9742" y="8564"/>
                    <a:pt x="9661" y="8557"/>
                    <a:pt x="9580" y="8557"/>
                  </a:cubicBezTo>
                  <a:cubicBezTo>
                    <a:pt x="9456" y="8557"/>
                    <a:pt x="9330" y="8572"/>
                    <a:pt x="9209" y="8599"/>
                  </a:cubicBezTo>
                  <a:cubicBezTo>
                    <a:pt x="9421" y="8488"/>
                    <a:pt x="9632" y="8354"/>
                    <a:pt x="9809" y="8188"/>
                  </a:cubicBezTo>
                  <a:cubicBezTo>
                    <a:pt x="9876" y="8132"/>
                    <a:pt x="9943" y="8055"/>
                    <a:pt x="9920" y="7977"/>
                  </a:cubicBezTo>
                  <a:cubicBezTo>
                    <a:pt x="9898" y="7910"/>
                    <a:pt x="9831" y="7888"/>
                    <a:pt x="9776" y="7866"/>
                  </a:cubicBezTo>
                  <a:cubicBezTo>
                    <a:pt x="9633" y="7814"/>
                    <a:pt x="9482" y="7789"/>
                    <a:pt x="9329" y="7789"/>
                  </a:cubicBezTo>
                  <a:cubicBezTo>
                    <a:pt x="9184" y="7789"/>
                    <a:pt x="9039" y="7812"/>
                    <a:pt x="8898" y="7855"/>
                  </a:cubicBezTo>
                  <a:cubicBezTo>
                    <a:pt x="9187" y="7666"/>
                    <a:pt x="9387" y="7366"/>
                    <a:pt x="9454" y="7033"/>
                  </a:cubicBezTo>
                  <a:lnTo>
                    <a:pt x="9454" y="7033"/>
                  </a:lnTo>
                  <a:cubicBezTo>
                    <a:pt x="8784" y="7138"/>
                    <a:pt x="8121" y="7185"/>
                    <a:pt x="7462" y="7185"/>
                  </a:cubicBezTo>
                  <a:cubicBezTo>
                    <a:pt x="7007" y="7185"/>
                    <a:pt x="6553" y="7162"/>
                    <a:pt x="6099" y="7122"/>
                  </a:cubicBezTo>
                  <a:cubicBezTo>
                    <a:pt x="5721" y="7088"/>
                    <a:pt x="5333" y="7033"/>
                    <a:pt x="4944" y="6977"/>
                  </a:cubicBezTo>
                  <a:cubicBezTo>
                    <a:pt x="4810" y="5989"/>
                    <a:pt x="4677" y="5011"/>
                    <a:pt x="4677" y="4022"/>
                  </a:cubicBezTo>
                  <a:cubicBezTo>
                    <a:pt x="4577" y="3100"/>
                    <a:pt x="4366" y="2178"/>
                    <a:pt x="4022" y="1311"/>
                  </a:cubicBezTo>
                  <a:cubicBezTo>
                    <a:pt x="3755" y="667"/>
                    <a:pt x="3566" y="23"/>
                    <a:pt x="2711" y="0"/>
                  </a:cubicBezTo>
                  <a:cubicBezTo>
                    <a:pt x="2702" y="0"/>
                    <a:pt x="2694" y="0"/>
                    <a:pt x="2685"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61"/>
            <p:cNvSpPr/>
            <p:nvPr/>
          </p:nvSpPr>
          <p:spPr>
            <a:xfrm>
              <a:off x="1517100" y="3086550"/>
              <a:ext cx="260825" cy="317375"/>
            </a:xfrm>
            <a:custGeom>
              <a:avLst/>
              <a:gdLst/>
              <a:ahLst/>
              <a:cxnLst/>
              <a:rect l="l" t="t" r="r" b="b"/>
              <a:pathLst>
                <a:path w="10433" h="12695" extrusionOk="0">
                  <a:moveTo>
                    <a:pt x="6674" y="0"/>
                  </a:moveTo>
                  <a:cubicBezTo>
                    <a:pt x="6211" y="0"/>
                    <a:pt x="5747" y="72"/>
                    <a:pt x="5311" y="214"/>
                  </a:cubicBezTo>
                  <a:cubicBezTo>
                    <a:pt x="5167" y="258"/>
                    <a:pt x="3867" y="802"/>
                    <a:pt x="3945" y="969"/>
                  </a:cubicBezTo>
                  <a:cubicBezTo>
                    <a:pt x="3845" y="758"/>
                    <a:pt x="3945" y="447"/>
                    <a:pt x="3767" y="258"/>
                  </a:cubicBezTo>
                  <a:cubicBezTo>
                    <a:pt x="3590" y="358"/>
                    <a:pt x="3501" y="591"/>
                    <a:pt x="3556" y="791"/>
                  </a:cubicBezTo>
                  <a:cubicBezTo>
                    <a:pt x="3434" y="580"/>
                    <a:pt x="3279" y="380"/>
                    <a:pt x="3101" y="214"/>
                  </a:cubicBezTo>
                  <a:cubicBezTo>
                    <a:pt x="3027" y="143"/>
                    <a:pt x="2969" y="112"/>
                    <a:pt x="2924" y="112"/>
                  </a:cubicBezTo>
                  <a:cubicBezTo>
                    <a:pt x="2660" y="112"/>
                    <a:pt x="2842" y="1173"/>
                    <a:pt x="2756" y="1325"/>
                  </a:cubicBezTo>
                  <a:cubicBezTo>
                    <a:pt x="2634" y="1580"/>
                    <a:pt x="2156" y="1791"/>
                    <a:pt x="1945" y="1991"/>
                  </a:cubicBezTo>
                  <a:cubicBezTo>
                    <a:pt x="1657" y="2246"/>
                    <a:pt x="1401" y="2535"/>
                    <a:pt x="1156" y="2835"/>
                  </a:cubicBezTo>
                  <a:cubicBezTo>
                    <a:pt x="534" y="3602"/>
                    <a:pt x="1" y="4579"/>
                    <a:pt x="257" y="5534"/>
                  </a:cubicBezTo>
                  <a:cubicBezTo>
                    <a:pt x="435" y="5357"/>
                    <a:pt x="623" y="5179"/>
                    <a:pt x="801" y="5013"/>
                  </a:cubicBezTo>
                  <a:lnTo>
                    <a:pt x="801" y="5013"/>
                  </a:lnTo>
                  <a:cubicBezTo>
                    <a:pt x="168" y="5613"/>
                    <a:pt x="512" y="7690"/>
                    <a:pt x="1179" y="8156"/>
                  </a:cubicBezTo>
                  <a:cubicBezTo>
                    <a:pt x="1210" y="8177"/>
                    <a:pt x="1245" y="8184"/>
                    <a:pt x="1281" y="8184"/>
                  </a:cubicBezTo>
                  <a:cubicBezTo>
                    <a:pt x="1370" y="8184"/>
                    <a:pt x="1467" y="8139"/>
                    <a:pt x="1535" y="8139"/>
                  </a:cubicBezTo>
                  <a:cubicBezTo>
                    <a:pt x="1557" y="8139"/>
                    <a:pt x="1575" y="8144"/>
                    <a:pt x="1590" y="8156"/>
                  </a:cubicBezTo>
                  <a:cubicBezTo>
                    <a:pt x="1723" y="8279"/>
                    <a:pt x="1768" y="8723"/>
                    <a:pt x="1845" y="8901"/>
                  </a:cubicBezTo>
                  <a:cubicBezTo>
                    <a:pt x="2123" y="9511"/>
                    <a:pt x="2556" y="10022"/>
                    <a:pt x="3012" y="10501"/>
                  </a:cubicBezTo>
                  <a:cubicBezTo>
                    <a:pt x="3190" y="10678"/>
                    <a:pt x="3378" y="10867"/>
                    <a:pt x="3622" y="10911"/>
                  </a:cubicBezTo>
                  <a:cubicBezTo>
                    <a:pt x="3649" y="10916"/>
                    <a:pt x="3676" y="10918"/>
                    <a:pt x="3703" y="10918"/>
                  </a:cubicBezTo>
                  <a:cubicBezTo>
                    <a:pt x="3937" y="10918"/>
                    <a:pt x="4176" y="10751"/>
                    <a:pt x="4156" y="10523"/>
                  </a:cubicBezTo>
                  <a:lnTo>
                    <a:pt x="4156" y="10523"/>
                  </a:lnTo>
                  <a:cubicBezTo>
                    <a:pt x="4400" y="11355"/>
                    <a:pt x="4911" y="12167"/>
                    <a:pt x="5711" y="12522"/>
                  </a:cubicBezTo>
                  <a:cubicBezTo>
                    <a:pt x="5959" y="12638"/>
                    <a:pt x="6238" y="12695"/>
                    <a:pt x="6515" y="12695"/>
                  </a:cubicBezTo>
                  <a:cubicBezTo>
                    <a:pt x="7120" y="12695"/>
                    <a:pt x="7722" y="12425"/>
                    <a:pt x="8011" y="11900"/>
                  </a:cubicBezTo>
                  <a:cubicBezTo>
                    <a:pt x="8105" y="11994"/>
                    <a:pt x="8230" y="12036"/>
                    <a:pt x="8360" y="12036"/>
                  </a:cubicBezTo>
                  <a:cubicBezTo>
                    <a:pt x="8552" y="12036"/>
                    <a:pt x="8756" y="11945"/>
                    <a:pt x="8888" y="11800"/>
                  </a:cubicBezTo>
                  <a:cubicBezTo>
                    <a:pt x="9110" y="11555"/>
                    <a:pt x="9188" y="11211"/>
                    <a:pt x="9255" y="10889"/>
                  </a:cubicBezTo>
                  <a:cubicBezTo>
                    <a:pt x="9399" y="10167"/>
                    <a:pt x="9555" y="9445"/>
                    <a:pt x="9699" y="8723"/>
                  </a:cubicBezTo>
                  <a:cubicBezTo>
                    <a:pt x="9833" y="8756"/>
                    <a:pt x="9955" y="8790"/>
                    <a:pt x="10077" y="8812"/>
                  </a:cubicBezTo>
                  <a:cubicBezTo>
                    <a:pt x="9932" y="8778"/>
                    <a:pt x="9877" y="6435"/>
                    <a:pt x="9855" y="6190"/>
                  </a:cubicBezTo>
                  <a:cubicBezTo>
                    <a:pt x="10043" y="6146"/>
                    <a:pt x="10122" y="6023"/>
                    <a:pt x="10166" y="5845"/>
                  </a:cubicBezTo>
                  <a:cubicBezTo>
                    <a:pt x="10433" y="4568"/>
                    <a:pt x="9988" y="3169"/>
                    <a:pt x="9033" y="2268"/>
                  </a:cubicBezTo>
                  <a:cubicBezTo>
                    <a:pt x="9166" y="2268"/>
                    <a:pt x="9300" y="2224"/>
                    <a:pt x="9399" y="2124"/>
                  </a:cubicBezTo>
                  <a:cubicBezTo>
                    <a:pt x="9255" y="1913"/>
                    <a:pt x="9044" y="1747"/>
                    <a:pt x="8811" y="1624"/>
                  </a:cubicBezTo>
                  <a:cubicBezTo>
                    <a:pt x="9088" y="1436"/>
                    <a:pt x="9110" y="1158"/>
                    <a:pt x="8999" y="913"/>
                  </a:cubicBezTo>
                  <a:cubicBezTo>
                    <a:pt x="8932" y="735"/>
                    <a:pt x="8789" y="580"/>
                    <a:pt x="8633" y="480"/>
                  </a:cubicBezTo>
                  <a:cubicBezTo>
                    <a:pt x="8189" y="192"/>
                    <a:pt x="7555" y="58"/>
                    <a:pt x="7022" y="14"/>
                  </a:cubicBezTo>
                  <a:cubicBezTo>
                    <a:pt x="6906" y="5"/>
                    <a:pt x="6790" y="0"/>
                    <a:pt x="6674"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61"/>
            <p:cNvSpPr/>
            <p:nvPr/>
          </p:nvSpPr>
          <p:spPr>
            <a:xfrm>
              <a:off x="1591550" y="3140125"/>
              <a:ext cx="168325" cy="137300"/>
            </a:xfrm>
            <a:custGeom>
              <a:avLst/>
              <a:gdLst/>
              <a:ahLst/>
              <a:cxnLst/>
              <a:rect l="l" t="t" r="r" b="b"/>
              <a:pathLst>
                <a:path w="6733" h="5492" extrusionOk="0">
                  <a:moveTo>
                    <a:pt x="2665" y="1"/>
                  </a:moveTo>
                  <a:cubicBezTo>
                    <a:pt x="2628" y="1"/>
                    <a:pt x="2592" y="2"/>
                    <a:pt x="2555" y="4"/>
                  </a:cubicBezTo>
                  <a:cubicBezTo>
                    <a:pt x="1878" y="48"/>
                    <a:pt x="1234" y="459"/>
                    <a:pt x="911" y="1059"/>
                  </a:cubicBezTo>
                  <a:cubicBezTo>
                    <a:pt x="700" y="1426"/>
                    <a:pt x="622" y="1848"/>
                    <a:pt x="478" y="2236"/>
                  </a:cubicBezTo>
                  <a:cubicBezTo>
                    <a:pt x="389" y="2470"/>
                    <a:pt x="267" y="2703"/>
                    <a:pt x="178" y="2936"/>
                  </a:cubicBezTo>
                  <a:cubicBezTo>
                    <a:pt x="67" y="3225"/>
                    <a:pt x="0" y="3514"/>
                    <a:pt x="56" y="3803"/>
                  </a:cubicBezTo>
                  <a:cubicBezTo>
                    <a:pt x="133" y="4236"/>
                    <a:pt x="478" y="4569"/>
                    <a:pt x="844" y="4813"/>
                  </a:cubicBezTo>
                  <a:cubicBezTo>
                    <a:pt x="1545" y="5269"/>
                    <a:pt x="2377" y="5480"/>
                    <a:pt x="3211" y="5491"/>
                  </a:cubicBezTo>
                  <a:cubicBezTo>
                    <a:pt x="3235" y="5492"/>
                    <a:pt x="3259" y="5492"/>
                    <a:pt x="3282" y="5492"/>
                  </a:cubicBezTo>
                  <a:cubicBezTo>
                    <a:pt x="4091" y="5492"/>
                    <a:pt x="4900" y="5316"/>
                    <a:pt x="5666" y="5047"/>
                  </a:cubicBezTo>
                  <a:cubicBezTo>
                    <a:pt x="5922" y="4958"/>
                    <a:pt x="6188" y="4858"/>
                    <a:pt x="6366" y="4647"/>
                  </a:cubicBezTo>
                  <a:cubicBezTo>
                    <a:pt x="6732" y="4236"/>
                    <a:pt x="6633" y="3591"/>
                    <a:pt x="6465" y="3070"/>
                  </a:cubicBezTo>
                  <a:cubicBezTo>
                    <a:pt x="6221" y="2292"/>
                    <a:pt x="5910" y="1537"/>
                    <a:pt x="5532" y="814"/>
                  </a:cubicBezTo>
                  <a:cubicBezTo>
                    <a:pt x="5388" y="525"/>
                    <a:pt x="5211" y="226"/>
                    <a:pt x="4910" y="93"/>
                  </a:cubicBezTo>
                  <a:cubicBezTo>
                    <a:pt x="4815" y="48"/>
                    <a:pt x="4713" y="28"/>
                    <a:pt x="4610" y="28"/>
                  </a:cubicBezTo>
                  <a:cubicBezTo>
                    <a:pt x="4376" y="28"/>
                    <a:pt x="4139" y="133"/>
                    <a:pt x="3977" y="303"/>
                  </a:cubicBezTo>
                  <a:cubicBezTo>
                    <a:pt x="3884" y="407"/>
                    <a:pt x="3839" y="618"/>
                    <a:pt x="3698" y="618"/>
                  </a:cubicBezTo>
                  <a:cubicBezTo>
                    <a:pt x="3688" y="618"/>
                    <a:pt x="3677" y="616"/>
                    <a:pt x="3666" y="614"/>
                  </a:cubicBezTo>
                  <a:cubicBezTo>
                    <a:pt x="3555" y="581"/>
                    <a:pt x="3411" y="214"/>
                    <a:pt x="3266" y="137"/>
                  </a:cubicBezTo>
                  <a:cubicBezTo>
                    <a:pt x="3087" y="33"/>
                    <a:pt x="2875" y="1"/>
                    <a:pt x="266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61"/>
            <p:cNvSpPr/>
            <p:nvPr/>
          </p:nvSpPr>
          <p:spPr>
            <a:xfrm>
              <a:off x="1679300" y="3224000"/>
              <a:ext cx="16125" cy="9350"/>
            </a:xfrm>
            <a:custGeom>
              <a:avLst/>
              <a:gdLst/>
              <a:ahLst/>
              <a:cxnLst/>
              <a:rect l="l" t="t" r="r" b="b"/>
              <a:pathLst>
                <a:path w="645" h="374" extrusionOk="0">
                  <a:moveTo>
                    <a:pt x="258" y="1"/>
                  </a:moveTo>
                  <a:cubicBezTo>
                    <a:pt x="235" y="1"/>
                    <a:pt x="213" y="2"/>
                    <a:pt x="190" y="4"/>
                  </a:cubicBezTo>
                  <a:cubicBezTo>
                    <a:pt x="145" y="4"/>
                    <a:pt x="101" y="4"/>
                    <a:pt x="79" y="36"/>
                  </a:cubicBezTo>
                  <a:cubicBezTo>
                    <a:pt x="34" y="59"/>
                    <a:pt x="12" y="125"/>
                    <a:pt x="12" y="170"/>
                  </a:cubicBezTo>
                  <a:cubicBezTo>
                    <a:pt x="1" y="192"/>
                    <a:pt x="1" y="204"/>
                    <a:pt x="1" y="226"/>
                  </a:cubicBezTo>
                  <a:cubicBezTo>
                    <a:pt x="12" y="248"/>
                    <a:pt x="45" y="270"/>
                    <a:pt x="79" y="281"/>
                  </a:cubicBezTo>
                  <a:cubicBezTo>
                    <a:pt x="190" y="315"/>
                    <a:pt x="323" y="347"/>
                    <a:pt x="445" y="370"/>
                  </a:cubicBezTo>
                  <a:cubicBezTo>
                    <a:pt x="458" y="372"/>
                    <a:pt x="470" y="374"/>
                    <a:pt x="481" y="374"/>
                  </a:cubicBezTo>
                  <a:cubicBezTo>
                    <a:pt x="566" y="374"/>
                    <a:pt x="604" y="302"/>
                    <a:pt x="634" y="204"/>
                  </a:cubicBezTo>
                  <a:cubicBezTo>
                    <a:pt x="645" y="181"/>
                    <a:pt x="645" y="137"/>
                    <a:pt x="634" y="115"/>
                  </a:cubicBezTo>
                  <a:cubicBezTo>
                    <a:pt x="623" y="92"/>
                    <a:pt x="600" y="81"/>
                    <a:pt x="578" y="70"/>
                  </a:cubicBezTo>
                  <a:cubicBezTo>
                    <a:pt x="477" y="24"/>
                    <a:pt x="368" y="1"/>
                    <a:pt x="25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61"/>
            <p:cNvSpPr/>
            <p:nvPr/>
          </p:nvSpPr>
          <p:spPr>
            <a:xfrm>
              <a:off x="1635150" y="3186850"/>
              <a:ext cx="33900" cy="27500"/>
            </a:xfrm>
            <a:custGeom>
              <a:avLst/>
              <a:gdLst/>
              <a:ahLst/>
              <a:cxnLst/>
              <a:rect l="l" t="t" r="r" b="b"/>
              <a:pathLst>
                <a:path w="1356" h="1100" extrusionOk="0">
                  <a:moveTo>
                    <a:pt x="1278" y="1"/>
                  </a:moveTo>
                  <a:lnTo>
                    <a:pt x="1278" y="1"/>
                  </a:lnTo>
                  <a:cubicBezTo>
                    <a:pt x="900" y="167"/>
                    <a:pt x="478" y="268"/>
                    <a:pt x="112" y="423"/>
                  </a:cubicBezTo>
                  <a:cubicBezTo>
                    <a:pt x="1" y="656"/>
                    <a:pt x="290" y="1001"/>
                    <a:pt x="500" y="1078"/>
                  </a:cubicBezTo>
                  <a:cubicBezTo>
                    <a:pt x="535" y="1093"/>
                    <a:pt x="575" y="1099"/>
                    <a:pt x="616" y="1099"/>
                  </a:cubicBezTo>
                  <a:cubicBezTo>
                    <a:pt x="666" y="1099"/>
                    <a:pt x="718" y="1090"/>
                    <a:pt x="767" y="1078"/>
                  </a:cubicBezTo>
                  <a:cubicBezTo>
                    <a:pt x="922" y="1045"/>
                    <a:pt x="1089" y="967"/>
                    <a:pt x="1189" y="834"/>
                  </a:cubicBezTo>
                  <a:cubicBezTo>
                    <a:pt x="1356" y="612"/>
                    <a:pt x="1334" y="290"/>
                    <a:pt x="12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61"/>
            <p:cNvSpPr/>
            <p:nvPr/>
          </p:nvSpPr>
          <p:spPr>
            <a:xfrm>
              <a:off x="1704575" y="3186300"/>
              <a:ext cx="25025" cy="19900"/>
            </a:xfrm>
            <a:custGeom>
              <a:avLst/>
              <a:gdLst/>
              <a:ahLst/>
              <a:cxnLst/>
              <a:rect l="l" t="t" r="r" b="b"/>
              <a:pathLst>
                <a:path w="1001" h="796" extrusionOk="0">
                  <a:moveTo>
                    <a:pt x="68" y="1"/>
                  </a:moveTo>
                  <a:lnTo>
                    <a:pt x="68" y="1"/>
                  </a:lnTo>
                  <a:cubicBezTo>
                    <a:pt x="23" y="211"/>
                    <a:pt x="1" y="445"/>
                    <a:pt x="123" y="601"/>
                  </a:cubicBezTo>
                  <a:cubicBezTo>
                    <a:pt x="201" y="700"/>
                    <a:pt x="312" y="756"/>
                    <a:pt x="434" y="778"/>
                  </a:cubicBezTo>
                  <a:cubicBezTo>
                    <a:pt x="467" y="789"/>
                    <a:pt x="500" y="795"/>
                    <a:pt x="534" y="795"/>
                  </a:cubicBezTo>
                  <a:cubicBezTo>
                    <a:pt x="567" y="795"/>
                    <a:pt x="600" y="789"/>
                    <a:pt x="634" y="778"/>
                  </a:cubicBezTo>
                  <a:cubicBezTo>
                    <a:pt x="789" y="722"/>
                    <a:pt x="1001" y="478"/>
                    <a:pt x="922" y="312"/>
                  </a:cubicBezTo>
                  <a:cubicBezTo>
                    <a:pt x="656" y="201"/>
                    <a:pt x="345" y="123"/>
                    <a:pt x="6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61"/>
            <p:cNvSpPr/>
            <p:nvPr/>
          </p:nvSpPr>
          <p:spPr>
            <a:xfrm>
              <a:off x="1699300" y="3165725"/>
              <a:ext cx="39450" cy="15325"/>
            </a:xfrm>
            <a:custGeom>
              <a:avLst/>
              <a:gdLst/>
              <a:ahLst/>
              <a:cxnLst/>
              <a:rect l="l" t="t" r="r" b="b"/>
              <a:pathLst>
                <a:path w="1578" h="613" extrusionOk="0">
                  <a:moveTo>
                    <a:pt x="211" y="1"/>
                  </a:moveTo>
                  <a:cubicBezTo>
                    <a:pt x="159" y="1"/>
                    <a:pt x="107" y="4"/>
                    <a:pt x="56" y="12"/>
                  </a:cubicBezTo>
                  <a:cubicBezTo>
                    <a:pt x="45" y="179"/>
                    <a:pt x="23" y="357"/>
                    <a:pt x="0" y="535"/>
                  </a:cubicBezTo>
                  <a:lnTo>
                    <a:pt x="123" y="535"/>
                  </a:lnTo>
                  <a:cubicBezTo>
                    <a:pt x="336" y="525"/>
                    <a:pt x="554" y="511"/>
                    <a:pt x="770" y="511"/>
                  </a:cubicBezTo>
                  <a:cubicBezTo>
                    <a:pt x="1036" y="511"/>
                    <a:pt x="1299" y="533"/>
                    <a:pt x="1545" y="612"/>
                  </a:cubicBezTo>
                  <a:lnTo>
                    <a:pt x="1578" y="513"/>
                  </a:lnTo>
                  <a:cubicBezTo>
                    <a:pt x="1311" y="301"/>
                    <a:pt x="1000" y="146"/>
                    <a:pt x="689" y="68"/>
                  </a:cubicBezTo>
                  <a:cubicBezTo>
                    <a:pt x="538" y="35"/>
                    <a:pt x="373" y="1"/>
                    <a:pt x="2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61"/>
            <p:cNvSpPr/>
            <p:nvPr/>
          </p:nvSpPr>
          <p:spPr>
            <a:xfrm>
              <a:off x="1630975" y="3163250"/>
              <a:ext cx="44200" cy="23900"/>
            </a:xfrm>
            <a:custGeom>
              <a:avLst/>
              <a:gdLst/>
              <a:ahLst/>
              <a:cxnLst/>
              <a:rect l="l" t="t" r="r" b="b"/>
              <a:pathLst>
                <a:path w="1768" h="956" extrusionOk="0">
                  <a:moveTo>
                    <a:pt x="1623" y="0"/>
                  </a:moveTo>
                  <a:cubicBezTo>
                    <a:pt x="1390" y="22"/>
                    <a:pt x="1134" y="111"/>
                    <a:pt x="923" y="212"/>
                  </a:cubicBezTo>
                  <a:cubicBezTo>
                    <a:pt x="578" y="367"/>
                    <a:pt x="267" y="589"/>
                    <a:pt x="1" y="867"/>
                  </a:cubicBezTo>
                  <a:cubicBezTo>
                    <a:pt x="23" y="901"/>
                    <a:pt x="34" y="923"/>
                    <a:pt x="57" y="956"/>
                  </a:cubicBezTo>
                  <a:cubicBezTo>
                    <a:pt x="523" y="701"/>
                    <a:pt x="1101" y="622"/>
                    <a:pt x="1634" y="534"/>
                  </a:cubicBezTo>
                  <a:cubicBezTo>
                    <a:pt x="1678" y="523"/>
                    <a:pt x="1734" y="511"/>
                    <a:pt x="1767" y="501"/>
                  </a:cubicBezTo>
                  <a:cubicBezTo>
                    <a:pt x="1723" y="334"/>
                    <a:pt x="1667" y="167"/>
                    <a:pt x="16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61"/>
            <p:cNvSpPr/>
            <p:nvPr/>
          </p:nvSpPr>
          <p:spPr>
            <a:xfrm>
              <a:off x="1652375" y="3193075"/>
              <a:ext cx="13350" cy="12025"/>
            </a:xfrm>
            <a:custGeom>
              <a:avLst/>
              <a:gdLst/>
              <a:ahLst/>
              <a:cxnLst/>
              <a:rect l="l" t="t" r="r" b="b"/>
              <a:pathLst>
                <a:path w="534" h="481" extrusionOk="0">
                  <a:moveTo>
                    <a:pt x="251" y="1"/>
                  </a:moveTo>
                  <a:cubicBezTo>
                    <a:pt x="214" y="1"/>
                    <a:pt x="177" y="10"/>
                    <a:pt x="144" y="29"/>
                  </a:cubicBezTo>
                  <a:cubicBezTo>
                    <a:pt x="33" y="85"/>
                    <a:pt x="0" y="229"/>
                    <a:pt x="56" y="352"/>
                  </a:cubicBezTo>
                  <a:cubicBezTo>
                    <a:pt x="95" y="430"/>
                    <a:pt x="189" y="480"/>
                    <a:pt x="276" y="480"/>
                  </a:cubicBezTo>
                  <a:cubicBezTo>
                    <a:pt x="313" y="480"/>
                    <a:pt x="348" y="471"/>
                    <a:pt x="378" y="451"/>
                  </a:cubicBezTo>
                  <a:cubicBezTo>
                    <a:pt x="489" y="385"/>
                    <a:pt x="534" y="251"/>
                    <a:pt x="467" y="130"/>
                  </a:cubicBezTo>
                  <a:cubicBezTo>
                    <a:pt x="428" y="51"/>
                    <a:pt x="339" y="1"/>
                    <a:pt x="25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61"/>
            <p:cNvSpPr/>
            <p:nvPr/>
          </p:nvSpPr>
          <p:spPr>
            <a:xfrm>
              <a:off x="1710400" y="3191675"/>
              <a:ext cx="12800" cy="11500"/>
            </a:xfrm>
            <a:custGeom>
              <a:avLst/>
              <a:gdLst/>
              <a:ahLst/>
              <a:cxnLst/>
              <a:rect l="l" t="t" r="r" b="b"/>
              <a:pathLst>
                <a:path w="512" h="460" extrusionOk="0">
                  <a:moveTo>
                    <a:pt x="269" y="0"/>
                  </a:moveTo>
                  <a:cubicBezTo>
                    <a:pt x="204" y="0"/>
                    <a:pt x="139" y="26"/>
                    <a:pt x="90" y="75"/>
                  </a:cubicBezTo>
                  <a:cubicBezTo>
                    <a:pt x="1" y="163"/>
                    <a:pt x="12" y="330"/>
                    <a:pt x="101" y="408"/>
                  </a:cubicBezTo>
                  <a:cubicBezTo>
                    <a:pt x="141" y="443"/>
                    <a:pt x="192" y="460"/>
                    <a:pt x="245" y="460"/>
                  </a:cubicBezTo>
                  <a:cubicBezTo>
                    <a:pt x="309" y="460"/>
                    <a:pt x="374" y="434"/>
                    <a:pt x="423" y="386"/>
                  </a:cubicBezTo>
                  <a:cubicBezTo>
                    <a:pt x="512" y="285"/>
                    <a:pt x="501" y="130"/>
                    <a:pt x="412" y="52"/>
                  </a:cubicBezTo>
                  <a:cubicBezTo>
                    <a:pt x="372" y="17"/>
                    <a:pt x="321" y="0"/>
                    <a:pt x="26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61"/>
            <p:cNvSpPr/>
            <p:nvPr/>
          </p:nvSpPr>
          <p:spPr>
            <a:xfrm>
              <a:off x="1661525" y="3213850"/>
              <a:ext cx="13925" cy="17175"/>
            </a:xfrm>
            <a:custGeom>
              <a:avLst/>
              <a:gdLst/>
              <a:ahLst/>
              <a:cxnLst/>
              <a:rect l="l" t="t" r="r" b="b"/>
              <a:pathLst>
                <a:path w="557" h="687" extrusionOk="0">
                  <a:moveTo>
                    <a:pt x="299" y="0"/>
                  </a:moveTo>
                  <a:cubicBezTo>
                    <a:pt x="288" y="0"/>
                    <a:pt x="277" y="7"/>
                    <a:pt x="267" y="20"/>
                  </a:cubicBezTo>
                  <a:cubicBezTo>
                    <a:pt x="168" y="143"/>
                    <a:pt x="79" y="287"/>
                    <a:pt x="23" y="432"/>
                  </a:cubicBezTo>
                  <a:cubicBezTo>
                    <a:pt x="12" y="454"/>
                    <a:pt x="1" y="476"/>
                    <a:pt x="12" y="498"/>
                  </a:cubicBezTo>
                  <a:lnTo>
                    <a:pt x="23" y="509"/>
                  </a:lnTo>
                  <a:cubicBezTo>
                    <a:pt x="156" y="587"/>
                    <a:pt x="301" y="654"/>
                    <a:pt x="467" y="676"/>
                  </a:cubicBezTo>
                  <a:cubicBezTo>
                    <a:pt x="501" y="676"/>
                    <a:pt x="534" y="687"/>
                    <a:pt x="556" y="687"/>
                  </a:cubicBezTo>
                  <a:cubicBezTo>
                    <a:pt x="512" y="587"/>
                    <a:pt x="467" y="487"/>
                    <a:pt x="434" y="376"/>
                  </a:cubicBezTo>
                  <a:cubicBezTo>
                    <a:pt x="423" y="331"/>
                    <a:pt x="356" y="154"/>
                    <a:pt x="334" y="32"/>
                  </a:cubicBezTo>
                  <a:cubicBezTo>
                    <a:pt x="328" y="12"/>
                    <a:pt x="314" y="0"/>
                    <a:pt x="29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61"/>
            <p:cNvSpPr/>
            <p:nvPr/>
          </p:nvSpPr>
          <p:spPr>
            <a:xfrm>
              <a:off x="1701525" y="3215625"/>
              <a:ext cx="14750" cy="16800"/>
            </a:xfrm>
            <a:custGeom>
              <a:avLst/>
              <a:gdLst/>
              <a:ahLst/>
              <a:cxnLst/>
              <a:rect l="l" t="t" r="r" b="b"/>
              <a:pathLst>
                <a:path w="590" h="672" extrusionOk="0">
                  <a:moveTo>
                    <a:pt x="372" y="1"/>
                  </a:moveTo>
                  <a:cubicBezTo>
                    <a:pt x="356" y="1"/>
                    <a:pt x="340" y="9"/>
                    <a:pt x="334" y="28"/>
                  </a:cubicBezTo>
                  <a:cubicBezTo>
                    <a:pt x="289" y="139"/>
                    <a:pt x="200" y="305"/>
                    <a:pt x="178" y="339"/>
                  </a:cubicBezTo>
                  <a:cubicBezTo>
                    <a:pt x="134" y="450"/>
                    <a:pt x="67" y="549"/>
                    <a:pt x="0" y="650"/>
                  </a:cubicBezTo>
                  <a:lnTo>
                    <a:pt x="0" y="672"/>
                  </a:lnTo>
                  <a:cubicBezTo>
                    <a:pt x="78" y="627"/>
                    <a:pt x="178" y="627"/>
                    <a:pt x="267" y="616"/>
                  </a:cubicBezTo>
                  <a:cubicBezTo>
                    <a:pt x="378" y="605"/>
                    <a:pt x="467" y="583"/>
                    <a:pt x="567" y="561"/>
                  </a:cubicBezTo>
                  <a:cubicBezTo>
                    <a:pt x="578" y="561"/>
                    <a:pt x="578" y="549"/>
                    <a:pt x="578" y="549"/>
                  </a:cubicBezTo>
                  <a:cubicBezTo>
                    <a:pt x="589" y="527"/>
                    <a:pt x="589" y="494"/>
                    <a:pt x="578" y="472"/>
                  </a:cubicBezTo>
                  <a:cubicBezTo>
                    <a:pt x="545" y="316"/>
                    <a:pt x="478" y="161"/>
                    <a:pt x="400" y="16"/>
                  </a:cubicBezTo>
                  <a:cubicBezTo>
                    <a:pt x="395" y="6"/>
                    <a:pt x="384" y="1"/>
                    <a:pt x="3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61"/>
            <p:cNvSpPr/>
            <p:nvPr/>
          </p:nvSpPr>
          <p:spPr>
            <a:xfrm>
              <a:off x="1637375" y="3185750"/>
              <a:ext cx="30575" cy="12250"/>
            </a:xfrm>
            <a:custGeom>
              <a:avLst/>
              <a:gdLst/>
              <a:ahLst/>
              <a:cxnLst/>
              <a:rect l="l" t="t" r="r" b="b"/>
              <a:pathLst>
                <a:path w="1223" h="490" extrusionOk="0">
                  <a:moveTo>
                    <a:pt x="1189" y="1"/>
                  </a:moveTo>
                  <a:cubicBezTo>
                    <a:pt x="811" y="189"/>
                    <a:pt x="411" y="322"/>
                    <a:pt x="1" y="411"/>
                  </a:cubicBezTo>
                  <a:lnTo>
                    <a:pt x="11" y="489"/>
                  </a:lnTo>
                  <a:cubicBezTo>
                    <a:pt x="433" y="400"/>
                    <a:pt x="845" y="256"/>
                    <a:pt x="1223" y="78"/>
                  </a:cubicBezTo>
                  <a:lnTo>
                    <a:pt x="118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61"/>
            <p:cNvSpPr/>
            <p:nvPr/>
          </p:nvSpPr>
          <p:spPr>
            <a:xfrm>
              <a:off x="1704850" y="3185200"/>
              <a:ext cx="23650" cy="9725"/>
            </a:xfrm>
            <a:custGeom>
              <a:avLst/>
              <a:gdLst/>
              <a:ahLst/>
              <a:cxnLst/>
              <a:rect l="l" t="t" r="r" b="b"/>
              <a:pathLst>
                <a:path w="946" h="389" extrusionOk="0">
                  <a:moveTo>
                    <a:pt x="34" y="0"/>
                  </a:moveTo>
                  <a:lnTo>
                    <a:pt x="1" y="78"/>
                  </a:lnTo>
                  <a:cubicBezTo>
                    <a:pt x="289" y="211"/>
                    <a:pt x="600" y="322"/>
                    <a:pt x="923" y="389"/>
                  </a:cubicBezTo>
                  <a:lnTo>
                    <a:pt x="945" y="311"/>
                  </a:lnTo>
                  <a:cubicBezTo>
                    <a:pt x="623" y="245"/>
                    <a:pt x="323" y="144"/>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61"/>
            <p:cNvSpPr/>
            <p:nvPr/>
          </p:nvSpPr>
          <p:spPr>
            <a:xfrm>
              <a:off x="1673750" y="3197125"/>
              <a:ext cx="29750" cy="21700"/>
            </a:xfrm>
            <a:custGeom>
              <a:avLst/>
              <a:gdLst/>
              <a:ahLst/>
              <a:cxnLst/>
              <a:rect l="l" t="t" r="r" b="b"/>
              <a:pathLst>
                <a:path w="1190" h="868" extrusionOk="0">
                  <a:moveTo>
                    <a:pt x="942" y="1"/>
                  </a:moveTo>
                  <a:cubicBezTo>
                    <a:pt x="850" y="1"/>
                    <a:pt x="760" y="50"/>
                    <a:pt x="711" y="123"/>
                  </a:cubicBezTo>
                  <a:cubicBezTo>
                    <a:pt x="678" y="168"/>
                    <a:pt x="645" y="223"/>
                    <a:pt x="634" y="267"/>
                  </a:cubicBezTo>
                  <a:cubicBezTo>
                    <a:pt x="544" y="150"/>
                    <a:pt x="396" y="77"/>
                    <a:pt x="248" y="77"/>
                  </a:cubicBezTo>
                  <a:cubicBezTo>
                    <a:pt x="213" y="77"/>
                    <a:pt x="179" y="81"/>
                    <a:pt x="145" y="89"/>
                  </a:cubicBezTo>
                  <a:cubicBezTo>
                    <a:pt x="123" y="101"/>
                    <a:pt x="89" y="101"/>
                    <a:pt x="67" y="123"/>
                  </a:cubicBezTo>
                  <a:cubicBezTo>
                    <a:pt x="45" y="145"/>
                    <a:pt x="23" y="178"/>
                    <a:pt x="23" y="212"/>
                  </a:cubicBezTo>
                  <a:cubicBezTo>
                    <a:pt x="0" y="334"/>
                    <a:pt x="67" y="434"/>
                    <a:pt x="123" y="523"/>
                  </a:cubicBezTo>
                  <a:cubicBezTo>
                    <a:pt x="234" y="679"/>
                    <a:pt x="367" y="834"/>
                    <a:pt x="545" y="856"/>
                  </a:cubicBezTo>
                  <a:lnTo>
                    <a:pt x="567" y="745"/>
                  </a:lnTo>
                  <a:cubicBezTo>
                    <a:pt x="423" y="723"/>
                    <a:pt x="323" y="590"/>
                    <a:pt x="223" y="456"/>
                  </a:cubicBezTo>
                  <a:cubicBezTo>
                    <a:pt x="178" y="390"/>
                    <a:pt x="123" y="312"/>
                    <a:pt x="134" y="234"/>
                  </a:cubicBezTo>
                  <a:cubicBezTo>
                    <a:pt x="145" y="223"/>
                    <a:pt x="145" y="212"/>
                    <a:pt x="145" y="212"/>
                  </a:cubicBezTo>
                  <a:lnTo>
                    <a:pt x="167" y="212"/>
                  </a:lnTo>
                  <a:cubicBezTo>
                    <a:pt x="194" y="205"/>
                    <a:pt x="221" y="202"/>
                    <a:pt x="248" y="202"/>
                  </a:cubicBezTo>
                  <a:cubicBezTo>
                    <a:pt x="402" y="202"/>
                    <a:pt x="553" y="305"/>
                    <a:pt x="600" y="456"/>
                  </a:cubicBezTo>
                  <a:lnTo>
                    <a:pt x="667" y="679"/>
                  </a:lnTo>
                  <a:lnTo>
                    <a:pt x="711" y="445"/>
                  </a:lnTo>
                  <a:cubicBezTo>
                    <a:pt x="734" y="368"/>
                    <a:pt x="745" y="267"/>
                    <a:pt x="800" y="201"/>
                  </a:cubicBezTo>
                  <a:cubicBezTo>
                    <a:pt x="834" y="158"/>
                    <a:pt x="894" y="123"/>
                    <a:pt x="945" y="123"/>
                  </a:cubicBezTo>
                  <a:cubicBezTo>
                    <a:pt x="961" y="123"/>
                    <a:pt x="976" y="126"/>
                    <a:pt x="990" y="134"/>
                  </a:cubicBezTo>
                  <a:cubicBezTo>
                    <a:pt x="1056" y="168"/>
                    <a:pt x="1067" y="245"/>
                    <a:pt x="1067" y="323"/>
                  </a:cubicBezTo>
                  <a:cubicBezTo>
                    <a:pt x="1067" y="489"/>
                    <a:pt x="978" y="667"/>
                    <a:pt x="901" y="812"/>
                  </a:cubicBezTo>
                  <a:lnTo>
                    <a:pt x="1012" y="867"/>
                  </a:lnTo>
                  <a:cubicBezTo>
                    <a:pt x="1089" y="712"/>
                    <a:pt x="1189" y="523"/>
                    <a:pt x="1189" y="323"/>
                  </a:cubicBezTo>
                  <a:cubicBezTo>
                    <a:pt x="1189" y="190"/>
                    <a:pt x="1133" y="79"/>
                    <a:pt x="1045" y="23"/>
                  </a:cubicBezTo>
                  <a:cubicBezTo>
                    <a:pt x="1012" y="8"/>
                    <a:pt x="977" y="1"/>
                    <a:pt x="9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61"/>
            <p:cNvSpPr/>
            <p:nvPr/>
          </p:nvSpPr>
          <p:spPr>
            <a:xfrm>
              <a:off x="1660425" y="3224625"/>
              <a:ext cx="56125" cy="9575"/>
            </a:xfrm>
            <a:custGeom>
              <a:avLst/>
              <a:gdLst/>
              <a:ahLst/>
              <a:cxnLst/>
              <a:rect l="l" t="t" r="r" b="b"/>
              <a:pathLst>
                <a:path w="2245" h="383" extrusionOk="0">
                  <a:moveTo>
                    <a:pt x="45" y="1"/>
                  </a:moveTo>
                  <a:cubicBezTo>
                    <a:pt x="22" y="23"/>
                    <a:pt x="12" y="56"/>
                    <a:pt x="0" y="78"/>
                  </a:cubicBezTo>
                  <a:cubicBezTo>
                    <a:pt x="419" y="278"/>
                    <a:pt x="883" y="382"/>
                    <a:pt x="1349" y="382"/>
                  </a:cubicBezTo>
                  <a:cubicBezTo>
                    <a:pt x="1451" y="382"/>
                    <a:pt x="1554" y="377"/>
                    <a:pt x="1656" y="367"/>
                  </a:cubicBezTo>
                  <a:cubicBezTo>
                    <a:pt x="1856" y="345"/>
                    <a:pt x="2056" y="312"/>
                    <a:pt x="2244" y="245"/>
                  </a:cubicBezTo>
                  <a:cubicBezTo>
                    <a:pt x="2233" y="223"/>
                    <a:pt x="2233" y="201"/>
                    <a:pt x="2222" y="167"/>
                  </a:cubicBezTo>
                  <a:cubicBezTo>
                    <a:pt x="1939" y="260"/>
                    <a:pt x="1644" y="305"/>
                    <a:pt x="1348" y="305"/>
                  </a:cubicBezTo>
                  <a:cubicBezTo>
                    <a:pt x="901" y="305"/>
                    <a:pt x="453" y="201"/>
                    <a:pt x="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61"/>
            <p:cNvSpPr/>
            <p:nvPr/>
          </p:nvSpPr>
          <p:spPr>
            <a:xfrm>
              <a:off x="1552950" y="3176800"/>
              <a:ext cx="48625" cy="63250"/>
            </a:xfrm>
            <a:custGeom>
              <a:avLst/>
              <a:gdLst/>
              <a:ahLst/>
              <a:cxnLst/>
              <a:rect l="l" t="t" r="r" b="b"/>
              <a:pathLst>
                <a:path w="1945" h="2530" extrusionOk="0">
                  <a:moveTo>
                    <a:pt x="675" y="1"/>
                  </a:moveTo>
                  <a:cubicBezTo>
                    <a:pt x="658" y="1"/>
                    <a:pt x="640" y="2"/>
                    <a:pt x="623" y="3"/>
                  </a:cubicBezTo>
                  <a:cubicBezTo>
                    <a:pt x="322" y="36"/>
                    <a:pt x="89" y="314"/>
                    <a:pt x="45" y="603"/>
                  </a:cubicBezTo>
                  <a:cubicBezTo>
                    <a:pt x="0" y="902"/>
                    <a:pt x="122" y="1203"/>
                    <a:pt x="312" y="1436"/>
                  </a:cubicBezTo>
                  <a:cubicBezTo>
                    <a:pt x="389" y="1525"/>
                    <a:pt x="478" y="1603"/>
                    <a:pt x="556" y="1702"/>
                  </a:cubicBezTo>
                  <a:cubicBezTo>
                    <a:pt x="700" y="1858"/>
                    <a:pt x="811" y="2047"/>
                    <a:pt x="956" y="2213"/>
                  </a:cubicBezTo>
                  <a:cubicBezTo>
                    <a:pt x="1134" y="2412"/>
                    <a:pt x="1356" y="2530"/>
                    <a:pt x="1544" y="2530"/>
                  </a:cubicBezTo>
                  <a:cubicBezTo>
                    <a:pt x="1755" y="2530"/>
                    <a:pt x="1922" y="2382"/>
                    <a:pt x="1933" y="2036"/>
                  </a:cubicBezTo>
                  <a:cubicBezTo>
                    <a:pt x="1944" y="1425"/>
                    <a:pt x="1744" y="736"/>
                    <a:pt x="1300" y="303"/>
                  </a:cubicBezTo>
                  <a:cubicBezTo>
                    <a:pt x="1134" y="137"/>
                    <a:pt x="911" y="1"/>
                    <a:pt x="67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61"/>
            <p:cNvSpPr/>
            <p:nvPr/>
          </p:nvSpPr>
          <p:spPr>
            <a:xfrm>
              <a:off x="1560425" y="3186775"/>
              <a:ext cx="33650" cy="43525"/>
            </a:xfrm>
            <a:custGeom>
              <a:avLst/>
              <a:gdLst/>
              <a:ahLst/>
              <a:cxnLst/>
              <a:rect l="l" t="t" r="r" b="b"/>
              <a:pathLst>
                <a:path w="1346" h="1741" extrusionOk="0">
                  <a:moveTo>
                    <a:pt x="485" y="1"/>
                  </a:moveTo>
                  <a:cubicBezTo>
                    <a:pt x="468" y="1"/>
                    <a:pt x="452" y="2"/>
                    <a:pt x="435" y="4"/>
                  </a:cubicBezTo>
                  <a:cubicBezTo>
                    <a:pt x="235" y="15"/>
                    <a:pt x="68" y="204"/>
                    <a:pt x="35" y="415"/>
                  </a:cubicBezTo>
                  <a:cubicBezTo>
                    <a:pt x="1" y="615"/>
                    <a:pt x="90" y="826"/>
                    <a:pt x="223" y="982"/>
                  </a:cubicBezTo>
                  <a:cubicBezTo>
                    <a:pt x="279" y="1048"/>
                    <a:pt x="334" y="1103"/>
                    <a:pt x="390" y="1170"/>
                  </a:cubicBezTo>
                  <a:cubicBezTo>
                    <a:pt x="490" y="1281"/>
                    <a:pt x="568" y="1414"/>
                    <a:pt x="668" y="1525"/>
                  </a:cubicBezTo>
                  <a:cubicBezTo>
                    <a:pt x="788" y="1661"/>
                    <a:pt x="940" y="1741"/>
                    <a:pt x="1068" y="1741"/>
                  </a:cubicBezTo>
                  <a:cubicBezTo>
                    <a:pt x="1213" y="1741"/>
                    <a:pt x="1328" y="1639"/>
                    <a:pt x="1334" y="1404"/>
                  </a:cubicBezTo>
                  <a:cubicBezTo>
                    <a:pt x="1346" y="982"/>
                    <a:pt x="1212" y="503"/>
                    <a:pt x="901" y="204"/>
                  </a:cubicBezTo>
                  <a:cubicBezTo>
                    <a:pt x="790" y="93"/>
                    <a:pt x="644" y="1"/>
                    <a:pt x="485"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61"/>
            <p:cNvSpPr/>
            <p:nvPr/>
          </p:nvSpPr>
          <p:spPr>
            <a:xfrm>
              <a:off x="1568225" y="3191575"/>
              <a:ext cx="19750" cy="30850"/>
            </a:xfrm>
            <a:custGeom>
              <a:avLst/>
              <a:gdLst/>
              <a:ahLst/>
              <a:cxnLst/>
              <a:rect l="l" t="t" r="r" b="b"/>
              <a:pathLst>
                <a:path w="790" h="1234" extrusionOk="0">
                  <a:moveTo>
                    <a:pt x="733" y="1111"/>
                  </a:moveTo>
                  <a:cubicBezTo>
                    <a:pt x="755" y="1123"/>
                    <a:pt x="755" y="1145"/>
                    <a:pt x="755" y="1156"/>
                  </a:cubicBezTo>
                  <a:lnTo>
                    <a:pt x="711" y="1145"/>
                  </a:lnTo>
                  <a:lnTo>
                    <a:pt x="733" y="1111"/>
                  </a:lnTo>
                  <a:close/>
                  <a:moveTo>
                    <a:pt x="44" y="0"/>
                  </a:moveTo>
                  <a:lnTo>
                    <a:pt x="0" y="123"/>
                  </a:lnTo>
                  <a:cubicBezTo>
                    <a:pt x="89" y="145"/>
                    <a:pt x="156" y="212"/>
                    <a:pt x="222" y="289"/>
                  </a:cubicBezTo>
                  <a:cubicBezTo>
                    <a:pt x="422" y="523"/>
                    <a:pt x="555" y="800"/>
                    <a:pt x="644" y="1101"/>
                  </a:cubicBezTo>
                  <a:lnTo>
                    <a:pt x="634" y="1133"/>
                  </a:lnTo>
                  <a:cubicBezTo>
                    <a:pt x="634" y="1156"/>
                    <a:pt x="644" y="1189"/>
                    <a:pt x="667" y="1200"/>
                  </a:cubicBezTo>
                  <a:lnTo>
                    <a:pt x="711" y="1234"/>
                  </a:lnTo>
                  <a:lnTo>
                    <a:pt x="745" y="1200"/>
                  </a:lnTo>
                  <a:cubicBezTo>
                    <a:pt x="755" y="1200"/>
                    <a:pt x="789" y="1167"/>
                    <a:pt x="778" y="1111"/>
                  </a:cubicBezTo>
                  <a:cubicBezTo>
                    <a:pt x="689" y="778"/>
                    <a:pt x="533" y="467"/>
                    <a:pt x="311" y="212"/>
                  </a:cubicBezTo>
                  <a:cubicBezTo>
                    <a:pt x="244" y="134"/>
                    <a:pt x="156" y="34"/>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61"/>
            <p:cNvSpPr/>
            <p:nvPr/>
          </p:nvSpPr>
          <p:spPr>
            <a:xfrm>
              <a:off x="1569875" y="3203800"/>
              <a:ext cx="13925" cy="8900"/>
            </a:xfrm>
            <a:custGeom>
              <a:avLst/>
              <a:gdLst/>
              <a:ahLst/>
              <a:cxnLst/>
              <a:rect l="l" t="t" r="r" b="b"/>
              <a:pathLst>
                <a:path w="557" h="356" extrusionOk="0">
                  <a:moveTo>
                    <a:pt x="34" y="0"/>
                  </a:moveTo>
                  <a:lnTo>
                    <a:pt x="1" y="111"/>
                  </a:lnTo>
                  <a:cubicBezTo>
                    <a:pt x="178" y="167"/>
                    <a:pt x="334" y="245"/>
                    <a:pt x="479" y="356"/>
                  </a:cubicBezTo>
                  <a:lnTo>
                    <a:pt x="556" y="256"/>
                  </a:lnTo>
                  <a:cubicBezTo>
                    <a:pt x="390" y="145"/>
                    <a:pt x="223" y="56"/>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61"/>
            <p:cNvSpPr/>
            <p:nvPr/>
          </p:nvSpPr>
          <p:spPr>
            <a:xfrm>
              <a:off x="1493775" y="3494025"/>
              <a:ext cx="207225" cy="104150"/>
            </a:xfrm>
            <a:custGeom>
              <a:avLst/>
              <a:gdLst/>
              <a:ahLst/>
              <a:cxnLst/>
              <a:rect l="l" t="t" r="r" b="b"/>
              <a:pathLst>
                <a:path w="8289" h="4166" extrusionOk="0">
                  <a:moveTo>
                    <a:pt x="12" y="0"/>
                  </a:moveTo>
                  <a:cubicBezTo>
                    <a:pt x="1" y="334"/>
                    <a:pt x="68" y="678"/>
                    <a:pt x="146" y="956"/>
                  </a:cubicBezTo>
                  <a:cubicBezTo>
                    <a:pt x="390" y="1855"/>
                    <a:pt x="734" y="2544"/>
                    <a:pt x="1201" y="3055"/>
                  </a:cubicBezTo>
                  <a:cubicBezTo>
                    <a:pt x="1724" y="3629"/>
                    <a:pt x="2431" y="3966"/>
                    <a:pt x="3114" y="3966"/>
                  </a:cubicBezTo>
                  <a:cubicBezTo>
                    <a:pt x="3184" y="3966"/>
                    <a:pt x="3253" y="3962"/>
                    <a:pt x="3323" y="3955"/>
                  </a:cubicBezTo>
                  <a:lnTo>
                    <a:pt x="3378" y="3944"/>
                  </a:lnTo>
                  <a:lnTo>
                    <a:pt x="3378" y="3933"/>
                  </a:lnTo>
                  <a:cubicBezTo>
                    <a:pt x="3400" y="3944"/>
                    <a:pt x="3434" y="3966"/>
                    <a:pt x="3467" y="3977"/>
                  </a:cubicBezTo>
                  <a:cubicBezTo>
                    <a:pt x="3723" y="4066"/>
                    <a:pt x="4012" y="4166"/>
                    <a:pt x="4300" y="4166"/>
                  </a:cubicBezTo>
                  <a:cubicBezTo>
                    <a:pt x="4378" y="4166"/>
                    <a:pt x="4456" y="4155"/>
                    <a:pt x="4545" y="4143"/>
                  </a:cubicBezTo>
                  <a:cubicBezTo>
                    <a:pt x="4689" y="4111"/>
                    <a:pt x="4789" y="4044"/>
                    <a:pt x="4834" y="3944"/>
                  </a:cubicBezTo>
                  <a:cubicBezTo>
                    <a:pt x="4844" y="3911"/>
                    <a:pt x="4856" y="3877"/>
                    <a:pt x="4856" y="3832"/>
                  </a:cubicBezTo>
                  <a:cubicBezTo>
                    <a:pt x="5264" y="3978"/>
                    <a:pt x="5699" y="4050"/>
                    <a:pt x="6135" y="4050"/>
                  </a:cubicBezTo>
                  <a:cubicBezTo>
                    <a:pt x="6896" y="4050"/>
                    <a:pt x="7660" y="3830"/>
                    <a:pt x="8288" y="3400"/>
                  </a:cubicBezTo>
                  <a:lnTo>
                    <a:pt x="8221" y="3299"/>
                  </a:lnTo>
                  <a:cubicBezTo>
                    <a:pt x="7613" y="3717"/>
                    <a:pt x="6870" y="3932"/>
                    <a:pt x="6129" y="3932"/>
                  </a:cubicBezTo>
                  <a:cubicBezTo>
                    <a:pt x="5666" y="3932"/>
                    <a:pt x="5205" y="3848"/>
                    <a:pt x="4778" y="3677"/>
                  </a:cubicBezTo>
                  <a:cubicBezTo>
                    <a:pt x="4745" y="3644"/>
                    <a:pt x="4700" y="3632"/>
                    <a:pt x="4667" y="3632"/>
                  </a:cubicBezTo>
                  <a:lnTo>
                    <a:pt x="4389" y="3644"/>
                  </a:lnTo>
                  <a:lnTo>
                    <a:pt x="4644" y="3744"/>
                  </a:lnTo>
                  <a:lnTo>
                    <a:pt x="4711" y="3777"/>
                  </a:lnTo>
                  <a:lnTo>
                    <a:pt x="4711" y="3788"/>
                  </a:lnTo>
                  <a:cubicBezTo>
                    <a:pt x="4733" y="3822"/>
                    <a:pt x="4745" y="3866"/>
                    <a:pt x="4723" y="3899"/>
                  </a:cubicBezTo>
                  <a:cubicBezTo>
                    <a:pt x="4689" y="3966"/>
                    <a:pt x="4589" y="4010"/>
                    <a:pt x="4511" y="4022"/>
                  </a:cubicBezTo>
                  <a:cubicBezTo>
                    <a:pt x="4438" y="4039"/>
                    <a:pt x="4364" y="4046"/>
                    <a:pt x="4289" y="4046"/>
                  </a:cubicBezTo>
                  <a:cubicBezTo>
                    <a:pt x="4024" y="4046"/>
                    <a:pt x="3754" y="3953"/>
                    <a:pt x="3511" y="3866"/>
                  </a:cubicBezTo>
                  <a:cubicBezTo>
                    <a:pt x="3467" y="3844"/>
                    <a:pt x="3412" y="3822"/>
                    <a:pt x="3367" y="3800"/>
                  </a:cubicBezTo>
                  <a:cubicBezTo>
                    <a:pt x="3345" y="3644"/>
                    <a:pt x="3234" y="3499"/>
                    <a:pt x="3089" y="3433"/>
                  </a:cubicBezTo>
                  <a:lnTo>
                    <a:pt x="3000" y="3400"/>
                  </a:lnTo>
                  <a:lnTo>
                    <a:pt x="3000" y="3489"/>
                  </a:lnTo>
                  <a:cubicBezTo>
                    <a:pt x="3000" y="3588"/>
                    <a:pt x="3034" y="3721"/>
                    <a:pt x="3212" y="3844"/>
                  </a:cubicBezTo>
                  <a:cubicBezTo>
                    <a:pt x="3180" y="3846"/>
                    <a:pt x="3148" y="3846"/>
                    <a:pt x="3117" y="3846"/>
                  </a:cubicBezTo>
                  <a:cubicBezTo>
                    <a:pt x="2468" y="3846"/>
                    <a:pt x="1798" y="3528"/>
                    <a:pt x="1289" y="2978"/>
                  </a:cubicBezTo>
                  <a:cubicBezTo>
                    <a:pt x="834" y="2477"/>
                    <a:pt x="501" y="1811"/>
                    <a:pt x="267" y="922"/>
                  </a:cubicBezTo>
                  <a:cubicBezTo>
                    <a:pt x="190" y="655"/>
                    <a:pt x="112" y="322"/>
                    <a:pt x="1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61"/>
            <p:cNvSpPr/>
            <p:nvPr/>
          </p:nvSpPr>
          <p:spPr>
            <a:xfrm>
              <a:off x="1571825" y="3490700"/>
              <a:ext cx="24475" cy="36675"/>
            </a:xfrm>
            <a:custGeom>
              <a:avLst/>
              <a:gdLst/>
              <a:ahLst/>
              <a:cxnLst/>
              <a:rect l="l" t="t" r="r" b="b"/>
              <a:pathLst>
                <a:path w="979" h="1467" extrusionOk="0">
                  <a:moveTo>
                    <a:pt x="900" y="0"/>
                  </a:moveTo>
                  <a:cubicBezTo>
                    <a:pt x="523" y="311"/>
                    <a:pt x="234" y="733"/>
                    <a:pt x="78" y="1200"/>
                  </a:cubicBezTo>
                  <a:lnTo>
                    <a:pt x="1" y="1466"/>
                  </a:lnTo>
                  <a:lnTo>
                    <a:pt x="1" y="1466"/>
                  </a:lnTo>
                  <a:lnTo>
                    <a:pt x="245" y="1188"/>
                  </a:lnTo>
                  <a:lnTo>
                    <a:pt x="223" y="1166"/>
                  </a:lnTo>
                  <a:cubicBezTo>
                    <a:pt x="367" y="755"/>
                    <a:pt x="634" y="378"/>
                    <a:pt x="978" y="89"/>
                  </a:cubicBezTo>
                  <a:lnTo>
                    <a:pt x="90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61"/>
            <p:cNvSpPr/>
            <p:nvPr/>
          </p:nvSpPr>
          <p:spPr>
            <a:xfrm>
              <a:off x="1590725" y="3497350"/>
              <a:ext cx="13350" cy="27250"/>
            </a:xfrm>
            <a:custGeom>
              <a:avLst/>
              <a:gdLst/>
              <a:ahLst/>
              <a:cxnLst/>
              <a:rect l="l" t="t" r="r" b="b"/>
              <a:pathLst>
                <a:path w="534" h="1090" extrusionOk="0">
                  <a:moveTo>
                    <a:pt x="445" y="1"/>
                  </a:moveTo>
                  <a:cubicBezTo>
                    <a:pt x="178" y="289"/>
                    <a:pt x="11" y="689"/>
                    <a:pt x="0" y="1089"/>
                  </a:cubicBezTo>
                  <a:lnTo>
                    <a:pt x="122" y="1089"/>
                  </a:lnTo>
                  <a:cubicBezTo>
                    <a:pt x="134" y="722"/>
                    <a:pt x="278" y="356"/>
                    <a:pt x="534" y="78"/>
                  </a:cubicBezTo>
                  <a:lnTo>
                    <a:pt x="44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61"/>
            <p:cNvSpPr/>
            <p:nvPr/>
          </p:nvSpPr>
          <p:spPr>
            <a:xfrm>
              <a:off x="1752350" y="3454575"/>
              <a:ext cx="92775" cy="92925"/>
            </a:xfrm>
            <a:custGeom>
              <a:avLst/>
              <a:gdLst/>
              <a:ahLst/>
              <a:cxnLst/>
              <a:rect l="l" t="t" r="r" b="b"/>
              <a:pathLst>
                <a:path w="3711" h="3717" extrusionOk="0">
                  <a:moveTo>
                    <a:pt x="2113" y="1"/>
                  </a:moveTo>
                  <a:cubicBezTo>
                    <a:pt x="1873" y="1"/>
                    <a:pt x="1612" y="65"/>
                    <a:pt x="1289" y="112"/>
                  </a:cubicBezTo>
                  <a:cubicBezTo>
                    <a:pt x="1200" y="134"/>
                    <a:pt x="1100" y="145"/>
                    <a:pt x="1033" y="201"/>
                  </a:cubicBezTo>
                  <a:cubicBezTo>
                    <a:pt x="956" y="245"/>
                    <a:pt x="912" y="345"/>
                    <a:pt x="944" y="423"/>
                  </a:cubicBezTo>
                  <a:cubicBezTo>
                    <a:pt x="1011" y="611"/>
                    <a:pt x="1367" y="567"/>
                    <a:pt x="1389" y="756"/>
                  </a:cubicBezTo>
                  <a:cubicBezTo>
                    <a:pt x="1033" y="900"/>
                    <a:pt x="689" y="1045"/>
                    <a:pt x="334" y="1189"/>
                  </a:cubicBezTo>
                  <a:cubicBezTo>
                    <a:pt x="201" y="1245"/>
                    <a:pt x="45" y="1334"/>
                    <a:pt x="23" y="1478"/>
                  </a:cubicBezTo>
                  <a:cubicBezTo>
                    <a:pt x="1" y="1623"/>
                    <a:pt x="134" y="1745"/>
                    <a:pt x="278" y="1767"/>
                  </a:cubicBezTo>
                  <a:cubicBezTo>
                    <a:pt x="302" y="1771"/>
                    <a:pt x="327" y="1773"/>
                    <a:pt x="352" y="1773"/>
                  </a:cubicBezTo>
                  <a:cubicBezTo>
                    <a:pt x="464" y="1773"/>
                    <a:pt x="581" y="1736"/>
                    <a:pt x="689" y="1700"/>
                  </a:cubicBezTo>
                  <a:cubicBezTo>
                    <a:pt x="1011" y="1601"/>
                    <a:pt x="1334" y="1489"/>
                    <a:pt x="1667" y="1389"/>
                  </a:cubicBezTo>
                  <a:lnTo>
                    <a:pt x="1667" y="1389"/>
                  </a:lnTo>
                  <a:cubicBezTo>
                    <a:pt x="1700" y="1411"/>
                    <a:pt x="1667" y="1478"/>
                    <a:pt x="1623" y="1512"/>
                  </a:cubicBezTo>
                  <a:cubicBezTo>
                    <a:pt x="1255" y="1756"/>
                    <a:pt x="734" y="1778"/>
                    <a:pt x="478" y="2134"/>
                  </a:cubicBezTo>
                  <a:cubicBezTo>
                    <a:pt x="411" y="2223"/>
                    <a:pt x="378" y="2344"/>
                    <a:pt x="423" y="2433"/>
                  </a:cubicBezTo>
                  <a:cubicBezTo>
                    <a:pt x="464" y="2523"/>
                    <a:pt x="554" y="2555"/>
                    <a:pt x="654" y="2555"/>
                  </a:cubicBezTo>
                  <a:cubicBezTo>
                    <a:pt x="740" y="2555"/>
                    <a:pt x="834" y="2531"/>
                    <a:pt x="912" y="2500"/>
                  </a:cubicBezTo>
                  <a:cubicBezTo>
                    <a:pt x="1267" y="2378"/>
                    <a:pt x="1623" y="2233"/>
                    <a:pt x="1966" y="2089"/>
                  </a:cubicBezTo>
                  <a:lnTo>
                    <a:pt x="1966" y="2089"/>
                  </a:lnTo>
                  <a:cubicBezTo>
                    <a:pt x="1944" y="2289"/>
                    <a:pt x="1766" y="2423"/>
                    <a:pt x="1589" y="2511"/>
                  </a:cubicBezTo>
                  <a:cubicBezTo>
                    <a:pt x="1411" y="2589"/>
                    <a:pt x="1223" y="2655"/>
                    <a:pt x="1078" y="2789"/>
                  </a:cubicBezTo>
                  <a:cubicBezTo>
                    <a:pt x="967" y="2889"/>
                    <a:pt x="900" y="3078"/>
                    <a:pt x="1011" y="3178"/>
                  </a:cubicBezTo>
                  <a:cubicBezTo>
                    <a:pt x="1058" y="3225"/>
                    <a:pt x="1127" y="3239"/>
                    <a:pt x="1199" y="3239"/>
                  </a:cubicBezTo>
                  <a:cubicBezTo>
                    <a:pt x="1229" y="3239"/>
                    <a:pt x="1260" y="3237"/>
                    <a:pt x="1289" y="3233"/>
                  </a:cubicBezTo>
                  <a:cubicBezTo>
                    <a:pt x="1678" y="3178"/>
                    <a:pt x="2067" y="3045"/>
                    <a:pt x="2411" y="2845"/>
                  </a:cubicBezTo>
                  <a:lnTo>
                    <a:pt x="2411" y="2845"/>
                  </a:lnTo>
                  <a:cubicBezTo>
                    <a:pt x="2378" y="3122"/>
                    <a:pt x="2011" y="3211"/>
                    <a:pt x="1789" y="3389"/>
                  </a:cubicBezTo>
                  <a:cubicBezTo>
                    <a:pt x="1744" y="3433"/>
                    <a:pt x="1700" y="3489"/>
                    <a:pt x="1689" y="3544"/>
                  </a:cubicBezTo>
                  <a:cubicBezTo>
                    <a:pt x="1689" y="3666"/>
                    <a:pt x="1830" y="3717"/>
                    <a:pt x="1954" y="3717"/>
                  </a:cubicBezTo>
                  <a:cubicBezTo>
                    <a:pt x="1978" y="3717"/>
                    <a:pt x="2001" y="3715"/>
                    <a:pt x="2022" y="3711"/>
                  </a:cubicBezTo>
                  <a:cubicBezTo>
                    <a:pt x="2611" y="3645"/>
                    <a:pt x="3433" y="3255"/>
                    <a:pt x="3633" y="2655"/>
                  </a:cubicBezTo>
                  <a:cubicBezTo>
                    <a:pt x="3711" y="2423"/>
                    <a:pt x="3699" y="2178"/>
                    <a:pt x="3667" y="1934"/>
                  </a:cubicBezTo>
                  <a:cubicBezTo>
                    <a:pt x="3588" y="1356"/>
                    <a:pt x="3311" y="801"/>
                    <a:pt x="2900" y="367"/>
                  </a:cubicBezTo>
                  <a:cubicBezTo>
                    <a:pt x="2628" y="83"/>
                    <a:pt x="2385" y="1"/>
                    <a:pt x="211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61"/>
            <p:cNvSpPr/>
            <p:nvPr/>
          </p:nvSpPr>
          <p:spPr>
            <a:xfrm>
              <a:off x="1548225" y="3229900"/>
              <a:ext cx="131650" cy="148050"/>
            </a:xfrm>
            <a:custGeom>
              <a:avLst/>
              <a:gdLst/>
              <a:ahLst/>
              <a:cxnLst/>
              <a:rect l="l" t="t" r="r" b="b"/>
              <a:pathLst>
                <a:path w="5266" h="5922" extrusionOk="0">
                  <a:moveTo>
                    <a:pt x="78" y="0"/>
                  </a:moveTo>
                  <a:lnTo>
                    <a:pt x="78" y="0"/>
                  </a:lnTo>
                  <a:cubicBezTo>
                    <a:pt x="0" y="567"/>
                    <a:pt x="111" y="1156"/>
                    <a:pt x="389" y="1656"/>
                  </a:cubicBezTo>
                  <a:cubicBezTo>
                    <a:pt x="412" y="1711"/>
                    <a:pt x="445" y="1767"/>
                    <a:pt x="511" y="1800"/>
                  </a:cubicBezTo>
                  <a:cubicBezTo>
                    <a:pt x="547" y="1822"/>
                    <a:pt x="588" y="1834"/>
                    <a:pt x="630" y="1834"/>
                  </a:cubicBezTo>
                  <a:cubicBezTo>
                    <a:pt x="653" y="1834"/>
                    <a:pt x="677" y="1830"/>
                    <a:pt x="700" y="1822"/>
                  </a:cubicBezTo>
                  <a:cubicBezTo>
                    <a:pt x="756" y="1800"/>
                    <a:pt x="800" y="1767"/>
                    <a:pt x="844" y="1723"/>
                  </a:cubicBezTo>
                  <a:cubicBezTo>
                    <a:pt x="978" y="2533"/>
                    <a:pt x="1345" y="3322"/>
                    <a:pt x="1900" y="3922"/>
                  </a:cubicBezTo>
                  <a:cubicBezTo>
                    <a:pt x="1971" y="3993"/>
                    <a:pt x="2079" y="4091"/>
                    <a:pt x="2198" y="4091"/>
                  </a:cubicBezTo>
                  <a:cubicBezTo>
                    <a:pt x="2210" y="4091"/>
                    <a:pt x="2222" y="4090"/>
                    <a:pt x="2234" y="4088"/>
                  </a:cubicBezTo>
                  <a:cubicBezTo>
                    <a:pt x="2333" y="4066"/>
                    <a:pt x="2411" y="4000"/>
                    <a:pt x="2478" y="3856"/>
                  </a:cubicBezTo>
                  <a:cubicBezTo>
                    <a:pt x="2511" y="3789"/>
                    <a:pt x="2533" y="3722"/>
                    <a:pt x="2555" y="3644"/>
                  </a:cubicBezTo>
                  <a:cubicBezTo>
                    <a:pt x="2577" y="3700"/>
                    <a:pt x="2600" y="3745"/>
                    <a:pt x="2633" y="3789"/>
                  </a:cubicBezTo>
                  <a:cubicBezTo>
                    <a:pt x="2878" y="4300"/>
                    <a:pt x="3155" y="4878"/>
                    <a:pt x="3589" y="5310"/>
                  </a:cubicBezTo>
                  <a:cubicBezTo>
                    <a:pt x="3977" y="5710"/>
                    <a:pt x="4477" y="5922"/>
                    <a:pt x="4944" y="5922"/>
                  </a:cubicBezTo>
                  <a:cubicBezTo>
                    <a:pt x="5055" y="5922"/>
                    <a:pt x="5155" y="5910"/>
                    <a:pt x="5266" y="5888"/>
                  </a:cubicBezTo>
                  <a:lnTo>
                    <a:pt x="5233" y="5777"/>
                  </a:lnTo>
                  <a:cubicBezTo>
                    <a:pt x="5138" y="5798"/>
                    <a:pt x="5043" y="5808"/>
                    <a:pt x="4949" y="5808"/>
                  </a:cubicBezTo>
                  <a:cubicBezTo>
                    <a:pt x="4449" y="5808"/>
                    <a:pt x="3977" y="5532"/>
                    <a:pt x="3678" y="5233"/>
                  </a:cubicBezTo>
                  <a:cubicBezTo>
                    <a:pt x="3256" y="4811"/>
                    <a:pt x="2989" y="4266"/>
                    <a:pt x="2733" y="3745"/>
                  </a:cubicBezTo>
                  <a:cubicBezTo>
                    <a:pt x="2689" y="3644"/>
                    <a:pt x="2633" y="3533"/>
                    <a:pt x="2611" y="3422"/>
                  </a:cubicBezTo>
                  <a:cubicBezTo>
                    <a:pt x="2633" y="3300"/>
                    <a:pt x="2633" y="3167"/>
                    <a:pt x="2622" y="3044"/>
                  </a:cubicBezTo>
                  <a:lnTo>
                    <a:pt x="2600" y="2811"/>
                  </a:lnTo>
                  <a:lnTo>
                    <a:pt x="2500" y="3022"/>
                  </a:lnTo>
                  <a:cubicBezTo>
                    <a:pt x="2444" y="3155"/>
                    <a:pt x="2456" y="3300"/>
                    <a:pt x="2489" y="3433"/>
                  </a:cubicBezTo>
                  <a:cubicBezTo>
                    <a:pt x="2466" y="3567"/>
                    <a:pt x="2422" y="3689"/>
                    <a:pt x="2367" y="3811"/>
                  </a:cubicBezTo>
                  <a:cubicBezTo>
                    <a:pt x="2322" y="3911"/>
                    <a:pt x="2266" y="3955"/>
                    <a:pt x="2211" y="3967"/>
                  </a:cubicBezTo>
                  <a:cubicBezTo>
                    <a:pt x="2206" y="3967"/>
                    <a:pt x="2201" y="3968"/>
                    <a:pt x="2196" y="3968"/>
                  </a:cubicBezTo>
                  <a:cubicBezTo>
                    <a:pt x="2122" y="3968"/>
                    <a:pt x="2041" y="3897"/>
                    <a:pt x="1989" y="3844"/>
                  </a:cubicBezTo>
                  <a:cubicBezTo>
                    <a:pt x="1400" y="3200"/>
                    <a:pt x="1022" y="2345"/>
                    <a:pt x="933" y="1467"/>
                  </a:cubicBezTo>
                  <a:cubicBezTo>
                    <a:pt x="933" y="1400"/>
                    <a:pt x="923" y="1323"/>
                    <a:pt x="911" y="1256"/>
                  </a:cubicBezTo>
                  <a:lnTo>
                    <a:pt x="800" y="1267"/>
                  </a:lnTo>
                  <a:cubicBezTo>
                    <a:pt x="800" y="1333"/>
                    <a:pt x="800" y="1400"/>
                    <a:pt x="812" y="1478"/>
                  </a:cubicBezTo>
                  <a:cubicBezTo>
                    <a:pt x="812" y="1523"/>
                    <a:pt x="800" y="1556"/>
                    <a:pt x="778" y="1600"/>
                  </a:cubicBezTo>
                  <a:cubicBezTo>
                    <a:pt x="756" y="1645"/>
                    <a:pt x="711" y="1689"/>
                    <a:pt x="667" y="1711"/>
                  </a:cubicBezTo>
                  <a:cubicBezTo>
                    <a:pt x="650" y="1711"/>
                    <a:pt x="633" y="1714"/>
                    <a:pt x="616" y="1714"/>
                  </a:cubicBezTo>
                  <a:cubicBezTo>
                    <a:pt x="600" y="1714"/>
                    <a:pt x="583" y="1711"/>
                    <a:pt x="567" y="1700"/>
                  </a:cubicBezTo>
                  <a:cubicBezTo>
                    <a:pt x="533" y="1678"/>
                    <a:pt x="511" y="1634"/>
                    <a:pt x="489" y="1600"/>
                  </a:cubicBezTo>
                  <a:cubicBezTo>
                    <a:pt x="234" y="1123"/>
                    <a:pt x="123" y="556"/>
                    <a:pt x="189" y="12"/>
                  </a:cubicBezTo>
                  <a:lnTo>
                    <a:pt x="7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61"/>
            <p:cNvSpPr/>
            <p:nvPr/>
          </p:nvSpPr>
          <p:spPr>
            <a:xfrm>
              <a:off x="1512125" y="3680650"/>
              <a:ext cx="15575" cy="20275"/>
            </a:xfrm>
            <a:custGeom>
              <a:avLst/>
              <a:gdLst/>
              <a:ahLst/>
              <a:cxnLst/>
              <a:rect l="l" t="t" r="r" b="b"/>
              <a:pathLst>
                <a:path w="623" h="811" extrusionOk="0">
                  <a:moveTo>
                    <a:pt x="123" y="0"/>
                  </a:moveTo>
                  <a:lnTo>
                    <a:pt x="0" y="33"/>
                  </a:lnTo>
                  <a:cubicBezTo>
                    <a:pt x="89" y="344"/>
                    <a:pt x="289" y="623"/>
                    <a:pt x="555" y="811"/>
                  </a:cubicBezTo>
                  <a:lnTo>
                    <a:pt x="622" y="722"/>
                  </a:lnTo>
                  <a:cubicBezTo>
                    <a:pt x="378" y="544"/>
                    <a:pt x="200" y="289"/>
                    <a:pt x="1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61"/>
            <p:cNvSpPr/>
            <p:nvPr/>
          </p:nvSpPr>
          <p:spPr>
            <a:xfrm>
              <a:off x="1534075" y="3686750"/>
              <a:ext cx="13900" cy="12250"/>
            </a:xfrm>
            <a:custGeom>
              <a:avLst/>
              <a:gdLst/>
              <a:ahLst/>
              <a:cxnLst/>
              <a:rect l="l" t="t" r="r" b="b"/>
              <a:pathLst>
                <a:path w="556" h="490" extrusionOk="0">
                  <a:moveTo>
                    <a:pt x="100" y="1"/>
                  </a:moveTo>
                  <a:lnTo>
                    <a:pt x="0" y="68"/>
                  </a:lnTo>
                  <a:cubicBezTo>
                    <a:pt x="122" y="256"/>
                    <a:pt x="300" y="401"/>
                    <a:pt x="511" y="490"/>
                  </a:cubicBezTo>
                  <a:lnTo>
                    <a:pt x="556" y="389"/>
                  </a:lnTo>
                  <a:cubicBezTo>
                    <a:pt x="366" y="300"/>
                    <a:pt x="211" y="167"/>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61"/>
            <p:cNvSpPr/>
            <p:nvPr/>
          </p:nvSpPr>
          <p:spPr>
            <a:xfrm>
              <a:off x="1543225" y="3709250"/>
              <a:ext cx="6975" cy="5575"/>
            </a:xfrm>
            <a:custGeom>
              <a:avLst/>
              <a:gdLst/>
              <a:ahLst/>
              <a:cxnLst/>
              <a:rect l="l" t="t" r="r" b="b"/>
              <a:pathLst>
                <a:path w="279" h="223" extrusionOk="0">
                  <a:moveTo>
                    <a:pt x="34" y="0"/>
                  </a:moveTo>
                  <a:lnTo>
                    <a:pt x="0" y="111"/>
                  </a:lnTo>
                  <a:cubicBezTo>
                    <a:pt x="78" y="134"/>
                    <a:pt x="145" y="167"/>
                    <a:pt x="200" y="222"/>
                  </a:cubicBezTo>
                  <a:lnTo>
                    <a:pt x="278" y="134"/>
                  </a:lnTo>
                  <a:cubicBezTo>
                    <a:pt x="212" y="67"/>
                    <a:pt x="123" y="22"/>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61"/>
            <p:cNvSpPr/>
            <p:nvPr/>
          </p:nvSpPr>
          <p:spPr>
            <a:xfrm>
              <a:off x="1565175" y="3703975"/>
              <a:ext cx="4475" cy="4475"/>
            </a:xfrm>
            <a:custGeom>
              <a:avLst/>
              <a:gdLst/>
              <a:ahLst/>
              <a:cxnLst/>
              <a:rect l="l" t="t" r="r" b="b"/>
              <a:pathLst>
                <a:path w="179" h="179" extrusionOk="0">
                  <a:moveTo>
                    <a:pt x="55" y="1"/>
                  </a:moveTo>
                  <a:lnTo>
                    <a:pt x="0" y="112"/>
                  </a:lnTo>
                  <a:lnTo>
                    <a:pt x="111" y="178"/>
                  </a:lnTo>
                  <a:lnTo>
                    <a:pt x="178" y="78"/>
                  </a:lnTo>
                  <a:lnTo>
                    <a:pt x="5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61"/>
            <p:cNvSpPr/>
            <p:nvPr/>
          </p:nvSpPr>
          <p:spPr>
            <a:xfrm>
              <a:off x="1513225" y="3334875"/>
              <a:ext cx="10575" cy="18350"/>
            </a:xfrm>
            <a:custGeom>
              <a:avLst/>
              <a:gdLst/>
              <a:ahLst/>
              <a:cxnLst/>
              <a:rect l="l" t="t" r="r" b="b"/>
              <a:pathLst>
                <a:path w="423" h="734" extrusionOk="0">
                  <a:moveTo>
                    <a:pt x="356" y="1"/>
                  </a:moveTo>
                  <a:cubicBezTo>
                    <a:pt x="123" y="168"/>
                    <a:pt x="0" y="456"/>
                    <a:pt x="45" y="734"/>
                  </a:cubicBezTo>
                  <a:lnTo>
                    <a:pt x="156" y="723"/>
                  </a:lnTo>
                  <a:cubicBezTo>
                    <a:pt x="123" y="479"/>
                    <a:pt x="234" y="234"/>
                    <a:pt x="423" y="89"/>
                  </a:cubicBezTo>
                  <a:lnTo>
                    <a:pt x="3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61"/>
            <p:cNvSpPr/>
            <p:nvPr/>
          </p:nvSpPr>
          <p:spPr>
            <a:xfrm>
              <a:off x="1506850" y="3364875"/>
              <a:ext cx="3900" cy="9750"/>
            </a:xfrm>
            <a:custGeom>
              <a:avLst/>
              <a:gdLst/>
              <a:ahLst/>
              <a:cxnLst/>
              <a:rect l="l" t="t" r="r" b="b"/>
              <a:pathLst>
                <a:path w="156" h="390" extrusionOk="0">
                  <a:moveTo>
                    <a:pt x="33" y="0"/>
                  </a:moveTo>
                  <a:lnTo>
                    <a:pt x="0" y="378"/>
                  </a:lnTo>
                  <a:lnTo>
                    <a:pt x="112" y="390"/>
                  </a:lnTo>
                  <a:lnTo>
                    <a:pt x="156" y="23"/>
                  </a:lnTo>
                  <a:lnTo>
                    <a:pt x="3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61"/>
            <p:cNvSpPr/>
            <p:nvPr/>
          </p:nvSpPr>
          <p:spPr>
            <a:xfrm>
              <a:off x="1519900" y="3362375"/>
              <a:ext cx="2800" cy="5575"/>
            </a:xfrm>
            <a:custGeom>
              <a:avLst/>
              <a:gdLst/>
              <a:ahLst/>
              <a:cxnLst/>
              <a:rect l="l" t="t" r="r" b="b"/>
              <a:pathLst>
                <a:path w="112" h="223" extrusionOk="0">
                  <a:moveTo>
                    <a:pt x="0" y="1"/>
                  </a:moveTo>
                  <a:lnTo>
                    <a:pt x="0" y="223"/>
                  </a:lnTo>
                  <a:lnTo>
                    <a:pt x="111" y="223"/>
                  </a:lnTo>
                  <a:lnTo>
                    <a:pt x="1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61"/>
            <p:cNvSpPr/>
            <p:nvPr/>
          </p:nvSpPr>
          <p:spPr>
            <a:xfrm>
              <a:off x="1722350" y="3367375"/>
              <a:ext cx="5025" cy="7800"/>
            </a:xfrm>
            <a:custGeom>
              <a:avLst/>
              <a:gdLst/>
              <a:ahLst/>
              <a:cxnLst/>
              <a:rect l="l" t="t" r="r" b="b"/>
              <a:pathLst>
                <a:path w="201" h="312" extrusionOk="0">
                  <a:moveTo>
                    <a:pt x="167" y="1"/>
                  </a:moveTo>
                  <a:lnTo>
                    <a:pt x="56" y="56"/>
                  </a:lnTo>
                  <a:cubicBezTo>
                    <a:pt x="68" y="78"/>
                    <a:pt x="68" y="112"/>
                    <a:pt x="56" y="145"/>
                  </a:cubicBezTo>
                  <a:cubicBezTo>
                    <a:pt x="45" y="167"/>
                    <a:pt x="23" y="189"/>
                    <a:pt x="1" y="201"/>
                  </a:cubicBezTo>
                  <a:lnTo>
                    <a:pt x="23" y="312"/>
                  </a:lnTo>
                  <a:cubicBezTo>
                    <a:pt x="90" y="300"/>
                    <a:pt x="134" y="256"/>
                    <a:pt x="167" y="189"/>
                  </a:cubicBezTo>
                  <a:cubicBezTo>
                    <a:pt x="201" y="122"/>
                    <a:pt x="189" y="56"/>
                    <a:pt x="16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61"/>
            <p:cNvSpPr/>
            <p:nvPr/>
          </p:nvSpPr>
          <p:spPr>
            <a:xfrm>
              <a:off x="1733175" y="3352375"/>
              <a:ext cx="4200" cy="6975"/>
            </a:xfrm>
            <a:custGeom>
              <a:avLst/>
              <a:gdLst/>
              <a:ahLst/>
              <a:cxnLst/>
              <a:rect l="l" t="t" r="r" b="b"/>
              <a:pathLst>
                <a:path w="168" h="279" extrusionOk="0">
                  <a:moveTo>
                    <a:pt x="146" y="1"/>
                  </a:moveTo>
                  <a:lnTo>
                    <a:pt x="34" y="67"/>
                  </a:lnTo>
                  <a:cubicBezTo>
                    <a:pt x="45" y="78"/>
                    <a:pt x="45" y="100"/>
                    <a:pt x="45" y="123"/>
                  </a:cubicBezTo>
                  <a:cubicBezTo>
                    <a:pt x="34" y="145"/>
                    <a:pt x="23" y="156"/>
                    <a:pt x="1" y="167"/>
                  </a:cubicBezTo>
                  <a:lnTo>
                    <a:pt x="45" y="278"/>
                  </a:lnTo>
                  <a:cubicBezTo>
                    <a:pt x="101" y="256"/>
                    <a:pt x="134" y="211"/>
                    <a:pt x="156" y="156"/>
                  </a:cubicBezTo>
                  <a:cubicBezTo>
                    <a:pt x="168" y="100"/>
                    <a:pt x="168" y="45"/>
                    <a:pt x="14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61"/>
            <p:cNvSpPr/>
            <p:nvPr/>
          </p:nvSpPr>
          <p:spPr>
            <a:xfrm>
              <a:off x="1797350" y="3699325"/>
              <a:ext cx="142475" cy="100675"/>
            </a:xfrm>
            <a:custGeom>
              <a:avLst/>
              <a:gdLst/>
              <a:ahLst/>
              <a:cxnLst/>
              <a:rect l="l" t="t" r="r" b="b"/>
              <a:pathLst>
                <a:path w="5699" h="4027" extrusionOk="0">
                  <a:moveTo>
                    <a:pt x="763" y="0"/>
                  </a:moveTo>
                  <a:cubicBezTo>
                    <a:pt x="510" y="0"/>
                    <a:pt x="257" y="91"/>
                    <a:pt x="89" y="298"/>
                  </a:cubicBezTo>
                  <a:cubicBezTo>
                    <a:pt x="33" y="364"/>
                    <a:pt x="0" y="498"/>
                    <a:pt x="67" y="542"/>
                  </a:cubicBezTo>
                  <a:cubicBezTo>
                    <a:pt x="100" y="564"/>
                    <a:pt x="122" y="564"/>
                    <a:pt x="156" y="575"/>
                  </a:cubicBezTo>
                  <a:cubicBezTo>
                    <a:pt x="389" y="587"/>
                    <a:pt x="622" y="609"/>
                    <a:pt x="855" y="631"/>
                  </a:cubicBezTo>
                  <a:cubicBezTo>
                    <a:pt x="833" y="629"/>
                    <a:pt x="810" y="628"/>
                    <a:pt x="787" y="628"/>
                  </a:cubicBezTo>
                  <a:cubicBezTo>
                    <a:pt x="520" y="628"/>
                    <a:pt x="251" y="748"/>
                    <a:pt x="67" y="953"/>
                  </a:cubicBezTo>
                  <a:cubicBezTo>
                    <a:pt x="33" y="986"/>
                    <a:pt x="0" y="1031"/>
                    <a:pt x="11" y="1075"/>
                  </a:cubicBezTo>
                  <a:cubicBezTo>
                    <a:pt x="33" y="1130"/>
                    <a:pt x="111" y="1142"/>
                    <a:pt x="166" y="1142"/>
                  </a:cubicBezTo>
                  <a:lnTo>
                    <a:pt x="1067" y="1108"/>
                  </a:lnTo>
                  <a:lnTo>
                    <a:pt x="1067" y="1108"/>
                  </a:lnTo>
                  <a:cubicBezTo>
                    <a:pt x="778" y="1120"/>
                    <a:pt x="489" y="1219"/>
                    <a:pt x="233" y="1397"/>
                  </a:cubicBezTo>
                  <a:cubicBezTo>
                    <a:pt x="166" y="1441"/>
                    <a:pt x="89" y="1508"/>
                    <a:pt x="89" y="1597"/>
                  </a:cubicBezTo>
                  <a:cubicBezTo>
                    <a:pt x="89" y="1720"/>
                    <a:pt x="211" y="1786"/>
                    <a:pt x="322" y="1786"/>
                  </a:cubicBezTo>
                  <a:cubicBezTo>
                    <a:pt x="433" y="1786"/>
                    <a:pt x="533" y="1730"/>
                    <a:pt x="633" y="1697"/>
                  </a:cubicBezTo>
                  <a:cubicBezTo>
                    <a:pt x="694" y="1680"/>
                    <a:pt x="755" y="1672"/>
                    <a:pt x="816" y="1672"/>
                  </a:cubicBezTo>
                  <a:cubicBezTo>
                    <a:pt x="1070" y="1672"/>
                    <a:pt x="1321" y="1809"/>
                    <a:pt x="1499" y="1997"/>
                  </a:cubicBezTo>
                  <a:cubicBezTo>
                    <a:pt x="1733" y="2231"/>
                    <a:pt x="1889" y="2519"/>
                    <a:pt x="2066" y="2797"/>
                  </a:cubicBezTo>
                  <a:cubicBezTo>
                    <a:pt x="2333" y="3186"/>
                    <a:pt x="2666" y="3530"/>
                    <a:pt x="3033" y="3819"/>
                  </a:cubicBezTo>
                  <a:cubicBezTo>
                    <a:pt x="3176" y="3926"/>
                    <a:pt x="3348" y="4027"/>
                    <a:pt x="3520" y="4027"/>
                  </a:cubicBezTo>
                  <a:cubicBezTo>
                    <a:pt x="3562" y="4027"/>
                    <a:pt x="3603" y="4021"/>
                    <a:pt x="3644" y="4008"/>
                  </a:cubicBezTo>
                  <a:cubicBezTo>
                    <a:pt x="3766" y="3952"/>
                    <a:pt x="3866" y="3841"/>
                    <a:pt x="3955" y="3730"/>
                  </a:cubicBezTo>
                  <a:cubicBezTo>
                    <a:pt x="4432" y="3152"/>
                    <a:pt x="5221" y="2175"/>
                    <a:pt x="5699" y="1597"/>
                  </a:cubicBezTo>
                  <a:cubicBezTo>
                    <a:pt x="5521" y="1441"/>
                    <a:pt x="4799" y="1308"/>
                    <a:pt x="4577" y="1286"/>
                  </a:cubicBezTo>
                  <a:cubicBezTo>
                    <a:pt x="4561" y="1283"/>
                    <a:pt x="4546" y="1282"/>
                    <a:pt x="4531" y="1282"/>
                  </a:cubicBezTo>
                  <a:cubicBezTo>
                    <a:pt x="4303" y="1282"/>
                    <a:pt x="4167" y="1588"/>
                    <a:pt x="4010" y="1797"/>
                  </a:cubicBezTo>
                  <a:cubicBezTo>
                    <a:pt x="3966" y="1853"/>
                    <a:pt x="3921" y="1920"/>
                    <a:pt x="3866" y="1952"/>
                  </a:cubicBezTo>
                  <a:cubicBezTo>
                    <a:pt x="3826" y="1973"/>
                    <a:pt x="3785" y="1981"/>
                    <a:pt x="3744" y="1981"/>
                  </a:cubicBezTo>
                  <a:cubicBezTo>
                    <a:pt x="3604" y="1981"/>
                    <a:pt x="3464" y="1880"/>
                    <a:pt x="3344" y="1786"/>
                  </a:cubicBezTo>
                  <a:cubicBezTo>
                    <a:pt x="2899" y="1409"/>
                    <a:pt x="2455" y="1019"/>
                    <a:pt x="2000" y="631"/>
                  </a:cubicBezTo>
                  <a:cubicBezTo>
                    <a:pt x="1722" y="397"/>
                    <a:pt x="1433" y="153"/>
                    <a:pt x="1100" y="53"/>
                  </a:cubicBezTo>
                  <a:cubicBezTo>
                    <a:pt x="993" y="19"/>
                    <a:pt x="878" y="0"/>
                    <a:pt x="76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61"/>
            <p:cNvSpPr/>
            <p:nvPr/>
          </p:nvSpPr>
          <p:spPr>
            <a:xfrm>
              <a:off x="1894250" y="3736450"/>
              <a:ext cx="28925" cy="26700"/>
            </a:xfrm>
            <a:custGeom>
              <a:avLst/>
              <a:gdLst/>
              <a:ahLst/>
              <a:cxnLst/>
              <a:rect l="l" t="t" r="r" b="b"/>
              <a:pathLst>
                <a:path w="1157" h="1068" extrusionOk="0">
                  <a:moveTo>
                    <a:pt x="1156" y="934"/>
                  </a:moveTo>
                  <a:lnTo>
                    <a:pt x="1156" y="934"/>
                  </a:lnTo>
                  <a:cubicBezTo>
                    <a:pt x="1112" y="978"/>
                    <a:pt x="1079" y="1023"/>
                    <a:pt x="1045" y="1067"/>
                  </a:cubicBezTo>
                  <a:lnTo>
                    <a:pt x="1045" y="1067"/>
                  </a:lnTo>
                  <a:cubicBezTo>
                    <a:pt x="1079" y="1023"/>
                    <a:pt x="1112" y="978"/>
                    <a:pt x="1156" y="934"/>
                  </a:cubicBezTo>
                  <a:close/>
                  <a:moveTo>
                    <a:pt x="346" y="1"/>
                  </a:moveTo>
                  <a:cubicBezTo>
                    <a:pt x="279" y="101"/>
                    <a:pt x="201" y="223"/>
                    <a:pt x="134" y="312"/>
                  </a:cubicBezTo>
                  <a:cubicBezTo>
                    <a:pt x="90" y="368"/>
                    <a:pt x="45" y="423"/>
                    <a:pt x="1" y="457"/>
                  </a:cubicBezTo>
                  <a:lnTo>
                    <a:pt x="1" y="457"/>
                  </a:lnTo>
                  <a:cubicBezTo>
                    <a:pt x="45" y="423"/>
                    <a:pt x="90" y="368"/>
                    <a:pt x="134" y="312"/>
                  </a:cubicBezTo>
                  <a:cubicBezTo>
                    <a:pt x="201" y="223"/>
                    <a:pt x="279" y="101"/>
                    <a:pt x="346"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61"/>
            <p:cNvSpPr/>
            <p:nvPr/>
          </p:nvSpPr>
          <p:spPr>
            <a:xfrm>
              <a:off x="1923150" y="3757000"/>
              <a:ext cx="1975" cy="2825"/>
            </a:xfrm>
            <a:custGeom>
              <a:avLst/>
              <a:gdLst/>
              <a:ahLst/>
              <a:cxnLst/>
              <a:rect l="l" t="t" r="r" b="b"/>
              <a:pathLst>
                <a:path w="79" h="113" extrusionOk="0">
                  <a:moveTo>
                    <a:pt x="78" y="1"/>
                  </a:moveTo>
                  <a:cubicBezTo>
                    <a:pt x="56" y="45"/>
                    <a:pt x="22" y="79"/>
                    <a:pt x="0" y="112"/>
                  </a:cubicBezTo>
                  <a:lnTo>
                    <a:pt x="0" y="112"/>
                  </a:lnTo>
                  <a:cubicBezTo>
                    <a:pt x="22" y="79"/>
                    <a:pt x="56" y="45"/>
                    <a:pt x="78" y="1"/>
                  </a:cubicBezTo>
                  <a:close/>
                </a:path>
              </a:pathLst>
            </a:custGeom>
            <a:solidFill>
              <a:srgbClr val="6A5E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61"/>
            <p:cNvSpPr/>
            <p:nvPr/>
          </p:nvSpPr>
          <p:spPr>
            <a:xfrm>
              <a:off x="1894250" y="3736450"/>
              <a:ext cx="31425" cy="26700"/>
            </a:xfrm>
            <a:custGeom>
              <a:avLst/>
              <a:gdLst/>
              <a:ahLst/>
              <a:cxnLst/>
              <a:rect l="l" t="t" r="r" b="b"/>
              <a:pathLst>
                <a:path w="1257" h="1068" extrusionOk="0">
                  <a:moveTo>
                    <a:pt x="346" y="1"/>
                  </a:moveTo>
                  <a:cubicBezTo>
                    <a:pt x="279" y="101"/>
                    <a:pt x="201" y="223"/>
                    <a:pt x="134" y="312"/>
                  </a:cubicBezTo>
                  <a:cubicBezTo>
                    <a:pt x="90" y="368"/>
                    <a:pt x="45" y="423"/>
                    <a:pt x="1" y="457"/>
                  </a:cubicBezTo>
                  <a:cubicBezTo>
                    <a:pt x="112" y="601"/>
                    <a:pt x="257" y="657"/>
                    <a:pt x="445" y="657"/>
                  </a:cubicBezTo>
                  <a:cubicBezTo>
                    <a:pt x="578" y="657"/>
                    <a:pt x="734" y="623"/>
                    <a:pt x="901" y="556"/>
                  </a:cubicBezTo>
                  <a:cubicBezTo>
                    <a:pt x="912" y="546"/>
                    <a:pt x="934" y="546"/>
                    <a:pt x="945" y="546"/>
                  </a:cubicBezTo>
                  <a:cubicBezTo>
                    <a:pt x="1001" y="546"/>
                    <a:pt x="1045" y="601"/>
                    <a:pt x="1045" y="667"/>
                  </a:cubicBezTo>
                  <a:cubicBezTo>
                    <a:pt x="1045" y="801"/>
                    <a:pt x="1034" y="934"/>
                    <a:pt x="1045" y="1067"/>
                  </a:cubicBezTo>
                  <a:cubicBezTo>
                    <a:pt x="1079" y="1023"/>
                    <a:pt x="1112" y="978"/>
                    <a:pt x="1156" y="934"/>
                  </a:cubicBezTo>
                  <a:cubicBezTo>
                    <a:pt x="1178" y="901"/>
                    <a:pt x="1212" y="867"/>
                    <a:pt x="1234" y="823"/>
                  </a:cubicBezTo>
                  <a:cubicBezTo>
                    <a:pt x="1123" y="623"/>
                    <a:pt x="1101" y="356"/>
                    <a:pt x="1257" y="179"/>
                  </a:cubicBezTo>
                  <a:lnTo>
                    <a:pt x="1257" y="179"/>
                  </a:lnTo>
                  <a:cubicBezTo>
                    <a:pt x="1156" y="201"/>
                    <a:pt x="1057" y="212"/>
                    <a:pt x="956" y="212"/>
                  </a:cubicBezTo>
                  <a:cubicBezTo>
                    <a:pt x="734" y="212"/>
                    <a:pt x="512" y="146"/>
                    <a:pt x="346"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61"/>
            <p:cNvSpPr/>
            <p:nvPr/>
          </p:nvSpPr>
          <p:spPr>
            <a:xfrm>
              <a:off x="1874250" y="3638100"/>
              <a:ext cx="142775" cy="129425"/>
            </a:xfrm>
            <a:custGeom>
              <a:avLst/>
              <a:gdLst/>
              <a:ahLst/>
              <a:cxnLst/>
              <a:rect l="l" t="t" r="r" b="b"/>
              <a:pathLst>
                <a:path w="5711" h="5177" extrusionOk="0">
                  <a:moveTo>
                    <a:pt x="2995" y="1"/>
                  </a:moveTo>
                  <a:cubicBezTo>
                    <a:pt x="2992" y="1"/>
                    <a:pt x="2991" y="1"/>
                    <a:pt x="2990" y="2"/>
                  </a:cubicBezTo>
                  <a:cubicBezTo>
                    <a:pt x="2423" y="491"/>
                    <a:pt x="1857" y="992"/>
                    <a:pt x="1301" y="1480"/>
                  </a:cubicBezTo>
                  <a:cubicBezTo>
                    <a:pt x="968" y="1769"/>
                    <a:pt x="1" y="2325"/>
                    <a:pt x="412" y="2880"/>
                  </a:cubicBezTo>
                  <a:cubicBezTo>
                    <a:pt x="505" y="3009"/>
                    <a:pt x="668" y="3083"/>
                    <a:pt x="831" y="3083"/>
                  </a:cubicBezTo>
                  <a:cubicBezTo>
                    <a:pt x="921" y="3083"/>
                    <a:pt x="1011" y="3061"/>
                    <a:pt x="1090" y="3013"/>
                  </a:cubicBezTo>
                  <a:lnTo>
                    <a:pt x="1090" y="3013"/>
                  </a:lnTo>
                  <a:cubicBezTo>
                    <a:pt x="1035" y="3068"/>
                    <a:pt x="990" y="3135"/>
                    <a:pt x="968" y="3202"/>
                  </a:cubicBezTo>
                  <a:cubicBezTo>
                    <a:pt x="879" y="3435"/>
                    <a:pt x="946" y="3724"/>
                    <a:pt x="1123" y="3902"/>
                  </a:cubicBezTo>
                  <a:cubicBezTo>
                    <a:pt x="1288" y="4074"/>
                    <a:pt x="1524" y="4153"/>
                    <a:pt x="1762" y="4153"/>
                  </a:cubicBezTo>
                  <a:cubicBezTo>
                    <a:pt x="1861" y="4153"/>
                    <a:pt x="1961" y="4139"/>
                    <a:pt x="2057" y="4113"/>
                  </a:cubicBezTo>
                  <a:lnTo>
                    <a:pt x="2057" y="4113"/>
                  </a:lnTo>
                  <a:cubicBezTo>
                    <a:pt x="1845" y="4369"/>
                    <a:pt x="1956" y="4779"/>
                    <a:pt x="2223" y="4979"/>
                  </a:cubicBezTo>
                  <a:cubicBezTo>
                    <a:pt x="2409" y="5125"/>
                    <a:pt x="2648" y="5176"/>
                    <a:pt x="2893" y="5176"/>
                  </a:cubicBezTo>
                  <a:cubicBezTo>
                    <a:pt x="2985" y="5176"/>
                    <a:pt x="3077" y="5169"/>
                    <a:pt x="3167" y="5157"/>
                  </a:cubicBezTo>
                  <a:cubicBezTo>
                    <a:pt x="3612" y="5102"/>
                    <a:pt x="4056" y="4935"/>
                    <a:pt x="4434" y="4680"/>
                  </a:cubicBezTo>
                  <a:cubicBezTo>
                    <a:pt x="4237" y="4624"/>
                    <a:pt x="4041" y="4599"/>
                    <a:pt x="3844" y="4599"/>
                  </a:cubicBezTo>
                  <a:cubicBezTo>
                    <a:pt x="3807" y="4599"/>
                    <a:pt x="3770" y="4600"/>
                    <a:pt x="3734" y="4601"/>
                  </a:cubicBezTo>
                  <a:cubicBezTo>
                    <a:pt x="4222" y="4446"/>
                    <a:pt x="4689" y="4213"/>
                    <a:pt x="5123" y="3924"/>
                  </a:cubicBezTo>
                  <a:cubicBezTo>
                    <a:pt x="5022" y="3884"/>
                    <a:pt x="4914" y="3864"/>
                    <a:pt x="4805" y="3864"/>
                  </a:cubicBezTo>
                  <a:cubicBezTo>
                    <a:pt x="4733" y="3864"/>
                    <a:pt x="4660" y="3873"/>
                    <a:pt x="4589" y="3890"/>
                  </a:cubicBezTo>
                  <a:cubicBezTo>
                    <a:pt x="4867" y="3635"/>
                    <a:pt x="5145" y="3369"/>
                    <a:pt x="5311" y="3036"/>
                  </a:cubicBezTo>
                  <a:cubicBezTo>
                    <a:pt x="5711" y="2291"/>
                    <a:pt x="5345" y="1925"/>
                    <a:pt x="4745" y="1535"/>
                  </a:cubicBezTo>
                  <a:cubicBezTo>
                    <a:pt x="4489" y="1358"/>
                    <a:pt x="4311" y="1135"/>
                    <a:pt x="4089" y="925"/>
                  </a:cubicBezTo>
                  <a:cubicBezTo>
                    <a:pt x="4014" y="849"/>
                    <a:pt x="3081" y="1"/>
                    <a:pt x="2995" y="1"/>
                  </a:cubicBez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61"/>
            <p:cNvSpPr/>
            <p:nvPr/>
          </p:nvSpPr>
          <p:spPr>
            <a:xfrm>
              <a:off x="1884250" y="3709800"/>
              <a:ext cx="17550" cy="25575"/>
            </a:xfrm>
            <a:custGeom>
              <a:avLst/>
              <a:gdLst/>
              <a:ahLst/>
              <a:cxnLst/>
              <a:rect l="l" t="t" r="r" b="b"/>
              <a:pathLst>
                <a:path w="702" h="1023" extrusionOk="0">
                  <a:moveTo>
                    <a:pt x="690" y="145"/>
                  </a:moveTo>
                  <a:lnTo>
                    <a:pt x="690" y="145"/>
                  </a:lnTo>
                  <a:cubicBezTo>
                    <a:pt x="635" y="200"/>
                    <a:pt x="590" y="267"/>
                    <a:pt x="568" y="334"/>
                  </a:cubicBezTo>
                  <a:cubicBezTo>
                    <a:pt x="479" y="556"/>
                    <a:pt x="534" y="834"/>
                    <a:pt x="701" y="1022"/>
                  </a:cubicBezTo>
                  <a:cubicBezTo>
                    <a:pt x="534" y="834"/>
                    <a:pt x="479" y="556"/>
                    <a:pt x="568" y="334"/>
                  </a:cubicBezTo>
                  <a:cubicBezTo>
                    <a:pt x="590" y="267"/>
                    <a:pt x="635" y="200"/>
                    <a:pt x="690" y="145"/>
                  </a:cubicBezTo>
                  <a:close/>
                  <a:moveTo>
                    <a:pt x="12" y="12"/>
                  </a:moveTo>
                  <a:lnTo>
                    <a:pt x="12" y="12"/>
                  </a:lnTo>
                  <a:lnTo>
                    <a:pt x="12" y="12"/>
                  </a:lnTo>
                  <a:close/>
                  <a:moveTo>
                    <a:pt x="12" y="0"/>
                  </a:moveTo>
                  <a:lnTo>
                    <a:pt x="12" y="12"/>
                  </a:lnTo>
                  <a:lnTo>
                    <a:pt x="12" y="0"/>
                  </a:lnTo>
                  <a:close/>
                  <a:moveTo>
                    <a:pt x="1" y="0"/>
                  </a:moveTo>
                  <a:lnTo>
                    <a:pt x="1" y="0"/>
                  </a:lnTo>
                  <a:lnTo>
                    <a:pt x="1" y="0"/>
                  </a:lnTo>
                  <a:close/>
                  <a:moveTo>
                    <a:pt x="1" y="0"/>
                  </a:moveTo>
                  <a:lnTo>
                    <a:pt x="1" y="0"/>
                  </a:lnTo>
                  <a:lnTo>
                    <a:pt x="1" y="0"/>
                  </a:lnTo>
                  <a:close/>
                  <a:moveTo>
                    <a:pt x="1" y="0"/>
                  </a:moveTo>
                  <a:lnTo>
                    <a:pt x="1" y="0"/>
                  </a:lnTo>
                  <a:close/>
                </a:path>
              </a:pathLst>
            </a:custGeom>
            <a:solidFill>
              <a:srgbClr val="2F55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61"/>
            <p:cNvSpPr/>
            <p:nvPr/>
          </p:nvSpPr>
          <p:spPr>
            <a:xfrm>
              <a:off x="1881775" y="3700350"/>
              <a:ext cx="42500" cy="41425"/>
            </a:xfrm>
            <a:custGeom>
              <a:avLst/>
              <a:gdLst/>
              <a:ahLst/>
              <a:cxnLst/>
              <a:rect l="l" t="t" r="r" b="b"/>
              <a:pathLst>
                <a:path w="1700" h="1657" extrusionOk="0">
                  <a:moveTo>
                    <a:pt x="23" y="1"/>
                  </a:moveTo>
                  <a:cubicBezTo>
                    <a:pt x="0" y="123"/>
                    <a:pt x="11" y="245"/>
                    <a:pt x="100" y="378"/>
                  </a:cubicBezTo>
                  <a:lnTo>
                    <a:pt x="111" y="378"/>
                  </a:lnTo>
                  <a:lnTo>
                    <a:pt x="111" y="390"/>
                  </a:lnTo>
                  <a:cubicBezTo>
                    <a:pt x="211" y="523"/>
                    <a:pt x="366" y="590"/>
                    <a:pt x="534" y="590"/>
                  </a:cubicBezTo>
                  <a:cubicBezTo>
                    <a:pt x="622" y="590"/>
                    <a:pt x="711" y="568"/>
                    <a:pt x="789" y="523"/>
                  </a:cubicBezTo>
                  <a:lnTo>
                    <a:pt x="789" y="523"/>
                  </a:lnTo>
                  <a:cubicBezTo>
                    <a:pt x="734" y="578"/>
                    <a:pt x="689" y="645"/>
                    <a:pt x="667" y="712"/>
                  </a:cubicBezTo>
                  <a:cubicBezTo>
                    <a:pt x="578" y="934"/>
                    <a:pt x="633" y="1212"/>
                    <a:pt x="800" y="1400"/>
                  </a:cubicBezTo>
                  <a:cubicBezTo>
                    <a:pt x="811" y="1400"/>
                    <a:pt x="811" y="1412"/>
                    <a:pt x="822" y="1412"/>
                  </a:cubicBezTo>
                  <a:cubicBezTo>
                    <a:pt x="989" y="1578"/>
                    <a:pt x="1222" y="1656"/>
                    <a:pt x="1455" y="1656"/>
                  </a:cubicBezTo>
                  <a:cubicBezTo>
                    <a:pt x="1544" y="1656"/>
                    <a:pt x="1622" y="1645"/>
                    <a:pt x="1700" y="1634"/>
                  </a:cubicBezTo>
                  <a:cubicBezTo>
                    <a:pt x="1322" y="1412"/>
                    <a:pt x="1166" y="934"/>
                    <a:pt x="1144" y="490"/>
                  </a:cubicBezTo>
                  <a:cubicBezTo>
                    <a:pt x="667" y="490"/>
                    <a:pt x="267" y="323"/>
                    <a:pt x="23" y="1"/>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61"/>
            <p:cNvSpPr/>
            <p:nvPr/>
          </p:nvSpPr>
          <p:spPr>
            <a:xfrm>
              <a:off x="1903700" y="3717950"/>
              <a:ext cx="71400" cy="43900"/>
            </a:xfrm>
            <a:custGeom>
              <a:avLst/>
              <a:gdLst/>
              <a:ahLst/>
              <a:cxnLst/>
              <a:rect l="l" t="t" r="r" b="b"/>
              <a:pathLst>
                <a:path w="2856" h="1756" extrusionOk="0">
                  <a:moveTo>
                    <a:pt x="1511" y="86"/>
                  </a:moveTo>
                  <a:lnTo>
                    <a:pt x="1511" y="86"/>
                  </a:lnTo>
                  <a:cubicBezTo>
                    <a:pt x="1434" y="185"/>
                    <a:pt x="1345" y="274"/>
                    <a:pt x="1245" y="353"/>
                  </a:cubicBezTo>
                  <a:cubicBezTo>
                    <a:pt x="1256" y="308"/>
                    <a:pt x="1278" y="264"/>
                    <a:pt x="1311" y="219"/>
                  </a:cubicBezTo>
                  <a:cubicBezTo>
                    <a:pt x="1356" y="153"/>
                    <a:pt x="1434" y="97"/>
                    <a:pt x="1511" y="86"/>
                  </a:cubicBezTo>
                  <a:close/>
                  <a:moveTo>
                    <a:pt x="1532" y="1"/>
                  </a:moveTo>
                  <a:cubicBezTo>
                    <a:pt x="1419" y="1"/>
                    <a:pt x="1312" y="80"/>
                    <a:pt x="1245" y="175"/>
                  </a:cubicBezTo>
                  <a:cubicBezTo>
                    <a:pt x="1190" y="252"/>
                    <a:pt x="1156" y="341"/>
                    <a:pt x="1134" y="430"/>
                  </a:cubicBezTo>
                  <a:cubicBezTo>
                    <a:pt x="890" y="593"/>
                    <a:pt x="601" y="690"/>
                    <a:pt x="310" y="690"/>
                  </a:cubicBezTo>
                  <a:cubicBezTo>
                    <a:pt x="244" y="690"/>
                    <a:pt x="177" y="685"/>
                    <a:pt x="112" y="674"/>
                  </a:cubicBezTo>
                  <a:lnTo>
                    <a:pt x="289" y="264"/>
                  </a:lnTo>
                  <a:lnTo>
                    <a:pt x="212" y="230"/>
                  </a:lnTo>
                  <a:lnTo>
                    <a:pt x="0" y="741"/>
                  </a:lnTo>
                  <a:lnTo>
                    <a:pt x="45" y="752"/>
                  </a:lnTo>
                  <a:cubicBezTo>
                    <a:pt x="123" y="764"/>
                    <a:pt x="201" y="770"/>
                    <a:pt x="279" y="770"/>
                  </a:cubicBezTo>
                  <a:cubicBezTo>
                    <a:pt x="569" y="770"/>
                    <a:pt x="855" y="690"/>
                    <a:pt x="1101" y="541"/>
                  </a:cubicBezTo>
                  <a:lnTo>
                    <a:pt x="1101" y="541"/>
                  </a:lnTo>
                  <a:cubicBezTo>
                    <a:pt x="1078" y="652"/>
                    <a:pt x="1045" y="775"/>
                    <a:pt x="1067" y="886"/>
                  </a:cubicBezTo>
                  <a:cubicBezTo>
                    <a:pt x="1078" y="1008"/>
                    <a:pt x="1167" y="1152"/>
                    <a:pt x="1301" y="1175"/>
                  </a:cubicBezTo>
                  <a:lnTo>
                    <a:pt x="1400" y="1175"/>
                  </a:lnTo>
                  <a:cubicBezTo>
                    <a:pt x="1378" y="1230"/>
                    <a:pt x="1367" y="1286"/>
                    <a:pt x="1367" y="1352"/>
                  </a:cubicBezTo>
                  <a:cubicBezTo>
                    <a:pt x="1378" y="1541"/>
                    <a:pt x="1511" y="1718"/>
                    <a:pt x="1678" y="1752"/>
                  </a:cubicBezTo>
                  <a:lnTo>
                    <a:pt x="1701" y="1752"/>
                  </a:lnTo>
                  <a:cubicBezTo>
                    <a:pt x="1717" y="1755"/>
                    <a:pt x="1733" y="1756"/>
                    <a:pt x="1750" y="1756"/>
                  </a:cubicBezTo>
                  <a:cubicBezTo>
                    <a:pt x="1888" y="1756"/>
                    <a:pt x="2023" y="1676"/>
                    <a:pt x="2123" y="1597"/>
                  </a:cubicBezTo>
                  <a:cubicBezTo>
                    <a:pt x="2412" y="1385"/>
                    <a:pt x="2667" y="1108"/>
                    <a:pt x="2856" y="808"/>
                  </a:cubicBezTo>
                  <a:lnTo>
                    <a:pt x="2789" y="763"/>
                  </a:lnTo>
                  <a:cubicBezTo>
                    <a:pt x="2600" y="1064"/>
                    <a:pt x="2356" y="1330"/>
                    <a:pt x="2078" y="1541"/>
                  </a:cubicBezTo>
                  <a:cubicBezTo>
                    <a:pt x="1989" y="1600"/>
                    <a:pt x="1873" y="1678"/>
                    <a:pt x="1754" y="1678"/>
                  </a:cubicBezTo>
                  <a:cubicBezTo>
                    <a:pt x="1740" y="1678"/>
                    <a:pt x="1725" y="1676"/>
                    <a:pt x="1711" y="1674"/>
                  </a:cubicBezTo>
                  <a:cubicBezTo>
                    <a:pt x="1567" y="1663"/>
                    <a:pt x="1456" y="1508"/>
                    <a:pt x="1445" y="1341"/>
                  </a:cubicBezTo>
                  <a:cubicBezTo>
                    <a:pt x="1445" y="1263"/>
                    <a:pt x="1467" y="1185"/>
                    <a:pt x="1511" y="1119"/>
                  </a:cubicBezTo>
                  <a:cubicBezTo>
                    <a:pt x="1567" y="1074"/>
                    <a:pt x="1634" y="1008"/>
                    <a:pt x="1689" y="930"/>
                  </a:cubicBezTo>
                  <a:lnTo>
                    <a:pt x="1800" y="763"/>
                  </a:lnTo>
                  <a:lnTo>
                    <a:pt x="1634" y="874"/>
                  </a:lnTo>
                  <a:cubicBezTo>
                    <a:pt x="1556" y="919"/>
                    <a:pt x="1501" y="985"/>
                    <a:pt x="1456" y="1064"/>
                  </a:cubicBezTo>
                  <a:cubicBezTo>
                    <a:pt x="1420" y="1082"/>
                    <a:pt x="1376" y="1100"/>
                    <a:pt x="1338" y="1100"/>
                  </a:cubicBezTo>
                  <a:cubicBezTo>
                    <a:pt x="1329" y="1100"/>
                    <a:pt x="1320" y="1099"/>
                    <a:pt x="1311" y="1096"/>
                  </a:cubicBezTo>
                  <a:cubicBezTo>
                    <a:pt x="1212" y="1074"/>
                    <a:pt x="1156" y="963"/>
                    <a:pt x="1145" y="874"/>
                  </a:cubicBezTo>
                  <a:cubicBezTo>
                    <a:pt x="1134" y="763"/>
                    <a:pt x="1156" y="652"/>
                    <a:pt x="1190" y="541"/>
                  </a:cubicBezTo>
                  <a:cubicBezTo>
                    <a:pt x="1190" y="519"/>
                    <a:pt x="1200" y="497"/>
                    <a:pt x="1200" y="474"/>
                  </a:cubicBezTo>
                  <a:cubicBezTo>
                    <a:pt x="1356" y="375"/>
                    <a:pt x="1501" y="230"/>
                    <a:pt x="1622" y="74"/>
                  </a:cubicBezTo>
                  <a:lnTo>
                    <a:pt x="1656" y="19"/>
                  </a:lnTo>
                  <a:lnTo>
                    <a:pt x="1589" y="8"/>
                  </a:lnTo>
                  <a:cubicBezTo>
                    <a:pt x="1570" y="3"/>
                    <a:pt x="1551" y="1"/>
                    <a:pt x="153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61"/>
            <p:cNvSpPr/>
            <p:nvPr/>
          </p:nvSpPr>
          <p:spPr>
            <a:xfrm>
              <a:off x="1797600" y="3702475"/>
              <a:ext cx="9475" cy="9300"/>
            </a:xfrm>
            <a:custGeom>
              <a:avLst/>
              <a:gdLst/>
              <a:ahLst/>
              <a:cxnLst/>
              <a:rect l="l" t="t" r="r" b="b"/>
              <a:pathLst>
                <a:path w="379" h="372" extrusionOk="0">
                  <a:moveTo>
                    <a:pt x="347" y="0"/>
                  </a:moveTo>
                  <a:cubicBezTo>
                    <a:pt x="323" y="0"/>
                    <a:pt x="288" y="30"/>
                    <a:pt x="245" y="61"/>
                  </a:cubicBezTo>
                  <a:cubicBezTo>
                    <a:pt x="168" y="116"/>
                    <a:pt x="101" y="172"/>
                    <a:pt x="23" y="238"/>
                  </a:cubicBezTo>
                  <a:cubicBezTo>
                    <a:pt x="12" y="238"/>
                    <a:pt x="1" y="261"/>
                    <a:pt x="1" y="283"/>
                  </a:cubicBezTo>
                  <a:cubicBezTo>
                    <a:pt x="12" y="283"/>
                    <a:pt x="12" y="293"/>
                    <a:pt x="23" y="293"/>
                  </a:cubicBezTo>
                  <a:cubicBezTo>
                    <a:pt x="124" y="349"/>
                    <a:pt x="235" y="372"/>
                    <a:pt x="356" y="372"/>
                  </a:cubicBezTo>
                  <a:cubicBezTo>
                    <a:pt x="368" y="271"/>
                    <a:pt x="379" y="182"/>
                    <a:pt x="379" y="83"/>
                  </a:cubicBezTo>
                  <a:cubicBezTo>
                    <a:pt x="379" y="22"/>
                    <a:pt x="367" y="0"/>
                    <a:pt x="34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61"/>
            <p:cNvSpPr/>
            <p:nvPr/>
          </p:nvSpPr>
          <p:spPr>
            <a:xfrm>
              <a:off x="1797900" y="3718750"/>
              <a:ext cx="7250" cy="7300"/>
            </a:xfrm>
            <a:custGeom>
              <a:avLst/>
              <a:gdLst/>
              <a:ahLst/>
              <a:cxnLst/>
              <a:rect l="l" t="t" r="r" b="b"/>
              <a:pathLst>
                <a:path w="290" h="292" extrusionOk="0">
                  <a:moveTo>
                    <a:pt x="249" y="1"/>
                  </a:moveTo>
                  <a:cubicBezTo>
                    <a:pt x="230" y="1"/>
                    <a:pt x="204" y="33"/>
                    <a:pt x="178" y="65"/>
                  </a:cubicBezTo>
                  <a:cubicBezTo>
                    <a:pt x="122" y="109"/>
                    <a:pt x="67" y="165"/>
                    <a:pt x="23" y="220"/>
                  </a:cubicBezTo>
                  <a:cubicBezTo>
                    <a:pt x="11" y="220"/>
                    <a:pt x="0" y="242"/>
                    <a:pt x="11" y="254"/>
                  </a:cubicBezTo>
                  <a:cubicBezTo>
                    <a:pt x="11" y="254"/>
                    <a:pt x="23" y="254"/>
                    <a:pt x="23" y="265"/>
                  </a:cubicBezTo>
                  <a:cubicBezTo>
                    <a:pt x="88" y="281"/>
                    <a:pt x="153" y="291"/>
                    <a:pt x="217" y="291"/>
                  </a:cubicBezTo>
                  <a:cubicBezTo>
                    <a:pt x="241" y="291"/>
                    <a:pt x="265" y="290"/>
                    <a:pt x="289" y="287"/>
                  </a:cubicBezTo>
                  <a:cubicBezTo>
                    <a:pt x="289" y="209"/>
                    <a:pt x="289" y="131"/>
                    <a:pt x="278" y="65"/>
                  </a:cubicBezTo>
                  <a:cubicBezTo>
                    <a:pt x="273" y="18"/>
                    <a:pt x="263" y="1"/>
                    <a:pt x="249"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61"/>
            <p:cNvSpPr/>
            <p:nvPr/>
          </p:nvSpPr>
          <p:spPr>
            <a:xfrm>
              <a:off x="1799575" y="3732250"/>
              <a:ext cx="8350" cy="8500"/>
            </a:xfrm>
            <a:custGeom>
              <a:avLst/>
              <a:gdLst/>
              <a:ahLst/>
              <a:cxnLst/>
              <a:rect l="l" t="t" r="r" b="b"/>
              <a:pathLst>
                <a:path w="334" h="340" extrusionOk="0">
                  <a:moveTo>
                    <a:pt x="281" y="0"/>
                  </a:moveTo>
                  <a:cubicBezTo>
                    <a:pt x="259" y="0"/>
                    <a:pt x="228" y="37"/>
                    <a:pt x="189" y="69"/>
                  </a:cubicBezTo>
                  <a:cubicBezTo>
                    <a:pt x="133" y="124"/>
                    <a:pt x="77" y="191"/>
                    <a:pt x="22" y="247"/>
                  </a:cubicBezTo>
                  <a:cubicBezTo>
                    <a:pt x="11" y="258"/>
                    <a:pt x="0" y="280"/>
                    <a:pt x="0" y="292"/>
                  </a:cubicBezTo>
                  <a:cubicBezTo>
                    <a:pt x="11" y="302"/>
                    <a:pt x="11" y="302"/>
                    <a:pt x="22" y="302"/>
                  </a:cubicBezTo>
                  <a:cubicBezTo>
                    <a:pt x="97" y="328"/>
                    <a:pt x="173" y="340"/>
                    <a:pt x="248" y="340"/>
                  </a:cubicBezTo>
                  <a:cubicBezTo>
                    <a:pt x="273" y="340"/>
                    <a:pt x="297" y="339"/>
                    <a:pt x="322" y="336"/>
                  </a:cubicBezTo>
                  <a:cubicBezTo>
                    <a:pt x="333" y="247"/>
                    <a:pt x="322" y="158"/>
                    <a:pt x="311" y="69"/>
                  </a:cubicBezTo>
                  <a:cubicBezTo>
                    <a:pt x="306" y="19"/>
                    <a:pt x="296" y="0"/>
                    <a:pt x="281"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61"/>
            <p:cNvSpPr/>
            <p:nvPr/>
          </p:nvSpPr>
          <p:spPr>
            <a:xfrm>
              <a:off x="1898150" y="3295575"/>
              <a:ext cx="117550" cy="237050"/>
            </a:xfrm>
            <a:custGeom>
              <a:avLst/>
              <a:gdLst/>
              <a:ahLst/>
              <a:cxnLst/>
              <a:rect l="l" t="t" r="r" b="b"/>
              <a:pathLst>
                <a:path w="4702" h="9482" extrusionOk="0">
                  <a:moveTo>
                    <a:pt x="3883" y="1"/>
                  </a:moveTo>
                  <a:cubicBezTo>
                    <a:pt x="3841" y="1"/>
                    <a:pt x="3795" y="10"/>
                    <a:pt x="3744" y="29"/>
                  </a:cubicBezTo>
                  <a:cubicBezTo>
                    <a:pt x="3311" y="195"/>
                    <a:pt x="2955" y="1239"/>
                    <a:pt x="2800" y="1629"/>
                  </a:cubicBezTo>
                  <a:cubicBezTo>
                    <a:pt x="2567" y="2228"/>
                    <a:pt x="2389" y="2861"/>
                    <a:pt x="2178" y="3473"/>
                  </a:cubicBezTo>
                  <a:cubicBezTo>
                    <a:pt x="1945" y="4172"/>
                    <a:pt x="1678" y="4861"/>
                    <a:pt x="1244" y="5461"/>
                  </a:cubicBezTo>
                  <a:cubicBezTo>
                    <a:pt x="956" y="5861"/>
                    <a:pt x="600" y="6216"/>
                    <a:pt x="390" y="6660"/>
                  </a:cubicBezTo>
                  <a:cubicBezTo>
                    <a:pt x="0" y="7494"/>
                    <a:pt x="200" y="8494"/>
                    <a:pt x="612" y="9316"/>
                  </a:cubicBezTo>
                  <a:cubicBezTo>
                    <a:pt x="634" y="9371"/>
                    <a:pt x="667" y="9427"/>
                    <a:pt x="723" y="9460"/>
                  </a:cubicBezTo>
                  <a:cubicBezTo>
                    <a:pt x="750" y="9475"/>
                    <a:pt x="778" y="9481"/>
                    <a:pt x="807" y="9481"/>
                  </a:cubicBezTo>
                  <a:cubicBezTo>
                    <a:pt x="862" y="9481"/>
                    <a:pt x="920" y="9460"/>
                    <a:pt x="978" y="9438"/>
                  </a:cubicBezTo>
                  <a:cubicBezTo>
                    <a:pt x="1634" y="9160"/>
                    <a:pt x="2244" y="8805"/>
                    <a:pt x="2822" y="8371"/>
                  </a:cubicBezTo>
                  <a:cubicBezTo>
                    <a:pt x="3222" y="8060"/>
                    <a:pt x="3611" y="7705"/>
                    <a:pt x="3822" y="7250"/>
                  </a:cubicBezTo>
                  <a:cubicBezTo>
                    <a:pt x="3955" y="6927"/>
                    <a:pt x="4011" y="6583"/>
                    <a:pt x="4033" y="6238"/>
                  </a:cubicBezTo>
                  <a:cubicBezTo>
                    <a:pt x="4078" y="5438"/>
                    <a:pt x="3999" y="4639"/>
                    <a:pt x="4055" y="3850"/>
                  </a:cubicBezTo>
                  <a:cubicBezTo>
                    <a:pt x="4087" y="3417"/>
                    <a:pt x="4701" y="1"/>
                    <a:pt x="3883" y="1"/>
                  </a:cubicBezTo>
                  <a:close/>
                </a:path>
              </a:pathLst>
            </a:custGeom>
            <a:solidFill>
              <a:srgbClr val="C3D8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61"/>
            <p:cNvSpPr/>
            <p:nvPr/>
          </p:nvSpPr>
          <p:spPr>
            <a:xfrm>
              <a:off x="1922325" y="3230050"/>
              <a:ext cx="381050" cy="497600"/>
            </a:xfrm>
            <a:custGeom>
              <a:avLst/>
              <a:gdLst/>
              <a:ahLst/>
              <a:cxnLst/>
              <a:rect l="l" t="t" r="r" b="b"/>
              <a:pathLst>
                <a:path w="15242" h="19904" extrusionOk="0">
                  <a:moveTo>
                    <a:pt x="11212" y="0"/>
                  </a:moveTo>
                  <a:cubicBezTo>
                    <a:pt x="11117" y="0"/>
                    <a:pt x="11006" y="7"/>
                    <a:pt x="10875" y="17"/>
                  </a:cubicBezTo>
                  <a:cubicBezTo>
                    <a:pt x="9265" y="128"/>
                    <a:pt x="7676" y="361"/>
                    <a:pt x="6143" y="728"/>
                  </a:cubicBezTo>
                  <a:cubicBezTo>
                    <a:pt x="5644" y="850"/>
                    <a:pt x="5155" y="950"/>
                    <a:pt x="4666" y="1061"/>
                  </a:cubicBezTo>
                  <a:cubicBezTo>
                    <a:pt x="4222" y="1172"/>
                    <a:pt x="3644" y="1250"/>
                    <a:pt x="3344" y="1594"/>
                  </a:cubicBezTo>
                  <a:cubicBezTo>
                    <a:pt x="2844" y="2183"/>
                    <a:pt x="2289" y="2994"/>
                    <a:pt x="2188" y="3783"/>
                  </a:cubicBezTo>
                  <a:cubicBezTo>
                    <a:pt x="2089" y="4694"/>
                    <a:pt x="2200" y="5671"/>
                    <a:pt x="2155" y="6593"/>
                  </a:cubicBezTo>
                  <a:cubicBezTo>
                    <a:pt x="2133" y="7215"/>
                    <a:pt x="2089" y="7837"/>
                    <a:pt x="2010" y="8459"/>
                  </a:cubicBezTo>
                  <a:cubicBezTo>
                    <a:pt x="1855" y="9659"/>
                    <a:pt x="1588" y="10848"/>
                    <a:pt x="1111" y="11970"/>
                  </a:cubicBezTo>
                  <a:cubicBezTo>
                    <a:pt x="1422" y="11948"/>
                    <a:pt x="1733" y="11814"/>
                    <a:pt x="1966" y="11592"/>
                  </a:cubicBezTo>
                  <a:lnTo>
                    <a:pt x="1966" y="11592"/>
                  </a:lnTo>
                  <a:cubicBezTo>
                    <a:pt x="1855" y="12214"/>
                    <a:pt x="1000" y="12525"/>
                    <a:pt x="988" y="13159"/>
                  </a:cubicBezTo>
                  <a:cubicBezTo>
                    <a:pt x="1333" y="13003"/>
                    <a:pt x="1677" y="12858"/>
                    <a:pt x="2022" y="12714"/>
                  </a:cubicBezTo>
                  <a:lnTo>
                    <a:pt x="2022" y="12714"/>
                  </a:lnTo>
                  <a:cubicBezTo>
                    <a:pt x="1022" y="14280"/>
                    <a:pt x="0" y="16435"/>
                    <a:pt x="1467" y="18057"/>
                  </a:cubicBezTo>
                  <a:cubicBezTo>
                    <a:pt x="2044" y="18691"/>
                    <a:pt x="2844" y="19091"/>
                    <a:pt x="3677" y="19324"/>
                  </a:cubicBezTo>
                  <a:cubicBezTo>
                    <a:pt x="4510" y="19558"/>
                    <a:pt x="5377" y="19635"/>
                    <a:pt x="6232" y="19724"/>
                  </a:cubicBezTo>
                  <a:cubicBezTo>
                    <a:pt x="7086" y="19815"/>
                    <a:pt x="7988" y="19904"/>
                    <a:pt x="8885" y="19904"/>
                  </a:cubicBezTo>
                  <a:cubicBezTo>
                    <a:pt x="10295" y="19904"/>
                    <a:pt x="11693" y="19683"/>
                    <a:pt x="12875" y="18902"/>
                  </a:cubicBezTo>
                  <a:cubicBezTo>
                    <a:pt x="13953" y="18202"/>
                    <a:pt x="14797" y="17158"/>
                    <a:pt x="15242" y="15947"/>
                  </a:cubicBezTo>
                  <a:lnTo>
                    <a:pt x="15242" y="15947"/>
                  </a:lnTo>
                  <a:lnTo>
                    <a:pt x="14975" y="16247"/>
                  </a:lnTo>
                  <a:cubicBezTo>
                    <a:pt x="15052" y="15625"/>
                    <a:pt x="15042" y="15014"/>
                    <a:pt x="15030" y="14391"/>
                  </a:cubicBezTo>
                  <a:cubicBezTo>
                    <a:pt x="15008" y="13703"/>
                    <a:pt x="14975" y="13014"/>
                    <a:pt x="15019" y="12337"/>
                  </a:cubicBezTo>
                  <a:cubicBezTo>
                    <a:pt x="15052" y="11748"/>
                    <a:pt x="14842" y="11204"/>
                    <a:pt x="14842" y="10626"/>
                  </a:cubicBezTo>
                  <a:lnTo>
                    <a:pt x="14842" y="10626"/>
                  </a:lnTo>
                  <a:cubicBezTo>
                    <a:pt x="14864" y="10792"/>
                    <a:pt x="15008" y="10925"/>
                    <a:pt x="15163" y="10948"/>
                  </a:cubicBezTo>
                  <a:cubicBezTo>
                    <a:pt x="15130" y="8837"/>
                    <a:pt x="14753" y="6726"/>
                    <a:pt x="14052" y="4738"/>
                  </a:cubicBezTo>
                  <a:cubicBezTo>
                    <a:pt x="13709" y="3749"/>
                    <a:pt x="13275" y="2783"/>
                    <a:pt x="12775" y="1850"/>
                  </a:cubicBezTo>
                  <a:cubicBezTo>
                    <a:pt x="12531" y="1383"/>
                    <a:pt x="12253" y="939"/>
                    <a:pt x="11964" y="495"/>
                  </a:cubicBezTo>
                  <a:cubicBezTo>
                    <a:pt x="11711" y="93"/>
                    <a:pt x="11561" y="0"/>
                    <a:pt x="11212" y="0"/>
                  </a:cubicBez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61"/>
            <p:cNvSpPr/>
            <p:nvPr/>
          </p:nvSpPr>
          <p:spPr>
            <a:xfrm>
              <a:off x="2236975" y="3267950"/>
              <a:ext cx="66400" cy="368300"/>
            </a:xfrm>
            <a:custGeom>
              <a:avLst/>
              <a:gdLst/>
              <a:ahLst/>
              <a:cxnLst/>
              <a:rect l="l" t="t" r="r" b="b"/>
              <a:pathLst>
                <a:path w="2656" h="14732" extrusionOk="0">
                  <a:moveTo>
                    <a:pt x="2656" y="14431"/>
                  </a:moveTo>
                  <a:lnTo>
                    <a:pt x="2389" y="14731"/>
                  </a:lnTo>
                  <a:lnTo>
                    <a:pt x="2389" y="14731"/>
                  </a:lnTo>
                  <a:lnTo>
                    <a:pt x="2656" y="14431"/>
                  </a:lnTo>
                  <a:lnTo>
                    <a:pt x="2656" y="14431"/>
                  </a:lnTo>
                  <a:close/>
                  <a:moveTo>
                    <a:pt x="2256" y="9110"/>
                  </a:moveTo>
                  <a:cubicBezTo>
                    <a:pt x="2256" y="9688"/>
                    <a:pt x="2466" y="10232"/>
                    <a:pt x="2433" y="10821"/>
                  </a:cubicBezTo>
                  <a:cubicBezTo>
                    <a:pt x="2389" y="11498"/>
                    <a:pt x="2422" y="12187"/>
                    <a:pt x="2444" y="12875"/>
                  </a:cubicBezTo>
                  <a:cubicBezTo>
                    <a:pt x="2444" y="13109"/>
                    <a:pt x="2456" y="13342"/>
                    <a:pt x="2456" y="13576"/>
                  </a:cubicBezTo>
                  <a:cubicBezTo>
                    <a:pt x="2456" y="13342"/>
                    <a:pt x="2444" y="13109"/>
                    <a:pt x="2444" y="12875"/>
                  </a:cubicBezTo>
                  <a:cubicBezTo>
                    <a:pt x="2422" y="12187"/>
                    <a:pt x="2389" y="11498"/>
                    <a:pt x="2433" y="10821"/>
                  </a:cubicBezTo>
                  <a:cubicBezTo>
                    <a:pt x="2466" y="10232"/>
                    <a:pt x="2256" y="9688"/>
                    <a:pt x="2256" y="9110"/>
                  </a:cubicBezTo>
                  <a:lnTo>
                    <a:pt x="2256" y="9110"/>
                  </a:lnTo>
                  <a:close/>
                  <a:moveTo>
                    <a:pt x="1711" y="3955"/>
                  </a:moveTo>
                  <a:lnTo>
                    <a:pt x="1711" y="3955"/>
                  </a:lnTo>
                  <a:cubicBezTo>
                    <a:pt x="2256" y="5733"/>
                    <a:pt x="2555" y="7577"/>
                    <a:pt x="2577" y="9432"/>
                  </a:cubicBezTo>
                  <a:lnTo>
                    <a:pt x="2577" y="9432"/>
                  </a:lnTo>
                  <a:cubicBezTo>
                    <a:pt x="2555" y="7577"/>
                    <a:pt x="2256" y="5733"/>
                    <a:pt x="1711" y="3955"/>
                  </a:cubicBezTo>
                  <a:close/>
                  <a:moveTo>
                    <a:pt x="0" y="1"/>
                  </a:moveTo>
                  <a:cubicBezTo>
                    <a:pt x="67" y="112"/>
                    <a:pt x="133" y="223"/>
                    <a:pt x="189" y="334"/>
                  </a:cubicBezTo>
                  <a:cubicBezTo>
                    <a:pt x="634" y="1167"/>
                    <a:pt x="1022" y="2023"/>
                    <a:pt x="1355" y="2900"/>
                  </a:cubicBezTo>
                  <a:lnTo>
                    <a:pt x="1355" y="2900"/>
                  </a:lnTo>
                  <a:cubicBezTo>
                    <a:pt x="1022" y="2023"/>
                    <a:pt x="634" y="1167"/>
                    <a:pt x="189" y="334"/>
                  </a:cubicBezTo>
                  <a:cubicBezTo>
                    <a:pt x="133" y="223"/>
                    <a:pt x="67" y="112"/>
                    <a:pt x="0" y="1"/>
                  </a:cubicBezTo>
                  <a:close/>
                </a:path>
              </a:pathLst>
            </a:custGeom>
            <a:solidFill>
              <a:srgbClr val="E2EC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61"/>
            <p:cNvSpPr/>
            <p:nvPr/>
          </p:nvSpPr>
          <p:spPr>
            <a:xfrm>
              <a:off x="2062300" y="3713125"/>
              <a:ext cx="162750" cy="11150"/>
            </a:xfrm>
            <a:custGeom>
              <a:avLst/>
              <a:gdLst/>
              <a:ahLst/>
              <a:cxnLst/>
              <a:rect l="l" t="t" r="r" b="b"/>
              <a:pathLst>
                <a:path w="6510" h="446" extrusionOk="0">
                  <a:moveTo>
                    <a:pt x="0" y="334"/>
                  </a:moveTo>
                  <a:lnTo>
                    <a:pt x="633" y="401"/>
                  </a:lnTo>
                  <a:cubicBezTo>
                    <a:pt x="644" y="401"/>
                    <a:pt x="667" y="401"/>
                    <a:pt x="677" y="412"/>
                  </a:cubicBezTo>
                  <a:lnTo>
                    <a:pt x="677" y="412"/>
                  </a:lnTo>
                  <a:cubicBezTo>
                    <a:pt x="667" y="401"/>
                    <a:pt x="644" y="401"/>
                    <a:pt x="633" y="401"/>
                  </a:cubicBezTo>
                  <a:lnTo>
                    <a:pt x="0" y="334"/>
                  </a:lnTo>
                  <a:close/>
                  <a:moveTo>
                    <a:pt x="6498" y="12"/>
                  </a:moveTo>
                  <a:cubicBezTo>
                    <a:pt x="6021" y="212"/>
                    <a:pt x="5532" y="356"/>
                    <a:pt x="5021" y="445"/>
                  </a:cubicBezTo>
                  <a:lnTo>
                    <a:pt x="5021" y="445"/>
                  </a:lnTo>
                  <a:cubicBezTo>
                    <a:pt x="5532" y="356"/>
                    <a:pt x="6021" y="212"/>
                    <a:pt x="6498" y="12"/>
                  </a:cubicBezTo>
                  <a:close/>
                  <a:moveTo>
                    <a:pt x="6510" y="1"/>
                  </a:moveTo>
                  <a:lnTo>
                    <a:pt x="6498" y="1"/>
                  </a:lnTo>
                  <a:close/>
                </a:path>
              </a:pathLst>
            </a:custGeom>
            <a:solidFill>
              <a:srgbClr val="2F55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61"/>
            <p:cNvSpPr/>
            <p:nvPr/>
          </p:nvSpPr>
          <p:spPr>
            <a:xfrm>
              <a:off x="1957875" y="3680350"/>
              <a:ext cx="31675" cy="23650"/>
            </a:xfrm>
            <a:custGeom>
              <a:avLst/>
              <a:gdLst/>
              <a:ahLst/>
              <a:cxnLst/>
              <a:rect l="l" t="t" r="r" b="b"/>
              <a:pathLst>
                <a:path w="1267" h="946" extrusionOk="0">
                  <a:moveTo>
                    <a:pt x="67" y="68"/>
                  </a:moveTo>
                  <a:cubicBezTo>
                    <a:pt x="400" y="435"/>
                    <a:pt x="822" y="723"/>
                    <a:pt x="1267" y="946"/>
                  </a:cubicBezTo>
                  <a:cubicBezTo>
                    <a:pt x="822" y="723"/>
                    <a:pt x="400" y="435"/>
                    <a:pt x="67" y="68"/>
                  </a:cubicBezTo>
                  <a:close/>
                  <a:moveTo>
                    <a:pt x="33" y="35"/>
                  </a:moveTo>
                  <a:lnTo>
                    <a:pt x="33" y="35"/>
                  </a:lnTo>
                  <a:lnTo>
                    <a:pt x="33" y="35"/>
                  </a:lnTo>
                  <a:close/>
                  <a:moveTo>
                    <a:pt x="33" y="35"/>
                  </a:moveTo>
                  <a:lnTo>
                    <a:pt x="33" y="35"/>
                  </a:lnTo>
                  <a:lnTo>
                    <a:pt x="33" y="35"/>
                  </a:lnTo>
                  <a:close/>
                  <a:moveTo>
                    <a:pt x="22" y="23"/>
                  </a:moveTo>
                  <a:lnTo>
                    <a:pt x="22" y="23"/>
                  </a:lnTo>
                  <a:lnTo>
                    <a:pt x="22" y="23"/>
                  </a:lnTo>
                  <a:close/>
                  <a:moveTo>
                    <a:pt x="22" y="23"/>
                  </a:moveTo>
                  <a:lnTo>
                    <a:pt x="22" y="23"/>
                  </a:lnTo>
                  <a:lnTo>
                    <a:pt x="22" y="23"/>
                  </a:lnTo>
                  <a:close/>
                  <a:moveTo>
                    <a:pt x="22" y="12"/>
                  </a:moveTo>
                  <a:lnTo>
                    <a:pt x="22" y="12"/>
                  </a:lnTo>
                  <a:lnTo>
                    <a:pt x="22" y="12"/>
                  </a:lnTo>
                  <a:close/>
                  <a:moveTo>
                    <a:pt x="11" y="12"/>
                  </a:moveTo>
                  <a:lnTo>
                    <a:pt x="11" y="12"/>
                  </a:lnTo>
                  <a:lnTo>
                    <a:pt x="11" y="12"/>
                  </a:lnTo>
                  <a:close/>
                  <a:moveTo>
                    <a:pt x="11" y="1"/>
                  </a:moveTo>
                  <a:lnTo>
                    <a:pt x="11" y="1"/>
                  </a:lnTo>
                  <a:lnTo>
                    <a:pt x="11" y="1"/>
                  </a:lnTo>
                  <a:close/>
                  <a:moveTo>
                    <a:pt x="0" y="1"/>
                  </a:moveTo>
                  <a:lnTo>
                    <a:pt x="0" y="1"/>
                  </a:ln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61"/>
            <p:cNvSpPr/>
            <p:nvPr/>
          </p:nvSpPr>
          <p:spPr>
            <a:xfrm>
              <a:off x="1937575" y="3259625"/>
              <a:ext cx="365800" cy="464650"/>
            </a:xfrm>
            <a:custGeom>
              <a:avLst/>
              <a:gdLst/>
              <a:ahLst/>
              <a:cxnLst/>
              <a:rect l="l" t="t" r="r" b="b"/>
              <a:pathLst>
                <a:path w="14632" h="18586" extrusionOk="0">
                  <a:moveTo>
                    <a:pt x="11332" y="0"/>
                  </a:moveTo>
                  <a:cubicBezTo>
                    <a:pt x="11343" y="45"/>
                    <a:pt x="11343" y="89"/>
                    <a:pt x="11343" y="144"/>
                  </a:cubicBezTo>
                  <a:cubicBezTo>
                    <a:pt x="11343" y="312"/>
                    <a:pt x="11299" y="489"/>
                    <a:pt x="11210" y="645"/>
                  </a:cubicBezTo>
                  <a:cubicBezTo>
                    <a:pt x="11110" y="589"/>
                    <a:pt x="10998" y="534"/>
                    <a:pt x="10887" y="489"/>
                  </a:cubicBezTo>
                  <a:lnTo>
                    <a:pt x="10887" y="489"/>
                  </a:lnTo>
                  <a:cubicBezTo>
                    <a:pt x="10899" y="500"/>
                    <a:pt x="10899" y="511"/>
                    <a:pt x="10899" y="522"/>
                  </a:cubicBezTo>
                  <a:cubicBezTo>
                    <a:pt x="10954" y="734"/>
                    <a:pt x="10976" y="944"/>
                    <a:pt x="10976" y="1156"/>
                  </a:cubicBezTo>
                  <a:cubicBezTo>
                    <a:pt x="10976" y="1245"/>
                    <a:pt x="10976" y="1334"/>
                    <a:pt x="10966" y="1411"/>
                  </a:cubicBezTo>
                  <a:cubicBezTo>
                    <a:pt x="10976" y="1478"/>
                    <a:pt x="10988" y="1534"/>
                    <a:pt x="10998" y="1600"/>
                  </a:cubicBezTo>
                  <a:cubicBezTo>
                    <a:pt x="11010" y="1611"/>
                    <a:pt x="11010" y="1622"/>
                    <a:pt x="11010" y="1633"/>
                  </a:cubicBezTo>
                  <a:cubicBezTo>
                    <a:pt x="11032" y="1622"/>
                    <a:pt x="11054" y="1622"/>
                    <a:pt x="11077" y="1622"/>
                  </a:cubicBezTo>
                  <a:lnTo>
                    <a:pt x="11188" y="1622"/>
                  </a:lnTo>
                  <a:cubicBezTo>
                    <a:pt x="11776" y="1622"/>
                    <a:pt x="12321" y="1944"/>
                    <a:pt x="12731" y="2366"/>
                  </a:cubicBezTo>
                  <a:cubicBezTo>
                    <a:pt x="12731" y="2378"/>
                    <a:pt x="12743" y="2388"/>
                    <a:pt x="12754" y="2400"/>
                  </a:cubicBezTo>
                  <a:lnTo>
                    <a:pt x="12765" y="2411"/>
                  </a:lnTo>
                  <a:lnTo>
                    <a:pt x="12776" y="2422"/>
                  </a:lnTo>
                  <a:cubicBezTo>
                    <a:pt x="13010" y="2667"/>
                    <a:pt x="13187" y="2944"/>
                    <a:pt x="13331" y="3233"/>
                  </a:cubicBezTo>
                  <a:cubicBezTo>
                    <a:pt x="12998" y="2356"/>
                    <a:pt x="12610" y="1500"/>
                    <a:pt x="12165" y="667"/>
                  </a:cubicBezTo>
                  <a:cubicBezTo>
                    <a:pt x="12109" y="556"/>
                    <a:pt x="12043" y="445"/>
                    <a:pt x="11976" y="334"/>
                  </a:cubicBezTo>
                  <a:cubicBezTo>
                    <a:pt x="11743" y="289"/>
                    <a:pt x="11521" y="156"/>
                    <a:pt x="11332" y="0"/>
                  </a:cubicBezTo>
                  <a:close/>
                  <a:moveTo>
                    <a:pt x="13565" y="11643"/>
                  </a:moveTo>
                  <a:lnTo>
                    <a:pt x="13565" y="11643"/>
                  </a:lnTo>
                  <a:cubicBezTo>
                    <a:pt x="13743" y="12897"/>
                    <a:pt x="13521" y="14198"/>
                    <a:pt x="12921" y="15319"/>
                  </a:cubicBezTo>
                  <a:cubicBezTo>
                    <a:pt x="12887" y="15375"/>
                    <a:pt x="12787" y="15575"/>
                    <a:pt x="12610" y="15575"/>
                  </a:cubicBezTo>
                  <a:lnTo>
                    <a:pt x="12576" y="15575"/>
                  </a:lnTo>
                  <a:lnTo>
                    <a:pt x="12565" y="15541"/>
                  </a:lnTo>
                  <a:cubicBezTo>
                    <a:pt x="12554" y="15497"/>
                    <a:pt x="12554" y="15452"/>
                    <a:pt x="12543" y="15408"/>
                  </a:cubicBezTo>
                  <a:cubicBezTo>
                    <a:pt x="12121" y="16219"/>
                    <a:pt x="11354" y="16874"/>
                    <a:pt x="10465" y="17141"/>
                  </a:cubicBezTo>
                  <a:lnTo>
                    <a:pt x="10443" y="17064"/>
                  </a:lnTo>
                  <a:cubicBezTo>
                    <a:pt x="11388" y="16785"/>
                    <a:pt x="12188" y="16052"/>
                    <a:pt x="12576" y="15153"/>
                  </a:cubicBezTo>
                  <a:cubicBezTo>
                    <a:pt x="12598" y="15109"/>
                    <a:pt x="12610" y="15064"/>
                    <a:pt x="12632" y="15020"/>
                  </a:cubicBezTo>
                  <a:lnTo>
                    <a:pt x="12709" y="15053"/>
                  </a:lnTo>
                  <a:cubicBezTo>
                    <a:pt x="12687" y="15097"/>
                    <a:pt x="12676" y="15141"/>
                    <a:pt x="12654" y="15186"/>
                  </a:cubicBezTo>
                  <a:cubicBezTo>
                    <a:pt x="12620" y="15286"/>
                    <a:pt x="12620" y="15386"/>
                    <a:pt x="12632" y="15497"/>
                  </a:cubicBezTo>
                  <a:cubicBezTo>
                    <a:pt x="12709" y="15475"/>
                    <a:pt x="12787" y="15408"/>
                    <a:pt x="12854" y="15275"/>
                  </a:cubicBezTo>
                  <a:cubicBezTo>
                    <a:pt x="13442" y="14175"/>
                    <a:pt x="13665" y="12887"/>
                    <a:pt x="13487" y="11653"/>
                  </a:cubicBezTo>
                  <a:lnTo>
                    <a:pt x="13565" y="11643"/>
                  </a:lnTo>
                  <a:close/>
                  <a:moveTo>
                    <a:pt x="13687" y="4288"/>
                  </a:moveTo>
                  <a:lnTo>
                    <a:pt x="13687" y="4288"/>
                  </a:lnTo>
                  <a:cubicBezTo>
                    <a:pt x="13776" y="4699"/>
                    <a:pt x="13832" y="5121"/>
                    <a:pt x="13865" y="5543"/>
                  </a:cubicBezTo>
                  <a:cubicBezTo>
                    <a:pt x="13876" y="5688"/>
                    <a:pt x="13887" y="5844"/>
                    <a:pt x="13898" y="5999"/>
                  </a:cubicBezTo>
                  <a:cubicBezTo>
                    <a:pt x="13987" y="7165"/>
                    <a:pt x="14032" y="8354"/>
                    <a:pt x="13921" y="9510"/>
                  </a:cubicBezTo>
                  <a:cubicBezTo>
                    <a:pt x="13898" y="9787"/>
                    <a:pt x="13854" y="10065"/>
                    <a:pt x="13809" y="10342"/>
                  </a:cubicBezTo>
                  <a:cubicBezTo>
                    <a:pt x="13776" y="10542"/>
                    <a:pt x="13731" y="10742"/>
                    <a:pt x="13687" y="10932"/>
                  </a:cubicBezTo>
                  <a:cubicBezTo>
                    <a:pt x="13531" y="11564"/>
                    <a:pt x="13309" y="12164"/>
                    <a:pt x="12998" y="12731"/>
                  </a:cubicBezTo>
                  <a:cubicBezTo>
                    <a:pt x="12832" y="13031"/>
                    <a:pt x="12632" y="13320"/>
                    <a:pt x="12343" y="13509"/>
                  </a:cubicBezTo>
                  <a:cubicBezTo>
                    <a:pt x="12243" y="13575"/>
                    <a:pt x="12132" y="13642"/>
                    <a:pt x="12010" y="13687"/>
                  </a:cubicBezTo>
                  <a:cubicBezTo>
                    <a:pt x="11798" y="14230"/>
                    <a:pt x="11510" y="14741"/>
                    <a:pt x="11132" y="15208"/>
                  </a:cubicBezTo>
                  <a:cubicBezTo>
                    <a:pt x="10199" y="16341"/>
                    <a:pt x="8877" y="16886"/>
                    <a:pt x="7488" y="16886"/>
                  </a:cubicBezTo>
                  <a:cubicBezTo>
                    <a:pt x="7110" y="16886"/>
                    <a:pt x="6744" y="16852"/>
                    <a:pt x="6367" y="16775"/>
                  </a:cubicBezTo>
                  <a:lnTo>
                    <a:pt x="6367" y="16941"/>
                  </a:lnTo>
                  <a:cubicBezTo>
                    <a:pt x="6367" y="16997"/>
                    <a:pt x="6333" y="17041"/>
                    <a:pt x="6278" y="17041"/>
                  </a:cubicBezTo>
                  <a:lnTo>
                    <a:pt x="6255" y="17041"/>
                  </a:lnTo>
                  <a:cubicBezTo>
                    <a:pt x="5200" y="16941"/>
                    <a:pt x="4200" y="16497"/>
                    <a:pt x="3367" y="15830"/>
                  </a:cubicBezTo>
                  <a:lnTo>
                    <a:pt x="3367" y="15830"/>
                  </a:lnTo>
                  <a:cubicBezTo>
                    <a:pt x="3467" y="16042"/>
                    <a:pt x="3567" y="16252"/>
                    <a:pt x="3634" y="16486"/>
                  </a:cubicBezTo>
                  <a:cubicBezTo>
                    <a:pt x="3656" y="16530"/>
                    <a:pt x="3622" y="16608"/>
                    <a:pt x="3567" y="16608"/>
                  </a:cubicBezTo>
                  <a:lnTo>
                    <a:pt x="3545" y="16608"/>
                  </a:lnTo>
                  <a:cubicBezTo>
                    <a:pt x="2767" y="16608"/>
                    <a:pt x="2056" y="16075"/>
                    <a:pt x="1512" y="15564"/>
                  </a:cubicBezTo>
                  <a:cubicBezTo>
                    <a:pt x="1023" y="15097"/>
                    <a:pt x="556" y="14542"/>
                    <a:pt x="279" y="13909"/>
                  </a:cubicBezTo>
                  <a:lnTo>
                    <a:pt x="279" y="13909"/>
                  </a:lnTo>
                  <a:cubicBezTo>
                    <a:pt x="1" y="14919"/>
                    <a:pt x="45" y="15953"/>
                    <a:pt x="812" y="16830"/>
                  </a:cubicBezTo>
                  <a:lnTo>
                    <a:pt x="823" y="16830"/>
                  </a:lnTo>
                  <a:lnTo>
                    <a:pt x="823" y="16841"/>
                  </a:lnTo>
                  <a:lnTo>
                    <a:pt x="834" y="16841"/>
                  </a:lnTo>
                  <a:lnTo>
                    <a:pt x="834" y="16852"/>
                  </a:lnTo>
                  <a:cubicBezTo>
                    <a:pt x="845" y="16852"/>
                    <a:pt x="845" y="16852"/>
                    <a:pt x="845" y="16864"/>
                  </a:cubicBezTo>
                  <a:cubicBezTo>
                    <a:pt x="845" y="16864"/>
                    <a:pt x="857" y="16864"/>
                    <a:pt x="857" y="16874"/>
                  </a:cubicBezTo>
                  <a:lnTo>
                    <a:pt x="879" y="16897"/>
                  </a:lnTo>
                  <a:cubicBezTo>
                    <a:pt x="1212" y="17264"/>
                    <a:pt x="1634" y="17552"/>
                    <a:pt x="2079" y="17775"/>
                  </a:cubicBezTo>
                  <a:cubicBezTo>
                    <a:pt x="2400" y="17919"/>
                    <a:pt x="2734" y="18041"/>
                    <a:pt x="3067" y="18141"/>
                  </a:cubicBezTo>
                  <a:cubicBezTo>
                    <a:pt x="3700" y="18319"/>
                    <a:pt x="4345" y="18397"/>
                    <a:pt x="4989" y="18474"/>
                  </a:cubicBezTo>
                  <a:lnTo>
                    <a:pt x="5622" y="18541"/>
                  </a:lnTo>
                  <a:cubicBezTo>
                    <a:pt x="5633" y="18541"/>
                    <a:pt x="5656" y="18541"/>
                    <a:pt x="5666" y="18552"/>
                  </a:cubicBezTo>
                  <a:cubicBezTo>
                    <a:pt x="5678" y="18496"/>
                    <a:pt x="5678" y="18441"/>
                    <a:pt x="5688" y="18397"/>
                  </a:cubicBezTo>
                  <a:cubicBezTo>
                    <a:pt x="6044" y="18452"/>
                    <a:pt x="6399" y="18474"/>
                    <a:pt x="6744" y="18474"/>
                  </a:cubicBezTo>
                  <a:cubicBezTo>
                    <a:pt x="7611" y="18474"/>
                    <a:pt x="8477" y="18341"/>
                    <a:pt x="9322" y="18263"/>
                  </a:cubicBezTo>
                  <a:lnTo>
                    <a:pt x="10021" y="18197"/>
                  </a:lnTo>
                  <a:lnTo>
                    <a:pt x="10021" y="18241"/>
                  </a:lnTo>
                  <a:cubicBezTo>
                    <a:pt x="10010" y="18352"/>
                    <a:pt x="10010" y="18474"/>
                    <a:pt x="10010" y="18585"/>
                  </a:cubicBezTo>
                  <a:cubicBezTo>
                    <a:pt x="10521" y="18496"/>
                    <a:pt x="11010" y="18352"/>
                    <a:pt x="11487" y="18152"/>
                  </a:cubicBezTo>
                  <a:lnTo>
                    <a:pt x="11487" y="18141"/>
                  </a:lnTo>
                  <a:lnTo>
                    <a:pt x="11499" y="18141"/>
                  </a:lnTo>
                  <a:cubicBezTo>
                    <a:pt x="11765" y="18030"/>
                    <a:pt x="12021" y="17886"/>
                    <a:pt x="12265" y="17719"/>
                  </a:cubicBezTo>
                  <a:cubicBezTo>
                    <a:pt x="13343" y="17019"/>
                    <a:pt x="14187" y="15975"/>
                    <a:pt x="14632" y="14764"/>
                  </a:cubicBezTo>
                  <a:lnTo>
                    <a:pt x="14632" y="14764"/>
                  </a:lnTo>
                  <a:lnTo>
                    <a:pt x="14365" y="15064"/>
                  </a:lnTo>
                  <a:cubicBezTo>
                    <a:pt x="14409" y="14675"/>
                    <a:pt x="14432" y="14286"/>
                    <a:pt x="14432" y="13909"/>
                  </a:cubicBezTo>
                  <a:cubicBezTo>
                    <a:pt x="14432" y="13675"/>
                    <a:pt x="14420" y="13442"/>
                    <a:pt x="14420" y="13208"/>
                  </a:cubicBezTo>
                  <a:cubicBezTo>
                    <a:pt x="14398" y="12520"/>
                    <a:pt x="14365" y="11831"/>
                    <a:pt x="14409" y="11154"/>
                  </a:cubicBezTo>
                  <a:cubicBezTo>
                    <a:pt x="14442" y="10565"/>
                    <a:pt x="14232" y="10021"/>
                    <a:pt x="14232" y="9443"/>
                  </a:cubicBezTo>
                  <a:lnTo>
                    <a:pt x="14232" y="9443"/>
                  </a:lnTo>
                  <a:cubicBezTo>
                    <a:pt x="14254" y="9609"/>
                    <a:pt x="14398" y="9742"/>
                    <a:pt x="14553" y="9765"/>
                  </a:cubicBezTo>
                  <a:cubicBezTo>
                    <a:pt x="14531" y="7910"/>
                    <a:pt x="14232" y="6066"/>
                    <a:pt x="13687" y="4288"/>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61"/>
            <p:cNvSpPr/>
            <p:nvPr/>
          </p:nvSpPr>
          <p:spPr>
            <a:xfrm>
              <a:off x="2221975" y="3306825"/>
              <a:ext cx="10025" cy="16400"/>
            </a:xfrm>
            <a:custGeom>
              <a:avLst/>
              <a:gdLst/>
              <a:ahLst/>
              <a:cxnLst/>
              <a:rect l="l" t="t" r="r" b="b"/>
              <a:pathLst>
                <a:path w="401" h="656" extrusionOk="0">
                  <a:moveTo>
                    <a:pt x="56" y="1"/>
                  </a:moveTo>
                  <a:lnTo>
                    <a:pt x="0" y="45"/>
                  </a:lnTo>
                  <a:cubicBezTo>
                    <a:pt x="145" y="234"/>
                    <a:pt x="245" y="434"/>
                    <a:pt x="323" y="656"/>
                  </a:cubicBezTo>
                  <a:lnTo>
                    <a:pt x="400" y="634"/>
                  </a:lnTo>
                  <a:cubicBezTo>
                    <a:pt x="323" y="401"/>
                    <a:pt x="212" y="189"/>
                    <a:pt x="56"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61"/>
            <p:cNvSpPr/>
            <p:nvPr/>
          </p:nvSpPr>
          <p:spPr>
            <a:xfrm>
              <a:off x="2225025" y="3288500"/>
              <a:ext cx="6700" cy="8375"/>
            </a:xfrm>
            <a:custGeom>
              <a:avLst/>
              <a:gdLst/>
              <a:ahLst/>
              <a:cxnLst/>
              <a:rect l="l" t="t" r="r" b="b"/>
              <a:pathLst>
                <a:path w="268" h="335" extrusionOk="0">
                  <a:moveTo>
                    <a:pt x="56" y="1"/>
                  </a:moveTo>
                  <a:lnTo>
                    <a:pt x="1" y="56"/>
                  </a:lnTo>
                  <a:cubicBezTo>
                    <a:pt x="90" y="134"/>
                    <a:pt x="156" y="223"/>
                    <a:pt x="201" y="334"/>
                  </a:cubicBezTo>
                  <a:lnTo>
                    <a:pt x="267" y="312"/>
                  </a:lnTo>
                  <a:cubicBezTo>
                    <a:pt x="223" y="189"/>
                    <a:pt x="156" y="78"/>
                    <a:pt x="56"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61"/>
            <p:cNvSpPr/>
            <p:nvPr/>
          </p:nvSpPr>
          <p:spPr>
            <a:xfrm>
              <a:off x="2240300" y="3320725"/>
              <a:ext cx="7250" cy="13900"/>
            </a:xfrm>
            <a:custGeom>
              <a:avLst/>
              <a:gdLst/>
              <a:ahLst/>
              <a:cxnLst/>
              <a:rect l="l" t="t" r="r" b="b"/>
              <a:pathLst>
                <a:path w="290" h="556" extrusionOk="0">
                  <a:moveTo>
                    <a:pt x="67" y="0"/>
                  </a:moveTo>
                  <a:lnTo>
                    <a:pt x="0" y="45"/>
                  </a:lnTo>
                  <a:cubicBezTo>
                    <a:pt x="101" y="200"/>
                    <a:pt x="178" y="367"/>
                    <a:pt x="212" y="556"/>
                  </a:cubicBezTo>
                  <a:lnTo>
                    <a:pt x="289" y="534"/>
                  </a:lnTo>
                  <a:cubicBezTo>
                    <a:pt x="245" y="344"/>
                    <a:pt x="167" y="156"/>
                    <a:pt x="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61"/>
            <p:cNvSpPr/>
            <p:nvPr/>
          </p:nvSpPr>
          <p:spPr>
            <a:xfrm>
              <a:off x="2220025" y="3340175"/>
              <a:ext cx="7525" cy="14450"/>
            </a:xfrm>
            <a:custGeom>
              <a:avLst/>
              <a:gdLst/>
              <a:ahLst/>
              <a:cxnLst/>
              <a:rect l="l" t="t" r="r" b="b"/>
              <a:pathLst>
                <a:path w="301" h="578" extrusionOk="0">
                  <a:moveTo>
                    <a:pt x="68" y="0"/>
                  </a:moveTo>
                  <a:lnTo>
                    <a:pt x="1" y="44"/>
                  </a:lnTo>
                  <a:cubicBezTo>
                    <a:pt x="123" y="200"/>
                    <a:pt x="201" y="378"/>
                    <a:pt x="223" y="578"/>
                  </a:cubicBezTo>
                  <a:lnTo>
                    <a:pt x="300" y="566"/>
                  </a:lnTo>
                  <a:cubicBezTo>
                    <a:pt x="278" y="356"/>
                    <a:pt x="189" y="156"/>
                    <a:pt x="6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61"/>
            <p:cNvSpPr/>
            <p:nvPr/>
          </p:nvSpPr>
          <p:spPr>
            <a:xfrm>
              <a:off x="2241700" y="3359050"/>
              <a:ext cx="6125" cy="21400"/>
            </a:xfrm>
            <a:custGeom>
              <a:avLst/>
              <a:gdLst/>
              <a:ahLst/>
              <a:cxnLst/>
              <a:rect l="l" t="t" r="r" b="b"/>
              <a:pathLst>
                <a:path w="245" h="856" extrusionOk="0">
                  <a:moveTo>
                    <a:pt x="67" y="0"/>
                  </a:moveTo>
                  <a:lnTo>
                    <a:pt x="0" y="33"/>
                  </a:lnTo>
                  <a:cubicBezTo>
                    <a:pt x="100" y="289"/>
                    <a:pt x="156" y="567"/>
                    <a:pt x="167" y="855"/>
                  </a:cubicBezTo>
                  <a:lnTo>
                    <a:pt x="245" y="855"/>
                  </a:lnTo>
                  <a:cubicBezTo>
                    <a:pt x="233" y="556"/>
                    <a:pt x="178" y="267"/>
                    <a:pt x="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61"/>
            <p:cNvSpPr/>
            <p:nvPr/>
          </p:nvSpPr>
          <p:spPr>
            <a:xfrm>
              <a:off x="1971750" y="3084050"/>
              <a:ext cx="268575" cy="316350"/>
            </a:xfrm>
            <a:custGeom>
              <a:avLst/>
              <a:gdLst/>
              <a:ahLst/>
              <a:cxnLst/>
              <a:rect l="l" t="t" r="r" b="b"/>
              <a:pathLst>
                <a:path w="10743" h="12654" extrusionOk="0">
                  <a:moveTo>
                    <a:pt x="3747" y="0"/>
                  </a:moveTo>
                  <a:cubicBezTo>
                    <a:pt x="3631" y="0"/>
                    <a:pt x="3515" y="4"/>
                    <a:pt x="3400" y="13"/>
                  </a:cubicBezTo>
                  <a:cubicBezTo>
                    <a:pt x="2867" y="58"/>
                    <a:pt x="2245" y="191"/>
                    <a:pt x="1789" y="480"/>
                  </a:cubicBezTo>
                  <a:cubicBezTo>
                    <a:pt x="1633" y="580"/>
                    <a:pt x="1500" y="736"/>
                    <a:pt x="1423" y="914"/>
                  </a:cubicBezTo>
                  <a:cubicBezTo>
                    <a:pt x="1322" y="1158"/>
                    <a:pt x="1344" y="1435"/>
                    <a:pt x="1611" y="1625"/>
                  </a:cubicBezTo>
                  <a:cubicBezTo>
                    <a:pt x="1378" y="1736"/>
                    <a:pt x="1178" y="1913"/>
                    <a:pt x="1023" y="2124"/>
                  </a:cubicBezTo>
                  <a:cubicBezTo>
                    <a:pt x="1122" y="2213"/>
                    <a:pt x="1267" y="2269"/>
                    <a:pt x="1400" y="2269"/>
                  </a:cubicBezTo>
                  <a:cubicBezTo>
                    <a:pt x="445" y="3158"/>
                    <a:pt x="1" y="4557"/>
                    <a:pt x="267" y="5834"/>
                  </a:cubicBezTo>
                  <a:cubicBezTo>
                    <a:pt x="312" y="6012"/>
                    <a:pt x="389" y="6135"/>
                    <a:pt x="567" y="6179"/>
                  </a:cubicBezTo>
                  <a:cubicBezTo>
                    <a:pt x="500" y="6990"/>
                    <a:pt x="456" y="7812"/>
                    <a:pt x="389" y="8623"/>
                  </a:cubicBezTo>
                  <a:cubicBezTo>
                    <a:pt x="689" y="8501"/>
                    <a:pt x="978" y="8323"/>
                    <a:pt x="1211" y="8101"/>
                  </a:cubicBezTo>
                  <a:lnTo>
                    <a:pt x="1211" y="8101"/>
                  </a:lnTo>
                  <a:cubicBezTo>
                    <a:pt x="856" y="9078"/>
                    <a:pt x="700" y="10122"/>
                    <a:pt x="778" y="11156"/>
                  </a:cubicBezTo>
                  <a:cubicBezTo>
                    <a:pt x="811" y="11700"/>
                    <a:pt x="956" y="12311"/>
                    <a:pt x="1445" y="12544"/>
                  </a:cubicBezTo>
                  <a:cubicBezTo>
                    <a:pt x="1593" y="12623"/>
                    <a:pt x="1754" y="12653"/>
                    <a:pt x="1917" y="12653"/>
                  </a:cubicBezTo>
                  <a:cubicBezTo>
                    <a:pt x="2170" y="12653"/>
                    <a:pt x="2431" y="12581"/>
                    <a:pt x="2667" y="12500"/>
                  </a:cubicBezTo>
                  <a:cubicBezTo>
                    <a:pt x="3511" y="12200"/>
                    <a:pt x="4299" y="11756"/>
                    <a:pt x="4988" y="11200"/>
                  </a:cubicBezTo>
                  <a:cubicBezTo>
                    <a:pt x="5216" y="11014"/>
                    <a:pt x="5474" y="10808"/>
                    <a:pt x="5760" y="10808"/>
                  </a:cubicBezTo>
                  <a:cubicBezTo>
                    <a:pt x="5780" y="10808"/>
                    <a:pt x="5801" y="10809"/>
                    <a:pt x="5822" y="10811"/>
                  </a:cubicBezTo>
                  <a:cubicBezTo>
                    <a:pt x="5955" y="10833"/>
                    <a:pt x="6088" y="10889"/>
                    <a:pt x="6222" y="10934"/>
                  </a:cubicBezTo>
                  <a:cubicBezTo>
                    <a:pt x="6302" y="10954"/>
                    <a:pt x="6382" y="10964"/>
                    <a:pt x="6461" y="10964"/>
                  </a:cubicBezTo>
                  <a:cubicBezTo>
                    <a:pt x="6900" y="10964"/>
                    <a:pt x="7325" y="10676"/>
                    <a:pt x="7654" y="10356"/>
                  </a:cubicBezTo>
                  <a:cubicBezTo>
                    <a:pt x="8199" y="9789"/>
                    <a:pt x="8599" y="9078"/>
                    <a:pt x="8799" y="8323"/>
                  </a:cubicBezTo>
                  <a:cubicBezTo>
                    <a:pt x="9043" y="8478"/>
                    <a:pt x="9288" y="8645"/>
                    <a:pt x="9532" y="8801"/>
                  </a:cubicBezTo>
                  <a:cubicBezTo>
                    <a:pt x="9643" y="8379"/>
                    <a:pt x="9631" y="7934"/>
                    <a:pt x="9520" y="7512"/>
                  </a:cubicBezTo>
                  <a:lnTo>
                    <a:pt x="9520" y="7512"/>
                  </a:lnTo>
                  <a:cubicBezTo>
                    <a:pt x="9631" y="7557"/>
                    <a:pt x="9743" y="7612"/>
                    <a:pt x="9843" y="7668"/>
                  </a:cubicBezTo>
                  <a:cubicBezTo>
                    <a:pt x="9954" y="7468"/>
                    <a:pt x="9999" y="7234"/>
                    <a:pt x="9965" y="7023"/>
                  </a:cubicBezTo>
                  <a:lnTo>
                    <a:pt x="9965" y="7023"/>
                  </a:lnTo>
                  <a:cubicBezTo>
                    <a:pt x="10187" y="7201"/>
                    <a:pt x="10465" y="7357"/>
                    <a:pt x="10742" y="7367"/>
                  </a:cubicBezTo>
                  <a:cubicBezTo>
                    <a:pt x="10398" y="6145"/>
                    <a:pt x="9754" y="4790"/>
                    <a:pt x="9120" y="3679"/>
                  </a:cubicBezTo>
                  <a:cubicBezTo>
                    <a:pt x="8765" y="3057"/>
                    <a:pt x="8054" y="1546"/>
                    <a:pt x="7299" y="1391"/>
                  </a:cubicBezTo>
                  <a:cubicBezTo>
                    <a:pt x="7555" y="1102"/>
                    <a:pt x="7699" y="736"/>
                    <a:pt x="7699" y="358"/>
                  </a:cubicBezTo>
                  <a:cubicBezTo>
                    <a:pt x="7699" y="269"/>
                    <a:pt x="7654" y="191"/>
                    <a:pt x="7587" y="147"/>
                  </a:cubicBezTo>
                  <a:cubicBezTo>
                    <a:pt x="7555" y="127"/>
                    <a:pt x="7524" y="119"/>
                    <a:pt x="7495" y="119"/>
                  </a:cubicBezTo>
                  <a:cubicBezTo>
                    <a:pt x="7425" y="119"/>
                    <a:pt x="7365" y="166"/>
                    <a:pt x="7310" y="213"/>
                  </a:cubicBezTo>
                  <a:cubicBezTo>
                    <a:pt x="7143" y="380"/>
                    <a:pt x="6988" y="580"/>
                    <a:pt x="6866" y="791"/>
                  </a:cubicBezTo>
                  <a:cubicBezTo>
                    <a:pt x="6921" y="591"/>
                    <a:pt x="6832" y="358"/>
                    <a:pt x="6654" y="258"/>
                  </a:cubicBezTo>
                  <a:cubicBezTo>
                    <a:pt x="6477" y="447"/>
                    <a:pt x="6577" y="758"/>
                    <a:pt x="6477" y="969"/>
                  </a:cubicBezTo>
                  <a:cubicBezTo>
                    <a:pt x="6555" y="803"/>
                    <a:pt x="5255" y="258"/>
                    <a:pt x="5111" y="213"/>
                  </a:cubicBezTo>
                  <a:cubicBezTo>
                    <a:pt x="4675" y="71"/>
                    <a:pt x="4211" y="0"/>
                    <a:pt x="3747" y="0"/>
                  </a:cubicBezTo>
                  <a:close/>
                </a:path>
              </a:pathLst>
            </a:custGeom>
            <a:solidFill>
              <a:srgbClr val="E3F1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61"/>
            <p:cNvSpPr/>
            <p:nvPr/>
          </p:nvSpPr>
          <p:spPr>
            <a:xfrm>
              <a:off x="2056725" y="3084100"/>
              <a:ext cx="183600" cy="184150"/>
            </a:xfrm>
            <a:custGeom>
              <a:avLst/>
              <a:gdLst/>
              <a:ahLst/>
              <a:cxnLst/>
              <a:rect l="l" t="t" r="r" b="b"/>
              <a:pathLst>
                <a:path w="7344" h="7366" extrusionOk="0">
                  <a:moveTo>
                    <a:pt x="5388" y="3077"/>
                  </a:moveTo>
                  <a:cubicBezTo>
                    <a:pt x="5522" y="3311"/>
                    <a:pt x="5633" y="3522"/>
                    <a:pt x="5721" y="3677"/>
                  </a:cubicBezTo>
                  <a:cubicBezTo>
                    <a:pt x="6355" y="4788"/>
                    <a:pt x="6999" y="6143"/>
                    <a:pt x="7343" y="7365"/>
                  </a:cubicBezTo>
                  <a:lnTo>
                    <a:pt x="7343" y="7365"/>
                  </a:lnTo>
                  <a:cubicBezTo>
                    <a:pt x="6999" y="6143"/>
                    <a:pt x="6355" y="4788"/>
                    <a:pt x="5721" y="3677"/>
                  </a:cubicBezTo>
                  <a:cubicBezTo>
                    <a:pt x="5633" y="3522"/>
                    <a:pt x="5522" y="3311"/>
                    <a:pt x="5388" y="3077"/>
                  </a:cubicBezTo>
                  <a:close/>
                  <a:moveTo>
                    <a:pt x="4100" y="112"/>
                  </a:moveTo>
                  <a:lnTo>
                    <a:pt x="4100" y="112"/>
                  </a:lnTo>
                  <a:cubicBezTo>
                    <a:pt x="4122" y="112"/>
                    <a:pt x="4156" y="122"/>
                    <a:pt x="4188" y="145"/>
                  </a:cubicBezTo>
                  <a:cubicBezTo>
                    <a:pt x="4255" y="189"/>
                    <a:pt x="4300" y="267"/>
                    <a:pt x="4300" y="356"/>
                  </a:cubicBezTo>
                  <a:lnTo>
                    <a:pt x="4300" y="389"/>
                  </a:lnTo>
                  <a:lnTo>
                    <a:pt x="4300" y="356"/>
                  </a:lnTo>
                  <a:cubicBezTo>
                    <a:pt x="4300" y="267"/>
                    <a:pt x="4255" y="189"/>
                    <a:pt x="4188" y="145"/>
                  </a:cubicBezTo>
                  <a:cubicBezTo>
                    <a:pt x="4156" y="122"/>
                    <a:pt x="4122" y="112"/>
                    <a:pt x="4100" y="112"/>
                  </a:cubicBezTo>
                  <a:close/>
                  <a:moveTo>
                    <a:pt x="367" y="1"/>
                  </a:moveTo>
                  <a:cubicBezTo>
                    <a:pt x="245" y="1"/>
                    <a:pt x="123" y="1"/>
                    <a:pt x="1" y="11"/>
                  </a:cubicBezTo>
                  <a:lnTo>
                    <a:pt x="1" y="11"/>
                  </a:lnTo>
                  <a:lnTo>
                    <a:pt x="1" y="11"/>
                  </a:lnTo>
                  <a:cubicBezTo>
                    <a:pt x="123" y="1"/>
                    <a:pt x="245" y="1"/>
                    <a:pt x="367" y="1"/>
                  </a:cubicBezTo>
                  <a:cubicBezTo>
                    <a:pt x="823" y="1"/>
                    <a:pt x="1278" y="67"/>
                    <a:pt x="1712" y="211"/>
                  </a:cubicBezTo>
                  <a:cubicBezTo>
                    <a:pt x="1845" y="256"/>
                    <a:pt x="3078" y="767"/>
                    <a:pt x="3078" y="945"/>
                  </a:cubicBezTo>
                  <a:cubicBezTo>
                    <a:pt x="3078" y="767"/>
                    <a:pt x="1845" y="256"/>
                    <a:pt x="1712" y="211"/>
                  </a:cubicBezTo>
                  <a:cubicBezTo>
                    <a:pt x="1278" y="67"/>
                    <a:pt x="823" y="1"/>
                    <a:pt x="367" y="1"/>
                  </a:cubicBezTo>
                  <a:close/>
                </a:path>
              </a:pathLst>
            </a:custGeom>
            <a:solidFill>
              <a:srgbClr val="EEF4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61"/>
            <p:cNvSpPr/>
            <p:nvPr/>
          </p:nvSpPr>
          <p:spPr>
            <a:xfrm>
              <a:off x="2006750" y="3294875"/>
              <a:ext cx="204975" cy="102800"/>
            </a:xfrm>
            <a:custGeom>
              <a:avLst/>
              <a:gdLst/>
              <a:ahLst/>
              <a:cxnLst/>
              <a:rect l="l" t="t" r="r" b="b"/>
              <a:pathLst>
                <a:path w="8199" h="4112" extrusionOk="0">
                  <a:moveTo>
                    <a:pt x="33" y="4111"/>
                  </a:moveTo>
                  <a:lnTo>
                    <a:pt x="45" y="4111"/>
                  </a:lnTo>
                  <a:lnTo>
                    <a:pt x="33" y="4111"/>
                  </a:lnTo>
                  <a:close/>
                  <a:moveTo>
                    <a:pt x="33" y="4111"/>
                  </a:moveTo>
                  <a:lnTo>
                    <a:pt x="33" y="4111"/>
                  </a:lnTo>
                  <a:lnTo>
                    <a:pt x="33" y="4111"/>
                  </a:lnTo>
                  <a:close/>
                  <a:moveTo>
                    <a:pt x="23" y="4111"/>
                  </a:moveTo>
                  <a:lnTo>
                    <a:pt x="33" y="4111"/>
                  </a:lnTo>
                  <a:lnTo>
                    <a:pt x="23" y="4111"/>
                  </a:lnTo>
                  <a:close/>
                  <a:moveTo>
                    <a:pt x="23" y="4100"/>
                  </a:moveTo>
                  <a:lnTo>
                    <a:pt x="23" y="4111"/>
                  </a:lnTo>
                  <a:lnTo>
                    <a:pt x="23" y="4100"/>
                  </a:lnTo>
                  <a:close/>
                  <a:moveTo>
                    <a:pt x="11" y="4100"/>
                  </a:moveTo>
                  <a:lnTo>
                    <a:pt x="23" y="4100"/>
                  </a:lnTo>
                  <a:lnTo>
                    <a:pt x="11" y="4100"/>
                  </a:lnTo>
                  <a:close/>
                  <a:moveTo>
                    <a:pt x="11" y="4100"/>
                  </a:moveTo>
                  <a:lnTo>
                    <a:pt x="11" y="4100"/>
                  </a:lnTo>
                  <a:lnTo>
                    <a:pt x="11" y="4100"/>
                  </a:lnTo>
                  <a:close/>
                  <a:moveTo>
                    <a:pt x="0" y="4100"/>
                  </a:moveTo>
                  <a:lnTo>
                    <a:pt x="0" y="4100"/>
                  </a:lnTo>
                  <a:lnTo>
                    <a:pt x="0" y="4100"/>
                  </a:lnTo>
                  <a:close/>
                  <a:moveTo>
                    <a:pt x="0" y="4089"/>
                  </a:moveTo>
                  <a:lnTo>
                    <a:pt x="0" y="4100"/>
                  </a:lnTo>
                  <a:lnTo>
                    <a:pt x="0" y="4089"/>
                  </a:lnTo>
                  <a:close/>
                  <a:moveTo>
                    <a:pt x="4355" y="2378"/>
                  </a:moveTo>
                  <a:lnTo>
                    <a:pt x="4355" y="2378"/>
                  </a:lnTo>
                  <a:lnTo>
                    <a:pt x="4422" y="2378"/>
                  </a:lnTo>
                  <a:lnTo>
                    <a:pt x="4355" y="2378"/>
                  </a:lnTo>
                  <a:close/>
                  <a:moveTo>
                    <a:pt x="6254" y="1923"/>
                  </a:moveTo>
                  <a:cubicBezTo>
                    <a:pt x="6110" y="2067"/>
                    <a:pt x="5943" y="2200"/>
                    <a:pt x="5765" y="2312"/>
                  </a:cubicBezTo>
                  <a:cubicBezTo>
                    <a:pt x="5943" y="2200"/>
                    <a:pt x="6110" y="2067"/>
                    <a:pt x="6254" y="1923"/>
                  </a:cubicBezTo>
                  <a:close/>
                  <a:moveTo>
                    <a:pt x="8199" y="1"/>
                  </a:moveTo>
                  <a:cubicBezTo>
                    <a:pt x="8187" y="79"/>
                    <a:pt x="8176" y="156"/>
                    <a:pt x="8165" y="223"/>
                  </a:cubicBezTo>
                  <a:lnTo>
                    <a:pt x="8165" y="223"/>
                  </a:lnTo>
                  <a:cubicBezTo>
                    <a:pt x="8176" y="156"/>
                    <a:pt x="8187" y="79"/>
                    <a:pt x="8199" y="1"/>
                  </a:cubicBezTo>
                  <a:close/>
                </a:path>
              </a:pathLst>
            </a:custGeom>
            <a:solidFill>
              <a:srgbClr val="C2D9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61"/>
            <p:cNvSpPr/>
            <p:nvPr/>
          </p:nvSpPr>
          <p:spPr>
            <a:xfrm>
              <a:off x="2211700" y="3288500"/>
              <a:ext cx="300" cy="6400"/>
            </a:xfrm>
            <a:custGeom>
              <a:avLst/>
              <a:gdLst/>
              <a:ahLst/>
              <a:cxnLst/>
              <a:rect l="l" t="t" r="r" b="b"/>
              <a:pathLst>
                <a:path w="12" h="256" extrusionOk="0">
                  <a:moveTo>
                    <a:pt x="11" y="1"/>
                  </a:moveTo>
                  <a:cubicBezTo>
                    <a:pt x="11" y="90"/>
                    <a:pt x="11" y="179"/>
                    <a:pt x="1" y="256"/>
                  </a:cubicBezTo>
                  <a:lnTo>
                    <a:pt x="1" y="256"/>
                  </a:lnTo>
                  <a:cubicBezTo>
                    <a:pt x="11" y="179"/>
                    <a:pt x="11" y="90"/>
                    <a:pt x="11" y="1"/>
                  </a:cubicBezTo>
                  <a:close/>
                </a:path>
              </a:pathLst>
            </a:custGeom>
            <a:solidFill>
              <a:srgbClr val="B6D1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61"/>
            <p:cNvSpPr/>
            <p:nvPr/>
          </p:nvSpPr>
          <p:spPr>
            <a:xfrm>
              <a:off x="1993675" y="3084100"/>
              <a:ext cx="246650" cy="316350"/>
            </a:xfrm>
            <a:custGeom>
              <a:avLst/>
              <a:gdLst/>
              <a:ahLst/>
              <a:cxnLst/>
              <a:rect l="l" t="t" r="r" b="b"/>
              <a:pathLst>
                <a:path w="9866" h="12654" extrusionOk="0">
                  <a:moveTo>
                    <a:pt x="2889" y="1"/>
                  </a:moveTo>
                  <a:cubicBezTo>
                    <a:pt x="2767" y="1"/>
                    <a:pt x="2645" y="1"/>
                    <a:pt x="2523" y="11"/>
                  </a:cubicBezTo>
                  <a:cubicBezTo>
                    <a:pt x="2245" y="34"/>
                    <a:pt x="1945" y="90"/>
                    <a:pt x="1645" y="167"/>
                  </a:cubicBezTo>
                  <a:cubicBezTo>
                    <a:pt x="1756" y="156"/>
                    <a:pt x="1867" y="145"/>
                    <a:pt x="1978" y="145"/>
                  </a:cubicBezTo>
                  <a:cubicBezTo>
                    <a:pt x="2223" y="145"/>
                    <a:pt x="2478" y="167"/>
                    <a:pt x="2711" y="211"/>
                  </a:cubicBezTo>
                  <a:cubicBezTo>
                    <a:pt x="3556" y="345"/>
                    <a:pt x="4333" y="722"/>
                    <a:pt x="5011" y="1245"/>
                  </a:cubicBezTo>
                  <a:cubicBezTo>
                    <a:pt x="6255" y="2211"/>
                    <a:pt x="6922" y="3622"/>
                    <a:pt x="7466" y="5066"/>
                  </a:cubicBezTo>
                  <a:lnTo>
                    <a:pt x="7488" y="5066"/>
                  </a:lnTo>
                  <a:cubicBezTo>
                    <a:pt x="7510" y="5066"/>
                    <a:pt x="7544" y="5077"/>
                    <a:pt x="7566" y="5099"/>
                  </a:cubicBezTo>
                  <a:cubicBezTo>
                    <a:pt x="8155" y="5877"/>
                    <a:pt x="7877" y="7454"/>
                    <a:pt x="7155" y="8054"/>
                  </a:cubicBezTo>
                  <a:cubicBezTo>
                    <a:pt x="7133" y="8076"/>
                    <a:pt x="7110" y="8076"/>
                    <a:pt x="7100" y="8076"/>
                  </a:cubicBezTo>
                  <a:cubicBezTo>
                    <a:pt x="7078" y="8076"/>
                    <a:pt x="7066" y="8076"/>
                    <a:pt x="7055" y="8066"/>
                  </a:cubicBezTo>
                  <a:cubicBezTo>
                    <a:pt x="6999" y="8044"/>
                    <a:pt x="6966" y="8021"/>
                    <a:pt x="6922" y="7988"/>
                  </a:cubicBezTo>
                  <a:cubicBezTo>
                    <a:pt x="6844" y="8521"/>
                    <a:pt x="6710" y="9098"/>
                    <a:pt x="6344" y="9498"/>
                  </a:cubicBezTo>
                  <a:cubicBezTo>
                    <a:pt x="6144" y="9710"/>
                    <a:pt x="5911" y="9787"/>
                    <a:pt x="5666" y="9787"/>
                  </a:cubicBezTo>
                  <a:cubicBezTo>
                    <a:pt x="5444" y="9787"/>
                    <a:pt x="5211" y="9720"/>
                    <a:pt x="5000" y="9621"/>
                  </a:cubicBezTo>
                  <a:cubicBezTo>
                    <a:pt x="4222" y="10932"/>
                    <a:pt x="2578" y="11932"/>
                    <a:pt x="1012" y="11932"/>
                  </a:cubicBezTo>
                  <a:cubicBezTo>
                    <a:pt x="667" y="11932"/>
                    <a:pt x="334" y="11887"/>
                    <a:pt x="1" y="11787"/>
                  </a:cubicBezTo>
                  <a:lnTo>
                    <a:pt x="1" y="11787"/>
                  </a:lnTo>
                  <a:cubicBezTo>
                    <a:pt x="90" y="12098"/>
                    <a:pt x="257" y="12376"/>
                    <a:pt x="523" y="12520"/>
                  </a:cubicBezTo>
                  <a:lnTo>
                    <a:pt x="523" y="12531"/>
                  </a:lnTo>
                  <a:lnTo>
                    <a:pt x="546" y="12531"/>
                  </a:lnTo>
                  <a:lnTo>
                    <a:pt x="546" y="12542"/>
                  </a:lnTo>
                  <a:lnTo>
                    <a:pt x="568" y="12542"/>
                  </a:lnTo>
                  <a:cubicBezTo>
                    <a:pt x="712" y="12620"/>
                    <a:pt x="867" y="12653"/>
                    <a:pt x="1034" y="12653"/>
                  </a:cubicBezTo>
                  <a:cubicBezTo>
                    <a:pt x="1289" y="12653"/>
                    <a:pt x="1556" y="12576"/>
                    <a:pt x="1790" y="12498"/>
                  </a:cubicBezTo>
                  <a:cubicBezTo>
                    <a:pt x="2634" y="12198"/>
                    <a:pt x="3422" y="11754"/>
                    <a:pt x="4111" y="11198"/>
                  </a:cubicBezTo>
                  <a:cubicBezTo>
                    <a:pt x="4345" y="11021"/>
                    <a:pt x="4600" y="10809"/>
                    <a:pt x="4878" y="10809"/>
                  </a:cubicBezTo>
                  <a:lnTo>
                    <a:pt x="4945" y="10809"/>
                  </a:lnTo>
                  <a:cubicBezTo>
                    <a:pt x="5078" y="10831"/>
                    <a:pt x="5211" y="10887"/>
                    <a:pt x="5345" y="10932"/>
                  </a:cubicBezTo>
                  <a:cubicBezTo>
                    <a:pt x="5422" y="10954"/>
                    <a:pt x="5511" y="10965"/>
                    <a:pt x="5589" y="10965"/>
                  </a:cubicBezTo>
                  <a:cubicBezTo>
                    <a:pt x="5833" y="10965"/>
                    <a:pt x="6066" y="10876"/>
                    <a:pt x="6288" y="10743"/>
                  </a:cubicBezTo>
                  <a:cubicBezTo>
                    <a:pt x="6466" y="10631"/>
                    <a:pt x="6633" y="10498"/>
                    <a:pt x="6777" y="10354"/>
                  </a:cubicBezTo>
                  <a:cubicBezTo>
                    <a:pt x="7322" y="9787"/>
                    <a:pt x="7722" y="9076"/>
                    <a:pt x="7922" y="8321"/>
                  </a:cubicBezTo>
                  <a:cubicBezTo>
                    <a:pt x="8122" y="8443"/>
                    <a:pt x="8310" y="8577"/>
                    <a:pt x="8510" y="8698"/>
                  </a:cubicBezTo>
                  <a:cubicBezTo>
                    <a:pt x="8566" y="8688"/>
                    <a:pt x="8621" y="8666"/>
                    <a:pt x="8688" y="8654"/>
                  </a:cubicBezTo>
                  <a:cubicBezTo>
                    <a:pt x="8699" y="8587"/>
                    <a:pt x="8710" y="8510"/>
                    <a:pt x="8722" y="8432"/>
                  </a:cubicBezTo>
                  <a:cubicBezTo>
                    <a:pt x="8732" y="8355"/>
                    <a:pt x="8732" y="8266"/>
                    <a:pt x="8732" y="8177"/>
                  </a:cubicBezTo>
                  <a:cubicBezTo>
                    <a:pt x="8732" y="7965"/>
                    <a:pt x="8710" y="7755"/>
                    <a:pt x="8655" y="7543"/>
                  </a:cubicBezTo>
                  <a:cubicBezTo>
                    <a:pt x="8655" y="7532"/>
                    <a:pt x="8655" y="7521"/>
                    <a:pt x="8643" y="7510"/>
                  </a:cubicBezTo>
                  <a:lnTo>
                    <a:pt x="8643" y="7510"/>
                  </a:lnTo>
                  <a:cubicBezTo>
                    <a:pt x="8754" y="7555"/>
                    <a:pt x="8866" y="7610"/>
                    <a:pt x="8966" y="7666"/>
                  </a:cubicBezTo>
                  <a:cubicBezTo>
                    <a:pt x="9055" y="7510"/>
                    <a:pt x="9099" y="7333"/>
                    <a:pt x="9099" y="7165"/>
                  </a:cubicBezTo>
                  <a:cubicBezTo>
                    <a:pt x="9099" y="7110"/>
                    <a:pt x="9099" y="7066"/>
                    <a:pt x="9088" y="7021"/>
                  </a:cubicBezTo>
                  <a:lnTo>
                    <a:pt x="9088" y="7021"/>
                  </a:lnTo>
                  <a:cubicBezTo>
                    <a:pt x="9310" y="7199"/>
                    <a:pt x="9588" y="7355"/>
                    <a:pt x="9865" y="7365"/>
                  </a:cubicBezTo>
                  <a:cubicBezTo>
                    <a:pt x="9521" y="6143"/>
                    <a:pt x="8877" y="4788"/>
                    <a:pt x="8243" y="3677"/>
                  </a:cubicBezTo>
                  <a:cubicBezTo>
                    <a:pt x="8155" y="3522"/>
                    <a:pt x="8044" y="3311"/>
                    <a:pt x="7910" y="3077"/>
                  </a:cubicBezTo>
                  <a:cubicBezTo>
                    <a:pt x="7544" y="2411"/>
                    <a:pt x="7033" y="1578"/>
                    <a:pt x="6500" y="1400"/>
                  </a:cubicBezTo>
                  <a:cubicBezTo>
                    <a:pt x="6478" y="1400"/>
                    <a:pt x="6455" y="1389"/>
                    <a:pt x="6422" y="1389"/>
                  </a:cubicBezTo>
                  <a:cubicBezTo>
                    <a:pt x="6678" y="1112"/>
                    <a:pt x="6822" y="756"/>
                    <a:pt x="6822" y="389"/>
                  </a:cubicBezTo>
                  <a:lnTo>
                    <a:pt x="6822" y="356"/>
                  </a:lnTo>
                  <a:cubicBezTo>
                    <a:pt x="6822" y="267"/>
                    <a:pt x="6777" y="189"/>
                    <a:pt x="6710" y="145"/>
                  </a:cubicBezTo>
                  <a:cubicBezTo>
                    <a:pt x="6678" y="122"/>
                    <a:pt x="6644" y="112"/>
                    <a:pt x="6622" y="112"/>
                  </a:cubicBezTo>
                  <a:cubicBezTo>
                    <a:pt x="6544" y="112"/>
                    <a:pt x="6488" y="167"/>
                    <a:pt x="6444" y="211"/>
                  </a:cubicBezTo>
                  <a:lnTo>
                    <a:pt x="6433" y="211"/>
                  </a:lnTo>
                  <a:cubicBezTo>
                    <a:pt x="6266" y="378"/>
                    <a:pt x="6111" y="578"/>
                    <a:pt x="5989" y="789"/>
                  </a:cubicBezTo>
                  <a:cubicBezTo>
                    <a:pt x="6000" y="745"/>
                    <a:pt x="6011" y="712"/>
                    <a:pt x="6011" y="667"/>
                  </a:cubicBezTo>
                  <a:cubicBezTo>
                    <a:pt x="6011" y="500"/>
                    <a:pt x="5922" y="345"/>
                    <a:pt x="5777" y="256"/>
                  </a:cubicBezTo>
                  <a:cubicBezTo>
                    <a:pt x="5600" y="445"/>
                    <a:pt x="5700" y="756"/>
                    <a:pt x="5600" y="967"/>
                  </a:cubicBezTo>
                  <a:lnTo>
                    <a:pt x="5600" y="945"/>
                  </a:lnTo>
                  <a:cubicBezTo>
                    <a:pt x="5600" y="767"/>
                    <a:pt x="4367" y="256"/>
                    <a:pt x="4234" y="211"/>
                  </a:cubicBezTo>
                  <a:cubicBezTo>
                    <a:pt x="3800" y="67"/>
                    <a:pt x="3345" y="1"/>
                    <a:pt x="2889" y="1"/>
                  </a:cubicBezTo>
                  <a:close/>
                </a:path>
              </a:pathLst>
            </a:custGeom>
            <a:solidFill>
              <a:srgbClr val="D7E8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61"/>
            <p:cNvSpPr/>
            <p:nvPr/>
          </p:nvSpPr>
          <p:spPr>
            <a:xfrm>
              <a:off x="2000625" y="3154100"/>
              <a:ext cx="137500" cy="114425"/>
            </a:xfrm>
            <a:custGeom>
              <a:avLst/>
              <a:gdLst/>
              <a:ahLst/>
              <a:cxnLst/>
              <a:rect l="l" t="t" r="r" b="b"/>
              <a:pathLst>
                <a:path w="5500" h="4577" extrusionOk="0">
                  <a:moveTo>
                    <a:pt x="2344" y="0"/>
                  </a:moveTo>
                  <a:cubicBezTo>
                    <a:pt x="2223" y="0"/>
                    <a:pt x="2100" y="22"/>
                    <a:pt x="1978" y="55"/>
                  </a:cubicBezTo>
                  <a:cubicBezTo>
                    <a:pt x="1345" y="245"/>
                    <a:pt x="789" y="700"/>
                    <a:pt x="456" y="1277"/>
                  </a:cubicBezTo>
                  <a:cubicBezTo>
                    <a:pt x="123" y="1855"/>
                    <a:pt x="1" y="2544"/>
                    <a:pt x="68" y="3199"/>
                  </a:cubicBezTo>
                  <a:cubicBezTo>
                    <a:pt x="112" y="3533"/>
                    <a:pt x="189" y="3877"/>
                    <a:pt x="401" y="4133"/>
                  </a:cubicBezTo>
                  <a:cubicBezTo>
                    <a:pt x="500" y="4244"/>
                    <a:pt x="589" y="4365"/>
                    <a:pt x="678" y="4477"/>
                  </a:cubicBezTo>
                  <a:cubicBezTo>
                    <a:pt x="734" y="4543"/>
                    <a:pt x="789" y="4577"/>
                    <a:pt x="856" y="4577"/>
                  </a:cubicBezTo>
                  <a:cubicBezTo>
                    <a:pt x="890" y="4577"/>
                    <a:pt x="934" y="4565"/>
                    <a:pt x="967" y="4555"/>
                  </a:cubicBezTo>
                  <a:cubicBezTo>
                    <a:pt x="1034" y="4533"/>
                    <a:pt x="1100" y="4499"/>
                    <a:pt x="1178" y="4477"/>
                  </a:cubicBezTo>
                  <a:cubicBezTo>
                    <a:pt x="1367" y="4388"/>
                    <a:pt x="1567" y="4299"/>
                    <a:pt x="1767" y="4210"/>
                  </a:cubicBezTo>
                  <a:cubicBezTo>
                    <a:pt x="2156" y="4044"/>
                    <a:pt x="2544" y="3854"/>
                    <a:pt x="2922" y="3632"/>
                  </a:cubicBezTo>
                  <a:cubicBezTo>
                    <a:pt x="3922" y="3044"/>
                    <a:pt x="5499" y="1922"/>
                    <a:pt x="4855" y="566"/>
                  </a:cubicBezTo>
                  <a:cubicBezTo>
                    <a:pt x="4855" y="556"/>
                    <a:pt x="4844" y="544"/>
                    <a:pt x="4844" y="533"/>
                  </a:cubicBezTo>
                  <a:cubicBezTo>
                    <a:pt x="4588" y="277"/>
                    <a:pt x="4289" y="100"/>
                    <a:pt x="3922" y="11"/>
                  </a:cubicBezTo>
                  <a:lnTo>
                    <a:pt x="3911" y="11"/>
                  </a:lnTo>
                  <a:cubicBezTo>
                    <a:pt x="3789" y="156"/>
                    <a:pt x="3622" y="289"/>
                    <a:pt x="3489" y="366"/>
                  </a:cubicBezTo>
                  <a:cubicBezTo>
                    <a:pt x="3422" y="411"/>
                    <a:pt x="3334" y="455"/>
                    <a:pt x="3245" y="455"/>
                  </a:cubicBezTo>
                  <a:cubicBezTo>
                    <a:pt x="3200" y="455"/>
                    <a:pt x="3166" y="455"/>
                    <a:pt x="3134" y="433"/>
                  </a:cubicBezTo>
                  <a:cubicBezTo>
                    <a:pt x="3055" y="388"/>
                    <a:pt x="3033" y="311"/>
                    <a:pt x="3045" y="233"/>
                  </a:cubicBezTo>
                  <a:lnTo>
                    <a:pt x="3033" y="233"/>
                  </a:lnTo>
                  <a:cubicBezTo>
                    <a:pt x="2978" y="300"/>
                    <a:pt x="2922" y="366"/>
                    <a:pt x="2867" y="422"/>
                  </a:cubicBezTo>
                  <a:cubicBezTo>
                    <a:pt x="2756" y="544"/>
                    <a:pt x="2589" y="733"/>
                    <a:pt x="2400" y="733"/>
                  </a:cubicBezTo>
                  <a:cubicBezTo>
                    <a:pt x="2389" y="733"/>
                    <a:pt x="2378" y="733"/>
                    <a:pt x="2367" y="722"/>
                  </a:cubicBezTo>
                  <a:cubicBezTo>
                    <a:pt x="2200" y="700"/>
                    <a:pt x="2156" y="566"/>
                    <a:pt x="2189" y="444"/>
                  </a:cubicBezTo>
                  <a:cubicBezTo>
                    <a:pt x="2189" y="433"/>
                    <a:pt x="2189" y="411"/>
                    <a:pt x="2200" y="388"/>
                  </a:cubicBezTo>
                  <a:cubicBezTo>
                    <a:pt x="2211" y="322"/>
                    <a:pt x="2256" y="267"/>
                    <a:pt x="2312" y="222"/>
                  </a:cubicBezTo>
                  <a:cubicBezTo>
                    <a:pt x="2334" y="189"/>
                    <a:pt x="2356" y="166"/>
                    <a:pt x="2378" y="144"/>
                  </a:cubicBezTo>
                  <a:cubicBezTo>
                    <a:pt x="2467" y="45"/>
                    <a:pt x="2522" y="0"/>
                    <a:pt x="2367" y="0"/>
                  </a:cubicBezTo>
                  <a:close/>
                </a:path>
              </a:pathLst>
            </a:custGeom>
            <a:solidFill>
              <a:srgbClr val="CEE2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61"/>
            <p:cNvSpPr/>
            <p:nvPr/>
          </p:nvSpPr>
          <p:spPr>
            <a:xfrm>
              <a:off x="1990350" y="3155625"/>
              <a:ext cx="155550" cy="122050"/>
            </a:xfrm>
            <a:custGeom>
              <a:avLst/>
              <a:gdLst/>
              <a:ahLst/>
              <a:cxnLst/>
              <a:rect l="l" t="t" r="r" b="b"/>
              <a:pathLst>
                <a:path w="6222" h="4882" extrusionOk="0">
                  <a:moveTo>
                    <a:pt x="4386" y="1"/>
                  </a:moveTo>
                  <a:cubicBezTo>
                    <a:pt x="4339" y="1"/>
                    <a:pt x="4295" y="22"/>
                    <a:pt x="4244" y="83"/>
                  </a:cubicBezTo>
                  <a:cubicBezTo>
                    <a:pt x="4111" y="216"/>
                    <a:pt x="3977" y="350"/>
                    <a:pt x="3822" y="472"/>
                  </a:cubicBezTo>
                  <a:cubicBezTo>
                    <a:pt x="3764" y="515"/>
                    <a:pt x="3671" y="552"/>
                    <a:pt x="3590" y="552"/>
                  </a:cubicBezTo>
                  <a:cubicBezTo>
                    <a:pt x="3501" y="552"/>
                    <a:pt x="3427" y="506"/>
                    <a:pt x="3434" y="372"/>
                  </a:cubicBezTo>
                  <a:lnTo>
                    <a:pt x="3434" y="250"/>
                  </a:lnTo>
                  <a:cubicBezTo>
                    <a:pt x="3256" y="416"/>
                    <a:pt x="3111" y="583"/>
                    <a:pt x="2889" y="695"/>
                  </a:cubicBezTo>
                  <a:cubicBezTo>
                    <a:pt x="2825" y="730"/>
                    <a:pt x="2757" y="756"/>
                    <a:pt x="2690" y="756"/>
                  </a:cubicBezTo>
                  <a:cubicBezTo>
                    <a:pt x="2652" y="756"/>
                    <a:pt x="2614" y="748"/>
                    <a:pt x="2578" y="727"/>
                  </a:cubicBezTo>
                  <a:cubicBezTo>
                    <a:pt x="2533" y="683"/>
                    <a:pt x="2500" y="628"/>
                    <a:pt x="2489" y="561"/>
                  </a:cubicBezTo>
                  <a:lnTo>
                    <a:pt x="2489" y="472"/>
                  </a:lnTo>
                  <a:cubicBezTo>
                    <a:pt x="2500" y="383"/>
                    <a:pt x="2555" y="305"/>
                    <a:pt x="2622" y="239"/>
                  </a:cubicBezTo>
                  <a:cubicBezTo>
                    <a:pt x="2678" y="184"/>
                    <a:pt x="2745" y="139"/>
                    <a:pt x="2800" y="72"/>
                  </a:cubicBezTo>
                  <a:cubicBezTo>
                    <a:pt x="2782" y="66"/>
                    <a:pt x="2762" y="63"/>
                    <a:pt x="2742" y="63"/>
                  </a:cubicBezTo>
                  <a:cubicBezTo>
                    <a:pt x="2629" y="63"/>
                    <a:pt x="2494" y="156"/>
                    <a:pt x="2400" y="194"/>
                  </a:cubicBezTo>
                  <a:cubicBezTo>
                    <a:pt x="2267" y="261"/>
                    <a:pt x="2123" y="327"/>
                    <a:pt x="1989" y="406"/>
                  </a:cubicBezTo>
                  <a:cubicBezTo>
                    <a:pt x="1745" y="550"/>
                    <a:pt x="1523" y="739"/>
                    <a:pt x="1345" y="972"/>
                  </a:cubicBezTo>
                  <a:cubicBezTo>
                    <a:pt x="612" y="1917"/>
                    <a:pt x="0" y="4082"/>
                    <a:pt x="1467" y="4660"/>
                  </a:cubicBezTo>
                  <a:cubicBezTo>
                    <a:pt x="1622" y="4727"/>
                    <a:pt x="1789" y="4760"/>
                    <a:pt x="1956" y="4783"/>
                  </a:cubicBezTo>
                  <a:cubicBezTo>
                    <a:pt x="2332" y="4841"/>
                    <a:pt x="2714" y="4881"/>
                    <a:pt x="3095" y="4881"/>
                  </a:cubicBezTo>
                  <a:cubicBezTo>
                    <a:pt x="3433" y="4881"/>
                    <a:pt x="3770" y="4850"/>
                    <a:pt x="4100" y="4771"/>
                  </a:cubicBezTo>
                  <a:cubicBezTo>
                    <a:pt x="4911" y="4583"/>
                    <a:pt x="5866" y="4038"/>
                    <a:pt x="6144" y="3138"/>
                  </a:cubicBezTo>
                  <a:cubicBezTo>
                    <a:pt x="6211" y="2927"/>
                    <a:pt x="6221" y="2705"/>
                    <a:pt x="6211" y="2483"/>
                  </a:cubicBezTo>
                  <a:cubicBezTo>
                    <a:pt x="6211" y="2405"/>
                    <a:pt x="6199" y="2339"/>
                    <a:pt x="6199" y="2260"/>
                  </a:cubicBezTo>
                  <a:cubicBezTo>
                    <a:pt x="6122" y="1717"/>
                    <a:pt x="5900" y="1183"/>
                    <a:pt x="5544" y="750"/>
                  </a:cubicBezTo>
                  <a:cubicBezTo>
                    <a:pt x="5366" y="550"/>
                    <a:pt x="5166" y="372"/>
                    <a:pt x="4944" y="228"/>
                  </a:cubicBezTo>
                  <a:cubicBezTo>
                    <a:pt x="4822" y="161"/>
                    <a:pt x="4711" y="105"/>
                    <a:pt x="4589" y="61"/>
                  </a:cubicBezTo>
                  <a:cubicBezTo>
                    <a:pt x="4504" y="31"/>
                    <a:pt x="4443" y="1"/>
                    <a:pt x="438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61"/>
            <p:cNvSpPr/>
            <p:nvPr/>
          </p:nvSpPr>
          <p:spPr>
            <a:xfrm>
              <a:off x="2060900" y="3225650"/>
              <a:ext cx="14200" cy="8250"/>
            </a:xfrm>
            <a:custGeom>
              <a:avLst/>
              <a:gdLst/>
              <a:ahLst/>
              <a:cxnLst/>
              <a:rect l="l" t="t" r="r" b="b"/>
              <a:pathLst>
                <a:path w="568" h="330" extrusionOk="0">
                  <a:moveTo>
                    <a:pt x="323" y="0"/>
                  </a:moveTo>
                  <a:cubicBezTo>
                    <a:pt x="234" y="0"/>
                    <a:pt x="142" y="17"/>
                    <a:pt x="56" y="59"/>
                  </a:cubicBezTo>
                  <a:cubicBezTo>
                    <a:pt x="45" y="71"/>
                    <a:pt x="22" y="82"/>
                    <a:pt x="12" y="104"/>
                  </a:cubicBezTo>
                  <a:cubicBezTo>
                    <a:pt x="0" y="126"/>
                    <a:pt x="0" y="160"/>
                    <a:pt x="12" y="182"/>
                  </a:cubicBezTo>
                  <a:cubicBezTo>
                    <a:pt x="41" y="260"/>
                    <a:pt x="70" y="330"/>
                    <a:pt x="145" y="330"/>
                  </a:cubicBezTo>
                  <a:cubicBezTo>
                    <a:pt x="155" y="330"/>
                    <a:pt x="166" y="329"/>
                    <a:pt x="178" y="326"/>
                  </a:cubicBezTo>
                  <a:cubicBezTo>
                    <a:pt x="289" y="315"/>
                    <a:pt x="400" y="281"/>
                    <a:pt x="500" y="249"/>
                  </a:cubicBezTo>
                  <a:cubicBezTo>
                    <a:pt x="533" y="237"/>
                    <a:pt x="556" y="226"/>
                    <a:pt x="567" y="193"/>
                  </a:cubicBezTo>
                  <a:lnTo>
                    <a:pt x="567" y="148"/>
                  </a:lnTo>
                  <a:cubicBezTo>
                    <a:pt x="556" y="104"/>
                    <a:pt x="545" y="59"/>
                    <a:pt x="500" y="26"/>
                  </a:cubicBezTo>
                  <a:cubicBezTo>
                    <a:pt x="478" y="4"/>
                    <a:pt x="434" y="4"/>
                    <a:pt x="400" y="4"/>
                  </a:cubicBezTo>
                  <a:cubicBezTo>
                    <a:pt x="375" y="2"/>
                    <a:pt x="349" y="0"/>
                    <a:pt x="32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61"/>
            <p:cNvSpPr/>
            <p:nvPr/>
          </p:nvSpPr>
          <p:spPr>
            <a:xfrm>
              <a:off x="2013400" y="3168800"/>
              <a:ext cx="35575" cy="20300"/>
            </a:xfrm>
            <a:custGeom>
              <a:avLst/>
              <a:gdLst/>
              <a:ahLst/>
              <a:cxnLst/>
              <a:rect l="l" t="t" r="r" b="b"/>
              <a:pathLst>
                <a:path w="1423" h="812" extrusionOk="0">
                  <a:moveTo>
                    <a:pt x="1290" y="0"/>
                  </a:moveTo>
                  <a:cubicBezTo>
                    <a:pt x="1090" y="23"/>
                    <a:pt x="890" y="101"/>
                    <a:pt x="723" y="190"/>
                  </a:cubicBezTo>
                  <a:cubicBezTo>
                    <a:pt x="445" y="323"/>
                    <a:pt x="201" y="511"/>
                    <a:pt x="1" y="745"/>
                  </a:cubicBezTo>
                  <a:cubicBezTo>
                    <a:pt x="12" y="767"/>
                    <a:pt x="23" y="790"/>
                    <a:pt x="45" y="812"/>
                  </a:cubicBezTo>
                  <a:cubicBezTo>
                    <a:pt x="423" y="590"/>
                    <a:pt x="878" y="511"/>
                    <a:pt x="1312" y="423"/>
                  </a:cubicBezTo>
                  <a:cubicBezTo>
                    <a:pt x="1345" y="423"/>
                    <a:pt x="1389" y="412"/>
                    <a:pt x="1423" y="390"/>
                  </a:cubicBezTo>
                  <a:cubicBezTo>
                    <a:pt x="1367" y="267"/>
                    <a:pt x="1322" y="134"/>
                    <a:pt x="129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61"/>
            <p:cNvSpPr/>
            <p:nvPr/>
          </p:nvSpPr>
          <p:spPr>
            <a:xfrm>
              <a:off x="2083675" y="3169900"/>
              <a:ext cx="40300" cy="19475"/>
            </a:xfrm>
            <a:custGeom>
              <a:avLst/>
              <a:gdLst/>
              <a:ahLst/>
              <a:cxnLst/>
              <a:rect l="l" t="t" r="r" b="b"/>
              <a:pathLst>
                <a:path w="1612" h="779" extrusionOk="0">
                  <a:moveTo>
                    <a:pt x="111" y="1"/>
                  </a:moveTo>
                  <a:cubicBezTo>
                    <a:pt x="78" y="156"/>
                    <a:pt x="34" y="301"/>
                    <a:pt x="0" y="457"/>
                  </a:cubicBezTo>
                  <a:cubicBezTo>
                    <a:pt x="34" y="467"/>
                    <a:pt x="78" y="479"/>
                    <a:pt x="123" y="479"/>
                  </a:cubicBezTo>
                  <a:cubicBezTo>
                    <a:pt x="611" y="534"/>
                    <a:pt x="1122" y="579"/>
                    <a:pt x="1567" y="779"/>
                  </a:cubicBezTo>
                  <a:cubicBezTo>
                    <a:pt x="1577" y="756"/>
                    <a:pt x="1600" y="723"/>
                    <a:pt x="1611" y="701"/>
                  </a:cubicBezTo>
                  <a:cubicBezTo>
                    <a:pt x="1355" y="467"/>
                    <a:pt x="1066" y="279"/>
                    <a:pt x="745" y="156"/>
                  </a:cubicBezTo>
                  <a:cubicBezTo>
                    <a:pt x="555" y="79"/>
                    <a:pt x="323" y="1"/>
                    <a:pt x="11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61"/>
            <p:cNvSpPr/>
            <p:nvPr/>
          </p:nvSpPr>
          <p:spPr>
            <a:xfrm>
              <a:off x="2078725" y="3211625"/>
              <a:ext cx="12175" cy="17375"/>
            </a:xfrm>
            <a:custGeom>
              <a:avLst/>
              <a:gdLst/>
              <a:ahLst/>
              <a:cxnLst/>
              <a:rect l="l" t="t" r="r" b="b"/>
              <a:pathLst>
                <a:path w="487" h="695" extrusionOk="0">
                  <a:moveTo>
                    <a:pt x="188" y="1"/>
                  </a:moveTo>
                  <a:cubicBezTo>
                    <a:pt x="170" y="1"/>
                    <a:pt x="154" y="16"/>
                    <a:pt x="154" y="32"/>
                  </a:cubicBezTo>
                  <a:cubicBezTo>
                    <a:pt x="143" y="143"/>
                    <a:pt x="98" y="309"/>
                    <a:pt x="98" y="343"/>
                  </a:cubicBezTo>
                  <a:cubicBezTo>
                    <a:pt x="76" y="443"/>
                    <a:pt x="42" y="543"/>
                    <a:pt x="10" y="643"/>
                  </a:cubicBezTo>
                  <a:cubicBezTo>
                    <a:pt x="1" y="669"/>
                    <a:pt x="19" y="694"/>
                    <a:pt x="43" y="694"/>
                  </a:cubicBezTo>
                  <a:cubicBezTo>
                    <a:pt x="50" y="694"/>
                    <a:pt x="57" y="692"/>
                    <a:pt x="65" y="687"/>
                  </a:cubicBezTo>
                  <a:cubicBezTo>
                    <a:pt x="176" y="632"/>
                    <a:pt x="287" y="543"/>
                    <a:pt x="410" y="487"/>
                  </a:cubicBezTo>
                  <a:cubicBezTo>
                    <a:pt x="442" y="476"/>
                    <a:pt x="476" y="454"/>
                    <a:pt x="487" y="420"/>
                  </a:cubicBezTo>
                  <a:cubicBezTo>
                    <a:pt x="487" y="398"/>
                    <a:pt x="476" y="376"/>
                    <a:pt x="465" y="354"/>
                  </a:cubicBezTo>
                  <a:cubicBezTo>
                    <a:pt x="398" y="232"/>
                    <a:pt x="309" y="109"/>
                    <a:pt x="210" y="10"/>
                  </a:cubicBezTo>
                  <a:cubicBezTo>
                    <a:pt x="203" y="3"/>
                    <a:pt x="196" y="1"/>
                    <a:pt x="18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61"/>
            <p:cNvSpPr/>
            <p:nvPr/>
          </p:nvSpPr>
          <p:spPr>
            <a:xfrm>
              <a:off x="2024525" y="3218550"/>
              <a:ext cx="13300" cy="15875"/>
            </a:xfrm>
            <a:custGeom>
              <a:avLst/>
              <a:gdLst/>
              <a:ahLst/>
              <a:cxnLst/>
              <a:rect l="l" t="t" r="r" b="b"/>
              <a:pathLst>
                <a:path w="532" h="635" extrusionOk="0">
                  <a:moveTo>
                    <a:pt x="207" y="0"/>
                  </a:moveTo>
                  <a:cubicBezTo>
                    <a:pt x="194" y="0"/>
                    <a:pt x="183" y="6"/>
                    <a:pt x="178" y="22"/>
                  </a:cubicBezTo>
                  <a:cubicBezTo>
                    <a:pt x="100" y="143"/>
                    <a:pt x="45" y="277"/>
                    <a:pt x="11" y="422"/>
                  </a:cubicBezTo>
                  <a:cubicBezTo>
                    <a:pt x="11" y="444"/>
                    <a:pt x="0" y="466"/>
                    <a:pt x="11" y="477"/>
                  </a:cubicBezTo>
                  <a:cubicBezTo>
                    <a:pt x="22" y="510"/>
                    <a:pt x="55" y="521"/>
                    <a:pt x="89" y="533"/>
                  </a:cubicBezTo>
                  <a:cubicBezTo>
                    <a:pt x="222" y="555"/>
                    <a:pt x="356" y="610"/>
                    <a:pt x="478" y="632"/>
                  </a:cubicBezTo>
                  <a:cubicBezTo>
                    <a:pt x="482" y="634"/>
                    <a:pt x="487" y="634"/>
                    <a:pt x="491" y="634"/>
                  </a:cubicBezTo>
                  <a:cubicBezTo>
                    <a:pt x="517" y="634"/>
                    <a:pt x="532" y="605"/>
                    <a:pt x="522" y="577"/>
                  </a:cubicBezTo>
                  <a:cubicBezTo>
                    <a:pt x="467" y="488"/>
                    <a:pt x="411" y="399"/>
                    <a:pt x="366" y="310"/>
                  </a:cubicBezTo>
                  <a:cubicBezTo>
                    <a:pt x="356" y="277"/>
                    <a:pt x="278" y="121"/>
                    <a:pt x="245" y="22"/>
                  </a:cubicBezTo>
                  <a:cubicBezTo>
                    <a:pt x="238" y="9"/>
                    <a:pt x="222" y="0"/>
                    <a:pt x="207"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61"/>
            <p:cNvSpPr/>
            <p:nvPr/>
          </p:nvSpPr>
          <p:spPr>
            <a:xfrm>
              <a:off x="2070075" y="3291000"/>
              <a:ext cx="115825" cy="55575"/>
            </a:xfrm>
            <a:custGeom>
              <a:avLst/>
              <a:gdLst/>
              <a:ahLst/>
              <a:cxnLst/>
              <a:rect l="l" t="t" r="r" b="b"/>
              <a:pathLst>
                <a:path w="4633" h="2223" extrusionOk="0">
                  <a:moveTo>
                    <a:pt x="3743" y="167"/>
                  </a:moveTo>
                  <a:lnTo>
                    <a:pt x="3743" y="167"/>
                  </a:lnTo>
                  <a:cubicBezTo>
                    <a:pt x="3822" y="289"/>
                    <a:pt x="3854" y="456"/>
                    <a:pt x="3854" y="622"/>
                  </a:cubicBezTo>
                  <a:cubicBezTo>
                    <a:pt x="3766" y="501"/>
                    <a:pt x="3721" y="334"/>
                    <a:pt x="3743" y="167"/>
                  </a:cubicBezTo>
                  <a:close/>
                  <a:moveTo>
                    <a:pt x="2388" y="456"/>
                  </a:moveTo>
                  <a:lnTo>
                    <a:pt x="2388" y="456"/>
                  </a:lnTo>
                  <a:cubicBezTo>
                    <a:pt x="2400" y="523"/>
                    <a:pt x="2410" y="590"/>
                    <a:pt x="2400" y="656"/>
                  </a:cubicBezTo>
                  <a:cubicBezTo>
                    <a:pt x="2388" y="600"/>
                    <a:pt x="2388" y="523"/>
                    <a:pt x="2388" y="456"/>
                  </a:cubicBezTo>
                  <a:close/>
                  <a:moveTo>
                    <a:pt x="1966" y="567"/>
                  </a:moveTo>
                  <a:cubicBezTo>
                    <a:pt x="1977" y="645"/>
                    <a:pt x="1966" y="723"/>
                    <a:pt x="1966" y="800"/>
                  </a:cubicBezTo>
                  <a:cubicBezTo>
                    <a:pt x="1955" y="790"/>
                    <a:pt x="1955" y="778"/>
                    <a:pt x="1944" y="756"/>
                  </a:cubicBezTo>
                  <a:cubicBezTo>
                    <a:pt x="1933" y="701"/>
                    <a:pt x="1933" y="622"/>
                    <a:pt x="1966" y="567"/>
                  </a:cubicBezTo>
                  <a:close/>
                  <a:moveTo>
                    <a:pt x="1289" y="845"/>
                  </a:moveTo>
                  <a:cubicBezTo>
                    <a:pt x="1299" y="845"/>
                    <a:pt x="1333" y="901"/>
                    <a:pt x="1333" y="945"/>
                  </a:cubicBezTo>
                  <a:cubicBezTo>
                    <a:pt x="1333" y="1078"/>
                    <a:pt x="1311" y="1200"/>
                    <a:pt x="1277" y="1323"/>
                  </a:cubicBezTo>
                  <a:cubicBezTo>
                    <a:pt x="1222" y="1189"/>
                    <a:pt x="1222" y="1022"/>
                    <a:pt x="1267" y="878"/>
                  </a:cubicBezTo>
                  <a:cubicBezTo>
                    <a:pt x="1267" y="867"/>
                    <a:pt x="1277" y="856"/>
                    <a:pt x="1289" y="845"/>
                  </a:cubicBezTo>
                  <a:close/>
                  <a:moveTo>
                    <a:pt x="3688" y="0"/>
                  </a:moveTo>
                  <a:lnTo>
                    <a:pt x="3677" y="67"/>
                  </a:lnTo>
                  <a:cubicBezTo>
                    <a:pt x="3622" y="323"/>
                    <a:pt x="3699" y="590"/>
                    <a:pt x="3854" y="745"/>
                  </a:cubicBezTo>
                  <a:lnTo>
                    <a:pt x="3854" y="778"/>
                  </a:lnTo>
                  <a:cubicBezTo>
                    <a:pt x="3854" y="945"/>
                    <a:pt x="3854" y="1167"/>
                    <a:pt x="3766" y="1333"/>
                  </a:cubicBezTo>
                  <a:cubicBezTo>
                    <a:pt x="3665" y="1492"/>
                    <a:pt x="3477" y="1588"/>
                    <a:pt x="3277" y="1588"/>
                  </a:cubicBezTo>
                  <a:cubicBezTo>
                    <a:pt x="3211" y="1588"/>
                    <a:pt x="3143" y="1578"/>
                    <a:pt x="3077" y="1556"/>
                  </a:cubicBezTo>
                  <a:cubicBezTo>
                    <a:pt x="2855" y="1478"/>
                    <a:pt x="2655" y="1278"/>
                    <a:pt x="2511" y="1000"/>
                  </a:cubicBezTo>
                  <a:cubicBezTo>
                    <a:pt x="2488" y="945"/>
                    <a:pt x="2466" y="889"/>
                    <a:pt x="2433" y="822"/>
                  </a:cubicBezTo>
                  <a:cubicBezTo>
                    <a:pt x="2499" y="656"/>
                    <a:pt x="2499" y="456"/>
                    <a:pt x="2422" y="301"/>
                  </a:cubicBezTo>
                  <a:lnTo>
                    <a:pt x="2388" y="212"/>
                  </a:lnTo>
                  <a:lnTo>
                    <a:pt x="2355" y="301"/>
                  </a:lnTo>
                  <a:cubicBezTo>
                    <a:pt x="2277" y="478"/>
                    <a:pt x="2299" y="667"/>
                    <a:pt x="2355" y="822"/>
                  </a:cubicBezTo>
                  <a:cubicBezTo>
                    <a:pt x="2333" y="878"/>
                    <a:pt x="2299" y="923"/>
                    <a:pt x="2266" y="967"/>
                  </a:cubicBezTo>
                  <a:cubicBezTo>
                    <a:pt x="2247" y="987"/>
                    <a:pt x="2219" y="1014"/>
                    <a:pt x="2198" y="1014"/>
                  </a:cubicBezTo>
                  <a:cubicBezTo>
                    <a:pt x="2194" y="1014"/>
                    <a:pt x="2191" y="1013"/>
                    <a:pt x="2188" y="1012"/>
                  </a:cubicBezTo>
                  <a:cubicBezTo>
                    <a:pt x="2166" y="1012"/>
                    <a:pt x="2155" y="1000"/>
                    <a:pt x="2133" y="989"/>
                  </a:cubicBezTo>
                  <a:cubicBezTo>
                    <a:pt x="2089" y="956"/>
                    <a:pt x="2055" y="923"/>
                    <a:pt x="2022" y="889"/>
                  </a:cubicBezTo>
                  <a:cubicBezTo>
                    <a:pt x="2055" y="756"/>
                    <a:pt x="2055" y="622"/>
                    <a:pt x="2044" y="489"/>
                  </a:cubicBezTo>
                  <a:lnTo>
                    <a:pt x="2044" y="434"/>
                  </a:lnTo>
                  <a:lnTo>
                    <a:pt x="1988" y="456"/>
                  </a:lnTo>
                  <a:cubicBezTo>
                    <a:pt x="1866" y="511"/>
                    <a:pt x="1833" y="667"/>
                    <a:pt x="1877" y="790"/>
                  </a:cubicBezTo>
                  <a:cubicBezTo>
                    <a:pt x="1889" y="834"/>
                    <a:pt x="1911" y="878"/>
                    <a:pt x="1944" y="911"/>
                  </a:cubicBezTo>
                  <a:cubicBezTo>
                    <a:pt x="1899" y="1133"/>
                    <a:pt x="1788" y="1345"/>
                    <a:pt x="1644" y="1511"/>
                  </a:cubicBezTo>
                  <a:cubicBezTo>
                    <a:pt x="1610" y="1545"/>
                    <a:pt x="1578" y="1578"/>
                    <a:pt x="1544" y="1578"/>
                  </a:cubicBezTo>
                  <a:cubicBezTo>
                    <a:pt x="1538" y="1579"/>
                    <a:pt x="1532" y="1579"/>
                    <a:pt x="1526" y="1579"/>
                  </a:cubicBezTo>
                  <a:cubicBezTo>
                    <a:pt x="1465" y="1579"/>
                    <a:pt x="1408" y="1530"/>
                    <a:pt x="1388" y="1500"/>
                  </a:cubicBezTo>
                  <a:cubicBezTo>
                    <a:pt x="1366" y="1478"/>
                    <a:pt x="1344" y="1456"/>
                    <a:pt x="1333" y="1434"/>
                  </a:cubicBezTo>
                  <a:cubicBezTo>
                    <a:pt x="1388" y="1278"/>
                    <a:pt x="1410" y="1111"/>
                    <a:pt x="1410" y="945"/>
                  </a:cubicBezTo>
                  <a:cubicBezTo>
                    <a:pt x="1410" y="889"/>
                    <a:pt x="1378" y="800"/>
                    <a:pt x="1322" y="778"/>
                  </a:cubicBezTo>
                  <a:cubicBezTo>
                    <a:pt x="1313" y="774"/>
                    <a:pt x="1302" y="771"/>
                    <a:pt x="1290" y="771"/>
                  </a:cubicBezTo>
                  <a:cubicBezTo>
                    <a:pt x="1272" y="771"/>
                    <a:pt x="1253" y="776"/>
                    <a:pt x="1233" y="790"/>
                  </a:cubicBezTo>
                  <a:cubicBezTo>
                    <a:pt x="1211" y="800"/>
                    <a:pt x="1200" y="822"/>
                    <a:pt x="1200" y="856"/>
                  </a:cubicBezTo>
                  <a:cubicBezTo>
                    <a:pt x="1133" y="1045"/>
                    <a:pt x="1144" y="1267"/>
                    <a:pt x="1244" y="1434"/>
                  </a:cubicBezTo>
                  <a:cubicBezTo>
                    <a:pt x="1166" y="1644"/>
                    <a:pt x="1044" y="1834"/>
                    <a:pt x="889" y="1978"/>
                  </a:cubicBezTo>
                  <a:cubicBezTo>
                    <a:pt x="815" y="2042"/>
                    <a:pt x="689" y="2136"/>
                    <a:pt x="547" y="2136"/>
                  </a:cubicBezTo>
                  <a:cubicBezTo>
                    <a:pt x="517" y="2136"/>
                    <a:pt x="486" y="2132"/>
                    <a:pt x="455" y="2123"/>
                  </a:cubicBezTo>
                  <a:cubicBezTo>
                    <a:pt x="289" y="2067"/>
                    <a:pt x="211" y="1867"/>
                    <a:pt x="166" y="1711"/>
                  </a:cubicBezTo>
                  <a:cubicBezTo>
                    <a:pt x="77" y="1345"/>
                    <a:pt x="77" y="956"/>
                    <a:pt x="178" y="590"/>
                  </a:cubicBezTo>
                  <a:lnTo>
                    <a:pt x="100" y="578"/>
                  </a:lnTo>
                  <a:cubicBezTo>
                    <a:pt x="0" y="945"/>
                    <a:pt x="0" y="1345"/>
                    <a:pt x="89" y="1723"/>
                  </a:cubicBezTo>
                  <a:cubicBezTo>
                    <a:pt x="156" y="1989"/>
                    <a:pt x="277" y="2145"/>
                    <a:pt x="433" y="2200"/>
                  </a:cubicBezTo>
                  <a:cubicBezTo>
                    <a:pt x="477" y="2211"/>
                    <a:pt x="511" y="2222"/>
                    <a:pt x="544" y="2222"/>
                  </a:cubicBezTo>
                  <a:cubicBezTo>
                    <a:pt x="711" y="2222"/>
                    <a:pt x="855" y="2111"/>
                    <a:pt x="944" y="2034"/>
                  </a:cubicBezTo>
                  <a:cubicBezTo>
                    <a:pt x="1099" y="1889"/>
                    <a:pt x="1222" y="1711"/>
                    <a:pt x="1299" y="1523"/>
                  </a:cubicBezTo>
                  <a:cubicBezTo>
                    <a:pt x="1311" y="1533"/>
                    <a:pt x="1311" y="1545"/>
                    <a:pt x="1322" y="1556"/>
                  </a:cubicBezTo>
                  <a:cubicBezTo>
                    <a:pt x="1386" y="1620"/>
                    <a:pt x="1450" y="1662"/>
                    <a:pt x="1515" y="1662"/>
                  </a:cubicBezTo>
                  <a:cubicBezTo>
                    <a:pt x="1528" y="1662"/>
                    <a:pt x="1542" y="1660"/>
                    <a:pt x="1555" y="1656"/>
                  </a:cubicBezTo>
                  <a:cubicBezTo>
                    <a:pt x="1622" y="1644"/>
                    <a:pt x="1666" y="1600"/>
                    <a:pt x="1699" y="1556"/>
                  </a:cubicBezTo>
                  <a:cubicBezTo>
                    <a:pt x="1844" y="1400"/>
                    <a:pt x="1955" y="1200"/>
                    <a:pt x="2010" y="989"/>
                  </a:cubicBezTo>
                  <a:cubicBezTo>
                    <a:pt x="2033" y="1012"/>
                    <a:pt x="2055" y="1034"/>
                    <a:pt x="2089" y="1045"/>
                  </a:cubicBezTo>
                  <a:cubicBezTo>
                    <a:pt x="2111" y="1067"/>
                    <a:pt x="2144" y="1089"/>
                    <a:pt x="2177" y="1101"/>
                  </a:cubicBezTo>
                  <a:cubicBezTo>
                    <a:pt x="2233" y="1101"/>
                    <a:pt x="2277" y="1078"/>
                    <a:pt x="2333" y="1012"/>
                  </a:cubicBezTo>
                  <a:cubicBezTo>
                    <a:pt x="2355" y="989"/>
                    <a:pt x="2377" y="956"/>
                    <a:pt x="2388" y="923"/>
                  </a:cubicBezTo>
                  <a:cubicBezTo>
                    <a:pt x="2410" y="967"/>
                    <a:pt x="2422" y="1000"/>
                    <a:pt x="2444" y="1034"/>
                  </a:cubicBezTo>
                  <a:cubicBezTo>
                    <a:pt x="2588" y="1333"/>
                    <a:pt x="2810" y="1545"/>
                    <a:pt x="3055" y="1622"/>
                  </a:cubicBezTo>
                  <a:cubicBezTo>
                    <a:pt x="3134" y="1652"/>
                    <a:pt x="3215" y="1665"/>
                    <a:pt x="3295" y="1665"/>
                  </a:cubicBezTo>
                  <a:cubicBezTo>
                    <a:pt x="3518" y="1665"/>
                    <a:pt x="3726" y="1558"/>
                    <a:pt x="3832" y="1378"/>
                  </a:cubicBezTo>
                  <a:cubicBezTo>
                    <a:pt x="3933" y="1200"/>
                    <a:pt x="3943" y="989"/>
                    <a:pt x="3943" y="812"/>
                  </a:cubicBezTo>
                  <a:cubicBezTo>
                    <a:pt x="4015" y="855"/>
                    <a:pt x="4105" y="879"/>
                    <a:pt x="4199" y="879"/>
                  </a:cubicBezTo>
                  <a:cubicBezTo>
                    <a:pt x="4251" y="879"/>
                    <a:pt x="4303" y="872"/>
                    <a:pt x="4355" y="856"/>
                  </a:cubicBezTo>
                  <a:cubicBezTo>
                    <a:pt x="4488" y="812"/>
                    <a:pt x="4588" y="711"/>
                    <a:pt x="4632" y="590"/>
                  </a:cubicBezTo>
                  <a:lnTo>
                    <a:pt x="4555" y="567"/>
                  </a:lnTo>
                  <a:cubicBezTo>
                    <a:pt x="4521" y="667"/>
                    <a:pt x="4444" y="745"/>
                    <a:pt x="4333" y="778"/>
                  </a:cubicBezTo>
                  <a:cubicBezTo>
                    <a:pt x="4287" y="794"/>
                    <a:pt x="4241" y="802"/>
                    <a:pt x="4195" y="802"/>
                  </a:cubicBezTo>
                  <a:cubicBezTo>
                    <a:pt x="4116" y="802"/>
                    <a:pt x="4040" y="780"/>
                    <a:pt x="3977" y="745"/>
                  </a:cubicBezTo>
                  <a:lnTo>
                    <a:pt x="3943" y="711"/>
                  </a:lnTo>
                  <a:cubicBezTo>
                    <a:pt x="3933" y="456"/>
                    <a:pt x="3910" y="212"/>
                    <a:pt x="3743" y="45"/>
                  </a:cubicBezTo>
                  <a:lnTo>
                    <a:pt x="3688"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61"/>
            <p:cNvSpPr/>
            <p:nvPr/>
          </p:nvSpPr>
          <p:spPr>
            <a:xfrm>
              <a:off x="2136425" y="3092400"/>
              <a:ext cx="25325" cy="33650"/>
            </a:xfrm>
            <a:custGeom>
              <a:avLst/>
              <a:gdLst/>
              <a:ahLst/>
              <a:cxnLst/>
              <a:rect l="l" t="t" r="r" b="b"/>
              <a:pathLst>
                <a:path w="1013" h="1346" extrusionOk="0">
                  <a:moveTo>
                    <a:pt x="308" y="1"/>
                  </a:moveTo>
                  <a:cubicBezTo>
                    <a:pt x="287" y="1"/>
                    <a:pt x="266" y="10"/>
                    <a:pt x="245" y="24"/>
                  </a:cubicBezTo>
                  <a:cubicBezTo>
                    <a:pt x="190" y="69"/>
                    <a:pt x="168" y="135"/>
                    <a:pt x="156" y="213"/>
                  </a:cubicBezTo>
                  <a:lnTo>
                    <a:pt x="1" y="780"/>
                  </a:lnTo>
                  <a:lnTo>
                    <a:pt x="79" y="802"/>
                  </a:lnTo>
                  <a:lnTo>
                    <a:pt x="223" y="235"/>
                  </a:lnTo>
                  <a:cubicBezTo>
                    <a:pt x="245" y="168"/>
                    <a:pt x="257" y="113"/>
                    <a:pt x="301" y="91"/>
                  </a:cubicBezTo>
                  <a:cubicBezTo>
                    <a:pt x="301" y="79"/>
                    <a:pt x="312" y="79"/>
                    <a:pt x="312" y="79"/>
                  </a:cubicBezTo>
                  <a:cubicBezTo>
                    <a:pt x="312" y="79"/>
                    <a:pt x="312" y="91"/>
                    <a:pt x="323" y="113"/>
                  </a:cubicBezTo>
                  <a:cubicBezTo>
                    <a:pt x="345" y="324"/>
                    <a:pt x="356" y="546"/>
                    <a:pt x="323" y="768"/>
                  </a:cubicBezTo>
                  <a:lnTo>
                    <a:pt x="312" y="924"/>
                  </a:lnTo>
                  <a:lnTo>
                    <a:pt x="823" y="190"/>
                  </a:lnTo>
                  <a:cubicBezTo>
                    <a:pt x="834" y="157"/>
                    <a:pt x="867" y="124"/>
                    <a:pt x="889" y="124"/>
                  </a:cubicBezTo>
                  <a:cubicBezTo>
                    <a:pt x="912" y="568"/>
                    <a:pt x="701" y="1024"/>
                    <a:pt x="345" y="1279"/>
                  </a:cubicBezTo>
                  <a:lnTo>
                    <a:pt x="390" y="1346"/>
                  </a:lnTo>
                  <a:cubicBezTo>
                    <a:pt x="778" y="1068"/>
                    <a:pt x="1012" y="568"/>
                    <a:pt x="968" y="79"/>
                  </a:cubicBezTo>
                  <a:lnTo>
                    <a:pt x="968" y="46"/>
                  </a:lnTo>
                  <a:lnTo>
                    <a:pt x="945" y="46"/>
                  </a:lnTo>
                  <a:cubicBezTo>
                    <a:pt x="932" y="42"/>
                    <a:pt x="919" y="40"/>
                    <a:pt x="905" y="40"/>
                  </a:cubicBezTo>
                  <a:cubicBezTo>
                    <a:pt x="852" y="40"/>
                    <a:pt x="801" y="75"/>
                    <a:pt x="756" y="146"/>
                  </a:cubicBezTo>
                  <a:lnTo>
                    <a:pt x="423" y="624"/>
                  </a:lnTo>
                  <a:cubicBezTo>
                    <a:pt x="434" y="446"/>
                    <a:pt x="423" y="269"/>
                    <a:pt x="401" y="102"/>
                  </a:cubicBezTo>
                  <a:cubicBezTo>
                    <a:pt x="390" y="79"/>
                    <a:pt x="390" y="24"/>
                    <a:pt x="345" y="13"/>
                  </a:cubicBezTo>
                  <a:cubicBezTo>
                    <a:pt x="333" y="4"/>
                    <a:pt x="320" y="1"/>
                    <a:pt x="308"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61"/>
            <p:cNvSpPr/>
            <p:nvPr/>
          </p:nvSpPr>
          <p:spPr>
            <a:xfrm>
              <a:off x="1984800" y="3150750"/>
              <a:ext cx="35575" cy="56950"/>
            </a:xfrm>
            <a:custGeom>
              <a:avLst/>
              <a:gdLst/>
              <a:ahLst/>
              <a:cxnLst/>
              <a:rect l="l" t="t" r="r" b="b"/>
              <a:pathLst>
                <a:path w="1423" h="2278" extrusionOk="0">
                  <a:moveTo>
                    <a:pt x="645" y="1600"/>
                  </a:moveTo>
                  <a:lnTo>
                    <a:pt x="645" y="1600"/>
                  </a:lnTo>
                  <a:cubicBezTo>
                    <a:pt x="567" y="1689"/>
                    <a:pt x="478" y="1789"/>
                    <a:pt x="367" y="1845"/>
                  </a:cubicBezTo>
                  <a:cubicBezTo>
                    <a:pt x="434" y="1734"/>
                    <a:pt x="533" y="1633"/>
                    <a:pt x="645" y="1600"/>
                  </a:cubicBezTo>
                  <a:close/>
                  <a:moveTo>
                    <a:pt x="1145" y="1"/>
                  </a:moveTo>
                  <a:cubicBezTo>
                    <a:pt x="923" y="112"/>
                    <a:pt x="723" y="256"/>
                    <a:pt x="556" y="434"/>
                  </a:cubicBezTo>
                  <a:cubicBezTo>
                    <a:pt x="467" y="522"/>
                    <a:pt x="412" y="656"/>
                    <a:pt x="489" y="734"/>
                  </a:cubicBezTo>
                  <a:cubicBezTo>
                    <a:pt x="533" y="778"/>
                    <a:pt x="578" y="778"/>
                    <a:pt x="622" y="789"/>
                  </a:cubicBezTo>
                  <a:lnTo>
                    <a:pt x="711" y="789"/>
                  </a:lnTo>
                  <a:cubicBezTo>
                    <a:pt x="400" y="1001"/>
                    <a:pt x="167" y="1322"/>
                    <a:pt x="45" y="1700"/>
                  </a:cubicBezTo>
                  <a:cubicBezTo>
                    <a:pt x="34" y="1734"/>
                    <a:pt x="0" y="1833"/>
                    <a:pt x="67" y="1900"/>
                  </a:cubicBezTo>
                  <a:cubicBezTo>
                    <a:pt x="89" y="1934"/>
                    <a:pt x="134" y="1944"/>
                    <a:pt x="156" y="1944"/>
                  </a:cubicBezTo>
                  <a:cubicBezTo>
                    <a:pt x="178" y="1956"/>
                    <a:pt x="200" y="1956"/>
                    <a:pt x="212" y="1956"/>
                  </a:cubicBezTo>
                  <a:lnTo>
                    <a:pt x="212" y="1967"/>
                  </a:lnTo>
                  <a:cubicBezTo>
                    <a:pt x="190" y="2023"/>
                    <a:pt x="167" y="2078"/>
                    <a:pt x="167" y="2134"/>
                  </a:cubicBezTo>
                  <a:cubicBezTo>
                    <a:pt x="167" y="2200"/>
                    <a:pt x="222" y="2278"/>
                    <a:pt x="301" y="2278"/>
                  </a:cubicBezTo>
                  <a:lnTo>
                    <a:pt x="301" y="2200"/>
                  </a:lnTo>
                  <a:cubicBezTo>
                    <a:pt x="278" y="2200"/>
                    <a:pt x="245" y="2167"/>
                    <a:pt x="245" y="2134"/>
                  </a:cubicBezTo>
                  <a:cubicBezTo>
                    <a:pt x="245" y="2089"/>
                    <a:pt x="267" y="2045"/>
                    <a:pt x="278" y="2000"/>
                  </a:cubicBezTo>
                  <a:cubicBezTo>
                    <a:pt x="289" y="1978"/>
                    <a:pt x="301" y="1967"/>
                    <a:pt x="311" y="1944"/>
                  </a:cubicBezTo>
                  <a:cubicBezTo>
                    <a:pt x="501" y="1900"/>
                    <a:pt x="656" y="1722"/>
                    <a:pt x="767" y="1578"/>
                  </a:cubicBezTo>
                  <a:lnTo>
                    <a:pt x="812" y="1512"/>
                  </a:lnTo>
                  <a:lnTo>
                    <a:pt x="745" y="1512"/>
                  </a:lnTo>
                  <a:cubicBezTo>
                    <a:pt x="737" y="1511"/>
                    <a:pt x="730" y="1511"/>
                    <a:pt x="722" y="1511"/>
                  </a:cubicBezTo>
                  <a:cubicBezTo>
                    <a:pt x="542" y="1511"/>
                    <a:pt x="384" y="1643"/>
                    <a:pt x="256" y="1878"/>
                  </a:cubicBezTo>
                  <a:cubicBezTo>
                    <a:pt x="234" y="1878"/>
                    <a:pt x="200" y="1878"/>
                    <a:pt x="178" y="1867"/>
                  </a:cubicBezTo>
                  <a:cubicBezTo>
                    <a:pt x="145" y="1867"/>
                    <a:pt x="134" y="1856"/>
                    <a:pt x="123" y="1845"/>
                  </a:cubicBezTo>
                  <a:cubicBezTo>
                    <a:pt x="101" y="1823"/>
                    <a:pt x="101" y="1789"/>
                    <a:pt x="123" y="1722"/>
                  </a:cubicBezTo>
                  <a:cubicBezTo>
                    <a:pt x="256" y="1312"/>
                    <a:pt x="533" y="956"/>
                    <a:pt x="901" y="756"/>
                  </a:cubicBezTo>
                  <a:cubicBezTo>
                    <a:pt x="1000" y="734"/>
                    <a:pt x="1100" y="690"/>
                    <a:pt x="1178" y="634"/>
                  </a:cubicBezTo>
                  <a:lnTo>
                    <a:pt x="1422" y="467"/>
                  </a:lnTo>
                  <a:lnTo>
                    <a:pt x="1145" y="567"/>
                  </a:lnTo>
                  <a:cubicBezTo>
                    <a:pt x="1056" y="589"/>
                    <a:pt x="956" y="634"/>
                    <a:pt x="867" y="678"/>
                  </a:cubicBezTo>
                  <a:cubicBezTo>
                    <a:pt x="810" y="694"/>
                    <a:pt x="753" y="705"/>
                    <a:pt x="697" y="705"/>
                  </a:cubicBezTo>
                  <a:cubicBezTo>
                    <a:pt x="676" y="705"/>
                    <a:pt x="655" y="703"/>
                    <a:pt x="634" y="700"/>
                  </a:cubicBezTo>
                  <a:cubicBezTo>
                    <a:pt x="600" y="700"/>
                    <a:pt x="567" y="700"/>
                    <a:pt x="545" y="678"/>
                  </a:cubicBezTo>
                  <a:cubicBezTo>
                    <a:pt x="501" y="634"/>
                    <a:pt x="556" y="534"/>
                    <a:pt x="612" y="490"/>
                  </a:cubicBezTo>
                  <a:cubicBezTo>
                    <a:pt x="778" y="312"/>
                    <a:pt x="967" y="179"/>
                    <a:pt x="1178" y="78"/>
                  </a:cubicBezTo>
                  <a:lnTo>
                    <a:pt x="1145" y="1"/>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61"/>
            <p:cNvSpPr/>
            <p:nvPr/>
          </p:nvSpPr>
          <p:spPr>
            <a:xfrm>
              <a:off x="2179200" y="3186850"/>
              <a:ext cx="26125" cy="50300"/>
            </a:xfrm>
            <a:custGeom>
              <a:avLst/>
              <a:gdLst/>
              <a:ahLst/>
              <a:cxnLst/>
              <a:rect l="l" t="t" r="r" b="b"/>
              <a:pathLst>
                <a:path w="1045" h="2012" extrusionOk="0">
                  <a:moveTo>
                    <a:pt x="367" y="1145"/>
                  </a:moveTo>
                  <a:lnTo>
                    <a:pt x="367" y="1145"/>
                  </a:lnTo>
                  <a:cubicBezTo>
                    <a:pt x="445" y="1211"/>
                    <a:pt x="501" y="1278"/>
                    <a:pt x="545" y="1356"/>
                  </a:cubicBezTo>
                  <a:cubicBezTo>
                    <a:pt x="534" y="1345"/>
                    <a:pt x="511" y="1334"/>
                    <a:pt x="501" y="1322"/>
                  </a:cubicBezTo>
                  <a:cubicBezTo>
                    <a:pt x="434" y="1278"/>
                    <a:pt x="390" y="1211"/>
                    <a:pt x="367" y="1145"/>
                  </a:cubicBezTo>
                  <a:close/>
                  <a:moveTo>
                    <a:pt x="245" y="1"/>
                  </a:moveTo>
                  <a:lnTo>
                    <a:pt x="200" y="68"/>
                  </a:lnTo>
                  <a:cubicBezTo>
                    <a:pt x="501" y="245"/>
                    <a:pt x="689" y="579"/>
                    <a:pt x="822" y="900"/>
                  </a:cubicBezTo>
                  <a:cubicBezTo>
                    <a:pt x="889" y="1034"/>
                    <a:pt x="956" y="1201"/>
                    <a:pt x="911" y="1345"/>
                  </a:cubicBezTo>
                  <a:cubicBezTo>
                    <a:pt x="911" y="1367"/>
                    <a:pt x="889" y="1411"/>
                    <a:pt x="867" y="1423"/>
                  </a:cubicBezTo>
                  <a:cubicBezTo>
                    <a:pt x="856" y="1428"/>
                    <a:pt x="845" y="1431"/>
                    <a:pt x="834" y="1431"/>
                  </a:cubicBezTo>
                  <a:cubicBezTo>
                    <a:pt x="822" y="1431"/>
                    <a:pt x="811" y="1428"/>
                    <a:pt x="800" y="1423"/>
                  </a:cubicBezTo>
                  <a:cubicBezTo>
                    <a:pt x="767" y="1423"/>
                    <a:pt x="711" y="1411"/>
                    <a:pt x="667" y="1401"/>
                  </a:cubicBezTo>
                  <a:cubicBezTo>
                    <a:pt x="590" y="1256"/>
                    <a:pt x="479" y="1123"/>
                    <a:pt x="345" y="1023"/>
                  </a:cubicBezTo>
                  <a:lnTo>
                    <a:pt x="289" y="989"/>
                  </a:lnTo>
                  <a:lnTo>
                    <a:pt x="279" y="1056"/>
                  </a:lnTo>
                  <a:cubicBezTo>
                    <a:pt x="279" y="1179"/>
                    <a:pt x="345" y="1312"/>
                    <a:pt x="456" y="1389"/>
                  </a:cubicBezTo>
                  <a:cubicBezTo>
                    <a:pt x="501" y="1423"/>
                    <a:pt x="556" y="1456"/>
                    <a:pt x="612" y="1467"/>
                  </a:cubicBezTo>
                  <a:cubicBezTo>
                    <a:pt x="656" y="1567"/>
                    <a:pt x="689" y="1690"/>
                    <a:pt x="701" y="1801"/>
                  </a:cubicBezTo>
                  <a:cubicBezTo>
                    <a:pt x="701" y="1833"/>
                    <a:pt x="701" y="1900"/>
                    <a:pt x="667" y="1922"/>
                  </a:cubicBezTo>
                  <a:cubicBezTo>
                    <a:pt x="660" y="1926"/>
                    <a:pt x="651" y="1927"/>
                    <a:pt x="642" y="1927"/>
                  </a:cubicBezTo>
                  <a:cubicBezTo>
                    <a:pt x="623" y="1927"/>
                    <a:pt x="601" y="1922"/>
                    <a:pt x="578" y="1922"/>
                  </a:cubicBezTo>
                  <a:cubicBezTo>
                    <a:pt x="378" y="1845"/>
                    <a:pt x="190" y="1712"/>
                    <a:pt x="67" y="1534"/>
                  </a:cubicBezTo>
                  <a:lnTo>
                    <a:pt x="0" y="1578"/>
                  </a:lnTo>
                  <a:cubicBezTo>
                    <a:pt x="134" y="1778"/>
                    <a:pt x="334" y="1922"/>
                    <a:pt x="556" y="1989"/>
                  </a:cubicBezTo>
                  <a:cubicBezTo>
                    <a:pt x="578" y="2001"/>
                    <a:pt x="612" y="2011"/>
                    <a:pt x="634" y="2011"/>
                  </a:cubicBezTo>
                  <a:cubicBezTo>
                    <a:pt x="667" y="2011"/>
                    <a:pt x="689" y="2001"/>
                    <a:pt x="711" y="1989"/>
                  </a:cubicBezTo>
                  <a:cubicBezTo>
                    <a:pt x="745" y="1967"/>
                    <a:pt x="790" y="1912"/>
                    <a:pt x="778" y="1789"/>
                  </a:cubicBezTo>
                  <a:cubicBezTo>
                    <a:pt x="767" y="1690"/>
                    <a:pt x="745" y="1589"/>
                    <a:pt x="701" y="1490"/>
                  </a:cubicBezTo>
                  <a:lnTo>
                    <a:pt x="701" y="1490"/>
                  </a:lnTo>
                  <a:cubicBezTo>
                    <a:pt x="734" y="1500"/>
                    <a:pt x="767" y="1500"/>
                    <a:pt x="790" y="1500"/>
                  </a:cubicBezTo>
                  <a:cubicBezTo>
                    <a:pt x="806" y="1506"/>
                    <a:pt x="823" y="1509"/>
                    <a:pt x="841" y="1509"/>
                  </a:cubicBezTo>
                  <a:cubicBezTo>
                    <a:pt x="859" y="1509"/>
                    <a:pt x="878" y="1506"/>
                    <a:pt x="901" y="1500"/>
                  </a:cubicBezTo>
                  <a:cubicBezTo>
                    <a:pt x="945" y="1478"/>
                    <a:pt x="978" y="1434"/>
                    <a:pt x="990" y="1367"/>
                  </a:cubicBezTo>
                  <a:cubicBezTo>
                    <a:pt x="1045" y="1189"/>
                    <a:pt x="967" y="1011"/>
                    <a:pt x="901" y="867"/>
                  </a:cubicBezTo>
                  <a:cubicBezTo>
                    <a:pt x="756" y="545"/>
                    <a:pt x="556" y="189"/>
                    <a:pt x="245"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61"/>
            <p:cNvSpPr/>
            <p:nvPr/>
          </p:nvSpPr>
          <p:spPr>
            <a:xfrm>
              <a:off x="2023675" y="3220750"/>
              <a:ext cx="68350" cy="16400"/>
            </a:xfrm>
            <a:custGeom>
              <a:avLst/>
              <a:gdLst/>
              <a:ahLst/>
              <a:cxnLst/>
              <a:rect l="l" t="t" r="r" b="b"/>
              <a:pathLst>
                <a:path w="2734" h="656" extrusionOk="0">
                  <a:moveTo>
                    <a:pt x="2700" y="0"/>
                  </a:moveTo>
                  <a:cubicBezTo>
                    <a:pt x="2224" y="386"/>
                    <a:pt x="1632" y="585"/>
                    <a:pt x="1039" y="585"/>
                  </a:cubicBezTo>
                  <a:cubicBezTo>
                    <a:pt x="693" y="585"/>
                    <a:pt x="347" y="517"/>
                    <a:pt x="23" y="378"/>
                  </a:cubicBezTo>
                  <a:lnTo>
                    <a:pt x="0" y="445"/>
                  </a:lnTo>
                  <a:cubicBezTo>
                    <a:pt x="323" y="589"/>
                    <a:pt x="689" y="655"/>
                    <a:pt x="1045" y="655"/>
                  </a:cubicBezTo>
                  <a:cubicBezTo>
                    <a:pt x="1645" y="655"/>
                    <a:pt x="2256" y="455"/>
                    <a:pt x="2733" y="55"/>
                  </a:cubicBezTo>
                  <a:lnTo>
                    <a:pt x="2700"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61"/>
            <p:cNvSpPr/>
            <p:nvPr/>
          </p:nvSpPr>
          <p:spPr>
            <a:xfrm>
              <a:off x="2046175" y="3212125"/>
              <a:ext cx="23625" cy="13900"/>
            </a:xfrm>
            <a:custGeom>
              <a:avLst/>
              <a:gdLst/>
              <a:ahLst/>
              <a:cxnLst/>
              <a:rect l="l" t="t" r="r" b="b"/>
              <a:pathLst>
                <a:path w="945" h="556" extrusionOk="0">
                  <a:moveTo>
                    <a:pt x="1" y="0"/>
                  </a:moveTo>
                  <a:cubicBezTo>
                    <a:pt x="11" y="168"/>
                    <a:pt x="45" y="323"/>
                    <a:pt x="123" y="456"/>
                  </a:cubicBezTo>
                  <a:cubicBezTo>
                    <a:pt x="145" y="489"/>
                    <a:pt x="178" y="534"/>
                    <a:pt x="211" y="545"/>
                  </a:cubicBezTo>
                  <a:cubicBezTo>
                    <a:pt x="234" y="556"/>
                    <a:pt x="256" y="556"/>
                    <a:pt x="267" y="556"/>
                  </a:cubicBezTo>
                  <a:cubicBezTo>
                    <a:pt x="322" y="556"/>
                    <a:pt x="378" y="534"/>
                    <a:pt x="423" y="479"/>
                  </a:cubicBezTo>
                  <a:lnTo>
                    <a:pt x="522" y="378"/>
                  </a:lnTo>
                  <a:cubicBezTo>
                    <a:pt x="556" y="323"/>
                    <a:pt x="601" y="279"/>
                    <a:pt x="645" y="245"/>
                  </a:cubicBezTo>
                  <a:cubicBezTo>
                    <a:pt x="713" y="186"/>
                    <a:pt x="806" y="154"/>
                    <a:pt x="896" y="154"/>
                  </a:cubicBezTo>
                  <a:cubicBezTo>
                    <a:pt x="909" y="154"/>
                    <a:pt x="921" y="155"/>
                    <a:pt x="934" y="156"/>
                  </a:cubicBezTo>
                  <a:lnTo>
                    <a:pt x="945" y="79"/>
                  </a:lnTo>
                  <a:cubicBezTo>
                    <a:pt x="929" y="77"/>
                    <a:pt x="913" y="76"/>
                    <a:pt x="897" y="76"/>
                  </a:cubicBezTo>
                  <a:cubicBezTo>
                    <a:pt x="789" y="76"/>
                    <a:pt x="678" y="111"/>
                    <a:pt x="601" y="178"/>
                  </a:cubicBezTo>
                  <a:cubicBezTo>
                    <a:pt x="545" y="223"/>
                    <a:pt x="500" y="279"/>
                    <a:pt x="467" y="323"/>
                  </a:cubicBezTo>
                  <a:cubicBezTo>
                    <a:pt x="434" y="356"/>
                    <a:pt x="411" y="390"/>
                    <a:pt x="378" y="423"/>
                  </a:cubicBezTo>
                  <a:cubicBezTo>
                    <a:pt x="360" y="441"/>
                    <a:pt x="317" y="484"/>
                    <a:pt x="272" y="484"/>
                  </a:cubicBezTo>
                  <a:cubicBezTo>
                    <a:pt x="263" y="484"/>
                    <a:pt x="254" y="482"/>
                    <a:pt x="245" y="479"/>
                  </a:cubicBezTo>
                  <a:cubicBezTo>
                    <a:pt x="223" y="467"/>
                    <a:pt x="201" y="445"/>
                    <a:pt x="189" y="412"/>
                  </a:cubicBezTo>
                  <a:cubicBezTo>
                    <a:pt x="123" y="289"/>
                    <a:pt x="78" y="145"/>
                    <a:pt x="7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61"/>
            <p:cNvSpPr/>
            <p:nvPr/>
          </p:nvSpPr>
          <p:spPr>
            <a:xfrm>
              <a:off x="1965900" y="3581225"/>
              <a:ext cx="92225" cy="115000"/>
            </a:xfrm>
            <a:custGeom>
              <a:avLst/>
              <a:gdLst/>
              <a:ahLst/>
              <a:cxnLst/>
              <a:rect l="l" t="t" r="r" b="b"/>
              <a:pathLst>
                <a:path w="3689" h="4600" extrusionOk="0">
                  <a:moveTo>
                    <a:pt x="445" y="1"/>
                  </a:moveTo>
                  <a:cubicBezTo>
                    <a:pt x="79" y="267"/>
                    <a:pt x="23" y="767"/>
                    <a:pt x="12" y="1045"/>
                  </a:cubicBezTo>
                  <a:cubicBezTo>
                    <a:pt x="1" y="1911"/>
                    <a:pt x="423" y="2800"/>
                    <a:pt x="1101" y="3344"/>
                  </a:cubicBezTo>
                  <a:lnTo>
                    <a:pt x="1146" y="3378"/>
                  </a:lnTo>
                  <a:lnTo>
                    <a:pt x="1168" y="3322"/>
                  </a:lnTo>
                  <a:cubicBezTo>
                    <a:pt x="1190" y="3244"/>
                    <a:pt x="1212" y="3155"/>
                    <a:pt x="1223" y="3067"/>
                  </a:cubicBezTo>
                  <a:cubicBezTo>
                    <a:pt x="1323" y="3299"/>
                    <a:pt x="1501" y="3499"/>
                    <a:pt x="1657" y="3644"/>
                  </a:cubicBezTo>
                  <a:cubicBezTo>
                    <a:pt x="2112" y="4055"/>
                    <a:pt x="2701" y="4344"/>
                    <a:pt x="3301" y="4444"/>
                  </a:cubicBezTo>
                  <a:cubicBezTo>
                    <a:pt x="3422" y="4466"/>
                    <a:pt x="3567" y="4488"/>
                    <a:pt x="3622" y="4600"/>
                  </a:cubicBezTo>
                  <a:lnTo>
                    <a:pt x="3689" y="4555"/>
                  </a:lnTo>
                  <a:cubicBezTo>
                    <a:pt x="3622" y="4422"/>
                    <a:pt x="3445" y="4388"/>
                    <a:pt x="3311" y="4366"/>
                  </a:cubicBezTo>
                  <a:cubicBezTo>
                    <a:pt x="2723" y="4266"/>
                    <a:pt x="2156" y="3988"/>
                    <a:pt x="1712" y="3588"/>
                  </a:cubicBezTo>
                  <a:cubicBezTo>
                    <a:pt x="1523" y="3410"/>
                    <a:pt x="1301" y="3155"/>
                    <a:pt x="1245" y="2855"/>
                  </a:cubicBezTo>
                  <a:cubicBezTo>
                    <a:pt x="1257" y="2788"/>
                    <a:pt x="1245" y="2711"/>
                    <a:pt x="1245" y="2633"/>
                  </a:cubicBezTo>
                  <a:lnTo>
                    <a:pt x="1212" y="2267"/>
                  </a:lnTo>
                  <a:lnTo>
                    <a:pt x="1168" y="2633"/>
                  </a:lnTo>
                  <a:cubicBezTo>
                    <a:pt x="1156" y="2711"/>
                    <a:pt x="1156" y="2788"/>
                    <a:pt x="1168" y="2867"/>
                  </a:cubicBezTo>
                  <a:cubicBezTo>
                    <a:pt x="1168" y="2988"/>
                    <a:pt x="1146" y="3122"/>
                    <a:pt x="1112" y="3244"/>
                  </a:cubicBezTo>
                  <a:cubicBezTo>
                    <a:pt x="467" y="2711"/>
                    <a:pt x="79" y="1867"/>
                    <a:pt x="90" y="1045"/>
                  </a:cubicBezTo>
                  <a:cubicBezTo>
                    <a:pt x="101" y="778"/>
                    <a:pt x="156" y="312"/>
                    <a:pt x="490" y="67"/>
                  </a:cubicBezTo>
                  <a:lnTo>
                    <a:pt x="445" y="1"/>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61"/>
            <p:cNvSpPr/>
            <p:nvPr/>
          </p:nvSpPr>
          <p:spPr>
            <a:xfrm>
              <a:off x="2198650" y="3550675"/>
              <a:ext cx="82500" cy="137475"/>
            </a:xfrm>
            <a:custGeom>
              <a:avLst/>
              <a:gdLst/>
              <a:ahLst/>
              <a:cxnLst/>
              <a:rect l="l" t="t" r="r" b="b"/>
              <a:pathLst>
                <a:path w="3300" h="5499" extrusionOk="0">
                  <a:moveTo>
                    <a:pt x="3122" y="1"/>
                  </a:moveTo>
                  <a:lnTo>
                    <a:pt x="3044" y="11"/>
                  </a:lnTo>
                  <a:cubicBezTo>
                    <a:pt x="3222" y="1245"/>
                    <a:pt x="2999" y="2533"/>
                    <a:pt x="2411" y="3633"/>
                  </a:cubicBezTo>
                  <a:cubicBezTo>
                    <a:pt x="2344" y="3766"/>
                    <a:pt x="2266" y="3833"/>
                    <a:pt x="2189" y="3855"/>
                  </a:cubicBezTo>
                  <a:cubicBezTo>
                    <a:pt x="2177" y="3744"/>
                    <a:pt x="2177" y="3644"/>
                    <a:pt x="2211" y="3544"/>
                  </a:cubicBezTo>
                  <a:cubicBezTo>
                    <a:pt x="2233" y="3499"/>
                    <a:pt x="2244" y="3455"/>
                    <a:pt x="2266" y="3411"/>
                  </a:cubicBezTo>
                  <a:lnTo>
                    <a:pt x="2189" y="3378"/>
                  </a:lnTo>
                  <a:cubicBezTo>
                    <a:pt x="2167" y="3422"/>
                    <a:pt x="2155" y="3467"/>
                    <a:pt x="2133" y="3511"/>
                  </a:cubicBezTo>
                  <a:cubicBezTo>
                    <a:pt x="1745" y="4410"/>
                    <a:pt x="945" y="5143"/>
                    <a:pt x="0" y="5422"/>
                  </a:cubicBezTo>
                  <a:lnTo>
                    <a:pt x="22" y="5499"/>
                  </a:lnTo>
                  <a:cubicBezTo>
                    <a:pt x="911" y="5232"/>
                    <a:pt x="1678" y="4577"/>
                    <a:pt x="2100" y="3766"/>
                  </a:cubicBezTo>
                  <a:cubicBezTo>
                    <a:pt x="2111" y="3810"/>
                    <a:pt x="2111" y="3855"/>
                    <a:pt x="2122" y="3899"/>
                  </a:cubicBezTo>
                  <a:lnTo>
                    <a:pt x="2133" y="3933"/>
                  </a:lnTo>
                  <a:lnTo>
                    <a:pt x="2167" y="3933"/>
                  </a:lnTo>
                  <a:cubicBezTo>
                    <a:pt x="2344" y="3933"/>
                    <a:pt x="2444" y="3733"/>
                    <a:pt x="2478" y="3677"/>
                  </a:cubicBezTo>
                  <a:cubicBezTo>
                    <a:pt x="3078" y="2556"/>
                    <a:pt x="3300" y="1255"/>
                    <a:pt x="312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61"/>
            <p:cNvSpPr/>
            <p:nvPr/>
          </p:nvSpPr>
          <p:spPr>
            <a:xfrm>
              <a:off x="2012300" y="3413200"/>
              <a:ext cx="17500" cy="52775"/>
            </a:xfrm>
            <a:custGeom>
              <a:avLst/>
              <a:gdLst/>
              <a:ahLst/>
              <a:cxnLst/>
              <a:rect l="l" t="t" r="r" b="b"/>
              <a:pathLst>
                <a:path w="700" h="2111" extrusionOk="0">
                  <a:moveTo>
                    <a:pt x="623" y="0"/>
                  </a:moveTo>
                  <a:cubicBezTo>
                    <a:pt x="300" y="656"/>
                    <a:pt x="89" y="1367"/>
                    <a:pt x="0" y="2100"/>
                  </a:cubicBezTo>
                  <a:lnTo>
                    <a:pt x="78" y="2111"/>
                  </a:lnTo>
                  <a:cubicBezTo>
                    <a:pt x="167" y="1389"/>
                    <a:pt x="367" y="689"/>
                    <a:pt x="700" y="34"/>
                  </a:cubicBezTo>
                  <a:lnTo>
                    <a:pt x="623"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61"/>
            <p:cNvSpPr/>
            <p:nvPr/>
          </p:nvSpPr>
          <p:spPr>
            <a:xfrm>
              <a:off x="2024775" y="3460700"/>
              <a:ext cx="6150" cy="27225"/>
            </a:xfrm>
            <a:custGeom>
              <a:avLst/>
              <a:gdLst/>
              <a:ahLst/>
              <a:cxnLst/>
              <a:rect l="l" t="t" r="r" b="b"/>
              <a:pathLst>
                <a:path w="246" h="1089" extrusionOk="0">
                  <a:moveTo>
                    <a:pt x="168" y="0"/>
                  </a:moveTo>
                  <a:cubicBezTo>
                    <a:pt x="45" y="344"/>
                    <a:pt x="1" y="722"/>
                    <a:pt x="23" y="1089"/>
                  </a:cubicBezTo>
                  <a:lnTo>
                    <a:pt x="112" y="1077"/>
                  </a:lnTo>
                  <a:cubicBezTo>
                    <a:pt x="79" y="722"/>
                    <a:pt x="124" y="356"/>
                    <a:pt x="245" y="23"/>
                  </a:cubicBezTo>
                  <a:lnTo>
                    <a:pt x="168"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61"/>
            <p:cNvSpPr/>
            <p:nvPr/>
          </p:nvSpPr>
          <p:spPr>
            <a:xfrm>
              <a:off x="2040625" y="3479025"/>
              <a:ext cx="3350" cy="17250"/>
            </a:xfrm>
            <a:custGeom>
              <a:avLst/>
              <a:gdLst/>
              <a:ahLst/>
              <a:cxnLst/>
              <a:rect l="l" t="t" r="r" b="b"/>
              <a:pathLst>
                <a:path w="134" h="690" extrusionOk="0">
                  <a:moveTo>
                    <a:pt x="56" y="0"/>
                  </a:moveTo>
                  <a:cubicBezTo>
                    <a:pt x="11" y="223"/>
                    <a:pt x="1" y="467"/>
                    <a:pt x="33" y="689"/>
                  </a:cubicBezTo>
                  <a:lnTo>
                    <a:pt x="112" y="689"/>
                  </a:lnTo>
                  <a:cubicBezTo>
                    <a:pt x="78" y="455"/>
                    <a:pt x="89" y="233"/>
                    <a:pt x="134" y="11"/>
                  </a:cubicBezTo>
                  <a:lnTo>
                    <a:pt x="56"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61"/>
            <p:cNvSpPr/>
            <p:nvPr/>
          </p:nvSpPr>
          <p:spPr>
            <a:xfrm>
              <a:off x="1946750" y="3436250"/>
              <a:ext cx="95025" cy="114725"/>
            </a:xfrm>
            <a:custGeom>
              <a:avLst/>
              <a:gdLst/>
              <a:ahLst/>
              <a:cxnLst/>
              <a:rect l="l" t="t" r="r" b="b"/>
              <a:pathLst>
                <a:path w="3801" h="4589" extrusionOk="0">
                  <a:moveTo>
                    <a:pt x="1" y="1"/>
                  </a:moveTo>
                  <a:lnTo>
                    <a:pt x="1" y="4267"/>
                  </a:lnTo>
                  <a:lnTo>
                    <a:pt x="11" y="4267"/>
                  </a:lnTo>
                  <a:cubicBezTo>
                    <a:pt x="123" y="4444"/>
                    <a:pt x="922" y="4588"/>
                    <a:pt x="1900" y="4588"/>
                  </a:cubicBezTo>
                  <a:cubicBezTo>
                    <a:pt x="2878" y="4588"/>
                    <a:pt x="3689" y="4444"/>
                    <a:pt x="3788" y="4267"/>
                  </a:cubicBezTo>
                  <a:lnTo>
                    <a:pt x="3800" y="4267"/>
                  </a:lnTo>
                  <a:lnTo>
                    <a:pt x="380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61"/>
            <p:cNvSpPr/>
            <p:nvPr/>
          </p:nvSpPr>
          <p:spPr>
            <a:xfrm>
              <a:off x="1946750" y="3428200"/>
              <a:ext cx="95025" cy="17800"/>
            </a:xfrm>
            <a:custGeom>
              <a:avLst/>
              <a:gdLst/>
              <a:ahLst/>
              <a:cxnLst/>
              <a:rect l="l" t="t" r="r" b="b"/>
              <a:pathLst>
                <a:path w="3801" h="712" extrusionOk="0">
                  <a:moveTo>
                    <a:pt x="1900" y="0"/>
                  </a:moveTo>
                  <a:cubicBezTo>
                    <a:pt x="856" y="0"/>
                    <a:pt x="1" y="156"/>
                    <a:pt x="1" y="356"/>
                  </a:cubicBezTo>
                  <a:cubicBezTo>
                    <a:pt x="1" y="556"/>
                    <a:pt x="856" y="711"/>
                    <a:pt x="1900" y="711"/>
                  </a:cubicBezTo>
                  <a:cubicBezTo>
                    <a:pt x="2956" y="711"/>
                    <a:pt x="3800" y="556"/>
                    <a:pt x="3800" y="356"/>
                  </a:cubicBezTo>
                  <a:cubicBezTo>
                    <a:pt x="3800" y="156"/>
                    <a:pt x="2956" y="0"/>
                    <a:pt x="1900"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61"/>
            <p:cNvSpPr/>
            <p:nvPr/>
          </p:nvSpPr>
          <p:spPr>
            <a:xfrm>
              <a:off x="1946750" y="3428200"/>
              <a:ext cx="95025" cy="13900"/>
            </a:xfrm>
            <a:custGeom>
              <a:avLst/>
              <a:gdLst/>
              <a:ahLst/>
              <a:cxnLst/>
              <a:rect l="l" t="t" r="r" b="b"/>
              <a:pathLst>
                <a:path w="3801" h="556" extrusionOk="0">
                  <a:moveTo>
                    <a:pt x="1900" y="0"/>
                  </a:moveTo>
                  <a:cubicBezTo>
                    <a:pt x="856" y="0"/>
                    <a:pt x="1" y="156"/>
                    <a:pt x="1" y="356"/>
                  </a:cubicBezTo>
                  <a:cubicBezTo>
                    <a:pt x="1" y="434"/>
                    <a:pt x="123" y="500"/>
                    <a:pt x="323" y="556"/>
                  </a:cubicBezTo>
                  <a:cubicBezTo>
                    <a:pt x="667" y="456"/>
                    <a:pt x="1245" y="400"/>
                    <a:pt x="1900" y="400"/>
                  </a:cubicBezTo>
                  <a:cubicBezTo>
                    <a:pt x="2566" y="400"/>
                    <a:pt x="3144" y="456"/>
                    <a:pt x="3489" y="556"/>
                  </a:cubicBezTo>
                  <a:cubicBezTo>
                    <a:pt x="3689" y="500"/>
                    <a:pt x="3800" y="434"/>
                    <a:pt x="3800" y="356"/>
                  </a:cubicBezTo>
                  <a:cubicBezTo>
                    <a:pt x="3800" y="156"/>
                    <a:pt x="2956" y="0"/>
                    <a:pt x="1900"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61"/>
            <p:cNvSpPr/>
            <p:nvPr/>
          </p:nvSpPr>
          <p:spPr>
            <a:xfrm>
              <a:off x="1960650" y="3482350"/>
              <a:ext cx="89700" cy="98925"/>
            </a:xfrm>
            <a:custGeom>
              <a:avLst/>
              <a:gdLst/>
              <a:ahLst/>
              <a:cxnLst/>
              <a:rect l="l" t="t" r="r" b="b"/>
              <a:pathLst>
                <a:path w="3588" h="3957" extrusionOk="0">
                  <a:moveTo>
                    <a:pt x="1899" y="1"/>
                  </a:moveTo>
                  <a:cubicBezTo>
                    <a:pt x="1811" y="1"/>
                    <a:pt x="1699" y="56"/>
                    <a:pt x="1677" y="145"/>
                  </a:cubicBezTo>
                  <a:cubicBezTo>
                    <a:pt x="1633" y="345"/>
                    <a:pt x="1966" y="522"/>
                    <a:pt x="1877" y="712"/>
                  </a:cubicBezTo>
                  <a:cubicBezTo>
                    <a:pt x="1489" y="623"/>
                    <a:pt x="1089" y="545"/>
                    <a:pt x="700" y="467"/>
                  </a:cubicBezTo>
                  <a:cubicBezTo>
                    <a:pt x="634" y="453"/>
                    <a:pt x="562" y="441"/>
                    <a:pt x="492" y="441"/>
                  </a:cubicBezTo>
                  <a:cubicBezTo>
                    <a:pt x="398" y="441"/>
                    <a:pt x="309" y="463"/>
                    <a:pt x="245" y="534"/>
                  </a:cubicBezTo>
                  <a:cubicBezTo>
                    <a:pt x="156" y="645"/>
                    <a:pt x="189" y="833"/>
                    <a:pt x="300" y="934"/>
                  </a:cubicBezTo>
                  <a:cubicBezTo>
                    <a:pt x="411" y="1033"/>
                    <a:pt x="556" y="1078"/>
                    <a:pt x="700" y="1122"/>
                  </a:cubicBezTo>
                  <a:cubicBezTo>
                    <a:pt x="1055" y="1223"/>
                    <a:pt x="1400" y="1322"/>
                    <a:pt x="1755" y="1423"/>
                  </a:cubicBezTo>
                  <a:cubicBezTo>
                    <a:pt x="1766" y="1467"/>
                    <a:pt x="1699" y="1500"/>
                    <a:pt x="1644" y="1500"/>
                  </a:cubicBezTo>
                  <a:cubicBezTo>
                    <a:pt x="1455" y="1500"/>
                    <a:pt x="1267" y="1456"/>
                    <a:pt x="1089" y="1411"/>
                  </a:cubicBezTo>
                  <a:cubicBezTo>
                    <a:pt x="906" y="1369"/>
                    <a:pt x="728" y="1327"/>
                    <a:pt x="555" y="1327"/>
                  </a:cubicBezTo>
                  <a:cubicBezTo>
                    <a:pt x="453" y="1327"/>
                    <a:pt x="354" y="1341"/>
                    <a:pt x="255" y="1378"/>
                  </a:cubicBezTo>
                  <a:cubicBezTo>
                    <a:pt x="156" y="1411"/>
                    <a:pt x="45" y="1489"/>
                    <a:pt x="33" y="1600"/>
                  </a:cubicBezTo>
                  <a:cubicBezTo>
                    <a:pt x="0" y="1800"/>
                    <a:pt x="233" y="1911"/>
                    <a:pt x="422" y="1956"/>
                  </a:cubicBezTo>
                  <a:cubicBezTo>
                    <a:pt x="811" y="2055"/>
                    <a:pt x="1211" y="2144"/>
                    <a:pt x="1600" y="2223"/>
                  </a:cubicBezTo>
                  <a:cubicBezTo>
                    <a:pt x="1501" y="2338"/>
                    <a:pt x="1340" y="2380"/>
                    <a:pt x="1182" y="2380"/>
                  </a:cubicBezTo>
                  <a:cubicBezTo>
                    <a:pt x="1128" y="2380"/>
                    <a:pt x="1073" y="2375"/>
                    <a:pt x="1022" y="2367"/>
                  </a:cubicBezTo>
                  <a:cubicBezTo>
                    <a:pt x="851" y="2340"/>
                    <a:pt x="687" y="2291"/>
                    <a:pt x="519" y="2291"/>
                  </a:cubicBezTo>
                  <a:cubicBezTo>
                    <a:pt x="479" y="2291"/>
                    <a:pt x="440" y="2294"/>
                    <a:pt x="400" y="2300"/>
                  </a:cubicBezTo>
                  <a:cubicBezTo>
                    <a:pt x="245" y="2322"/>
                    <a:pt x="78" y="2455"/>
                    <a:pt x="111" y="2611"/>
                  </a:cubicBezTo>
                  <a:cubicBezTo>
                    <a:pt x="134" y="2711"/>
                    <a:pt x="233" y="2778"/>
                    <a:pt x="322" y="2822"/>
                  </a:cubicBezTo>
                  <a:cubicBezTo>
                    <a:pt x="700" y="3011"/>
                    <a:pt x="1122" y="3122"/>
                    <a:pt x="1544" y="3144"/>
                  </a:cubicBezTo>
                  <a:cubicBezTo>
                    <a:pt x="1445" y="3251"/>
                    <a:pt x="1314" y="3279"/>
                    <a:pt x="1169" y="3279"/>
                  </a:cubicBezTo>
                  <a:cubicBezTo>
                    <a:pt x="1104" y="3279"/>
                    <a:pt x="1035" y="3274"/>
                    <a:pt x="966" y="3267"/>
                  </a:cubicBezTo>
                  <a:cubicBezTo>
                    <a:pt x="900" y="3267"/>
                    <a:pt x="833" y="3262"/>
                    <a:pt x="767" y="3262"/>
                  </a:cubicBezTo>
                  <a:cubicBezTo>
                    <a:pt x="733" y="3262"/>
                    <a:pt x="700" y="3263"/>
                    <a:pt x="667" y="3267"/>
                  </a:cubicBezTo>
                  <a:cubicBezTo>
                    <a:pt x="600" y="3267"/>
                    <a:pt x="533" y="3289"/>
                    <a:pt x="489" y="3344"/>
                  </a:cubicBezTo>
                  <a:cubicBezTo>
                    <a:pt x="411" y="3467"/>
                    <a:pt x="556" y="3622"/>
                    <a:pt x="689" y="3689"/>
                  </a:cubicBezTo>
                  <a:cubicBezTo>
                    <a:pt x="1054" y="3875"/>
                    <a:pt x="1509" y="3957"/>
                    <a:pt x="1958" y="3957"/>
                  </a:cubicBezTo>
                  <a:cubicBezTo>
                    <a:pt x="2287" y="3957"/>
                    <a:pt x="2613" y="3913"/>
                    <a:pt x="2899" y="3833"/>
                  </a:cubicBezTo>
                  <a:cubicBezTo>
                    <a:pt x="3499" y="3667"/>
                    <a:pt x="3277" y="2700"/>
                    <a:pt x="3232" y="2223"/>
                  </a:cubicBezTo>
                  <a:cubicBezTo>
                    <a:pt x="3177" y="1712"/>
                    <a:pt x="3210" y="1122"/>
                    <a:pt x="3588" y="767"/>
                  </a:cubicBezTo>
                  <a:cubicBezTo>
                    <a:pt x="3121" y="534"/>
                    <a:pt x="2644" y="300"/>
                    <a:pt x="2166" y="78"/>
                  </a:cubicBezTo>
                  <a:cubicBezTo>
                    <a:pt x="2089" y="34"/>
                    <a:pt x="2000" y="1"/>
                    <a:pt x="189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61"/>
            <p:cNvSpPr/>
            <p:nvPr/>
          </p:nvSpPr>
          <p:spPr>
            <a:xfrm>
              <a:off x="1974525" y="3564050"/>
              <a:ext cx="7575" cy="9425"/>
            </a:xfrm>
            <a:custGeom>
              <a:avLst/>
              <a:gdLst/>
              <a:ahLst/>
              <a:cxnLst/>
              <a:rect l="l" t="t" r="r" b="b"/>
              <a:pathLst>
                <a:path w="303" h="377" extrusionOk="0">
                  <a:moveTo>
                    <a:pt x="265" y="0"/>
                  </a:moveTo>
                  <a:cubicBezTo>
                    <a:pt x="247" y="0"/>
                    <a:pt x="224" y="12"/>
                    <a:pt x="201" y="21"/>
                  </a:cubicBezTo>
                  <a:cubicBezTo>
                    <a:pt x="145" y="54"/>
                    <a:pt x="90" y="76"/>
                    <a:pt x="23" y="98"/>
                  </a:cubicBezTo>
                  <a:cubicBezTo>
                    <a:pt x="11" y="98"/>
                    <a:pt x="1" y="110"/>
                    <a:pt x="1" y="132"/>
                  </a:cubicBezTo>
                  <a:cubicBezTo>
                    <a:pt x="1" y="143"/>
                    <a:pt x="11" y="143"/>
                    <a:pt x="11" y="154"/>
                  </a:cubicBezTo>
                  <a:cubicBezTo>
                    <a:pt x="78" y="254"/>
                    <a:pt x="145" y="332"/>
                    <a:pt x="234" y="376"/>
                  </a:cubicBezTo>
                  <a:cubicBezTo>
                    <a:pt x="256" y="288"/>
                    <a:pt x="278" y="199"/>
                    <a:pt x="290" y="98"/>
                  </a:cubicBezTo>
                  <a:cubicBezTo>
                    <a:pt x="302" y="21"/>
                    <a:pt x="289" y="0"/>
                    <a:pt x="265"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61"/>
            <p:cNvSpPr/>
            <p:nvPr/>
          </p:nvSpPr>
          <p:spPr>
            <a:xfrm>
              <a:off x="1966750" y="3543625"/>
              <a:ext cx="7400" cy="9300"/>
            </a:xfrm>
            <a:custGeom>
              <a:avLst/>
              <a:gdLst/>
              <a:ahLst/>
              <a:cxnLst/>
              <a:rect l="l" t="t" r="r" b="b"/>
              <a:pathLst>
                <a:path w="296" h="372" extrusionOk="0">
                  <a:moveTo>
                    <a:pt x="261" y="1"/>
                  </a:moveTo>
                  <a:cubicBezTo>
                    <a:pt x="245" y="1"/>
                    <a:pt x="224" y="13"/>
                    <a:pt x="201" y="27"/>
                  </a:cubicBezTo>
                  <a:cubicBezTo>
                    <a:pt x="134" y="49"/>
                    <a:pt x="78" y="71"/>
                    <a:pt x="23" y="93"/>
                  </a:cubicBezTo>
                  <a:cubicBezTo>
                    <a:pt x="11" y="93"/>
                    <a:pt x="1" y="105"/>
                    <a:pt x="1" y="127"/>
                  </a:cubicBezTo>
                  <a:cubicBezTo>
                    <a:pt x="1" y="138"/>
                    <a:pt x="1" y="138"/>
                    <a:pt x="11" y="149"/>
                  </a:cubicBezTo>
                  <a:cubicBezTo>
                    <a:pt x="67" y="249"/>
                    <a:pt x="145" y="327"/>
                    <a:pt x="223" y="371"/>
                  </a:cubicBezTo>
                  <a:cubicBezTo>
                    <a:pt x="256" y="283"/>
                    <a:pt x="267" y="194"/>
                    <a:pt x="289" y="93"/>
                  </a:cubicBezTo>
                  <a:cubicBezTo>
                    <a:pt x="296" y="23"/>
                    <a:pt x="283" y="1"/>
                    <a:pt x="26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61"/>
            <p:cNvSpPr/>
            <p:nvPr/>
          </p:nvSpPr>
          <p:spPr>
            <a:xfrm>
              <a:off x="1966750" y="3518475"/>
              <a:ext cx="7400" cy="9175"/>
            </a:xfrm>
            <a:custGeom>
              <a:avLst/>
              <a:gdLst/>
              <a:ahLst/>
              <a:cxnLst/>
              <a:rect l="l" t="t" r="r" b="b"/>
              <a:pathLst>
                <a:path w="296" h="367" extrusionOk="0">
                  <a:moveTo>
                    <a:pt x="263" y="0"/>
                  </a:moveTo>
                  <a:cubicBezTo>
                    <a:pt x="247" y="0"/>
                    <a:pt x="225" y="12"/>
                    <a:pt x="201" y="22"/>
                  </a:cubicBezTo>
                  <a:cubicBezTo>
                    <a:pt x="134" y="44"/>
                    <a:pt x="78" y="67"/>
                    <a:pt x="23" y="89"/>
                  </a:cubicBezTo>
                  <a:cubicBezTo>
                    <a:pt x="11" y="99"/>
                    <a:pt x="1" y="99"/>
                    <a:pt x="1" y="122"/>
                  </a:cubicBezTo>
                  <a:cubicBezTo>
                    <a:pt x="1" y="133"/>
                    <a:pt x="1" y="144"/>
                    <a:pt x="11" y="144"/>
                  </a:cubicBezTo>
                  <a:cubicBezTo>
                    <a:pt x="67" y="244"/>
                    <a:pt x="145" y="322"/>
                    <a:pt x="223" y="366"/>
                  </a:cubicBezTo>
                  <a:cubicBezTo>
                    <a:pt x="256" y="277"/>
                    <a:pt x="267" y="188"/>
                    <a:pt x="289" y="89"/>
                  </a:cubicBezTo>
                  <a:cubicBezTo>
                    <a:pt x="295" y="20"/>
                    <a:pt x="284" y="0"/>
                    <a:pt x="263"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61"/>
            <p:cNvSpPr/>
            <p:nvPr/>
          </p:nvSpPr>
          <p:spPr>
            <a:xfrm>
              <a:off x="1969800" y="3496275"/>
              <a:ext cx="7575" cy="9425"/>
            </a:xfrm>
            <a:custGeom>
              <a:avLst/>
              <a:gdLst/>
              <a:ahLst/>
              <a:cxnLst/>
              <a:rect l="l" t="t" r="r" b="b"/>
              <a:pathLst>
                <a:path w="303" h="377" extrusionOk="0">
                  <a:moveTo>
                    <a:pt x="265" y="1"/>
                  </a:moveTo>
                  <a:cubicBezTo>
                    <a:pt x="248" y="1"/>
                    <a:pt x="224" y="12"/>
                    <a:pt x="200" y="21"/>
                  </a:cubicBezTo>
                  <a:cubicBezTo>
                    <a:pt x="145" y="44"/>
                    <a:pt x="79" y="66"/>
                    <a:pt x="23" y="99"/>
                  </a:cubicBezTo>
                  <a:cubicBezTo>
                    <a:pt x="12" y="99"/>
                    <a:pt x="0" y="110"/>
                    <a:pt x="0" y="133"/>
                  </a:cubicBezTo>
                  <a:cubicBezTo>
                    <a:pt x="0" y="133"/>
                    <a:pt x="12" y="143"/>
                    <a:pt x="12" y="155"/>
                  </a:cubicBezTo>
                  <a:cubicBezTo>
                    <a:pt x="79" y="244"/>
                    <a:pt x="145" y="321"/>
                    <a:pt x="234" y="377"/>
                  </a:cubicBezTo>
                  <a:cubicBezTo>
                    <a:pt x="256" y="288"/>
                    <a:pt x="279" y="199"/>
                    <a:pt x="289" y="99"/>
                  </a:cubicBezTo>
                  <a:cubicBezTo>
                    <a:pt x="302" y="22"/>
                    <a:pt x="289" y="1"/>
                    <a:pt x="265"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61"/>
            <p:cNvSpPr/>
            <p:nvPr/>
          </p:nvSpPr>
          <p:spPr>
            <a:xfrm>
              <a:off x="2006750" y="3483175"/>
              <a:ext cx="7500" cy="8650"/>
            </a:xfrm>
            <a:custGeom>
              <a:avLst/>
              <a:gdLst/>
              <a:ahLst/>
              <a:cxnLst/>
              <a:rect l="l" t="t" r="r" b="b"/>
              <a:pathLst>
                <a:path w="300" h="346" extrusionOk="0">
                  <a:moveTo>
                    <a:pt x="33" y="1"/>
                  </a:moveTo>
                  <a:cubicBezTo>
                    <a:pt x="23" y="1"/>
                    <a:pt x="11" y="12"/>
                    <a:pt x="0" y="23"/>
                  </a:cubicBezTo>
                  <a:lnTo>
                    <a:pt x="0" y="57"/>
                  </a:lnTo>
                  <a:cubicBezTo>
                    <a:pt x="23" y="168"/>
                    <a:pt x="55" y="267"/>
                    <a:pt x="111" y="345"/>
                  </a:cubicBezTo>
                  <a:cubicBezTo>
                    <a:pt x="166" y="279"/>
                    <a:pt x="222" y="201"/>
                    <a:pt x="278" y="123"/>
                  </a:cubicBezTo>
                  <a:cubicBezTo>
                    <a:pt x="289" y="90"/>
                    <a:pt x="300" y="67"/>
                    <a:pt x="300" y="57"/>
                  </a:cubicBezTo>
                  <a:cubicBezTo>
                    <a:pt x="300" y="45"/>
                    <a:pt x="289" y="45"/>
                    <a:pt x="278" y="34"/>
                  </a:cubicBezTo>
                  <a:cubicBezTo>
                    <a:pt x="255" y="34"/>
                    <a:pt x="245" y="23"/>
                    <a:pt x="233" y="12"/>
                  </a:cubicBezTo>
                  <a:lnTo>
                    <a:pt x="222" y="12"/>
                  </a:lnTo>
                  <a:cubicBezTo>
                    <a:pt x="166" y="12"/>
                    <a:pt x="100" y="12"/>
                    <a:pt x="3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61"/>
            <p:cNvSpPr/>
            <p:nvPr/>
          </p:nvSpPr>
          <p:spPr>
            <a:xfrm>
              <a:off x="2016200" y="3300175"/>
              <a:ext cx="272450" cy="317450"/>
            </a:xfrm>
            <a:custGeom>
              <a:avLst/>
              <a:gdLst/>
              <a:ahLst/>
              <a:cxnLst/>
              <a:rect l="l" t="t" r="r" b="b"/>
              <a:pathLst>
                <a:path w="10898" h="12698" extrusionOk="0">
                  <a:moveTo>
                    <a:pt x="8039" y="0"/>
                  </a:moveTo>
                  <a:cubicBezTo>
                    <a:pt x="8029" y="0"/>
                    <a:pt x="8019" y="0"/>
                    <a:pt x="8009" y="0"/>
                  </a:cubicBezTo>
                  <a:cubicBezTo>
                    <a:pt x="7110" y="11"/>
                    <a:pt x="6910" y="700"/>
                    <a:pt x="6632" y="1389"/>
                  </a:cubicBezTo>
                  <a:cubicBezTo>
                    <a:pt x="6265" y="2311"/>
                    <a:pt x="6032" y="3289"/>
                    <a:pt x="5921" y="4266"/>
                  </a:cubicBezTo>
                  <a:cubicBezTo>
                    <a:pt x="5921" y="5310"/>
                    <a:pt x="5787" y="6355"/>
                    <a:pt x="5643" y="7399"/>
                  </a:cubicBezTo>
                  <a:cubicBezTo>
                    <a:pt x="5232" y="7466"/>
                    <a:pt x="4821" y="7521"/>
                    <a:pt x="4421" y="7554"/>
                  </a:cubicBezTo>
                  <a:cubicBezTo>
                    <a:pt x="3928" y="7600"/>
                    <a:pt x="3437" y="7625"/>
                    <a:pt x="2945" y="7625"/>
                  </a:cubicBezTo>
                  <a:cubicBezTo>
                    <a:pt x="2251" y="7625"/>
                    <a:pt x="1557" y="7576"/>
                    <a:pt x="855" y="7466"/>
                  </a:cubicBezTo>
                  <a:lnTo>
                    <a:pt x="855" y="7466"/>
                  </a:lnTo>
                  <a:cubicBezTo>
                    <a:pt x="922" y="7821"/>
                    <a:pt x="1144" y="8143"/>
                    <a:pt x="1444" y="8343"/>
                  </a:cubicBezTo>
                  <a:cubicBezTo>
                    <a:pt x="1294" y="8293"/>
                    <a:pt x="1136" y="8268"/>
                    <a:pt x="977" y="8268"/>
                  </a:cubicBezTo>
                  <a:cubicBezTo>
                    <a:pt x="819" y="8268"/>
                    <a:pt x="661" y="8293"/>
                    <a:pt x="511" y="8343"/>
                  </a:cubicBezTo>
                  <a:cubicBezTo>
                    <a:pt x="444" y="8365"/>
                    <a:pt x="388" y="8399"/>
                    <a:pt x="366" y="8465"/>
                  </a:cubicBezTo>
                  <a:cubicBezTo>
                    <a:pt x="333" y="8543"/>
                    <a:pt x="400" y="8631"/>
                    <a:pt x="477" y="8687"/>
                  </a:cubicBezTo>
                  <a:cubicBezTo>
                    <a:pt x="667" y="8865"/>
                    <a:pt x="889" y="9009"/>
                    <a:pt x="1122" y="9132"/>
                  </a:cubicBezTo>
                  <a:cubicBezTo>
                    <a:pt x="996" y="9100"/>
                    <a:pt x="871" y="9087"/>
                    <a:pt x="748" y="9087"/>
                  </a:cubicBezTo>
                  <a:cubicBezTo>
                    <a:pt x="653" y="9087"/>
                    <a:pt x="559" y="9095"/>
                    <a:pt x="467" y="9110"/>
                  </a:cubicBezTo>
                  <a:cubicBezTo>
                    <a:pt x="378" y="9120"/>
                    <a:pt x="289" y="9143"/>
                    <a:pt x="233" y="9221"/>
                  </a:cubicBezTo>
                  <a:cubicBezTo>
                    <a:pt x="156" y="9332"/>
                    <a:pt x="233" y="9498"/>
                    <a:pt x="333" y="9609"/>
                  </a:cubicBezTo>
                  <a:cubicBezTo>
                    <a:pt x="522" y="9809"/>
                    <a:pt x="766" y="9965"/>
                    <a:pt x="1033" y="10031"/>
                  </a:cubicBezTo>
                  <a:cubicBezTo>
                    <a:pt x="1002" y="10029"/>
                    <a:pt x="971" y="10028"/>
                    <a:pt x="940" y="10028"/>
                  </a:cubicBezTo>
                  <a:cubicBezTo>
                    <a:pt x="692" y="10028"/>
                    <a:pt x="442" y="10106"/>
                    <a:pt x="244" y="10253"/>
                  </a:cubicBezTo>
                  <a:cubicBezTo>
                    <a:pt x="111" y="10342"/>
                    <a:pt x="0" y="10476"/>
                    <a:pt x="0" y="10631"/>
                  </a:cubicBezTo>
                  <a:cubicBezTo>
                    <a:pt x="11" y="10798"/>
                    <a:pt x="156" y="10931"/>
                    <a:pt x="322" y="10976"/>
                  </a:cubicBezTo>
                  <a:cubicBezTo>
                    <a:pt x="388" y="10994"/>
                    <a:pt x="455" y="11001"/>
                    <a:pt x="521" y="11001"/>
                  </a:cubicBezTo>
                  <a:cubicBezTo>
                    <a:pt x="622" y="11001"/>
                    <a:pt x="722" y="10985"/>
                    <a:pt x="822" y="10964"/>
                  </a:cubicBezTo>
                  <a:lnTo>
                    <a:pt x="822" y="10964"/>
                  </a:lnTo>
                  <a:cubicBezTo>
                    <a:pt x="699" y="11154"/>
                    <a:pt x="366" y="11176"/>
                    <a:pt x="344" y="11398"/>
                  </a:cubicBezTo>
                  <a:cubicBezTo>
                    <a:pt x="333" y="11564"/>
                    <a:pt x="533" y="11653"/>
                    <a:pt x="699" y="11698"/>
                  </a:cubicBezTo>
                  <a:cubicBezTo>
                    <a:pt x="1377" y="11875"/>
                    <a:pt x="2066" y="11998"/>
                    <a:pt x="2766" y="12075"/>
                  </a:cubicBezTo>
                  <a:cubicBezTo>
                    <a:pt x="3032" y="12097"/>
                    <a:pt x="3277" y="12164"/>
                    <a:pt x="3543" y="12176"/>
                  </a:cubicBezTo>
                  <a:lnTo>
                    <a:pt x="3688" y="12176"/>
                  </a:lnTo>
                  <a:cubicBezTo>
                    <a:pt x="3877" y="12176"/>
                    <a:pt x="4088" y="12176"/>
                    <a:pt x="4232" y="12297"/>
                  </a:cubicBezTo>
                  <a:cubicBezTo>
                    <a:pt x="4132" y="12209"/>
                    <a:pt x="4032" y="12120"/>
                    <a:pt x="3921" y="12031"/>
                  </a:cubicBezTo>
                  <a:lnTo>
                    <a:pt x="3921" y="12031"/>
                  </a:lnTo>
                  <a:cubicBezTo>
                    <a:pt x="4821" y="12342"/>
                    <a:pt x="5743" y="12564"/>
                    <a:pt x="6676" y="12697"/>
                  </a:cubicBezTo>
                  <a:cubicBezTo>
                    <a:pt x="6454" y="12586"/>
                    <a:pt x="6221" y="12464"/>
                    <a:pt x="5999" y="12353"/>
                  </a:cubicBezTo>
                  <a:cubicBezTo>
                    <a:pt x="6510" y="12353"/>
                    <a:pt x="7031" y="12320"/>
                    <a:pt x="7542" y="12265"/>
                  </a:cubicBezTo>
                  <a:cubicBezTo>
                    <a:pt x="7542" y="12253"/>
                    <a:pt x="7532" y="12242"/>
                    <a:pt x="7532" y="12220"/>
                  </a:cubicBezTo>
                  <a:lnTo>
                    <a:pt x="7532" y="12220"/>
                  </a:lnTo>
                  <a:cubicBezTo>
                    <a:pt x="7634" y="12230"/>
                    <a:pt x="7738" y="12235"/>
                    <a:pt x="7841" y="12235"/>
                  </a:cubicBezTo>
                  <a:cubicBezTo>
                    <a:pt x="8075" y="12235"/>
                    <a:pt x="8308" y="12210"/>
                    <a:pt x="8532" y="12164"/>
                  </a:cubicBezTo>
                  <a:cubicBezTo>
                    <a:pt x="8764" y="12109"/>
                    <a:pt x="8998" y="12020"/>
                    <a:pt x="9198" y="11887"/>
                  </a:cubicBezTo>
                  <a:cubicBezTo>
                    <a:pt x="9487" y="11698"/>
                    <a:pt x="9687" y="11409"/>
                    <a:pt x="9853" y="11109"/>
                  </a:cubicBezTo>
                  <a:cubicBezTo>
                    <a:pt x="10164" y="10542"/>
                    <a:pt x="10386" y="9942"/>
                    <a:pt x="10542" y="9310"/>
                  </a:cubicBezTo>
                  <a:cubicBezTo>
                    <a:pt x="10653" y="8843"/>
                    <a:pt x="10731" y="8365"/>
                    <a:pt x="10776" y="7888"/>
                  </a:cubicBezTo>
                  <a:cubicBezTo>
                    <a:pt x="10897" y="6577"/>
                    <a:pt x="10831" y="5232"/>
                    <a:pt x="10720" y="3921"/>
                  </a:cubicBezTo>
                  <a:cubicBezTo>
                    <a:pt x="10620" y="2800"/>
                    <a:pt x="10420" y="1644"/>
                    <a:pt x="9631" y="800"/>
                  </a:cubicBezTo>
                  <a:cubicBezTo>
                    <a:pt x="9215" y="352"/>
                    <a:pt x="8649" y="0"/>
                    <a:pt x="8039" y="0"/>
                  </a:cubicBezTo>
                  <a:close/>
                </a:path>
              </a:pathLst>
            </a:custGeom>
            <a:solidFill>
              <a:srgbClr val="E3F1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61"/>
            <p:cNvSpPr/>
            <p:nvPr/>
          </p:nvSpPr>
          <p:spPr>
            <a:xfrm>
              <a:off x="2214475" y="3300175"/>
              <a:ext cx="42250" cy="19725"/>
            </a:xfrm>
            <a:custGeom>
              <a:avLst/>
              <a:gdLst/>
              <a:ahLst/>
              <a:cxnLst/>
              <a:rect l="l" t="t" r="r" b="b"/>
              <a:pathLst>
                <a:path w="1690" h="789" extrusionOk="0">
                  <a:moveTo>
                    <a:pt x="1678" y="778"/>
                  </a:moveTo>
                  <a:lnTo>
                    <a:pt x="1689" y="789"/>
                  </a:lnTo>
                  <a:lnTo>
                    <a:pt x="1678" y="778"/>
                  </a:lnTo>
                  <a:close/>
                  <a:moveTo>
                    <a:pt x="1655" y="744"/>
                  </a:moveTo>
                  <a:cubicBezTo>
                    <a:pt x="1655" y="756"/>
                    <a:pt x="1667" y="766"/>
                    <a:pt x="1678" y="778"/>
                  </a:cubicBezTo>
                  <a:cubicBezTo>
                    <a:pt x="1667" y="766"/>
                    <a:pt x="1655" y="756"/>
                    <a:pt x="1655" y="744"/>
                  </a:cubicBezTo>
                  <a:close/>
                  <a:moveTo>
                    <a:pt x="1" y="0"/>
                  </a:moveTo>
                  <a:lnTo>
                    <a:pt x="1" y="0"/>
                  </a:lnTo>
                  <a:lnTo>
                    <a:pt x="1" y="0"/>
                  </a:lnTo>
                  <a:close/>
                  <a:moveTo>
                    <a:pt x="1" y="0"/>
                  </a:moveTo>
                  <a:lnTo>
                    <a:pt x="1" y="0"/>
                  </a:lnTo>
                  <a:lnTo>
                    <a:pt x="1" y="0"/>
                  </a:lnTo>
                  <a:close/>
                  <a:moveTo>
                    <a:pt x="11" y="0"/>
                  </a:moveTo>
                  <a:lnTo>
                    <a:pt x="11" y="0"/>
                  </a:lnTo>
                  <a:lnTo>
                    <a:pt x="11" y="0"/>
                  </a:lnTo>
                  <a:close/>
                  <a:moveTo>
                    <a:pt x="11" y="0"/>
                  </a:moveTo>
                  <a:lnTo>
                    <a:pt x="11" y="0"/>
                  </a:lnTo>
                  <a:lnTo>
                    <a:pt x="11" y="0"/>
                  </a:lnTo>
                  <a:close/>
                  <a:moveTo>
                    <a:pt x="23" y="0"/>
                  </a:moveTo>
                  <a:lnTo>
                    <a:pt x="23" y="0"/>
                  </a:lnTo>
                  <a:lnTo>
                    <a:pt x="23" y="0"/>
                  </a:lnTo>
                  <a:close/>
                  <a:moveTo>
                    <a:pt x="23" y="0"/>
                  </a:moveTo>
                  <a:lnTo>
                    <a:pt x="23" y="0"/>
                  </a:lnTo>
                  <a:lnTo>
                    <a:pt x="23" y="0"/>
                  </a:lnTo>
                  <a:close/>
                  <a:moveTo>
                    <a:pt x="34" y="0"/>
                  </a:moveTo>
                  <a:lnTo>
                    <a:pt x="34" y="0"/>
                  </a:lnTo>
                  <a:lnTo>
                    <a:pt x="34" y="0"/>
                  </a:lnTo>
                  <a:close/>
                  <a:moveTo>
                    <a:pt x="34" y="0"/>
                  </a:moveTo>
                  <a:lnTo>
                    <a:pt x="34" y="0"/>
                  </a:lnTo>
                  <a:lnTo>
                    <a:pt x="34" y="0"/>
                  </a:lnTo>
                  <a:close/>
                  <a:moveTo>
                    <a:pt x="45" y="0"/>
                  </a:moveTo>
                  <a:lnTo>
                    <a:pt x="45" y="0"/>
                  </a:lnTo>
                  <a:lnTo>
                    <a:pt x="45" y="0"/>
                  </a:lnTo>
                  <a:close/>
                  <a:moveTo>
                    <a:pt x="45" y="0"/>
                  </a:moveTo>
                  <a:lnTo>
                    <a:pt x="45" y="0"/>
                  </a:lnTo>
                  <a:lnTo>
                    <a:pt x="45" y="0"/>
                  </a:lnTo>
                  <a:close/>
                  <a:moveTo>
                    <a:pt x="56" y="0"/>
                  </a:moveTo>
                  <a:lnTo>
                    <a:pt x="56" y="0"/>
                  </a:lnTo>
                  <a:lnTo>
                    <a:pt x="56" y="0"/>
                  </a:lnTo>
                  <a:close/>
                  <a:moveTo>
                    <a:pt x="56" y="0"/>
                  </a:moveTo>
                  <a:lnTo>
                    <a:pt x="56" y="0"/>
                  </a:lnTo>
                  <a:lnTo>
                    <a:pt x="56" y="0"/>
                  </a:lnTo>
                  <a:close/>
                  <a:moveTo>
                    <a:pt x="67" y="0"/>
                  </a:moveTo>
                  <a:lnTo>
                    <a:pt x="67" y="0"/>
                  </a:lnTo>
                  <a:lnTo>
                    <a:pt x="67" y="0"/>
                  </a:lnTo>
                  <a:close/>
                  <a:moveTo>
                    <a:pt x="67" y="0"/>
                  </a:moveTo>
                  <a:lnTo>
                    <a:pt x="67" y="0"/>
                  </a:lnTo>
                  <a:lnTo>
                    <a:pt x="67" y="0"/>
                  </a:lnTo>
                  <a:close/>
                  <a:moveTo>
                    <a:pt x="78" y="0"/>
                  </a:moveTo>
                  <a:lnTo>
                    <a:pt x="78" y="0"/>
                  </a:lnTo>
                  <a:lnTo>
                    <a:pt x="78" y="0"/>
                  </a:lnTo>
                  <a:close/>
                  <a:moveTo>
                    <a:pt x="112" y="0"/>
                  </a:moveTo>
                  <a:lnTo>
                    <a:pt x="78" y="0"/>
                  </a:lnTo>
                  <a:lnTo>
                    <a:pt x="78" y="0"/>
                  </a:lnTo>
                  <a:lnTo>
                    <a:pt x="78" y="0"/>
                  </a:lnTo>
                  <a:lnTo>
                    <a:pt x="112" y="0"/>
                  </a:lnTo>
                  <a:close/>
                  <a:moveTo>
                    <a:pt x="112" y="0"/>
                  </a:moveTo>
                  <a:lnTo>
                    <a:pt x="112" y="0"/>
                  </a:lnTo>
                  <a:lnTo>
                    <a:pt x="112" y="0"/>
                  </a:lnTo>
                  <a:close/>
                </a:path>
              </a:pathLst>
            </a:custGeom>
            <a:solidFill>
              <a:srgbClr val="B7D2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61"/>
            <p:cNvSpPr/>
            <p:nvPr/>
          </p:nvSpPr>
          <p:spPr>
            <a:xfrm>
              <a:off x="2279725" y="3518175"/>
              <a:ext cx="3100" cy="14750"/>
            </a:xfrm>
            <a:custGeom>
              <a:avLst/>
              <a:gdLst/>
              <a:ahLst/>
              <a:cxnLst/>
              <a:rect l="l" t="t" r="r" b="b"/>
              <a:pathLst>
                <a:path w="124" h="590" extrusionOk="0">
                  <a:moveTo>
                    <a:pt x="123" y="0"/>
                  </a:moveTo>
                  <a:cubicBezTo>
                    <a:pt x="90" y="200"/>
                    <a:pt x="45" y="400"/>
                    <a:pt x="1" y="590"/>
                  </a:cubicBezTo>
                  <a:cubicBezTo>
                    <a:pt x="45" y="400"/>
                    <a:pt x="90" y="200"/>
                    <a:pt x="123" y="0"/>
                  </a:cubicBezTo>
                  <a:close/>
                </a:path>
              </a:pathLst>
            </a:custGeom>
            <a:solidFill>
              <a:srgbClr val="B7D2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61"/>
            <p:cNvSpPr/>
            <p:nvPr/>
          </p:nvSpPr>
          <p:spPr>
            <a:xfrm>
              <a:off x="2104775" y="3600925"/>
              <a:ext cx="124725" cy="16700"/>
            </a:xfrm>
            <a:custGeom>
              <a:avLst/>
              <a:gdLst/>
              <a:ahLst/>
              <a:cxnLst/>
              <a:rect l="l" t="t" r="r" b="b"/>
              <a:pathLst>
                <a:path w="4989" h="668" extrusionOk="0">
                  <a:moveTo>
                    <a:pt x="2456" y="323"/>
                  </a:moveTo>
                  <a:lnTo>
                    <a:pt x="2456" y="323"/>
                  </a:lnTo>
                  <a:cubicBezTo>
                    <a:pt x="2578" y="390"/>
                    <a:pt x="2711" y="457"/>
                    <a:pt x="2833" y="512"/>
                  </a:cubicBezTo>
                  <a:cubicBezTo>
                    <a:pt x="2711" y="457"/>
                    <a:pt x="2578" y="390"/>
                    <a:pt x="2456" y="323"/>
                  </a:cubicBezTo>
                  <a:close/>
                  <a:moveTo>
                    <a:pt x="4300" y="212"/>
                  </a:moveTo>
                  <a:lnTo>
                    <a:pt x="4300" y="212"/>
                  </a:lnTo>
                  <a:lnTo>
                    <a:pt x="4300" y="212"/>
                  </a:lnTo>
                  <a:lnTo>
                    <a:pt x="4300" y="212"/>
                  </a:lnTo>
                  <a:close/>
                  <a:moveTo>
                    <a:pt x="3989" y="190"/>
                  </a:moveTo>
                  <a:lnTo>
                    <a:pt x="4011" y="190"/>
                  </a:lnTo>
                  <a:lnTo>
                    <a:pt x="3989" y="190"/>
                  </a:lnTo>
                  <a:close/>
                  <a:moveTo>
                    <a:pt x="3989" y="190"/>
                  </a:moveTo>
                  <a:cubicBezTo>
                    <a:pt x="3989" y="212"/>
                    <a:pt x="3999" y="223"/>
                    <a:pt x="3999" y="235"/>
                  </a:cubicBezTo>
                  <a:cubicBezTo>
                    <a:pt x="3844" y="257"/>
                    <a:pt x="3688" y="267"/>
                    <a:pt x="3533" y="279"/>
                  </a:cubicBezTo>
                  <a:cubicBezTo>
                    <a:pt x="3688" y="267"/>
                    <a:pt x="3844" y="257"/>
                    <a:pt x="3999" y="235"/>
                  </a:cubicBezTo>
                  <a:cubicBezTo>
                    <a:pt x="3999" y="223"/>
                    <a:pt x="3989" y="212"/>
                    <a:pt x="3989" y="190"/>
                  </a:cubicBezTo>
                  <a:lnTo>
                    <a:pt x="3989" y="190"/>
                  </a:lnTo>
                  <a:close/>
                  <a:moveTo>
                    <a:pt x="556" y="190"/>
                  </a:moveTo>
                  <a:cubicBezTo>
                    <a:pt x="600" y="212"/>
                    <a:pt x="645" y="235"/>
                    <a:pt x="689" y="267"/>
                  </a:cubicBezTo>
                  <a:lnTo>
                    <a:pt x="689" y="267"/>
                  </a:lnTo>
                  <a:cubicBezTo>
                    <a:pt x="645" y="235"/>
                    <a:pt x="600" y="212"/>
                    <a:pt x="556" y="190"/>
                  </a:cubicBezTo>
                  <a:close/>
                  <a:moveTo>
                    <a:pt x="45" y="146"/>
                  </a:moveTo>
                  <a:lnTo>
                    <a:pt x="45" y="146"/>
                  </a:lnTo>
                  <a:lnTo>
                    <a:pt x="45" y="146"/>
                  </a:lnTo>
                  <a:close/>
                  <a:moveTo>
                    <a:pt x="34" y="146"/>
                  </a:moveTo>
                  <a:lnTo>
                    <a:pt x="45" y="146"/>
                  </a:lnTo>
                  <a:lnTo>
                    <a:pt x="34" y="146"/>
                  </a:lnTo>
                  <a:close/>
                  <a:moveTo>
                    <a:pt x="34" y="146"/>
                  </a:moveTo>
                  <a:lnTo>
                    <a:pt x="34" y="146"/>
                  </a:lnTo>
                  <a:lnTo>
                    <a:pt x="34" y="146"/>
                  </a:lnTo>
                  <a:close/>
                  <a:moveTo>
                    <a:pt x="22" y="146"/>
                  </a:moveTo>
                  <a:lnTo>
                    <a:pt x="34" y="146"/>
                  </a:lnTo>
                  <a:lnTo>
                    <a:pt x="22" y="146"/>
                  </a:lnTo>
                  <a:close/>
                  <a:moveTo>
                    <a:pt x="22" y="146"/>
                  </a:moveTo>
                  <a:lnTo>
                    <a:pt x="22" y="146"/>
                  </a:lnTo>
                  <a:lnTo>
                    <a:pt x="22" y="146"/>
                  </a:lnTo>
                  <a:close/>
                  <a:moveTo>
                    <a:pt x="12" y="146"/>
                  </a:moveTo>
                  <a:lnTo>
                    <a:pt x="22" y="146"/>
                  </a:lnTo>
                  <a:lnTo>
                    <a:pt x="12" y="146"/>
                  </a:lnTo>
                  <a:close/>
                  <a:moveTo>
                    <a:pt x="12" y="146"/>
                  </a:moveTo>
                  <a:lnTo>
                    <a:pt x="12" y="146"/>
                  </a:lnTo>
                  <a:lnTo>
                    <a:pt x="12" y="146"/>
                  </a:lnTo>
                  <a:close/>
                  <a:moveTo>
                    <a:pt x="0" y="146"/>
                  </a:moveTo>
                  <a:lnTo>
                    <a:pt x="12" y="146"/>
                  </a:lnTo>
                  <a:lnTo>
                    <a:pt x="0" y="146"/>
                  </a:lnTo>
                  <a:close/>
                  <a:moveTo>
                    <a:pt x="4966" y="134"/>
                  </a:moveTo>
                  <a:cubicBezTo>
                    <a:pt x="4744" y="179"/>
                    <a:pt x="4522" y="212"/>
                    <a:pt x="4300" y="212"/>
                  </a:cubicBezTo>
                  <a:cubicBezTo>
                    <a:pt x="4522" y="212"/>
                    <a:pt x="4744" y="179"/>
                    <a:pt x="4966" y="134"/>
                  </a:cubicBezTo>
                  <a:close/>
                  <a:moveTo>
                    <a:pt x="4977" y="134"/>
                  </a:moveTo>
                  <a:lnTo>
                    <a:pt x="4966" y="134"/>
                  </a:lnTo>
                  <a:lnTo>
                    <a:pt x="4977" y="134"/>
                  </a:lnTo>
                  <a:close/>
                  <a:moveTo>
                    <a:pt x="4989" y="134"/>
                  </a:moveTo>
                  <a:lnTo>
                    <a:pt x="4989" y="134"/>
                  </a:lnTo>
                  <a:lnTo>
                    <a:pt x="4989" y="134"/>
                  </a:lnTo>
                  <a:close/>
                  <a:moveTo>
                    <a:pt x="378" y="1"/>
                  </a:moveTo>
                  <a:lnTo>
                    <a:pt x="378" y="1"/>
                  </a:lnTo>
                  <a:cubicBezTo>
                    <a:pt x="1278" y="312"/>
                    <a:pt x="2200" y="534"/>
                    <a:pt x="3133" y="667"/>
                  </a:cubicBezTo>
                  <a:lnTo>
                    <a:pt x="3133" y="667"/>
                  </a:lnTo>
                  <a:cubicBezTo>
                    <a:pt x="2200" y="534"/>
                    <a:pt x="1278" y="312"/>
                    <a:pt x="378" y="1"/>
                  </a:cubicBezTo>
                  <a:close/>
                </a:path>
              </a:pathLst>
            </a:custGeom>
            <a:solidFill>
              <a:srgbClr val="C3DA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61"/>
            <p:cNvSpPr/>
            <p:nvPr/>
          </p:nvSpPr>
          <p:spPr>
            <a:xfrm>
              <a:off x="2016200" y="3533450"/>
              <a:ext cx="25825" cy="45300"/>
            </a:xfrm>
            <a:custGeom>
              <a:avLst/>
              <a:gdLst/>
              <a:ahLst/>
              <a:cxnLst/>
              <a:rect l="l" t="t" r="r" b="b"/>
              <a:pathLst>
                <a:path w="1033" h="1812" extrusionOk="0">
                  <a:moveTo>
                    <a:pt x="511" y="1667"/>
                  </a:moveTo>
                  <a:lnTo>
                    <a:pt x="511" y="1667"/>
                  </a:lnTo>
                  <a:lnTo>
                    <a:pt x="511" y="1667"/>
                  </a:lnTo>
                  <a:lnTo>
                    <a:pt x="511" y="1667"/>
                  </a:lnTo>
                  <a:close/>
                  <a:moveTo>
                    <a:pt x="322" y="1645"/>
                  </a:moveTo>
                  <a:lnTo>
                    <a:pt x="333" y="1645"/>
                  </a:lnTo>
                  <a:lnTo>
                    <a:pt x="322" y="1645"/>
                  </a:lnTo>
                  <a:close/>
                  <a:moveTo>
                    <a:pt x="800" y="1645"/>
                  </a:moveTo>
                  <a:cubicBezTo>
                    <a:pt x="699" y="1656"/>
                    <a:pt x="611" y="1667"/>
                    <a:pt x="511" y="1667"/>
                  </a:cubicBezTo>
                  <a:cubicBezTo>
                    <a:pt x="611" y="1667"/>
                    <a:pt x="699" y="1656"/>
                    <a:pt x="800" y="1645"/>
                  </a:cubicBezTo>
                  <a:close/>
                  <a:moveTo>
                    <a:pt x="800" y="1645"/>
                  </a:moveTo>
                  <a:lnTo>
                    <a:pt x="800" y="1645"/>
                  </a:lnTo>
                  <a:lnTo>
                    <a:pt x="800" y="1645"/>
                  </a:lnTo>
                  <a:close/>
                  <a:moveTo>
                    <a:pt x="822" y="1633"/>
                  </a:moveTo>
                  <a:lnTo>
                    <a:pt x="811" y="1633"/>
                  </a:lnTo>
                  <a:lnTo>
                    <a:pt x="822" y="1633"/>
                  </a:lnTo>
                  <a:cubicBezTo>
                    <a:pt x="766" y="1712"/>
                    <a:pt x="689" y="1756"/>
                    <a:pt x="600" y="1811"/>
                  </a:cubicBezTo>
                  <a:lnTo>
                    <a:pt x="600" y="1811"/>
                  </a:lnTo>
                  <a:cubicBezTo>
                    <a:pt x="689" y="1756"/>
                    <a:pt x="766" y="1712"/>
                    <a:pt x="822" y="1633"/>
                  </a:cubicBezTo>
                  <a:close/>
                  <a:moveTo>
                    <a:pt x="244" y="922"/>
                  </a:moveTo>
                  <a:lnTo>
                    <a:pt x="244" y="922"/>
                  </a:lnTo>
                  <a:cubicBezTo>
                    <a:pt x="122" y="1011"/>
                    <a:pt x="0" y="1134"/>
                    <a:pt x="0" y="1289"/>
                  </a:cubicBezTo>
                  <a:cubicBezTo>
                    <a:pt x="0" y="1134"/>
                    <a:pt x="122" y="1011"/>
                    <a:pt x="244" y="922"/>
                  </a:cubicBezTo>
                  <a:lnTo>
                    <a:pt x="244" y="922"/>
                  </a:lnTo>
                  <a:close/>
                  <a:moveTo>
                    <a:pt x="255" y="912"/>
                  </a:moveTo>
                  <a:lnTo>
                    <a:pt x="244" y="912"/>
                  </a:lnTo>
                  <a:lnTo>
                    <a:pt x="255" y="912"/>
                  </a:lnTo>
                  <a:close/>
                  <a:moveTo>
                    <a:pt x="944" y="690"/>
                  </a:moveTo>
                  <a:cubicBezTo>
                    <a:pt x="699" y="690"/>
                    <a:pt x="455" y="767"/>
                    <a:pt x="255" y="900"/>
                  </a:cubicBezTo>
                  <a:cubicBezTo>
                    <a:pt x="455" y="767"/>
                    <a:pt x="699" y="690"/>
                    <a:pt x="944" y="690"/>
                  </a:cubicBezTo>
                  <a:lnTo>
                    <a:pt x="944" y="690"/>
                  </a:lnTo>
                  <a:close/>
                  <a:moveTo>
                    <a:pt x="800" y="611"/>
                  </a:moveTo>
                  <a:cubicBezTo>
                    <a:pt x="877" y="645"/>
                    <a:pt x="955" y="678"/>
                    <a:pt x="1033" y="700"/>
                  </a:cubicBezTo>
                  <a:lnTo>
                    <a:pt x="1033" y="700"/>
                  </a:lnTo>
                  <a:cubicBezTo>
                    <a:pt x="955" y="678"/>
                    <a:pt x="877" y="645"/>
                    <a:pt x="800" y="611"/>
                  </a:cubicBezTo>
                  <a:close/>
                  <a:moveTo>
                    <a:pt x="800" y="611"/>
                  </a:moveTo>
                  <a:lnTo>
                    <a:pt x="800" y="611"/>
                  </a:lnTo>
                  <a:lnTo>
                    <a:pt x="800" y="611"/>
                  </a:lnTo>
                  <a:close/>
                  <a:moveTo>
                    <a:pt x="200" y="1"/>
                  </a:moveTo>
                  <a:cubicBezTo>
                    <a:pt x="200" y="100"/>
                    <a:pt x="255" y="201"/>
                    <a:pt x="333" y="278"/>
                  </a:cubicBezTo>
                  <a:cubicBezTo>
                    <a:pt x="378" y="334"/>
                    <a:pt x="433" y="379"/>
                    <a:pt x="489" y="423"/>
                  </a:cubicBezTo>
                  <a:cubicBezTo>
                    <a:pt x="433" y="379"/>
                    <a:pt x="378" y="334"/>
                    <a:pt x="333" y="278"/>
                  </a:cubicBezTo>
                  <a:cubicBezTo>
                    <a:pt x="255" y="201"/>
                    <a:pt x="200" y="100"/>
                    <a:pt x="200" y="1"/>
                  </a:cubicBezTo>
                  <a:close/>
                </a:path>
              </a:pathLst>
            </a:custGeom>
            <a:solidFill>
              <a:srgbClr val="DB96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61"/>
            <p:cNvSpPr/>
            <p:nvPr/>
          </p:nvSpPr>
          <p:spPr>
            <a:xfrm>
              <a:off x="2016200" y="3300175"/>
              <a:ext cx="272175" cy="317450"/>
            </a:xfrm>
            <a:custGeom>
              <a:avLst/>
              <a:gdLst/>
              <a:ahLst/>
              <a:cxnLst/>
              <a:rect l="l" t="t" r="r" b="b"/>
              <a:pathLst>
                <a:path w="10887" h="12698" extrusionOk="0">
                  <a:moveTo>
                    <a:pt x="7932" y="0"/>
                  </a:moveTo>
                  <a:cubicBezTo>
                    <a:pt x="7510" y="33"/>
                    <a:pt x="7243" y="223"/>
                    <a:pt x="7054" y="489"/>
                  </a:cubicBezTo>
                  <a:cubicBezTo>
                    <a:pt x="7898" y="778"/>
                    <a:pt x="8564" y="1455"/>
                    <a:pt x="9009" y="2233"/>
                  </a:cubicBezTo>
                  <a:cubicBezTo>
                    <a:pt x="10031" y="3988"/>
                    <a:pt x="10364" y="6699"/>
                    <a:pt x="9065" y="8421"/>
                  </a:cubicBezTo>
                  <a:cubicBezTo>
                    <a:pt x="8920" y="8621"/>
                    <a:pt x="8754" y="8799"/>
                    <a:pt x="8564" y="8943"/>
                  </a:cubicBezTo>
                  <a:cubicBezTo>
                    <a:pt x="8265" y="9176"/>
                    <a:pt x="7887" y="9132"/>
                    <a:pt x="7576" y="9332"/>
                  </a:cubicBezTo>
                  <a:cubicBezTo>
                    <a:pt x="7243" y="9532"/>
                    <a:pt x="6976" y="9809"/>
                    <a:pt x="6665" y="10031"/>
                  </a:cubicBezTo>
                  <a:cubicBezTo>
                    <a:pt x="6365" y="10253"/>
                    <a:pt x="6021" y="10398"/>
                    <a:pt x="5666" y="10509"/>
                  </a:cubicBezTo>
                  <a:cubicBezTo>
                    <a:pt x="5177" y="10665"/>
                    <a:pt x="4654" y="10764"/>
                    <a:pt x="4132" y="10764"/>
                  </a:cubicBezTo>
                  <a:cubicBezTo>
                    <a:pt x="3899" y="10764"/>
                    <a:pt x="3666" y="10742"/>
                    <a:pt x="3444" y="10698"/>
                  </a:cubicBezTo>
                  <a:cubicBezTo>
                    <a:pt x="2988" y="10620"/>
                    <a:pt x="2188" y="10342"/>
                    <a:pt x="2422" y="9787"/>
                  </a:cubicBezTo>
                  <a:cubicBezTo>
                    <a:pt x="1921" y="9609"/>
                    <a:pt x="1455" y="9431"/>
                    <a:pt x="1066" y="9120"/>
                  </a:cubicBezTo>
                  <a:cubicBezTo>
                    <a:pt x="955" y="9098"/>
                    <a:pt x="833" y="9087"/>
                    <a:pt x="722" y="9087"/>
                  </a:cubicBezTo>
                  <a:cubicBezTo>
                    <a:pt x="633" y="9087"/>
                    <a:pt x="555" y="9098"/>
                    <a:pt x="467" y="9110"/>
                  </a:cubicBezTo>
                  <a:cubicBezTo>
                    <a:pt x="378" y="9120"/>
                    <a:pt x="289" y="9143"/>
                    <a:pt x="233" y="9221"/>
                  </a:cubicBezTo>
                  <a:cubicBezTo>
                    <a:pt x="222" y="9231"/>
                    <a:pt x="222" y="9243"/>
                    <a:pt x="211" y="9254"/>
                  </a:cubicBezTo>
                  <a:cubicBezTo>
                    <a:pt x="200" y="9276"/>
                    <a:pt x="200" y="9310"/>
                    <a:pt x="200" y="9332"/>
                  </a:cubicBezTo>
                  <a:cubicBezTo>
                    <a:pt x="200" y="9431"/>
                    <a:pt x="255" y="9532"/>
                    <a:pt x="333" y="9609"/>
                  </a:cubicBezTo>
                  <a:cubicBezTo>
                    <a:pt x="378" y="9665"/>
                    <a:pt x="433" y="9710"/>
                    <a:pt x="489" y="9754"/>
                  </a:cubicBezTo>
                  <a:cubicBezTo>
                    <a:pt x="578" y="9831"/>
                    <a:pt x="689" y="9898"/>
                    <a:pt x="800" y="9942"/>
                  </a:cubicBezTo>
                  <a:cubicBezTo>
                    <a:pt x="873" y="9974"/>
                    <a:pt x="947" y="10005"/>
                    <a:pt x="1020" y="10027"/>
                  </a:cubicBezTo>
                  <a:lnTo>
                    <a:pt x="1020" y="10027"/>
                  </a:lnTo>
                  <a:cubicBezTo>
                    <a:pt x="994" y="10021"/>
                    <a:pt x="973" y="10021"/>
                    <a:pt x="944" y="10021"/>
                  </a:cubicBezTo>
                  <a:cubicBezTo>
                    <a:pt x="699" y="10021"/>
                    <a:pt x="455" y="10098"/>
                    <a:pt x="255" y="10231"/>
                  </a:cubicBezTo>
                  <a:lnTo>
                    <a:pt x="255" y="10243"/>
                  </a:lnTo>
                  <a:lnTo>
                    <a:pt x="244" y="10243"/>
                  </a:lnTo>
                  <a:lnTo>
                    <a:pt x="244" y="10253"/>
                  </a:lnTo>
                  <a:cubicBezTo>
                    <a:pt x="122" y="10342"/>
                    <a:pt x="0" y="10465"/>
                    <a:pt x="0" y="10620"/>
                  </a:cubicBezTo>
                  <a:lnTo>
                    <a:pt x="0" y="10631"/>
                  </a:lnTo>
                  <a:cubicBezTo>
                    <a:pt x="11" y="10798"/>
                    <a:pt x="156" y="10931"/>
                    <a:pt x="322" y="10976"/>
                  </a:cubicBezTo>
                  <a:lnTo>
                    <a:pt x="333" y="10976"/>
                  </a:lnTo>
                  <a:cubicBezTo>
                    <a:pt x="388" y="10998"/>
                    <a:pt x="455" y="10998"/>
                    <a:pt x="511" y="10998"/>
                  </a:cubicBezTo>
                  <a:cubicBezTo>
                    <a:pt x="611" y="10998"/>
                    <a:pt x="699" y="10987"/>
                    <a:pt x="800" y="10976"/>
                  </a:cubicBezTo>
                  <a:cubicBezTo>
                    <a:pt x="811" y="10976"/>
                    <a:pt x="811" y="10964"/>
                    <a:pt x="811" y="10964"/>
                  </a:cubicBezTo>
                  <a:lnTo>
                    <a:pt x="822" y="10964"/>
                  </a:lnTo>
                  <a:cubicBezTo>
                    <a:pt x="766" y="11043"/>
                    <a:pt x="689" y="11087"/>
                    <a:pt x="600" y="11142"/>
                  </a:cubicBezTo>
                  <a:cubicBezTo>
                    <a:pt x="477" y="11198"/>
                    <a:pt x="355" y="11265"/>
                    <a:pt x="344" y="11398"/>
                  </a:cubicBezTo>
                  <a:lnTo>
                    <a:pt x="344" y="11409"/>
                  </a:lnTo>
                  <a:cubicBezTo>
                    <a:pt x="344" y="11564"/>
                    <a:pt x="544" y="11653"/>
                    <a:pt x="699" y="11698"/>
                  </a:cubicBezTo>
                  <a:cubicBezTo>
                    <a:pt x="1377" y="11875"/>
                    <a:pt x="2066" y="11998"/>
                    <a:pt x="2766" y="12075"/>
                  </a:cubicBezTo>
                  <a:cubicBezTo>
                    <a:pt x="3032" y="12097"/>
                    <a:pt x="3277" y="12164"/>
                    <a:pt x="3543" y="12176"/>
                  </a:cubicBezTo>
                  <a:lnTo>
                    <a:pt x="3733" y="12176"/>
                  </a:lnTo>
                  <a:cubicBezTo>
                    <a:pt x="3854" y="12176"/>
                    <a:pt x="3988" y="12186"/>
                    <a:pt x="4099" y="12220"/>
                  </a:cubicBezTo>
                  <a:cubicBezTo>
                    <a:pt x="4143" y="12242"/>
                    <a:pt x="4188" y="12265"/>
                    <a:pt x="4232" y="12297"/>
                  </a:cubicBezTo>
                  <a:cubicBezTo>
                    <a:pt x="4132" y="12209"/>
                    <a:pt x="4021" y="12120"/>
                    <a:pt x="3921" y="12031"/>
                  </a:cubicBezTo>
                  <a:lnTo>
                    <a:pt x="3921" y="12031"/>
                  </a:lnTo>
                  <a:cubicBezTo>
                    <a:pt x="4821" y="12342"/>
                    <a:pt x="5743" y="12564"/>
                    <a:pt x="6676" y="12697"/>
                  </a:cubicBezTo>
                  <a:cubicBezTo>
                    <a:pt x="6576" y="12653"/>
                    <a:pt x="6476" y="12598"/>
                    <a:pt x="6376" y="12542"/>
                  </a:cubicBezTo>
                  <a:cubicBezTo>
                    <a:pt x="6254" y="12487"/>
                    <a:pt x="6121" y="12420"/>
                    <a:pt x="5999" y="12353"/>
                  </a:cubicBezTo>
                  <a:cubicBezTo>
                    <a:pt x="6354" y="12353"/>
                    <a:pt x="6720" y="12331"/>
                    <a:pt x="7076" y="12309"/>
                  </a:cubicBezTo>
                  <a:cubicBezTo>
                    <a:pt x="7231" y="12297"/>
                    <a:pt x="7387" y="12287"/>
                    <a:pt x="7542" y="12265"/>
                  </a:cubicBezTo>
                  <a:cubicBezTo>
                    <a:pt x="7542" y="12253"/>
                    <a:pt x="7532" y="12242"/>
                    <a:pt x="7532" y="12220"/>
                  </a:cubicBezTo>
                  <a:lnTo>
                    <a:pt x="7554" y="12220"/>
                  </a:lnTo>
                  <a:cubicBezTo>
                    <a:pt x="7643" y="12231"/>
                    <a:pt x="7742" y="12242"/>
                    <a:pt x="7843" y="12242"/>
                  </a:cubicBezTo>
                  <a:cubicBezTo>
                    <a:pt x="8065" y="12242"/>
                    <a:pt x="8287" y="12209"/>
                    <a:pt x="8509" y="12164"/>
                  </a:cubicBezTo>
                  <a:lnTo>
                    <a:pt x="8532" y="12164"/>
                  </a:lnTo>
                  <a:cubicBezTo>
                    <a:pt x="8764" y="12109"/>
                    <a:pt x="8998" y="12020"/>
                    <a:pt x="9198" y="11887"/>
                  </a:cubicBezTo>
                  <a:cubicBezTo>
                    <a:pt x="9487" y="11698"/>
                    <a:pt x="9687" y="11409"/>
                    <a:pt x="9853" y="11109"/>
                  </a:cubicBezTo>
                  <a:cubicBezTo>
                    <a:pt x="10164" y="10542"/>
                    <a:pt x="10386" y="9942"/>
                    <a:pt x="10542" y="9310"/>
                  </a:cubicBezTo>
                  <a:cubicBezTo>
                    <a:pt x="10586" y="9120"/>
                    <a:pt x="10631" y="8920"/>
                    <a:pt x="10664" y="8720"/>
                  </a:cubicBezTo>
                  <a:cubicBezTo>
                    <a:pt x="10709" y="8443"/>
                    <a:pt x="10753" y="8165"/>
                    <a:pt x="10776" y="7888"/>
                  </a:cubicBezTo>
                  <a:cubicBezTo>
                    <a:pt x="10887" y="6732"/>
                    <a:pt x="10842" y="5543"/>
                    <a:pt x="10753" y="4377"/>
                  </a:cubicBezTo>
                  <a:cubicBezTo>
                    <a:pt x="10742" y="4222"/>
                    <a:pt x="10731" y="4066"/>
                    <a:pt x="10720" y="3921"/>
                  </a:cubicBezTo>
                  <a:cubicBezTo>
                    <a:pt x="10620" y="2800"/>
                    <a:pt x="10420" y="1644"/>
                    <a:pt x="9631" y="800"/>
                  </a:cubicBezTo>
                  <a:lnTo>
                    <a:pt x="9620" y="789"/>
                  </a:lnTo>
                  <a:lnTo>
                    <a:pt x="9609" y="778"/>
                  </a:lnTo>
                  <a:cubicBezTo>
                    <a:pt x="9598" y="766"/>
                    <a:pt x="9586" y="756"/>
                    <a:pt x="9586" y="744"/>
                  </a:cubicBezTo>
                  <a:cubicBezTo>
                    <a:pt x="9176" y="322"/>
                    <a:pt x="8631" y="0"/>
                    <a:pt x="8043" y="0"/>
                  </a:cubicBezTo>
                  <a:close/>
                </a:path>
              </a:pathLst>
            </a:custGeom>
            <a:solidFill>
              <a:srgbClr val="D9EA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61"/>
            <p:cNvSpPr/>
            <p:nvPr/>
          </p:nvSpPr>
          <p:spPr>
            <a:xfrm>
              <a:off x="2028125" y="3517625"/>
              <a:ext cx="25" cy="25"/>
            </a:xfrm>
            <a:custGeom>
              <a:avLst/>
              <a:gdLst/>
              <a:ahLst/>
              <a:cxnLst/>
              <a:rect l="l" t="t" r="r" b="b"/>
              <a:pathLst>
                <a:path w="1" h="1" extrusionOk="0">
                  <a:moveTo>
                    <a:pt x="0" y="0"/>
                  </a:moveTo>
                  <a:lnTo>
                    <a:pt x="0" y="0"/>
                  </a:lnTo>
                  <a:close/>
                </a:path>
              </a:pathLst>
            </a:custGeom>
            <a:solidFill>
              <a:srgbClr val="CF9D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61"/>
            <p:cNvSpPr/>
            <p:nvPr/>
          </p:nvSpPr>
          <p:spPr>
            <a:xfrm>
              <a:off x="2024525" y="3509025"/>
              <a:ext cx="16400" cy="17500"/>
            </a:xfrm>
            <a:custGeom>
              <a:avLst/>
              <a:gdLst/>
              <a:ahLst/>
              <a:cxnLst/>
              <a:rect l="l" t="t" r="r" b="b"/>
              <a:pathLst>
                <a:path w="656" h="700" extrusionOk="0">
                  <a:moveTo>
                    <a:pt x="178" y="0"/>
                  </a:moveTo>
                  <a:cubicBezTo>
                    <a:pt x="111" y="11"/>
                    <a:pt x="55" y="45"/>
                    <a:pt x="33" y="111"/>
                  </a:cubicBezTo>
                  <a:cubicBezTo>
                    <a:pt x="0" y="189"/>
                    <a:pt x="67" y="277"/>
                    <a:pt x="144" y="333"/>
                  </a:cubicBezTo>
                  <a:lnTo>
                    <a:pt x="144" y="344"/>
                  </a:lnTo>
                  <a:cubicBezTo>
                    <a:pt x="300" y="477"/>
                    <a:pt x="478" y="600"/>
                    <a:pt x="655" y="700"/>
                  </a:cubicBezTo>
                  <a:cubicBezTo>
                    <a:pt x="467" y="544"/>
                    <a:pt x="300" y="344"/>
                    <a:pt x="166" y="111"/>
                  </a:cubicBezTo>
                  <a:cubicBezTo>
                    <a:pt x="144" y="67"/>
                    <a:pt x="156" y="22"/>
                    <a:pt x="178" y="0"/>
                  </a:cubicBezTo>
                  <a:close/>
                </a:path>
              </a:pathLst>
            </a:custGeom>
            <a:solidFill>
              <a:srgbClr val="CEE2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61"/>
            <p:cNvSpPr/>
            <p:nvPr/>
          </p:nvSpPr>
          <p:spPr>
            <a:xfrm>
              <a:off x="2055900" y="3490700"/>
              <a:ext cx="219975" cy="110825"/>
            </a:xfrm>
            <a:custGeom>
              <a:avLst/>
              <a:gdLst/>
              <a:ahLst/>
              <a:cxnLst/>
              <a:rect l="l" t="t" r="r" b="b"/>
              <a:pathLst>
                <a:path w="8799" h="4433" extrusionOk="0">
                  <a:moveTo>
                    <a:pt x="5455" y="3844"/>
                  </a:moveTo>
                  <a:cubicBezTo>
                    <a:pt x="5443" y="3877"/>
                    <a:pt x="5421" y="3899"/>
                    <a:pt x="5399" y="3933"/>
                  </a:cubicBezTo>
                  <a:cubicBezTo>
                    <a:pt x="5411" y="3899"/>
                    <a:pt x="5433" y="3866"/>
                    <a:pt x="5455" y="3844"/>
                  </a:cubicBezTo>
                  <a:close/>
                  <a:moveTo>
                    <a:pt x="8788" y="0"/>
                  </a:moveTo>
                  <a:lnTo>
                    <a:pt x="8665" y="11"/>
                  </a:lnTo>
                  <a:cubicBezTo>
                    <a:pt x="8687" y="356"/>
                    <a:pt x="8610" y="699"/>
                    <a:pt x="8532" y="988"/>
                  </a:cubicBezTo>
                  <a:cubicBezTo>
                    <a:pt x="8277" y="1933"/>
                    <a:pt x="7921" y="2644"/>
                    <a:pt x="7443" y="3166"/>
                  </a:cubicBezTo>
                  <a:cubicBezTo>
                    <a:pt x="6899" y="3752"/>
                    <a:pt x="6196" y="4092"/>
                    <a:pt x="5513" y="4092"/>
                  </a:cubicBezTo>
                  <a:cubicBezTo>
                    <a:pt x="5472" y="4092"/>
                    <a:pt x="5430" y="4091"/>
                    <a:pt x="5388" y="4088"/>
                  </a:cubicBezTo>
                  <a:cubicBezTo>
                    <a:pt x="5577" y="3965"/>
                    <a:pt x="5621" y="3821"/>
                    <a:pt x="5611" y="3710"/>
                  </a:cubicBezTo>
                  <a:lnTo>
                    <a:pt x="5611" y="3632"/>
                  </a:lnTo>
                  <a:lnTo>
                    <a:pt x="5532" y="3666"/>
                  </a:lnTo>
                  <a:cubicBezTo>
                    <a:pt x="5366" y="3721"/>
                    <a:pt x="5255" y="3877"/>
                    <a:pt x="5221" y="4044"/>
                  </a:cubicBezTo>
                  <a:cubicBezTo>
                    <a:pt x="5177" y="4077"/>
                    <a:pt x="5122" y="4099"/>
                    <a:pt x="5077" y="4110"/>
                  </a:cubicBezTo>
                  <a:cubicBezTo>
                    <a:pt x="4813" y="4207"/>
                    <a:pt x="4520" y="4311"/>
                    <a:pt x="4233" y="4311"/>
                  </a:cubicBezTo>
                  <a:cubicBezTo>
                    <a:pt x="4158" y="4311"/>
                    <a:pt x="4084" y="4304"/>
                    <a:pt x="4011" y="4288"/>
                  </a:cubicBezTo>
                  <a:cubicBezTo>
                    <a:pt x="3922" y="4266"/>
                    <a:pt x="3822" y="4232"/>
                    <a:pt x="3777" y="4143"/>
                  </a:cubicBezTo>
                  <a:cubicBezTo>
                    <a:pt x="3766" y="4110"/>
                    <a:pt x="3766" y="4054"/>
                    <a:pt x="3789" y="4021"/>
                  </a:cubicBezTo>
                  <a:cubicBezTo>
                    <a:pt x="3789" y="4021"/>
                    <a:pt x="3799" y="4021"/>
                    <a:pt x="3799" y="4010"/>
                  </a:cubicBezTo>
                  <a:cubicBezTo>
                    <a:pt x="3822" y="4010"/>
                    <a:pt x="3844" y="3999"/>
                    <a:pt x="3878" y="3988"/>
                  </a:cubicBezTo>
                  <a:lnTo>
                    <a:pt x="4122" y="3877"/>
                  </a:lnTo>
                  <a:lnTo>
                    <a:pt x="3855" y="3866"/>
                  </a:lnTo>
                  <a:cubicBezTo>
                    <a:pt x="3811" y="3866"/>
                    <a:pt x="3766" y="3888"/>
                    <a:pt x="3733" y="3910"/>
                  </a:cubicBezTo>
                  <a:cubicBezTo>
                    <a:pt x="3275" y="4094"/>
                    <a:pt x="2783" y="4184"/>
                    <a:pt x="2291" y="4184"/>
                  </a:cubicBezTo>
                  <a:cubicBezTo>
                    <a:pt x="1504" y="4184"/>
                    <a:pt x="716" y="3954"/>
                    <a:pt x="67" y="3510"/>
                  </a:cubicBezTo>
                  <a:lnTo>
                    <a:pt x="0" y="3610"/>
                  </a:lnTo>
                  <a:cubicBezTo>
                    <a:pt x="662" y="4068"/>
                    <a:pt x="1472" y="4302"/>
                    <a:pt x="2281" y="4302"/>
                  </a:cubicBezTo>
                  <a:cubicBezTo>
                    <a:pt x="2749" y="4302"/>
                    <a:pt x="3216" y="4224"/>
                    <a:pt x="3655" y="4066"/>
                  </a:cubicBezTo>
                  <a:lnTo>
                    <a:pt x="3655" y="4066"/>
                  </a:lnTo>
                  <a:cubicBezTo>
                    <a:pt x="3644" y="4110"/>
                    <a:pt x="3655" y="4165"/>
                    <a:pt x="3678" y="4199"/>
                  </a:cubicBezTo>
                  <a:cubicBezTo>
                    <a:pt x="3722" y="4299"/>
                    <a:pt x="3822" y="4365"/>
                    <a:pt x="3977" y="4399"/>
                  </a:cubicBezTo>
                  <a:cubicBezTo>
                    <a:pt x="4066" y="4421"/>
                    <a:pt x="4155" y="4432"/>
                    <a:pt x="4244" y="4432"/>
                  </a:cubicBezTo>
                  <a:cubicBezTo>
                    <a:pt x="4544" y="4432"/>
                    <a:pt x="4844" y="4321"/>
                    <a:pt x="5110" y="4221"/>
                  </a:cubicBezTo>
                  <a:cubicBezTo>
                    <a:pt x="5155" y="4210"/>
                    <a:pt x="5188" y="4199"/>
                    <a:pt x="5221" y="4177"/>
                  </a:cubicBezTo>
                  <a:lnTo>
                    <a:pt x="5221" y="4199"/>
                  </a:lnTo>
                  <a:lnTo>
                    <a:pt x="5277" y="4199"/>
                  </a:lnTo>
                  <a:cubicBezTo>
                    <a:pt x="5348" y="4206"/>
                    <a:pt x="5420" y="4210"/>
                    <a:pt x="5492" y="4210"/>
                  </a:cubicBezTo>
                  <a:cubicBezTo>
                    <a:pt x="6216" y="4210"/>
                    <a:pt x="6966" y="3860"/>
                    <a:pt x="7532" y="3244"/>
                  </a:cubicBezTo>
                  <a:cubicBezTo>
                    <a:pt x="8021" y="2711"/>
                    <a:pt x="8388" y="1977"/>
                    <a:pt x="8643" y="1022"/>
                  </a:cubicBezTo>
                  <a:cubicBezTo>
                    <a:pt x="8721" y="722"/>
                    <a:pt x="8798" y="366"/>
                    <a:pt x="878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61"/>
            <p:cNvSpPr/>
            <p:nvPr/>
          </p:nvSpPr>
          <p:spPr>
            <a:xfrm>
              <a:off x="2167275" y="3487350"/>
              <a:ext cx="25575" cy="38625"/>
            </a:xfrm>
            <a:custGeom>
              <a:avLst/>
              <a:gdLst/>
              <a:ahLst/>
              <a:cxnLst/>
              <a:rect l="l" t="t" r="r" b="b"/>
              <a:pathLst>
                <a:path w="1023" h="1545" extrusionOk="0">
                  <a:moveTo>
                    <a:pt x="78" y="1"/>
                  </a:moveTo>
                  <a:lnTo>
                    <a:pt x="0" y="100"/>
                  </a:lnTo>
                  <a:cubicBezTo>
                    <a:pt x="356" y="389"/>
                    <a:pt x="645" y="801"/>
                    <a:pt x="800" y="1245"/>
                  </a:cubicBezTo>
                  <a:lnTo>
                    <a:pt x="778" y="1267"/>
                  </a:lnTo>
                  <a:lnTo>
                    <a:pt x="1022" y="1544"/>
                  </a:lnTo>
                  <a:lnTo>
                    <a:pt x="944" y="1278"/>
                  </a:lnTo>
                  <a:cubicBezTo>
                    <a:pt x="778" y="789"/>
                    <a:pt x="477" y="334"/>
                    <a:pt x="78"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61"/>
            <p:cNvSpPr/>
            <p:nvPr/>
          </p:nvSpPr>
          <p:spPr>
            <a:xfrm>
              <a:off x="2158925" y="3494300"/>
              <a:ext cx="13925" cy="28900"/>
            </a:xfrm>
            <a:custGeom>
              <a:avLst/>
              <a:gdLst/>
              <a:ahLst/>
              <a:cxnLst/>
              <a:rect l="l" t="t" r="r" b="b"/>
              <a:pathLst>
                <a:path w="557" h="1156" extrusionOk="0">
                  <a:moveTo>
                    <a:pt x="90" y="0"/>
                  </a:moveTo>
                  <a:lnTo>
                    <a:pt x="1" y="89"/>
                  </a:lnTo>
                  <a:cubicBezTo>
                    <a:pt x="268" y="378"/>
                    <a:pt x="423" y="767"/>
                    <a:pt x="434" y="1155"/>
                  </a:cubicBezTo>
                  <a:lnTo>
                    <a:pt x="556" y="1155"/>
                  </a:lnTo>
                  <a:cubicBezTo>
                    <a:pt x="545" y="733"/>
                    <a:pt x="379" y="311"/>
                    <a:pt x="9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61"/>
            <p:cNvSpPr/>
            <p:nvPr/>
          </p:nvSpPr>
          <p:spPr>
            <a:xfrm>
              <a:off x="1991200" y="3790675"/>
              <a:ext cx="146925" cy="76875"/>
            </a:xfrm>
            <a:custGeom>
              <a:avLst/>
              <a:gdLst/>
              <a:ahLst/>
              <a:cxnLst/>
              <a:rect l="l" t="t" r="r" b="b"/>
              <a:pathLst>
                <a:path w="5877" h="3075" extrusionOk="0">
                  <a:moveTo>
                    <a:pt x="4919" y="1"/>
                  </a:moveTo>
                  <a:cubicBezTo>
                    <a:pt x="4848" y="1"/>
                    <a:pt x="4787" y="10"/>
                    <a:pt x="4743" y="31"/>
                  </a:cubicBezTo>
                  <a:cubicBezTo>
                    <a:pt x="4477" y="154"/>
                    <a:pt x="4521" y="532"/>
                    <a:pt x="4488" y="831"/>
                  </a:cubicBezTo>
                  <a:cubicBezTo>
                    <a:pt x="4477" y="910"/>
                    <a:pt x="4466" y="987"/>
                    <a:pt x="4432" y="1053"/>
                  </a:cubicBezTo>
                  <a:cubicBezTo>
                    <a:pt x="4346" y="1191"/>
                    <a:pt x="4175" y="1229"/>
                    <a:pt x="4003" y="1229"/>
                  </a:cubicBezTo>
                  <a:cubicBezTo>
                    <a:pt x="3953" y="1229"/>
                    <a:pt x="3903" y="1226"/>
                    <a:pt x="3855" y="1221"/>
                  </a:cubicBezTo>
                  <a:cubicBezTo>
                    <a:pt x="3232" y="1154"/>
                    <a:pt x="2610" y="1076"/>
                    <a:pt x="1978" y="1009"/>
                  </a:cubicBezTo>
                  <a:cubicBezTo>
                    <a:pt x="1789" y="987"/>
                    <a:pt x="1595" y="968"/>
                    <a:pt x="1402" y="968"/>
                  </a:cubicBezTo>
                  <a:cubicBezTo>
                    <a:pt x="1207" y="968"/>
                    <a:pt x="1012" y="987"/>
                    <a:pt x="822" y="1043"/>
                  </a:cubicBezTo>
                  <a:cubicBezTo>
                    <a:pt x="433" y="1154"/>
                    <a:pt x="78" y="1465"/>
                    <a:pt x="11" y="1865"/>
                  </a:cubicBezTo>
                  <a:cubicBezTo>
                    <a:pt x="0" y="1964"/>
                    <a:pt x="22" y="2098"/>
                    <a:pt x="122" y="2098"/>
                  </a:cubicBezTo>
                  <a:cubicBezTo>
                    <a:pt x="156" y="2098"/>
                    <a:pt x="189" y="2087"/>
                    <a:pt x="222" y="2065"/>
                  </a:cubicBezTo>
                  <a:cubicBezTo>
                    <a:pt x="455" y="1942"/>
                    <a:pt x="677" y="1820"/>
                    <a:pt x="911" y="1698"/>
                  </a:cubicBezTo>
                  <a:lnTo>
                    <a:pt x="911" y="1698"/>
                  </a:lnTo>
                  <a:cubicBezTo>
                    <a:pt x="633" y="1853"/>
                    <a:pt x="411" y="2142"/>
                    <a:pt x="344" y="2453"/>
                  </a:cubicBezTo>
                  <a:cubicBezTo>
                    <a:pt x="333" y="2498"/>
                    <a:pt x="322" y="2564"/>
                    <a:pt x="356" y="2598"/>
                  </a:cubicBezTo>
                  <a:cubicBezTo>
                    <a:pt x="369" y="2608"/>
                    <a:pt x="384" y="2612"/>
                    <a:pt x="402" y="2612"/>
                  </a:cubicBezTo>
                  <a:cubicBezTo>
                    <a:pt x="443" y="2612"/>
                    <a:pt x="494" y="2588"/>
                    <a:pt x="533" y="2564"/>
                  </a:cubicBezTo>
                  <a:cubicBezTo>
                    <a:pt x="811" y="2376"/>
                    <a:pt x="1089" y="2176"/>
                    <a:pt x="1355" y="1987"/>
                  </a:cubicBezTo>
                  <a:lnTo>
                    <a:pt x="1355" y="1987"/>
                  </a:lnTo>
                  <a:cubicBezTo>
                    <a:pt x="1201" y="2110"/>
                    <a:pt x="395" y="3075"/>
                    <a:pt x="839" y="3075"/>
                  </a:cubicBezTo>
                  <a:cubicBezTo>
                    <a:pt x="876" y="3075"/>
                    <a:pt x="922" y="3068"/>
                    <a:pt x="978" y="3053"/>
                  </a:cubicBezTo>
                  <a:cubicBezTo>
                    <a:pt x="1077" y="3031"/>
                    <a:pt x="1166" y="2964"/>
                    <a:pt x="1267" y="2909"/>
                  </a:cubicBezTo>
                  <a:cubicBezTo>
                    <a:pt x="1598" y="2716"/>
                    <a:pt x="1972" y="2651"/>
                    <a:pt x="2351" y="2651"/>
                  </a:cubicBezTo>
                  <a:cubicBezTo>
                    <a:pt x="2583" y="2651"/>
                    <a:pt x="2817" y="2675"/>
                    <a:pt x="3044" y="2709"/>
                  </a:cubicBezTo>
                  <a:cubicBezTo>
                    <a:pt x="3539" y="2793"/>
                    <a:pt x="4034" y="2924"/>
                    <a:pt x="4543" y="2924"/>
                  </a:cubicBezTo>
                  <a:cubicBezTo>
                    <a:pt x="4639" y="2924"/>
                    <a:pt x="4735" y="2920"/>
                    <a:pt x="4832" y="2909"/>
                  </a:cubicBezTo>
                  <a:cubicBezTo>
                    <a:pt x="5410" y="2853"/>
                    <a:pt x="5488" y="2520"/>
                    <a:pt x="5565" y="2009"/>
                  </a:cubicBezTo>
                  <a:cubicBezTo>
                    <a:pt x="5666" y="1398"/>
                    <a:pt x="5777" y="787"/>
                    <a:pt x="5876" y="176"/>
                  </a:cubicBezTo>
                  <a:cubicBezTo>
                    <a:pt x="5672" y="149"/>
                    <a:pt x="5208" y="1"/>
                    <a:pt x="491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61"/>
            <p:cNvSpPr/>
            <p:nvPr/>
          </p:nvSpPr>
          <p:spPr>
            <a:xfrm>
              <a:off x="2100325" y="3817000"/>
              <a:ext cx="1425" cy="1700"/>
            </a:xfrm>
            <a:custGeom>
              <a:avLst/>
              <a:gdLst/>
              <a:ahLst/>
              <a:cxnLst/>
              <a:rect l="l" t="t" r="r" b="b"/>
              <a:pathLst>
                <a:path w="57" h="68" extrusionOk="0">
                  <a:moveTo>
                    <a:pt x="57" y="0"/>
                  </a:moveTo>
                  <a:cubicBezTo>
                    <a:pt x="45" y="23"/>
                    <a:pt x="23" y="45"/>
                    <a:pt x="1" y="67"/>
                  </a:cubicBezTo>
                  <a:lnTo>
                    <a:pt x="1" y="67"/>
                  </a:lnTo>
                  <a:cubicBezTo>
                    <a:pt x="23" y="45"/>
                    <a:pt x="45" y="23"/>
                    <a:pt x="57" y="0"/>
                  </a:cubicBezTo>
                  <a:close/>
                </a:path>
              </a:pathLst>
            </a:custGeom>
            <a:solidFill>
              <a:srgbClr val="6156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61"/>
            <p:cNvSpPr/>
            <p:nvPr/>
          </p:nvSpPr>
          <p:spPr>
            <a:xfrm>
              <a:off x="2100325" y="3800625"/>
              <a:ext cx="34475" cy="34175"/>
            </a:xfrm>
            <a:custGeom>
              <a:avLst/>
              <a:gdLst/>
              <a:ahLst/>
              <a:cxnLst/>
              <a:rect l="l" t="t" r="r" b="b"/>
              <a:pathLst>
                <a:path w="1379" h="1367" extrusionOk="0">
                  <a:moveTo>
                    <a:pt x="223" y="1"/>
                  </a:moveTo>
                  <a:cubicBezTo>
                    <a:pt x="200" y="45"/>
                    <a:pt x="178" y="78"/>
                    <a:pt x="145" y="122"/>
                  </a:cubicBezTo>
                  <a:cubicBezTo>
                    <a:pt x="134" y="223"/>
                    <a:pt x="134" y="334"/>
                    <a:pt x="123" y="433"/>
                  </a:cubicBezTo>
                  <a:lnTo>
                    <a:pt x="123" y="445"/>
                  </a:lnTo>
                  <a:cubicBezTo>
                    <a:pt x="112" y="522"/>
                    <a:pt x="101" y="589"/>
                    <a:pt x="67" y="655"/>
                  </a:cubicBezTo>
                  <a:lnTo>
                    <a:pt x="57" y="655"/>
                  </a:lnTo>
                  <a:cubicBezTo>
                    <a:pt x="45" y="678"/>
                    <a:pt x="23" y="700"/>
                    <a:pt x="1" y="722"/>
                  </a:cubicBezTo>
                  <a:cubicBezTo>
                    <a:pt x="112" y="1045"/>
                    <a:pt x="301" y="1366"/>
                    <a:pt x="612" y="1366"/>
                  </a:cubicBezTo>
                  <a:lnTo>
                    <a:pt x="679" y="1366"/>
                  </a:lnTo>
                  <a:cubicBezTo>
                    <a:pt x="1034" y="1311"/>
                    <a:pt x="1223" y="878"/>
                    <a:pt x="1378" y="567"/>
                  </a:cubicBezTo>
                  <a:cubicBezTo>
                    <a:pt x="879" y="522"/>
                    <a:pt x="400" y="334"/>
                    <a:pt x="223"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61"/>
            <p:cNvSpPr/>
            <p:nvPr/>
          </p:nvSpPr>
          <p:spPr>
            <a:xfrm>
              <a:off x="2075325" y="3714525"/>
              <a:ext cx="121125" cy="100550"/>
            </a:xfrm>
            <a:custGeom>
              <a:avLst/>
              <a:gdLst/>
              <a:ahLst/>
              <a:cxnLst/>
              <a:rect l="l" t="t" r="r" b="b"/>
              <a:pathLst>
                <a:path w="4845" h="4022" extrusionOk="0">
                  <a:moveTo>
                    <a:pt x="4511" y="1"/>
                  </a:moveTo>
                  <a:lnTo>
                    <a:pt x="3812" y="67"/>
                  </a:lnTo>
                  <a:cubicBezTo>
                    <a:pt x="2960" y="146"/>
                    <a:pt x="2096" y="281"/>
                    <a:pt x="1234" y="281"/>
                  </a:cubicBezTo>
                  <a:cubicBezTo>
                    <a:pt x="882" y="281"/>
                    <a:pt x="530" y="259"/>
                    <a:pt x="178" y="201"/>
                  </a:cubicBezTo>
                  <a:cubicBezTo>
                    <a:pt x="67" y="922"/>
                    <a:pt x="101" y="1756"/>
                    <a:pt x="57" y="2245"/>
                  </a:cubicBezTo>
                  <a:cubicBezTo>
                    <a:pt x="35" y="2511"/>
                    <a:pt x="1" y="2789"/>
                    <a:pt x="67" y="3055"/>
                  </a:cubicBezTo>
                  <a:cubicBezTo>
                    <a:pt x="123" y="3322"/>
                    <a:pt x="279" y="3578"/>
                    <a:pt x="534" y="3677"/>
                  </a:cubicBezTo>
                  <a:cubicBezTo>
                    <a:pt x="602" y="3709"/>
                    <a:pt x="677" y="3724"/>
                    <a:pt x="753" y="3724"/>
                  </a:cubicBezTo>
                  <a:cubicBezTo>
                    <a:pt x="862" y="3724"/>
                    <a:pt x="971" y="3692"/>
                    <a:pt x="1057" y="3633"/>
                  </a:cubicBezTo>
                  <a:cubicBezTo>
                    <a:pt x="1134" y="3588"/>
                    <a:pt x="1190" y="3522"/>
                    <a:pt x="1223" y="3445"/>
                  </a:cubicBezTo>
                  <a:cubicBezTo>
                    <a:pt x="1422" y="3836"/>
                    <a:pt x="2024" y="4022"/>
                    <a:pt x="2603" y="4022"/>
                  </a:cubicBezTo>
                  <a:cubicBezTo>
                    <a:pt x="2992" y="4022"/>
                    <a:pt x="3371" y="3938"/>
                    <a:pt x="3612" y="3778"/>
                  </a:cubicBezTo>
                  <a:cubicBezTo>
                    <a:pt x="4089" y="3455"/>
                    <a:pt x="4589" y="3045"/>
                    <a:pt x="4666" y="2467"/>
                  </a:cubicBezTo>
                  <a:lnTo>
                    <a:pt x="4666" y="2467"/>
                  </a:lnTo>
                  <a:cubicBezTo>
                    <a:pt x="4533" y="2611"/>
                    <a:pt x="4378" y="2722"/>
                    <a:pt x="4211" y="2811"/>
                  </a:cubicBezTo>
                  <a:cubicBezTo>
                    <a:pt x="4589" y="2400"/>
                    <a:pt x="4822" y="1845"/>
                    <a:pt x="4844" y="1278"/>
                  </a:cubicBezTo>
                  <a:lnTo>
                    <a:pt x="4844" y="1278"/>
                  </a:lnTo>
                  <a:cubicBezTo>
                    <a:pt x="4711" y="1445"/>
                    <a:pt x="4545" y="1578"/>
                    <a:pt x="4367" y="1689"/>
                  </a:cubicBezTo>
                  <a:cubicBezTo>
                    <a:pt x="4444" y="1145"/>
                    <a:pt x="4500" y="589"/>
                    <a:pt x="4511" y="45"/>
                  </a:cubicBezTo>
                  <a:lnTo>
                    <a:pt x="4511" y="1"/>
                  </a:ln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61"/>
            <p:cNvSpPr/>
            <p:nvPr/>
          </p:nvSpPr>
          <p:spPr>
            <a:xfrm>
              <a:off x="2108650" y="3743125"/>
              <a:ext cx="68900" cy="63800"/>
            </a:xfrm>
            <a:custGeom>
              <a:avLst/>
              <a:gdLst/>
              <a:ahLst/>
              <a:cxnLst/>
              <a:rect l="l" t="t" r="r" b="b"/>
              <a:pathLst>
                <a:path w="2756" h="2552" extrusionOk="0">
                  <a:moveTo>
                    <a:pt x="857" y="1311"/>
                  </a:moveTo>
                  <a:cubicBezTo>
                    <a:pt x="867" y="1311"/>
                    <a:pt x="879" y="1311"/>
                    <a:pt x="901" y="1323"/>
                  </a:cubicBezTo>
                  <a:lnTo>
                    <a:pt x="912" y="1334"/>
                  </a:lnTo>
                  <a:cubicBezTo>
                    <a:pt x="945" y="1367"/>
                    <a:pt x="934" y="1422"/>
                    <a:pt x="901" y="1511"/>
                  </a:cubicBezTo>
                  <a:cubicBezTo>
                    <a:pt x="879" y="1590"/>
                    <a:pt x="845" y="1667"/>
                    <a:pt x="801" y="1745"/>
                  </a:cubicBezTo>
                  <a:cubicBezTo>
                    <a:pt x="790" y="1723"/>
                    <a:pt x="790" y="1701"/>
                    <a:pt x="778" y="1678"/>
                  </a:cubicBezTo>
                  <a:cubicBezTo>
                    <a:pt x="734" y="1590"/>
                    <a:pt x="712" y="1489"/>
                    <a:pt x="746" y="1400"/>
                  </a:cubicBezTo>
                  <a:cubicBezTo>
                    <a:pt x="756" y="1356"/>
                    <a:pt x="812" y="1323"/>
                    <a:pt x="857" y="1311"/>
                  </a:cubicBezTo>
                  <a:close/>
                  <a:moveTo>
                    <a:pt x="2612" y="1"/>
                  </a:moveTo>
                  <a:lnTo>
                    <a:pt x="2534" y="12"/>
                  </a:lnTo>
                  <a:cubicBezTo>
                    <a:pt x="2678" y="778"/>
                    <a:pt x="2479" y="1612"/>
                    <a:pt x="2000" y="2234"/>
                  </a:cubicBezTo>
                  <a:cubicBezTo>
                    <a:pt x="1920" y="2343"/>
                    <a:pt x="1796" y="2472"/>
                    <a:pt x="1666" y="2472"/>
                  </a:cubicBezTo>
                  <a:cubicBezTo>
                    <a:pt x="1652" y="2472"/>
                    <a:pt x="1637" y="2470"/>
                    <a:pt x="1623" y="2467"/>
                  </a:cubicBezTo>
                  <a:cubicBezTo>
                    <a:pt x="1512" y="2444"/>
                    <a:pt x="1434" y="2333"/>
                    <a:pt x="1378" y="2111"/>
                  </a:cubicBezTo>
                  <a:cubicBezTo>
                    <a:pt x="1356" y="2022"/>
                    <a:pt x="1334" y="1911"/>
                    <a:pt x="1334" y="1812"/>
                  </a:cubicBezTo>
                  <a:cubicBezTo>
                    <a:pt x="1390" y="1711"/>
                    <a:pt x="1412" y="1600"/>
                    <a:pt x="1434" y="1511"/>
                  </a:cubicBezTo>
                  <a:lnTo>
                    <a:pt x="1479" y="1356"/>
                  </a:lnTo>
                  <a:lnTo>
                    <a:pt x="1479" y="1356"/>
                  </a:lnTo>
                  <a:lnTo>
                    <a:pt x="1368" y="1478"/>
                  </a:lnTo>
                  <a:cubicBezTo>
                    <a:pt x="1289" y="1567"/>
                    <a:pt x="1257" y="1667"/>
                    <a:pt x="1257" y="1789"/>
                  </a:cubicBezTo>
                  <a:cubicBezTo>
                    <a:pt x="1245" y="1789"/>
                    <a:pt x="1245" y="1800"/>
                    <a:pt x="1245" y="1812"/>
                  </a:cubicBezTo>
                  <a:cubicBezTo>
                    <a:pt x="1197" y="1879"/>
                    <a:pt x="1107" y="1938"/>
                    <a:pt x="1026" y="1938"/>
                  </a:cubicBezTo>
                  <a:cubicBezTo>
                    <a:pt x="1014" y="1938"/>
                    <a:pt x="1002" y="1936"/>
                    <a:pt x="990" y="1933"/>
                  </a:cubicBezTo>
                  <a:cubicBezTo>
                    <a:pt x="934" y="1923"/>
                    <a:pt x="890" y="1878"/>
                    <a:pt x="845" y="1822"/>
                  </a:cubicBezTo>
                  <a:cubicBezTo>
                    <a:pt x="901" y="1734"/>
                    <a:pt x="945" y="1634"/>
                    <a:pt x="978" y="1534"/>
                  </a:cubicBezTo>
                  <a:cubicBezTo>
                    <a:pt x="1012" y="1467"/>
                    <a:pt x="1034" y="1367"/>
                    <a:pt x="978" y="1289"/>
                  </a:cubicBezTo>
                  <a:cubicBezTo>
                    <a:pt x="945" y="1245"/>
                    <a:pt x="901" y="1234"/>
                    <a:pt x="845" y="1234"/>
                  </a:cubicBezTo>
                  <a:cubicBezTo>
                    <a:pt x="768" y="1245"/>
                    <a:pt x="690" y="1301"/>
                    <a:pt x="667" y="1378"/>
                  </a:cubicBezTo>
                  <a:cubicBezTo>
                    <a:pt x="623" y="1489"/>
                    <a:pt x="657" y="1600"/>
                    <a:pt x="701" y="1711"/>
                  </a:cubicBezTo>
                  <a:cubicBezTo>
                    <a:pt x="723" y="1745"/>
                    <a:pt x="734" y="1789"/>
                    <a:pt x="756" y="1834"/>
                  </a:cubicBezTo>
                  <a:cubicBezTo>
                    <a:pt x="701" y="1923"/>
                    <a:pt x="645" y="2022"/>
                    <a:pt x="578" y="2111"/>
                  </a:cubicBezTo>
                  <a:cubicBezTo>
                    <a:pt x="523" y="2189"/>
                    <a:pt x="457" y="2278"/>
                    <a:pt x="368" y="2323"/>
                  </a:cubicBezTo>
                  <a:cubicBezTo>
                    <a:pt x="331" y="2338"/>
                    <a:pt x="287" y="2349"/>
                    <a:pt x="244" y="2349"/>
                  </a:cubicBezTo>
                  <a:cubicBezTo>
                    <a:pt x="197" y="2349"/>
                    <a:pt x="152" y="2336"/>
                    <a:pt x="123" y="2301"/>
                  </a:cubicBezTo>
                  <a:cubicBezTo>
                    <a:pt x="101" y="2267"/>
                    <a:pt x="90" y="2222"/>
                    <a:pt x="90" y="2178"/>
                  </a:cubicBezTo>
                  <a:cubicBezTo>
                    <a:pt x="101" y="2133"/>
                    <a:pt x="123" y="2111"/>
                    <a:pt x="156" y="2089"/>
                  </a:cubicBezTo>
                  <a:lnTo>
                    <a:pt x="123" y="2022"/>
                  </a:lnTo>
                  <a:cubicBezTo>
                    <a:pt x="67" y="2045"/>
                    <a:pt x="35" y="2089"/>
                    <a:pt x="12" y="2156"/>
                  </a:cubicBezTo>
                  <a:cubicBezTo>
                    <a:pt x="1" y="2234"/>
                    <a:pt x="23" y="2311"/>
                    <a:pt x="67" y="2356"/>
                  </a:cubicBezTo>
                  <a:cubicBezTo>
                    <a:pt x="79" y="2367"/>
                    <a:pt x="101" y="2389"/>
                    <a:pt x="123" y="2400"/>
                  </a:cubicBezTo>
                  <a:cubicBezTo>
                    <a:pt x="159" y="2416"/>
                    <a:pt x="203" y="2424"/>
                    <a:pt x="248" y="2424"/>
                  </a:cubicBezTo>
                  <a:cubicBezTo>
                    <a:pt x="299" y="2424"/>
                    <a:pt x="353" y="2413"/>
                    <a:pt x="401" y="2389"/>
                  </a:cubicBezTo>
                  <a:cubicBezTo>
                    <a:pt x="501" y="2333"/>
                    <a:pt x="578" y="2245"/>
                    <a:pt x="645" y="2156"/>
                  </a:cubicBezTo>
                  <a:cubicBezTo>
                    <a:pt x="701" y="2078"/>
                    <a:pt x="756" y="1989"/>
                    <a:pt x="812" y="1901"/>
                  </a:cubicBezTo>
                  <a:cubicBezTo>
                    <a:pt x="845" y="1956"/>
                    <a:pt x="901" y="2000"/>
                    <a:pt x="968" y="2012"/>
                  </a:cubicBezTo>
                  <a:cubicBezTo>
                    <a:pt x="985" y="2015"/>
                    <a:pt x="1001" y="2017"/>
                    <a:pt x="1018" y="2017"/>
                  </a:cubicBezTo>
                  <a:cubicBezTo>
                    <a:pt x="1112" y="2017"/>
                    <a:pt x="1200" y="1968"/>
                    <a:pt x="1257" y="1911"/>
                  </a:cubicBezTo>
                  <a:cubicBezTo>
                    <a:pt x="1267" y="1989"/>
                    <a:pt x="1279" y="2067"/>
                    <a:pt x="1301" y="2123"/>
                  </a:cubicBezTo>
                  <a:cubicBezTo>
                    <a:pt x="1334" y="2289"/>
                    <a:pt x="1412" y="2511"/>
                    <a:pt x="1612" y="2545"/>
                  </a:cubicBezTo>
                  <a:cubicBezTo>
                    <a:pt x="1632" y="2549"/>
                    <a:pt x="1651" y="2552"/>
                    <a:pt x="1671" y="2552"/>
                  </a:cubicBezTo>
                  <a:cubicBezTo>
                    <a:pt x="1798" y="2552"/>
                    <a:pt x="1933" y="2462"/>
                    <a:pt x="2067" y="2289"/>
                  </a:cubicBezTo>
                  <a:cubicBezTo>
                    <a:pt x="2556" y="1634"/>
                    <a:pt x="2756" y="778"/>
                    <a:pt x="261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61"/>
            <p:cNvSpPr/>
            <p:nvPr/>
          </p:nvSpPr>
          <p:spPr>
            <a:xfrm>
              <a:off x="2076725" y="3790625"/>
              <a:ext cx="25300" cy="16950"/>
            </a:xfrm>
            <a:custGeom>
              <a:avLst/>
              <a:gdLst/>
              <a:ahLst/>
              <a:cxnLst/>
              <a:rect l="l" t="t" r="r" b="b"/>
              <a:pathLst>
                <a:path w="1012" h="678" extrusionOk="0">
                  <a:moveTo>
                    <a:pt x="1001" y="589"/>
                  </a:moveTo>
                  <a:cubicBezTo>
                    <a:pt x="912" y="645"/>
                    <a:pt x="801" y="678"/>
                    <a:pt x="689" y="678"/>
                  </a:cubicBezTo>
                  <a:cubicBezTo>
                    <a:pt x="623" y="678"/>
                    <a:pt x="545" y="667"/>
                    <a:pt x="478" y="633"/>
                  </a:cubicBezTo>
                  <a:cubicBezTo>
                    <a:pt x="545" y="667"/>
                    <a:pt x="623" y="678"/>
                    <a:pt x="689" y="678"/>
                  </a:cubicBezTo>
                  <a:cubicBezTo>
                    <a:pt x="801" y="678"/>
                    <a:pt x="912" y="645"/>
                    <a:pt x="1001" y="589"/>
                  </a:cubicBezTo>
                  <a:close/>
                  <a:moveTo>
                    <a:pt x="1001" y="589"/>
                  </a:moveTo>
                  <a:lnTo>
                    <a:pt x="1001" y="589"/>
                  </a:lnTo>
                  <a:lnTo>
                    <a:pt x="1001" y="589"/>
                  </a:lnTo>
                  <a:close/>
                  <a:moveTo>
                    <a:pt x="1011" y="589"/>
                  </a:moveTo>
                  <a:lnTo>
                    <a:pt x="1001" y="589"/>
                  </a:lnTo>
                  <a:lnTo>
                    <a:pt x="1011" y="589"/>
                  </a:lnTo>
                  <a:close/>
                  <a:moveTo>
                    <a:pt x="1011" y="578"/>
                  </a:moveTo>
                  <a:lnTo>
                    <a:pt x="1011" y="589"/>
                  </a:lnTo>
                  <a:lnTo>
                    <a:pt x="1011" y="578"/>
                  </a:lnTo>
                  <a:close/>
                  <a:moveTo>
                    <a:pt x="1011" y="578"/>
                  </a:moveTo>
                  <a:lnTo>
                    <a:pt x="1011" y="578"/>
                  </a:lnTo>
                  <a:lnTo>
                    <a:pt x="1011" y="578"/>
                  </a:lnTo>
                  <a:close/>
                  <a:moveTo>
                    <a:pt x="1" y="1"/>
                  </a:moveTo>
                  <a:cubicBezTo>
                    <a:pt x="11" y="1"/>
                    <a:pt x="11" y="11"/>
                    <a:pt x="11" y="11"/>
                  </a:cubicBezTo>
                  <a:cubicBezTo>
                    <a:pt x="11" y="11"/>
                    <a:pt x="11" y="1"/>
                    <a:pt x="1" y="1"/>
                  </a:cubicBezTo>
                  <a:close/>
                  <a:moveTo>
                    <a:pt x="1" y="1"/>
                  </a:moveTo>
                  <a:lnTo>
                    <a:pt x="1" y="1"/>
                  </a:lnTo>
                  <a:close/>
                </a:path>
              </a:pathLst>
            </a:custGeom>
            <a:solidFill>
              <a:srgbClr val="3157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61"/>
            <p:cNvSpPr/>
            <p:nvPr/>
          </p:nvSpPr>
          <p:spPr>
            <a:xfrm>
              <a:off x="2076450" y="3788400"/>
              <a:ext cx="28625" cy="19175"/>
            </a:xfrm>
            <a:custGeom>
              <a:avLst/>
              <a:gdLst/>
              <a:ahLst/>
              <a:cxnLst/>
              <a:rect l="l" t="t" r="r" b="b"/>
              <a:pathLst>
                <a:path w="1145" h="767" extrusionOk="0">
                  <a:moveTo>
                    <a:pt x="0" y="1"/>
                  </a:moveTo>
                  <a:cubicBezTo>
                    <a:pt x="0" y="23"/>
                    <a:pt x="12" y="56"/>
                    <a:pt x="12" y="90"/>
                  </a:cubicBezTo>
                  <a:cubicBezTo>
                    <a:pt x="22" y="90"/>
                    <a:pt x="22" y="100"/>
                    <a:pt x="22" y="100"/>
                  </a:cubicBezTo>
                  <a:cubicBezTo>
                    <a:pt x="78" y="367"/>
                    <a:pt x="234" y="623"/>
                    <a:pt x="489" y="722"/>
                  </a:cubicBezTo>
                  <a:cubicBezTo>
                    <a:pt x="556" y="756"/>
                    <a:pt x="634" y="767"/>
                    <a:pt x="700" y="767"/>
                  </a:cubicBezTo>
                  <a:cubicBezTo>
                    <a:pt x="812" y="767"/>
                    <a:pt x="923" y="734"/>
                    <a:pt x="1012" y="678"/>
                  </a:cubicBezTo>
                  <a:lnTo>
                    <a:pt x="1022" y="678"/>
                  </a:lnTo>
                  <a:lnTo>
                    <a:pt x="1022" y="667"/>
                  </a:lnTo>
                  <a:cubicBezTo>
                    <a:pt x="1078" y="633"/>
                    <a:pt x="1111" y="601"/>
                    <a:pt x="1145" y="545"/>
                  </a:cubicBezTo>
                  <a:cubicBezTo>
                    <a:pt x="723" y="467"/>
                    <a:pt x="333" y="278"/>
                    <a:pt x="0" y="1"/>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61"/>
            <p:cNvSpPr/>
            <p:nvPr/>
          </p:nvSpPr>
          <p:spPr>
            <a:xfrm>
              <a:off x="1992300" y="3827250"/>
              <a:ext cx="10300" cy="10675"/>
            </a:xfrm>
            <a:custGeom>
              <a:avLst/>
              <a:gdLst/>
              <a:ahLst/>
              <a:cxnLst/>
              <a:rect l="l" t="t" r="r" b="b"/>
              <a:pathLst>
                <a:path w="412" h="427" extrusionOk="0">
                  <a:moveTo>
                    <a:pt x="267" y="0"/>
                  </a:moveTo>
                  <a:cubicBezTo>
                    <a:pt x="239" y="0"/>
                    <a:pt x="213" y="53"/>
                    <a:pt x="178" y="101"/>
                  </a:cubicBezTo>
                  <a:cubicBezTo>
                    <a:pt x="134" y="190"/>
                    <a:pt x="78" y="279"/>
                    <a:pt x="23" y="368"/>
                  </a:cubicBezTo>
                  <a:cubicBezTo>
                    <a:pt x="11" y="380"/>
                    <a:pt x="1" y="402"/>
                    <a:pt x="23" y="424"/>
                  </a:cubicBezTo>
                  <a:lnTo>
                    <a:pt x="45" y="424"/>
                  </a:lnTo>
                  <a:cubicBezTo>
                    <a:pt x="65" y="426"/>
                    <a:pt x="85" y="427"/>
                    <a:pt x="104" y="427"/>
                  </a:cubicBezTo>
                  <a:cubicBezTo>
                    <a:pt x="207" y="427"/>
                    <a:pt x="309" y="404"/>
                    <a:pt x="411" y="357"/>
                  </a:cubicBezTo>
                  <a:cubicBezTo>
                    <a:pt x="389" y="257"/>
                    <a:pt x="367" y="157"/>
                    <a:pt x="322" y="69"/>
                  </a:cubicBezTo>
                  <a:cubicBezTo>
                    <a:pt x="302" y="19"/>
                    <a:pt x="284" y="0"/>
                    <a:pt x="2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61"/>
            <p:cNvSpPr/>
            <p:nvPr/>
          </p:nvSpPr>
          <p:spPr>
            <a:xfrm>
              <a:off x="2001450" y="3843025"/>
              <a:ext cx="7800" cy="8850"/>
            </a:xfrm>
            <a:custGeom>
              <a:avLst/>
              <a:gdLst/>
              <a:ahLst/>
              <a:cxnLst/>
              <a:rect l="l" t="t" r="r" b="b"/>
              <a:pathLst>
                <a:path w="312" h="354" extrusionOk="0">
                  <a:moveTo>
                    <a:pt x="173" y="1"/>
                  </a:moveTo>
                  <a:cubicBezTo>
                    <a:pt x="151" y="1"/>
                    <a:pt x="134" y="49"/>
                    <a:pt x="112" y="93"/>
                  </a:cubicBezTo>
                  <a:cubicBezTo>
                    <a:pt x="79" y="159"/>
                    <a:pt x="45" y="237"/>
                    <a:pt x="12" y="315"/>
                  </a:cubicBezTo>
                  <a:cubicBezTo>
                    <a:pt x="12" y="326"/>
                    <a:pt x="1" y="337"/>
                    <a:pt x="12" y="349"/>
                  </a:cubicBezTo>
                  <a:cubicBezTo>
                    <a:pt x="16" y="352"/>
                    <a:pt x="18" y="353"/>
                    <a:pt x="20" y="353"/>
                  </a:cubicBezTo>
                  <a:cubicBezTo>
                    <a:pt x="24" y="353"/>
                    <a:pt x="27" y="349"/>
                    <a:pt x="35" y="349"/>
                  </a:cubicBezTo>
                  <a:cubicBezTo>
                    <a:pt x="134" y="349"/>
                    <a:pt x="223" y="315"/>
                    <a:pt x="312" y="260"/>
                  </a:cubicBezTo>
                  <a:cubicBezTo>
                    <a:pt x="290" y="193"/>
                    <a:pt x="257" y="115"/>
                    <a:pt x="212" y="48"/>
                  </a:cubicBezTo>
                  <a:cubicBezTo>
                    <a:pt x="197" y="14"/>
                    <a:pt x="184" y="1"/>
                    <a:pt x="1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61"/>
            <p:cNvSpPr/>
            <p:nvPr/>
          </p:nvSpPr>
          <p:spPr>
            <a:xfrm>
              <a:off x="2008400" y="3855075"/>
              <a:ext cx="8925" cy="10275"/>
            </a:xfrm>
            <a:custGeom>
              <a:avLst/>
              <a:gdLst/>
              <a:ahLst/>
              <a:cxnLst/>
              <a:rect l="l" t="t" r="r" b="b"/>
              <a:pathLst>
                <a:path w="357" h="411" extrusionOk="0">
                  <a:moveTo>
                    <a:pt x="200" y="0"/>
                  </a:moveTo>
                  <a:cubicBezTo>
                    <a:pt x="172" y="0"/>
                    <a:pt x="156" y="53"/>
                    <a:pt x="134" y="111"/>
                  </a:cubicBezTo>
                  <a:cubicBezTo>
                    <a:pt x="90" y="188"/>
                    <a:pt x="56" y="277"/>
                    <a:pt x="23" y="355"/>
                  </a:cubicBezTo>
                  <a:cubicBezTo>
                    <a:pt x="12" y="378"/>
                    <a:pt x="1" y="400"/>
                    <a:pt x="23" y="410"/>
                  </a:cubicBezTo>
                  <a:lnTo>
                    <a:pt x="45" y="410"/>
                  </a:lnTo>
                  <a:cubicBezTo>
                    <a:pt x="156" y="400"/>
                    <a:pt x="268" y="366"/>
                    <a:pt x="356" y="299"/>
                  </a:cubicBezTo>
                  <a:cubicBezTo>
                    <a:pt x="334" y="222"/>
                    <a:pt x="300" y="133"/>
                    <a:pt x="256" y="55"/>
                  </a:cubicBezTo>
                  <a:cubicBezTo>
                    <a:pt x="233" y="16"/>
                    <a:pt x="215" y="0"/>
                    <a:pt x="20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61"/>
            <p:cNvSpPr/>
            <p:nvPr/>
          </p:nvSpPr>
          <p:spPr>
            <a:xfrm>
              <a:off x="2084500" y="3196025"/>
              <a:ext cx="28925" cy="16975"/>
            </a:xfrm>
            <a:custGeom>
              <a:avLst/>
              <a:gdLst/>
              <a:ahLst/>
              <a:cxnLst/>
              <a:rect l="l" t="t" r="r" b="b"/>
              <a:pathLst>
                <a:path w="1157" h="679" extrusionOk="0">
                  <a:moveTo>
                    <a:pt x="1089" y="0"/>
                  </a:moveTo>
                  <a:cubicBezTo>
                    <a:pt x="1056" y="189"/>
                    <a:pt x="1001" y="422"/>
                    <a:pt x="833" y="533"/>
                  </a:cubicBezTo>
                  <a:cubicBezTo>
                    <a:pt x="759" y="586"/>
                    <a:pt x="673" y="612"/>
                    <a:pt x="586" y="612"/>
                  </a:cubicBezTo>
                  <a:cubicBezTo>
                    <a:pt x="490" y="612"/>
                    <a:pt x="393" y="581"/>
                    <a:pt x="312" y="523"/>
                  </a:cubicBezTo>
                  <a:cubicBezTo>
                    <a:pt x="156" y="422"/>
                    <a:pt x="67" y="245"/>
                    <a:pt x="56" y="45"/>
                  </a:cubicBezTo>
                  <a:lnTo>
                    <a:pt x="1" y="45"/>
                  </a:lnTo>
                  <a:cubicBezTo>
                    <a:pt x="1" y="267"/>
                    <a:pt x="112" y="467"/>
                    <a:pt x="278" y="578"/>
                  </a:cubicBezTo>
                  <a:cubicBezTo>
                    <a:pt x="367" y="644"/>
                    <a:pt x="478" y="678"/>
                    <a:pt x="578" y="678"/>
                  </a:cubicBezTo>
                  <a:cubicBezTo>
                    <a:pt x="690" y="678"/>
                    <a:pt x="778" y="644"/>
                    <a:pt x="867" y="589"/>
                  </a:cubicBezTo>
                  <a:cubicBezTo>
                    <a:pt x="1056" y="456"/>
                    <a:pt x="1122" y="212"/>
                    <a:pt x="1156" y="12"/>
                  </a:cubicBezTo>
                  <a:lnTo>
                    <a:pt x="1089"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61"/>
            <p:cNvSpPr/>
            <p:nvPr/>
          </p:nvSpPr>
          <p:spPr>
            <a:xfrm>
              <a:off x="2019225" y="3194350"/>
              <a:ext cx="22250" cy="18075"/>
            </a:xfrm>
            <a:custGeom>
              <a:avLst/>
              <a:gdLst/>
              <a:ahLst/>
              <a:cxnLst/>
              <a:rect l="l" t="t" r="r" b="b"/>
              <a:pathLst>
                <a:path w="890" h="723" extrusionOk="0">
                  <a:moveTo>
                    <a:pt x="35" y="0"/>
                  </a:moveTo>
                  <a:cubicBezTo>
                    <a:pt x="12" y="112"/>
                    <a:pt x="1" y="234"/>
                    <a:pt x="12" y="356"/>
                  </a:cubicBezTo>
                  <a:cubicBezTo>
                    <a:pt x="35" y="489"/>
                    <a:pt x="101" y="612"/>
                    <a:pt x="201" y="667"/>
                  </a:cubicBezTo>
                  <a:cubicBezTo>
                    <a:pt x="257" y="711"/>
                    <a:pt x="323" y="723"/>
                    <a:pt x="390" y="723"/>
                  </a:cubicBezTo>
                  <a:cubicBezTo>
                    <a:pt x="490" y="723"/>
                    <a:pt x="590" y="689"/>
                    <a:pt x="667" y="623"/>
                  </a:cubicBezTo>
                  <a:cubicBezTo>
                    <a:pt x="790" y="534"/>
                    <a:pt x="867" y="378"/>
                    <a:pt x="889" y="200"/>
                  </a:cubicBezTo>
                  <a:lnTo>
                    <a:pt x="823" y="190"/>
                  </a:lnTo>
                  <a:cubicBezTo>
                    <a:pt x="801" y="356"/>
                    <a:pt x="734" y="489"/>
                    <a:pt x="634" y="578"/>
                  </a:cubicBezTo>
                  <a:cubicBezTo>
                    <a:pt x="565" y="635"/>
                    <a:pt x="483" y="663"/>
                    <a:pt x="404" y="663"/>
                  </a:cubicBezTo>
                  <a:cubicBezTo>
                    <a:pt x="342" y="663"/>
                    <a:pt x="283" y="646"/>
                    <a:pt x="234" y="612"/>
                  </a:cubicBezTo>
                  <a:cubicBezTo>
                    <a:pt x="146" y="567"/>
                    <a:pt x="90" y="467"/>
                    <a:pt x="79" y="345"/>
                  </a:cubicBezTo>
                  <a:cubicBezTo>
                    <a:pt x="57" y="234"/>
                    <a:pt x="79" y="123"/>
                    <a:pt x="101" y="12"/>
                  </a:cubicBezTo>
                  <a:lnTo>
                    <a:pt x="35"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61"/>
            <p:cNvSpPr/>
            <p:nvPr/>
          </p:nvSpPr>
          <p:spPr>
            <a:xfrm>
              <a:off x="1902875" y="3448925"/>
              <a:ext cx="98350" cy="98825"/>
            </a:xfrm>
            <a:custGeom>
              <a:avLst/>
              <a:gdLst/>
              <a:ahLst/>
              <a:cxnLst/>
              <a:rect l="l" t="t" r="r" b="b"/>
              <a:pathLst>
                <a:path w="3934" h="3953" extrusionOk="0">
                  <a:moveTo>
                    <a:pt x="1699" y="1"/>
                  </a:moveTo>
                  <a:cubicBezTo>
                    <a:pt x="1408" y="1"/>
                    <a:pt x="1146" y="91"/>
                    <a:pt x="856" y="393"/>
                  </a:cubicBezTo>
                  <a:cubicBezTo>
                    <a:pt x="423" y="849"/>
                    <a:pt x="122" y="1437"/>
                    <a:pt x="33" y="2059"/>
                  </a:cubicBezTo>
                  <a:cubicBezTo>
                    <a:pt x="1" y="2315"/>
                    <a:pt x="1" y="2582"/>
                    <a:pt x="78" y="2815"/>
                  </a:cubicBezTo>
                  <a:cubicBezTo>
                    <a:pt x="289" y="3471"/>
                    <a:pt x="1167" y="3871"/>
                    <a:pt x="1789" y="3948"/>
                  </a:cubicBezTo>
                  <a:cubicBezTo>
                    <a:pt x="1809" y="3951"/>
                    <a:pt x="1831" y="3953"/>
                    <a:pt x="1854" y="3953"/>
                  </a:cubicBezTo>
                  <a:cubicBezTo>
                    <a:pt x="1989" y="3953"/>
                    <a:pt x="2143" y="3894"/>
                    <a:pt x="2133" y="3770"/>
                  </a:cubicBezTo>
                  <a:cubicBezTo>
                    <a:pt x="2133" y="3704"/>
                    <a:pt x="2089" y="3648"/>
                    <a:pt x="2033" y="3604"/>
                  </a:cubicBezTo>
                  <a:cubicBezTo>
                    <a:pt x="1800" y="3415"/>
                    <a:pt x="1423" y="3326"/>
                    <a:pt x="1378" y="3015"/>
                  </a:cubicBezTo>
                  <a:lnTo>
                    <a:pt x="1378" y="3015"/>
                  </a:lnTo>
                  <a:cubicBezTo>
                    <a:pt x="1744" y="3237"/>
                    <a:pt x="2156" y="3382"/>
                    <a:pt x="2578" y="3437"/>
                  </a:cubicBezTo>
                  <a:cubicBezTo>
                    <a:pt x="2607" y="3440"/>
                    <a:pt x="2637" y="3443"/>
                    <a:pt x="2667" y="3443"/>
                  </a:cubicBezTo>
                  <a:cubicBezTo>
                    <a:pt x="2740" y="3443"/>
                    <a:pt x="2811" y="3429"/>
                    <a:pt x="2867" y="3382"/>
                  </a:cubicBezTo>
                  <a:cubicBezTo>
                    <a:pt x="2978" y="3271"/>
                    <a:pt x="2911" y="3071"/>
                    <a:pt x="2800" y="2960"/>
                  </a:cubicBezTo>
                  <a:cubicBezTo>
                    <a:pt x="2644" y="2815"/>
                    <a:pt x="2433" y="2760"/>
                    <a:pt x="2245" y="2671"/>
                  </a:cubicBezTo>
                  <a:cubicBezTo>
                    <a:pt x="2055" y="2570"/>
                    <a:pt x="1878" y="2426"/>
                    <a:pt x="1845" y="2226"/>
                  </a:cubicBezTo>
                  <a:lnTo>
                    <a:pt x="1845" y="2226"/>
                  </a:lnTo>
                  <a:cubicBezTo>
                    <a:pt x="2211" y="2382"/>
                    <a:pt x="2589" y="2526"/>
                    <a:pt x="2966" y="2659"/>
                  </a:cubicBezTo>
                  <a:cubicBezTo>
                    <a:pt x="3054" y="2690"/>
                    <a:pt x="3156" y="2714"/>
                    <a:pt x="3248" y="2714"/>
                  </a:cubicBezTo>
                  <a:cubicBezTo>
                    <a:pt x="3354" y="2714"/>
                    <a:pt x="3447" y="2682"/>
                    <a:pt x="3489" y="2593"/>
                  </a:cubicBezTo>
                  <a:cubicBezTo>
                    <a:pt x="3544" y="2482"/>
                    <a:pt x="3499" y="2360"/>
                    <a:pt x="3433" y="2271"/>
                  </a:cubicBezTo>
                  <a:cubicBezTo>
                    <a:pt x="3166" y="1893"/>
                    <a:pt x="2600" y="1871"/>
                    <a:pt x="2211" y="1604"/>
                  </a:cubicBezTo>
                  <a:cubicBezTo>
                    <a:pt x="2166" y="1571"/>
                    <a:pt x="2122" y="1504"/>
                    <a:pt x="2166" y="1471"/>
                  </a:cubicBezTo>
                  <a:lnTo>
                    <a:pt x="2166" y="1471"/>
                  </a:lnTo>
                  <a:cubicBezTo>
                    <a:pt x="2511" y="1582"/>
                    <a:pt x="2867" y="1704"/>
                    <a:pt x="3211" y="1815"/>
                  </a:cubicBezTo>
                  <a:cubicBezTo>
                    <a:pt x="3319" y="1851"/>
                    <a:pt x="3443" y="1888"/>
                    <a:pt x="3564" y="1888"/>
                  </a:cubicBezTo>
                  <a:cubicBezTo>
                    <a:pt x="3591" y="1888"/>
                    <a:pt x="3618" y="1886"/>
                    <a:pt x="3644" y="1882"/>
                  </a:cubicBezTo>
                  <a:cubicBezTo>
                    <a:pt x="3788" y="1849"/>
                    <a:pt x="3933" y="1726"/>
                    <a:pt x="3911" y="1571"/>
                  </a:cubicBezTo>
                  <a:cubicBezTo>
                    <a:pt x="3899" y="1415"/>
                    <a:pt x="3722" y="1326"/>
                    <a:pt x="3578" y="1271"/>
                  </a:cubicBezTo>
                  <a:cubicBezTo>
                    <a:pt x="3211" y="1116"/>
                    <a:pt x="2833" y="960"/>
                    <a:pt x="2467" y="815"/>
                  </a:cubicBezTo>
                  <a:cubicBezTo>
                    <a:pt x="2489" y="605"/>
                    <a:pt x="2867" y="649"/>
                    <a:pt x="2944" y="460"/>
                  </a:cubicBezTo>
                  <a:cubicBezTo>
                    <a:pt x="2978" y="371"/>
                    <a:pt x="2922" y="260"/>
                    <a:pt x="2844" y="205"/>
                  </a:cubicBezTo>
                  <a:cubicBezTo>
                    <a:pt x="2766" y="160"/>
                    <a:pt x="2667" y="138"/>
                    <a:pt x="2566" y="126"/>
                  </a:cubicBezTo>
                  <a:cubicBezTo>
                    <a:pt x="2230" y="70"/>
                    <a:pt x="1953" y="1"/>
                    <a:pt x="169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61"/>
            <p:cNvSpPr/>
            <p:nvPr/>
          </p:nvSpPr>
          <p:spPr>
            <a:xfrm>
              <a:off x="1944225" y="3539000"/>
              <a:ext cx="7550" cy="7050"/>
            </a:xfrm>
            <a:custGeom>
              <a:avLst/>
              <a:gdLst/>
              <a:ahLst/>
              <a:cxnLst/>
              <a:rect l="l" t="t" r="r" b="b"/>
              <a:pathLst>
                <a:path w="302" h="282" extrusionOk="0">
                  <a:moveTo>
                    <a:pt x="80" y="1"/>
                  </a:moveTo>
                  <a:cubicBezTo>
                    <a:pt x="46" y="68"/>
                    <a:pt x="24" y="134"/>
                    <a:pt x="13" y="212"/>
                  </a:cubicBezTo>
                  <a:cubicBezTo>
                    <a:pt x="1" y="267"/>
                    <a:pt x="12" y="282"/>
                    <a:pt x="34" y="282"/>
                  </a:cubicBezTo>
                  <a:cubicBezTo>
                    <a:pt x="52" y="282"/>
                    <a:pt x="77" y="272"/>
                    <a:pt x="102" y="268"/>
                  </a:cubicBezTo>
                  <a:cubicBezTo>
                    <a:pt x="157" y="245"/>
                    <a:pt x="213" y="223"/>
                    <a:pt x="280" y="212"/>
                  </a:cubicBezTo>
                  <a:cubicBezTo>
                    <a:pt x="290" y="201"/>
                    <a:pt x="302" y="201"/>
                    <a:pt x="302" y="179"/>
                  </a:cubicBezTo>
                  <a:lnTo>
                    <a:pt x="290" y="167"/>
                  </a:lnTo>
                  <a:cubicBezTo>
                    <a:pt x="235" y="90"/>
                    <a:pt x="157" y="34"/>
                    <a:pt x="80"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61"/>
            <p:cNvSpPr/>
            <p:nvPr/>
          </p:nvSpPr>
          <p:spPr>
            <a:xfrm>
              <a:off x="1966325" y="3524825"/>
              <a:ext cx="7675" cy="7075"/>
            </a:xfrm>
            <a:custGeom>
              <a:avLst/>
              <a:gdLst/>
              <a:ahLst/>
              <a:cxnLst/>
              <a:rect l="l" t="t" r="r" b="b"/>
              <a:pathLst>
                <a:path w="307" h="283" extrusionOk="0">
                  <a:moveTo>
                    <a:pt x="73" y="1"/>
                  </a:moveTo>
                  <a:cubicBezTo>
                    <a:pt x="51" y="68"/>
                    <a:pt x="28" y="134"/>
                    <a:pt x="6" y="212"/>
                  </a:cubicBezTo>
                  <a:cubicBezTo>
                    <a:pt x="0" y="268"/>
                    <a:pt x="11" y="282"/>
                    <a:pt x="32" y="282"/>
                  </a:cubicBezTo>
                  <a:cubicBezTo>
                    <a:pt x="48" y="282"/>
                    <a:pt x="70" y="273"/>
                    <a:pt x="95" y="268"/>
                  </a:cubicBezTo>
                  <a:cubicBezTo>
                    <a:pt x="162" y="245"/>
                    <a:pt x="218" y="223"/>
                    <a:pt x="273" y="201"/>
                  </a:cubicBezTo>
                  <a:cubicBezTo>
                    <a:pt x="284" y="201"/>
                    <a:pt x="306" y="190"/>
                    <a:pt x="295" y="179"/>
                  </a:cubicBezTo>
                  <a:lnTo>
                    <a:pt x="295" y="168"/>
                  </a:lnTo>
                  <a:cubicBezTo>
                    <a:pt x="228" y="90"/>
                    <a:pt x="151" y="35"/>
                    <a:pt x="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61"/>
            <p:cNvSpPr/>
            <p:nvPr/>
          </p:nvSpPr>
          <p:spPr>
            <a:xfrm>
              <a:off x="1982150" y="3505950"/>
              <a:ext cx="7400" cy="6900"/>
            </a:xfrm>
            <a:custGeom>
              <a:avLst/>
              <a:gdLst/>
              <a:ahLst/>
              <a:cxnLst/>
              <a:rect l="l" t="t" r="r" b="b"/>
              <a:pathLst>
                <a:path w="296" h="276" extrusionOk="0">
                  <a:moveTo>
                    <a:pt x="73" y="1"/>
                  </a:moveTo>
                  <a:lnTo>
                    <a:pt x="7" y="201"/>
                  </a:lnTo>
                  <a:cubicBezTo>
                    <a:pt x="0" y="258"/>
                    <a:pt x="12" y="275"/>
                    <a:pt x="34" y="275"/>
                  </a:cubicBezTo>
                  <a:cubicBezTo>
                    <a:pt x="50" y="275"/>
                    <a:pt x="72" y="266"/>
                    <a:pt x="96" y="257"/>
                  </a:cubicBezTo>
                  <a:cubicBezTo>
                    <a:pt x="162" y="245"/>
                    <a:pt x="217" y="223"/>
                    <a:pt x="273" y="201"/>
                  </a:cubicBezTo>
                  <a:cubicBezTo>
                    <a:pt x="284" y="201"/>
                    <a:pt x="296" y="190"/>
                    <a:pt x="296" y="178"/>
                  </a:cubicBezTo>
                  <a:cubicBezTo>
                    <a:pt x="296" y="168"/>
                    <a:pt x="296" y="168"/>
                    <a:pt x="284" y="156"/>
                  </a:cubicBezTo>
                  <a:cubicBezTo>
                    <a:pt x="229" y="89"/>
                    <a:pt x="151" y="34"/>
                    <a:pt x="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61"/>
            <p:cNvSpPr/>
            <p:nvPr/>
          </p:nvSpPr>
          <p:spPr>
            <a:xfrm>
              <a:off x="1990050" y="3483725"/>
              <a:ext cx="7550" cy="7075"/>
            </a:xfrm>
            <a:custGeom>
              <a:avLst/>
              <a:gdLst/>
              <a:ahLst/>
              <a:cxnLst/>
              <a:rect l="l" t="t" r="r" b="b"/>
              <a:pathLst>
                <a:path w="302" h="283" extrusionOk="0">
                  <a:moveTo>
                    <a:pt x="79" y="1"/>
                  </a:moveTo>
                  <a:cubicBezTo>
                    <a:pt x="46" y="68"/>
                    <a:pt x="24" y="134"/>
                    <a:pt x="12" y="212"/>
                  </a:cubicBezTo>
                  <a:cubicBezTo>
                    <a:pt x="0" y="268"/>
                    <a:pt x="8" y="282"/>
                    <a:pt x="29" y="282"/>
                  </a:cubicBezTo>
                  <a:cubicBezTo>
                    <a:pt x="46" y="282"/>
                    <a:pt x="72" y="273"/>
                    <a:pt x="101" y="267"/>
                  </a:cubicBezTo>
                  <a:cubicBezTo>
                    <a:pt x="157" y="245"/>
                    <a:pt x="212" y="223"/>
                    <a:pt x="279" y="212"/>
                  </a:cubicBezTo>
                  <a:cubicBezTo>
                    <a:pt x="291" y="201"/>
                    <a:pt x="301" y="201"/>
                    <a:pt x="301" y="179"/>
                  </a:cubicBezTo>
                  <a:lnTo>
                    <a:pt x="291" y="168"/>
                  </a:lnTo>
                  <a:cubicBezTo>
                    <a:pt x="224" y="90"/>
                    <a:pt x="157" y="35"/>
                    <a:pt x="79"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61"/>
            <p:cNvSpPr/>
            <p:nvPr/>
          </p:nvSpPr>
          <p:spPr>
            <a:xfrm>
              <a:off x="1966750" y="3454850"/>
              <a:ext cx="6950" cy="7100"/>
            </a:xfrm>
            <a:custGeom>
              <a:avLst/>
              <a:gdLst/>
              <a:ahLst/>
              <a:cxnLst/>
              <a:rect l="l" t="t" r="r" b="b"/>
              <a:pathLst>
                <a:path w="278" h="284" extrusionOk="0">
                  <a:moveTo>
                    <a:pt x="1" y="1"/>
                  </a:moveTo>
                  <a:cubicBezTo>
                    <a:pt x="1" y="67"/>
                    <a:pt x="1" y="145"/>
                    <a:pt x="23" y="223"/>
                  </a:cubicBezTo>
                  <a:cubicBezTo>
                    <a:pt x="28" y="268"/>
                    <a:pt x="39" y="284"/>
                    <a:pt x="54" y="284"/>
                  </a:cubicBezTo>
                  <a:cubicBezTo>
                    <a:pt x="73" y="284"/>
                    <a:pt x="98" y="259"/>
                    <a:pt x="122" y="234"/>
                  </a:cubicBezTo>
                  <a:cubicBezTo>
                    <a:pt x="167" y="201"/>
                    <a:pt x="211" y="156"/>
                    <a:pt x="267" y="112"/>
                  </a:cubicBezTo>
                  <a:cubicBezTo>
                    <a:pt x="278" y="112"/>
                    <a:pt x="278" y="101"/>
                    <a:pt x="278" y="89"/>
                  </a:cubicBezTo>
                  <a:lnTo>
                    <a:pt x="256" y="67"/>
                  </a:lnTo>
                  <a:cubicBezTo>
                    <a:pt x="178" y="23"/>
                    <a:pt x="89" y="1"/>
                    <a:pt x="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2" name="Google Shape;2102;p61"/>
          <p:cNvSpPr/>
          <p:nvPr/>
        </p:nvSpPr>
        <p:spPr>
          <a:xfrm>
            <a:off x="640926" y="4543550"/>
            <a:ext cx="3110249" cy="425526"/>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2103" name="Google Shape;2103;p61"/>
          <p:cNvSpPr txBox="1">
            <a:spLocks noGrp="1"/>
          </p:cNvSpPr>
          <p:nvPr>
            <p:ph type="subTitle" idx="1"/>
          </p:nvPr>
        </p:nvSpPr>
        <p:spPr>
          <a:xfrm>
            <a:off x="676125" y="4638900"/>
            <a:ext cx="3039600" cy="234600"/>
          </a:xfrm>
          <a:prstGeom prst="rect">
            <a:avLst/>
          </a:prstGeom>
        </p:spPr>
        <p:txBody>
          <a:bodyPr spcFirstLastPara="1" wrap="square" lIns="91425" tIns="91425" rIns="91425" bIns="91425" anchor="ctr" anchorCtr="0">
            <a:noAutofit/>
          </a:bodyPr>
          <a:lstStyle/>
          <a:p>
            <a:pPr marL="0" lvl="0" indent="0" algn="ctr" rtl="0">
              <a:lnSpc>
                <a:spcPct val="90000"/>
              </a:lnSpc>
              <a:spcBef>
                <a:spcPts val="0"/>
              </a:spcBef>
              <a:spcAft>
                <a:spcPts val="0"/>
              </a:spcAft>
              <a:buNone/>
            </a:pPr>
            <a:r>
              <a:rPr lang="en" sz="1800"/>
              <a:t>Bigfoot sasquatch is his bff!!</a:t>
            </a:r>
            <a:endParaRPr sz="18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107"/>
        <p:cNvGrpSpPr/>
        <p:nvPr/>
      </p:nvGrpSpPr>
      <p:grpSpPr>
        <a:xfrm>
          <a:off x="0" y="0"/>
          <a:ext cx="0" cy="0"/>
          <a:chOff x="0" y="0"/>
          <a:chExt cx="0" cy="0"/>
        </a:xfrm>
      </p:grpSpPr>
      <p:grpSp>
        <p:nvGrpSpPr>
          <p:cNvPr id="2108" name="Google Shape;2108;p62"/>
          <p:cNvGrpSpPr/>
          <p:nvPr/>
        </p:nvGrpSpPr>
        <p:grpSpPr>
          <a:xfrm>
            <a:off x="-730263" y="2052048"/>
            <a:ext cx="10478571" cy="3091527"/>
            <a:chOff x="-730263" y="2052048"/>
            <a:chExt cx="10478571" cy="3091527"/>
          </a:xfrm>
        </p:grpSpPr>
        <p:sp>
          <p:nvSpPr>
            <p:cNvPr id="2109" name="Google Shape;2109;p62"/>
            <p:cNvSpPr/>
            <p:nvPr/>
          </p:nvSpPr>
          <p:spPr>
            <a:xfrm>
              <a:off x="0" y="4003275"/>
              <a:ext cx="9144000" cy="11403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10" name="Google Shape;2110;p62"/>
            <p:cNvGrpSpPr/>
            <p:nvPr/>
          </p:nvGrpSpPr>
          <p:grpSpPr>
            <a:xfrm flipH="1">
              <a:off x="8352686" y="2052048"/>
              <a:ext cx="1395623" cy="2099697"/>
              <a:chOff x="7256414" y="1350800"/>
              <a:chExt cx="2327978" cy="3502413"/>
            </a:xfrm>
          </p:grpSpPr>
          <p:sp>
            <p:nvSpPr>
              <p:cNvPr id="2111" name="Google Shape;2111;p62"/>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62"/>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62"/>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62"/>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62"/>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62"/>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62"/>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62"/>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62"/>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62"/>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62"/>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62"/>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62"/>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62"/>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62"/>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62"/>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62"/>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8" name="Google Shape;2128;p62"/>
            <p:cNvGrpSpPr/>
            <p:nvPr/>
          </p:nvGrpSpPr>
          <p:grpSpPr>
            <a:xfrm flipH="1">
              <a:off x="-730263" y="2075193"/>
              <a:ext cx="1611774" cy="2044652"/>
              <a:chOff x="-705675" y="1389407"/>
              <a:chExt cx="2688530" cy="3410596"/>
            </a:xfrm>
          </p:grpSpPr>
          <p:sp>
            <p:nvSpPr>
              <p:cNvPr id="2129" name="Google Shape;2129;p62"/>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62"/>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62"/>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62"/>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62"/>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62"/>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62"/>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62"/>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62"/>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62"/>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62"/>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62"/>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62"/>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62"/>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62"/>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62"/>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62"/>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146" name="Google Shape;2146;p62"/>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grpSp>
        <p:nvGrpSpPr>
          <p:cNvPr id="2147" name="Google Shape;2147;p62"/>
          <p:cNvGrpSpPr/>
          <p:nvPr/>
        </p:nvGrpSpPr>
        <p:grpSpPr>
          <a:xfrm>
            <a:off x="720047" y="2173800"/>
            <a:ext cx="1500708" cy="1896402"/>
            <a:chOff x="3467550" y="2991625"/>
            <a:chExt cx="627675" cy="793175"/>
          </a:xfrm>
        </p:grpSpPr>
        <p:sp>
          <p:nvSpPr>
            <p:cNvPr id="2148" name="Google Shape;2148;p62"/>
            <p:cNvSpPr/>
            <p:nvPr/>
          </p:nvSpPr>
          <p:spPr>
            <a:xfrm>
              <a:off x="3872750" y="3674175"/>
              <a:ext cx="222475" cy="110625"/>
            </a:xfrm>
            <a:custGeom>
              <a:avLst/>
              <a:gdLst/>
              <a:ahLst/>
              <a:cxnLst/>
              <a:rect l="l" t="t" r="r" b="b"/>
              <a:pathLst>
                <a:path w="8899" h="4425" extrusionOk="0">
                  <a:moveTo>
                    <a:pt x="2062" y="1"/>
                  </a:moveTo>
                  <a:cubicBezTo>
                    <a:pt x="1779" y="1"/>
                    <a:pt x="1530" y="99"/>
                    <a:pt x="1355" y="426"/>
                  </a:cubicBezTo>
                  <a:cubicBezTo>
                    <a:pt x="933" y="1193"/>
                    <a:pt x="555" y="1981"/>
                    <a:pt x="156" y="2770"/>
                  </a:cubicBezTo>
                  <a:cubicBezTo>
                    <a:pt x="100" y="2870"/>
                    <a:pt x="44" y="2992"/>
                    <a:pt x="22" y="3114"/>
                  </a:cubicBezTo>
                  <a:cubicBezTo>
                    <a:pt x="0" y="3348"/>
                    <a:pt x="156" y="3570"/>
                    <a:pt x="356" y="3692"/>
                  </a:cubicBezTo>
                  <a:cubicBezTo>
                    <a:pt x="555" y="3825"/>
                    <a:pt x="789" y="3869"/>
                    <a:pt x="1022" y="3892"/>
                  </a:cubicBezTo>
                  <a:cubicBezTo>
                    <a:pt x="1306" y="3926"/>
                    <a:pt x="1588" y="3937"/>
                    <a:pt x="1869" y="3937"/>
                  </a:cubicBezTo>
                  <a:cubicBezTo>
                    <a:pt x="2370" y="3937"/>
                    <a:pt x="2868" y="3902"/>
                    <a:pt x="3371" y="3902"/>
                  </a:cubicBezTo>
                  <a:cubicBezTo>
                    <a:pt x="3417" y="3902"/>
                    <a:pt x="3464" y="3903"/>
                    <a:pt x="3510" y="3903"/>
                  </a:cubicBezTo>
                  <a:cubicBezTo>
                    <a:pt x="4522" y="3925"/>
                    <a:pt x="5466" y="4247"/>
                    <a:pt x="6455" y="4380"/>
                  </a:cubicBezTo>
                  <a:cubicBezTo>
                    <a:pt x="6716" y="4414"/>
                    <a:pt x="6977" y="4425"/>
                    <a:pt x="7238" y="4425"/>
                  </a:cubicBezTo>
                  <a:cubicBezTo>
                    <a:pt x="7499" y="4425"/>
                    <a:pt x="7760" y="4414"/>
                    <a:pt x="8021" y="4403"/>
                  </a:cubicBezTo>
                  <a:cubicBezTo>
                    <a:pt x="8254" y="4380"/>
                    <a:pt x="8532" y="4358"/>
                    <a:pt x="8687" y="4180"/>
                  </a:cubicBezTo>
                  <a:cubicBezTo>
                    <a:pt x="8899" y="3925"/>
                    <a:pt x="8765" y="3514"/>
                    <a:pt x="8499" y="3314"/>
                  </a:cubicBezTo>
                  <a:cubicBezTo>
                    <a:pt x="8243" y="3126"/>
                    <a:pt x="7899" y="3081"/>
                    <a:pt x="7566" y="3037"/>
                  </a:cubicBezTo>
                  <a:cubicBezTo>
                    <a:pt x="5110" y="2703"/>
                    <a:pt x="4710" y="2070"/>
                    <a:pt x="2233" y="2003"/>
                  </a:cubicBezTo>
                  <a:cubicBezTo>
                    <a:pt x="2433" y="1381"/>
                    <a:pt x="2678" y="759"/>
                    <a:pt x="2944" y="159"/>
                  </a:cubicBezTo>
                  <a:cubicBezTo>
                    <a:pt x="2643" y="93"/>
                    <a:pt x="2337" y="1"/>
                    <a:pt x="206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62"/>
            <p:cNvSpPr/>
            <p:nvPr/>
          </p:nvSpPr>
          <p:spPr>
            <a:xfrm>
              <a:off x="3815825" y="3402675"/>
              <a:ext cx="216075" cy="314100"/>
            </a:xfrm>
            <a:custGeom>
              <a:avLst/>
              <a:gdLst/>
              <a:ahLst/>
              <a:cxnLst/>
              <a:rect l="l" t="t" r="r" b="b"/>
              <a:pathLst>
                <a:path w="8643" h="12564" extrusionOk="0">
                  <a:moveTo>
                    <a:pt x="1724" y="1"/>
                  </a:moveTo>
                  <a:cubicBezTo>
                    <a:pt x="1388" y="1"/>
                    <a:pt x="1067" y="117"/>
                    <a:pt x="778" y="399"/>
                  </a:cubicBezTo>
                  <a:cubicBezTo>
                    <a:pt x="200" y="966"/>
                    <a:pt x="0" y="1899"/>
                    <a:pt x="178" y="2677"/>
                  </a:cubicBezTo>
                  <a:cubicBezTo>
                    <a:pt x="422" y="3677"/>
                    <a:pt x="1077" y="4509"/>
                    <a:pt x="1722" y="5309"/>
                  </a:cubicBezTo>
                  <a:cubicBezTo>
                    <a:pt x="1800" y="5032"/>
                    <a:pt x="1810" y="4721"/>
                    <a:pt x="1744" y="4432"/>
                  </a:cubicBezTo>
                  <a:lnTo>
                    <a:pt x="1744" y="4432"/>
                  </a:lnTo>
                  <a:cubicBezTo>
                    <a:pt x="2766" y="5543"/>
                    <a:pt x="4010" y="6432"/>
                    <a:pt x="5399" y="7020"/>
                  </a:cubicBezTo>
                  <a:cubicBezTo>
                    <a:pt x="4621" y="8553"/>
                    <a:pt x="3733" y="10031"/>
                    <a:pt x="2733" y="11431"/>
                  </a:cubicBezTo>
                  <a:cubicBezTo>
                    <a:pt x="3099" y="11319"/>
                    <a:pt x="3477" y="11208"/>
                    <a:pt x="3855" y="11097"/>
                  </a:cubicBezTo>
                  <a:lnTo>
                    <a:pt x="3855" y="11097"/>
                  </a:lnTo>
                  <a:cubicBezTo>
                    <a:pt x="3844" y="11308"/>
                    <a:pt x="3844" y="11508"/>
                    <a:pt x="3844" y="11719"/>
                  </a:cubicBezTo>
                  <a:cubicBezTo>
                    <a:pt x="4177" y="11597"/>
                    <a:pt x="4510" y="11486"/>
                    <a:pt x="4844" y="11364"/>
                  </a:cubicBezTo>
                  <a:cubicBezTo>
                    <a:pt x="4921" y="11764"/>
                    <a:pt x="5010" y="12164"/>
                    <a:pt x="5088" y="12564"/>
                  </a:cubicBezTo>
                  <a:cubicBezTo>
                    <a:pt x="5332" y="12308"/>
                    <a:pt x="5577" y="12041"/>
                    <a:pt x="5821" y="11774"/>
                  </a:cubicBezTo>
                  <a:cubicBezTo>
                    <a:pt x="5876" y="11919"/>
                    <a:pt x="5932" y="12053"/>
                    <a:pt x="5999" y="12197"/>
                  </a:cubicBezTo>
                  <a:cubicBezTo>
                    <a:pt x="6921" y="10653"/>
                    <a:pt x="7565" y="8942"/>
                    <a:pt x="7887" y="7165"/>
                  </a:cubicBezTo>
                  <a:cubicBezTo>
                    <a:pt x="7976" y="7398"/>
                    <a:pt x="8076" y="7631"/>
                    <a:pt x="8165" y="7864"/>
                  </a:cubicBezTo>
                  <a:cubicBezTo>
                    <a:pt x="8510" y="7042"/>
                    <a:pt x="8199" y="6376"/>
                    <a:pt x="7987" y="5820"/>
                  </a:cubicBezTo>
                  <a:lnTo>
                    <a:pt x="7987" y="5820"/>
                  </a:lnTo>
                  <a:cubicBezTo>
                    <a:pt x="8120" y="6054"/>
                    <a:pt x="8298" y="6264"/>
                    <a:pt x="8498" y="6454"/>
                  </a:cubicBezTo>
                  <a:cubicBezTo>
                    <a:pt x="8643" y="6042"/>
                    <a:pt x="8332" y="5632"/>
                    <a:pt x="8043" y="5309"/>
                  </a:cubicBezTo>
                  <a:cubicBezTo>
                    <a:pt x="7121" y="4299"/>
                    <a:pt x="6121" y="3376"/>
                    <a:pt x="5177" y="2399"/>
                  </a:cubicBezTo>
                  <a:cubicBezTo>
                    <a:pt x="4465" y="1661"/>
                    <a:pt x="2991" y="1"/>
                    <a:pt x="172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62"/>
            <p:cNvSpPr/>
            <p:nvPr/>
          </p:nvSpPr>
          <p:spPr>
            <a:xfrm>
              <a:off x="3892725" y="3445975"/>
              <a:ext cx="15325" cy="14200"/>
            </a:xfrm>
            <a:custGeom>
              <a:avLst/>
              <a:gdLst/>
              <a:ahLst/>
              <a:cxnLst/>
              <a:rect l="l" t="t" r="r" b="b"/>
              <a:pathLst>
                <a:path w="613" h="568" extrusionOk="0">
                  <a:moveTo>
                    <a:pt x="1" y="0"/>
                  </a:moveTo>
                  <a:lnTo>
                    <a:pt x="1" y="0"/>
                  </a:lnTo>
                  <a:cubicBezTo>
                    <a:pt x="68" y="145"/>
                    <a:pt x="156" y="244"/>
                    <a:pt x="257" y="345"/>
                  </a:cubicBezTo>
                  <a:cubicBezTo>
                    <a:pt x="356" y="434"/>
                    <a:pt x="467" y="523"/>
                    <a:pt x="612" y="567"/>
                  </a:cubicBezTo>
                  <a:cubicBezTo>
                    <a:pt x="556" y="422"/>
                    <a:pt x="467" y="323"/>
                    <a:pt x="368" y="222"/>
                  </a:cubicBezTo>
                  <a:cubicBezTo>
                    <a:pt x="257" y="133"/>
                    <a:pt x="146" y="45"/>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62"/>
            <p:cNvSpPr/>
            <p:nvPr/>
          </p:nvSpPr>
          <p:spPr>
            <a:xfrm>
              <a:off x="3876625" y="3478475"/>
              <a:ext cx="9750" cy="11675"/>
            </a:xfrm>
            <a:custGeom>
              <a:avLst/>
              <a:gdLst/>
              <a:ahLst/>
              <a:cxnLst/>
              <a:rect l="l" t="t" r="r" b="b"/>
              <a:pathLst>
                <a:path w="390" h="467" extrusionOk="0">
                  <a:moveTo>
                    <a:pt x="1" y="0"/>
                  </a:moveTo>
                  <a:cubicBezTo>
                    <a:pt x="12" y="122"/>
                    <a:pt x="67" y="211"/>
                    <a:pt x="134" y="289"/>
                  </a:cubicBezTo>
                  <a:cubicBezTo>
                    <a:pt x="201" y="356"/>
                    <a:pt x="279" y="433"/>
                    <a:pt x="390" y="467"/>
                  </a:cubicBezTo>
                  <a:cubicBezTo>
                    <a:pt x="378" y="344"/>
                    <a:pt x="323" y="267"/>
                    <a:pt x="257" y="189"/>
                  </a:cubicBezTo>
                  <a:cubicBezTo>
                    <a:pt x="190" y="111"/>
                    <a:pt x="112" y="45"/>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62"/>
            <p:cNvSpPr/>
            <p:nvPr/>
          </p:nvSpPr>
          <p:spPr>
            <a:xfrm>
              <a:off x="3953825" y="3493175"/>
              <a:ext cx="6975" cy="9475"/>
            </a:xfrm>
            <a:custGeom>
              <a:avLst/>
              <a:gdLst/>
              <a:ahLst/>
              <a:cxnLst/>
              <a:rect l="l" t="t" r="r" b="b"/>
              <a:pathLst>
                <a:path w="279" h="379" extrusionOk="0">
                  <a:moveTo>
                    <a:pt x="12" y="1"/>
                  </a:moveTo>
                  <a:cubicBezTo>
                    <a:pt x="1" y="101"/>
                    <a:pt x="35" y="168"/>
                    <a:pt x="79" y="234"/>
                  </a:cubicBezTo>
                  <a:cubicBezTo>
                    <a:pt x="123" y="301"/>
                    <a:pt x="179" y="345"/>
                    <a:pt x="267" y="378"/>
                  </a:cubicBezTo>
                  <a:cubicBezTo>
                    <a:pt x="279" y="279"/>
                    <a:pt x="245" y="212"/>
                    <a:pt x="212" y="145"/>
                  </a:cubicBezTo>
                  <a:cubicBezTo>
                    <a:pt x="168" y="79"/>
                    <a:pt x="112" y="34"/>
                    <a:pt x="1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62"/>
            <p:cNvSpPr/>
            <p:nvPr/>
          </p:nvSpPr>
          <p:spPr>
            <a:xfrm>
              <a:off x="3962175" y="3521500"/>
              <a:ext cx="12525" cy="16975"/>
            </a:xfrm>
            <a:custGeom>
              <a:avLst/>
              <a:gdLst/>
              <a:ahLst/>
              <a:cxnLst/>
              <a:rect l="l" t="t" r="r" b="b"/>
              <a:pathLst>
                <a:path w="501" h="679" extrusionOk="0">
                  <a:moveTo>
                    <a:pt x="0" y="1"/>
                  </a:moveTo>
                  <a:lnTo>
                    <a:pt x="0" y="1"/>
                  </a:lnTo>
                  <a:cubicBezTo>
                    <a:pt x="34" y="146"/>
                    <a:pt x="101" y="267"/>
                    <a:pt x="189" y="390"/>
                  </a:cubicBezTo>
                  <a:cubicBezTo>
                    <a:pt x="267" y="501"/>
                    <a:pt x="367" y="601"/>
                    <a:pt x="500" y="679"/>
                  </a:cubicBezTo>
                  <a:cubicBezTo>
                    <a:pt x="467" y="523"/>
                    <a:pt x="389" y="401"/>
                    <a:pt x="311" y="290"/>
                  </a:cubicBezTo>
                  <a:cubicBezTo>
                    <a:pt x="222" y="178"/>
                    <a:pt x="133" y="79"/>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62"/>
            <p:cNvSpPr/>
            <p:nvPr/>
          </p:nvSpPr>
          <p:spPr>
            <a:xfrm>
              <a:off x="3986350" y="3529825"/>
              <a:ext cx="9450" cy="15325"/>
            </a:xfrm>
            <a:custGeom>
              <a:avLst/>
              <a:gdLst/>
              <a:ahLst/>
              <a:cxnLst/>
              <a:rect l="l" t="t" r="r" b="b"/>
              <a:pathLst>
                <a:path w="378" h="613" extrusionOk="0">
                  <a:moveTo>
                    <a:pt x="0" y="1"/>
                  </a:moveTo>
                  <a:lnTo>
                    <a:pt x="0" y="1"/>
                  </a:lnTo>
                  <a:cubicBezTo>
                    <a:pt x="11" y="134"/>
                    <a:pt x="55" y="245"/>
                    <a:pt x="122" y="346"/>
                  </a:cubicBezTo>
                  <a:cubicBezTo>
                    <a:pt x="188" y="445"/>
                    <a:pt x="255" y="546"/>
                    <a:pt x="378" y="612"/>
                  </a:cubicBezTo>
                  <a:cubicBezTo>
                    <a:pt x="366" y="479"/>
                    <a:pt x="311" y="368"/>
                    <a:pt x="255" y="268"/>
                  </a:cubicBezTo>
                  <a:cubicBezTo>
                    <a:pt x="188" y="168"/>
                    <a:pt x="111" y="68"/>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62"/>
            <p:cNvSpPr/>
            <p:nvPr/>
          </p:nvSpPr>
          <p:spPr>
            <a:xfrm>
              <a:off x="3998275" y="3565125"/>
              <a:ext cx="4200" cy="14725"/>
            </a:xfrm>
            <a:custGeom>
              <a:avLst/>
              <a:gdLst/>
              <a:ahLst/>
              <a:cxnLst/>
              <a:rect l="l" t="t" r="r" b="b"/>
              <a:pathLst>
                <a:path w="168" h="589" extrusionOk="0">
                  <a:moveTo>
                    <a:pt x="56" y="0"/>
                  </a:moveTo>
                  <a:cubicBezTo>
                    <a:pt x="0" y="100"/>
                    <a:pt x="0" y="200"/>
                    <a:pt x="12" y="300"/>
                  </a:cubicBezTo>
                  <a:cubicBezTo>
                    <a:pt x="22" y="400"/>
                    <a:pt x="45" y="500"/>
                    <a:pt x="111" y="589"/>
                  </a:cubicBezTo>
                  <a:cubicBezTo>
                    <a:pt x="167" y="489"/>
                    <a:pt x="167" y="389"/>
                    <a:pt x="167" y="289"/>
                  </a:cubicBezTo>
                  <a:cubicBezTo>
                    <a:pt x="156" y="189"/>
                    <a:pt x="123" y="89"/>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62"/>
            <p:cNvSpPr/>
            <p:nvPr/>
          </p:nvSpPr>
          <p:spPr>
            <a:xfrm>
              <a:off x="3467550" y="3674175"/>
              <a:ext cx="222475" cy="110625"/>
            </a:xfrm>
            <a:custGeom>
              <a:avLst/>
              <a:gdLst/>
              <a:ahLst/>
              <a:cxnLst/>
              <a:rect l="l" t="t" r="r" b="b"/>
              <a:pathLst>
                <a:path w="8899" h="4425" extrusionOk="0">
                  <a:moveTo>
                    <a:pt x="6847" y="1"/>
                  </a:moveTo>
                  <a:cubicBezTo>
                    <a:pt x="6571" y="1"/>
                    <a:pt x="6262" y="93"/>
                    <a:pt x="5955" y="159"/>
                  </a:cubicBezTo>
                  <a:cubicBezTo>
                    <a:pt x="6232" y="759"/>
                    <a:pt x="6466" y="1381"/>
                    <a:pt x="6677" y="2003"/>
                  </a:cubicBezTo>
                  <a:cubicBezTo>
                    <a:pt x="4200" y="2070"/>
                    <a:pt x="3788" y="2703"/>
                    <a:pt x="1334" y="3037"/>
                  </a:cubicBezTo>
                  <a:cubicBezTo>
                    <a:pt x="1011" y="3081"/>
                    <a:pt x="667" y="3126"/>
                    <a:pt x="401" y="3314"/>
                  </a:cubicBezTo>
                  <a:cubicBezTo>
                    <a:pt x="134" y="3514"/>
                    <a:pt x="1" y="3925"/>
                    <a:pt x="223" y="4180"/>
                  </a:cubicBezTo>
                  <a:cubicBezTo>
                    <a:pt x="378" y="4358"/>
                    <a:pt x="645" y="4380"/>
                    <a:pt x="889" y="4403"/>
                  </a:cubicBezTo>
                  <a:cubicBezTo>
                    <a:pt x="1150" y="4414"/>
                    <a:pt x="1411" y="4425"/>
                    <a:pt x="1671" y="4425"/>
                  </a:cubicBezTo>
                  <a:cubicBezTo>
                    <a:pt x="1931" y="4425"/>
                    <a:pt x="2189" y="4414"/>
                    <a:pt x="2445" y="4380"/>
                  </a:cubicBezTo>
                  <a:cubicBezTo>
                    <a:pt x="3444" y="4247"/>
                    <a:pt x="4378" y="3925"/>
                    <a:pt x="5388" y="3903"/>
                  </a:cubicBezTo>
                  <a:cubicBezTo>
                    <a:pt x="5435" y="3903"/>
                    <a:pt x="5481" y="3902"/>
                    <a:pt x="5528" y="3902"/>
                  </a:cubicBezTo>
                  <a:cubicBezTo>
                    <a:pt x="6031" y="3902"/>
                    <a:pt x="6535" y="3937"/>
                    <a:pt x="7038" y="3937"/>
                  </a:cubicBezTo>
                  <a:cubicBezTo>
                    <a:pt x="7321" y="3937"/>
                    <a:pt x="7605" y="3926"/>
                    <a:pt x="7888" y="3892"/>
                  </a:cubicBezTo>
                  <a:cubicBezTo>
                    <a:pt x="8121" y="3869"/>
                    <a:pt x="8355" y="3825"/>
                    <a:pt x="8555" y="3692"/>
                  </a:cubicBezTo>
                  <a:cubicBezTo>
                    <a:pt x="8754" y="3570"/>
                    <a:pt x="8898" y="3348"/>
                    <a:pt x="8876" y="3114"/>
                  </a:cubicBezTo>
                  <a:cubicBezTo>
                    <a:pt x="8866" y="2992"/>
                    <a:pt x="8810" y="2870"/>
                    <a:pt x="8754" y="2770"/>
                  </a:cubicBezTo>
                  <a:cubicBezTo>
                    <a:pt x="8355" y="1981"/>
                    <a:pt x="7977" y="1193"/>
                    <a:pt x="7555" y="426"/>
                  </a:cubicBezTo>
                  <a:cubicBezTo>
                    <a:pt x="7380" y="99"/>
                    <a:pt x="7131" y="1"/>
                    <a:pt x="6847"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62"/>
            <p:cNvSpPr/>
            <p:nvPr/>
          </p:nvSpPr>
          <p:spPr>
            <a:xfrm>
              <a:off x="3531150" y="3402675"/>
              <a:ext cx="216075" cy="314100"/>
            </a:xfrm>
            <a:custGeom>
              <a:avLst/>
              <a:gdLst/>
              <a:ahLst/>
              <a:cxnLst/>
              <a:rect l="l" t="t" r="r" b="b"/>
              <a:pathLst>
                <a:path w="8643" h="12564" extrusionOk="0">
                  <a:moveTo>
                    <a:pt x="6914" y="1"/>
                  </a:moveTo>
                  <a:cubicBezTo>
                    <a:pt x="5642" y="1"/>
                    <a:pt x="4169" y="1661"/>
                    <a:pt x="3466" y="2399"/>
                  </a:cubicBezTo>
                  <a:cubicBezTo>
                    <a:pt x="2522" y="3376"/>
                    <a:pt x="1511" y="4299"/>
                    <a:pt x="589" y="5309"/>
                  </a:cubicBezTo>
                  <a:cubicBezTo>
                    <a:pt x="301" y="5632"/>
                    <a:pt x="0" y="6042"/>
                    <a:pt x="145" y="6454"/>
                  </a:cubicBezTo>
                  <a:cubicBezTo>
                    <a:pt x="345" y="6264"/>
                    <a:pt x="511" y="6054"/>
                    <a:pt x="656" y="5820"/>
                  </a:cubicBezTo>
                  <a:lnTo>
                    <a:pt x="656" y="5820"/>
                  </a:lnTo>
                  <a:cubicBezTo>
                    <a:pt x="434" y="6376"/>
                    <a:pt x="134" y="7042"/>
                    <a:pt x="478" y="7864"/>
                  </a:cubicBezTo>
                  <a:cubicBezTo>
                    <a:pt x="567" y="7631"/>
                    <a:pt x="656" y="7398"/>
                    <a:pt x="756" y="7165"/>
                  </a:cubicBezTo>
                  <a:cubicBezTo>
                    <a:pt x="1078" y="8942"/>
                    <a:pt x="1723" y="10653"/>
                    <a:pt x="2644" y="12197"/>
                  </a:cubicBezTo>
                  <a:cubicBezTo>
                    <a:pt x="2700" y="12053"/>
                    <a:pt x="2755" y="11919"/>
                    <a:pt x="2811" y="11774"/>
                  </a:cubicBezTo>
                  <a:cubicBezTo>
                    <a:pt x="3056" y="12041"/>
                    <a:pt x="3300" y="12308"/>
                    <a:pt x="3544" y="12564"/>
                  </a:cubicBezTo>
                  <a:cubicBezTo>
                    <a:pt x="3633" y="12164"/>
                    <a:pt x="3711" y="11764"/>
                    <a:pt x="3799" y="11364"/>
                  </a:cubicBezTo>
                  <a:cubicBezTo>
                    <a:pt x="4133" y="11486"/>
                    <a:pt x="4466" y="11597"/>
                    <a:pt x="4799" y="11719"/>
                  </a:cubicBezTo>
                  <a:cubicBezTo>
                    <a:pt x="4799" y="11508"/>
                    <a:pt x="4789" y="11308"/>
                    <a:pt x="4789" y="11097"/>
                  </a:cubicBezTo>
                  <a:lnTo>
                    <a:pt x="4789" y="11097"/>
                  </a:lnTo>
                  <a:cubicBezTo>
                    <a:pt x="5166" y="11208"/>
                    <a:pt x="5532" y="11319"/>
                    <a:pt x="5910" y="11431"/>
                  </a:cubicBezTo>
                  <a:cubicBezTo>
                    <a:pt x="4910" y="10031"/>
                    <a:pt x="4011" y="8553"/>
                    <a:pt x="3244" y="7020"/>
                  </a:cubicBezTo>
                  <a:cubicBezTo>
                    <a:pt x="4621" y="6432"/>
                    <a:pt x="5877" y="5543"/>
                    <a:pt x="6888" y="4432"/>
                  </a:cubicBezTo>
                  <a:lnTo>
                    <a:pt x="6888" y="4432"/>
                  </a:lnTo>
                  <a:cubicBezTo>
                    <a:pt x="6821" y="4721"/>
                    <a:pt x="6833" y="5032"/>
                    <a:pt x="6921" y="5309"/>
                  </a:cubicBezTo>
                  <a:cubicBezTo>
                    <a:pt x="7554" y="4509"/>
                    <a:pt x="8210" y="3677"/>
                    <a:pt x="8454" y="2677"/>
                  </a:cubicBezTo>
                  <a:cubicBezTo>
                    <a:pt x="8643" y="1899"/>
                    <a:pt x="8443" y="966"/>
                    <a:pt x="7865" y="399"/>
                  </a:cubicBezTo>
                  <a:cubicBezTo>
                    <a:pt x="7574" y="117"/>
                    <a:pt x="7251" y="1"/>
                    <a:pt x="691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62"/>
            <p:cNvSpPr/>
            <p:nvPr/>
          </p:nvSpPr>
          <p:spPr>
            <a:xfrm>
              <a:off x="3658075" y="3445975"/>
              <a:ext cx="15275" cy="14200"/>
            </a:xfrm>
            <a:custGeom>
              <a:avLst/>
              <a:gdLst/>
              <a:ahLst/>
              <a:cxnLst/>
              <a:rect l="l" t="t" r="r" b="b"/>
              <a:pathLst>
                <a:path w="611" h="568" extrusionOk="0">
                  <a:moveTo>
                    <a:pt x="611" y="0"/>
                  </a:moveTo>
                  <a:cubicBezTo>
                    <a:pt x="467" y="45"/>
                    <a:pt x="356" y="133"/>
                    <a:pt x="255" y="222"/>
                  </a:cubicBezTo>
                  <a:cubicBezTo>
                    <a:pt x="144" y="323"/>
                    <a:pt x="55" y="422"/>
                    <a:pt x="0" y="567"/>
                  </a:cubicBezTo>
                  <a:cubicBezTo>
                    <a:pt x="144" y="523"/>
                    <a:pt x="255" y="434"/>
                    <a:pt x="356" y="345"/>
                  </a:cubicBezTo>
                  <a:cubicBezTo>
                    <a:pt x="455" y="244"/>
                    <a:pt x="556" y="145"/>
                    <a:pt x="6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62"/>
            <p:cNvSpPr/>
            <p:nvPr/>
          </p:nvSpPr>
          <p:spPr>
            <a:xfrm>
              <a:off x="3679725" y="3478475"/>
              <a:ext cx="9750" cy="11675"/>
            </a:xfrm>
            <a:custGeom>
              <a:avLst/>
              <a:gdLst/>
              <a:ahLst/>
              <a:cxnLst/>
              <a:rect l="l" t="t" r="r" b="b"/>
              <a:pathLst>
                <a:path w="390" h="467" extrusionOk="0">
                  <a:moveTo>
                    <a:pt x="389" y="0"/>
                  </a:moveTo>
                  <a:lnTo>
                    <a:pt x="389" y="0"/>
                  </a:lnTo>
                  <a:cubicBezTo>
                    <a:pt x="278" y="45"/>
                    <a:pt x="201" y="111"/>
                    <a:pt x="134" y="189"/>
                  </a:cubicBezTo>
                  <a:cubicBezTo>
                    <a:pt x="78" y="267"/>
                    <a:pt x="23" y="344"/>
                    <a:pt x="1" y="467"/>
                  </a:cubicBezTo>
                  <a:cubicBezTo>
                    <a:pt x="112" y="433"/>
                    <a:pt x="189" y="356"/>
                    <a:pt x="256" y="289"/>
                  </a:cubicBezTo>
                  <a:cubicBezTo>
                    <a:pt x="323" y="211"/>
                    <a:pt x="379" y="122"/>
                    <a:pt x="389"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62"/>
            <p:cNvSpPr/>
            <p:nvPr/>
          </p:nvSpPr>
          <p:spPr>
            <a:xfrm>
              <a:off x="3605300" y="3493175"/>
              <a:ext cx="6950" cy="9475"/>
            </a:xfrm>
            <a:custGeom>
              <a:avLst/>
              <a:gdLst/>
              <a:ahLst/>
              <a:cxnLst/>
              <a:rect l="l" t="t" r="r" b="b"/>
              <a:pathLst>
                <a:path w="278" h="379" extrusionOk="0">
                  <a:moveTo>
                    <a:pt x="267" y="1"/>
                  </a:moveTo>
                  <a:lnTo>
                    <a:pt x="267" y="1"/>
                  </a:lnTo>
                  <a:cubicBezTo>
                    <a:pt x="178" y="34"/>
                    <a:pt x="122" y="79"/>
                    <a:pt x="78" y="145"/>
                  </a:cubicBezTo>
                  <a:cubicBezTo>
                    <a:pt x="34" y="212"/>
                    <a:pt x="1" y="279"/>
                    <a:pt x="11" y="378"/>
                  </a:cubicBezTo>
                  <a:cubicBezTo>
                    <a:pt x="100" y="345"/>
                    <a:pt x="156" y="301"/>
                    <a:pt x="201" y="234"/>
                  </a:cubicBezTo>
                  <a:cubicBezTo>
                    <a:pt x="245" y="168"/>
                    <a:pt x="278" y="101"/>
                    <a:pt x="2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62"/>
            <p:cNvSpPr/>
            <p:nvPr/>
          </p:nvSpPr>
          <p:spPr>
            <a:xfrm>
              <a:off x="3591425" y="3521500"/>
              <a:ext cx="12500" cy="16975"/>
            </a:xfrm>
            <a:custGeom>
              <a:avLst/>
              <a:gdLst/>
              <a:ahLst/>
              <a:cxnLst/>
              <a:rect l="l" t="t" r="r" b="b"/>
              <a:pathLst>
                <a:path w="500" h="679" extrusionOk="0">
                  <a:moveTo>
                    <a:pt x="500" y="1"/>
                  </a:moveTo>
                  <a:lnTo>
                    <a:pt x="500" y="1"/>
                  </a:lnTo>
                  <a:cubicBezTo>
                    <a:pt x="366" y="79"/>
                    <a:pt x="278" y="178"/>
                    <a:pt x="189" y="290"/>
                  </a:cubicBezTo>
                  <a:cubicBezTo>
                    <a:pt x="111" y="401"/>
                    <a:pt x="33" y="523"/>
                    <a:pt x="0" y="679"/>
                  </a:cubicBezTo>
                  <a:cubicBezTo>
                    <a:pt x="134" y="601"/>
                    <a:pt x="233" y="501"/>
                    <a:pt x="322" y="390"/>
                  </a:cubicBezTo>
                  <a:cubicBezTo>
                    <a:pt x="400" y="267"/>
                    <a:pt x="467" y="146"/>
                    <a:pt x="50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62"/>
            <p:cNvSpPr/>
            <p:nvPr/>
          </p:nvSpPr>
          <p:spPr>
            <a:xfrm>
              <a:off x="3570300" y="3529825"/>
              <a:ext cx="9750" cy="15325"/>
            </a:xfrm>
            <a:custGeom>
              <a:avLst/>
              <a:gdLst/>
              <a:ahLst/>
              <a:cxnLst/>
              <a:rect l="l" t="t" r="r" b="b"/>
              <a:pathLst>
                <a:path w="390" h="613" extrusionOk="0">
                  <a:moveTo>
                    <a:pt x="389" y="1"/>
                  </a:moveTo>
                  <a:lnTo>
                    <a:pt x="389" y="1"/>
                  </a:lnTo>
                  <a:cubicBezTo>
                    <a:pt x="268" y="68"/>
                    <a:pt x="189" y="168"/>
                    <a:pt x="134" y="268"/>
                  </a:cubicBezTo>
                  <a:cubicBezTo>
                    <a:pt x="68" y="368"/>
                    <a:pt x="12" y="479"/>
                    <a:pt x="1" y="612"/>
                  </a:cubicBezTo>
                  <a:cubicBezTo>
                    <a:pt x="123" y="546"/>
                    <a:pt x="201" y="445"/>
                    <a:pt x="268" y="346"/>
                  </a:cubicBezTo>
                  <a:cubicBezTo>
                    <a:pt x="323" y="245"/>
                    <a:pt x="379" y="134"/>
                    <a:pt x="38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62"/>
            <p:cNvSpPr/>
            <p:nvPr/>
          </p:nvSpPr>
          <p:spPr>
            <a:xfrm>
              <a:off x="3563650" y="3565125"/>
              <a:ext cx="4175" cy="14725"/>
            </a:xfrm>
            <a:custGeom>
              <a:avLst/>
              <a:gdLst/>
              <a:ahLst/>
              <a:cxnLst/>
              <a:rect l="l" t="t" r="r" b="b"/>
              <a:pathLst>
                <a:path w="167" h="589" extrusionOk="0">
                  <a:moveTo>
                    <a:pt x="111" y="0"/>
                  </a:moveTo>
                  <a:cubicBezTo>
                    <a:pt x="45" y="89"/>
                    <a:pt x="23" y="189"/>
                    <a:pt x="0" y="289"/>
                  </a:cubicBezTo>
                  <a:cubicBezTo>
                    <a:pt x="0" y="389"/>
                    <a:pt x="0" y="489"/>
                    <a:pt x="55" y="589"/>
                  </a:cubicBezTo>
                  <a:cubicBezTo>
                    <a:pt x="122" y="500"/>
                    <a:pt x="144" y="400"/>
                    <a:pt x="167" y="300"/>
                  </a:cubicBezTo>
                  <a:cubicBezTo>
                    <a:pt x="167" y="200"/>
                    <a:pt x="167" y="100"/>
                    <a:pt x="1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62"/>
            <p:cNvSpPr/>
            <p:nvPr/>
          </p:nvSpPr>
          <p:spPr>
            <a:xfrm>
              <a:off x="3669175" y="2991625"/>
              <a:ext cx="230550" cy="525200"/>
            </a:xfrm>
            <a:custGeom>
              <a:avLst/>
              <a:gdLst/>
              <a:ahLst/>
              <a:cxnLst/>
              <a:rect l="l" t="t" r="r" b="b"/>
              <a:pathLst>
                <a:path w="9222" h="21008" extrusionOk="0">
                  <a:moveTo>
                    <a:pt x="6032" y="20995"/>
                  </a:moveTo>
                  <a:cubicBezTo>
                    <a:pt x="6032" y="20996"/>
                    <a:pt x="6032" y="20996"/>
                    <a:pt x="6032" y="20996"/>
                  </a:cubicBezTo>
                  <a:cubicBezTo>
                    <a:pt x="6032" y="20996"/>
                    <a:pt x="6032" y="20996"/>
                    <a:pt x="6032" y="20995"/>
                  </a:cubicBezTo>
                  <a:close/>
                  <a:moveTo>
                    <a:pt x="2744" y="0"/>
                  </a:moveTo>
                  <a:cubicBezTo>
                    <a:pt x="2966" y="167"/>
                    <a:pt x="3166" y="367"/>
                    <a:pt x="3333" y="600"/>
                  </a:cubicBezTo>
                  <a:cubicBezTo>
                    <a:pt x="3323" y="600"/>
                    <a:pt x="3312" y="600"/>
                    <a:pt x="3302" y="600"/>
                  </a:cubicBezTo>
                  <a:cubicBezTo>
                    <a:pt x="2701" y="600"/>
                    <a:pt x="2105" y="897"/>
                    <a:pt x="1756" y="1389"/>
                  </a:cubicBezTo>
                  <a:cubicBezTo>
                    <a:pt x="2018" y="1304"/>
                    <a:pt x="2191" y="1284"/>
                    <a:pt x="2337" y="1284"/>
                  </a:cubicBezTo>
                  <a:cubicBezTo>
                    <a:pt x="2382" y="1284"/>
                    <a:pt x="2425" y="1286"/>
                    <a:pt x="2467" y="1289"/>
                  </a:cubicBezTo>
                  <a:cubicBezTo>
                    <a:pt x="1767" y="2377"/>
                    <a:pt x="1433" y="3989"/>
                    <a:pt x="1289" y="5255"/>
                  </a:cubicBezTo>
                  <a:cubicBezTo>
                    <a:pt x="1122" y="6677"/>
                    <a:pt x="856" y="8087"/>
                    <a:pt x="722" y="9521"/>
                  </a:cubicBezTo>
                  <a:cubicBezTo>
                    <a:pt x="956" y="9354"/>
                    <a:pt x="1189" y="9198"/>
                    <a:pt x="1423" y="9043"/>
                  </a:cubicBezTo>
                  <a:lnTo>
                    <a:pt x="1423" y="9043"/>
                  </a:lnTo>
                  <a:cubicBezTo>
                    <a:pt x="789" y="11076"/>
                    <a:pt x="290" y="13131"/>
                    <a:pt x="134" y="15253"/>
                  </a:cubicBezTo>
                  <a:cubicBezTo>
                    <a:pt x="1" y="17141"/>
                    <a:pt x="645" y="19085"/>
                    <a:pt x="1944" y="20474"/>
                  </a:cubicBezTo>
                  <a:cubicBezTo>
                    <a:pt x="2000" y="20285"/>
                    <a:pt x="2045" y="20107"/>
                    <a:pt x="2100" y="19919"/>
                  </a:cubicBezTo>
                  <a:cubicBezTo>
                    <a:pt x="2556" y="20196"/>
                    <a:pt x="2956" y="20574"/>
                    <a:pt x="3267" y="21007"/>
                  </a:cubicBezTo>
                  <a:cubicBezTo>
                    <a:pt x="3511" y="20741"/>
                    <a:pt x="3788" y="20496"/>
                    <a:pt x="4099" y="20296"/>
                  </a:cubicBezTo>
                  <a:cubicBezTo>
                    <a:pt x="4311" y="20407"/>
                    <a:pt x="4277" y="20796"/>
                    <a:pt x="4511" y="20840"/>
                  </a:cubicBezTo>
                  <a:cubicBezTo>
                    <a:pt x="4525" y="20844"/>
                    <a:pt x="4539" y="20845"/>
                    <a:pt x="4554" y="20845"/>
                  </a:cubicBezTo>
                  <a:cubicBezTo>
                    <a:pt x="4631" y="20845"/>
                    <a:pt x="4712" y="20800"/>
                    <a:pt x="4778" y="20763"/>
                  </a:cubicBezTo>
                  <a:cubicBezTo>
                    <a:pt x="5099" y="20563"/>
                    <a:pt x="5410" y="20351"/>
                    <a:pt x="5711" y="20129"/>
                  </a:cubicBezTo>
                  <a:cubicBezTo>
                    <a:pt x="5866" y="20396"/>
                    <a:pt x="5966" y="20696"/>
                    <a:pt x="6032" y="20995"/>
                  </a:cubicBezTo>
                  <a:lnTo>
                    <a:pt x="6032" y="20995"/>
                  </a:lnTo>
                  <a:cubicBezTo>
                    <a:pt x="6027" y="20958"/>
                    <a:pt x="6966" y="20207"/>
                    <a:pt x="7066" y="20107"/>
                  </a:cubicBezTo>
                  <a:cubicBezTo>
                    <a:pt x="7388" y="19763"/>
                    <a:pt x="7676" y="19363"/>
                    <a:pt x="7910" y="18952"/>
                  </a:cubicBezTo>
                  <a:cubicBezTo>
                    <a:pt x="8321" y="18219"/>
                    <a:pt x="8732" y="17219"/>
                    <a:pt x="8732" y="16374"/>
                  </a:cubicBezTo>
                  <a:lnTo>
                    <a:pt x="9221" y="16863"/>
                  </a:lnTo>
                  <a:cubicBezTo>
                    <a:pt x="9098" y="14209"/>
                    <a:pt x="8666" y="11565"/>
                    <a:pt x="7943" y="9010"/>
                  </a:cubicBezTo>
                  <a:lnTo>
                    <a:pt x="7943" y="9010"/>
                  </a:lnTo>
                  <a:cubicBezTo>
                    <a:pt x="8088" y="9087"/>
                    <a:pt x="8221" y="9176"/>
                    <a:pt x="8365" y="9265"/>
                  </a:cubicBezTo>
                  <a:cubicBezTo>
                    <a:pt x="8143" y="9121"/>
                    <a:pt x="8110" y="8410"/>
                    <a:pt x="8076" y="8188"/>
                  </a:cubicBezTo>
                  <a:cubicBezTo>
                    <a:pt x="7854" y="6832"/>
                    <a:pt x="7710" y="5155"/>
                    <a:pt x="7254" y="3677"/>
                  </a:cubicBezTo>
                  <a:cubicBezTo>
                    <a:pt x="6710" y="1911"/>
                    <a:pt x="5733" y="422"/>
                    <a:pt x="3677" y="89"/>
                  </a:cubicBezTo>
                  <a:cubicBezTo>
                    <a:pt x="3433" y="44"/>
                    <a:pt x="3077" y="0"/>
                    <a:pt x="2744"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62"/>
            <p:cNvSpPr/>
            <p:nvPr/>
          </p:nvSpPr>
          <p:spPr>
            <a:xfrm>
              <a:off x="3620850" y="3455725"/>
              <a:ext cx="62800" cy="131625"/>
            </a:xfrm>
            <a:custGeom>
              <a:avLst/>
              <a:gdLst/>
              <a:ahLst/>
              <a:cxnLst/>
              <a:rect l="l" t="t" r="r" b="b"/>
              <a:pathLst>
                <a:path w="2512" h="5265" extrusionOk="0">
                  <a:moveTo>
                    <a:pt x="550" y="1"/>
                  </a:moveTo>
                  <a:cubicBezTo>
                    <a:pt x="434" y="1"/>
                    <a:pt x="315" y="34"/>
                    <a:pt x="201" y="110"/>
                  </a:cubicBezTo>
                  <a:cubicBezTo>
                    <a:pt x="134" y="155"/>
                    <a:pt x="67" y="222"/>
                    <a:pt x="34" y="310"/>
                  </a:cubicBezTo>
                  <a:cubicBezTo>
                    <a:pt x="1" y="388"/>
                    <a:pt x="1" y="488"/>
                    <a:pt x="1" y="577"/>
                  </a:cubicBezTo>
                  <a:cubicBezTo>
                    <a:pt x="1" y="1432"/>
                    <a:pt x="1" y="2298"/>
                    <a:pt x="90" y="3154"/>
                  </a:cubicBezTo>
                  <a:cubicBezTo>
                    <a:pt x="90" y="3254"/>
                    <a:pt x="123" y="3387"/>
                    <a:pt x="211" y="3421"/>
                  </a:cubicBezTo>
                  <a:cubicBezTo>
                    <a:pt x="290" y="3443"/>
                    <a:pt x="389" y="3409"/>
                    <a:pt x="434" y="3488"/>
                  </a:cubicBezTo>
                  <a:cubicBezTo>
                    <a:pt x="467" y="3543"/>
                    <a:pt x="467" y="3643"/>
                    <a:pt x="500" y="3720"/>
                  </a:cubicBezTo>
                  <a:cubicBezTo>
                    <a:pt x="522" y="3799"/>
                    <a:pt x="545" y="3876"/>
                    <a:pt x="578" y="3954"/>
                  </a:cubicBezTo>
                  <a:cubicBezTo>
                    <a:pt x="589" y="3987"/>
                    <a:pt x="601" y="4021"/>
                    <a:pt x="623" y="4043"/>
                  </a:cubicBezTo>
                  <a:cubicBezTo>
                    <a:pt x="651" y="4064"/>
                    <a:pt x="684" y="4071"/>
                    <a:pt x="718" y="4071"/>
                  </a:cubicBezTo>
                  <a:cubicBezTo>
                    <a:pt x="738" y="4071"/>
                    <a:pt x="758" y="4069"/>
                    <a:pt x="778" y="4065"/>
                  </a:cubicBezTo>
                  <a:cubicBezTo>
                    <a:pt x="834" y="4054"/>
                    <a:pt x="878" y="4031"/>
                    <a:pt x="934" y="4031"/>
                  </a:cubicBezTo>
                  <a:cubicBezTo>
                    <a:pt x="956" y="4187"/>
                    <a:pt x="989" y="4354"/>
                    <a:pt x="1033" y="4510"/>
                  </a:cubicBezTo>
                  <a:cubicBezTo>
                    <a:pt x="1056" y="4576"/>
                    <a:pt x="1078" y="4631"/>
                    <a:pt x="1122" y="4687"/>
                  </a:cubicBezTo>
                  <a:cubicBezTo>
                    <a:pt x="1165" y="4736"/>
                    <a:pt x="1243" y="4745"/>
                    <a:pt x="1320" y="4745"/>
                  </a:cubicBezTo>
                  <a:cubicBezTo>
                    <a:pt x="1364" y="4745"/>
                    <a:pt x="1408" y="4742"/>
                    <a:pt x="1445" y="4742"/>
                  </a:cubicBezTo>
                  <a:cubicBezTo>
                    <a:pt x="1489" y="4742"/>
                    <a:pt x="1544" y="4732"/>
                    <a:pt x="1567" y="4687"/>
                  </a:cubicBezTo>
                  <a:lnTo>
                    <a:pt x="1567" y="4687"/>
                  </a:lnTo>
                  <a:cubicBezTo>
                    <a:pt x="1556" y="4853"/>
                    <a:pt x="1578" y="5031"/>
                    <a:pt x="1633" y="5187"/>
                  </a:cubicBezTo>
                  <a:cubicBezTo>
                    <a:pt x="1633" y="5209"/>
                    <a:pt x="1645" y="5231"/>
                    <a:pt x="1667" y="5253"/>
                  </a:cubicBezTo>
                  <a:cubicBezTo>
                    <a:pt x="1689" y="5265"/>
                    <a:pt x="1722" y="5265"/>
                    <a:pt x="1744" y="5265"/>
                  </a:cubicBezTo>
                  <a:cubicBezTo>
                    <a:pt x="1811" y="5253"/>
                    <a:pt x="1889" y="5253"/>
                    <a:pt x="1956" y="5243"/>
                  </a:cubicBezTo>
                  <a:cubicBezTo>
                    <a:pt x="2078" y="5231"/>
                    <a:pt x="2223" y="5209"/>
                    <a:pt x="2278" y="5087"/>
                  </a:cubicBezTo>
                  <a:cubicBezTo>
                    <a:pt x="2311" y="5031"/>
                    <a:pt x="2311" y="4965"/>
                    <a:pt x="2311" y="4898"/>
                  </a:cubicBezTo>
                  <a:cubicBezTo>
                    <a:pt x="2311" y="4698"/>
                    <a:pt x="2289" y="4520"/>
                    <a:pt x="2267" y="4320"/>
                  </a:cubicBezTo>
                  <a:cubicBezTo>
                    <a:pt x="2245" y="4132"/>
                    <a:pt x="2245" y="3920"/>
                    <a:pt x="2223" y="3720"/>
                  </a:cubicBezTo>
                  <a:cubicBezTo>
                    <a:pt x="2245" y="3599"/>
                    <a:pt x="2211" y="3432"/>
                    <a:pt x="2200" y="3298"/>
                  </a:cubicBezTo>
                  <a:cubicBezTo>
                    <a:pt x="2200" y="3243"/>
                    <a:pt x="2200" y="3187"/>
                    <a:pt x="2211" y="3143"/>
                  </a:cubicBezTo>
                  <a:cubicBezTo>
                    <a:pt x="2233" y="3043"/>
                    <a:pt x="2289" y="2965"/>
                    <a:pt x="2334" y="2888"/>
                  </a:cubicBezTo>
                  <a:cubicBezTo>
                    <a:pt x="2400" y="2765"/>
                    <a:pt x="2445" y="2643"/>
                    <a:pt x="2489" y="2521"/>
                  </a:cubicBezTo>
                  <a:cubicBezTo>
                    <a:pt x="2500" y="2476"/>
                    <a:pt x="2511" y="2421"/>
                    <a:pt x="2500" y="2377"/>
                  </a:cubicBezTo>
                  <a:cubicBezTo>
                    <a:pt x="2500" y="2321"/>
                    <a:pt x="2467" y="2276"/>
                    <a:pt x="2433" y="2243"/>
                  </a:cubicBezTo>
                  <a:lnTo>
                    <a:pt x="2267" y="2010"/>
                  </a:lnTo>
                  <a:cubicBezTo>
                    <a:pt x="2156" y="1843"/>
                    <a:pt x="2033" y="1676"/>
                    <a:pt x="1922" y="1510"/>
                  </a:cubicBezTo>
                  <a:cubicBezTo>
                    <a:pt x="1689" y="1177"/>
                    <a:pt x="1456" y="844"/>
                    <a:pt x="1267" y="488"/>
                  </a:cubicBezTo>
                  <a:cubicBezTo>
                    <a:pt x="1116" y="210"/>
                    <a:pt x="841" y="1"/>
                    <a:pt x="55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62"/>
            <p:cNvSpPr/>
            <p:nvPr/>
          </p:nvSpPr>
          <p:spPr>
            <a:xfrm>
              <a:off x="3670300" y="3508475"/>
              <a:ext cx="6400" cy="36675"/>
            </a:xfrm>
            <a:custGeom>
              <a:avLst/>
              <a:gdLst/>
              <a:ahLst/>
              <a:cxnLst/>
              <a:rect l="l" t="t" r="r" b="b"/>
              <a:pathLst>
                <a:path w="256" h="1467" extrusionOk="0">
                  <a:moveTo>
                    <a:pt x="0" y="0"/>
                  </a:moveTo>
                  <a:lnTo>
                    <a:pt x="245" y="1466"/>
                  </a:lnTo>
                  <a:cubicBezTo>
                    <a:pt x="255" y="1210"/>
                    <a:pt x="233" y="966"/>
                    <a:pt x="200" y="722"/>
                  </a:cubicBezTo>
                  <a:cubicBezTo>
                    <a:pt x="156" y="477"/>
                    <a:pt x="100" y="233"/>
                    <a:pt x="0"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62"/>
            <p:cNvSpPr/>
            <p:nvPr/>
          </p:nvSpPr>
          <p:spPr>
            <a:xfrm>
              <a:off x="3655850" y="3538175"/>
              <a:ext cx="4175" cy="38350"/>
            </a:xfrm>
            <a:custGeom>
              <a:avLst/>
              <a:gdLst/>
              <a:ahLst/>
              <a:cxnLst/>
              <a:rect l="l" t="t" r="r" b="b"/>
              <a:pathLst>
                <a:path w="167" h="1534" extrusionOk="0">
                  <a:moveTo>
                    <a:pt x="11" y="0"/>
                  </a:moveTo>
                  <a:cubicBezTo>
                    <a:pt x="1" y="256"/>
                    <a:pt x="23" y="511"/>
                    <a:pt x="45" y="767"/>
                  </a:cubicBezTo>
                  <a:cubicBezTo>
                    <a:pt x="78" y="1022"/>
                    <a:pt x="112" y="1278"/>
                    <a:pt x="167" y="1533"/>
                  </a:cubicBezTo>
                  <a:cubicBezTo>
                    <a:pt x="167" y="1278"/>
                    <a:pt x="144" y="1022"/>
                    <a:pt x="122" y="767"/>
                  </a:cubicBezTo>
                  <a:cubicBezTo>
                    <a:pt x="89" y="511"/>
                    <a:pt x="67" y="256"/>
                    <a:pt x="11"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62"/>
            <p:cNvSpPr/>
            <p:nvPr/>
          </p:nvSpPr>
          <p:spPr>
            <a:xfrm>
              <a:off x="3641400" y="3536500"/>
              <a:ext cx="3375" cy="22525"/>
            </a:xfrm>
            <a:custGeom>
              <a:avLst/>
              <a:gdLst/>
              <a:ahLst/>
              <a:cxnLst/>
              <a:rect l="l" t="t" r="r" b="b"/>
              <a:pathLst>
                <a:path w="135" h="901" extrusionOk="0">
                  <a:moveTo>
                    <a:pt x="12" y="1"/>
                  </a:moveTo>
                  <a:cubicBezTo>
                    <a:pt x="1" y="145"/>
                    <a:pt x="12" y="301"/>
                    <a:pt x="34" y="456"/>
                  </a:cubicBezTo>
                  <a:cubicBezTo>
                    <a:pt x="56" y="600"/>
                    <a:pt x="78" y="756"/>
                    <a:pt x="123" y="901"/>
                  </a:cubicBezTo>
                  <a:cubicBezTo>
                    <a:pt x="134" y="745"/>
                    <a:pt x="123" y="590"/>
                    <a:pt x="112" y="445"/>
                  </a:cubicBezTo>
                  <a:cubicBezTo>
                    <a:pt x="78" y="289"/>
                    <a:pt x="68" y="145"/>
                    <a:pt x="12"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62"/>
            <p:cNvSpPr/>
            <p:nvPr/>
          </p:nvSpPr>
          <p:spPr>
            <a:xfrm>
              <a:off x="3629450" y="3533450"/>
              <a:ext cx="2550" cy="10025"/>
            </a:xfrm>
            <a:custGeom>
              <a:avLst/>
              <a:gdLst/>
              <a:ahLst/>
              <a:cxnLst/>
              <a:rect l="l" t="t" r="r" b="b"/>
              <a:pathLst>
                <a:path w="102" h="401" extrusionOk="0">
                  <a:moveTo>
                    <a:pt x="34" y="1"/>
                  </a:moveTo>
                  <a:cubicBezTo>
                    <a:pt x="1" y="67"/>
                    <a:pt x="12" y="134"/>
                    <a:pt x="12" y="201"/>
                  </a:cubicBezTo>
                  <a:cubicBezTo>
                    <a:pt x="23" y="267"/>
                    <a:pt x="45" y="345"/>
                    <a:pt x="90" y="401"/>
                  </a:cubicBezTo>
                  <a:cubicBezTo>
                    <a:pt x="101" y="323"/>
                    <a:pt x="90" y="256"/>
                    <a:pt x="90" y="201"/>
                  </a:cubicBezTo>
                  <a:cubicBezTo>
                    <a:pt x="79" y="134"/>
                    <a:pt x="67" y="67"/>
                    <a:pt x="34"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62"/>
            <p:cNvSpPr/>
            <p:nvPr/>
          </p:nvSpPr>
          <p:spPr>
            <a:xfrm>
              <a:off x="3596675" y="3156525"/>
              <a:ext cx="131425" cy="341125"/>
            </a:xfrm>
            <a:custGeom>
              <a:avLst/>
              <a:gdLst/>
              <a:ahLst/>
              <a:cxnLst/>
              <a:rect l="l" t="t" r="r" b="b"/>
              <a:pathLst>
                <a:path w="5257" h="13645" extrusionOk="0">
                  <a:moveTo>
                    <a:pt x="4715" y="0"/>
                  </a:moveTo>
                  <a:cubicBezTo>
                    <a:pt x="4677" y="0"/>
                    <a:pt x="4635" y="5"/>
                    <a:pt x="4589" y="14"/>
                  </a:cubicBezTo>
                  <a:cubicBezTo>
                    <a:pt x="4200" y="81"/>
                    <a:pt x="3812" y="914"/>
                    <a:pt x="3622" y="1225"/>
                  </a:cubicBezTo>
                  <a:cubicBezTo>
                    <a:pt x="2489" y="3113"/>
                    <a:pt x="1112" y="4635"/>
                    <a:pt x="1" y="6546"/>
                  </a:cubicBezTo>
                  <a:cubicBezTo>
                    <a:pt x="30" y="6551"/>
                    <a:pt x="59" y="6554"/>
                    <a:pt x="89" y="6554"/>
                  </a:cubicBezTo>
                  <a:cubicBezTo>
                    <a:pt x="250" y="6554"/>
                    <a:pt x="409" y="6480"/>
                    <a:pt x="512" y="6357"/>
                  </a:cubicBezTo>
                  <a:lnTo>
                    <a:pt x="512" y="6357"/>
                  </a:lnTo>
                  <a:cubicBezTo>
                    <a:pt x="523" y="8423"/>
                    <a:pt x="301" y="11489"/>
                    <a:pt x="612" y="13644"/>
                  </a:cubicBezTo>
                  <a:cubicBezTo>
                    <a:pt x="723" y="13422"/>
                    <a:pt x="1045" y="12789"/>
                    <a:pt x="1156" y="12567"/>
                  </a:cubicBezTo>
                  <a:cubicBezTo>
                    <a:pt x="1234" y="12733"/>
                    <a:pt x="1345" y="12900"/>
                    <a:pt x="1467" y="13034"/>
                  </a:cubicBezTo>
                  <a:cubicBezTo>
                    <a:pt x="1489" y="12856"/>
                    <a:pt x="1556" y="12678"/>
                    <a:pt x="1645" y="12523"/>
                  </a:cubicBezTo>
                  <a:cubicBezTo>
                    <a:pt x="1867" y="12723"/>
                    <a:pt x="2112" y="12900"/>
                    <a:pt x="2356" y="13044"/>
                  </a:cubicBezTo>
                  <a:cubicBezTo>
                    <a:pt x="2301" y="12656"/>
                    <a:pt x="2234" y="12267"/>
                    <a:pt x="2168" y="11867"/>
                  </a:cubicBezTo>
                  <a:lnTo>
                    <a:pt x="2168" y="11867"/>
                  </a:lnTo>
                  <a:cubicBezTo>
                    <a:pt x="2368" y="12111"/>
                    <a:pt x="2623" y="12289"/>
                    <a:pt x="2901" y="12389"/>
                  </a:cubicBezTo>
                  <a:lnTo>
                    <a:pt x="2101" y="8257"/>
                  </a:lnTo>
                  <a:lnTo>
                    <a:pt x="2101" y="8257"/>
                  </a:lnTo>
                  <a:cubicBezTo>
                    <a:pt x="2212" y="8390"/>
                    <a:pt x="2312" y="8512"/>
                    <a:pt x="2423" y="8645"/>
                  </a:cubicBezTo>
                  <a:cubicBezTo>
                    <a:pt x="2279" y="8035"/>
                    <a:pt x="2145" y="7423"/>
                    <a:pt x="2012" y="6813"/>
                  </a:cubicBezTo>
                  <a:cubicBezTo>
                    <a:pt x="1968" y="6624"/>
                    <a:pt x="1934" y="6435"/>
                    <a:pt x="1956" y="6246"/>
                  </a:cubicBezTo>
                  <a:cubicBezTo>
                    <a:pt x="1978" y="6035"/>
                    <a:pt x="2067" y="5846"/>
                    <a:pt x="2168" y="5668"/>
                  </a:cubicBezTo>
                  <a:cubicBezTo>
                    <a:pt x="2501" y="5013"/>
                    <a:pt x="2834" y="4357"/>
                    <a:pt x="3156" y="3713"/>
                  </a:cubicBezTo>
                  <a:cubicBezTo>
                    <a:pt x="3167" y="4024"/>
                    <a:pt x="3167" y="4324"/>
                    <a:pt x="3167" y="4635"/>
                  </a:cubicBezTo>
                  <a:cubicBezTo>
                    <a:pt x="3634" y="3446"/>
                    <a:pt x="4178" y="2291"/>
                    <a:pt x="4800" y="1180"/>
                  </a:cubicBezTo>
                  <a:cubicBezTo>
                    <a:pt x="4945" y="921"/>
                    <a:pt x="5256" y="0"/>
                    <a:pt x="471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62"/>
            <p:cNvSpPr/>
            <p:nvPr/>
          </p:nvSpPr>
          <p:spPr>
            <a:xfrm>
              <a:off x="3611975" y="3362925"/>
              <a:ext cx="59725" cy="134725"/>
            </a:xfrm>
            <a:custGeom>
              <a:avLst/>
              <a:gdLst/>
              <a:ahLst/>
              <a:cxnLst/>
              <a:rect l="l" t="t" r="r" b="b"/>
              <a:pathLst>
                <a:path w="2389" h="5389" extrusionOk="0">
                  <a:moveTo>
                    <a:pt x="1489" y="1"/>
                  </a:moveTo>
                  <a:lnTo>
                    <a:pt x="1489" y="1"/>
                  </a:lnTo>
                  <a:cubicBezTo>
                    <a:pt x="1600" y="700"/>
                    <a:pt x="1711" y="1389"/>
                    <a:pt x="1833" y="2078"/>
                  </a:cubicBezTo>
                  <a:cubicBezTo>
                    <a:pt x="1947" y="2730"/>
                    <a:pt x="2071" y="3373"/>
                    <a:pt x="2195" y="4014"/>
                  </a:cubicBezTo>
                  <a:lnTo>
                    <a:pt x="2195" y="4014"/>
                  </a:lnTo>
                  <a:cubicBezTo>
                    <a:pt x="1970" y="3910"/>
                    <a:pt x="1772" y="3754"/>
                    <a:pt x="1622" y="3566"/>
                  </a:cubicBezTo>
                  <a:lnTo>
                    <a:pt x="1433" y="3356"/>
                  </a:lnTo>
                  <a:lnTo>
                    <a:pt x="1433" y="3356"/>
                  </a:lnTo>
                  <a:lnTo>
                    <a:pt x="1477" y="3633"/>
                  </a:lnTo>
                  <a:lnTo>
                    <a:pt x="1650" y="4640"/>
                  </a:lnTo>
                  <a:lnTo>
                    <a:pt x="1650" y="4640"/>
                  </a:lnTo>
                  <a:cubicBezTo>
                    <a:pt x="1448" y="4516"/>
                    <a:pt x="1259" y="4376"/>
                    <a:pt x="1077" y="4222"/>
                  </a:cubicBezTo>
                  <a:lnTo>
                    <a:pt x="1022" y="4178"/>
                  </a:lnTo>
                  <a:lnTo>
                    <a:pt x="989" y="4233"/>
                  </a:lnTo>
                  <a:cubicBezTo>
                    <a:pt x="908" y="4369"/>
                    <a:pt x="855" y="4519"/>
                    <a:pt x="821" y="4672"/>
                  </a:cubicBezTo>
                  <a:lnTo>
                    <a:pt x="821" y="4672"/>
                  </a:lnTo>
                  <a:cubicBezTo>
                    <a:pt x="729" y="4555"/>
                    <a:pt x="650" y="4435"/>
                    <a:pt x="578" y="4300"/>
                  </a:cubicBezTo>
                  <a:lnTo>
                    <a:pt x="544" y="4222"/>
                  </a:lnTo>
                  <a:lnTo>
                    <a:pt x="511" y="4289"/>
                  </a:lnTo>
                  <a:cubicBezTo>
                    <a:pt x="344" y="4655"/>
                    <a:pt x="166" y="5022"/>
                    <a:pt x="0" y="5388"/>
                  </a:cubicBezTo>
                  <a:lnTo>
                    <a:pt x="0" y="5388"/>
                  </a:lnTo>
                  <a:cubicBezTo>
                    <a:pt x="188" y="5054"/>
                    <a:pt x="366" y="4719"/>
                    <a:pt x="544" y="4394"/>
                  </a:cubicBezTo>
                  <a:lnTo>
                    <a:pt x="544" y="4394"/>
                  </a:lnTo>
                  <a:cubicBezTo>
                    <a:pt x="617" y="4545"/>
                    <a:pt x="706" y="4686"/>
                    <a:pt x="811" y="4811"/>
                  </a:cubicBezTo>
                  <a:lnTo>
                    <a:pt x="877" y="4889"/>
                  </a:lnTo>
                  <a:lnTo>
                    <a:pt x="900" y="4788"/>
                  </a:lnTo>
                  <a:cubicBezTo>
                    <a:pt x="929" y="4636"/>
                    <a:pt x="982" y="4492"/>
                    <a:pt x="1053" y="4362"/>
                  </a:cubicBezTo>
                  <a:lnTo>
                    <a:pt x="1053" y="4362"/>
                  </a:lnTo>
                  <a:cubicBezTo>
                    <a:pt x="1251" y="4551"/>
                    <a:pt x="1476" y="4711"/>
                    <a:pt x="1711" y="4844"/>
                  </a:cubicBezTo>
                  <a:lnTo>
                    <a:pt x="1844" y="4922"/>
                  </a:lnTo>
                  <a:lnTo>
                    <a:pt x="1822" y="4778"/>
                  </a:lnTo>
                  <a:lnTo>
                    <a:pt x="1673" y="3850"/>
                  </a:lnTo>
                  <a:lnTo>
                    <a:pt x="1673" y="3850"/>
                  </a:lnTo>
                  <a:cubicBezTo>
                    <a:pt x="1844" y="4006"/>
                    <a:pt x="2046" y="4129"/>
                    <a:pt x="2267" y="4211"/>
                  </a:cubicBezTo>
                  <a:lnTo>
                    <a:pt x="2388" y="4255"/>
                  </a:lnTo>
                  <a:lnTo>
                    <a:pt x="2366" y="4122"/>
                  </a:lnTo>
                  <a:cubicBezTo>
                    <a:pt x="2222" y="3433"/>
                    <a:pt x="2099" y="2744"/>
                    <a:pt x="1944" y="2056"/>
                  </a:cubicBezTo>
                  <a:cubicBezTo>
                    <a:pt x="1800" y="1378"/>
                    <a:pt x="1655" y="690"/>
                    <a:pt x="148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62"/>
            <p:cNvSpPr/>
            <p:nvPr/>
          </p:nvSpPr>
          <p:spPr>
            <a:xfrm>
              <a:off x="3880250" y="3455725"/>
              <a:ext cx="62800" cy="131625"/>
            </a:xfrm>
            <a:custGeom>
              <a:avLst/>
              <a:gdLst/>
              <a:ahLst/>
              <a:cxnLst/>
              <a:rect l="l" t="t" r="r" b="b"/>
              <a:pathLst>
                <a:path w="2512" h="5265" extrusionOk="0">
                  <a:moveTo>
                    <a:pt x="1966" y="1"/>
                  </a:moveTo>
                  <a:cubicBezTo>
                    <a:pt x="1677" y="1"/>
                    <a:pt x="1398" y="210"/>
                    <a:pt x="1255" y="488"/>
                  </a:cubicBezTo>
                  <a:cubicBezTo>
                    <a:pt x="1055" y="844"/>
                    <a:pt x="833" y="1177"/>
                    <a:pt x="600" y="1510"/>
                  </a:cubicBezTo>
                  <a:cubicBezTo>
                    <a:pt x="478" y="1676"/>
                    <a:pt x="367" y="1843"/>
                    <a:pt x="245" y="2010"/>
                  </a:cubicBezTo>
                  <a:lnTo>
                    <a:pt x="78" y="2243"/>
                  </a:lnTo>
                  <a:cubicBezTo>
                    <a:pt x="45" y="2276"/>
                    <a:pt x="23" y="2321"/>
                    <a:pt x="11" y="2377"/>
                  </a:cubicBezTo>
                  <a:cubicBezTo>
                    <a:pt x="0" y="2421"/>
                    <a:pt x="11" y="2476"/>
                    <a:pt x="33" y="2521"/>
                  </a:cubicBezTo>
                  <a:cubicBezTo>
                    <a:pt x="67" y="2643"/>
                    <a:pt x="122" y="2765"/>
                    <a:pt x="189" y="2888"/>
                  </a:cubicBezTo>
                  <a:cubicBezTo>
                    <a:pt x="233" y="2965"/>
                    <a:pt x="289" y="3043"/>
                    <a:pt x="300" y="3143"/>
                  </a:cubicBezTo>
                  <a:cubicBezTo>
                    <a:pt x="311" y="3187"/>
                    <a:pt x="311" y="3243"/>
                    <a:pt x="311" y="3298"/>
                  </a:cubicBezTo>
                  <a:cubicBezTo>
                    <a:pt x="311" y="3432"/>
                    <a:pt x="278" y="3599"/>
                    <a:pt x="289" y="3720"/>
                  </a:cubicBezTo>
                  <a:cubicBezTo>
                    <a:pt x="278" y="3920"/>
                    <a:pt x="278" y="4132"/>
                    <a:pt x="255" y="4320"/>
                  </a:cubicBezTo>
                  <a:cubicBezTo>
                    <a:pt x="233" y="4520"/>
                    <a:pt x="200" y="4698"/>
                    <a:pt x="200" y="4898"/>
                  </a:cubicBezTo>
                  <a:cubicBezTo>
                    <a:pt x="200" y="4965"/>
                    <a:pt x="200" y="5031"/>
                    <a:pt x="233" y="5087"/>
                  </a:cubicBezTo>
                  <a:cubicBezTo>
                    <a:pt x="289" y="5209"/>
                    <a:pt x="445" y="5231"/>
                    <a:pt x="567" y="5243"/>
                  </a:cubicBezTo>
                  <a:cubicBezTo>
                    <a:pt x="633" y="5253"/>
                    <a:pt x="700" y="5253"/>
                    <a:pt x="767" y="5265"/>
                  </a:cubicBezTo>
                  <a:cubicBezTo>
                    <a:pt x="800" y="5265"/>
                    <a:pt x="822" y="5265"/>
                    <a:pt x="845" y="5253"/>
                  </a:cubicBezTo>
                  <a:cubicBezTo>
                    <a:pt x="867" y="5231"/>
                    <a:pt x="878" y="5209"/>
                    <a:pt x="889" y="5187"/>
                  </a:cubicBezTo>
                  <a:cubicBezTo>
                    <a:pt x="944" y="5031"/>
                    <a:pt x="966" y="4853"/>
                    <a:pt x="956" y="4687"/>
                  </a:cubicBezTo>
                  <a:lnTo>
                    <a:pt x="956" y="4687"/>
                  </a:lnTo>
                  <a:cubicBezTo>
                    <a:pt x="966" y="4732"/>
                    <a:pt x="1033" y="4742"/>
                    <a:pt x="1078" y="4742"/>
                  </a:cubicBezTo>
                  <a:cubicBezTo>
                    <a:pt x="1114" y="4742"/>
                    <a:pt x="1157" y="4745"/>
                    <a:pt x="1200" y="4745"/>
                  </a:cubicBezTo>
                  <a:cubicBezTo>
                    <a:pt x="1274" y="4745"/>
                    <a:pt x="1350" y="4736"/>
                    <a:pt x="1400" y="4687"/>
                  </a:cubicBezTo>
                  <a:cubicBezTo>
                    <a:pt x="1445" y="4631"/>
                    <a:pt x="1467" y="4576"/>
                    <a:pt x="1477" y="4510"/>
                  </a:cubicBezTo>
                  <a:cubicBezTo>
                    <a:pt x="1533" y="4354"/>
                    <a:pt x="1566" y="4187"/>
                    <a:pt x="1578" y="4031"/>
                  </a:cubicBezTo>
                  <a:cubicBezTo>
                    <a:pt x="1633" y="4031"/>
                    <a:pt x="1689" y="4054"/>
                    <a:pt x="1733" y="4065"/>
                  </a:cubicBezTo>
                  <a:cubicBezTo>
                    <a:pt x="1753" y="4069"/>
                    <a:pt x="1774" y="4071"/>
                    <a:pt x="1793" y="4071"/>
                  </a:cubicBezTo>
                  <a:cubicBezTo>
                    <a:pt x="1828" y="4071"/>
                    <a:pt x="1861" y="4064"/>
                    <a:pt x="1889" y="4043"/>
                  </a:cubicBezTo>
                  <a:cubicBezTo>
                    <a:pt x="1911" y="4021"/>
                    <a:pt x="1922" y="3987"/>
                    <a:pt x="1933" y="3954"/>
                  </a:cubicBezTo>
                  <a:cubicBezTo>
                    <a:pt x="1966" y="3876"/>
                    <a:pt x="1988" y="3799"/>
                    <a:pt x="2022" y="3720"/>
                  </a:cubicBezTo>
                  <a:cubicBezTo>
                    <a:pt x="2044" y="3643"/>
                    <a:pt x="2055" y="3543"/>
                    <a:pt x="2089" y="3488"/>
                  </a:cubicBezTo>
                  <a:cubicBezTo>
                    <a:pt x="2122" y="3409"/>
                    <a:pt x="2233" y="3443"/>
                    <a:pt x="2300" y="3421"/>
                  </a:cubicBezTo>
                  <a:cubicBezTo>
                    <a:pt x="2400" y="3387"/>
                    <a:pt x="2422" y="3254"/>
                    <a:pt x="2433" y="3154"/>
                  </a:cubicBezTo>
                  <a:cubicBezTo>
                    <a:pt x="2511" y="2298"/>
                    <a:pt x="2511" y="1432"/>
                    <a:pt x="2511" y="577"/>
                  </a:cubicBezTo>
                  <a:cubicBezTo>
                    <a:pt x="2511" y="488"/>
                    <a:pt x="2511" y="388"/>
                    <a:pt x="2477" y="310"/>
                  </a:cubicBezTo>
                  <a:cubicBezTo>
                    <a:pt x="2444" y="222"/>
                    <a:pt x="2378" y="155"/>
                    <a:pt x="2311" y="110"/>
                  </a:cubicBezTo>
                  <a:cubicBezTo>
                    <a:pt x="2200" y="34"/>
                    <a:pt x="2082" y="1"/>
                    <a:pt x="196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62"/>
            <p:cNvSpPr/>
            <p:nvPr/>
          </p:nvSpPr>
          <p:spPr>
            <a:xfrm>
              <a:off x="3887175" y="3508475"/>
              <a:ext cx="6425" cy="36675"/>
            </a:xfrm>
            <a:custGeom>
              <a:avLst/>
              <a:gdLst/>
              <a:ahLst/>
              <a:cxnLst/>
              <a:rect l="l" t="t" r="r" b="b"/>
              <a:pathLst>
                <a:path w="257" h="1467" extrusionOk="0">
                  <a:moveTo>
                    <a:pt x="257" y="0"/>
                  </a:moveTo>
                  <a:cubicBezTo>
                    <a:pt x="168" y="233"/>
                    <a:pt x="112" y="477"/>
                    <a:pt x="67" y="722"/>
                  </a:cubicBezTo>
                  <a:cubicBezTo>
                    <a:pt x="23" y="966"/>
                    <a:pt x="1" y="1210"/>
                    <a:pt x="23" y="1466"/>
                  </a:cubicBezTo>
                  <a:lnTo>
                    <a:pt x="257" y="0"/>
                  </a:ln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62"/>
            <p:cNvSpPr/>
            <p:nvPr/>
          </p:nvSpPr>
          <p:spPr>
            <a:xfrm>
              <a:off x="3903850" y="3538175"/>
              <a:ext cx="4200" cy="38350"/>
            </a:xfrm>
            <a:custGeom>
              <a:avLst/>
              <a:gdLst/>
              <a:ahLst/>
              <a:cxnLst/>
              <a:rect l="l" t="t" r="r" b="b"/>
              <a:pathLst>
                <a:path w="168" h="1534" extrusionOk="0">
                  <a:moveTo>
                    <a:pt x="167" y="0"/>
                  </a:moveTo>
                  <a:lnTo>
                    <a:pt x="167" y="0"/>
                  </a:lnTo>
                  <a:cubicBezTo>
                    <a:pt x="111" y="256"/>
                    <a:pt x="78" y="511"/>
                    <a:pt x="45" y="767"/>
                  </a:cubicBezTo>
                  <a:cubicBezTo>
                    <a:pt x="22" y="1022"/>
                    <a:pt x="0" y="1278"/>
                    <a:pt x="12" y="1533"/>
                  </a:cubicBezTo>
                  <a:cubicBezTo>
                    <a:pt x="67" y="1278"/>
                    <a:pt x="89" y="1022"/>
                    <a:pt x="123" y="767"/>
                  </a:cubicBezTo>
                  <a:cubicBezTo>
                    <a:pt x="145" y="511"/>
                    <a:pt x="167" y="256"/>
                    <a:pt x="167"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62"/>
            <p:cNvSpPr/>
            <p:nvPr/>
          </p:nvSpPr>
          <p:spPr>
            <a:xfrm>
              <a:off x="3919125" y="3536500"/>
              <a:ext cx="3625" cy="22525"/>
            </a:xfrm>
            <a:custGeom>
              <a:avLst/>
              <a:gdLst/>
              <a:ahLst/>
              <a:cxnLst/>
              <a:rect l="l" t="t" r="r" b="b"/>
              <a:pathLst>
                <a:path w="145" h="901" extrusionOk="0">
                  <a:moveTo>
                    <a:pt x="122" y="1"/>
                  </a:moveTo>
                  <a:lnTo>
                    <a:pt x="122" y="1"/>
                  </a:lnTo>
                  <a:cubicBezTo>
                    <a:pt x="78" y="145"/>
                    <a:pt x="56" y="289"/>
                    <a:pt x="34" y="445"/>
                  </a:cubicBezTo>
                  <a:cubicBezTo>
                    <a:pt x="23" y="590"/>
                    <a:pt x="1" y="745"/>
                    <a:pt x="11" y="901"/>
                  </a:cubicBezTo>
                  <a:cubicBezTo>
                    <a:pt x="67" y="756"/>
                    <a:pt x="90" y="600"/>
                    <a:pt x="112" y="456"/>
                  </a:cubicBezTo>
                  <a:cubicBezTo>
                    <a:pt x="122" y="301"/>
                    <a:pt x="145" y="145"/>
                    <a:pt x="122"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62"/>
            <p:cNvSpPr/>
            <p:nvPr/>
          </p:nvSpPr>
          <p:spPr>
            <a:xfrm>
              <a:off x="3931900" y="3533450"/>
              <a:ext cx="2525" cy="10025"/>
            </a:xfrm>
            <a:custGeom>
              <a:avLst/>
              <a:gdLst/>
              <a:ahLst/>
              <a:cxnLst/>
              <a:rect l="l" t="t" r="r" b="b"/>
              <a:pathLst>
                <a:path w="101" h="401" extrusionOk="0">
                  <a:moveTo>
                    <a:pt x="78" y="1"/>
                  </a:moveTo>
                  <a:cubicBezTo>
                    <a:pt x="34" y="67"/>
                    <a:pt x="34" y="134"/>
                    <a:pt x="11" y="201"/>
                  </a:cubicBezTo>
                  <a:cubicBezTo>
                    <a:pt x="11" y="256"/>
                    <a:pt x="1" y="323"/>
                    <a:pt x="23" y="401"/>
                  </a:cubicBezTo>
                  <a:cubicBezTo>
                    <a:pt x="67" y="345"/>
                    <a:pt x="78" y="267"/>
                    <a:pt x="90" y="201"/>
                  </a:cubicBezTo>
                  <a:cubicBezTo>
                    <a:pt x="100" y="134"/>
                    <a:pt x="100" y="67"/>
                    <a:pt x="78"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62"/>
            <p:cNvSpPr/>
            <p:nvPr/>
          </p:nvSpPr>
          <p:spPr>
            <a:xfrm>
              <a:off x="3836025" y="3156525"/>
              <a:ext cx="131175" cy="341125"/>
            </a:xfrm>
            <a:custGeom>
              <a:avLst/>
              <a:gdLst/>
              <a:ahLst/>
              <a:cxnLst/>
              <a:rect l="l" t="t" r="r" b="b"/>
              <a:pathLst>
                <a:path w="5247" h="13645" extrusionOk="0">
                  <a:moveTo>
                    <a:pt x="535" y="0"/>
                  </a:moveTo>
                  <a:cubicBezTo>
                    <a:pt x="1" y="0"/>
                    <a:pt x="302" y="921"/>
                    <a:pt x="447" y="1180"/>
                  </a:cubicBezTo>
                  <a:cubicBezTo>
                    <a:pt x="1081" y="2291"/>
                    <a:pt x="1625" y="3446"/>
                    <a:pt x="2091" y="4635"/>
                  </a:cubicBezTo>
                  <a:lnTo>
                    <a:pt x="2091" y="3713"/>
                  </a:lnTo>
                  <a:cubicBezTo>
                    <a:pt x="2424" y="4357"/>
                    <a:pt x="2758" y="5013"/>
                    <a:pt x="3091" y="5668"/>
                  </a:cubicBezTo>
                  <a:cubicBezTo>
                    <a:pt x="3180" y="5846"/>
                    <a:pt x="3280" y="6035"/>
                    <a:pt x="3302" y="6246"/>
                  </a:cubicBezTo>
                  <a:cubicBezTo>
                    <a:pt x="3325" y="6435"/>
                    <a:pt x="3280" y="6624"/>
                    <a:pt x="3236" y="6813"/>
                  </a:cubicBezTo>
                  <a:lnTo>
                    <a:pt x="2836" y="8645"/>
                  </a:lnTo>
                  <a:cubicBezTo>
                    <a:pt x="2935" y="8512"/>
                    <a:pt x="3047" y="8390"/>
                    <a:pt x="3147" y="8257"/>
                  </a:cubicBezTo>
                  <a:lnTo>
                    <a:pt x="3147" y="8257"/>
                  </a:lnTo>
                  <a:lnTo>
                    <a:pt x="2347" y="12389"/>
                  </a:lnTo>
                  <a:cubicBezTo>
                    <a:pt x="2636" y="12289"/>
                    <a:pt x="2891" y="12111"/>
                    <a:pt x="3080" y="11867"/>
                  </a:cubicBezTo>
                  <a:lnTo>
                    <a:pt x="3080" y="11867"/>
                  </a:lnTo>
                  <a:cubicBezTo>
                    <a:pt x="3014" y="12267"/>
                    <a:pt x="2958" y="12656"/>
                    <a:pt x="2891" y="13044"/>
                  </a:cubicBezTo>
                  <a:cubicBezTo>
                    <a:pt x="3147" y="12900"/>
                    <a:pt x="3380" y="12723"/>
                    <a:pt x="3602" y="12523"/>
                  </a:cubicBezTo>
                  <a:cubicBezTo>
                    <a:pt x="3691" y="12678"/>
                    <a:pt x="3757" y="12856"/>
                    <a:pt x="3791" y="13034"/>
                  </a:cubicBezTo>
                  <a:cubicBezTo>
                    <a:pt x="3913" y="12900"/>
                    <a:pt x="4013" y="12733"/>
                    <a:pt x="4091" y="12567"/>
                  </a:cubicBezTo>
                  <a:cubicBezTo>
                    <a:pt x="4213" y="12789"/>
                    <a:pt x="4524" y="13422"/>
                    <a:pt x="4636" y="13644"/>
                  </a:cubicBezTo>
                  <a:cubicBezTo>
                    <a:pt x="4947" y="11489"/>
                    <a:pt x="4735" y="8423"/>
                    <a:pt x="4747" y="6357"/>
                  </a:cubicBezTo>
                  <a:lnTo>
                    <a:pt x="4747" y="6357"/>
                  </a:lnTo>
                  <a:cubicBezTo>
                    <a:pt x="4850" y="6480"/>
                    <a:pt x="5001" y="6554"/>
                    <a:pt x="5159" y="6554"/>
                  </a:cubicBezTo>
                  <a:cubicBezTo>
                    <a:pt x="5188" y="6554"/>
                    <a:pt x="5217" y="6551"/>
                    <a:pt x="5246" y="6546"/>
                  </a:cubicBezTo>
                  <a:cubicBezTo>
                    <a:pt x="4147" y="4635"/>
                    <a:pt x="2769" y="3113"/>
                    <a:pt x="1625" y="1225"/>
                  </a:cubicBezTo>
                  <a:cubicBezTo>
                    <a:pt x="1447" y="914"/>
                    <a:pt x="1047" y="81"/>
                    <a:pt x="659" y="14"/>
                  </a:cubicBezTo>
                  <a:cubicBezTo>
                    <a:pt x="613" y="5"/>
                    <a:pt x="572" y="0"/>
                    <a:pt x="53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62"/>
            <p:cNvSpPr/>
            <p:nvPr/>
          </p:nvSpPr>
          <p:spPr>
            <a:xfrm>
              <a:off x="3892725" y="3362925"/>
              <a:ext cx="59750" cy="134725"/>
            </a:xfrm>
            <a:custGeom>
              <a:avLst/>
              <a:gdLst/>
              <a:ahLst/>
              <a:cxnLst/>
              <a:rect l="l" t="t" r="r" b="b"/>
              <a:pathLst>
                <a:path w="2390" h="5389" extrusionOk="0">
                  <a:moveTo>
                    <a:pt x="901" y="1"/>
                  </a:moveTo>
                  <a:cubicBezTo>
                    <a:pt x="746" y="690"/>
                    <a:pt x="590" y="1378"/>
                    <a:pt x="445" y="2056"/>
                  </a:cubicBezTo>
                  <a:cubicBezTo>
                    <a:pt x="301" y="2744"/>
                    <a:pt x="168" y="3433"/>
                    <a:pt x="23" y="4122"/>
                  </a:cubicBezTo>
                  <a:lnTo>
                    <a:pt x="1" y="4255"/>
                  </a:lnTo>
                  <a:lnTo>
                    <a:pt x="124" y="4211"/>
                  </a:lnTo>
                  <a:cubicBezTo>
                    <a:pt x="344" y="4129"/>
                    <a:pt x="547" y="4005"/>
                    <a:pt x="719" y="3847"/>
                  </a:cubicBezTo>
                  <a:lnTo>
                    <a:pt x="719" y="3847"/>
                  </a:lnTo>
                  <a:lnTo>
                    <a:pt x="579" y="4778"/>
                  </a:lnTo>
                  <a:lnTo>
                    <a:pt x="556" y="4922"/>
                  </a:lnTo>
                  <a:lnTo>
                    <a:pt x="679" y="4844"/>
                  </a:lnTo>
                  <a:cubicBezTo>
                    <a:pt x="912" y="4712"/>
                    <a:pt x="1136" y="4552"/>
                    <a:pt x="1342" y="4365"/>
                  </a:cubicBezTo>
                  <a:lnTo>
                    <a:pt x="1342" y="4365"/>
                  </a:lnTo>
                  <a:cubicBezTo>
                    <a:pt x="1417" y="4494"/>
                    <a:pt x="1461" y="4637"/>
                    <a:pt x="1489" y="4788"/>
                  </a:cubicBezTo>
                  <a:lnTo>
                    <a:pt x="1512" y="4889"/>
                  </a:lnTo>
                  <a:lnTo>
                    <a:pt x="1578" y="4811"/>
                  </a:lnTo>
                  <a:cubicBezTo>
                    <a:pt x="1683" y="4687"/>
                    <a:pt x="1780" y="4547"/>
                    <a:pt x="1847" y="4398"/>
                  </a:cubicBezTo>
                  <a:lnTo>
                    <a:pt x="1847" y="4398"/>
                  </a:lnTo>
                  <a:cubicBezTo>
                    <a:pt x="2024" y="4722"/>
                    <a:pt x="2202" y="5055"/>
                    <a:pt x="2390" y="5388"/>
                  </a:cubicBezTo>
                  <a:cubicBezTo>
                    <a:pt x="2223" y="5022"/>
                    <a:pt x="2056" y="4655"/>
                    <a:pt x="1879" y="4289"/>
                  </a:cubicBezTo>
                  <a:lnTo>
                    <a:pt x="1845" y="4222"/>
                  </a:lnTo>
                  <a:lnTo>
                    <a:pt x="1812" y="4300"/>
                  </a:lnTo>
                  <a:cubicBezTo>
                    <a:pt x="1749" y="4433"/>
                    <a:pt x="1666" y="4552"/>
                    <a:pt x="1572" y="4669"/>
                  </a:cubicBezTo>
                  <a:lnTo>
                    <a:pt x="1572" y="4669"/>
                  </a:lnTo>
                  <a:cubicBezTo>
                    <a:pt x="1541" y="4517"/>
                    <a:pt x="1484" y="4368"/>
                    <a:pt x="1412" y="4233"/>
                  </a:cubicBezTo>
                  <a:lnTo>
                    <a:pt x="1368" y="4178"/>
                  </a:lnTo>
                  <a:lnTo>
                    <a:pt x="1312" y="4222"/>
                  </a:lnTo>
                  <a:cubicBezTo>
                    <a:pt x="1137" y="4378"/>
                    <a:pt x="940" y="4520"/>
                    <a:pt x="738" y="4645"/>
                  </a:cubicBezTo>
                  <a:lnTo>
                    <a:pt x="738" y="4645"/>
                  </a:lnTo>
                  <a:lnTo>
                    <a:pt x="912" y="3633"/>
                  </a:lnTo>
                  <a:lnTo>
                    <a:pt x="956" y="3356"/>
                  </a:lnTo>
                  <a:lnTo>
                    <a:pt x="779" y="3566"/>
                  </a:lnTo>
                  <a:cubicBezTo>
                    <a:pt x="620" y="3753"/>
                    <a:pt x="422" y="3909"/>
                    <a:pt x="204" y="4013"/>
                  </a:cubicBezTo>
                  <a:lnTo>
                    <a:pt x="204" y="4013"/>
                  </a:lnTo>
                  <a:cubicBezTo>
                    <a:pt x="320" y="3372"/>
                    <a:pt x="443" y="2730"/>
                    <a:pt x="556" y="2078"/>
                  </a:cubicBezTo>
                  <a:cubicBezTo>
                    <a:pt x="679" y="1389"/>
                    <a:pt x="801" y="700"/>
                    <a:pt x="9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62"/>
            <p:cNvSpPr/>
            <p:nvPr/>
          </p:nvSpPr>
          <p:spPr>
            <a:xfrm>
              <a:off x="3754975" y="3240175"/>
              <a:ext cx="5875" cy="17800"/>
            </a:xfrm>
            <a:custGeom>
              <a:avLst/>
              <a:gdLst/>
              <a:ahLst/>
              <a:cxnLst/>
              <a:rect l="l" t="t" r="r" b="b"/>
              <a:pathLst>
                <a:path w="235" h="712" extrusionOk="0">
                  <a:moveTo>
                    <a:pt x="201" y="1"/>
                  </a:moveTo>
                  <a:cubicBezTo>
                    <a:pt x="112" y="100"/>
                    <a:pt x="68" y="223"/>
                    <a:pt x="45" y="334"/>
                  </a:cubicBezTo>
                  <a:cubicBezTo>
                    <a:pt x="12" y="456"/>
                    <a:pt x="1" y="579"/>
                    <a:pt x="35" y="712"/>
                  </a:cubicBezTo>
                  <a:cubicBezTo>
                    <a:pt x="124" y="601"/>
                    <a:pt x="168" y="490"/>
                    <a:pt x="190" y="379"/>
                  </a:cubicBezTo>
                  <a:cubicBezTo>
                    <a:pt x="223" y="256"/>
                    <a:pt x="235" y="134"/>
                    <a:pt x="2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62"/>
            <p:cNvSpPr/>
            <p:nvPr/>
          </p:nvSpPr>
          <p:spPr>
            <a:xfrm>
              <a:off x="3738050" y="3204075"/>
              <a:ext cx="6700" cy="22800"/>
            </a:xfrm>
            <a:custGeom>
              <a:avLst/>
              <a:gdLst/>
              <a:ahLst/>
              <a:cxnLst/>
              <a:rect l="l" t="t" r="r" b="b"/>
              <a:pathLst>
                <a:path w="268" h="912" extrusionOk="0">
                  <a:moveTo>
                    <a:pt x="245" y="1"/>
                  </a:moveTo>
                  <a:lnTo>
                    <a:pt x="245" y="1"/>
                  </a:lnTo>
                  <a:cubicBezTo>
                    <a:pt x="156" y="134"/>
                    <a:pt x="100" y="278"/>
                    <a:pt x="67" y="434"/>
                  </a:cubicBezTo>
                  <a:cubicBezTo>
                    <a:pt x="23" y="589"/>
                    <a:pt x="1" y="745"/>
                    <a:pt x="34" y="912"/>
                  </a:cubicBezTo>
                  <a:cubicBezTo>
                    <a:pt x="122" y="778"/>
                    <a:pt x="178" y="623"/>
                    <a:pt x="211" y="467"/>
                  </a:cubicBezTo>
                  <a:cubicBezTo>
                    <a:pt x="245" y="322"/>
                    <a:pt x="267" y="167"/>
                    <a:pt x="2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62"/>
            <p:cNvSpPr/>
            <p:nvPr/>
          </p:nvSpPr>
          <p:spPr>
            <a:xfrm>
              <a:off x="3777750" y="3189650"/>
              <a:ext cx="6700" cy="19725"/>
            </a:xfrm>
            <a:custGeom>
              <a:avLst/>
              <a:gdLst/>
              <a:ahLst/>
              <a:cxnLst/>
              <a:rect l="l" t="t" r="r" b="b"/>
              <a:pathLst>
                <a:path w="268" h="789" extrusionOk="0">
                  <a:moveTo>
                    <a:pt x="23" y="0"/>
                  </a:moveTo>
                  <a:lnTo>
                    <a:pt x="23" y="0"/>
                  </a:lnTo>
                  <a:cubicBezTo>
                    <a:pt x="1" y="156"/>
                    <a:pt x="23" y="289"/>
                    <a:pt x="57" y="422"/>
                  </a:cubicBezTo>
                  <a:cubicBezTo>
                    <a:pt x="101" y="556"/>
                    <a:pt x="156" y="677"/>
                    <a:pt x="245" y="788"/>
                  </a:cubicBezTo>
                  <a:cubicBezTo>
                    <a:pt x="267" y="644"/>
                    <a:pt x="245" y="511"/>
                    <a:pt x="212" y="378"/>
                  </a:cubicBezTo>
                  <a:cubicBezTo>
                    <a:pt x="168" y="244"/>
                    <a:pt x="112" y="122"/>
                    <a:pt x="2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62"/>
            <p:cNvSpPr/>
            <p:nvPr/>
          </p:nvSpPr>
          <p:spPr>
            <a:xfrm>
              <a:off x="3756650" y="3165200"/>
              <a:ext cx="4750" cy="23900"/>
            </a:xfrm>
            <a:custGeom>
              <a:avLst/>
              <a:gdLst/>
              <a:ahLst/>
              <a:cxnLst/>
              <a:rect l="l" t="t" r="r" b="b"/>
              <a:pathLst>
                <a:path w="190" h="956" extrusionOk="0">
                  <a:moveTo>
                    <a:pt x="57" y="0"/>
                  </a:moveTo>
                  <a:cubicBezTo>
                    <a:pt x="1" y="167"/>
                    <a:pt x="1" y="322"/>
                    <a:pt x="12" y="489"/>
                  </a:cubicBezTo>
                  <a:cubicBezTo>
                    <a:pt x="34" y="645"/>
                    <a:pt x="57" y="800"/>
                    <a:pt x="134" y="956"/>
                  </a:cubicBezTo>
                  <a:cubicBezTo>
                    <a:pt x="190" y="789"/>
                    <a:pt x="190" y="633"/>
                    <a:pt x="178" y="467"/>
                  </a:cubicBezTo>
                  <a:cubicBezTo>
                    <a:pt x="156" y="312"/>
                    <a:pt x="123" y="156"/>
                    <a:pt x="5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62"/>
            <p:cNvSpPr/>
            <p:nvPr/>
          </p:nvSpPr>
          <p:spPr>
            <a:xfrm>
              <a:off x="3730000" y="3151875"/>
              <a:ext cx="6425" cy="25275"/>
            </a:xfrm>
            <a:custGeom>
              <a:avLst/>
              <a:gdLst/>
              <a:ahLst/>
              <a:cxnLst/>
              <a:rect l="l" t="t" r="r" b="b"/>
              <a:pathLst>
                <a:path w="257" h="1011" extrusionOk="0">
                  <a:moveTo>
                    <a:pt x="222" y="0"/>
                  </a:moveTo>
                  <a:lnTo>
                    <a:pt x="222" y="0"/>
                  </a:lnTo>
                  <a:cubicBezTo>
                    <a:pt x="133" y="156"/>
                    <a:pt x="89" y="322"/>
                    <a:pt x="56" y="489"/>
                  </a:cubicBezTo>
                  <a:cubicBezTo>
                    <a:pt x="22" y="655"/>
                    <a:pt x="0" y="833"/>
                    <a:pt x="34" y="1011"/>
                  </a:cubicBezTo>
                  <a:cubicBezTo>
                    <a:pt x="133" y="855"/>
                    <a:pt x="178" y="689"/>
                    <a:pt x="212" y="522"/>
                  </a:cubicBezTo>
                  <a:cubicBezTo>
                    <a:pt x="234" y="356"/>
                    <a:pt x="256" y="178"/>
                    <a:pt x="22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62"/>
            <p:cNvSpPr/>
            <p:nvPr/>
          </p:nvSpPr>
          <p:spPr>
            <a:xfrm>
              <a:off x="3799700" y="3164650"/>
              <a:ext cx="5025" cy="20275"/>
            </a:xfrm>
            <a:custGeom>
              <a:avLst/>
              <a:gdLst/>
              <a:ahLst/>
              <a:cxnLst/>
              <a:rect l="l" t="t" r="r" b="b"/>
              <a:pathLst>
                <a:path w="201" h="811" extrusionOk="0">
                  <a:moveTo>
                    <a:pt x="45" y="0"/>
                  </a:moveTo>
                  <a:cubicBezTo>
                    <a:pt x="1" y="144"/>
                    <a:pt x="1" y="278"/>
                    <a:pt x="23" y="411"/>
                  </a:cubicBezTo>
                  <a:cubicBezTo>
                    <a:pt x="45" y="556"/>
                    <a:pt x="78" y="689"/>
                    <a:pt x="156" y="811"/>
                  </a:cubicBezTo>
                  <a:cubicBezTo>
                    <a:pt x="201" y="667"/>
                    <a:pt x="189" y="533"/>
                    <a:pt x="179" y="400"/>
                  </a:cubicBezTo>
                  <a:cubicBezTo>
                    <a:pt x="156" y="255"/>
                    <a:pt x="123" y="122"/>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62"/>
            <p:cNvSpPr/>
            <p:nvPr/>
          </p:nvSpPr>
          <p:spPr>
            <a:xfrm>
              <a:off x="3824700" y="3156300"/>
              <a:ext cx="7800" cy="16150"/>
            </a:xfrm>
            <a:custGeom>
              <a:avLst/>
              <a:gdLst/>
              <a:ahLst/>
              <a:cxnLst/>
              <a:rect l="l" t="t" r="r" b="b"/>
              <a:pathLst>
                <a:path w="312" h="646" extrusionOk="0">
                  <a:moveTo>
                    <a:pt x="1" y="1"/>
                  </a:moveTo>
                  <a:cubicBezTo>
                    <a:pt x="1" y="134"/>
                    <a:pt x="34" y="245"/>
                    <a:pt x="90" y="356"/>
                  </a:cubicBezTo>
                  <a:cubicBezTo>
                    <a:pt x="134" y="468"/>
                    <a:pt x="201" y="567"/>
                    <a:pt x="312" y="645"/>
                  </a:cubicBezTo>
                  <a:cubicBezTo>
                    <a:pt x="312" y="512"/>
                    <a:pt x="278" y="401"/>
                    <a:pt x="223" y="290"/>
                  </a:cubicBezTo>
                  <a:cubicBezTo>
                    <a:pt x="178" y="189"/>
                    <a:pt x="112" y="90"/>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62"/>
            <p:cNvSpPr/>
            <p:nvPr/>
          </p:nvSpPr>
          <p:spPr>
            <a:xfrm>
              <a:off x="3827750" y="3194350"/>
              <a:ext cx="5575" cy="21125"/>
            </a:xfrm>
            <a:custGeom>
              <a:avLst/>
              <a:gdLst/>
              <a:ahLst/>
              <a:cxnLst/>
              <a:rect l="l" t="t" r="r" b="b"/>
              <a:pathLst>
                <a:path w="223" h="845" extrusionOk="0">
                  <a:moveTo>
                    <a:pt x="34" y="0"/>
                  </a:moveTo>
                  <a:cubicBezTo>
                    <a:pt x="0" y="156"/>
                    <a:pt x="12" y="301"/>
                    <a:pt x="34" y="434"/>
                  </a:cubicBezTo>
                  <a:cubicBezTo>
                    <a:pt x="67" y="578"/>
                    <a:pt x="101" y="711"/>
                    <a:pt x="190" y="845"/>
                  </a:cubicBezTo>
                  <a:cubicBezTo>
                    <a:pt x="223" y="689"/>
                    <a:pt x="212" y="545"/>
                    <a:pt x="190" y="412"/>
                  </a:cubicBezTo>
                  <a:cubicBezTo>
                    <a:pt x="156" y="267"/>
                    <a:pt x="123" y="134"/>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62"/>
            <p:cNvSpPr/>
            <p:nvPr/>
          </p:nvSpPr>
          <p:spPr>
            <a:xfrm>
              <a:off x="3805525" y="3229900"/>
              <a:ext cx="4200" cy="19200"/>
            </a:xfrm>
            <a:custGeom>
              <a:avLst/>
              <a:gdLst/>
              <a:ahLst/>
              <a:cxnLst/>
              <a:rect l="l" t="t" r="r" b="b"/>
              <a:pathLst>
                <a:path w="168" h="768" extrusionOk="0">
                  <a:moveTo>
                    <a:pt x="79" y="0"/>
                  </a:moveTo>
                  <a:cubicBezTo>
                    <a:pt x="12" y="134"/>
                    <a:pt x="1" y="256"/>
                    <a:pt x="1" y="390"/>
                  </a:cubicBezTo>
                  <a:cubicBezTo>
                    <a:pt x="12" y="511"/>
                    <a:pt x="34" y="645"/>
                    <a:pt x="90" y="767"/>
                  </a:cubicBezTo>
                  <a:cubicBezTo>
                    <a:pt x="156" y="634"/>
                    <a:pt x="168" y="511"/>
                    <a:pt x="168" y="378"/>
                  </a:cubicBezTo>
                  <a:cubicBezTo>
                    <a:pt x="156" y="256"/>
                    <a:pt x="146" y="134"/>
                    <a:pt x="79"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62"/>
            <p:cNvSpPr/>
            <p:nvPr/>
          </p:nvSpPr>
          <p:spPr>
            <a:xfrm>
              <a:off x="3849400" y="3234625"/>
              <a:ext cx="6150" cy="19725"/>
            </a:xfrm>
            <a:custGeom>
              <a:avLst/>
              <a:gdLst/>
              <a:ahLst/>
              <a:cxnLst/>
              <a:rect l="l" t="t" r="r" b="b"/>
              <a:pathLst>
                <a:path w="246" h="789" extrusionOk="0">
                  <a:moveTo>
                    <a:pt x="23" y="1"/>
                  </a:moveTo>
                  <a:lnTo>
                    <a:pt x="23" y="1"/>
                  </a:lnTo>
                  <a:cubicBezTo>
                    <a:pt x="1" y="145"/>
                    <a:pt x="12" y="278"/>
                    <a:pt x="45" y="411"/>
                  </a:cubicBezTo>
                  <a:cubicBezTo>
                    <a:pt x="79" y="545"/>
                    <a:pt x="124" y="667"/>
                    <a:pt x="212" y="789"/>
                  </a:cubicBezTo>
                  <a:cubicBezTo>
                    <a:pt x="245" y="645"/>
                    <a:pt x="223" y="512"/>
                    <a:pt x="201" y="378"/>
                  </a:cubicBezTo>
                  <a:cubicBezTo>
                    <a:pt x="168" y="245"/>
                    <a:pt x="112" y="12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62"/>
            <p:cNvSpPr/>
            <p:nvPr/>
          </p:nvSpPr>
          <p:spPr>
            <a:xfrm>
              <a:off x="3829150" y="3249075"/>
              <a:ext cx="4475" cy="26675"/>
            </a:xfrm>
            <a:custGeom>
              <a:avLst/>
              <a:gdLst/>
              <a:ahLst/>
              <a:cxnLst/>
              <a:rect l="l" t="t" r="r" b="b"/>
              <a:pathLst>
                <a:path w="179" h="1067" extrusionOk="0">
                  <a:moveTo>
                    <a:pt x="134" y="0"/>
                  </a:moveTo>
                  <a:cubicBezTo>
                    <a:pt x="56" y="167"/>
                    <a:pt x="33" y="344"/>
                    <a:pt x="11" y="522"/>
                  </a:cubicBezTo>
                  <a:cubicBezTo>
                    <a:pt x="0" y="711"/>
                    <a:pt x="11" y="889"/>
                    <a:pt x="56" y="1067"/>
                  </a:cubicBezTo>
                  <a:cubicBezTo>
                    <a:pt x="134" y="889"/>
                    <a:pt x="156" y="722"/>
                    <a:pt x="178" y="534"/>
                  </a:cubicBezTo>
                  <a:cubicBezTo>
                    <a:pt x="178" y="356"/>
                    <a:pt x="178" y="178"/>
                    <a:pt x="1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62"/>
            <p:cNvSpPr/>
            <p:nvPr/>
          </p:nvSpPr>
          <p:spPr>
            <a:xfrm>
              <a:off x="3782500" y="3262400"/>
              <a:ext cx="4175" cy="20575"/>
            </a:xfrm>
            <a:custGeom>
              <a:avLst/>
              <a:gdLst/>
              <a:ahLst/>
              <a:cxnLst/>
              <a:rect l="l" t="t" r="r" b="b"/>
              <a:pathLst>
                <a:path w="167" h="823" extrusionOk="0">
                  <a:moveTo>
                    <a:pt x="100" y="1"/>
                  </a:moveTo>
                  <a:cubicBezTo>
                    <a:pt x="33" y="134"/>
                    <a:pt x="11" y="267"/>
                    <a:pt x="0" y="400"/>
                  </a:cubicBezTo>
                  <a:cubicBezTo>
                    <a:pt x="0" y="544"/>
                    <a:pt x="0" y="678"/>
                    <a:pt x="55" y="823"/>
                  </a:cubicBezTo>
                  <a:cubicBezTo>
                    <a:pt x="133" y="689"/>
                    <a:pt x="156" y="544"/>
                    <a:pt x="156" y="411"/>
                  </a:cubicBezTo>
                  <a:cubicBezTo>
                    <a:pt x="166" y="278"/>
                    <a:pt x="156" y="145"/>
                    <a:pt x="10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62"/>
            <p:cNvSpPr/>
            <p:nvPr/>
          </p:nvSpPr>
          <p:spPr>
            <a:xfrm>
              <a:off x="3727225" y="3254325"/>
              <a:ext cx="6675" cy="18375"/>
            </a:xfrm>
            <a:custGeom>
              <a:avLst/>
              <a:gdLst/>
              <a:ahLst/>
              <a:cxnLst/>
              <a:rect l="l" t="t" r="r" b="b"/>
              <a:pathLst>
                <a:path w="267" h="735" extrusionOk="0">
                  <a:moveTo>
                    <a:pt x="22" y="1"/>
                  </a:moveTo>
                  <a:lnTo>
                    <a:pt x="22" y="1"/>
                  </a:lnTo>
                  <a:cubicBezTo>
                    <a:pt x="0" y="134"/>
                    <a:pt x="22" y="268"/>
                    <a:pt x="56" y="390"/>
                  </a:cubicBezTo>
                  <a:cubicBezTo>
                    <a:pt x="89" y="512"/>
                    <a:pt x="145" y="623"/>
                    <a:pt x="244" y="734"/>
                  </a:cubicBezTo>
                  <a:cubicBezTo>
                    <a:pt x="267" y="590"/>
                    <a:pt x="244" y="468"/>
                    <a:pt x="200" y="346"/>
                  </a:cubicBezTo>
                  <a:cubicBezTo>
                    <a:pt x="167" y="223"/>
                    <a:pt x="111" y="101"/>
                    <a:pt x="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62"/>
            <p:cNvSpPr/>
            <p:nvPr/>
          </p:nvSpPr>
          <p:spPr>
            <a:xfrm>
              <a:off x="3707500" y="3282950"/>
              <a:ext cx="4750" cy="22800"/>
            </a:xfrm>
            <a:custGeom>
              <a:avLst/>
              <a:gdLst/>
              <a:ahLst/>
              <a:cxnLst/>
              <a:rect l="l" t="t" r="r" b="b"/>
              <a:pathLst>
                <a:path w="190" h="912" extrusionOk="0">
                  <a:moveTo>
                    <a:pt x="145" y="1"/>
                  </a:moveTo>
                  <a:cubicBezTo>
                    <a:pt x="67" y="145"/>
                    <a:pt x="34" y="289"/>
                    <a:pt x="23" y="445"/>
                  </a:cubicBezTo>
                  <a:cubicBezTo>
                    <a:pt x="11" y="601"/>
                    <a:pt x="1" y="756"/>
                    <a:pt x="56" y="912"/>
                  </a:cubicBezTo>
                  <a:cubicBezTo>
                    <a:pt x="134" y="767"/>
                    <a:pt x="156" y="611"/>
                    <a:pt x="178" y="467"/>
                  </a:cubicBezTo>
                  <a:cubicBezTo>
                    <a:pt x="189" y="312"/>
                    <a:pt x="189" y="156"/>
                    <a:pt x="1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62"/>
            <p:cNvSpPr/>
            <p:nvPr/>
          </p:nvSpPr>
          <p:spPr>
            <a:xfrm>
              <a:off x="3756375" y="3294325"/>
              <a:ext cx="4200" cy="25575"/>
            </a:xfrm>
            <a:custGeom>
              <a:avLst/>
              <a:gdLst/>
              <a:ahLst/>
              <a:cxnLst/>
              <a:rect l="l" t="t" r="r" b="b"/>
              <a:pathLst>
                <a:path w="168" h="1023" extrusionOk="0">
                  <a:moveTo>
                    <a:pt x="100" y="1"/>
                  </a:moveTo>
                  <a:cubicBezTo>
                    <a:pt x="34" y="168"/>
                    <a:pt x="12" y="334"/>
                    <a:pt x="1" y="512"/>
                  </a:cubicBezTo>
                  <a:cubicBezTo>
                    <a:pt x="1" y="679"/>
                    <a:pt x="12" y="856"/>
                    <a:pt x="68" y="1023"/>
                  </a:cubicBezTo>
                  <a:cubicBezTo>
                    <a:pt x="134" y="856"/>
                    <a:pt x="156" y="689"/>
                    <a:pt x="167" y="512"/>
                  </a:cubicBezTo>
                  <a:cubicBezTo>
                    <a:pt x="167" y="345"/>
                    <a:pt x="156" y="178"/>
                    <a:pt x="10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62"/>
            <p:cNvSpPr/>
            <p:nvPr/>
          </p:nvSpPr>
          <p:spPr>
            <a:xfrm>
              <a:off x="3806650" y="3307100"/>
              <a:ext cx="6425" cy="20025"/>
            </a:xfrm>
            <a:custGeom>
              <a:avLst/>
              <a:gdLst/>
              <a:ahLst/>
              <a:cxnLst/>
              <a:rect l="l" t="t" r="r" b="b"/>
              <a:pathLst>
                <a:path w="257" h="801" extrusionOk="0">
                  <a:moveTo>
                    <a:pt x="34" y="1"/>
                  </a:moveTo>
                  <a:lnTo>
                    <a:pt x="34" y="1"/>
                  </a:lnTo>
                  <a:cubicBezTo>
                    <a:pt x="0" y="146"/>
                    <a:pt x="22" y="289"/>
                    <a:pt x="56" y="423"/>
                  </a:cubicBezTo>
                  <a:cubicBezTo>
                    <a:pt x="89" y="545"/>
                    <a:pt x="133" y="679"/>
                    <a:pt x="222" y="800"/>
                  </a:cubicBezTo>
                  <a:cubicBezTo>
                    <a:pt x="256" y="645"/>
                    <a:pt x="234" y="512"/>
                    <a:pt x="200" y="378"/>
                  </a:cubicBezTo>
                  <a:cubicBezTo>
                    <a:pt x="167" y="245"/>
                    <a:pt x="123" y="123"/>
                    <a:pt x="3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62"/>
            <p:cNvSpPr/>
            <p:nvPr/>
          </p:nvSpPr>
          <p:spPr>
            <a:xfrm>
              <a:off x="3851925" y="3307100"/>
              <a:ext cx="7250" cy="14475"/>
            </a:xfrm>
            <a:custGeom>
              <a:avLst/>
              <a:gdLst/>
              <a:ahLst/>
              <a:cxnLst/>
              <a:rect l="l" t="t" r="r" b="b"/>
              <a:pathLst>
                <a:path w="290" h="579" extrusionOk="0">
                  <a:moveTo>
                    <a:pt x="23" y="1"/>
                  </a:moveTo>
                  <a:lnTo>
                    <a:pt x="23" y="1"/>
                  </a:lnTo>
                  <a:cubicBezTo>
                    <a:pt x="0" y="123"/>
                    <a:pt x="33" y="223"/>
                    <a:pt x="78" y="323"/>
                  </a:cubicBezTo>
                  <a:cubicBezTo>
                    <a:pt x="122" y="412"/>
                    <a:pt x="178" y="512"/>
                    <a:pt x="267" y="578"/>
                  </a:cubicBezTo>
                  <a:cubicBezTo>
                    <a:pt x="289" y="457"/>
                    <a:pt x="255" y="356"/>
                    <a:pt x="223" y="257"/>
                  </a:cubicBezTo>
                  <a:cubicBezTo>
                    <a:pt x="178" y="168"/>
                    <a:pt x="122" y="67"/>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62"/>
            <p:cNvSpPr/>
            <p:nvPr/>
          </p:nvSpPr>
          <p:spPr>
            <a:xfrm>
              <a:off x="3783325" y="3327100"/>
              <a:ext cx="4200" cy="23650"/>
            </a:xfrm>
            <a:custGeom>
              <a:avLst/>
              <a:gdLst/>
              <a:ahLst/>
              <a:cxnLst/>
              <a:rect l="l" t="t" r="r" b="b"/>
              <a:pathLst>
                <a:path w="168" h="946" extrusionOk="0">
                  <a:moveTo>
                    <a:pt x="67" y="0"/>
                  </a:moveTo>
                  <a:cubicBezTo>
                    <a:pt x="12" y="156"/>
                    <a:pt x="0" y="312"/>
                    <a:pt x="12" y="479"/>
                  </a:cubicBezTo>
                  <a:cubicBezTo>
                    <a:pt x="12" y="634"/>
                    <a:pt x="34" y="790"/>
                    <a:pt x="100" y="945"/>
                  </a:cubicBezTo>
                  <a:cubicBezTo>
                    <a:pt x="167" y="790"/>
                    <a:pt x="167" y="623"/>
                    <a:pt x="167" y="467"/>
                  </a:cubicBezTo>
                  <a:cubicBezTo>
                    <a:pt x="156" y="312"/>
                    <a:pt x="133" y="156"/>
                    <a:pt x="6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62"/>
            <p:cNvSpPr/>
            <p:nvPr/>
          </p:nvSpPr>
          <p:spPr>
            <a:xfrm>
              <a:off x="3839975" y="3338775"/>
              <a:ext cx="3900" cy="18350"/>
            </a:xfrm>
            <a:custGeom>
              <a:avLst/>
              <a:gdLst/>
              <a:ahLst/>
              <a:cxnLst/>
              <a:rect l="l" t="t" r="r" b="b"/>
              <a:pathLst>
                <a:path w="156" h="734" extrusionOk="0">
                  <a:moveTo>
                    <a:pt x="78" y="0"/>
                  </a:moveTo>
                  <a:cubicBezTo>
                    <a:pt x="12" y="123"/>
                    <a:pt x="0" y="244"/>
                    <a:pt x="0" y="367"/>
                  </a:cubicBezTo>
                  <a:cubicBezTo>
                    <a:pt x="0" y="489"/>
                    <a:pt x="12" y="611"/>
                    <a:pt x="78" y="733"/>
                  </a:cubicBezTo>
                  <a:cubicBezTo>
                    <a:pt x="134" y="611"/>
                    <a:pt x="156" y="489"/>
                    <a:pt x="156" y="367"/>
                  </a:cubicBezTo>
                  <a:cubicBezTo>
                    <a:pt x="145" y="244"/>
                    <a:pt x="134" y="123"/>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62"/>
            <p:cNvSpPr/>
            <p:nvPr/>
          </p:nvSpPr>
          <p:spPr>
            <a:xfrm>
              <a:off x="3729725" y="3332650"/>
              <a:ext cx="6400" cy="15325"/>
            </a:xfrm>
            <a:custGeom>
              <a:avLst/>
              <a:gdLst/>
              <a:ahLst/>
              <a:cxnLst/>
              <a:rect l="l" t="t" r="r" b="b"/>
              <a:pathLst>
                <a:path w="256" h="613" extrusionOk="0">
                  <a:moveTo>
                    <a:pt x="33" y="1"/>
                  </a:moveTo>
                  <a:cubicBezTo>
                    <a:pt x="0" y="123"/>
                    <a:pt x="23" y="223"/>
                    <a:pt x="56" y="334"/>
                  </a:cubicBezTo>
                  <a:cubicBezTo>
                    <a:pt x="89" y="434"/>
                    <a:pt x="144" y="534"/>
                    <a:pt x="233" y="612"/>
                  </a:cubicBezTo>
                  <a:cubicBezTo>
                    <a:pt x="256" y="489"/>
                    <a:pt x="233" y="378"/>
                    <a:pt x="211" y="279"/>
                  </a:cubicBezTo>
                  <a:cubicBezTo>
                    <a:pt x="167" y="178"/>
                    <a:pt x="122" y="79"/>
                    <a:pt x="3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62"/>
            <p:cNvSpPr/>
            <p:nvPr/>
          </p:nvSpPr>
          <p:spPr>
            <a:xfrm>
              <a:off x="3704175" y="3357100"/>
              <a:ext cx="6400" cy="26675"/>
            </a:xfrm>
            <a:custGeom>
              <a:avLst/>
              <a:gdLst/>
              <a:ahLst/>
              <a:cxnLst/>
              <a:rect l="l" t="t" r="r" b="b"/>
              <a:pathLst>
                <a:path w="256" h="1067" extrusionOk="0">
                  <a:moveTo>
                    <a:pt x="23" y="0"/>
                  </a:moveTo>
                  <a:lnTo>
                    <a:pt x="23" y="0"/>
                  </a:lnTo>
                  <a:cubicBezTo>
                    <a:pt x="0" y="190"/>
                    <a:pt x="23" y="367"/>
                    <a:pt x="56" y="545"/>
                  </a:cubicBezTo>
                  <a:cubicBezTo>
                    <a:pt x="89" y="723"/>
                    <a:pt x="134" y="901"/>
                    <a:pt x="233" y="1067"/>
                  </a:cubicBezTo>
                  <a:cubicBezTo>
                    <a:pt x="256" y="878"/>
                    <a:pt x="233" y="701"/>
                    <a:pt x="211" y="523"/>
                  </a:cubicBezTo>
                  <a:cubicBezTo>
                    <a:pt x="167" y="345"/>
                    <a:pt x="122" y="167"/>
                    <a:pt x="2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62"/>
            <p:cNvSpPr/>
            <p:nvPr/>
          </p:nvSpPr>
          <p:spPr>
            <a:xfrm>
              <a:off x="3747200" y="3380700"/>
              <a:ext cx="4475" cy="18075"/>
            </a:xfrm>
            <a:custGeom>
              <a:avLst/>
              <a:gdLst/>
              <a:ahLst/>
              <a:cxnLst/>
              <a:rect l="l" t="t" r="r" b="b"/>
              <a:pathLst>
                <a:path w="179" h="723" extrusionOk="0">
                  <a:moveTo>
                    <a:pt x="45" y="1"/>
                  </a:moveTo>
                  <a:cubicBezTo>
                    <a:pt x="1" y="134"/>
                    <a:pt x="1" y="256"/>
                    <a:pt x="12" y="379"/>
                  </a:cubicBezTo>
                  <a:cubicBezTo>
                    <a:pt x="35" y="490"/>
                    <a:pt x="57" y="611"/>
                    <a:pt x="134" y="723"/>
                  </a:cubicBezTo>
                  <a:cubicBezTo>
                    <a:pt x="179" y="601"/>
                    <a:pt x="179" y="478"/>
                    <a:pt x="168" y="356"/>
                  </a:cubicBezTo>
                  <a:cubicBezTo>
                    <a:pt x="146" y="234"/>
                    <a:pt x="124"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62"/>
            <p:cNvSpPr/>
            <p:nvPr/>
          </p:nvSpPr>
          <p:spPr>
            <a:xfrm>
              <a:off x="3793050" y="3389875"/>
              <a:ext cx="4175" cy="12800"/>
            </a:xfrm>
            <a:custGeom>
              <a:avLst/>
              <a:gdLst/>
              <a:ahLst/>
              <a:cxnLst/>
              <a:rect l="l" t="t" r="r" b="b"/>
              <a:pathLst>
                <a:path w="167" h="512" extrusionOk="0">
                  <a:moveTo>
                    <a:pt x="100" y="0"/>
                  </a:moveTo>
                  <a:cubicBezTo>
                    <a:pt x="33" y="78"/>
                    <a:pt x="11" y="167"/>
                    <a:pt x="11" y="256"/>
                  </a:cubicBezTo>
                  <a:cubicBezTo>
                    <a:pt x="0" y="333"/>
                    <a:pt x="11" y="422"/>
                    <a:pt x="67" y="511"/>
                  </a:cubicBezTo>
                  <a:cubicBezTo>
                    <a:pt x="134" y="434"/>
                    <a:pt x="156" y="345"/>
                    <a:pt x="166" y="256"/>
                  </a:cubicBezTo>
                  <a:cubicBezTo>
                    <a:pt x="166" y="178"/>
                    <a:pt x="156" y="89"/>
                    <a:pt x="1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62"/>
            <p:cNvSpPr/>
            <p:nvPr/>
          </p:nvSpPr>
          <p:spPr>
            <a:xfrm>
              <a:off x="3847475" y="3389875"/>
              <a:ext cx="5850" cy="20000"/>
            </a:xfrm>
            <a:custGeom>
              <a:avLst/>
              <a:gdLst/>
              <a:ahLst/>
              <a:cxnLst/>
              <a:rect l="l" t="t" r="r" b="b"/>
              <a:pathLst>
                <a:path w="234" h="800" extrusionOk="0">
                  <a:moveTo>
                    <a:pt x="45" y="0"/>
                  </a:moveTo>
                  <a:cubicBezTo>
                    <a:pt x="1" y="145"/>
                    <a:pt x="23" y="278"/>
                    <a:pt x="45" y="412"/>
                  </a:cubicBezTo>
                  <a:cubicBezTo>
                    <a:pt x="67" y="545"/>
                    <a:pt x="112" y="678"/>
                    <a:pt x="201" y="800"/>
                  </a:cubicBezTo>
                  <a:cubicBezTo>
                    <a:pt x="233" y="656"/>
                    <a:pt x="223" y="523"/>
                    <a:pt x="201" y="389"/>
                  </a:cubicBezTo>
                  <a:cubicBezTo>
                    <a:pt x="167" y="256"/>
                    <a:pt x="122" y="123"/>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62"/>
            <p:cNvSpPr/>
            <p:nvPr/>
          </p:nvSpPr>
          <p:spPr>
            <a:xfrm>
              <a:off x="3809700" y="3425700"/>
              <a:ext cx="8925" cy="21400"/>
            </a:xfrm>
            <a:custGeom>
              <a:avLst/>
              <a:gdLst/>
              <a:ahLst/>
              <a:cxnLst/>
              <a:rect l="l" t="t" r="r" b="b"/>
              <a:pathLst>
                <a:path w="357" h="856" extrusionOk="0">
                  <a:moveTo>
                    <a:pt x="356" y="1"/>
                  </a:moveTo>
                  <a:lnTo>
                    <a:pt x="356" y="1"/>
                  </a:lnTo>
                  <a:cubicBezTo>
                    <a:pt x="245" y="122"/>
                    <a:pt x="167" y="256"/>
                    <a:pt x="112" y="400"/>
                  </a:cubicBezTo>
                  <a:cubicBezTo>
                    <a:pt x="56" y="534"/>
                    <a:pt x="11" y="689"/>
                    <a:pt x="1" y="856"/>
                  </a:cubicBezTo>
                  <a:cubicBezTo>
                    <a:pt x="123" y="734"/>
                    <a:pt x="189" y="600"/>
                    <a:pt x="256" y="456"/>
                  </a:cubicBezTo>
                  <a:cubicBezTo>
                    <a:pt x="312" y="312"/>
                    <a:pt x="356" y="167"/>
                    <a:pt x="356"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62"/>
            <p:cNvSpPr/>
            <p:nvPr/>
          </p:nvSpPr>
          <p:spPr>
            <a:xfrm>
              <a:off x="3762500" y="3430400"/>
              <a:ext cx="3900" cy="22250"/>
            </a:xfrm>
            <a:custGeom>
              <a:avLst/>
              <a:gdLst/>
              <a:ahLst/>
              <a:cxnLst/>
              <a:rect l="l" t="t" r="r" b="b"/>
              <a:pathLst>
                <a:path w="156" h="890" extrusionOk="0">
                  <a:moveTo>
                    <a:pt x="78" y="1"/>
                  </a:moveTo>
                  <a:cubicBezTo>
                    <a:pt x="23" y="146"/>
                    <a:pt x="0" y="290"/>
                    <a:pt x="0" y="445"/>
                  </a:cubicBezTo>
                  <a:cubicBezTo>
                    <a:pt x="0" y="590"/>
                    <a:pt x="23" y="734"/>
                    <a:pt x="78" y="890"/>
                  </a:cubicBezTo>
                  <a:cubicBezTo>
                    <a:pt x="144" y="734"/>
                    <a:pt x="156" y="590"/>
                    <a:pt x="156" y="445"/>
                  </a:cubicBezTo>
                  <a:cubicBezTo>
                    <a:pt x="156" y="290"/>
                    <a:pt x="144" y="146"/>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62"/>
            <p:cNvSpPr/>
            <p:nvPr/>
          </p:nvSpPr>
          <p:spPr>
            <a:xfrm>
              <a:off x="3715550" y="3436250"/>
              <a:ext cx="6975" cy="19475"/>
            </a:xfrm>
            <a:custGeom>
              <a:avLst/>
              <a:gdLst/>
              <a:ahLst/>
              <a:cxnLst/>
              <a:rect l="l" t="t" r="r" b="b"/>
              <a:pathLst>
                <a:path w="279" h="779" extrusionOk="0">
                  <a:moveTo>
                    <a:pt x="12" y="1"/>
                  </a:moveTo>
                  <a:lnTo>
                    <a:pt x="12" y="1"/>
                  </a:lnTo>
                  <a:cubicBezTo>
                    <a:pt x="0" y="156"/>
                    <a:pt x="23" y="290"/>
                    <a:pt x="67" y="411"/>
                  </a:cubicBezTo>
                  <a:cubicBezTo>
                    <a:pt x="112" y="545"/>
                    <a:pt x="168" y="667"/>
                    <a:pt x="267" y="778"/>
                  </a:cubicBezTo>
                  <a:cubicBezTo>
                    <a:pt x="279" y="633"/>
                    <a:pt x="256" y="500"/>
                    <a:pt x="212" y="367"/>
                  </a:cubicBezTo>
                  <a:cubicBezTo>
                    <a:pt x="168" y="234"/>
                    <a:pt x="112" y="112"/>
                    <a:pt x="1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62"/>
            <p:cNvSpPr/>
            <p:nvPr/>
          </p:nvSpPr>
          <p:spPr>
            <a:xfrm>
              <a:off x="3841925" y="3448475"/>
              <a:ext cx="8625" cy="20575"/>
            </a:xfrm>
            <a:custGeom>
              <a:avLst/>
              <a:gdLst/>
              <a:ahLst/>
              <a:cxnLst/>
              <a:rect l="l" t="t" r="r" b="b"/>
              <a:pathLst>
                <a:path w="345" h="823" extrusionOk="0">
                  <a:moveTo>
                    <a:pt x="344" y="0"/>
                  </a:moveTo>
                  <a:lnTo>
                    <a:pt x="344" y="0"/>
                  </a:lnTo>
                  <a:cubicBezTo>
                    <a:pt x="223" y="122"/>
                    <a:pt x="156" y="245"/>
                    <a:pt x="100" y="389"/>
                  </a:cubicBezTo>
                  <a:cubicBezTo>
                    <a:pt x="45" y="522"/>
                    <a:pt x="0" y="667"/>
                    <a:pt x="0" y="823"/>
                  </a:cubicBezTo>
                  <a:cubicBezTo>
                    <a:pt x="112" y="711"/>
                    <a:pt x="178" y="578"/>
                    <a:pt x="245" y="445"/>
                  </a:cubicBezTo>
                  <a:cubicBezTo>
                    <a:pt x="300" y="312"/>
                    <a:pt x="344" y="167"/>
                    <a:pt x="34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62"/>
            <p:cNvSpPr/>
            <p:nvPr/>
          </p:nvSpPr>
          <p:spPr>
            <a:xfrm>
              <a:off x="3782750" y="3472350"/>
              <a:ext cx="4475" cy="12525"/>
            </a:xfrm>
            <a:custGeom>
              <a:avLst/>
              <a:gdLst/>
              <a:ahLst/>
              <a:cxnLst/>
              <a:rect l="l" t="t" r="r" b="b"/>
              <a:pathLst>
                <a:path w="179" h="501" extrusionOk="0">
                  <a:moveTo>
                    <a:pt x="123" y="1"/>
                  </a:moveTo>
                  <a:cubicBezTo>
                    <a:pt x="57" y="68"/>
                    <a:pt x="23" y="156"/>
                    <a:pt x="12" y="234"/>
                  </a:cubicBezTo>
                  <a:cubicBezTo>
                    <a:pt x="1" y="323"/>
                    <a:pt x="1" y="411"/>
                    <a:pt x="45" y="500"/>
                  </a:cubicBezTo>
                  <a:cubicBezTo>
                    <a:pt x="123" y="423"/>
                    <a:pt x="156" y="345"/>
                    <a:pt x="168" y="256"/>
                  </a:cubicBezTo>
                  <a:cubicBezTo>
                    <a:pt x="179" y="179"/>
                    <a:pt x="179" y="90"/>
                    <a:pt x="1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62"/>
            <p:cNvSpPr/>
            <p:nvPr/>
          </p:nvSpPr>
          <p:spPr>
            <a:xfrm>
              <a:off x="3755825" y="3039125"/>
              <a:ext cx="8625" cy="15000"/>
            </a:xfrm>
            <a:custGeom>
              <a:avLst/>
              <a:gdLst/>
              <a:ahLst/>
              <a:cxnLst/>
              <a:rect l="l" t="t" r="r" b="b"/>
              <a:pathLst>
                <a:path w="345" h="600" extrusionOk="0">
                  <a:moveTo>
                    <a:pt x="345" y="0"/>
                  </a:moveTo>
                  <a:cubicBezTo>
                    <a:pt x="234" y="67"/>
                    <a:pt x="167" y="156"/>
                    <a:pt x="100" y="255"/>
                  </a:cubicBezTo>
                  <a:cubicBezTo>
                    <a:pt x="45" y="356"/>
                    <a:pt x="1" y="467"/>
                    <a:pt x="1" y="600"/>
                  </a:cubicBezTo>
                  <a:cubicBezTo>
                    <a:pt x="112" y="533"/>
                    <a:pt x="178" y="433"/>
                    <a:pt x="245" y="333"/>
                  </a:cubicBezTo>
                  <a:cubicBezTo>
                    <a:pt x="300" y="233"/>
                    <a:pt x="345" y="133"/>
                    <a:pt x="3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62"/>
            <p:cNvSpPr/>
            <p:nvPr/>
          </p:nvSpPr>
          <p:spPr>
            <a:xfrm>
              <a:off x="3779975" y="3021600"/>
              <a:ext cx="5025" cy="19750"/>
            </a:xfrm>
            <a:custGeom>
              <a:avLst/>
              <a:gdLst/>
              <a:ahLst/>
              <a:cxnLst/>
              <a:rect l="l" t="t" r="r" b="b"/>
              <a:pathLst>
                <a:path w="201" h="790" extrusionOk="0">
                  <a:moveTo>
                    <a:pt x="45" y="1"/>
                  </a:moveTo>
                  <a:cubicBezTo>
                    <a:pt x="1" y="146"/>
                    <a:pt x="12" y="279"/>
                    <a:pt x="23" y="412"/>
                  </a:cubicBezTo>
                  <a:cubicBezTo>
                    <a:pt x="45" y="546"/>
                    <a:pt x="79" y="667"/>
                    <a:pt x="156" y="790"/>
                  </a:cubicBezTo>
                  <a:cubicBezTo>
                    <a:pt x="201" y="657"/>
                    <a:pt x="201" y="523"/>
                    <a:pt x="178" y="390"/>
                  </a:cubicBezTo>
                  <a:cubicBezTo>
                    <a:pt x="156" y="257"/>
                    <a:pt x="123" y="123"/>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62"/>
            <p:cNvSpPr/>
            <p:nvPr/>
          </p:nvSpPr>
          <p:spPr>
            <a:xfrm>
              <a:off x="3808600" y="3046600"/>
              <a:ext cx="4725" cy="17800"/>
            </a:xfrm>
            <a:custGeom>
              <a:avLst/>
              <a:gdLst/>
              <a:ahLst/>
              <a:cxnLst/>
              <a:rect l="l" t="t" r="r" b="b"/>
              <a:pathLst>
                <a:path w="189" h="712" extrusionOk="0">
                  <a:moveTo>
                    <a:pt x="45" y="1"/>
                  </a:moveTo>
                  <a:cubicBezTo>
                    <a:pt x="0" y="123"/>
                    <a:pt x="11" y="245"/>
                    <a:pt x="23" y="368"/>
                  </a:cubicBezTo>
                  <a:cubicBezTo>
                    <a:pt x="33" y="479"/>
                    <a:pt x="67" y="600"/>
                    <a:pt x="144" y="712"/>
                  </a:cubicBezTo>
                  <a:cubicBezTo>
                    <a:pt x="189" y="578"/>
                    <a:pt x="189" y="456"/>
                    <a:pt x="178" y="345"/>
                  </a:cubicBezTo>
                  <a:cubicBezTo>
                    <a:pt x="156" y="223"/>
                    <a:pt x="122"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62"/>
            <p:cNvSpPr/>
            <p:nvPr/>
          </p:nvSpPr>
          <p:spPr>
            <a:xfrm>
              <a:off x="3720275" y="3091025"/>
              <a:ext cx="3925" cy="25575"/>
            </a:xfrm>
            <a:custGeom>
              <a:avLst/>
              <a:gdLst/>
              <a:ahLst/>
              <a:cxnLst/>
              <a:rect l="l" t="t" r="r" b="b"/>
              <a:pathLst>
                <a:path w="157" h="1023" extrusionOk="0">
                  <a:moveTo>
                    <a:pt x="78" y="1"/>
                  </a:moveTo>
                  <a:cubicBezTo>
                    <a:pt x="11" y="168"/>
                    <a:pt x="1" y="346"/>
                    <a:pt x="1" y="512"/>
                  </a:cubicBezTo>
                  <a:cubicBezTo>
                    <a:pt x="1" y="679"/>
                    <a:pt x="11" y="845"/>
                    <a:pt x="78" y="1023"/>
                  </a:cubicBezTo>
                  <a:cubicBezTo>
                    <a:pt x="134" y="845"/>
                    <a:pt x="156" y="679"/>
                    <a:pt x="156" y="512"/>
                  </a:cubicBezTo>
                  <a:cubicBezTo>
                    <a:pt x="156" y="346"/>
                    <a:pt x="134" y="168"/>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62"/>
            <p:cNvSpPr/>
            <p:nvPr/>
          </p:nvSpPr>
          <p:spPr>
            <a:xfrm>
              <a:off x="3844150" y="3118550"/>
              <a:ext cx="3900" cy="19450"/>
            </a:xfrm>
            <a:custGeom>
              <a:avLst/>
              <a:gdLst/>
              <a:ahLst/>
              <a:cxnLst/>
              <a:rect l="l" t="t" r="r" b="b"/>
              <a:pathLst>
                <a:path w="156" h="778" extrusionOk="0">
                  <a:moveTo>
                    <a:pt x="78" y="0"/>
                  </a:moveTo>
                  <a:cubicBezTo>
                    <a:pt x="23" y="134"/>
                    <a:pt x="0" y="255"/>
                    <a:pt x="0" y="389"/>
                  </a:cubicBezTo>
                  <a:cubicBezTo>
                    <a:pt x="0" y="511"/>
                    <a:pt x="11" y="645"/>
                    <a:pt x="78" y="778"/>
                  </a:cubicBezTo>
                  <a:cubicBezTo>
                    <a:pt x="144" y="645"/>
                    <a:pt x="156" y="511"/>
                    <a:pt x="156" y="389"/>
                  </a:cubicBezTo>
                  <a:cubicBezTo>
                    <a:pt x="156" y="255"/>
                    <a:pt x="144" y="134"/>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62"/>
            <p:cNvSpPr/>
            <p:nvPr/>
          </p:nvSpPr>
          <p:spPr>
            <a:xfrm>
              <a:off x="3717500" y="3055500"/>
              <a:ext cx="125550" cy="104300"/>
            </a:xfrm>
            <a:custGeom>
              <a:avLst/>
              <a:gdLst/>
              <a:ahLst/>
              <a:cxnLst/>
              <a:rect l="l" t="t" r="r" b="b"/>
              <a:pathLst>
                <a:path w="5022" h="4172" extrusionOk="0">
                  <a:moveTo>
                    <a:pt x="2922" y="0"/>
                  </a:moveTo>
                  <a:cubicBezTo>
                    <a:pt x="2733" y="0"/>
                    <a:pt x="2544" y="34"/>
                    <a:pt x="2389" y="145"/>
                  </a:cubicBezTo>
                  <a:cubicBezTo>
                    <a:pt x="2289" y="200"/>
                    <a:pt x="2200" y="489"/>
                    <a:pt x="2111" y="511"/>
                  </a:cubicBezTo>
                  <a:cubicBezTo>
                    <a:pt x="2098" y="516"/>
                    <a:pt x="2086" y="518"/>
                    <a:pt x="2074" y="518"/>
                  </a:cubicBezTo>
                  <a:cubicBezTo>
                    <a:pt x="1979" y="518"/>
                    <a:pt x="1936" y="369"/>
                    <a:pt x="1867" y="300"/>
                  </a:cubicBezTo>
                  <a:cubicBezTo>
                    <a:pt x="1747" y="187"/>
                    <a:pt x="1582" y="124"/>
                    <a:pt x="1421" y="124"/>
                  </a:cubicBezTo>
                  <a:cubicBezTo>
                    <a:pt x="1328" y="124"/>
                    <a:pt x="1237" y="145"/>
                    <a:pt x="1156" y="189"/>
                  </a:cubicBezTo>
                  <a:cubicBezTo>
                    <a:pt x="934" y="311"/>
                    <a:pt x="823" y="545"/>
                    <a:pt x="722" y="767"/>
                  </a:cubicBezTo>
                  <a:cubicBezTo>
                    <a:pt x="478" y="1333"/>
                    <a:pt x="289" y="1911"/>
                    <a:pt x="145" y="2511"/>
                  </a:cubicBezTo>
                  <a:cubicBezTo>
                    <a:pt x="56" y="2911"/>
                    <a:pt x="1" y="3399"/>
                    <a:pt x="300" y="3688"/>
                  </a:cubicBezTo>
                  <a:cubicBezTo>
                    <a:pt x="445" y="3844"/>
                    <a:pt x="656" y="3900"/>
                    <a:pt x="856" y="3955"/>
                  </a:cubicBezTo>
                  <a:cubicBezTo>
                    <a:pt x="1343" y="4088"/>
                    <a:pt x="1837" y="4171"/>
                    <a:pt x="2338" y="4171"/>
                  </a:cubicBezTo>
                  <a:cubicBezTo>
                    <a:pt x="2466" y="4171"/>
                    <a:pt x="2594" y="4166"/>
                    <a:pt x="2722" y="4155"/>
                  </a:cubicBezTo>
                  <a:cubicBezTo>
                    <a:pt x="3344" y="4100"/>
                    <a:pt x="3966" y="3900"/>
                    <a:pt x="4466" y="3510"/>
                  </a:cubicBezTo>
                  <a:cubicBezTo>
                    <a:pt x="4721" y="3322"/>
                    <a:pt x="4966" y="3044"/>
                    <a:pt x="5000" y="2722"/>
                  </a:cubicBezTo>
                  <a:cubicBezTo>
                    <a:pt x="5022" y="2488"/>
                    <a:pt x="4955" y="2278"/>
                    <a:pt x="4855" y="2078"/>
                  </a:cubicBezTo>
                  <a:cubicBezTo>
                    <a:pt x="4777" y="1900"/>
                    <a:pt x="4677" y="1733"/>
                    <a:pt x="4600" y="1567"/>
                  </a:cubicBezTo>
                  <a:cubicBezTo>
                    <a:pt x="4466" y="1278"/>
                    <a:pt x="4378" y="967"/>
                    <a:pt x="4210" y="700"/>
                  </a:cubicBezTo>
                  <a:cubicBezTo>
                    <a:pt x="3933" y="267"/>
                    <a:pt x="3433" y="0"/>
                    <a:pt x="292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62"/>
            <p:cNvSpPr/>
            <p:nvPr/>
          </p:nvSpPr>
          <p:spPr>
            <a:xfrm>
              <a:off x="3784150" y="3128050"/>
              <a:ext cx="12800" cy="9250"/>
            </a:xfrm>
            <a:custGeom>
              <a:avLst/>
              <a:gdLst/>
              <a:ahLst/>
              <a:cxnLst/>
              <a:rect l="l" t="t" r="r" b="b"/>
              <a:pathLst>
                <a:path w="512" h="370" extrusionOk="0">
                  <a:moveTo>
                    <a:pt x="373" y="1"/>
                  </a:moveTo>
                  <a:cubicBezTo>
                    <a:pt x="356" y="1"/>
                    <a:pt x="339" y="3"/>
                    <a:pt x="322" y="9"/>
                  </a:cubicBezTo>
                  <a:cubicBezTo>
                    <a:pt x="223" y="31"/>
                    <a:pt x="123" y="75"/>
                    <a:pt x="45" y="153"/>
                  </a:cubicBezTo>
                  <a:cubicBezTo>
                    <a:pt x="23" y="164"/>
                    <a:pt x="11" y="176"/>
                    <a:pt x="11" y="198"/>
                  </a:cubicBezTo>
                  <a:cubicBezTo>
                    <a:pt x="1" y="220"/>
                    <a:pt x="23" y="253"/>
                    <a:pt x="34" y="265"/>
                  </a:cubicBezTo>
                  <a:cubicBezTo>
                    <a:pt x="67" y="323"/>
                    <a:pt x="107" y="369"/>
                    <a:pt x="158" y="369"/>
                  </a:cubicBezTo>
                  <a:cubicBezTo>
                    <a:pt x="175" y="369"/>
                    <a:pt x="192" y="364"/>
                    <a:pt x="211" y="353"/>
                  </a:cubicBezTo>
                  <a:cubicBezTo>
                    <a:pt x="300" y="309"/>
                    <a:pt x="389" y="253"/>
                    <a:pt x="478" y="198"/>
                  </a:cubicBezTo>
                  <a:cubicBezTo>
                    <a:pt x="490" y="186"/>
                    <a:pt x="512" y="164"/>
                    <a:pt x="512" y="142"/>
                  </a:cubicBezTo>
                  <a:cubicBezTo>
                    <a:pt x="512" y="131"/>
                    <a:pt x="512" y="120"/>
                    <a:pt x="500" y="97"/>
                  </a:cubicBezTo>
                  <a:cubicBezTo>
                    <a:pt x="478" y="65"/>
                    <a:pt x="456" y="20"/>
                    <a:pt x="423" y="9"/>
                  </a:cubicBezTo>
                  <a:cubicBezTo>
                    <a:pt x="406" y="3"/>
                    <a:pt x="389" y="1"/>
                    <a:pt x="373"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62"/>
            <p:cNvSpPr/>
            <p:nvPr/>
          </p:nvSpPr>
          <p:spPr>
            <a:xfrm>
              <a:off x="3791925" y="3097150"/>
              <a:ext cx="28625" cy="17850"/>
            </a:xfrm>
            <a:custGeom>
              <a:avLst/>
              <a:gdLst/>
              <a:ahLst/>
              <a:cxnLst/>
              <a:rect l="l" t="t" r="r" b="b"/>
              <a:pathLst>
                <a:path w="1145" h="714" extrusionOk="0">
                  <a:moveTo>
                    <a:pt x="989" y="0"/>
                  </a:moveTo>
                  <a:cubicBezTo>
                    <a:pt x="667" y="12"/>
                    <a:pt x="323" y="67"/>
                    <a:pt x="1" y="79"/>
                  </a:cubicBezTo>
                  <a:cubicBezTo>
                    <a:pt x="56" y="301"/>
                    <a:pt x="134" y="545"/>
                    <a:pt x="334" y="656"/>
                  </a:cubicBezTo>
                  <a:cubicBezTo>
                    <a:pt x="411" y="698"/>
                    <a:pt x="498" y="714"/>
                    <a:pt x="582" y="714"/>
                  </a:cubicBezTo>
                  <a:cubicBezTo>
                    <a:pt x="630" y="714"/>
                    <a:pt x="678" y="709"/>
                    <a:pt x="722" y="701"/>
                  </a:cubicBezTo>
                  <a:cubicBezTo>
                    <a:pt x="801" y="678"/>
                    <a:pt x="867" y="656"/>
                    <a:pt x="922" y="600"/>
                  </a:cubicBezTo>
                  <a:cubicBezTo>
                    <a:pt x="1045" y="478"/>
                    <a:pt x="1145" y="134"/>
                    <a:pt x="98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62"/>
            <p:cNvSpPr/>
            <p:nvPr/>
          </p:nvSpPr>
          <p:spPr>
            <a:xfrm>
              <a:off x="3739725" y="3098550"/>
              <a:ext cx="20575" cy="12600"/>
            </a:xfrm>
            <a:custGeom>
              <a:avLst/>
              <a:gdLst/>
              <a:ahLst/>
              <a:cxnLst/>
              <a:rect l="l" t="t" r="r" b="b"/>
              <a:pathLst>
                <a:path w="823" h="504" extrusionOk="0">
                  <a:moveTo>
                    <a:pt x="822" y="0"/>
                  </a:moveTo>
                  <a:lnTo>
                    <a:pt x="822" y="0"/>
                  </a:lnTo>
                  <a:cubicBezTo>
                    <a:pt x="700" y="11"/>
                    <a:pt x="578" y="11"/>
                    <a:pt x="457" y="11"/>
                  </a:cubicBezTo>
                  <a:cubicBezTo>
                    <a:pt x="336" y="11"/>
                    <a:pt x="217" y="11"/>
                    <a:pt x="100" y="23"/>
                  </a:cubicBezTo>
                  <a:cubicBezTo>
                    <a:pt x="0" y="134"/>
                    <a:pt x="89" y="367"/>
                    <a:pt x="200" y="455"/>
                  </a:cubicBezTo>
                  <a:cubicBezTo>
                    <a:pt x="245" y="489"/>
                    <a:pt x="289" y="500"/>
                    <a:pt x="344" y="500"/>
                  </a:cubicBezTo>
                  <a:cubicBezTo>
                    <a:pt x="367" y="502"/>
                    <a:pt x="390" y="504"/>
                    <a:pt x="412" y="504"/>
                  </a:cubicBezTo>
                  <a:cubicBezTo>
                    <a:pt x="489" y="504"/>
                    <a:pt x="564" y="487"/>
                    <a:pt x="633" y="445"/>
                  </a:cubicBezTo>
                  <a:cubicBezTo>
                    <a:pt x="766" y="356"/>
                    <a:pt x="800" y="178"/>
                    <a:pt x="822"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62"/>
            <p:cNvSpPr/>
            <p:nvPr/>
          </p:nvSpPr>
          <p:spPr>
            <a:xfrm>
              <a:off x="3736400" y="3079525"/>
              <a:ext cx="31375" cy="14325"/>
            </a:xfrm>
            <a:custGeom>
              <a:avLst/>
              <a:gdLst/>
              <a:ahLst/>
              <a:cxnLst/>
              <a:rect l="l" t="t" r="r" b="b"/>
              <a:pathLst>
                <a:path w="1255" h="573" extrusionOk="0">
                  <a:moveTo>
                    <a:pt x="1109" y="1"/>
                  </a:moveTo>
                  <a:cubicBezTo>
                    <a:pt x="967" y="1"/>
                    <a:pt x="820" y="46"/>
                    <a:pt x="689" y="83"/>
                  </a:cubicBezTo>
                  <a:cubicBezTo>
                    <a:pt x="433" y="161"/>
                    <a:pt x="200" y="305"/>
                    <a:pt x="0" y="495"/>
                  </a:cubicBezTo>
                  <a:cubicBezTo>
                    <a:pt x="11" y="517"/>
                    <a:pt x="22" y="550"/>
                    <a:pt x="33" y="572"/>
                  </a:cubicBezTo>
                  <a:cubicBezTo>
                    <a:pt x="378" y="428"/>
                    <a:pt x="778" y="439"/>
                    <a:pt x="1166" y="428"/>
                  </a:cubicBezTo>
                  <a:cubicBezTo>
                    <a:pt x="1200" y="428"/>
                    <a:pt x="1233" y="428"/>
                    <a:pt x="1255" y="417"/>
                  </a:cubicBezTo>
                  <a:cubicBezTo>
                    <a:pt x="1233" y="273"/>
                    <a:pt x="1210" y="139"/>
                    <a:pt x="1188" y="6"/>
                  </a:cubicBezTo>
                  <a:cubicBezTo>
                    <a:pt x="1162" y="2"/>
                    <a:pt x="1136" y="1"/>
                    <a:pt x="110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62"/>
            <p:cNvSpPr/>
            <p:nvPr/>
          </p:nvSpPr>
          <p:spPr>
            <a:xfrm>
              <a:off x="3786925" y="3075775"/>
              <a:ext cx="35850" cy="16675"/>
            </a:xfrm>
            <a:custGeom>
              <a:avLst/>
              <a:gdLst/>
              <a:ahLst/>
              <a:cxnLst/>
              <a:rect l="l" t="t" r="r" b="b"/>
              <a:pathLst>
                <a:path w="1434" h="667" extrusionOk="0">
                  <a:moveTo>
                    <a:pt x="90" y="0"/>
                  </a:moveTo>
                  <a:cubicBezTo>
                    <a:pt x="68" y="134"/>
                    <a:pt x="34" y="267"/>
                    <a:pt x="1" y="400"/>
                  </a:cubicBezTo>
                  <a:cubicBezTo>
                    <a:pt x="34" y="411"/>
                    <a:pt x="78" y="423"/>
                    <a:pt x="112" y="423"/>
                  </a:cubicBezTo>
                  <a:cubicBezTo>
                    <a:pt x="545" y="467"/>
                    <a:pt x="1001" y="489"/>
                    <a:pt x="1401" y="667"/>
                  </a:cubicBezTo>
                  <a:cubicBezTo>
                    <a:pt x="1411" y="645"/>
                    <a:pt x="1423" y="623"/>
                    <a:pt x="1433" y="589"/>
                  </a:cubicBezTo>
                  <a:cubicBezTo>
                    <a:pt x="1211" y="389"/>
                    <a:pt x="945" y="223"/>
                    <a:pt x="656" y="122"/>
                  </a:cubicBezTo>
                  <a:cubicBezTo>
                    <a:pt x="490" y="56"/>
                    <a:pt x="278" y="0"/>
                    <a:pt x="9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62"/>
            <p:cNvSpPr/>
            <p:nvPr/>
          </p:nvSpPr>
          <p:spPr>
            <a:xfrm>
              <a:off x="3807750" y="3097975"/>
              <a:ext cx="9475" cy="9775"/>
            </a:xfrm>
            <a:custGeom>
              <a:avLst/>
              <a:gdLst/>
              <a:ahLst/>
              <a:cxnLst/>
              <a:rect l="l" t="t" r="r" b="b"/>
              <a:pathLst>
                <a:path w="379" h="391" extrusionOk="0">
                  <a:moveTo>
                    <a:pt x="185" y="0"/>
                  </a:moveTo>
                  <a:cubicBezTo>
                    <a:pt x="100" y="0"/>
                    <a:pt x="11" y="84"/>
                    <a:pt x="1" y="179"/>
                  </a:cubicBezTo>
                  <a:cubicBezTo>
                    <a:pt x="1" y="290"/>
                    <a:pt x="79" y="379"/>
                    <a:pt x="178" y="390"/>
                  </a:cubicBezTo>
                  <a:cubicBezTo>
                    <a:pt x="184" y="390"/>
                    <a:pt x="189" y="390"/>
                    <a:pt x="194" y="390"/>
                  </a:cubicBezTo>
                  <a:cubicBezTo>
                    <a:pt x="288" y="390"/>
                    <a:pt x="368" y="295"/>
                    <a:pt x="378" y="201"/>
                  </a:cubicBezTo>
                  <a:cubicBezTo>
                    <a:pt x="378" y="90"/>
                    <a:pt x="312" y="12"/>
                    <a:pt x="201" y="1"/>
                  </a:cubicBezTo>
                  <a:cubicBezTo>
                    <a:pt x="195" y="0"/>
                    <a:pt x="190" y="0"/>
                    <a:pt x="18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62"/>
            <p:cNvSpPr/>
            <p:nvPr/>
          </p:nvSpPr>
          <p:spPr>
            <a:xfrm>
              <a:off x="3749175" y="3099925"/>
              <a:ext cx="10575" cy="9350"/>
            </a:xfrm>
            <a:custGeom>
              <a:avLst/>
              <a:gdLst/>
              <a:ahLst/>
              <a:cxnLst/>
              <a:rect l="l" t="t" r="r" b="b"/>
              <a:pathLst>
                <a:path w="423" h="374" extrusionOk="0">
                  <a:moveTo>
                    <a:pt x="196" y="1"/>
                  </a:moveTo>
                  <a:cubicBezTo>
                    <a:pt x="175" y="1"/>
                    <a:pt x="154" y="4"/>
                    <a:pt x="133" y="12"/>
                  </a:cubicBezTo>
                  <a:cubicBezTo>
                    <a:pt x="45" y="56"/>
                    <a:pt x="0" y="168"/>
                    <a:pt x="45" y="256"/>
                  </a:cubicBezTo>
                  <a:cubicBezTo>
                    <a:pt x="77" y="330"/>
                    <a:pt x="146" y="373"/>
                    <a:pt x="216" y="373"/>
                  </a:cubicBezTo>
                  <a:cubicBezTo>
                    <a:pt x="241" y="373"/>
                    <a:pt x="266" y="368"/>
                    <a:pt x="289" y="356"/>
                  </a:cubicBezTo>
                  <a:cubicBezTo>
                    <a:pt x="378" y="323"/>
                    <a:pt x="422" y="200"/>
                    <a:pt x="378" y="112"/>
                  </a:cubicBezTo>
                  <a:cubicBezTo>
                    <a:pt x="343" y="43"/>
                    <a:pt x="269" y="1"/>
                    <a:pt x="19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62"/>
            <p:cNvSpPr/>
            <p:nvPr/>
          </p:nvSpPr>
          <p:spPr>
            <a:xfrm>
              <a:off x="3800525" y="3117050"/>
              <a:ext cx="9475" cy="14850"/>
            </a:xfrm>
            <a:custGeom>
              <a:avLst/>
              <a:gdLst/>
              <a:ahLst/>
              <a:cxnLst/>
              <a:rect l="l" t="t" r="r" b="b"/>
              <a:pathLst>
                <a:path w="379" h="594" extrusionOk="0">
                  <a:moveTo>
                    <a:pt x="50" y="0"/>
                  </a:moveTo>
                  <a:cubicBezTo>
                    <a:pt x="32" y="0"/>
                    <a:pt x="15" y="13"/>
                    <a:pt x="23" y="38"/>
                  </a:cubicBezTo>
                  <a:cubicBezTo>
                    <a:pt x="23" y="127"/>
                    <a:pt x="12" y="282"/>
                    <a:pt x="12" y="315"/>
                  </a:cubicBezTo>
                  <a:cubicBezTo>
                    <a:pt x="12" y="416"/>
                    <a:pt x="1" y="505"/>
                    <a:pt x="1" y="593"/>
                  </a:cubicBezTo>
                  <a:cubicBezTo>
                    <a:pt x="12" y="582"/>
                    <a:pt x="45" y="571"/>
                    <a:pt x="67" y="560"/>
                  </a:cubicBezTo>
                  <a:cubicBezTo>
                    <a:pt x="179" y="505"/>
                    <a:pt x="279" y="426"/>
                    <a:pt x="368" y="327"/>
                  </a:cubicBezTo>
                  <a:lnTo>
                    <a:pt x="378" y="315"/>
                  </a:lnTo>
                  <a:cubicBezTo>
                    <a:pt x="368" y="305"/>
                    <a:pt x="356" y="282"/>
                    <a:pt x="346" y="271"/>
                  </a:cubicBezTo>
                  <a:cubicBezTo>
                    <a:pt x="267" y="171"/>
                    <a:pt x="168" y="82"/>
                    <a:pt x="67" y="4"/>
                  </a:cubicBezTo>
                  <a:cubicBezTo>
                    <a:pt x="62" y="2"/>
                    <a:pt x="56" y="0"/>
                    <a:pt x="5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62"/>
            <p:cNvSpPr/>
            <p:nvPr/>
          </p:nvSpPr>
          <p:spPr>
            <a:xfrm>
              <a:off x="3768325" y="3127950"/>
              <a:ext cx="12525" cy="12000"/>
            </a:xfrm>
            <a:custGeom>
              <a:avLst/>
              <a:gdLst/>
              <a:ahLst/>
              <a:cxnLst/>
              <a:rect l="l" t="t" r="r" b="b"/>
              <a:pathLst>
                <a:path w="501" h="480" extrusionOk="0">
                  <a:moveTo>
                    <a:pt x="70" y="1"/>
                  </a:moveTo>
                  <a:cubicBezTo>
                    <a:pt x="56" y="1"/>
                    <a:pt x="41" y="10"/>
                    <a:pt x="34" y="24"/>
                  </a:cubicBezTo>
                  <a:cubicBezTo>
                    <a:pt x="12" y="146"/>
                    <a:pt x="0" y="279"/>
                    <a:pt x="12" y="412"/>
                  </a:cubicBezTo>
                  <a:cubicBezTo>
                    <a:pt x="12" y="435"/>
                    <a:pt x="12" y="457"/>
                    <a:pt x="22" y="468"/>
                  </a:cubicBezTo>
                  <a:lnTo>
                    <a:pt x="34" y="479"/>
                  </a:lnTo>
                  <a:cubicBezTo>
                    <a:pt x="111" y="468"/>
                    <a:pt x="200" y="468"/>
                    <a:pt x="278" y="446"/>
                  </a:cubicBezTo>
                  <a:cubicBezTo>
                    <a:pt x="332" y="437"/>
                    <a:pt x="392" y="421"/>
                    <a:pt x="455" y="421"/>
                  </a:cubicBezTo>
                  <a:cubicBezTo>
                    <a:pt x="470" y="421"/>
                    <a:pt x="485" y="422"/>
                    <a:pt x="500" y="424"/>
                  </a:cubicBezTo>
                  <a:lnTo>
                    <a:pt x="489" y="412"/>
                  </a:lnTo>
                  <a:cubicBezTo>
                    <a:pt x="422" y="346"/>
                    <a:pt x="345" y="291"/>
                    <a:pt x="278" y="224"/>
                  </a:cubicBezTo>
                  <a:cubicBezTo>
                    <a:pt x="267" y="190"/>
                    <a:pt x="156" y="91"/>
                    <a:pt x="89" y="13"/>
                  </a:cubicBezTo>
                  <a:cubicBezTo>
                    <a:pt x="85" y="4"/>
                    <a:pt x="78" y="1"/>
                    <a:pt x="7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62"/>
            <p:cNvSpPr/>
            <p:nvPr/>
          </p:nvSpPr>
          <p:spPr>
            <a:xfrm>
              <a:off x="3791375" y="3096025"/>
              <a:ext cx="25575" cy="3975"/>
            </a:xfrm>
            <a:custGeom>
              <a:avLst/>
              <a:gdLst/>
              <a:ahLst/>
              <a:cxnLst/>
              <a:rect l="l" t="t" r="r" b="b"/>
              <a:pathLst>
                <a:path w="1023" h="159" extrusionOk="0">
                  <a:moveTo>
                    <a:pt x="1011" y="1"/>
                  </a:moveTo>
                  <a:cubicBezTo>
                    <a:pt x="721" y="59"/>
                    <a:pt x="431" y="92"/>
                    <a:pt x="141" y="92"/>
                  </a:cubicBezTo>
                  <a:cubicBezTo>
                    <a:pt x="98" y="92"/>
                    <a:pt x="55" y="91"/>
                    <a:pt x="11" y="90"/>
                  </a:cubicBezTo>
                  <a:lnTo>
                    <a:pt x="1" y="156"/>
                  </a:lnTo>
                  <a:cubicBezTo>
                    <a:pt x="45" y="158"/>
                    <a:pt x="89" y="159"/>
                    <a:pt x="132" y="159"/>
                  </a:cubicBezTo>
                  <a:cubicBezTo>
                    <a:pt x="432" y="159"/>
                    <a:pt x="732" y="124"/>
                    <a:pt x="1023" y="57"/>
                  </a:cubicBezTo>
                  <a:lnTo>
                    <a:pt x="10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62"/>
            <p:cNvSpPr/>
            <p:nvPr/>
          </p:nvSpPr>
          <p:spPr>
            <a:xfrm>
              <a:off x="3741650" y="3098000"/>
              <a:ext cx="19475" cy="2175"/>
            </a:xfrm>
            <a:custGeom>
              <a:avLst/>
              <a:gdLst/>
              <a:ahLst/>
              <a:cxnLst/>
              <a:rect l="l" t="t" r="r" b="b"/>
              <a:pathLst>
                <a:path w="779" h="87" extrusionOk="0">
                  <a:moveTo>
                    <a:pt x="768" y="0"/>
                  </a:moveTo>
                  <a:cubicBezTo>
                    <a:pt x="634" y="18"/>
                    <a:pt x="496" y="26"/>
                    <a:pt x="357" y="26"/>
                  </a:cubicBezTo>
                  <a:cubicBezTo>
                    <a:pt x="243" y="26"/>
                    <a:pt x="127" y="21"/>
                    <a:pt x="12" y="11"/>
                  </a:cubicBezTo>
                  <a:lnTo>
                    <a:pt x="1" y="67"/>
                  </a:lnTo>
                  <a:cubicBezTo>
                    <a:pt x="108" y="81"/>
                    <a:pt x="217" y="87"/>
                    <a:pt x="326" y="87"/>
                  </a:cubicBezTo>
                  <a:cubicBezTo>
                    <a:pt x="478" y="87"/>
                    <a:pt x="630" y="75"/>
                    <a:pt x="778" y="55"/>
                  </a:cubicBezTo>
                  <a:lnTo>
                    <a:pt x="76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62"/>
            <p:cNvSpPr/>
            <p:nvPr/>
          </p:nvSpPr>
          <p:spPr>
            <a:xfrm>
              <a:off x="3765825" y="3104100"/>
              <a:ext cx="24175" cy="17500"/>
            </a:xfrm>
            <a:custGeom>
              <a:avLst/>
              <a:gdLst/>
              <a:ahLst/>
              <a:cxnLst/>
              <a:rect l="l" t="t" r="r" b="b"/>
              <a:pathLst>
                <a:path w="967" h="700" extrusionOk="0">
                  <a:moveTo>
                    <a:pt x="210" y="1"/>
                  </a:moveTo>
                  <a:cubicBezTo>
                    <a:pt x="176" y="1"/>
                    <a:pt x="142" y="11"/>
                    <a:pt x="112" y="33"/>
                  </a:cubicBezTo>
                  <a:cubicBezTo>
                    <a:pt x="33" y="78"/>
                    <a:pt x="1" y="167"/>
                    <a:pt x="11" y="278"/>
                  </a:cubicBezTo>
                  <a:cubicBezTo>
                    <a:pt x="23" y="445"/>
                    <a:pt x="112" y="578"/>
                    <a:pt x="189" y="700"/>
                  </a:cubicBezTo>
                  <a:lnTo>
                    <a:pt x="278" y="656"/>
                  </a:lnTo>
                  <a:cubicBezTo>
                    <a:pt x="201" y="534"/>
                    <a:pt x="122" y="411"/>
                    <a:pt x="112" y="267"/>
                  </a:cubicBezTo>
                  <a:cubicBezTo>
                    <a:pt x="112" y="211"/>
                    <a:pt x="122" y="145"/>
                    <a:pt x="167" y="122"/>
                  </a:cubicBezTo>
                  <a:cubicBezTo>
                    <a:pt x="182" y="111"/>
                    <a:pt x="199" y="107"/>
                    <a:pt x="216" y="107"/>
                  </a:cubicBezTo>
                  <a:cubicBezTo>
                    <a:pt x="252" y="107"/>
                    <a:pt x="289" y="126"/>
                    <a:pt x="312" y="156"/>
                  </a:cubicBezTo>
                  <a:cubicBezTo>
                    <a:pt x="356" y="211"/>
                    <a:pt x="378" y="289"/>
                    <a:pt x="401" y="356"/>
                  </a:cubicBezTo>
                  <a:lnTo>
                    <a:pt x="456" y="544"/>
                  </a:lnTo>
                  <a:lnTo>
                    <a:pt x="500" y="344"/>
                  </a:lnTo>
                  <a:cubicBezTo>
                    <a:pt x="531" y="224"/>
                    <a:pt x="652" y="131"/>
                    <a:pt x="782" y="131"/>
                  </a:cubicBezTo>
                  <a:cubicBezTo>
                    <a:pt x="795" y="131"/>
                    <a:pt x="809" y="132"/>
                    <a:pt x="823" y="134"/>
                  </a:cubicBezTo>
                  <a:lnTo>
                    <a:pt x="833" y="134"/>
                  </a:lnTo>
                  <a:cubicBezTo>
                    <a:pt x="845" y="134"/>
                    <a:pt x="845" y="134"/>
                    <a:pt x="845" y="145"/>
                  </a:cubicBezTo>
                  <a:cubicBezTo>
                    <a:pt x="856" y="200"/>
                    <a:pt x="823" y="267"/>
                    <a:pt x="789" y="322"/>
                  </a:cubicBezTo>
                  <a:cubicBezTo>
                    <a:pt x="722" y="433"/>
                    <a:pt x="645" y="544"/>
                    <a:pt x="534" y="567"/>
                  </a:cubicBezTo>
                  <a:lnTo>
                    <a:pt x="556" y="667"/>
                  </a:lnTo>
                  <a:cubicBezTo>
                    <a:pt x="567" y="667"/>
                    <a:pt x="578" y="667"/>
                    <a:pt x="589" y="656"/>
                  </a:cubicBezTo>
                  <a:cubicBezTo>
                    <a:pt x="722" y="611"/>
                    <a:pt x="800" y="500"/>
                    <a:pt x="878" y="378"/>
                  </a:cubicBezTo>
                  <a:cubicBezTo>
                    <a:pt x="912" y="322"/>
                    <a:pt x="967" y="223"/>
                    <a:pt x="944" y="122"/>
                  </a:cubicBezTo>
                  <a:cubicBezTo>
                    <a:pt x="934" y="89"/>
                    <a:pt x="922" y="67"/>
                    <a:pt x="900" y="56"/>
                  </a:cubicBezTo>
                  <a:cubicBezTo>
                    <a:pt x="878" y="33"/>
                    <a:pt x="856" y="33"/>
                    <a:pt x="833" y="23"/>
                  </a:cubicBezTo>
                  <a:cubicBezTo>
                    <a:pt x="817" y="20"/>
                    <a:pt x="800" y="19"/>
                    <a:pt x="784" y="19"/>
                  </a:cubicBezTo>
                  <a:cubicBezTo>
                    <a:pt x="657" y="19"/>
                    <a:pt x="534" y="92"/>
                    <a:pt x="456" y="200"/>
                  </a:cubicBezTo>
                  <a:cubicBezTo>
                    <a:pt x="445" y="156"/>
                    <a:pt x="423" y="122"/>
                    <a:pt x="389" y="89"/>
                  </a:cubicBezTo>
                  <a:cubicBezTo>
                    <a:pt x="345" y="38"/>
                    <a:pt x="277" y="1"/>
                    <a:pt x="21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62"/>
            <p:cNvSpPr/>
            <p:nvPr/>
          </p:nvSpPr>
          <p:spPr>
            <a:xfrm>
              <a:off x="3768875" y="3123800"/>
              <a:ext cx="41975" cy="17250"/>
            </a:xfrm>
            <a:custGeom>
              <a:avLst/>
              <a:gdLst/>
              <a:ahLst/>
              <a:cxnLst/>
              <a:rect l="l" t="t" r="r" b="b"/>
              <a:pathLst>
                <a:path w="1679" h="690" extrusionOk="0">
                  <a:moveTo>
                    <a:pt x="1634" y="1"/>
                  </a:moveTo>
                  <a:cubicBezTo>
                    <a:pt x="1200" y="402"/>
                    <a:pt x="629" y="623"/>
                    <a:pt x="45" y="623"/>
                  </a:cubicBezTo>
                  <a:cubicBezTo>
                    <a:pt x="30" y="623"/>
                    <a:pt x="15" y="623"/>
                    <a:pt x="0" y="623"/>
                  </a:cubicBezTo>
                  <a:lnTo>
                    <a:pt x="0" y="690"/>
                  </a:lnTo>
                  <a:cubicBezTo>
                    <a:pt x="167" y="690"/>
                    <a:pt x="323" y="679"/>
                    <a:pt x="478" y="645"/>
                  </a:cubicBezTo>
                  <a:cubicBezTo>
                    <a:pt x="923" y="556"/>
                    <a:pt x="1345" y="356"/>
                    <a:pt x="1678" y="45"/>
                  </a:cubicBezTo>
                  <a:cubicBezTo>
                    <a:pt x="1667" y="23"/>
                    <a:pt x="1656" y="12"/>
                    <a:pt x="163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7" name="Google Shape;2227;p62"/>
          <p:cNvGrpSpPr/>
          <p:nvPr/>
        </p:nvGrpSpPr>
        <p:grpSpPr>
          <a:xfrm>
            <a:off x="7226844" y="2249609"/>
            <a:ext cx="1197013" cy="1896322"/>
            <a:chOff x="2690750" y="3912800"/>
            <a:chExt cx="566875" cy="898050"/>
          </a:xfrm>
        </p:grpSpPr>
        <p:sp>
          <p:nvSpPr>
            <p:cNvPr id="2228" name="Google Shape;2228;p62"/>
            <p:cNvSpPr/>
            <p:nvPr/>
          </p:nvSpPr>
          <p:spPr>
            <a:xfrm>
              <a:off x="2690750" y="4643325"/>
              <a:ext cx="221100" cy="119050"/>
            </a:xfrm>
            <a:custGeom>
              <a:avLst/>
              <a:gdLst/>
              <a:ahLst/>
              <a:cxnLst/>
              <a:rect l="l" t="t" r="r" b="b"/>
              <a:pathLst>
                <a:path w="8844" h="4762" extrusionOk="0">
                  <a:moveTo>
                    <a:pt x="6655" y="1"/>
                  </a:moveTo>
                  <a:cubicBezTo>
                    <a:pt x="6363" y="1"/>
                    <a:pt x="6037" y="124"/>
                    <a:pt x="5711" y="219"/>
                  </a:cubicBezTo>
                  <a:cubicBezTo>
                    <a:pt x="6022" y="807"/>
                    <a:pt x="6300" y="1407"/>
                    <a:pt x="6533" y="2019"/>
                  </a:cubicBezTo>
                  <a:cubicBezTo>
                    <a:pt x="4067" y="2229"/>
                    <a:pt x="3701" y="2896"/>
                    <a:pt x="1279" y="3374"/>
                  </a:cubicBezTo>
                  <a:cubicBezTo>
                    <a:pt x="956" y="3440"/>
                    <a:pt x="612" y="3496"/>
                    <a:pt x="356" y="3707"/>
                  </a:cubicBezTo>
                  <a:cubicBezTo>
                    <a:pt x="101" y="3918"/>
                    <a:pt x="1" y="4340"/>
                    <a:pt x="223" y="4584"/>
                  </a:cubicBezTo>
                  <a:cubicBezTo>
                    <a:pt x="401" y="4751"/>
                    <a:pt x="667" y="4762"/>
                    <a:pt x="912" y="4762"/>
                  </a:cubicBezTo>
                  <a:cubicBezTo>
                    <a:pt x="1434" y="4751"/>
                    <a:pt x="1956" y="4740"/>
                    <a:pt x="2467" y="4640"/>
                  </a:cubicBezTo>
                  <a:cubicBezTo>
                    <a:pt x="3445" y="4451"/>
                    <a:pt x="4367" y="4073"/>
                    <a:pt x="5378" y="3996"/>
                  </a:cubicBezTo>
                  <a:cubicBezTo>
                    <a:pt x="6200" y="3929"/>
                    <a:pt x="7033" y="3974"/>
                    <a:pt x="7855" y="3829"/>
                  </a:cubicBezTo>
                  <a:cubicBezTo>
                    <a:pt x="8088" y="3784"/>
                    <a:pt x="8333" y="3729"/>
                    <a:pt x="8522" y="3584"/>
                  </a:cubicBezTo>
                  <a:cubicBezTo>
                    <a:pt x="8710" y="3451"/>
                    <a:pt x="8844" y="3218"/>
                    <a:pt x="8811" y="2985"/>
                  </a:cubicBezTo>
                  <a:cubicBezTo>
                    <a:pt x="8788" y="2863"/>
                    <a:pt x="8722" y="2752"/>
                    <a:pt x="8655" y="2651"/>
                  </a:cubicBezTo>
                  <a:cubicBezTo>
                    <a:pt x="8211" y="1896"/>
                    <a:pt x="7789" y="1130"/>
                    <a:pt x="7322" y="385"/>
                  </a:cubicBezTo>
                  <a:cubicBezTo>
                    <a:pt x="7141" y="95"/>
                    <a:pt x="6911" y="1"/>
                    <a:pt x="665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62"/>
            <p:cNvSpPr/>
            <p:nvPr/>
          </p:nvSpPr>
          <p:spPr>
            <a:xfrm>
              <a:off x="2728825" y="4329100"/>
              <a:ext cx="170250" cy="354700"/>
            </a:xfrm>
            <a:custGeom>
              <a:avLst/>
              <a:gdLst/>
              <a:ahLst/>
              <a:cxnLst/>
              <a:rect l="l" t="t" r="r" b="b"/>
              <a:pathLst>
                <a:path w="6810" h="14188" extrusionOk="0">
                  <a:moveTo>
                    <a:pt x="4759" y="0"/>
                  </a:moveTo>
                  <a:cubicBezTo>
                    <a:pt x="3314" y="0"/>
                    <a:pt x="2377" y="2499"/>
                    <a:pt x="1933" y="3556"/>
                  </a:cubicBezTo>
                  <a:cubicBezTo>
                    <a:pt x="1400" y="4812"/>
                    <a:pt x="789" y="6034"/>
                    <a:pt x="289" y="7311"/>
                  </a:cubicBezTo>
                  <a:cubicBezTo>
                    <a:pt x="134" y="7711"/>
                    <a:pt x="0" y="8211"/>
                    <a:pt x="278" y="8533"/>
                  </a:cubicBezTo>
                  <a:cubicBezTo>
                    <a:pt x="400" y="8288"/>
                    <a:pt x="477" y="8022"/>
                    <a:pt x="533" y="7755"/>
                  </a:cubicBezTo>
                  <a:lnTo>
                    <a:pt x="533" y="7755"/>
                  </a:lnTo>
                  <a:cubicBezTo>
                    <a:pt x="522" y="8355"/>
                    <a:pt x="489" y="9088"/>
                    <a:pt x="1100" y="9733"/>
                  </a:cubicBezTo>
                  <a:cubicBezTo>
                    <a:pt x="1100" y="9477"/>
                    <a:pt x="1100" y="9233"/>
                    <a:pt x="1111" y="8977"/>
                  </a:cubicBezTo>
                  <a:cubicBezTo>
                    <a:pt x="1111" y="8977"/>
                    <a:pt x="2666" y="12799"/>
                    <a:pt x="3777" y="14188"/>
                  </a:cubicBezTo>
                  <a:cubicBezTo>
                    <a:pt x="3777" y="14032"/>
                    <a:pt x="4022" y="13788"/>
                    <a:pt x="4022" y="13643"/>
                  </a:cubicBezTo>
                  <a:cubicBezTo>
                    <a:pt x="4343" y="13798"/>
                    <a:pt x="4677" y="13954"/>
                    <a:pt x="4999" y="14121"/>
                  </a:cubicBezTo>
                  <a:cubicBezTo>
                    <a:pt x="4933" y="13709"/>
                    <a:pt x="4866" y="13310"/>
                    <a:pt x="4799" y="12910"/>
                  </a:cubicBezTo>
                  <a:cubicBezTo>
                    <a:pt x="4805" y="12909"/>
                    <a:pt x="4812" y="12909"/>
                    <a:pt x="4818" y="12909"/>
                  </a:cubicBezTo>
                  <a:cubicBezTo>
                    <a:pt x="5164" y="12909"/>
                    <a:pt x="5600" y="13188"/>
                    <a:pt x="5936" y="13188"/>
                  </a:cubicBezTo>
                  <a:cubicBezTo>
                    <a:pt x="5942" y="13188"/>
                    <a:pt x="5949" y="13188"/>
                    <a:pt x="5955" y="13188"/>
                  </a:cubicBezTo>
                  <a:cubicBezTo>
                    <a:pt x="5876" y="12988"/>
                    <a:pt x="5699" y="12488"/>
                    <a:pt x="5621" y="12299"/>
                  </a:cubicBezTo>
                  <a:lnTo>
                    <a:pt x="5621" y="12299"/>
                  </a:lnTo>
                  <a:lnTo>
                    <a:pt x="6476" y="12521"/>
                  </a:lnTo>
                  <a:cubicBezTo>
                    <a:pt x="5666" y="11344"/>
                    <a:pt x="4622" y="9777"/>
                    <a:pt x="3377" y="7955"/>
                  </a:cubicBezTo>
                  <a:cubicBezTo>
                    <a:pt x="4355" y="6700"/>
                    <a:pt x="4788" y="5656"/>
                    <a:pt x="5854" y="4234"/>
                  </a:cubicBezTo>
                  <a:cubicBezTo>
                    <a:pt x="5858" y="4259"/>
                    <a:pt x="5868" y="4271"/>
                    <a:pt x="5884" y="4271"/>
                  </a:cubicBezTo>
                  <a:cubicBezTo>
                    <a:pt x="6050" y="4271"/>
                    <a:pt x="6810" y="2958"/>
                    <a:pt x="6688" y="2035"/>
                  </a:cubicBezTo>
                  <a:cubicBezTo>
                    <a:pt x="6587" y="1245"/>
                    <a:pt x="6066" y="446"/>
                    <a:pt x="5321" y="124"/>
                  </a:cubicBezTo>
                  <a:cubicBezTo>
                    <a:pt x="5126" y="39"/>
                    <a:pt x="4938" y="0"/>
                    <a:pt x="475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62"/>
            <p:cNvSpPr/>
            <p:nvPr/>
          </p:nvSpPr>
          <p:spPr>
            <a:xfrm>
              <a:off x="2813800" y="4382725"/>
              <a:ext cx="9175" cy="18625"/>
            </a:xfrm>
            <a:custGeom>
              <a:avLst/>
              <a:gdLst/>
              <a:ahLst/>
              <a:cxnLst/>
              <a:rect l="l" t="t" r="r" b="b"/>
              <a:pathLst>
                <a:path w="367" h="745" extrusionOk="0">
                  <a:moveTo>
                    <a:pt x="367" y="1"/>
                  </a:moveTo>
                  <a:lnTo>
                    <a:pt x="367" y="1"/>
                  </a:lnTo>
                  <a:cubicBezTo>
                    <a:pt x="256" y="100"/>
                    <a:pt x="178" y="211"/>
                    <a:pt x="112" y="334"/>
                  </a:cubicBezTo>
                  <a:cubicBezTo>
                    <a:pt x="56" y="467"/>
                    <a:pt x="1" y="589"/>
                    <a:pt x="1" y="744"/>
                  </a:cubicBezTo>
                  <a:cubicBezTo>
                    <a:pt x="122" y="645"/>
                    <a:pt x="189" y="534"/>
                    <a:pt x="256" y="411"/>
                  </a:cubicBezTo>
                  <a:cubicBezTo>
                    <a:pt x="312" y="278"/>
                    <a:pt x="367" y="156"/>
                    <a:pt x="3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62"/>
            <p:cNvSpPr/>
            <p:nvPr/>
          </p:nvSpPr>
          <p:spPr>
            <a:xfrm>
              <a:off x="2844050" y="4407175"/>
              <a:ext cx="6425" cy="14450"/>
            </a:xfrm>
            <a:custGeom>
              <a:avLst/>
              <a:gdLst/>
              <a:ahLst/>
              <a:cxnLst/>
              <a:rect l="l" t="t" r="r" b="b"/>
              <a:pathLst>
                <a:path w="257" h="578" extrusionOk="0">
                  <a:moveTo>
                    <a:pt x="235" y="0"/>
                  </a:moveTo>
                  <a:lnTo>
                    <a:pt x="235" y="0"/>
                  </a:lnTo>
                  <a:cubicBezTo>
                    <a:pt x="146" y="78"/>
                    <a:pt x="90" y="166"/>
                    <a:pt x="57" y="267"/>
                  </a:cubicBezTo>
                  <a:cubicBezTo>
                    <a:pt x="23" y="356"/>
                    <a:pt x="1" y="455"/>
                    <a:pt x="35" y="578"/>
                  </a:cubicBezTo>
                  <a:cubicBezTo>
                    <a:pt x="124" y="500"/>
                    <a:pt x="168" y="411"/>
                    <a:pt x="201" y="322"/>
                  </a:cubicBezTo>
                  <a:cubicBezTo>
                    <a:pt x="235" y="222"/>
                    <a:pt x="257" y="122"/>
                    <a:pt x="23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62"/>
            <p:cNvSpPr/>
            <p:nvPr/>
          </p:nvSpPr>
          <p:spPr>
            <a:xfrm>
              <a:off x="2779075" y="4448825"/>
              <a:ext cx="4750" cy="10850"/>
            </a:xfrm>
            <a:custGeom>
              <a:avLst/>
              <a:gdLst/>
              <a:ahLst/>
              <a:cxnLst/>
              <a:rect l="l" t="t" r="r" b="b"/>
              <a:pathLst>
                <a:path w="190" h="434" extrusionOk="0">
                  <a:moveTo>
                    <a:pt x="145" y="1"/>
                  </a:moveTo>
                  <a:cubicBezTo>
                    <a:pt x="67" y="56"/>
                    <a:pt x="34" y="122"/>
                    <a:pt x="12" y="200"/>
                  </a:cubicBezTo>
                  <a:cubicBezTo>
                    <a:pt x="0" y="278"/>
                    <a:pt x="0" y="356"/>
                    <a:pt x="34" y="433"/>
                  </a:cubicBezTo>
                  <a:cubicBezTo>
                    <a:pt x="112" y="378"/>
                    <a:pt x="145" y="312"/>
                    <a:pt x="168" y="233"/>
                  </a:cubicBezTo>
                  <a:cubicBezTo>
                    <a:pt x="178" y="167"/>
                    <a:pt x="190" y="89"/>
                    <a:pt x="1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62"/>
            <p:cNvSpPr/>
            <p:nvPr/>
          </p:nvSpPr>
          <p:spPr>
            <a:xfrm>
              <a:off x="2779075" y="4477975"/>
              <a:ext cx="6975" cy="20300"/>
            </a:xfrm>
            <a:custGeom>
              <a:avLst/>
              <a:gdLst/>
              <a:ahLst/>
              <a:cxnLst/>
              <a:rect l="l" t="t" r="r" b="b"/>
              <a:pathLst>
                <a:path w="279" h="812" extrusionOk="0">
                  <a:moveTo>
                    <a:pt x="245" y="1"/>
                  </a:moveTo>
                  <a:lnTo>
                    <a:pt x="245" y="1"/>
                  </a:lnTo>
                  <a:cubicBezTo>
                    <a:pt x="156" y="123"/>
                    <a:pt x="101" y="256"/>
                    <a:pt x="67" y="390"/>
                  </a:cubicBezTo>
                  <a:cubicBezTo>
                    <a:pt x="23" y="523"/>
                    <a:pt x="0" y="656"/>
                    <a:pt x="23" y="812"/>
                  </a:cubicBezTo>
                  <a:cubicBezTo>
                    <a:pt x="123" y="689"/>
                    <a:pt x="178" y="568"/>
                    <a:pt x="212" y="423"/>
                  </a:cubicBezTo>
                  <a:cubicBezTo>
                    <a:pt x="245" y="289"/>
                    <a:pt x="279" y="156"/>
                    <a:pt x="2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62"/>
            <p:cNvSpPr/>
            <p:nvPr/>
          </p:nvSpPr>
          <p:spPr>
            <a:xfrm>
              <a:off x="2761600" y="4494375"/>
              <a:ext cx="5275" cy="17500"/>
            </a:xfrm>
            <a:custGeom>
              <a:avLst/>
              <a:gdLst/>
              <a:ahLst/>
              <a:cxnLst/>
              <a:rect l="l" t="t" r="r" b="b"/>
              <a:pathLst>
                <a:path w="211" h="700" extrusionOk="0">
                  <a:moveTo>
                    <a:pt x="178" y="0"/>
                  </a:moveTo>
                  <a:cubicBezTo>
                    <a:pt x="89" y="111"/>
                    <a:pt x="55" y="223"/>
                    <a:pt x="22" y="344"/>
                  </a:cubicBezTo>
                  <a:cubicBezTo>
                    <a:pt x="0" y="455"/>
                    <a:pt x="0" y="578"/>
                    <a:pt x="33" y="700"/>
                  </a:cubicBezTo>
                  <a:cubicBezTo>
                    <a:pt x="122" y="600"/>
                    <a:pt x="156" y="489"/>
                    <a:pt x="178" y="367"/>
                  </a:cubicBezTo>
                  <a:cubicBezTo>
                    <a:pt x="200" y="255"/>
                    <a:pt x="211" y="134"/>
                    <a:pt x="1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62"/>
            <p:cNvSpPr/>
            <p:nvPr/>
          </p:nvSpPr>
          <p:spPr>
            <a:xfrm>
              <a:off x="2765200" y="4532150"/>
              <a:ext cx="5575" cy="14450"/>
            </a:xfrm>
            <a:custGeom>
              <a:avLst/>
              <a:gdLst/>
              <a:ahLst/>
              <a:cxnLst/>
              <a:rect l="l" t="t" r="r" b="b"/>
              <a:pathLst>
                <a:path w="223" h="578" extrusionOk="0">
                  <a:moveTo>
                    <a:pt x="34" y="0"/>
                  </a:moveTo>
                  <a:cubicBezTo>
                    <a:pt x="0" y="111"/>
                    <a:pt x="12" y="211"/>
                    <a:pt x="34" y="311"/>
                  </a:cubicBezTo>
                  <a:cubicBezTo>
                    <a:pt x="56" y="400"/>
                    <a:pt x="100" y="500"/>
                    <a:pt x="189" y="578"/>
                  </a:cubicBezTo>
                  <a:cubicBezTo>
                    <a:pt x="222" y="467"/>
                    <a:pt x="212" y="366"/>
                    <a:pt x="178" y="267"/>
                  </a:cubicBezTo>
                  <a:cubicBezTo>
                    <a:pt x="156" y="166"/>
                    <a:pt x="111" y="77"/>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62"/>
            <p:cNvSpPr/>
            <p:nvPr/>
          </p:nvSpPr>
          <p:spPr>
            <a:xfrm>
              <a:off x="2775475" y="3912800"/>
              <a:ext cx="240800" cy="484400"/>
            </a:xfrm>
            <a:custGeom>
              <a:avLst/>
              <a:gdLst/>
              <a:ahLst/>
              <a:cxnLst/>
              <a:rect l="l" t="t" r="r" b="b"/>
              <a:pathLst>
                <a:path w="9632" h="19376" extrusionOk="0">
                  <a:moveTo>
                    <a:pt x="3475" y="1"/>
                  </a:moveTo>
                  <a:cubicBezTo>
                    <a:pt x="2970" y="1"/>
                    <a:pt x="2462" y="120"/>
                    <a:pt x="2011" y="345"/>
                  </a:cubicBezTo>
                  <a:cubicBezTo>
                    <a:pt x="1067" y="812"/>
                    <a:pt x="367" y="1690"/>
                    <a:pt x="1" y="2656"/>
                  </a:cubicBezTo>
                  <a:cubicBezTo>
                    <a:pt x="289" y="2612"/>
                    <a:pt x="578" y="2512"/>
                    <a:pt x="845" y="2379"/>
                  </a:cubicBezTo>
                  <a:lnTo>
                    <a:pt x="845" y="2379"/>
                  </a:lnTo>
                  <a:cubicBezTo>
                    <a:pt x="567" y="2523"/>
                    <a:pt x="367" y="3045"/>
                    <a:pt x="312" y="3334"/>
                  </a:cubicBezTo>
                  <a:cubicBezTo>
                    <a:pt x="223" y="3756"/>
                    <a:pt x="100" y="4167"/>
                    <a:pt x="122" y="4601"/>
                  </a:cubicBezTo>
                  <a:cubicBezTo>
                    <a:pt x="312" y="4489"/>
                    <a:pt x="500" y="4367"/>
                    <a:pt x="689" y="4245"/>
                  </a:cubicBezTo>
                  <a:lnTo>
                    <a:pt x="689" y="4245"/>
                  </a:lnTo>
                  <a:cubicBezTo>
                    <a:pt x="522" y="4989"/>
                    <a:pt x="433" y="5744"/>
                    <a:pt x="411" y="6500"/>
                  </a:cubicBezTo>
                  <a:cubicBezTo>
                    <a:pt x="689" y="6334"/>
                    <a:pt x="944" y="6134"/>
                    <a:pt x="1156" y="5889"/>
                  </a:cubicBezTo>
                  <a:lnTo>
                    <a:pt x="1156" y="5889"/>
                  </a:lnTo>
                  <a:cubicBezTo>
                    <a:pt x="1055" y="6589"/>
                    <a:pt x="978" y="7289"/>
                    <a:pt x="922" y="7988"/>
                  </a:cubicBezTo>
                  <a:cubicBezTo>
                    <a:pt x="889" y="8333"/>
                    <a:pt x="911" y="8711"/>
                    <a:pt x="845" y="9044"/>
                  </a:cubicBezTo>
                  <a:cubicBezTo>
                    <a:pt x="789" y="9288"/>
                    <a:pt x="689" y="9488"/>
                    <a:pt x="656" y="9743"/>
                  </a:cubicBezTo>
                  <a:cubicBezTo>
                    <a:pt x="456" y="11110"/>
                    <a:pt x="256" y="12621"/>
                    <a:pt x="411" y="13999"/>
                  </a:cubicBezTo>
                  <a:cubicBezTo>
                    <a:pt x="489" y="15887"/>
                    <a:pt x="1356" y="17753"/>
                    <a:pt x="2800" y="18986"/>
                  </a:cubicBezTo>
                  <a:cubicBezTo>
                    <a:pt x="2833" y="18798"/>
                    <a:pt x="2867" y="18608"/>
                    <a:pt x="2889" y="18420"/>
                  </a:cubicBezTo>
                  <a:cubicBezTo>
                    <a:pt x="3378" y="18653"/>
                    <a:pt x="3822" y="18975"/>
                    <a:pt x="4177" y="19375"/>
                  </a:cubicBezTo>
                  <a:cubicBezTo>
                    <a:pt x="4388" y="19075"/>
                    <a:pt x="4644" y="18808"/>
                    <a:pt x="4921" y="18575"/>
                  </a:cubicBezTo>
                  <a:cubicBezTo>
                    <a:pt x="5143" y="18653"/>
                    <a:pt x="5155" y="19042"/>
                    <a:pt x="5388" y="19064"/>
                  </a:cubicBezTo>
                  <a:cubicBezTo>
                    <a:pt x="5396" y="19065"/>
                    <a:pt x="5405" y="19066"/>
                    <a:pt x="5413" y="19066"/>
                  </a:cubicBezTo>
                  <a:cubicBezTo>
                    <a:pt x="5501" y="19066"/>
                    <a:pt x="5572" y="19014"/>
                    <a:pt x="5644" y="18953"/>
                  </a:cubicBezTo>
                  <a:cubicBezTo>
                    <a:pt x="5943" y="18719"/>
                    <a:pt x="6232" y="18475"/>
                    <a:pt x="6499" y="18220"/>
                  </a:cubicBezTo>
                  <a:cubicBezTo>
                    <a:pt x="6688" y="18475"/>
                    <a:pt x="6821" y="18753"/>
                    <a:pt x="6921" y="19053"/>
                  </a:cubicBezTo>
                  <a:cubicBezTo>
                    <a:pt x="6910" y="19020"/>
                    <a:pt x="7765" y="18164"/>
                    <a:pt x="7843" y="18053"/>
                  </a:cubicBezTo>
                  <a:cubicBezTo>
                    <a:pt x="8132" y="17665"/>
                    <a:pt x="8365" y="17242"/>
                    <a:pt x="8554" y="16798"/>
                  </a:cubicBezTo>
                  <a:cubicBezTo>
                    <a:pt x="8876" y="16031"/>
                    <a:pt x="9176" y="14987"/>
                    <a:pt x="9076" y="14143"/>
                  </a:cubicBezTo>
                  <a:lnTo>
                    <a:pt x="9076" y="14143"/>
                  </a:lnTo>
                  <a:cubicBezTo>
                    <a:pt x="9265" y="14287"/>
                    <a:pt x="9443" y="14431"/>
                    <a:pt x="9631" y="14576"/>
                  </a:cubicBezTo>
                  <a:cubicBezTo>
                    <a:pt x="9209" y="11955"/>
                    <a:pt x="8476" y="9377"/>
                    <a:pt x="7466" y="6922"/>
                  </a:cubicBezTo>
                  <a:lnTo>
                    <a:pt x="7466" y="6922"/>
                  </a:lnTo>
                  <a:cubicBezTo>
                    <a:pt x="7621" y="6988"/>
                    <a:pt x="7765" y="7055"/>
                    <a:pt x="7921" y="7122"/>
                  </a:cubicBezTo>
                  <a:cubicBezTo>
                    <a:pt x="7676" y="7011"/>
                    <a:pt x="7577" y="6300"/>
                    <a:pt x="7510" y="6089"/>
                  </a:cubicBezTo>
                  <a:cubicBezTo>
                    <a:pt x="7110" y="4689"/>
                    <a:pt x="6932" y="3201"/>
                    <a:pt x="6266" y="1890"/>
                  </a:cubicBezTo>
                  <a:lnTo>
                    <a:pt x="6232" y="1823"/>
                  </a:lnTo>
                  <a:cubicBezTo>
                    <a:pt x="5943" y="1256"/>
                    <a:pt x="5543" y="757"/>
                    <a:pt x="5010" y="424"/>
                  </a:cubicBezTo>
                  <a:cubicBezTo>
                    <a:pt x="4551" y="137"/>
                    <a:pt x="4015" y="1"/>
                    <a:pt x="3475"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62"/>
            <p:cNvSpPr/>
            <p:nvPr/>
          </p:nvSpPr>
          <p:spPr>
            <a:xfrm>
              <a:off x="2822400" y="4346750"/>
              <a:ext cx="103900" cy="114925"/>
            </a:xfrm>
            <a:custGeom>
              <a:avLst/>
              <a:gdLst/>
              <a:ahLst/>
              <a:cxnLst/>
              <a:rect l="l" t="t" r="r" b="b"/>
              <a:pathLst>
                <a:path w="4156" h="4597" extrusionOk="0">
                  <a:moveTo>
                    <a:pt x="461" y="0"/>
                  </a:moveTo>
                  <a:cubicBezTo>
                    <a:pt x="433" y="0"/>
                    <a:pt x="406" y="2"/>
                    <a:pt x="378" y="6"/>
                  </a:cubicBezTo>
                  <a:cubicBezTo>
                    <a:pt x="234" y="18"/>
                    <a:pt x="79" y="107"/>
                    <a:pt x="34" y="251"/>
                  </a:cubicBezTo>
                  <a:cubicBezTo>
                    <a:pt x="0" y="362"/>
                    <a:pt x="12" y="473"/>
                    <a:pt x="34" y="584"/>
                  </a:cubicBezTo>
                  <a:cubicBezTo>
                    <a:pt x="67" y="762"/>
                    <a:pt x="112" y="951"/>
                    <a:pt x="145" y="1139"/>
                  </a:cubicBezTo>
                  <a:cubicBezTo>
                    <a:pt x="190" y="1384"/>
                    <a:pt x="234" y="1617"/>
                    <a:pt x="312" y="1850"/>
                  </a:cubicBezTo>
                  <a:cubicBezTo>
                    <a:pt x="434" y="2250"/>
                    <a:pt x="667" y="2617"/>
                    <a:pt x="889" y="2973"/>
                  </a:cubicBezTo>
                  <a:cubicBezTo>
                    <a:pt x="1067" y="3272"/>
                    <a:pt x="1256" y="3573"/>
                    <a:pt x="1445" y="3872"/>
                  </a:cubicBezTo>
                  <a:cubicBezTo>
                    <a:pt x="1511" y="3972"/>
                    <a:pt x="1578" y="4084"/>
                    <a:pt x="1667" y="4161"/>
                  </a:cubicBezTo>
                  <a:cubicBezTo>
                    <a:pt x="1756" y="4239"/>
                    <a:pt x="1856" y="4283"/>
                    <a:pt x="1967" y="4339"/>
                  </a:cubicBezTo>
                  <a:cubicBezTo>
                    <a:pt x="2100" y="4395"/>
                    <a:pt x="2222" y="4439"/>
                    <a:pt x="2367" y="4483"/>
                  </a:cubicBezTo>
                  <a:cubicBezTo>
                    <a:pt x="2434" y="4506"/>
                    <a:pt x="2500" y="4528"/>
                    <a:pt x="2578" y="4550"/>
                  </a:cubicBezTo>
                  <a:cubicBezTo>
                    <a:pt x="2635" y="4569"/>
                    <a:pt x="2702" y="4597"/>
                    <a:pt x="2769" y="4597"/>
                  </a:cubicBezTo>
                  <a:cubicBezTo>
                    <a:pt x="2779" y="4597"/>
                    <a:pt x="2790" y="4596"/>
                    <a:pt x="2800" y="4595"/>
                  </a:cubicBezTo>
                  <a:cubicBezTo>
                    <a:pt x="2911" y="4583"/>
                    <a:pt x="2989" y="4494"/>
                    <a:pt x="3056" y="4405"/>
                  </a:cubicBezTo>
                  <a:cubicBezTo>
                    <a:pt x="3067" y="4383"/>
                    <a:pt x="3089" y="4372"/>
                    <a:pt x="3111" y="4361"/>
                  </a:cubicBezTo>
                  <a:cubicBezTo>
                    <a:pt x="3123" y="4350"/>
                    <a:pt x="3145" y="4350"/>
                    <a:pt x="3167" y="4350"/>
                  </a:cubicBezTo>
                  <a:lnTo>
                    <a:pt x="3333" y="4316"/>
                  </a:lnTo>
                  <a:cubicBezTo>
                    <a:pt x="3367" y="4316"/>
                    <a:pt x="3411" y="4306"/>
                    <a:pt x="3434" y="4283"/>
                  </a:cubicBezTo>
                  <a:cubicBezTo>
                    <a:pt x="3511" y="4250"/>
                    <a:pt x="3545" y="4161"/>
                    <a:pt x="3567" y="4084"/>
                  </a:cubicBezTo>
                  <a:cubicBezTo>
                    <a:pt x="3548" y="4080"/>
                    <a:pt x="3527" y="4078"/>
                    <a:pt x="3505" y="4078"/>
                  </a:cubicBezTo>
                  <a:cubicBezTo>
                    <a:pt x="3462" y="4078"/>
                    <a:pt x="3415" y="4084"/>
                    <a:pt x="3378" y="4084"/>
                  </a:cubicBezTo>
                  <a:cubicBezTo>
                    <a:pt x="3300" y="4094"/>
                    <a:pt x="3234" y="4094"/>
                    <a:pt x="3155" y="4094"/>
                  </a:cubicBezTo>
                  <a:cubicBezTo>
                    <a:pt x="3089" y="4094"/>
                    <a:pt x="3021" y="4090"/>
                    <a:pt x="2952" y="4081"/>
                  </a:cubicBezTo>
                  <a:lnTo>
                    <a:pt x="2952" y="4081"/>
                  </a:lnTo>
                  <a:cubicBezTo>
                    <a:pt x="3007" y="4087"/>
                    <a:pt x="3061" y="4089"/>
                    <a:pt x="3115" y="4089"/>
                  </a:cubicBezTo>
                  <a:cubicBezTo>
                    <a:pt x="3426" y="4089"/>
                    <a:pt x="3737" y="4004"/>
                    <a:pt x="4000" y="3850"/>
                  </a:cubicBezTo>
                  <a:cubicBezTo>
                    <a:pt x="4022" y="3828"/>
                    <a:pt x="4044" y="3817"/>
                    <a:pt x="4056" y="3795"/>
                  </a:cubicBezTo>
                  <a:cubicBezTo>
                    <a:pt x="4078" y="3750"/>
                    <a:pt x="4066" y="3694"/>
                    <a:pt x="4044" y="3650"/>
                  </a:cubicBezTo>
                  <a:cubicBezTo>
                    <a:pt x="4011" y="3583"/>
                    <a:pt x="3989" y="3528"/>
                    <a:pt x="3955" y="3472"/>
                  </a:cubicBezTo>
                  <a:cubicBezTo>
                    <a:pt x="3945" y="3450"/>
                    <a:pt x="3933" y="3428"/>
                    <a:pt x="3922" y="3417"/>
                  </a:cubicBezTo>
                  <a:cubicBezTo>
                    <a:pt x="3905" y="3411"/>
                    <a:pt x="3891" y="3408"/>
                    <a:pt x="3878" y="3408"/>
                  </a:cubicBezTo>
                  <a:cubicBezTo>
                    <a:pt x="3864" y="3408"/>
                    <a:pt x="3850" y="3411"/>
                    <a:pt x="3833" y="3417"/>
                  </a:cubicBezTo>
                  <a:cubicBezTo>
                    <a:pt x="3677" y="3439"/>
                    <a:pt x="3518" y="3454"/>
                    <a:pt x="3358" y="3462"/>
                  </a:cubicBezTo>
                  <a:lnTo>
                    <a:pt x="3358" y="3462"/>
                  </a:lnTo>
                  <a:cubicBezTo>
                    <a:pt x="3625" y="3416"/>
                    <a:pt x="3881" y="3310"/>
                    <a:pt x="4100" y="3150"/>
                  </a:cubicBezTo>
                  <a:cubicBezTo>
                    <a:pt x="4111" y="3139"/>
                    <a:pt x="4133" y="3117"/>
                    <a:pt x="4145" y="3094"/>
                  </a:cubicBezTo>
                  <a:cubicBezTo>
                    <a:pt x="4155" y="3072"/>
                    <a:pt x="4145" y="3050"/>
                    <a:pt x="4133" y="3028"/>
                  </a:cubicBezTo>
                  <a:cubicBezTo>
                    <a:pt x="4100" y="2928"/>
                    <a:pt x="4044" y="2828"/>
                    <a:pt x="3977" y="2739"/>
                  </a:cubicBezTo>
                  <a:cubicBezTo>
                    <a:pt x="3955" y="2717"/>
                    <a:pt x="3933" y="2694"/>
                    <a:pt x="3900" y="2694"/>
                  </a:cubicBezTo>
                  <a:cubicBezTo>
                    <a:pt x="3892" y="2693"/>
                    <a:pt x="3885" y="2692"/>
                    <a:pt x="3877" y="2692"/>
                  </a:cubicBezTo>
                  <a:cubicBezTo>
                    <a:pt x="3844" y="2692"/>
                    <a:pt x="3816" y="2710"/>
                    <a:pt x="3789" y="2728"/>
                  </a:cubicBezTo>
                  <a:cubicBezTo>
                    <a:pt x="3644" y="2817"/>
                    <a:pt x="3480" y="2848"/>
                    <a:pt x="3313" y="2848"/>
                  </a:cubicBezTo>
                  <a:cubicBezTo>
                    <a:pt x="3187" y="2848"/>
                    <a:pt x="3058" y="2830"/>
                    <a:pt x="2933" y="2806"/>
                  </a:cubicBezTo>
                  <a:cubicBezTo>
                    <a:pt x="2789" y="2773"/>
                    <a:pt x="2644" y="2739"/>
                    <a:pt x="2533" y="2650"/>
                  </a:cubicBezTo>
                  <a:cubicBezTo>
                    <a:pt x="2412" y="2561"/>
                    <a:pt x="2345" y="2417"/>
                    <a:pt x="2267" y="2284"/>
                  </a:cubicBezTo>
                  <a:cubicBezTo>
                    <a:pt x="2200" y="2161"/>
                    <a:pt x="2145" y="1984"/>
                    <a:pt x="2256" y="1895"/>
                  </a:cubicBezTo>
                  <a:cubicBezTo>
                    <a:pt x="2286" y="1871"/>
                    <a:pt x="2321" y="1861"/>
                    <a:pt x="2357" y="1861"/>
                  </a:cubicBezTo>
                  <a:cubicBezTo>
                    <a:pt x="2441" y="1861"/>
                    <a:pt x="2531" y="1917"/>
                    <a:pt x="2578" y="1995"/>
                  </a:cubicBezTo>
                  <a:cubicBezTo>
                    <a:pt x="2656" y="2095"/>
                    <a:pt x="2678" y="2228"/>
                    <a:pt x="2755" y="2339"/>
                  </a:cubicBezTo>
                  <a:cubicBezTo>
                    <a:pt x="2789" y="2395"/>
                    <a:pt x="2856" y="2439"/>
                    <a:pt x="2923" y="2439"/>
                  </a:cubicBezTo>
                  <a:cubicBezTo>
                    <a:pt x="2955" y="2439"/>
                    <a:pt x="2978" y="2417"/>
                    <a:pt x="3011" y="2406"/>
                  </a:cubicBezTo>
                  <a:cubicBezTo>
                    <a:pt x="3078" y="2361"/>
                    <a:pt x="3145" y="2295"/>
                    <a:pt x="3189" y="2228"/>
                  </a:cubicBezTo>
                  <a:cubicBezTo>
                    <a:pt x="3222" y="2195"/>
                    <a:pt x="3244" y="2161"/>
                    <a:pt x="3244" y="2117"/>
                  </a:cubicBezTo>
                  <a:cubicBezTo>
                    <a:pt x="3244" y="2072"/>
                    <a:pt x="3234" y="2040"/>
                    <a:pt x="3211" y="1995"/>
                  </a:cubicBezTo>
                  <a:cubicBezTo>
                    <a:pt x="3067" y="1672"/>
                    <a:pt x="2867" y="1339"/>
                    <a:pt x="2533" y="1206"/>
                  </a:cubicBezTo>
                  <a:cubicBezTo>
                    <a:pt x="2212" y="1084"/>
                    <a:pt x="1911" y="1117"/>
                    <a:pt x="1645" y="850"/>
                  </a:cubicBezTo>
                  <a:cubicBezTo>
                    <a:pt x="1634" y="850"/>
                    <a:pt x="1634" y="840"/>
                    <a:pt x="1622" y="828"/>
                  </a:cubicBezTo>
                  <a:cubicBezTo>
                    <a:pt x="1545" y="751"/>
                    <a:pt x="1478" y="650"/>
                    <a:pt x="1412" y="562"/>
                  </a:cubicBezTo>
                  <a:cubicBezTo>
                    <a:pt x="1245" y="362"/>
                    <a:pt x="1045" y="206"/>
                    <a:pt x="823" y="95"/>
                  </a:cubicBezTo>
                  <a:cubicBezTo>
                    <a:pt x="713" y="40"/>
                    <a:pt x="588" y="0"/>
                    <a:pt x="46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62"/>
            <p:cNvSpPr/>
            <p:nvPr/>
          </p:nvSpPr>
          <p:spPr>
            <a:xfrm>
              <a:off x="2875450" y="4424650"/>
              <a:ext cx="31125" cy="8775"/>
            </a:xfrm>
            <a:custGeom>
              <a:avLst/>
              <a:gdLst/>
              <a:ahLst/>
              <a:cxnLst/>
              <a:rect l="l" t="t" r="r" b="b"/>
              <a:pathLst>
                <a:path w="1245" h="351" extrusionOk="0">
                  <a:moveTo>
                    <a:pt x="1" y="1"/>
                  </a:moveTo>
                  <a:cubicBezTo>
                    <a:pt x="167" y="123"/>
                    <a:pt x="334" y="234"/>
                    <a:pt x="512" y="334"/>
                  </a:cubicBezTo>
                  <a:lnTo>
                    <a:pt x="512" y="345"/>
                  </a:lnTo>
                  <a:lnTo>
                    <a:pt x="522" y="345"/>
                  </a:lnTo>
                  <a:cubicBezTo>
                    <a:pt x="678" y="345"/>
                    <a:pt x="839" y="350"/>
                    <a:pt x="1001" y="350"/>
                  </a:cubicBezTo>
                  <a:cubicBezTo>
                    <a:pt x="1082" y="350"/>
                    <a:pt x="1163" y="349"/>
                    <a:pt x="1245" y="345"/>
                  </a:cubicBezTo>
                  <a:cubicBezTo>
                    <a:pt x="1001" y="312"/>
                    <a:pt x="767" y="301"/>
                    <a:pt x="522" y="301"/>
                  </a:cubicBezTo>
                  <a:lnTo>
                    <a:pt x="534" y="301"/>
                  </a:lnTo>
                  <a:cubicBezTo>
                    <a:pt x="356" y="201"/>
                    <a:pt x="178" y="89"/>
                    <a:pt x="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62"/>
            <p:cNvSpPr/>
            <p:nvPr/>
          </p:nvSpPr>
          <p:spPr>
            <a:xfrm>
              <a:off x="2867675" y="4435500"/>
              <a:ext cx="33625" cy="13625"/>
            </a:xfrm>
            <a:custGeom>
              <a:avLst/>
              <a:gdLst/>
              <a:ahLst/>
              <a:cxnLst/>
              <a:rect l="l" t="t" r="r" b="b"/>
              <a:pathLst>
                <a:path w="1345" h="545" extrusionOk="0">
                  <a:moveTo>
                    <a:pt x="1" y="0"/>
                  </a:moveTo>
                  <a:lnTo>
                    <a:pt x="1" y="0"/>
                  </a:lnTo>
                  <a:cubicBezTo>
                    <a:pt x="223" y="178"/>
                    <a:pt x="456" y="344"/>
                    <a:pt x="700" y="511"/>
                  </a:cubicBezTo>
                  <a:lnTo>
                    <a:pt x="712" y="511"/>
                  </a:lnTo>
                  <a:cubicBezTo>
                    <a:pt x="922" y="522"/>
                    <a:pt x="1134" y="544"/>
                    <a:pt x="1344" y="544"/>
                  </a:cubicBezTo>
                  <a:cubicBezTo>
                    <a:pt x="1134" y="511"/>
                    <a:pt x="922" y="489"/>
                    <a:pt x="712" y="467"/>
                  </a:cubicBezTo>
                  <a:lnTo>
                    <a:pt x="722" y="467"/>
                  </a:lnTo>
                  <a:cubicBezTo>
                    <a:pt x="489" y="300"/>
                    <a:pt x="245" y="144"/>
                    <a:pt x="1"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62"/>
            <p:cNvSpPr/>
            <p:nvPr/>
          </p:nvSpPr>
          <p:spPr>
            <a:xfrm>
              <a:off x="2864350" y="4441600"/>
              <a:ext cx="35825" cy="14175"/>
            </a:xfrm>
            <a:custGeom>
              <a:avLst/>
              <a:gdLst/>
              <a:ahLst/>
              <a:cxnLst/>
              <a:rect l="l" t="t" r="r" b="b"/>
              <a:pathLst>
                <a:path w="1433" h="567" extrusionOk="0">
                  <a:moveTo>
                    <a:pt x="0" y="1"/>
                  </a:moveTo>
                  <a:lnTo>
                    <a:pt x="0" y="1"/>
                  </a:lnTo>
                  <a:cubicBezTo>
                    <a:pt x="167" y="145"/>
                    <a:pt x="344" y="290"/>
                    <a:pt x="522" y="433"/>
                  </a:cubicBezTo>
                  <a:lnTo>
                    <a:pt x="534" y="433"/>
                  </a:lnTo>
                  <a:cubicBezTo>
                    <a:pt x="678" y="467"/>
                    <a:pt x="833" y="489"/>
                    <a:pt x="978" y="512"/>
                  </a:cubicBezTo>
                  <a:cubicBezTo>
                    <a:pt x="1133" y="534"/>
                    <a:pt x="1277" y="545"/>
                    <a:pt x="1433" y="567"/>
                  </a:cubicBezTo>
                  <a:cubicBezTo>
                    <a:pt x="1277" y="534"/>
                    <a:pt x="1133" y="500"/>
                    <a:pt x="989" y="467"/>
                  </a:cubicBezTo>
                  <a:cubicBezTo>
                    <a:pt x="833" y="445"/>
                    <a:pt x="689" y="411"/>
                    <a:pt x="534" y="389"/>
                  </a:cubicBezTo>
                  <a:lnTo>
                    <a:pt x="534" y="389"/>
                  </a:lnTo>
                  <a:lnTo>
                    <a:pt x="544" y="401"/>
                  </a:lnTo>
                  <a:cubicBezTo>
                    <a:pt x="366" y="256"/>
                    <a:pt x="189" y="122"/>
                    <a:pt x="0"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62"/>
            <p:cNvSpPr/>
            <p:nvPr/>
          </p:nvSpPr>
          <p:spPr>
            <a:xfrm>
              <a:off x="2748250" y="4043225"/>
              <a:ext cx="120275" cy="355900"/>
            </a:xfrm>
            <a:custGeom>
              <a:avLst/>
              <a:gdLst/>
              <a:ahLst/>
              <a:cxnLst/>
              <a:rect l="l" t="t" r="r" b="b"/>
              <a:pathLst>
                <a:path w="4811" h="14236" extrusionOk="0">
                  <a:moveTo>
                    <a:pt x="2148" y="0"/>
                  </a:moveTo>
                  <a:cubicBezTo>
                    <a:pt x="2080" y="0"/>
                    <a:pt x="2002" y="25"/>
                    <a:pt x="1912" y="83"/>
                  </a:cubicBezTo>
                  <a:cubicBezTo>
                    <a:pt x="1589" y="294"/>
                    <a:pt x="1512" y="1216"/>
                    <a:pt x="1456" y="1561"/>
                  </a:cubicBezTo>
                  <a:cubicBezTo>
                    <a:pt x="1067" y="3738"/>
                    <a:pt x="334" y="5649"/>
                    <a:pt x="1" y="7837"/>
                  </a:cubicBezTo>
                  <a:cubicBezTo>
                    <a:pt x="179" y="7792"/>
                    <a:pt x="334" y="7659"/>
                    <a:pt x="401" y="7481"/>
                  </a:cubicBezTo>
                  <a:cubicBezTo>
                    <a:pt x="1156" y="9404"/>
                    <a:pt x="2056" y="12336"/>
                    <a:pt x="3122" y="14236"/>
                  </a:cubicBezTo>
                  <a:cubicBezTo>
                    <a:pt x="3144" y="13981"/>
                    <a:pt x="3211" y="13280"/>
                    <a:pt x="3245" y="13036"/>
                  </a:cubicBezTo>
                  <a:cubicBezTo>
                    <a:pt x="3378" y="13169"/>
                    <a:pt x="3533" y="13280"/>
                    <a:pt x="3700" y="13358"/>
                  </a:cubicBezTo>
                  <a:cubicBezTo>
                    <a:pt x="3655" y="13181"/>
                    <a:pt x="3655" y="13003"/>
                    <a:pt x="3689" y="12814"/>
                  </a:cubicBezTo>
                  <a:lnTo>
                    <a:pt x="3689" y="12814"/>
                  </a:lnTo>
                  <a:cubicBezTo>
                    <a:pt x="3956" y="12925"/>
                    <a:pt x="4244" y="13003"/>
                    <a:pt x="4533" y="13047"/>
                  </a:cubicBezTo>
                  <a:cubicBezTo>
                    <a:pt x="4333" y="12703"/>
                    <a:pt x="4133" y="12359"/>
                    <a:pt x="3933" y="12025"/>
                  </a:cubicBezTo>
                  <a:lnTo>
                    <a:pt x="3933" y="12025"/>
                  </a:lnTo>
                  <a:cubicBezTo>
                    <a:pt x="4200" y="12169"/>
                    <a:pt x="4499" y="12248"/>
                    <a:pt x="4811" y="12248"/>
                  </a:cubicBezTo>
                  <a:cubicBezTo>
                    <a:pt x="4067" y="11058"/>
                    <a:pt x="3322" y="9870"/>
                    <a:pt x="2567" y="8681"/>
                  </a:cubicBezTo>
                  <a:lnTo>
                    <a:pt x="2567" y="8681"/>
                  </a:lnTo>
                  <a:lnTo>
                    <a:pt x="3000" y="8915"/>
                  </a:lnTo>
                  <a:cubicBezTo>
                    <a:pt x="2655" y="8392"/>
                    <a:pt x="2311" y="7881"/>
                    <a:pt x="1967" y="7360"/>
                  </a:cubicBezTo>
                  <a:cubicBezTo>
                    <a:pt x="1856" y="7193"/>
                    <a:pt x="1756" y="7037"/>
                    <a:pt x="1700" y="6849"/>
                  </a:cubicBezTo>
                  <a:cubicBezTo>
                    <a:pt x="1656" y="6649"/>
                    <a:pt x="1667" y="6437"/>
                    <a:pt x="1689" y="6227"/>
                  </a:cubicBezTo>
                  <a:cubicBezTo>
                    <a:pt x="1767" y="5504"/>
                    <a:pt x="1845" y="4782"/>
                    <a:pt x="1922" y="4049"/>
                  </a:cubicBezTo>
                  <a:lnTo>
                    <a:pt x="2256" y="4916"/>
                  </a:lnTo>
                  <a:cubicBezTo>
                    <a:pt x="2267" y="3638"/>
                    <a:pt x="2356" y="2361"/>
                    <a:pt x="2534" y="1105"/>
                  </a:cubicBezTo>
                  <a:cubicBezTo>
                    <a:pt x="2572" y="831"/>
                    <a:pt x="2537" y="0"/>
                    <a:pt x="2148"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62"/>
            <p:cNvSpPr/>
            <p:nvPr/>
          </p:nvSpPr>
          <p:spPr>
            <a:xfrm>
              <a:off x="2758250" y="4043225"/>
              <a:ext cx="113600" cy="360900"/>
            </a:xfrm>
            <a:custGeom>
              <a:avLst/>
              <a:gdLst/>
              <a:ahLst/>
              <a:cxnLst/>
              <a:rect l="l" t="t" r="r" b="b"/>
              <a:pathLst>
                <a:path w="4544" h="14436" extrusionOk="0">
                  <a:moveTo>
                    <a:pt x="1749" y="0"/>
                  </a:moveTo>
                  <a:cubicBezTo>
                    <a:pt x="1667" y="0"/>
                    <a:pt x="1586" y="42"/>
                    <a:pt x="1512" y="83"/>
                  </a:cubicBezTo>
                  <a:cubicBezTo>
                    <a:pt x="1588" y="41"/>
                    <a:pt x="1670" y="5"/>
                    <a:pt x="1755" y="5"/>
                  </a:cubicBezTo>
                  <a:cubicBezTo>
                    <a:pt x="1781" y="5"/>
                    <a:pt x="1807" y="9"/>
                    <a:pt x="1833" y="16"/>
                  </a:cubicBezTo>
                  <a:cubicBezTo>
                    <a:pt x="1805" y="5"/>
                    <a:pt x="1777" y="0"/>
                    <a:pt x="1749" y="0"/>
                  </a:cubicBezTo>
                  <a:close/>
                  <a:moveTo>
                    <a:pt x="1833" y="16"/>
                  </a:moveTo>
                  <a:lnTo>
                    <a:pt x="1833" y="16"/>
                  </a:lnTo>
                  <a:cubicBezTo>
                    <a:pt x="1934" y="61"/>
                    <a:pt x="2000" y="161"/>
                    <a:pt x="2033" y="261"/>
                  </a:cubicBezTo>
                  <a:cubicBezTo>
                    <a:pt x="2111" y="472"/>
                    <a:pt x="2134" y="694"/>
                    <a:pt x="2134" y="917"/>
                  </a:cubicBezTo>
                  <a:cubicBezTo>
                    <a:pt x="2134" y="1028"/>
                    <a:pt x="2111" y="1139"/>
                    <a:pt x="2100" y="1250"/>
                  </a:cubicBezTo>
                  <a:lnTo>
                    <a:pt x="2055" y="1572"/>
                  </a:lnTo>
                  <a:cubicBezTo>
                    <a:pt x="2023" y="1794"/>
                    <a:pt x="1989" y="2016"/>
                    <a:pt x="1967" y="2238"/>
                  </a:cubicBezTo>
                  <a:cubicBezTo>
                    <a:pt x="1922" y="2682"/>
                    <a:pt x="1878" y="3127"/>
                    <a:pt x="1856" y="3571"/>
                  </a:cubicBezTo>
                  <a:cubicBezTo>
                    <a:pt x="1829" y="3929"/>
                    <a:pt x="1816" y="4287"/>
                    <a:pt x="1807" y="4652"/>
                  </a:cubicBezTo>
                  <a:lnTo>
                    <a:pt x="1807" y="4652"/>
                  </a:lnTo>
                  <a:lnTo>
                    <a:pt x="1567" y="4027"/>
                  </a:lnTo>
                  <a:lnTo>
                    <a:pt x="1489" y="3816"/>
                  </a:lnTo>
                  <a:lnTo>
                    <a:pt x="1467" y="4049"/>
                  </a:lnTo>
                  <a:lnTo>
                    <a:pt x="1322" y="5349"/>
                  </a:lnTo>
                  <a:lnTo>
                    <a:pt x="1245" y="6004"/>
                  </a:lnTo>
                  <a:cubicBezTo>
                    <a:pt x="1233" y="6227"/>
                    <a:pt x="1189" y="6437"/>
                    <a:pt x="1211" y="6671"/>
                  </a:cubicBezTo>
                  <a:cubicBezTo>
                    <a:pt x="1211" y="6915"/>
                    <a:pt x="1334" y="7126"/>
                    <a:pt x="1456" y="7315"/>
                  </a:cubicBezTo>
                  <a:lnTo>
                    <a:pt x="1811" y="7859"/>
                  </a:lnTo>
                  <a:lnTo>
                    <a:pt x="2375" y="8705"/>
                  </a:lnTo>
                  <a:lnTo>
                    <a:pt x="2375" y="8705"/>
                  </a:lnTo>
                  <a:lnTo>
                    <a:pt x="2211" y="8615"/>
                  </a:lnTo>
                  <a:lnTo>
                    <a:pt x="1956" y="8471"/>
                  </a:lnTo>
                  <a:lnTo>
                    <a:pt x="1956" y="8471"/>
                  </a:lnTo>
                  <a:lnTo>
                    <a:pt x="2111" y="8715"/>
                  </a:lnTo>
                  <a:lnTo>
                    <a:pt x="4271" y="12164"/>
                  </a:lnTo>
                  <a:lnTo>
                    <a:pt x="4271" y="12164"/>
                  </a:lnTo>
                  <a:cubicBezTo>
                    <a:pt x="4022" y="12147"/>
                    <a:pt x="3782" y="12080"/>
                    <a:pt x="3566" y="11959"/>
                  </a:cubicBezTo>
                  <a:lnTo>
                    <a:pt x="3333" y="11825"/>
                  </a:lnTo>
                  <a:lnTo>
                    <a:pt x="3333" y="11825"/>
                  </a:lnTo>
                  <a:lnTo>
                    <a:pt x="3467" y="12058"/>
                  </a:lnTo>
                  <a:lnTo>
                    <a:pt x="3996" y="12944"/>
                  </a:lnTo>
                  <a:lnTo>
                    <a:pt x="3996" y="12944"/>
                  </a:lnTo>
                  <a:cubicBezTo>
                    <a:pt x="3760" y="12901"/>
                    <a:pt x="3532" y="12839"/>
                    <a:pt x="3311" y="12747"/>
                  </a:cubicBezTo>
                  <a:lnTo>
                    <a:pt x="3233" y="12725"/>
                  </a:lnTo>
                  <a:lnTo>
                    <a:pt x="3211" y="12803"/>
                  </a:lnTo>
                  <a:cubicBezTo>
                    <a:pt x="3194" y="12944"/>
                    <a:pt x="3190" y="13091"/>
                    <a:pt x="3207" y="13235"/>
                  </a:cubicBezTo>
                  <a:lnTo>
                    <a:pt x="3207" y="13235"/>
                  </a:lnTo>
                  <a:cubicBezTo>
                    <a:pt x="3092" y="13166"/>
                    <a:pt x="2988" y="13079"/>
                    <a:pt x="2889" y="12981"/>
                  </a:cubicBezTo>
                  <a:lnTo>
                    <a:pt x="2789" y="12892"/>
                  </a:lnTo>
                  <a:lnTo>
                    <a:pt x="2778" y="13025"/>
                  </a:lnTo>
                  <a:lnTo>
                    <a:pt x="2676" y="14021"/>
                  </a:lnTo>
                  <a:lnTo>
                    <a:pt x="2676" y="14021"/>
                  </a:lnTo>
                  <a:cubicBezTo>
                    <a:pt x="2419" y="13552"/>
                    <a:pt x="2194" y="13061"/>
                    <a:pt x="1978" y="12569"/>
                  </a:cubicBezTo>
                  <a:cubicBezTo>
                    <a:pt x="1734" y="12014"/>
                    <a:pt x="1512" y="11458"/>
                    <a:pt x="1289" y="10892"/>
                  </a:cubicBezTo>
                  <a:cubicBezTo>
                    <a:pt x="856" y="9759"/>
                    <a:pt x="456" y="8604"/>
                    <a:pt x="1" y="7481"/>
                  </a:cubicBezTo>
                  <a:lnTo>
                    <a:pt x="1" y="7481"/>
                  </a:lnTo>
                  <a:cubicBezTo>
                    <a:pt x="423" y="8615"/>
                    <a:pt x="801" y="9770"/>
                    <a:pt x="1223" y="10915"/>
                  </a:cubicBezTo>
                  <a:cubicBezTo>
                    <a:pt x="1433" y="11481"/>
                    <a:pt x="1645" y="12048"/>
                    <a:pt x="1889" y="12614"/>
                  </a:cubicBezTo>
                  <a:cubicBezTo>
                    <a:pt x="2122" y="13169"/>
                    <a:pt x="2378" y="13725"/>
                    <a:pt x="2667" y="14269"/>
                  </a:cubicBezTo>
                  <a:lnTo>
                    <a:pt x="2756" y="14436"/>
                  </a:lnTo>
                  <a:lnTo>
                    <a:pt x="2778" y="14247"/>
                  </a:lnTo>
                  <a:lnTo>
                    <a:pt x="2896" y="13171"/>
                  </a:lnTo>
                  <a:lnTo>
                    <a:pt x="2896" y="13171"/>
                  </a:lnTo>
                  <a:cubicBezTo>
                    <a:pt x="3007" y="13269"/>
                    <a:pt x="3130" y="13357"/>
                    <a:pt x="3267" y="13425"/>
                  </a:cubicBezTo>
                  <a:lnTo>
                    <a:pt x="3389" y="13492"/>
                  </a:lnTo>
                  <a:lnTo>
                    <a:pt x="3389" y="13492"/>
                  </a:lnTo>
                  <a:lnTo>
                    <a:pt x="3366" y="13347"/>
                  </a:lnTo>
                  <a:cubicBezTo>
                    <a:pt x="3339" y="13208"/>
                    <a:pt x="3326" y="13062"/>
                    <a:pt x="3342" y="12914"/>
                  </a:cubicBezTo>
                  <a:lnTo>
                    <a:pt x="3342" y="12914"/>
                  </a:lnTo>
                  <a:cubicBezTo>
                    <a:pt x="3595" y="13007"/>
                    <a:pt x="3863" y="13074"/>
                    <a:pt x="4122" y="13114"/>
                  </a:cubicBezTo>
                  <a:lnTo>
                    <a:pt x="4277" y="13136"/>
                  </a:lnTo>
                  <a:lnTo>
                    <a:pt x="4200" y="13003"/>
                  </a:lnTo>
                  <a:lnTo>
                    <a:pt x="3721" y="12187"/>
                  </a:lnTo>
                  <a:lnTo>
                    <a:pt x="3721" y="12187"/>
                  </a:lnTo>
                  <a:cubicBezTo>
                    <a:pt x="3923" y="12269"/>
                    <a:pt x="4138" y="12315"/>
                    <a:pt x="4358" y="12315"/>
                  </a:cubicBezTo>
                  <a:cubicBezTo>
                    <a:pt x="4376" y="12315"/>
                    <a:pt x="4393" y="12315"/>
                    <a:pt x="4411" y="12314"/>
                  </a:cubicBezTo>
                  <a:lnTo>
                    <a:pt x="4544" y="12314"/>
                  </a:lnTo>
                  <a:lnTo>
                    <a:pt x="4467" y="12203"/>
                  </a:lnTo>
                  <a:lnTo>
                    <a:pt x="2385" y="8879"/>
                  </a:lnTo>
                  <a:lnTo>
                    <a:pt x="2385" y="8879"/>
                  </a:lnTo>
                  <a:lnTo>
                    <a:pt x="2566" y="8982"/>
                  </a:lnTo>
                  <a:lnTo>
                    <a:pt x="2833" y="9126"/>
                  </a:lnTo>
                  <a:lnTo>
                    <a:pt x="2833" y="9126"/>
                  </a:lnTo>
                  <a:lnTo>
                    <a:pt x="2667" y="8881"/>
                  </a:lnTo>
                  <a:lnTo>
                    <a:pt x="1934" y="7782"/>
                  </a:lnTo>
                  <a:lnTo>
                    <a:pt x="1567" y="7237"/>
                  </a:lnTo>
                  <a:cubicBezTo>
                    <a:pt x="1445" y="7059"/>
                    <a:pt x="1356" y="6871"/>
                    <a:pt x="1345" y="6659"/>
                  </a:cubicBezTo>
                  <a:cubicBezTo>
                    <a:pt x="1322" y="6459"/>
                    <a:pt x="1367" y="6237"/>
                    <a:pt x="1378" y="6027"/>
                  </a:cubicBezTo>
                  <a:lnTo>
                    <a:pt x="1445" y="5371"/>
                  </a:lnTo>
                  <a:lnTo>
                    <a:pt x="1555" y="4290"/>
                  </a:lnTo>
                  <a:lnTo>
                    <a:pt x="1555" y="4290"/>
                  </a:lnTo>
                  <a:lnTo>
                    <a:pt x="1801" y="4901"/>
                  </a:lnTo>
                  <a:lnTo>
                    <a:pt x="1801" y="4901"/>
                  </a:lnTo>
                  <a:cubicBezTo>
                    <a:pt x="1801" y="4906"/>
                    <a:pt x="1801" y="4911"/>
                    <a:pt x="1800" y="4916"/>
                  </a:cubicBezTo>
                  <a:lnTo>
                    <a:pt x="1806" y="4914"/>
                  </a:lnTo>
                  <a:lnTo>
                    <a:pt x="1806" y="4914"/>
                  </a:lnTo>
                  <a:lnTo>
                    <a:pt x="1811" y="4926"/>
                  </a:lnTo>
                  <a:lnTo>
                    <a:pt x="1900" y="5171"/>
                  </a:lnTo>
                  <a:lnTo>
                    <a:pt x="1900" y="4916"/>
                  </a:lnTo>
                  <a:cubicBezTo>
                    <a:pt x="1900" y="4027"/>
                    <a:pt x="1944" y="3138"/>
                    <a:pt x="2023" y="2250"/>
                  </a:cubicBezTo>
                  <a:lnTo>
                    <a:pt x="2089" y="1583"/>
                  </a:lnTo>
                  <a:lnTo>
                    <a:pt x="2134" y="1250"/>
                  </a:lnTo>
                  <a:cubicBezTo>
                    <a:pt x="2144" y="1139"/>
                    <a:pt x="2167" y="1028"/>
                    <a:pt x="2167" y="917"/>
                  </a:cubicBezTo>
                  <a:cubicBezTo>
                    <a:pt x="2156" y="694"/>
                    <a:pt x="2134" y="461"/>
                    <a:pt x="2055" y="261"/>
                  </a:cubicBezTo>
                  <a:cubicBezTo>
                    <a:pt x="2011" y="161"/>
                    <a:pt x="1944" y="50"/>
                    <a:pt x="1833" y="16"/>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62"/>
            <p:cNvSpPr/>
            <p:nvPr/>
          </p:nvSpPr>
          <p:spPr>
            <a:xfrm>
              <a:off x="2854350" y="4121125"/>
              <a:ext cx="4725" cy="18050"/>
            </a:xfrm>
            <a:custGeom>
              <a:avLst/>
              <a:gdLst/>
              <a:ahLst/>
              <a:cxnLst/>
              <a:rect l="l" t="t" r="r" b="b"/>
              <a:pathLst>
                <a:path w="189" h="722" extrusionOk="0">
                  <a:moveTo>
                    <a:pt x="144" y="0"/>
                  </a:moveTo>
                  <a:cubicBezTo>
                    <a:pt x="67" y="111"/>
                    <a:pt x="33" y="233"/>
                    <a:pt x="23" y="356"/>
                  </a:cubicBezTo>
                  <a:cubicBezTo>
                    <a:pt x="0" y="477"/>
                    <a:pt x="0" y="600"/>
                    <a:pt x="45" y="722"/>
                  </a:cubicBezTo>
                  <a:cubicBezTo>
                    <a:pt x="122" y="611"/>
                    <a:pt x="156" y="489"/>
                    <a:pt x="178" y="378"/>
                  </a:cubicBezTo>
                  <a:cubicBezTo>
                    <a:pt x="189" y="255"/>
                    <a:pt x="189" y="133"/>
                    <a:pt x="14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62"/>
            <p:cNvSpPr/>
            <p:nvPr/>
          </p:nvSpPr>
          <p:spPr>
            <a:xfrm>
              <a:off x="2834075" y="4086950"/>
              <a:ext cx="5000" cy="23350"/>
            </a:xfrm>
            <a:custGeom>
              <a:avLst/>
              <a:gdLst/>
              <a:ahLst/>
              <a:cxnLst/>
              <a:rect l="l" t="t" r="r" b="b"/>
              <a:pathLst>
                <a:path w="200" h="934" extrusionOk="0">
                  <a:moveTo>
                    <a:pt x="156" y="0"/>
                  </a:moveTo>
                  <a:cubicBezTo>
                    <a:pt x="78" y="145"/>
                    <a:pt x="44" y="301"/>
                    <a:pt x="22" y="456"/>
                  </a:cubicBezTo>
                  <a:cubicBezTo>
                    <a:pt x="12" y="612"/>
                    <a:pt x="0" y="767"/>
                    <a:pt x="44" y="933"/>
                  </a:cubicBezTo>
                  <a:cubicBezTo>
                    <a:pt x="123" y="789"/>
                    <a:pt x="156" y="634"/>
                    <a:pt x="178" y="478"/>
                  </a:cubicBezTo>
                  <a:cubicBezTo>
                    <a:pt x="200" y="323"/>
                    <a:pt x="200" y="167"/>
                    <a:pt x="1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62"/>
            <p:cNvSpPr/>
            <p:nvPr/>
          </p:nvSpPr>
          <p:spPr>
            <a:xfrm>
              <a:off x="2870175" y="4068900"/>
              <a:ext cx="8075" cy="19175"/>
            </a:xfrm>
            <a:custGeom>
              <a:avLst/>
              <a:gdLst/>
              <a:ahLst/>
              <a:cxnLst/>
              <a:rect l="l" t="t" r="r" b="b"/>
              <a:pathLst>
                <a:path w="323" h="767" extrusionOk="0">
                  <a:moveTo>
                    <a:pt x="0" y="1"/>
                  </a:moveTo>
                  <a:cubicBezTo>
                    <a:pt x="0" y="156"/>
                    <a:pt x="34" y="289"/>
                    <a:pt x="89" y="411"/>
                  </a:cubicBezTo>
                  <a:cubicBezTo>
                    <a:pt x="145" y="545"/>
                    <a:pt x="212" y="656"/>
                    <a:pt x="323" y="767"/>
                  </a:cubicBezTo>
                  <a:cubicBezTo>
                    <a:pt x="323" y="611"/>
                    <a:pt x="289" y="478"/>
                    <a:pt x="234" y="356"/>
                  </a:cubicBezTo>
                  <a:cubicBezTo>
                    <a:pt x="178" y="223"/>
                    <a:pt x="111" y="112"/>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62"/>
            <p:cNvSpPr/>
            <p:nvPr/>
          </p:nvSpPr>
          <p:spPr>
            <a:xfrm>
              <a:off x="2846575" y="4046950"/>
              <a:ext cx="6400" cy="23350"/>
            </a:xfrm>
            <a:custGeom>
              <a:avLst/>
              <a:gdLst/>
              <a:ahLst/>
              <a:cxnLst/>
              <a:rect l="l" t="t" r="r" b="b"/>
              <a:pathLst>
                <a:path w="256" h="934" extrusionOk="0">
                  <a:moveTo>
                    <a:pt x="33" y="1"/>
                  </a:moveTo>
                  <a:lnTo>
                    <a:pt x="33" y="1"/>
                  </a:lnTo>
                  <a:cubicBezTo>
                    <a:pt x="0" y="168"/>
                    <a:pt x="23" y="323"/>
                    <a:pt x="45" y="479"/>
                  </a:cubicBezTo>
                  <a:cubicBezTo>
                    <a:pt x="78" y="634"/>
                    <a:pt x="134" y="790"/>
                    <a:pt x="223" y="934"/>
                  </a:cubicBezTo>
                  <a:cubicBezTo>
                    <a:pt x="255" y="768"/>
                    <a:pt x="233" y="612"/>
                    <a:pt x="200" y="457"/>
                  </a:cubicBezTo>
                  <a:cubicBezTo>
                    <a:pt x="167" y="301"/>
                    <a:pt x="122" y="145"/>
                    <a:pt x="3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62"/>
            <p:cNvSpPr/>
            <p:nvPr/>
          </p:nvSpPr>
          <p:spPr>
            <a:xfrm>
              <a:off x="2818800" y="4046675"/>
              <a:ext cx="4475" cy="25575"/>
            </a:xfrm>
            <a:custGeom>
              <a:avLst/>
              <a:gdLst/>
              <a:ahLst/>
              <a:cxnLst/>
              <a:rect l="l" t="t" r="r" b="b"/>
              <a:pathLst>
                <a:path w="179" h="1023" extrusionOk="0">
                  <a:moveTo>
                    <a:pt x="122" y="1"/>
                  </a:moveTo>
                  <a:cubicBezTo>
                    <a:pt x="56" y="167"/>
                    <a:pt x="23" y="334"/>
                    <a:pt x="11" y="512"/>
                  </a:cubicBezTo>
                  <a:cubicBezTo>
                    <a:pt x="1" y="678"/>
                    <a:pt x="11" y="845"/>
                    <a:pt x="56" y="1023"/>
                  </a:cubicBezTo>
                  <a:cubicBezTo>
                    <a:pt x="134" y="856"/>
                    <a:pt x="156" y="690"/>
                    <a:pt x="167" y="523"/>
                  </a:cubicBezTo>
                  <a:cubicBezTo>
                    <a:pt x="178" y="345"/>
                    <a:pt x="178" y="179"/>
                    <a:pt x="1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62"/>
            <p:cNvSpPr/>
            <p:nvPr/>
          </p:nvSpPr>
          <p:spPr>
            <a:xfrm>
              <a:off x="2889050" y="4041400"/>
              <a:ext cx="6425" cy="20025"/>
            </a:xfrm>
            <a:custGeom>
              <a:avLst/>
              <a:gdLst/>
              <a:ahLst/>
              <a:cxnLst/>
              <a:rect l="l" t="t" r="r" b="b"/>
              <a:pathLst>
                <a:path w="257" h="801" extrusionOk="0">
                  <a:moveTo>
                    <a:pt x="34" y="0"/>
                  </a:moveTo>
                  <a:lnTo>
                    <a:pt x="34" y="0"/>
                  </a:lnTo>
                  <a:cubicBezTo>
                    <a:pt x="1" y="145"/>
                    <a:pt x="23" y="289"/>
                    <a:pt x="57" y="423"/>
                  </a:cubicBezTo>
                  <a:cubicBezTo>
                    <a:pt x="89" y="556"/>
                    <a:pt x="134" y="679"/>
                    <a:pt x="234" y="800"/>
                  </a:cubicBezTo>
                  <a:cubicBezTo>
                    <a:pt x="257" y="656"/>
                    <a:pt x="245" y="511"/>
                    <a:pt x="212" y="378"/>
                  </a:cubicBezTo>
                  <a:cubicBezTo>
                    <a:pt x="168" y="245"/>
                    <a:pt x="123" y="123"/>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62"/>
            <p:cNvSpPr/>
            <p:nvPr/>
          </p:nvSpPr>
          <p:spPr>
            <a:xfrm>
              <a:off x="2920450" y="4029725"/>
              <a:ext cx="9475" cy="15325"/>
            </a:xfrm>
            <a:custGeom>
              <a:avLst/>
              <a:gdLst/>
              <a:ahLst/>
              <a:cxnLst/>
              <a:rect l="l" t="t" r="r" b="b"/>
              <a:pathLst>
                <a:path w="379" h="613" extrusionOk="0">
                  <a:moveTo>
                    <a:pt x="0" y="1"/>
                  </a:moveTo>
                  <a:cubicBezTo>
                    <a:pt x="0" y="134"/>
                    <a:pt x="55" y="245"/>
                    <a:pt x="122" y="346"/>
                  </a:cubicBezTo>
                  <a:cubicBezTo>
                    <a:pt x="178" y="445"/>
                    <a:pt x="255" y="546"/>
                    <a:pt x="378" y="612"/>
                  </a:cubicBezTo>
                  <a:cubicBezTo>
                    <a:pt x="366" y="479"/>
                    <a:pt x="311" y="368"/>
                    <a:pt x="255" y="267"/>
                  </a:cubicBezTo>
                  <a:cubicBezTo>
                    <a:pt x="189" y="168"/>
                    <a:pt x="111" y="68"/>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62"/>
            <p:cNvSpPr/>
            <p:nvPr/>
          </p:nvSpPr>
          <p:spPr>
            <a:xfrm>
              <a:off x="2920450" y="4068050"/>
              <a:ext cx="6950" cy="20325"/>
            </a:xfrm>
            <a:custGeom>
              <a:avLst/>
              <a:gdLst/>
              <a:ahLst/>
              <a:cxnLst/>
              <a:rect l="l" t="t" r="r" b="b"/>
              <a:pathLst>
                <a:path w="278" h="813" extrusionOk="0">
                  <a:moveTo>
                    <a:pt x="11" y="1"/>
                  </a:moveTo>
                  <a:lnTo>
                    <a:pt x="11" y="1"/>
                  </a:lnTo>
                  <a:cubicBezTo>
                    <a:pt x="0" y="156"/>
                    <a:pt x="23" y="290"/>
                    <a:pt x="67" y="435"/>
                  </a:cubicBezTo>
                  <a:cubicBezTo>
                    <a:pt x="111" y="568"/>
                    <a:pt x="167" y="701"/>
                    <a:pt x="267" y="812"/>
                  </a:cubicBezTo>
                  <a:cubicBezTo>
                    <a:pt x="278" y="657"/>
                    <a:pt x="255" y="523"/>
                    <a:pt x="211" y="379"/>
                  </a:cubicBezTo>
                  <a:cubicBezTo>
                    <a:pt x="167" y="245"/>
                    <a:pt x="111" y="112"/>
                    <a:pt x="1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62"/>
            <p:cNvSpPr/>
            <p:nvPr/>
          </p:nvSpPr>
          <p:spPr>
            <a:xfrm>
              <a:off x="2902675" y="4105825"/>
              <a:ext cx="4725" cy="18650"/>
            </a:xfrm>
            <a:custGeom>
              <a:avLst/>
              <a:gdLst/>
              <a:ahLst/>
              <a:cxnLst/>
              <a:rect l="l" t="t" r="r" b="b"/>
              <a:pathLst>
                <a:path w="189" h="746" extrusionOk="0">
                  <a:moveTo>
                    <a:pt x="45" y="1"/>
                  </a:moveTo>
                  <a:cubicBezTo>
                    <a:pt x="0" y="134"/>
                    <a:pt x="0" y="257"/>
                    <a:pt x="23" y="378"/>
                  </a:cubicBezTo>
                  <a:cubicBezTo>
                    <a:pt x="33" y="512"/>
                    <a:pt x="67" y="634"/>
                    <a:pt x="144" y="745"/>
                  </a:cubicBezTo>
                  <a:cubicBezTo>
                    <a:pt x="189" y="612"/>
                    <a:pt x="189" y="489"/>
                    <a:pt x="178" y="356"/>
                  </a:cubicBezTo>
                  <a:cubicBezTo>
                    <a:pt x="156" y="234"/>
                    <a:pt x="122"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62"/>
            <p:cNvSpPr/>
            <p:nvPr/>
          </p:nvSpPr>
          <p:spPr>
            <a:xfrm>
              <a:off x="2946275" y="4105575"/>
              <a:ext cx="7525" cy="18900"/>
            </a:xfrm>
            <a:custGeom>
              <a:avLst/>
              <a:gdLst/>
              <a:ahLst/>
              <a:cxnLst/>
              <a:rect l="l" t="t" r="r" b="b"/>
              <a:pathLst>
                <a:path w="301" h="756" extrusionOk="0">
                  <a:moveTo>
                    <a:pt x="12" y="0"/>
                  </a:moveTo>
                  <a:lnTo>
                    <a:pt x="12" y="0"/>
                  </a:lnTo>
                  <a:cubicBezTo>
                    <a:pt x="0" y="144"/>
                    <a:pt x="34" y="277"/>
                    <a:pt x="78" y="411"/>
                  </a:cubicBezTo>
                  <a:cubicBezTo>
                    <a:pt x="123" y="533"/>
                    <a:pt x="189" y="655"/>
                    <a:pt x="289" y="755"/>
                  </a:cubicBezTo>
                  <a:cubicBezTo>
                    <a:pt x="300" y="611"/>
                    <a:pt x="267" y="477"/>
                    <a:pt x="222" y="355"/>
                  </a:cubicBezTo>
                  <a:cubicBezTo>
                    <a:pt x="178" y="222"/>
                    <a:pt x="123" y="111"/>
                    <a:pt x="1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62"/>
            <p:cNvSpPr/>
            <p:nvPr/>
          </p:nvSpPr>
          <p:spPr>
            <a:xfrm>
              <a:off x="2929325" y="4121675"/>
              <a:ext cx="4175" cy="26950"/>
            </a:xfrm>
            <a:custGeom>
              <a:avLst/>
              <a:gdLst/>
              <a:ahLst/>
              <a:cxnLst/>
              <a:rect l="l" t="t" r="r" b="b"/>
              <a:pathLst>
                <a:path w="167" h="1078" extrusionOk="0">
                  <a:moveTo>
                    <a:pt x="56" y="0"/>
                  </a:moveTo>
                  <a:cubicBezTo>
                    <a:pt x="1" y="189"/>
                    <a:pt x="1" y="366"/>
                    <a:pt x="1" y="544"/>
                  </a:cubicBezTo>
                  <a:cubicBezTo>
                    <a:pt x="11" y="722"/>
                    <a:pt x="34" y="900"/>
                    <a:pt x="100" y="1077"/>
                  </a:cubicBezTo>
                  <a:cubicBezTo>
                    <a:pt x="156" y="900"/>
                    <a:pt x="167" y="711"/>
                    <a:pt x="156" y="534"/>
                  </a:cubicBezTo>
                  <a:cubicBezTo>
                    <a:pt x="145" y="356"/>
                    <a:pt x="123" y="178"/>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62"/>
            <p:cNvSpPr/>
            <p:nvPr/>
          </p:nvSpPr>
          <p:spPr>
            <a:xfrm>
              <a:off x="2883775" y="4140275"/>
              <a:ext cx="4200" cy="20575"/>
            </a:xfrm>
            <a:custGeom>
              <a:avLst/>
              <a:gdLst/>
              <a:ahLst/>
              <a:cxnLst/>
              <a:rect l="l" t="t" r="r" b="b"/>
              <a:pathLst>
                <a:path w="168" h="823" extrusionOk="0">
                  <a:moveTo>
                    <a:pt x="56" y="0"/>
                  </a:moveTo>
                  <a:cubicBezTo>
                    <a:pt x="1" y="145"/>
                    <a:pt x="1" y="278"/>
                    <a:pt x="1" y="422"/>
                  </a:cubicBezTo>
                  <a:cubicBezTo>
                    <a:pt x="12" y="556"/>
                    <a:pt x="34" y="689"/>
                    <a:pt x="112" y="822"/>
                  </a:cubicBezTo>
                  <a:cubicBezTo>
                    <a:pt x="156" y="689"/>
                    <a:pt x="167" y="545"/>
                    <a:pt x="156" y="412"/>
                  </a:cubicBezTo>
                  <a:cubicBezTo>
                    <a:pt x="145" y="278"/>
                    <a:pt x="123" y="133"/>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62"/>
            <p:cNvSpPr/>
            <p:nvPr/>
          </p:nvSpPr>
          <p:spPr>
            <a:xfrm>
              <a:off x="2827125" y="4138900"/>
              <a:ext cx="7800" cy="17500"/>
            </a:xfrm>
            <a:custGeom>
              <a:avLst/>
              <a:gdLst/>
              <a:ahLst/>
              <a:cxnLst/>
              <a:rect l="l" t="t" r="r" b="b"/>
              <a:pathLst>
                <a:path w="312" h="700" extrusionOk="0">
                  <a:moveTo>
                    <a:pt x="11" y="0"/>
                  </a:moveTo>
                  <a:lnTo>
                    <a:pt x="11" y="0"/>
                  </a:lnTo>
                  <a:cubicBezTo>
                    <a:pt x="1" y="133"/>
                    <a:pt x="34" y="255"/>
                    <a:pt x="90" y="378"/>
                  </a:cubicBezTo>
                  <a:cubicBezTo>
                    <a:pt x="134" y="500"/>
                    <a:pt x="201" y="611"/>
                    <a:pt x="312" y="699"/>
                  </a:cubicBezTo>
                  <a:cubicBezTo>
                    <a:pt x="312" y="556"/>
                    <a:pt x="278" y="433"/>
                    <a:pt x="234" y="322"/>
                  </a:cubicBezTo>
                  <a:cubicBezTo>
                    <a:pt x="179" y="200"/>
                    <a:pt x="112" y="89"/>
                    <a:pt x="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62"/>
            <p:cNvSpPr/>
            <p:nvPr/>
          </p:nvSpPr>
          <p:spPr>
            <a:xfrm>
              <a:off x="2812125" y="4169150"/>
              <a:ext cx="3925" cy="22800"/>
            </a:xfrm>
            <a:custGeom>
              <a:avLst/>
              <a:gdLst/>
              <a:ahLst/>
              <a:cxnLst/>
              <a:rect l="l" t="t" r="r" b="b"/>
              <a:pathLst>
                <a:path w="157" h="912" extrusionOk="0">
                  <a:moveTo>
                    <a:pt x="78" y="0"/>
                  </a:moveTo>
                  <a:cubicBezTo>
                    <a:pt x="12" y="156"/>
                    <a:pt x="1" y="301"/>
                    <a:pt x="1" y="456"/>
                  </a:cubicBezTo>
                  <a:cubicBezTo>
                    <a:pt x="12" y="612"/>
                    <a:pt x="23" y="767"/>
                    <a:pt x="90" y="911"/>
                  </a:cubicBezTo>
                  <a:cubicBezTo>
                    <a:pt x="145" y="767"/>
                    <a:pt x="156" y="612"/>
                    <a:pt x="156" y="456"/>
                  </a:cubicBezTo>
                  <a:cubicBezTo>
                    <a:pt x="156" y="301"/>
                    <a:pt x="145" y="145"/>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62"/>
            <p:cNvSpPr/>
            <p:nvPr/>
          </p:nvSpPr>
          <p:spPr>
            <a:xfrm>
              <a:off x="2861575" y="4175000"/>
              <a:ext cx="4450" cy="25575"/>
            </a:xfrm>
            <a:custGeom>
              <a:avLst/>
              <a:gdLst/>
              <a:ahLst/>
              <a:cxnLst/>
              <a:rect l="l" t="t" r="r" b="b"/>
              <a:pathLst>
                <a:path w="178" h="1023" extrusionOk="0">
                  <a:moveTo>
                    <a:pt x="55" y="0"/>
                  </a:moveTo>
                  <a:cubicBezTo>
                    <a:pt x="0" y="178"/>
                    <a:pt x="0" y="344"/>
                    <a:pt x="11" y="522"/>
                  </a:cubicBezTo>
                  <a:cubicBezTo>
                    <a:pt x="22" y="689"/>
                    <a:pt x="55" y="855"/>
                    <a:pt x="122" y="1022"/>
                  </a:cubicBezTo>
                  <a:cubicBezTo>
                    <a:pt x="178" y="855"/>
                    <a:pt x="178" y="677"/>
                    <a:pt x="166" y="511"/>
                  </a:cubicBezTo>
                  <a:cubicBezTo>
                    <a:pt x="156" y="333"/>
                    <a:pt x="122" y="166"/>
                    <a:pt x="5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62"/>
            <p:cNvSpPr/>
            <p:nvPr/>
          </p:nvSpPr>
          <p:spPr>
            <a:xfrm>
              <a:off x="2912125" y="4182225"/>
              <a:ext cx="7800" cy="19450"/>
            </a:xfrm>
            <a:custGeom>
              <a:avLst/>
              <a:gdLst/>
              <a:ahLst/>
              <a:cxnLst/>
              <a:rect l="l" t="t" r="r" b="b"/>
              <a:pathLst>
                <a:path w="312" h="778" extrusionOk="0">
                  <a:moveTo>
                    <a:pt x="11" y="0"/>
                  </a:moveTo>
                  <a:cubicBezTo>
                    <a:pt x="0" y="156"/>
                    <a:pt x="33" y="289"/>
                    <a:pt x="77" y="411"/>
                  </a:cubicBezTo>
                  <a:cubicBezTo>
                    <a:pt x="133" y="544"/>
                    <a:pt x="188" y="667"/>
                    <a:pt x="289" y="778"/>
                  </a:cubicBezTo>
                  <a:cubicBezTo>
                    <a:pt x="311" y="622"/>
                    <a:pt x="277" y="489"/>
                    <a:pt x="222" y="366"/>
                  </a:cubicBezTo>
                  <a:cubicBezTo>
                    <a:pt x="178" y="233"/>
                    <a:pt x="122" y="111"/>
                    <a:pt x="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62"/>
            <p:cNvSpPr/>
            <p:nvPr/>
          </p:nvSpPr>
          <p:spPr>
            <a:xfrm>
              <a:off x="2957100" y="4177225"/>
              <a:ext cx="8075" cy="13600"/>
            </a:xfrm>
            <a:custGeom>
              <a:avLst/>
              <a:gdLst/>
              <a:ahLst/>
              <a:cxnLst/>
              <a:rect l="l" t="t" r="r" b="b"/>
              <a:pathLst>
                <a:path w="323" h="544" extrusionOk="0">
                  <a:moveTo>
                    <a:pt x="1" y="0"/>
                  </a:moveTo>
                  <a:cubicBezTo>
                    <a:pt x="1" y="122"/>
                    <a:pt x="45" y="222"/>
                    <a:pt x="90" y="311"/>
                  </a:cubicBezTo>
                  <a:cubicBezTo>
                    <a:pt x="145" y="400"/>
                    <a:pt x="211" y="489"/>
                    <a:pt x="322" y="544"/>
                  </a:cubicBezTo>
                  <a:cubicBezTo>
                    <a:pt x="322" y="422"/>
                    <a:pt x="278" y="322"/>
                    <a:pt x="223" y="233"/>
                  </a:cubicBezTo>
                  <a:cubicBezTo>
                    <a:pt x="178" y="144"/>
                    <a:pt x="112" y="67"/>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62"/>
            <p:cNvSpPr/>
            <p:nvPr/>
          </p:nvSpPr>
          <p:spPr>
            <a:xfrm>
              <a:off x="2891575" y="4204700"/>
              <a:ext cx="5275" cy="23350"/>
            </a:xfrm>
            <a:custGeom>
              <a:avLst/>
              <a:gdLst/>
              <a:ahLst/>
              <a:cxnLst/>
              <a:rect l="l" t="t" r="r" b="b"/>
              <a:pathLst>
                <a:path w="211" h="934" extrusionOk="0">
                  <a:moveTo>
                    <a:pt x="33" y="0"/>
                  </a:moveTo>
                  <a:cubicBezTo>
                    <a:pt x="0" y="167"/>
                    <a:pt x="11" y="323"/>
                    <a:pt x="33" y="479"/>
                  </a:cubicBezTo>
                  <a:cubicBezTo>
                    <a:pt x="55" y="634"/>
                    <a:pt x="89" y="790"/>
                    <a:pt x="178" y="934"/>
                  </a:cubicBezTo>
                  <a:cubicBezTo>
                    <a:pt x="211" y="767"/>
                    <a:pt x="211" y="612"/>
                    <a:pt x="188" y="456"/>
                  </a:cubicBezTo>
                  <a:cubicBezTo>
                    <a:pt x="156" y="301"/>
                    <a:pt x="122" y="145"/>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62"/>
            <p:cNvSpPr/>
            <p:nvPr/>
          </p:nvSpPr>
          <p:spPr>
            <a:xfrm>
              <a:off x="2949050" y="4209975"/>
              <a:ext cx="4450" cy="18075"/>
            </a:xfrm>
            <a:custGeom>
              <a:avLst/>
              <a:gdLst/>
              <a:ahLst/>
              <a:cxnLst/>
              <a:rect l="l" t="t" r="r" b="b"/>
              <a:pathLst>
                <a:path w="178" h="723" extrusionOk="0">
                  <a:moveTo>
                    <a:pt x="45" y="1"/>
                  </a:moveTo>
                  <a:cubicBezTo>
                    <a:pt x="0" y="134"/>
                    <a:pt x="0" y="256"/>
                    <a:pt x="12" y="367"/>
                  </a:cubicBezTo>
                  <a:cubicBezTo>
                    <a:pt x="22" y="490"/>
                    <a:pt x="56" y="611"/>
                    <a:pt x="123" y="723"/>
                  </a:cubicBezTo>
                  <a:cubicBezTo>
                    <a:pt x="178" y="601"/>
                    <a:pt x="178" y="478"/>
                    <a:pt x="167" y="356"/>
                  </a:cubicBezTo>
                  <a:cubicBezTo>
                    <a:pt x="145" y="234"/>
                    <a:pt x="123"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62"/>
            <p:cNvSpPr/>
            <p:nvPr/>
          </p:nvSpPr>
          <p:spPr>
            <a:xfrm>
              <a:off x="2838500" y="4216350"/>
              <a:ext cx="7550" cy="14775"/>
            </a:xfrm>
            <a:custGeom>
              <a:avLst/>
              <a:gdLst/>
              <a:ahLst/>
              <a:cxnLst/>
              <a:rect l="l" t="t" r="r" b="b"/>
              <a:pathLst>
                <a:path w="302" h="591" extrusionOk="0">
                  <a:moveTo>
                    <a:pt x="12" y="1"/>
                  </a:moveTo>
                  <a:lnTo>
                    <a:pt x="12" y="1"/>
                  </a:lnTo>
                  <a:cubicBezTo>
                    <a:pt x="1" y="124"/>
                    <a:pt x="35" y="223"/>
                    <a:pt x="79" y="324"/>
                  </a:cubicBezTo>
                  <a:cubicBezTo>
                    <a:pt x="123" y="423"/>
                    <a:pt x="179" y="512"/>
                    <a:pt x="290" y="590"/>
                  </a:cubicBezTo>
                  <a:cubicBezTo>
                    <a:pt x="301" y="457"/>
                    <a:pt x="267" y="356"/>
                    <a:pt x="223" y="257"/>
                  </a:cubicBezTo>
                  <a:cubicBezTo>
                    <a:pt x="179" y="157"/>
                    <a:pt x="112" y="68"/>
                    <a:pt x="1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62"/>
            <p:cNvSpPr/>
            <p:nvPr/>
          </p:nvSpPr>
          <p:spPr>
            <a:xfrm>
              <a:off x="2816025" y="4243575"/>
              <a:ext cx="8350" cy="25875"/>
            </a:xfrm>
            <a:custGeom>
              <a:avLst/>
              <a:gdLst/>
              <a:ahLst/>
              <a:cxnLst/>
              <a:rect l="l" t="t" r="r" b="b"/>
              <a:pathLst>
                <a:path w="334" h="1035" extrusionOk="0">
                  <a:moveTo>
                    <a:pt x="0" y="1"/>
                  </a:moveTo>
                  <a:cubicBezTo>
                    <a:pt x="0" y="190"/>
                    <a:pt x="45" y="368"/>
                    <a:pt x="89" y="545"/>
                  </a:cubicBezTo>
                  <a:cubicBezTo>
                    <a:pt x="144" y="712"/>
                    <a:pt x="211" y="889"/>
                    <a:pt x="334" y="1034"/>
                  </a:cubicBezTo>
                  <a:cubicBezTo>
                    <a:pt x="334" y="845"/>
                    <a:pt x="289" y="667"/>
                    <a:pt x="245" y="489"/>
                  </a:cubicBezTo>
                  <a:cubicBezTo>
                    <a:pt x="189" y="323"/>
                    <a:pt x="122" y="156"/>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62"/>
            <p:cNvSpPr/>
            <p:nvPr/>
          </p:nvSpPr>
          <p:spPr>
            <a:xfrm>
              <a:off x="2861025" y="4262200"/>
              <a:ext cx="6125" cy="17800"/>
            </a:xfrm>
            <a:custGeom>
              <a:avLst/>
              <a:gdLst/>
              <a:ahLst/>
              <a:cxnLst/>
              <a:rect l="l" t="t" r="r" b="b"/>
              <a:pathLst>
                <a:path w="245" h="712" extrusionOk="0">
                  <a:moveTo>
                    <a:pt x="33" y="0"/>
                  </a:moveTo>
                  <a:lnTo>
                    <a:pt x="33" y="0"/>
                  </a:lnTo>
                  <a:cubicBezTo>
                    <a:pt x="0" y="134"/>
                    <a:pt x="22" y="255"/>
                    <a:pt x="44" y="367"/>
                  </a:cubicBezTo>
                  <a:cubicBezTo>
                    <a:pt x="77" y="489"/>
                    <a:pt x="122" y="600"/>
                    <a:pt x="211" y="711"/>
                  </a:cubicBezTo>
                  <a:cubicBezTo>
                    <a:pt x="244" y="578"/>
                    <a:pt x="233" y="455"/>
                    <a:pt x="200" y="334"/>
                  </a:cubicBezTo>
                  <a:cubicBezTo>
                    <a:pt x="166" y="211"/>
                    <a:pt x="122" y="100"/>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62"/>
            <p:cNvSpPr/>
            <p:nvPr/>
          </p:nvSpPr>
          <p:spPr>
            <a:xfrm>
              <a:off x="2908225" y="4265800"/>
              <a:ext cx="4175" cy="13075"/>
            </a:xfrm>
            <a:custGeom>
              <a:avLst/>
              <a:gdLst/>
              <a:ahLst/>
              <a:cxnLst/>
              <a:rect l="l" t="t" r="r" b="b"/>
              <a:pathLst>
                <a:path w="167" h="523" extrusionOk="0">
                  <a:moveTo>
                    <a:pt x="67" y="0"/>
                  </a:moveTo>
                  <a:cubicBezTo>
                    <a:pt x="11" y="89"/>
                    <a:pt x="1" y="178"/>
                    <a:pt x="1" y="267"/>
                  </a:cubicBezTo>
                  <a:cubicBezTo>
                    <a:pt x="11" y="345"/>
                    <a:pt x="33" y="434"/>
                    <a:pt x="100" y="523"/>
                  </a:cubicBezTo>
                  <a:cubicBezTo>
                    <a:pt x="156" y="434"/>
                    <a:pt x="167" y="345"/>
                    <a:pt x="167" y="256"/>
                  </a:cubicBezTo>
                  <a:cubicBezTo>
                    <a:pt x="156" y="167"/>
                    <a:pt x="134" y="79"/>
                    <a:pt x="6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62"/>
            <p:cNvSpPr/>
            <p:nvPr/>
          </p:nvSpPr>
          <p:spPr>
            <a:xfrm>
              <a:off x="2962100" y="4259975"/>
              <a:ext cx="6950" cy="19475"/>
            </a:xfrm>
            <a:custGeom>
              <a:avLst/>
              <a:gdLst/>
              <a:ahLst/>
              <a:cxnLst/>
              <a:rect l="l" t="t" r="r" b="b"/>
              <a:pathLst>
                <a:path w="278" h="779" extrusionOk="0">
                  <a:moveTo>
                    <a:pt x="23" y="1"/>
                  </a:moveTo>
                  <a:lnTo>
                    <a:pt x="23" y="1"/>
                  </a:lnTo>
                  <a:cubicBezTo>
                    <a:pt x="1" y="144"/>
                    <a:pt x="23" y="278"/>
                    <a:pt x="67" y="411"/>
                  </a:cubicBezTo>
                  <a:cubicBezTo>
                    <a:pt x="112" y="544"/>
                    <a:pt x="167" y="667"/>
                    <a:pt x="267" y="778"/>
                  </a:cubicBezTo>
                  <a:cubicBezTo>
                    <a:pt x="278" y="633"/>
                    <a:pt x="256" y="489"/>
                    <a:pt x="211" y="367"/>
                  </a:cubicBezTo>
                  <a:cubicBezTo>
                    <a:pt x="167" y="233"/>
                    <a:pt x="122"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62"/>
            <p:cNvSpPr/>
            <p:nvPr/>
          </p:nvSpPr>
          <p:spPr>
            <a:xfrm>
              <a:off x="2930150" y="4298850"/>
              <a:ext cx="7250" cy="22250"/>
            </a:xfrm>
            <a:custGeom>
              <a:avLst/>
              <a:gdLst/>
              <a:ahLst/>
              <a:cxnLst/>
              <a:rect l="l" t="t" r="r" b="b"/>
              <a:pathLst>
                <a:path w="290" h="890" extrusionOk="0">
                  <a:moveTo>
                    <a:pt x="279" y="1"/>
                  </a:moveTo>
                  <a:lnTo>
                    <a:pt x="279" y="1"/>
                  </a:lnTo>
                  <a:cubicBezTo>
                    <a:pt x="168" y="134"/>
                    <a:pt x="112" y="278"/>
                    <a:pt x="67" y="423"/>
                  </a:cubicBezTo>
                  <a:cubicBezTo>
                    <a:pt x="34" y="567"/>
                    <a:pt x="1" y="722"/>
                    <a:pt x="12" y="889"/>
                  </a:cubicBezTo>
                  <a:cubicBezTo>
                    <a:pt x="123" y="756"/>
                    <a:pt x="178" y="611"/>
                    <a:pt x="223" y="467"/>
                  </a:cubicBezTo>
                  <a:cubicBezTo>
                    <a:pt x="257" y="322"/>
                    <a:pt x="290" y="167"/>
                    <a:pt x="27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62"/>
            <p:cNvSpPr/>
            <p:nvPr/>
          </p:nvSpPr>
          <p:spPr>
            <a:xfrm>
              <a:off x="2882375" y="4309675"/>
              <a:ext cx="5025" cy="21975"/>
            </a:xfrm>
            <a:custGeom>
              <a:avLst/>
              <a:gdLst/>
              <a:ahLst/>
              <a:cxnLst/>
              <a:rect l="l" t="t" r="r" b="b"/>
              <a:pathLst>
                <a:path w="201" h="879" extrusionOk="0">
                  <a:moveTo>
                    <a:pt x="45" y="1"/>
                  </a:moveTo>
                  <a:cubicBezTo>
                    <a:pt x="1" y="145"/>
                    <a:pt x="13" y="301"/>
                    <a:pt x="23" y="445"/>
                  </a:cubicBezTo>
                  <a:cubicBezTo>
                    <a:pt x="45" y="590"/>
                    <a:pt x="68" y="734"/>
                    <a:pt x="146" y="879"/>
                  </a:cubicBezTo>
                  <a:cubicBezTo>
                    <a:pt x="201" y="723"/>
                    <a:pt x="190" y="578"/>
                    <a:pt x="179" y="434"/>
                  </a:cubicBezTo>
                  <a:cubicBezTo>
                    <a:pt x="157" y="279"/>
                    <a:pt x="134" y="134"/>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62"/>
            <p:cNvSpPr/>
            <p:nvPr/>
          </p:nvSpPr>
          <p:spPr>
            <a:xfrm>
              <a:off x="2836025" y="4321075"/>
              <a:ext cx="8350" cy="18350"/>
            </a:xfrm>
            <a:custGeom>
              <a:avLst/>
              <a:gdLst/>
              <a:ahLst/>
              <a:cxnLst/>
              <a:rect l="l" t="t" r="r" b="b"/>
              <a:pathLst>
                <a:path w="334" h="734" extrusionOk="0">
                  <a:moveTo>
                    <a:pt x="0" y="0"/>
                  </a:moveTo>
                  <a:cubicBezTo>
                    <a:pt x="0" y="144"/>
                    <a:pt x="45" y="278"/>
                    <a:pt x="100" y="400"/>
                  </a:cubicBezTo>
                  <a:cubicBezTo>
                    <a:pt x="156" y="522"/>
                    <a:pt x="222" y="645"/>
                    <a:pt x="334" y="734"/>
                  </a:cubicBezTo>
                  <a:cubicBezTo>
                    <a:pt x="334" y="589"/>
                    <a:pt x="300" y="455"/>
                    <a:pt x="245" y="334"/>
                  </a:cubicBezTo>
                  <a:cubicBezTo>
                    <a:pt x="178" y="211"/>
                    <a:pt x="111" y="100"/>
                    <a:pt x="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62"/>
            <p:cNvSpPr/>
            <p:nvPr/>
          </p:nvSpPr>
          <p:spPr>
            <a:xfrm>
              <a:off x="2964325" y="4318000"/>
              <a:ext cx="7250" cy="21425"/>
            </a:xfrm>
            <a:custGeom>
              <a:avLst/>
              <a:gdLst/>
              <a:ahLst/>
              <a:cxnLst/>
              <a:rect l="l" t="t" r="r" b="b"/>
              <a:pathLst>
                <a:path w="290" h="857" extrusionOk="0">
                  <a:moveTo>
                    <a:pt x="267" y="1"/>
                  </a:moveTo>
                  <a:lnTo>
                    <a:pt x="267" y="1"/>
                  </a:lnTo>
                  <a:cubicBezTo>
                    <a:pt x="167" y="123"/>
                    <a:pt x="112" y="267"/>
                    <a:pt x="67" y="412"/>
                  </a:cubicBezTo>
                  <a:cubicBezTo>
                    <a:pt x="33" y="546"/>
                    <a:pt x="1" y="701"/>
                    <a:pt x="23" y="857"/>
                  </a:cubicBezTo>
                  <a:cubicBezTo>
                    <a:pt x="122" y="734"/>
                    <a:pt x="178" y="590"/>
                    <a:pt x="223" y="457"/>
                  </a:cubicBezTo>
                  <a:cubicBezTo>
                    <a:pt x="256" y="312"/>
                    <a:pt x="289" y="156"/>
                    <a:pt x="2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62"/>
            <p:cNvSpPr/>
            <p:nvPr/>
          </p:nvSpPr>
          <p:spPr>
            <a:xfrm>
              <a:off x="2907375" y="4348850"/>
              <a:ext cx="3925" cy="12800"/>
            </a:xfrm>
            <a:custGeom>
              <a:avLst/>
              <a:gdLst/>
              <a:ahLst/>
              <a:cxnLst/>
              <a:rect l="l" t="t" r="r" b="b"/>
              <a:pathLst>
                <a:path w="157" h="512" extrusionOk="0">
                  <a:moveTo>
                    <a:pt x="90" y="0"/>
                  </a:moveTo>
                  <a:cubicBezTo>
                    <a:pt x="23" y="78"/>
                    <a:pt x="12" y="167"/>
                    <a:pt x="1" y="255"/>
                  </a:cubicBezTo>
                  <a:cubicBezTo>
                    <a:pt x="1" y="334"/>
                    <a:pt x="12" y="422"/>
                    <a:pt x="67" y="511"/>
                  </a:cubicBezTo>
                  <a:cubicBezTo>
                    <a:pt x="134" y="422"/>
                    <a:pt x="156" y="344"/>
                    <a:pt x="156" y="255"/>
                  </a:cubicBezTo>
                  <a:cubicBezTo>
                    <a:pt x="156" y="178"/>
                    <a:pt x="156" y="89"/>
                    <a:pt x="9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62"/>
            <p:cNvSpPr/>
            <p:nvPr/>
          </p:nvSpPr>
          <p:spPr>
            <a:xfrm>
              <a:off x="2827125" y="3949200"/>
              <a:ext cx="7525" cy="15850"/>
            </a:xfrm>
            <a:custGeom>
              <a:avLst/>
              <a:gdLst/>
              <a:ahLst/>
              <a:cxnLst/>
              <a:rect l="l" t="t" r="r" b="b"/>
              <a:pathLst>
                <a:path w="301" h="634" extrusionOk="0">
                  <a:moveTo>
                    <a:pt x="300" y="0"/>
                  </a:moveTo>
                  <a:lnTo>
                    <a:pt x="300" y="0"/>
                  </a:lnTo>
                  <a:cubicBezTo>
                    <a:pt x="189" y="78"/>
                    <a:pt x="134" y="178"/>
                    <a:pt x="78" y="278"/>
                  </a:cubicBezTo>
                  <a:cubicBezTo>
                    <a:pt x="34" y="390"/>
                    <a:pt x="1" y="501"/>
                    <a:pt x="11" y="634"/>
                  </a:cubicBezTo>
                  <a:cubicBezTo>
                    <a:pt x="123" y="556"/>
                    <a:pt x="179" y="456"/>
                    <a:pt x="223" y="345"/>
                  </a:cubicBezTo>
                  <a:cubicBezTo>
                    <a:pt x="267" y="234"/>
                    <a:pt x="300" y="123"/>
                    <a:pt x="3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62"/>
            <p:cNvSpPr/>
            <p:nvPr/>
          </p:nvSpPr>
          <p:spPr>
            <a:xfrm>
              <a:off x="2859050" y="3933375"/>
              <a:ext cx="6425" cy="19175"/>
            </a:xfrm>
            <a:custGeom>
              <a:avLst/>
              <a:gdLst/>
              <a:ahLst/>
              <a:cxnLst/>
              <a:rect l="l" t="t" r="r" b="b"/>
              <a:pathLst>
                <a:path w="257" h="767" extrusionOk="0">
                  <a:moveTo>
                    <a:pt x="23" y="1"/>
                  </a:moveTo>
                  <a:lnTo>
                    <a:pt x="23" y="1"/>
                  </a:lnTo>
                  <a:cubicBezTo>
                    <a:pt x="1" y="144"/>
                    <a:pt x="23" y="278"/>
                    <a:pt x="57" y="411"/>
                  </a:cubicBezTo>
                  <a:cubicBezTo>
                    <a:pt x="90" y="534"/>
                    <a:pt x="134" y="656"/>
                    <a:pt x="235" y="767"/>
                  </a:cubicBezTo>
                  <a:cubicBezTo>
                    <a:pt x="257" y="623"/>
                    <a:pt x="235" y="500"/>
                    <a:pt x="201" y="367"/>
                  </a:cubicBezTo>
                  <a:cubicBezTo>
                    <a:pt x="168" y="233"/>
                    <a:pt x="123"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62"/>
            <p:cNvSpPr/>
            <p:nvPr/>
          </p:nvSpPr>
          <p:spPr>
            <a:xfrm>
              <a:off x="2904600" y="3947825"/>
              <a:ext cx="6150" cy="17225"/>
            </a:xfrm>
            <a:custGeom>
              <a:avLst/>
              <a:gdLst/>
              <a:ahLst/>
              <a:cxnLst/>
              <a:rect l="l" t="t" r="r" b="b"/>
              <a:pathLst>
                <a:path w="246" h="689" extrusionOk="0">
                  <a:moveTo>
                    <a:pt x="34" y="0"/>
                  </a:moveTo>
                  <a:lnTo>
                    <a:pt x="34" y="0"/>
                  </a:lnTo>
                  <a:cubicBezTo>
                    <a:pt x="1" y="133"/>
                    <a:pt x="23" y="245"/>
                    <a:pt x="45" y="366"/>
                  </a:cubicBezTo>
                  <a:cubicBezTo>
                    <a:pt x="79" y="477"/>
                    <a:pt x="123" y="589"/>
                    <a:pt x="212" y="689"/>
                  </a:cubicBezTo>
                  <a:cubicBezTo>
                    <a:pt x="245" y="566"/>
                    <a:pt x="223" y="445"/>
                    <a:pt x="201" y="322"/>
                  </a:cubicBezTo>
                  <a:cubicBezTo>
                    <a:pt x="168" y="211"/>
                    <a:pt x="123" y="100"/>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62"/>
            <p:cNvSpPr/>
            <p:nvPr/>
          </p:nvSpPr>
          <p:spPr>
            <a:xfrm>
              <a:off x="2802400" y="3977250"/>
              <a:ext cx="5025" cy="25300"/>
            </a:xfrm>
            <a:custGeom>
              <a:avLst/>
              <a:gdLst/>
              <a:ahLst/>
              <a:cxnLst/>
              <a:rect l="l" t="t" r="r" b="b"/>
              <a:pathLst>
                <a:path w="201" h="1012" extrusionOk="0">
                  <a:moveTo>
                    <a:pt x="45" y="1"/>
                  </a:moveTo>
                  <a:cubicBezTo>
                    <a:pt x="1" y="178"/>
                    <a:pt x="1" y="345"/>
                    <a:pt x="23" y="512"/>
                  </a:cubicBezTo>
                  <a:cubicBezTo>
                    <a:pt x="45" y="678"/>
                    <a:pt x="79" y="845"/>
                    <a:pt x="156" y="1011"/>
                  </a:cubicBezTo>
                  <a:cubicBezTo>
                    <a:pt x="201" y="833"/>
                    <a:pt x="190" y="667"/>
                    <a:pt x="178" y="500"/>
                  </a:cubicBezTo>
                  <a:cubicBezTo>
                    <a:pt x="156" y="322"/>
                    <a:pt x="123" y="156"/>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62"/>
            <p:cNvSpPr/>
            <p:nvPr/>
          </p:nvSpPr>
          <p:spPr>
            <a:xfrm>
              <a:off x="2928500" y="3990575"/>
              <a:ext cx="4450" cy="19175"/>
            </a:xfrm>
            <a:custGeom>
              <a:avLst/>
              <a:gdLst/>
              <a:ahLst/>
              <a:cxnLst/>
              <a:rect l="l" t="t" r="r" b="b"/>
              <a:pathLst>
                <a:path w="178" h="767" extrusionOk="0">
                  <a:moveTo>
                    <a:pt x="44" y="1"/>
                  </a:moveTo>
                  <a:cubicBezTo>
                    <a:pt x="0" y="134"/>
                    <a:pt x="0" y="268"/>
                    <a:pt x="12" y="401"/>
                  </a:cubicBezTo>
                  <a:cubicBezTo>
                    <a:pt x="34" y="523"/>
                    <a:pt x="56" y="645"/>
                    <a:pt x="133" y="767"/>
                  </a:cubicBezTo>
                  <a:cubicBezTo>
                    <a:pt x="178" y="634"/>
                    <a:pt x="178" y="500"/>
                    <a:pt x="167" y="379"/>
                  </a:cubicBezTo>
                  <a:cubicBezTo>
                    <a:pt x="156" y="245"/>
                    <a:pt x="123" y="123"/>
                    <a:pt x="4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62"/>
            <p:cNvSpPr/>
            <p:nvPr/>
          </p:nvSpPr>
          <p:spPr>
            <a:xfrm>
              <a:off x="2922925" y="4373275"/>
              <a:ext cx="166950" cy="157925"/>
            </a:xfrm>
            <a:custGeom>
              <a:avLst/>
              <a:gdLst/>
              <a:ahLst/>
              <a:cxnLst/>
              <a:rect l="l" t="t" r="r" b="b"/>
              <a:pathLst>
                <a:path w="6678" h="6317" extrusionOk="0">
                  <a:moveTo>
                    <a:pt x="5422" y="1"/>
                  </a:moveTo>
                  <a:cubicBezTo>
                    <a:pt x="3956" y="34"/>
                    <a:pt x="2545" y="345"/>
                    <a:pt x="1090" y="389"/>
                  </a:cubicBezTo>
                  <a:cubicBezTo>
                    <a:pt x="946" y="401"/>
                    <a:pt x="790" y="401"/>
                    <a:pt x="645" y="456"/>
                  </a:cubicBezTo>
                  <a:cubicBezTo>
                    <a:pt x="156" y="645"/>
                    <a:pt x="1" y="1322"/>
                    <a:pt x="134" y="1778"/>
                  </a:cubicBezTo>
                  <a:cubicBezTo>
                    <a:pt x="245" y="2134"/>
                    <a:pt x="479" y="2433"/>
                    <a:pt x="667" y="2756"/>
                  </a:cubicBezTo>
                  <a:cubicBezTo>
                    <a:pt x="1134" y="3511"/>
                    <a:pt x="1934" y="4922"/>
                    <a:pt x="2234" y="5755"/>
                  </a:cubicBezTo>
                  <a:cubicBezTo>
                    <a:pt x="2301" y="5933"/>
                    <a:pt x="2367" y="6121"/>
                    <a:pt x="2534" y="6200"/>
                  </a:cubicBezTo>
                  <a:cubicBezTo>
                    <a:pt x="2572" y="6220"/>
                    <a:pt x="2615" y="6229"/>
                    <a:pt x="2658" y="6229"/>
                  </a:cubicBezTo>
                  <a:cubicBezTo>
                    <a:pt x="2803" y="6229"/>
                    <a:pt x="2948" y="6125"/>
                    <a:pt x="2923" y="5988"/>
                  </a:cubicBezTo>
                  <a:lnTo>
                    <a:pt x="2923" y="5988"/>
                  </a:lnTo>
                  <a:cubicBezTo>
                    <a:pt x="3000" y="6099"/>
                    <a:pt x="3089" y="6222"/>
                    <a:pt x="3212" y="6277"/>
                  </a:cubicBezTo>
                  <a:cubicBezTo>
                    <a:pt x="3237" y="6285"/>
                    <a:pt x="3264" y="6289"/>
                    <a:pt x="3291" y="6289"/>
                  </a:cubicBezTo>
                  <a:cubicBezTo>
                    <a:pt x="3406" y="6289"/>
                    <a:pt x="3523" y="6216"/>
                    <a:pt x="3523" y="6099"/>
                  </a:cubicBezTo>
                  <a:cubicBezTo>
                    <a:pt x="3609" y="6194"/>
                    <a:pt x="3735" y="6262"/>
                    <a:pt x="3865" y="6262"/>
                  </a:cubicBezTo>
                  <a:cubicBezTo>
                    <a:pt x="3903" y="6262"/>
                    <a:pt x="3940" y="6256"/>
                    <a:pt x="3978" y="6244"/>
                  </a:cubicBezTo>
                  <a:cubicBezTo>
                    <a:pt x="4133" y="6188"/>
                    <a:pt x="4222" y="5977"/>
                    <a:pt x="4123" y="5844"/>
                  </a:cubicBezTo>
                  <a:lnTo>
                    <a:pt x="4123" y="5844"/>
                  </a:lnTo>
                  <a:cubicBezTo>
                    <a:pt x="4267" y="6000"/>
                    <a:pt x="4412" y="6155"/>
                    <a:pt x="4611" y="6255"/>
                  </a:cubicBezTo>
                  <a:cubicBezTo>
                    <a:pt x="4696" y="6295"/>
                    <a:pt x="4792" y="6317"/>
                    <a:pt x="4886" y="6317"/>
                  </a:cubicBezTo>
                  <a:cubicBezTo>
                    <a:pt x="5002" y="6317"/>
                    <a:pt x="5114" y="6284"/>
                    <a:pt x="5200" y="6210"/>
                  </a:cubicBezTo>
                  <a:cubicBezTo>
                    <a:pt x="5355" y="6077"/>
                    <a:pt x="5389" y="5866"/>
                    <a:pt x="5355" y="5666"/>
                  </a:cubicBezTo>
                  <a:cubicBezTo>
                    <a:pt x="5311" y="5477"/>
                    <a:pt x="5211" y="5311"/>
                    <a:pt x="5111" y="5144"/>
                  </a:cubicBezTo>
                  <a:cubicBezTo>
                    <a:pt x="4955" y="4889"/>
                    <a:pt x="4800" y="4644"/>
                    <a:pt x="4656" y="4400"/>
                  </a:cubicBezTo>
                  <a:cubicBezTo>
                    <a:pt x="4511" y="4166"/>
                    <a:pt x="2345" y="2156"/>
                    <a:pt x="2234" y="1811"/>
                  </a:cubicBezTo>
                  <a:cubicBezTo>
                    <a:pt x="2546" y="1649"/>
                    <a:pt x="3001" y="1627"/>
                    <a:pt x="3438" y="1627"/>
                  </a:cubicBezTo>
                  <a:cubicBezTo>
                    <a:pt x="3602" y="1627"/>
                    <a:pt x="3764" y="1630"/>
                    <a:pt x="3914" y="1630"/>
                  </a:cubicBezTo>
                  <a:cubicBezTo>
                    <a:pt x="4020" y="1630"/>
                    <a:pt x="4120" y="1628"/>
                    <a:pt x="4212" y="1623"/>
                  </a:cubicBezTo>
                  <a:cubicBezTo>
                    <a:pt x="4822" y="1578"/>
                    <a:pt x="5711" y="1633"/>
                    <a:pt x="6244" y="1290"/>
                  </a:cubicBezTo>
                  <a:cubicBezTo>
                    <a:pt x="6488" y="1145"/>
                    <a:pt x="6678" y="856"/>
                    <a:pt x="6622" y="579"/>
                  </a:cubicBezTo>
                  <a:cubicBezTo>
                    <a:pt x="6567" y="345"/>
                    <a:pt x="6367" y="167"/>
                    <a:pt x="6133" y="78"/>
                  </a:cubicBezTo>
                  <a:cubicBezTo>
                    <a:pt x="5911" y="1"/>
                    <a:pt x="5666" y="1"/>
                    <a:pt x="542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62"/>
            <p:cNvSpPr/>
            <p:nvPr/>
          </p:nvSpPr>
          <p:spPr>
            <a:xfrm>
              <a:off x="2946825" y="4297725"/>
              <a:ext cx="310800" cy="137775"/>
            </a:xfrm>
            <a:custGeom>
              <a:avLst/>
              <a:gdLst/>
              <a:ahLst/>
              <a:cxnLst/>
              <a:rect l="l" t="t" r="r" b="b"/>
              <a:pathLst>
                <a:path w="12432" h="5511" extrusionOk="0">
                  <a:moveTo>
                    <a:pt x="2641" y="1"/>
                  </a:moveTo>
                  <a:cubicBezTo>
                    <a:pt x="2405" y="1"/>
                    <a:pt x="2179" y="8"/>
                    <a:pt x="1967" y="24"/>
                  </a:cubicBezTo>
                  <a:cubicBezTo>
                    <a:pt x="578" y="123"/>
                    <a:pt x="0" y="2534"/>
                    <a:pt x="822" y="2656"/>
                  </a:cubicBezTo>
                  <a:cubicBezTo>
                    <a:pt x="1179" y="2709"/>
                    <a:pt x="1642" y="2725"/>
                    <a:pt x="2134" y="2725"/>
                  </a:cubicBezTo>
                  <a:cubicBezTo>
                    <a:pt x="2818" y="2725"/>
                    <a:pt x="3557" y="2695"/>
                    <a:pt x="4145" y="2695"/>
                  </a:cubicBezTo>
                  <a:cubicBezTo>
                    <a:pt x="4279" y="2695"/>
                    <a:pt x="4406" y="2696"/>
                    <a:pt x="4522" y="2700"/>
                  </a:cubicBezTo>
                  <a:cubicBezTo>
                    <a:pt x="4166" y="2756"/>
                    <a:pt x="3811" y="2823"/>
                    <a:pt x="3456" y="2878"/>
                  </a:cubicBezTo>
                  <a:cubicBezTo>
                    <a:pt x="3944" y="2967"/>
                    <a:pt x="4422" y="3045"/>
                    <a:pt x="4900" y="3134"/>
                  </a:cubicBezTo>
                  <a:cubicBezTo>
                    <a:pt x="3944" y="3178"/>
                    <a:pt x="3000" y="3267"/>
                    <a:pt x="2044" y="3378"/>
                  </a:cubicBezTo>
                  <a:cubicBezTo>
                    <a:pt x="2656" y="3645"/>
                    <a:pt x="3288" y="3811"/>
                    <a:pt x="3944" y="3889"/>
                  </a:cubicBezTo>
                  <a:cubicBezTo>
                    <a:pt x="3344" y="4056"/>
                    <a:pt x="2745" y="4233"/>
                    <a:pt x="2145" y="4400"/>
                  </a:cubicBezTo>
                  <a:cubicBezTo>
                    <a:pt x="2800" y="4645"/>
                    <a:pt x="3500" y="4811"/>
                    <a:pt x="4199" y="4878"/>
                  </a:cubicBezTo>
                  <a:cubicBezTo>
                    <a:pt x="3755" y="5122"/>
                    <a:pt x="3256" y="5289"/>
                    <a:pt x="2745" y="5356"/>
                  </a:cubicBezTo>
                  <a:cubicBezTo>
                    <a:pt x="3857" y="5433"/>
                    <a:pt x="4986" y="5511"/>
                    <a:pt x="6107" y="5511"/>
                  </a:cubicBezTo>
                  <a:cubicBezTo>
                    <a:pt x="7718" y="5511"/>
                    <a:pt x="9314" y="5351"/>
                    <a:pt x="10820" y="4800"/>
                  </a:cubicBezTo>
                  <a:cubicBezTo>
                    <a:pt x="11276" y="4645"/>
                    <a:pt x="11731" y="4433"/>
                    <a:pt x="12032" y="4056"/>
                  </a:cubicBezTo>
                  <a:cubicBezTo>
                    <a:pt x="12365" y="3623"/>
                    <a:pt x="12431" y="3023"/>
                    <a:pt x="12264" y="2512"/>
                  </a:cubicBezTo>
                  <a:cubicBezTo>
                    <a:pt x="12098" y="2001"/>
                    <a:pt x="11698" y="1567"/>
                    <a:pt x="11220" y="1312"/>
                  </a:cubicBezTo>
                  <a:cubicBezTo>
                    <a:pt x="10731" y="1046"/>
                    <a:pt x="10165" y="945"/>
                    <a:pt x="9620" y="868"/>
                  </a:cubicBezTo>
                  <a:cubicBezTo>
                    <a:pt x="7722" y="578"/>
                    <a:pt x="4755" y="1"/>
                    <a:pt x="26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62"/>
            <p:cNvSpPr/>
            <p:nvPr/>
          </p:nvSpPr>
          <p:spPr>
            <a:xfrm>
              <a:off x="3039025" y="4345775"/>
              <a:ext cx="169175" cy="19200"/>
            </a:xfrm>
            <a:custGeom>
              <a:avLst/>
              <a:gdLst/>
              <a:ahLst/>
              <a:cxnLst/>
              <a:rect l="l" t="t" r="r" b="b"/>
              <a:pathLst>
                <a:path w="6767" h="768" extrusionOk="0">
                  <a:moveTo>
                    <a:pt x="4167" y="1"/>
                  </a:moveTo>
                  <a:lnTo>
                    <a:pt x="4344" y="134"/>
                  </a:lnTo>
                  <a:lnTo>
                    <a:pt x="4605" y="325"/>
                  </a:lnTo>
                  <a:lnTo>
                    <a:pt x="4605" y="325"/>
                  </a:lnTo>
                  <a:cubicBezTo>
                    <a:pt x="4296" y="287"/>
                    <a:pt x="3987" y="261"/>
                    <a:pt x="3678" y="234"/>
                  </a:cubicBezTo>
                  <a:cubicBezTo>
                    <a:pt x="3278" y="212"/>
                    <a:pt x="2889" y="201"/>
                    <a:pt x="2500" y="201"/>
                  </a:cubicBezTo>
                  <a:cubicBezTo>
                    <a:pt x="2111" y="201"/>
                    <a:pt x="1711" y="201"/>
                    <a:pt x="1323" y="234"/>
                  </a:cubicBezTo>
                  <a:cubicBezTo>
                    <a:pt x="934" y="257"/>
                    <a:pt x="545" y="301"/>
                    <a:pt x="156" y="346"/>
                  </a:cubicBezTo>
                  <a:lnTo>
                    <a:pt x="0" y="368"/>
                  </a:lnTo>
                  <a:lnTo>
                    <a:pt x="145" y="412"/>
                  </a:lnTo>
                  <a:lnTo>
                    <a:pt x="960" y="691"/>
                  </a:lnTo>
                  <a:lnTo>
                    <a:pt x="960" y="691"/>
                  </a:lnTo>
                  <a:lnTo>
                    <a:pt x="778" y="768"/>
                  </a:lnTo>
                  <a:lnTo>
                    <a:pt x="1000" y="701"/>
                  </a:lnTo>
                  <a:lnTo>
                    <a:pt x="1022" y="689"/>
                  </a:lnTo>
                  <a:lnTo>
                    <a:pt x="1000" y="679"/>
                  </a:lnTo>
                  <a:lnTo>
                    <a:pt x="313" y="400"/>
                  </a:lnTo>
                  <a:lnTo>
                    <a:pt x="313" y="400"/>
                  </a:lnTo>
                  <a:cubicBezTo>
                    <a:pt x="653" y="373"/>
                    <a:pt x="993" y="355"/>
                    <a:pt x="1333" y="346"/>
                  </a:cubicBezTo>
                  <a:cubicBezTo>
                    <a:pt x="1610" y="337"/>
                    <a:pt x="1885" y="330"/>
                    <a:pt x="2161" y="330"/>
                  </a:cubicBezTo>
                  <a:cubicBezTo>
                    <a:pt x="2274" y="330"/>
                    <a:pt x="2387" y="331"/>
                    <a:pt x="2500" y="334"/>
                  </a:cubicBezTo>
                  <a:cubicBezTo>
                    <a:pt x="2889" y="334"/>
                    <a:pt x="3278" y="356"/>
                    <a:pt x="3666" y="378"/>
                  </a:cubicBezTo>
                  <a:cubicBezTo>
                    <a:pt x="4056" y="401"/>
                    <a:pt x="4444" y="434"/>
                    <a:pt x="4822" y="479"/>
                  </a:cubicBezTo>
                  <a:lnTo>
                    <a:pt x="5078" y="512"/>
                  </a:lnTo>
                  <a:lnTo>
                    <a:pt x="4878" y="368"/>
                  </a:lnTo>
                  <a:lnTo>
                    <a:pt x="4587" y="167"/>
                  </a:lnTo>
                  <a:lnTo>
                    <a:pt x="4587" y="167"/>
                  </a:lnTo>
                  <a:cubicBezTo>
                    <a:pt x="5315" y="244"/>
                    <a:pt x="6036" y="357"/>
                    <a:pt x="6766" y="479"/>
                  </a:cubicBezTo>
                  <a:cubicBezTo>
                    <a:pt x="5988" y="279"/>
                    <a:pt x="5189" y="134"/>
                    <a:pt x="4389" y="34"/>
                  </a:cubicBezTo>
                  <a:lnTo>
                    <a:pt x="4167"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62"/>
            <p:cNvSpPr/>
            <p:nvPr/>
          </p:nvSpPr>
          <p:spPr>
            <a:xfrm>
              <a:off x="3196200" y="4385150"/>
              <a:ext cx="18925" cy="6250"/>
            </a:xfrm>
            <a:custGeom>
              <a:avLst/>
              <a:gdLst/>
              <a:ahLst/>
              <a:cxnLst/>
              <a:rect l="l" t="t" r="r" b="b"/>
              <a:pathLst>
                <a:path w="757" h="250" extrusionOk="0">
                  <a:moveTo>
                    <a:pt x="685" y="1"/>
                  </a:moveTo>
                  <a:cubicBezTo>
                    <a:pt x="568" y="1"/>
                    <a:pt x="459" y="22"/>
                    <a:pt x="356" y="59"/>
                  </a:cubicBezTo>
                  <a:cubicBezTo>
                    <a:pt x="235" y="92"/>
                    <a:pt x="112" y="148"/>
                    <a:pt x="1" y="248"/>
                  </a:cubicBezTo>
                  <a:cubicBezTo>
                    <a:pt x="21" y="249"/>
                    <a:pt x="40" y="250"/>
                    <a:pt x="60" y="250"/>
                  </a:cubicBezTo>
                  <a:cubicBezTo>
                    <a:pt x="182" y="250"/>
                    <a:pt x="296" y="221"/>
                    <a:pt x="401" y="192"/>
                  </a:cubicBezTo>
                  <a:cubicBezTo>
                    <a:pt x="524" y="148"/>
                    <a:pt x="645" y="104"/>
                    <a:pt x="756" y="3"/>
                  </a:cubicBezTo>
                  <a:cubicBezTo>
                    <a:pt x="732" y="1"/>
                    <a:pt x="709" y="1"/>
                    <a:pt x="68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62"/>
            <p:cNvSpPr/>
            <p:nvPr/>
          </p:nvSpPr>
          <p:spPr>
            <a:xfrm>
              <a:off x="3169850" y="4376225"/>
              <a:ext cx="20000" cy="4300"/>
            </a:xfrm>
            <a:custGeom>
              <a:avLst/>
              <a:gdLst/>
              <a:ahLst/>
              <a:cxnLst/>
              <a:rect l="l" t="t" r="r" b="b"/>
              <a:pathLst>
                <a:path w="800" h="172" extrusionOk="0">
                  <a:moveTo>
                    <a:pt x="570" y="1"/>
                  </a:moveTo>
                  <a:cubicBezTo>
                    <a:pt x="509" y="1"/>
                    <a:pt x="449" y="6"/>
                    <a:pt x="388" y="16"/>
                  </a:cubicBezTo>
                  <a:cubicBezTo>
                    <a:pt x="255" y="38"/>
                    <a:pt x="122" y="71"/>
                    <a:pt x="0" y="150"/>
                  </a:cubicBezTo>
                  <a:cubicBezTo>
                    <a:pt x="72" y="166"/>
                    <a:pt x="141" y="172"/>
                    <a:pt x="209" y="172"/>
                  </a:cubicBezTo>
                  <a:cubicBezTo>
                    <a:pt x="277" y="172"/>
                    <a:pt x="344" y="166"/>
                    <a:pt x="411" y="160"/>
                  </a:cubicBezTo>
                  <a:cubicBezTo>
                    <a:pt x="544" y="138"/>
                    <a:pt x="667" y="105"/>
                    <a:pt x="800" y="27"/>
                  </a:cubicBezTo>
                  <a:cubicBezTo>
                    <a:pt x="720" y="9"/>
                    <a:pt x="644" y="1"/>
                    <a:pt x="57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62"/>
            <p:cNvSpPr/>
            <p:nvPr/>
          </p:nvSpPr>
          <p:spPr>
            <a:xfrm>
              <a:off x="3148450" y="4397200"/>
              <a:ext cx="23075" cy="4675"/>
            </a:xfrm>
            <a:custGeom>
              <a:avLst/>
              <a:gdLst/>
              <a:ahLst/>
              <a:cxnLst/>
              <a:rect l="l" t="t" r="r" b="b"/>
              <a:pathLst>
                <a:path w="923" h="187" extrusionOk="0">
                  <a:moveTo>
                    <a:pt x="703" y="0"/>
                  </a:moveTo>
                  <a:cubicBezTo>
                    <a:pt x="616" y="0"/>
                    <a:pt x="530" y="9"/>
                    <a:pt x="445" y="22"/>
                  </a:cubicBezTo>
                  <a:cubicBezTo>
                    <a:pt x="301" y="54"/>
                    <a:pt x="145" y="88"/>
                    <a:pt x="0" y="165"/>
                  </a:cubicBezTo>
                  <a:cubicBezTo>
                    <a:pt x="70" y="181"/>
                    <a:pt x="143" y="187"/>
                    <a:pt x="215" y="187"/>
                  </a:cubicBezTo>
                  <a:cubicBezTo>
                    <a:pt x="304" y="187"/>
                    <a:pt x="393" y="178"/>
                    <a:pt x="478" y="165"/>
                  </a:cubicBezTo>
                  <a:cubicBezTo>
                    <a:pt x="622" y="133"/>
                    <a:pt x="778" y="99"/>
                    <a:pt x="923" y="22"/>
                  </a:cubicBezTo>
                  <a:cubicBezTo>
                    <a:pt x="848" y="6"/>
                    <a:pt x="775" y="0"/>
                    <a:pt x="70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62"/>
            <p:cNvSpPr/>
            <p:nvPr/>
          </p:nvSpPr>
          <p:spPr>
            <a:xfrm>
              <a:off x="3132075" y="4413025"/>
              <a:ext cx="28625" cy="4675"/>
            </a:xfrm>
            <a:custGeom>
              <a:avLst/>
              <a:gdLst/>
              <a:ahLst/>
              <a:cxnLst/>
              <a:rect l="l" t="t" r="r" b="b"/>
              <a:pathLst>
                <a:path w="1145" h="187" extrusionOk="0">
                  <a:moveTo>
                    <a:pt x="878" y="0"/>
                  </a:moveTo>
                  <a:cubicBezTo>
                    <a:pt x="773" y="0"/>
                    <a:pt x="670" y="9"/>
                    <a:pt x="566" y="21"/>
                  </a:cubicBezTo>
                  <a:cubicBezTo>
                    <a:pt x="378" y="43"/>
                    <a:pt x="189" y="88"/>
                    <a:pt x="0" y="166"/>
                  </a:cubicBezTo>
                  <a:cubicBezTo>
                    <a:pt x="91" y="181"/>
                    <a:pt x="179" y="187"/>
                    <a:pt x="266" y="187"/>
                  </a:cubicBezTo>
                  <a:cubicBezTo>
                    <a:pt x="371" y="187"/>
                    <a:pt x="474" y="178"/>
                    <a:pt x="578" y="166"/>
                  </a:cubicBezTo>
                  <a:cubicBezTo>
                    <a:pt x="766" y="132"/>
                    <a:pt x="956" y="99"/>
                    <a:pt x="1144" y="21"/>
                  </a:cubicBezTo>
                  <a:cubicBezTo>
                    <a:pt x="1053" y="6"/>
                    <a:pt x="965" y="0"/>
                    <a:pt x="8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62"/>
            <p:cNvSpPr/>
            <p:nvPr/>
          </p:nvSpPr>
          <p:spPr>
            <a:xfrm>
              <a:off x="3103750" y="4380850"/>
              <a:ext cx="31675" cy="5725"/>
            </a:xfrm>
            <a:custGeom>
              <a:avLst/>
              <a:gdLst/>
              <a:ahLst/>
              <a:cxnLst/>
              <a:rect l="l" t="t" r="r" b="b"/>
              <a:pathLst>
                <a:path w="1267" h="229" extrusionOk="0">
                  <a:moveTo>
                    <a:pt x="1082" y="0"/>
                  </a:moveTo>
                  <a:cubicBezTo>
                    <a:pt x="926" y="0"/>
                    <a:pt x="774" y="18"/>
                    <a:pt x="622" y="42"/>
                  </a:cubicBezTo>
                  <a:cubicBezTo>
                    <a:pt x="411" y="86"/>
                    <a:pt x="200" y="131"/>
                    <a:pt x="0" y="220"/>
                  </a:cubicBezTo>
                  <a:cubicBezTo>
                    <a:pt x="62" y="226"/>
                    <a:pt x="124" y="229"/>
                    <a:pt x="184" y="229"/>
                  </a:cubicBezTo>
                  <a:cubicBezTo>
                    <a:pt x="340" y="229"/>
                    <a:pt x="492" y="210"/>
                    <a:pt x="644" y="187"/>
                  </a:cubicBezTo>
                  <a:cubicBezTo>
                    <a:pt x="855" y="153"/>
                    <a:pt x="1067" y="98"/>
                    <a:pt x="1267" y="9"/>
                  </a:cubicBezTo>
                  <a:cubicBezTo>
                    <a:pt x="1204" y="3"/>
                    <a:pt x="1143" y="0"/>
                    <a:pt x="108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62"/>
            <p:cNvSpPr/>
            <p:nvPr/>
          </p:nvSpPr>
          <p:spPr>
            <a:xfrm>
              <a:off x="3079025" y="4399600"/>
              <a:ext cx="27225" cy="6100"/>
            </a:xfrm>
            <a:custGeom>
              <a:avLst/>
              <a:gdLst/>
              <a:ahLst/>
              <a:cxnLst/>
              <a:rect l="l" t="t" r="r" b="b"/>
              <a:pathLst>
                <a:path w="1089" h="244" extrusionOk="0">
                  <a:moveTo>
                    <a:pt x="987" y="0"/>
                  </a:moveTo>
                  <a:cubicBezTo>
                    <a:pt x="828" y="0"/>
                    <a:pt x="680" y="20"/>
                    <a:pt x="533" y="47"/>
                  </a:cubicBezTo>
                  <a:cubicBezTo>
                    <a:pt x="356" y="92"/>
                    <a:pt x="178" y="148"/>
                    <a:pt x="0" y="237"/>
                  </a:cubicBezTo>
                  <a:cubicBezTo>
                    <a:pt x="45" y="242"/>
                    <a:pt x="88" y="244"/>
                    <a:pt x="131" y="244"/>
                  </a:cubicBezTo>
                  <a:cubicBezTo>
                    <a:pt x="280" y="244"/>
                    <a:pt x="418" y="218"/>
                    <a:pt x="555" y="192"/>
                  </a:cubicBezTo>
                  <a:cubicBezTo>
                    <a:pt x="745" y="148"/>
                    <a:pt x="923" y="103"/>
                    <a:pt x="1089" y="3"/>
                  </a:cubicBezTo>
                  <a:cubicBezTo>
                    <a:pt x="1054" y="1"/>
                    <a:pt x="1020" y="0"/>
                    <a:pt x="98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62"/>
            <p:cNvSpPr/>
            <p:nvPr/>
          </p:nvSpPr>
          <p:spPr>
            <a:xfrm>
              <a:off x="3063750" y="4418025"/>
              <a:ext cx="20025" cy="4025"/>
            </a:xfrm>
            <a:custGeom>
              <a:avLst/>
              <a:gdLst/>
              <a:ahLst/>
              <a:cxnLst/>
              <a:rect l="l" t="t" r="r" b="b"/>
              <a:pathLst>
                <a:path w="801" h="161" extrusionOk="0">
                  <a:moveTo>
                    <a:pt x="222" y="0"/>
                  </a:moveTo>
                  <a:cubicBezTo>
                    <a:pt x="148" y="0"/>
                    <a:pt x="74" y="8"/>
                    <a:pt x="0" y="33"/>
                  </a:cubicBezTo>
                  <a:cubicBezTo>
                    <a:pt x="122" y="110"/>
                    <a:pt x="256" y="132"/>
                    <a:pt x="389" y="155"/>
                  </a:cubicBezTo>
                  <a:cubicBezTo>
                    <a:pt x="434" y="158"/>
                    <a:pt x="479" y="161"/>
                    <a:pt x="524" y="161"/>
                  </a:cubicBezTo>
                  <a:cubicBezTo>
                    <a:pt x="614" y="161"/>
                    <a:pt x="704" y="151"/>
                    <a:pt x="800" y="122"/>
                  </a:cubicBezTo>
                  <a:cubicBezTo>
                    <a:pt x="667" y="55"/>
                    <a:pt x="534" y="21"/>
                    <a:pt x="400" y="11"/>
                  </a:cubicBezTo>
                  <a:cubicBezTo>
                    <a:pt x="341" y="5"/>
                    <a:pt x="282" y="0"/>
                    <a:pt x="22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62"/>
            <p:cNvSpPr/>
            <p:nvPr/>
          </p:nvSpPr>
          <p:spPr>
            <a:xfrm>
              <a:off x="3218725" y="4366675"/>
              <a:ext cx="15025" cy="4250"/>
            </a:xfrm>
            <a:custGeom>
              <a:avLst/>
              <a:gdLst/>
              <a:ahLst/>
              <a:cxnLst/>
              <a:rect l="l" t="t" r="r" b="b"/>
              <a:pathLst>
                <a:path w="601" h="170" extrusionOk="0">
                  <a:moveTo>
                    <a:pt x="441" y="1"/>
                  </a:moveTo>
                  <a:cubicBezTo>
                    <a:pt x="389" y="1"/>
                    <a:pt x="339" y="9"/>
                    <a:pt x="289" y="21"/>
                  </a:cubicBezTo>
                  <a:cubicBezTo>
                    <a:pt x="189" y="43"/>
                    <a:pt x="89" y="65"/>
                    <a:pt x="0" y="142"/>
                  </a:cubicBezTo>
                  <a:cubicBezTo>
                    <a:pt x="62" y="161"/>
                    <a:pt x="119" y="169"/>
                    <a:pt x="176" y="169"/>
                  </a:cubicBezTo>
                  <a:cubicBezTo>
                    <a:pt x="221" y="169"/>
                    <a:pt x="266" y="164"/>
                    <a:pt x="311" y="154"/>
                  </a:cubicBezTo>
                  <a:cubicBezTo>
                    <a:pt x="411" y="132"/>
                    <a:pt x="511" y="98"/>
                    <a:pt x="600" y="31"/>
                  </a:cubicBezTo>
                  <a:cubicBezTo>
                    <a:pt x="545" y="9"/>
                    <a:pt x="492" y="1"/>
                    <a:pt x="44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62"/>
            <p:cNvSpPr/>
            <p:nvPr/>
          </p:nvSpPr>
          <p:spPr>
            <a:xfrm>
              <a:off x="3211200" y="4400225"/>
              <a:ext cx="18650" cy="7800"/>
            </a:xfrm>
            <a:custGeom>
              <a:avLst/>
              <a:gdLst/>
              <a:ahLst/>
              <a:cxnLst/>
              <a:rect l="l" t="t" r="r" b="b"/>
              <a:pathLst>
                <a:path w="746" h="312" extrusionOk="0">
                  <a:moveTo>
                    <a:pt x="746" y="0"/>
                  </a:moveTo>
                  <a:cubicBezTo>
                    <a:pt x="601" y="0"/>
                    <a:pt x="479" y="44"/>
                    <a:pt x="346" y="89"/>
                  </a:cubicBezTo>
                  <a:cubicBezTo>
                    <a:pt x="223" y="145"/>
                    <a:pt x="101" y="212"/>
                    <a:pt x="1" y="311"/>
                  </a:cubicBezTo>
                  <a:cubicBezTo>
                    <a:pt x="146" y="311"/>
                    <a:pt x="279" y="278"/>
                    <a:pt x="401" y="222"/>
                  </a:cubicBezTo>
                  <a:cubicBezTo>
                    <a:pt x="523" y="167"/>
                    <a:pt x="645" y="111"/>
                    <a:pt x="74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62"/>
            <p:cNvSpPr/>
            <p:nvPr/>
          </p:nvSpPr>
          <p:spPr>
            <a:xfrm>
              <a:off x="2925700" y="4394025"/>
              <a:ext cx="107800" cy="119175"/>
            </a:xfrm>
            <a:custGeom>
              <a:avLst/>
              <a:gdLst/>
              <a:ahLst/>
              <a:cxnLst/>
              <a:rect l="l" t="t" r="r" b="b"/>
              <a:pathLst>
                <a:path w="4312" h="4767" extrusionOk="0">
                  <a:moveTo>
                    <a:pt x="639" y="0"/>
                  </a:moveTo>
                  <a:cubicBezTo>
                    <a:pt x="471" y="0"/>
                    <a:pt x="305" y="76"/>
                    <a:pt x="201" y="204"/>
                  </a:cubicBezTo>
                  <a:cubicBezTo>
                    <a:pt x="57" y="381"/>
                    <a:pt x="1" y="737"/>
                    <a:pt x="57" y="948"/>
                  </a:cubicBezTo>
                  <a:cubicBezTo>
                    <a:pt x="134" y="1215"/>
                    <a:pt x="468" y="1259"/>
                    <a:pt x="601" y="1482"/>
                  </a:cubicBezTo>
                  <a:cubicBezTo>
                    <a:pt x="712" y="1659"/>
                    <a:pt x="657" y="1892"/>
                    <a:pt x="746" y="2070"/>
                  </a:cubicBezTo>
                  <a:cubicBezTo>
                    <a:pt x="879" y="2326"/>
                    <a:pt x="1267" y="2392"/>
                    <a:pt x="1346" y="2670"/>
                  </a:cubicBezTo>
                  <a:cubicBezTo>
                    <a:pt x="1378" y="2770"/>
                    <a:pt x="1356" y="2859"/>
                    <a:pt x="1378" y="2959"/>
                  </a:cubicBezTo>
                  <a:cubicBezTo>
                    <a:pt x="1412" y="3203"/>
                    <a:pt x="1645" y="3381"/>
                    <a:pt x="1790" y="3581"/>
                  </a:cubicBezTo>
                  <a:cubicBezTo>
                    <a:pt x="1912" y="3758"/>
                    <a:pt x="1978" y="3981"/>
                    <a:pt x="1978" y="4203"/>
                  </a:cubicBezTo>
                  <a:cubicBezTo>
                    <a:pt x="1978" y="4358"/>
                    <a:pt x="1945" y="4536"/>
                    <a:pt x="2057" y="4659"/>
                  </a:cubicBezTo>
                  <a:cubicBezTo>
                    <a:pt x="2116" y="4735"/>
                    <a:pt x="2229" y="4766"/>
                    <a:pt x="2338" y="4766"/>
                  </a:cubicBezTo>
                  <a:cubicBezTo>
                    <a:pt x="2371" y="4766"/>
                    <a:pt x="2404" y="4763"/>
                    <a:pt x="2434" y="4758"/>
                  </a:cubicBezTo>
                  <a:cubicBezTo>
                    <a:pt x="2568" y="4725"/>
                    <a:pt x="2689" y="4659"/>
                    <a:pt x="2823" y="4614"/>
                  </a:cubicBezTo>
                  <a:cubicBezTo>
                    <a:pt x="2938" y="4573"/>
                    <a:pt x="3053" y="4550"/>
                    <a:pt x="3174" y="4550"/>
                  </a:cubicBezTo>
                  <a:cubicBezTo>
                    <a:pt x="3215" y="4550"/>
                    <a:pt x="3258" y="4553"/>
                    <a:pt x="3301" y="4558"/>
                  </a:cubicBezTo>
                  <a:cubicBezTo>
                    <a:pt x="3458" y="4574"/>
                    <a:pt x="3620" y="4623"/>
                    <a:pt x="3777" y="4623"/>
                  </a:cubicBezTo>
                  <a:cubicBezTo>
                    <a:pt x="3842" y="4623"/>
                    <a:pt x="3905" y="4615"/>
                    <a:pt x="3967" y="4592"/>
                  </a:cubicBezTo>
                  <a:cubicBezTo>
                    <a:pt x="4200" y="4503"/>
                    <a:pt x="4311" y="4214"/>
                    <a:pt x="4256" y="3970"/>
                  </a:cubicBezTo>
                  <a:cubicBezTo>
                    <a:pt x="4212" y="3736"/>
                    <a:pt x="4034" y="3536"/>
                    <a:pt x="3845" y="3392"/>
                  </a:cubicBezTo>
                  <a:cubicBezTo>
                    <a:pt x="3711" y="3292"/>
                    <a:pt x="3567" y="3215"/>
                    <a:pt x="3412" y="3192"/>
                  </a:cubicBezTo>
                  <a:cubicBezTo>
                    <a:pt x="3301" y="3170"/>
                    <a:pt x="3178" y="3181"/>
                    <a:pt x="3089" y="3114"/>
                  </a:cubicBezTo>
                  <a:cubicBezTo>
                    <a:pt x="2923" y="3003"/>
                    <a:pt x="2934" y="2726"/>
                    <a:pt x="2790" y="2592"/>
                  </a:cubicBezTo>
                  <a:cubicBezTo>
                    <a:pt x="2568" y="2392"/>
                    <a:pt x="2145" y="2592"/>
                    <a:pt x="1968" y="2359"/>
                  </a:cubicBezTo>
                  <a:cubicBezTo>
                    <a:pt x="1845" y="2181"/>
                    <a:pt x="1956" y="1904"/>
                    <a:pt x="1812" y="1748"/>
                  </a:cubicBezTo>
                  <a:cubicBezTo>
                    <a:pt x="1745" y="1659"/>
                    <a:pt x="1623" y="1637"/>
                    <a:pt x="1534" y="1581"/>
                  </a:cubicBezTo>
                  <a:cubicBezTo>
                    <a:pt x="1412" y="1492"/>
                    <a:pt x="1346" y="1337"/>
                    <a:pt x="1312" y="1193"/>
                  </a:cubicBezTo>
                  <a:cubicBezTo>
                    <a:pt x="1290" y="1037"/>
                    <a:pt x="1290" y="882"/>
                    <a:pt x="1279" y="726"/>
                  </a:cubicBezTo>
                  <a:cubicBezTo>
                    <a:pt x="1245" y="437"/>
                    <a:pt x="1101" y="137"/>
                    <a:pt x="835" y="37"/>
                  </a:cubicBezTo>
                  <a:cubicBezTo>
                    <a:pt x="772" y="12"/>
                    <a:pt x="705" y="0"/>
                    <a:pt x="639"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62"/>
            <p:cNvSpPr/>
            <p:nvPr/>
          </p:nvSpPr>
          <p:spPr>
            <a:xfrm>
              <a:off x="2985625" y="4713850"/>
              <a:ext cx="120375" cy="80750"/>
            </a:xfrm>
            <a:custGeom>
              <a:avLst/>
              <a:gdLst/>
              <a:ahLst/>
              <a:cxnLst/>
              <a:rect l="l" t="t" r="r" b="b"/>
              <a:pathLst>
                <a:path w="4815" h="3230" extrusionOk="0">
                  <a:moveTo>
                    <a:pt x="1144" y="0"/>
                  </a:moveTo>
                  <a:cubicBezTo>
                    <a:pt x="512" y="0"/>
                    <a:pt x="0" y="349"/>
                    <a:pt x="637" y="819"/>
                  </a:cubicBezTo>
                  <a:cubicBezTo>
                    <a:pt x="1114" y="1163"/>
                    <a:pt x="1970" y="1330"/>
                    <a:pt x="2314" y="1708"/>
                  </a:cubicBezTo>
                  <a:cubicBezTo>
                    <a:pt x="2548" y="1953"/>
                    <a:pt x="2381" y="2141"/>
                    <a:pt x="2237" y="2308"/>
                  </a:cubicBezTo>
                  <a:cubicBezTo>
                    <a:pt x="2103" y="2474"/>
                    <a:pt x="2047" y="2730"/>
                    <a:pt x="2403" y="2963"/>
                  </a:cubicBezTo>
                  <a:cubicBezTo>
                    <a:pt x="2647" y="3118"/>
                    <a:pt x="2981" y="3197"/>
                    <a:pt x="3259" y="3219"/>
                  </a:cubicBezTo>
                  <a:cubicBezTo>
                    <a:pt x="3349" y="3227"/>
                    <a:pt x="3436" y="3230"/>
                    <a:pt x="3520" y="3230"/>
                  </a:cubicBezTo>
                  <a:cubicBezTo>
                    <a:pt x="3799" y="3230"/>
                    <a:pt x="4045" y="3192"/>
                    <a:pt x="4259" y="3141"/>
                  </a:cubicBezTo>
                  <a:cubicBezTo>
                    <a:pt x="4436" y="3086"/>
                    <a:pt x="4603" y="3019"/>
                    <a:pt x="4669" y="2919"/>
                  </a:cubicBezTo>
                  <a:cubicBezTo>
                    <a:pt x="4814" y="2686"/>
                    <a:pt x="4525" y="2308"/>
                    <a:pt x="4247" y="1975"/>
                  </a:cubicBezTo>
                  <a:cubicBezTo>
                    <a:pt x="4103" y="1797"/>
                    <a:pt x="3958" y="1619"/>
                    <a:pt x="3803" y="1442"/>
                  </a:cubicBezTo>
                  <a:cubicBezTo>
                    <a:pt x="3303" y="852"/>
                    <a:pt x="2548" y="186"/>
                    <a:pt x="1403" y="20"/>
                  </a:cubicBezTo>
                  <a:cubicBezTo>
                    <a:pt x="1316" y="6"/>
                    <a:pt x="1229" y="0"/>
                    <a:pt x="114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62"/>
            <p:cNvSpPr/>
            <p:nvPr/>
          </p:nvSpPr>
          <p:spPr>
            <a:xfrm>
              <a:off x="3044600" y="4797550"/>
              <a:ext cx="42500" cy="13300"/>
            </a:xfrm>
            <a:custGeom>
              <a:avLst/>
              <a:gdLst/>
              <a:ahLst/>
              <a:cxnLst/>
              <a:rect l="l" t="t" r="r" b="b"/>
              <a:pathLst>
                <a:path w="1700" h="532" extrusionOk="0">
                  <a:moveTo>
                    <a:pt x="902" y="1"/>
                  </a:moveTo>
                  <a:cubicBezTo>
                    <a:pt x="487" y="1"/>
                    <a:pt x="0" y="226"/>
                    <a:pt x="589" y="459"/>
                  </a:cubicBezTo>
                  <a:cubicBezTo>
                    <a:pt x="678" y="493"/>
                    <a:pt x="766" y="504"/>
                    <a:pt x="855" y="515"/>
                  </a:cubicBezTo>
                  <a:cubicBezTo>
                    <a:pt x="944" y="523"/>
                    <a:pt x="1075" y="531"/>
                    <a:pt x="1206" y="531"/>
                  </a:cubicBezTo>
                  <a:cubicBezTo>
                    <a:pt x="1434" y="531"/>
                    <a:pt x="1663" y="507"/>
                    <a:pt x="1677" y="415"/>
                  </a:cubicBezTo>
                  <a:cubicBezTo>
                    <a:pt x="1700" y="293"/>
                    <a:pt x="1344" y="82"/>
                    <a:pt x="1122" y="26"/>
                  </a:cubicBezTo>
                  <a:cubicBezTo>
                    <a:pt x="1056" y="9"/>
                    <a:pt x="980" y="1"/>
                    <a:pt x="902"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62"/>
            <p:cNvSpPr/>
            <p:nvPr/>
          </p:nvSpPr>
          <p:spPr>
            <a:xfrm>
              <a:off x="3079275" y="4798425"/>
              <a:ext cx="21150" cy="6925"/>
            </a:xfrm>
            <a:custGeom>
              <a:avLst/>
              <a:gdLst/>
              <a:ahLst/>
              <a:cxnLst/>
              <a:rect l="l" t="t" r="r" b="b"/>
              <a:pathLst>
                <a:path w="846" h="277" extrusionOk="0">
                  <a:moveTo>
                    <a:pt x="449" y="1"/>
                  </a:moveTo>
                  <a:cubicBezTo>
                    <a:pt x="245" y="1"/>
                    <a:pt x="1" y="114"/>
                    <a:pt x="290" y="236"/>
                  </a:cubicBezTo>
                  <a:cubicBezTo>
                    <a:pt x="335" y="258"/>
                    <a:pt x="379" y="258"/>
                    <a:pt x="424" y="269"/>
                  </a:cubicBezTo>
                  <a:cubicBezTo>
                    <a:pt x="467" y="273"/>
                    <a:pt x="530" y="277"/>
                    <a:pt x="594" y="277"/>
                  </a:cubicBezTo>
                  <a:cubicBezTo>
                    <a:pt x="710" y="277"/>
                    <a:pt x="832" y="264"/>
                    <a:pt x="846" y="214"/>
                  </a:cubicBezTo>
                  <a:cubicBezTo>
                    <a:pt x="846" y="147"/>
                    <a:pt x="668" y="47"/>
                    <a:pt x="557" y="14"/>
                  </a:cubicBezTo>
                  <a:cubicBezTo>
                    <a:pt x="525" y="5"/>
                    <a:pt x="488" y="1"/>
                    <a:pt x="44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62"/>
            <p:cNvSpPr/>
            <p:nvPr/>
          </p:nvSpPr>
          <p:spPr>
            <a:xfrm>
              <a:off x="3092725" y="4797575"/>
              <a:ext cx="21300" cy="6675"/>
            </a:xfrm>
            <a:custGeom>
              <a:avLst/>
              <a:gdLst/>
              <a:ahLst/>
              <a:cxnLst/>
              <a:rect l="l" t="t" r="r" b="b"/>
              <a:pathLst>
                <a:path w="852" h="267" extrusionOk="0">
                  <a:moveTo>
                    <a:pt x="444" y="0"/>
                  </a:moveTo>
                  <a:cubicBezTo>
                    <a:pt x="236" y="0"/>
                    <a:pt x="1" y="105"/>
                    <a:pt x="296" y="225"/>
                  </a:cubicBezTo>
                  <a:cubicBezTo>
                    <a:pt x="341" y="248"/>
                    <a:pt x="385" y="248"/>
                    <a:pt x="430" y="258"/>
                  </a:cubicBezTo>
                  <a:cubicBezTo>
                    <a:pt x="473" y="262"/>
                    <a:pt x="536" y="266"/>
                    <a:pt x="599" y="266"/>
                  </a:cubicBezTo>
                  <a:cubicBezTo>
                    <a:pt x="715" y="266"/>
                    <a:pt x="834" y="253"/>
                    <a:pt x="841" y="203"/>
                  </a:cubicBezTo>
                  <a:cubicBezTo>
                    <a:pt x="852" y="147"/>
                    <a:pt x="674" y="36"/>
                    <a:pt x="563" y="14"/>
                  </a:cubicBezTo>
                  <a:cubicBezTo>
                    <a:pt x="528" y="5"/>
                    <a:pt x="486" y="0"/>
                    <a:pt x="44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62"/>
            <p:cNvSpPr/>
            <p:nvPr/>
          </p:nvSpPr>
          <p:spPr>
            <a:xfrm>
              <a:off x="3104550" y="4795100"/>
              <a:ext cx="21425" cy="6925"/>
            </a:xfrm>
            <a:custGeom>
              <a:avLst/>
              <a:gdLst/>
              <a:ahLst/>
              <a:cxnLst/>
              <a:rect l="l" t="t" r="r" b="b"/>
              <a:pathLst>
                <a:path w="857" h="277" extrusionOk="0">
                  <a:moveTo>
                    <a:pt x="448" y="0"/>
                  </a:moveTo>
                  <a:cubicBezTo>
                    <a:pt x="245" y="0"/>
                    <a:pt x="1" y="114"/>
                    <a:pt x="290" y="236"/>
                  </a:cubicBezTo>
                  <a:lnTo>
                    <a:pt x="423" y="268"/>
                  </a:lnTo>
                  <a:cubicBezTo>
                    <a:pt x="467" y="273"/>
                    <a:pt x="531" y="276"/>
                    <a:pt x="596" y="276"/>
                  </a:cubicBezTo>
                  <a:cubicBezTo>
                    <a:pt x="716" y="276"/>
                    <a:pt x="838" y="263"/>
                    <a:pt x="845" y="213"/>
                  </a:cubicBezTo>
                  <a:cubicBezTo>
                    <a:pt x="857" y="147"/>
                    <a:pt x="668" y="46"/>
                    <a:pt x="556" y="13"/>
                  </a:cubicBezTo>
                  <a:cubicBezTo>
                    <a:pt x="525" y="4"/>
                    <a:pt x="487" y="0"/>
                    <a:pt x="44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62"/>
            <p:cNvSpPr/>
            <p:nvPr/>
          </p:nvSpPr>
          <p:spPr>
            <a:xfrm>
              <a:off x="3043475" y="4324300"/>
              <a:ext cx="75000" cy="120725"/>
            </a:xfrm>
            <a:custGeom>
              <a:avLst/>
              <a:gdLst/>
              <a:ahLst/>
              <a:cxnLst/>
              <a:rect l="l" t="t" r="r" b="b"/>
              <a:pathLst>
                <a:path w="3000" h="4829" extrusionOk="0">
                  <a:moveTo>
                    <a:pt x="1566" y="1"/>
                  </a:moveTo>
                  <a:cubicBezTo>
                    <a:pt x="1219" y="1"/>
                    <a:pt x="939" y="314"/>
                    <a:pt x="844" y="627"/>
                  </a:cubicBezTo>
                  <a:cubicBezTo>
                    <a:pt x="723" y="1027"/>
                    <a:pt x="567" y="1393"/>
                    <a:pt x="400" y="1771"/>
                  </a:cubicBezTo>
                  <a:cubicBezTo>
                    <a:pt x="323" y="1960"/>
                    <a:pt x="244" y="2148"/>
                    <a:pt x="156" y="2326"/>
                  </a:cubicBezTo>
                  <a:cubicBezTo>
                    <a:pt x="123" y="2415"/>
                    <a:pt x="89" y="2504"/>
                    <a:pt x="45" y="2593"/>
                  </a:cubicBezTo>
                  <a:cubicBezTo>
                    <a:pt x="22" y="2637"/>
                    <a:pt x="0" y="2682"/>
                    <a:pt x="0" y="2738"/>
                  </a:cubicBezTo>
                  <a:cubicBezTo>
                    <a:pt x="12" y="2782"/>
                    <a:pt x="34" y="2826"/>
                    <a:pt x="56" y="2871"/>
                  </a:cubicBezTo>
                  <a:cubicBezTo>
                    <a:pt x="111" y="2993"/>
                    <a:pt x="189" y="3104"/>
                    <a:pt x="278" y="3193"/>
                  </a:cubicBezTo>
                  <a:cubicBezTo>
                    <a:pt x="333" y="3271"/>
                    <a:pt x="412" y="3337"/>
                    <a:pt x="444" y="3426"/>
                  </a:cubicBezTo>
                  <a:cubicBezTo>
                    <a:pt x="467" y="3471"/>
                    <a:pt x="478" y="3526"/>
                    <a:pt x="489" y="3570"/>
                  </a:cubicBezTo>
                  <a:cubicBezTo>
                    <a:pt x="511" y="3704"/>
                    <a:pt x="500" y="4614"/>
                    <a:pt x="822" y="4782"/>
                  </a:cubicBezTo>
                  <a:cubicBezTo>
                    <a:pt x="883" y="4812"/>
                    <a:pt x="951" y="4829"/>
                    <a:pt x="1016" y="4829"/>
                  </a:cubicBezTo>
                  <a:cubicBezTo>
                    <a:pt x="1070" y="4829"/>
                    <a:pt x="1122" y="4817"/>
                    <a:pt x="1167" y="4792"/>
                  </a:cubicBezTo>
                  <a:cubicBezTo>
                    <a:pt x="1254" y="4744"/>
                    <a:pt x="1315" y="4637"/>
                    <a:pt x="1315" y="4537"/>
                  </a:cubicBezTo>
                  <a:lnTo>
                    <a:pt x="1315" y="4537"/>
                  </a:lnTo>
                  <a:cubicBezTo>
                    <a:pt x="1342" y="4671"/>
                    <a:pt x="1489" y="4760"/>
                    <a:pt x="1633" y="4760"/>
                  </a:cubicBezTo>
                  <a:cubicBezTo>
                    <a:pt x="1641" y="4760"/>
                    <a:pt x="1648" y="4760"/>
                    <a:pt x="1656" y="4759"/>
                  </a:cubicBezTo>
                  <a:cubicBezTo>
                    <a:pt x="1789" y="4748"/>
                    <a:pt x="1933" y="4648"/>
                    <a:pt x="1955" y="4503"/>
                  </a:cubicBezTo>
                  <a:cubicBezTo>
                    <a:pt x="2022" y="4581"/>
                    <a:pt x="2122" y="4620"/>
                    <a:pt x="2223" y="4620"/>
                  </a:cubicBezTo>
                  <a:cubicBezTo>
                    <a:pt x="2325" y="4620"/>
                    <a:pt x="2428" y="4581"/>
                    <a:pt x="2500" y="4503"/>
                  </a:cubicBezTo>
                  <a:cubicBezTo>
                    <a:pt x="2531" y="4539"/>
                    <a:pt x="2585" y="4552"/>
                    <a:pt x="2647" y="4552"/>
                  </a:cubicBezTo>
                  <a:cubicBezTo>
                    <a:pt x="2739" y="4552"/>
                    <a:pt x="2849" y="4524"/>
                    <a:pt x="2922" y="4503"/>
                  </a:cubicBezTo>
                  <a:cubicBezTo>
                    <a:pt x="2944" y="4503"/>
                    <a:pt x="2967" y="4493"/>
                    <a:pt x="2977" y="4481"/>
                  </a:cubicBezTo>
                  <a:cubicBezTo>
                    <a:pt x="2989" y="4459"/>
                    <a:pt x="2999" y="4426"/>
                    <a:pt x="2999" y="4404"/>
                  </a:cubicBezTo>
                  <a:cubicBezTo>
                    <a:pt x="2999" y="3548"/>
                    <a:pt x="2744" y="2726"/>
                    <a:pt x="2567" y="1882"/>
                  </a:cubicBezTo>
                  <a:cubicBezTo>
                    <a:pt x="2488" y="1538"/>
                    <a:pt x="2411" y="1182"/>
                    <a:pt x="2311" y="837"/>
                  </a:cubicBezTo>
                  <a:cubicBezTo>
                    <a:pt x="2200" y="494"/>
                    <a:pt x="2044" y="60"/>
                    <a:pt x="1634" y="5"/>
                  </a:cubicBezTo>
                  <a:cubicBezTo>
                    <a:pt x="1611" y="2"/>
                    <a:pt x="1588" y="1"/>
                    <a:pt x="156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62"/>
            <p:cNvSpPr/>
            <p:nvPr/>
          </p:nvSpPr>
          <p:spPr>
            <a:xfrm>
              <a:off x="3053750" y="4383550"/>
              <a:ext cx="2800" cy="36975"/>
            </a:xfrm>
            <a:custGeom>
              <a:avLst/>
              <a:gdLst/>
              <a:ahLst/>
              <a:cxnLst/>
              <a:rect l="l" t="t" r="r" b="b"/>
              <a:pathLst>
                <a:path w="112" h="1479" extrusionOk="0">
                  <a:moveTo>
                    <a:pt x="56" y="1"/>
                  </a:moveTo>
                  <a:cubicBezTo>
                    <a:pt x="11" y="245"/>
                    <a:pt x="1" y="489"/>
                    <a:pt x="1" y="745"/>
                  </a:cubicBezTo>
                  <a:cubicBezTo>
                    <a:pt x="23" y="990"/>
                    <a:pt x="45" y="1245"/>
                    <a:pt x="112" y="1478"/>
                  </a:cubicBezTo>
                  <a:lnTo>
                    <a:pt x="56" y="1"/>
                  </a:ln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62"/>
            <p:cNvSpPr/>
            <p:nvPr/>
          </p:nvSpPr>
          <p:spPr>
            <a:xfrm>
              <a:off x="3072625" y="4400225"/>
              <a:ext cx="4200" cy="38075"/>
            </a:xfrm>
            <a:custGeom>
              <a:avLst/>
              <a:gdLst/>
              <a:ahLst/>
              <a:cxnLst/>
              <a:rect l="l" t="t" r="r" b="b"/>
              <a:pathLst>
                <a:path w="168" h="1523" extrusionOk="0">
                  <a:moveTo>
                    <a:pt x="12" y="0"/>
                  </a:moveTo>
                  <a:lnTo>
                    <a:pt x="12" y="0"/>
                  </a:lnTo>
                  <a:cubicBezTo>
                    <a:pt x="1" y="256"/>
                    <a:pt x="23" y="511"/>
                    <a:pt x="45" y="767"/>
                  </a:cubicBezTo>
                  <a:cubicBezTo>
                    <a:pt x="78" y="1022"/>
                    <a:pt x="101" y="1278"/>
                    <a:pt x="156" y="1522"/>
                  </a:cubicBezTo>
                  <a:cubicBezTo>
                    <a:pt x="167" y="1266"/>
                    <a:pt x="145" y="1011"/>
                    <a:pt x="123" y="755"/>
                  </a:cubicBezTo>
                  <a:cubicBezTo>
                    <a:pt x="90" y="500"/>
                    <a:pt x="68" y="244"/>
                    <a:pt x="12"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62"/>
            <p:cNvSpPr/>
            <p:nvPr/>
          </p:nvSpPr>
          <p:spPr>
            <a:xfrm>
              <a:off x="3088450" y="4398275"/>
              <a:ext cx="3925" cy="38350"/>
            </a:xfrm>
            <a:custGeom>
              <a:avLst/>
              <a:gdLst/>
              <a:ahLst/>
              <a:cxnLst/>
              <a:rect l="l" t="t" r="r" b="b"/>
              <a:pathLst>
                <a:path w="157" h="1534" extrusionOk="0">
                  <a:moveTo>
                    <a:pt x="1" y="1"/>
                  </a:moveTo>
                  <a:cubicBezTo>
                    <a:pt x="1" y="256"/>
                    <a:pt x="23" y="512"/>
                    <a:pt x="45" y="767"/>
                  </a:cubicBezTo>
                  <a:cubicBezTo>
                    <a:pt x="67" y="1023"/>
                    <a:pt x="101" y="1278"/>
                    <a:pt x="156" y="1534"/>
                  </a:cubicBezTo>
                  <a:cubicBezTo>
                    <a:pt x="156" y="1278"/>
                    <a:pt x="134" y="1023"/>
                    <a:pt x="112" y="767"/>
                  </a:cubicBezTo>
                  <a:cubicBezTo>
                    <a:pt x="90" y="512"/>
                    <a:pt x="57" y="256"/>
                    <a:pt x="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62"/>
            <p:cNvSpPr/>
            <p:nvPr/>
          </p:nvSpPr>
          <p:spPr>
            <a:xfrm>
              <a:off x="3101775" y="4398825"/>
              <a:ext cx="4225" cy="38075"/>
            </a:xfrm>
            <a:custGeom>
              <a:avLst/>
              <a:gdLst/>
              <a:ahLst/>
              <a:cxnLst/>
              <a:rect l="l" t="t" r="r" b="b"/>
              <a:pathLst>
                <a:path w="169" h="1523" extrusionOk="0">
                  <a:moveTo>
                    <a:pt x="13" y="1"/>
                  </a:moveTo>
                  <a:lnTo>
                    <a:pt x="13" y="1"/>
                  </a:lnTo>
                  <a:cubicBezTo>
                    <a:pt x="1" y="256"/>
                    <a:pt x="35" y="512"/>
                    <a:pt x="45" y="767"/>
                  </a:cubicBezTo>
                  <a:cubicBezTo>
                    <a:pt x="79" y="1023"/>
                    <a:pt x="112" y="1278"/>
                    <a:pt x="168" y="1522"/>
                  </a:cubicBezTo>
                  <a:cubicBezTo>
                    <a:pt x="168" y="1267"/>
                    <a:pt x="146" y="1011"/>
                    <a:pt x="124" y="756"/>
                  </a:cubicBezTo>
                  <a:cubicBezTo>
                    <a:pt x="101" y="500"/>
                    <a:pt x="68" y="256"/>
                    <a:pt x="13"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62"/>
            <p:cNvSpPr/>
            <p:nvPr/>
          </p:nvSpPr>
          <p:spPr>
            <a:xfrm>
              <a:off x="2926550" y="4047250"/>
              <a:ext cx="183600" cy="314100"/>
            </a:xfrm>
            <a:custGeom>
              <a:avLst/>
              <a:gdLst/>
              <a:ahLst/>
              <a:cxnLst/>
              <a:rect l="l" t="t" r="r" b="b"/>
              <a:pathLst>
                <a:path w="7344" h="12564" extrusionOk="0">
                  <a:moveTo>
                    <a:pt x="731" y="0"/>
                  </a:moveTo>
                  <a:cubicBezTo>
                    <a:pt x="728" y="0"/>
                    <a:pt x="725" y="0"/>
                    <a:pt x="722" y="0"/>
                  </a:cubicBezTo>
                  <a:cubicBezTo>
                    <a:pt x="1" y="0"/>
                    <a:pt x="534" y="944"/>
                    <a:pt x="745" y="1188"/>
                  </a:cubicBezTo>
                  <a:cubicBezTo>
                    <a:pt x="1578" y="2155"/>
                    <a:pt x="2344" y="3177"/>
                    <a:pt x="3045" y="4244"/>
                  </a:cubicBezTo>
                  <a:cubicBezTo>
                    <a:pt x="2978" y="3943"/>
                    <a:pt x="2922" y="3644"/>
                    <a:pt x="2855" y="3333"/>
                  </a:cubicBezTo>
                  <a:lnTo>
                    <a:pt x="2855" y="3333"/>
                  </a:lnTo>
                  <a:cubicBezTo>
                    <a:pt x="3311" y="3910"/>
                    <a:pt x="3766" y="4477"/>
                    <a:pt x="4222" y="5054"/>
                  </a:cubicBezTo>
                  <a:cubicBezTo>
                    <a:pt x="4355" y="5210"/>
                    <a:pt x="4489" y="5377"/>
                    <a:pt x="4555" y="5577"/>
                  </a:cubicBezTo>
                  <a:cubicBezTo>
                    <a:pt x="4610" y="5755"/>
                    <a:pt x="4610" y="5954"/>
                    <a:pt x="4600" y="6143"/>
                  </a:cubicBezTo>
                  <a:cubicBezTo>
                    <a:pt x="4588" y="6765"/>
                    <a:pt x="4588" y="7399"/>
                    <a:pt x="4578" y="8021"/>
                  </a:cubicBezTo>
                  <a:lnTo>
                    <a:pt x="4810" y="7587"/>
                  </a:lnTo>
                  <a:cubicBezTo>
                    <a:pt x="4822" y="8987"/>
                    <a:pt x="4833" y="10386"/>
                    <a:pt x="4844" y="11798"/>
                  </a:cubicBezTo>
                  <a:cubicBezTo>
                    <a:pt x="5111" y="11631"/>
                    <a:pt x="5321" y="11408"/>
                    <a:pt x="5466" y="11131"/>
                  </a:cubicBezTo>
                  <a:cubicBezTo>
                    <a:pt x="5477" y="11531"/>
                    <a:pt x="5499" y="11919"/>
                    <a:pt x="5511" y="12319"/>
                  </a:cubicBezTo>
                  <a:cubicBezTo>
                    <a:pt x="5733" y="12119"/>
                    <a:pt x="5933" y="11909"/>
                    <a:pt x="6099" y="11664"/>
                  </a:cubicBezTo>
                  <a:cubicBezTo>
                    <a:pt x="6222" y="11808"/>
                    <a:pt x="6321" y="11964"/>
                    <a:pt x="6388" y="12142"/>
                  </a:cubicBezTo>
                  <a:cubicBezTo>
                    <a:pt x="6477" y="11975"/>
                    <a:pt x="6555" y="11798"/>
                    <a:pt x="6588" y="11608"/>
                  </a:cubicBezTo>
                  <a:cubicBezTo>
                    <a:pt x="6755" y="11808"/>
                    <a:pt x="7188" y="12364"/>
                    <a:pt x="7343" y="12564"/>
                  </a:cubicBezTo>
                  <a:cubicBezTo>
                    <a:pt x="7210" y="10386"/>
                    <a:pt x="6388" y="7432"/>
                    <a:pt x="5988" y="5410"/>
                  </a:cubicBezTo>
                  <a:lnTo>
                    <a:pt x="5988" y="5410"/>
                  </a:lnTo>
                  <a:cubicBezTo>
                    <a:pt x="6082" y="5482"/>
                    <a:pt x="6205" y="5517"/>
                    <a:pt x="6328" y="5517"/>
                  </a:cubicBezTo>
                  <a:cubicBezTo>
                    <a:pt x="6394" y="5517"/>
                    <a:pt x="6459" y="5507"/>
                    <a:pt x="6521" y="5488"/>
                  </a:cubicBezTo>
                  <a:cubicBezTo>
                    <a:pt x="5055" y="3832"/>
                    <a:pt x="3400" y="2622"/>
                    <a:pt x="1911" y="988"/>
                  </a:cubicBezTo>
                  <a:cubicBezTo>
                    <a:pt x="1669" y="735"/>
                    <a:pt x="1120" y="0"/>
                    <a:pt x="73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62"/>
            <p:cNvSpPr/>
            <p:nvPr/>
          </p:nvSpPr>
          <p:spPr>
            <a:xfrm>
              <a:off x="3046250" y="4236650"/>
              <a:ext cx="66400" cy="129150"/>
            </a:xfrm>
            <a:custGeom>
              <a:avLst/>
              <a:gdLst/>
              <a:ahLst/>
              <a:cxnLst/>
              <a:rect l="l" t="t" r="r" b="b"/>
              <a:pathLst>
                <a:path w="2656" h="5166" extrusionOk="0">
                  <a:moveTo>
                    <a:pt x="34" y="0"/>
                  </a:moveTo>
                  <a:cubicBezTo>
                    <a:pt x="22" y="700"/>
                    <a:pt x="12" y="1411"/>
                    <a:pt x="12" y="2111"/>
                  </a:cubicBezTo>
                  <a:cubicBezTo>
                    <a:pt x="12" y="2810"/>
                    <a:pt x="0" y="3511"/>
                    <a:pt x="12" y="4210"/>
                  </a:cubicBezTo>
                  <a:lnTo>
                    <a:pt x="12" y="4333"/>
                  </a:lnTo>
                  <a:lnTo>
                    <a:pt x="123" y="4277"/>
                  </a:lnTo>
                  <a:cubicBezTo>
                    <a:pt x="320" y="4154"/>
                    <a:pt x="492" y="3989"/>
                    <a:pt x="631" y="3799"/>
                  </a:cubicBezTo>
                  <a:lnTo>
                    <a:pt x="631" y="3799"/>
                  </a:lnTo>
                  <a:lnTo>
                    <a:pt x="667" y="4743"/>
                  </a:lnTo>
                  <a:lnTo>
                    <a:pt x="667" y="4910"/>
                  </a:lnTo>
                  <a:lnTo>
                    <a:pt x="789" y="4799"/>
                  </a:lnTo>
                  <a:cubicBezTo>
                    <a:pt x="997" y="4621"/>
                    <a:pt x="1178" y="4426"/>
                    <a:pt x="1341" y="4213"/>
                  </a:cubicBezTo>
                  <a:lnTo>
                    <a:pt x="1341" y="4213"/>
                  </a:lnTo>
                  <a:cubicBezTo>
                    <a:pt x="1431" y="4322"/>
                    <a:pt x="1501" y="4450"/>
                    <a:pt x="1555" y="4577"/>
                  </a:cubicBezTo>
                  <a:lnTo>
                    <a:pt x="1611" y="4721"/>
                  </a:lnTo>
                  <a:lnTo>
                    <a:pt x="1678" y="4588"/>
                  </a:lnTo>
                  <a:cubicBezTo>
                    <a:pt x="1755" y="4459"/>
                    <a:pt x="1813" y="4323"/>
                    <a:pt x="1855" y="4175"/>
                  </a:cubicBezTo>
                  <a:lnTo>
                    <a:pt x="1855" y="4175"/>
                  </a:lnTo>
                  <a:cubicBezTo>
                    <a:pt x="2076" y="4454"/>
                    <a:pt x="2305" y="4732"/>
                    <a:pt x="2533" y="5010"/>
                  </a:cubicBezTo>
                  <a:lnTo>
                    <a:pt x="2656" y="5166"/>
                  </a:lnTo>
                  <a:lnTo>
                    <a:pt x="2633" y="4977"/>
                  </a:lnTo>
                  <a:cubicBezTo>
                    <a:pt x="2577" y="4543"/>
                    <a:pt x="2522" y="4111"/>
                    <a:pt x="2444" y="3677"/>
                  </a:cubicBezTo>
                  <a:cubicBezTo>
                    <a:pt x="2377" y="3244"/>
                    <a:pt x="2300" y="2810"/>
                    <a:pt x="2189" y="2388"/>
                  </a:cubicBezTo>
                  <a:lnTo>
                    <a:pt x="2189" y="2388"/>
                  </a:lnTo>
                  <a:cubicBezTo>
                    <a:pt x="2266" y="2822"/>
                    <a:pt x="2333" y="3255"/>
                    <a:pt x="2377" y="3689"/>
                  </a:cubicBezTo>
                  <a:cubicBezTo>
                    <a:pt x="2425" y="4054"/>
                    <a:pt x="2464" y="4420"/>
                    <a:pt x="2502" y="4786"/>
                  </a:cubicBezTo>
                  <a:lnTo>
                    <a:pt x="2502" y="4786"/>
                  </a:lnTo>
                  <a:cubicBezTo>
                    <a:pt x="2297" y="4519"/>
                    <a:pt x="2091" y="4258"/>
                    <a:pt x="1878" y="3988"/>
                  </a:cubicBezTo>
                  <a:lnTo>
                    <a:pt x="1789" y="3877"/>
                  </a:lnTo>
                  <a:lnTo>
                    <a:pt x="1755" y="4022"/>
                  </a:lnTo>
                  <a:cubicBezTo>
                    <a:pt x="1732" y="4150"/>
                    <a:pt x="1684" y="4272"/>
                    <a:pt x="1626" y="4389"/>
                  </a:cubicBezTo>
                  <a:lnTo>
                    <a:pt x="1626" y="4389"/>
                  </a:lnTo>
                  <a:cubicBezTo>
                    <a:pt x="1565" y="4265"/>
                    <a:pt x="1486" y="4148"/>
                    <a:pt x="1389" y="4044"/>
                  </a:cubicBezTo>
                  <a:lnTo>
                    <a:pt x="1333" y="3977"/>
                  </a:lnTo>
                  <a:lnTo>
                    <a:pt x="1278" y="4044"/>
                  </a:lnTo>
                  <a:cubicBezTo>
                    <a:pt x="1135" y="4232"/>
                    <a:pt x="984" y="4406"/>
                    <a:pt x="814" y="4565"/>
                  </a:cubicBezTo>
                  <a:lnTo>
                    <a:pt x="814" y="4565"/>
                  </a:lnTo>
                  <a:lnTo>
                    <a:pt x="767" y="3555"/>
                  </a:lnTo>
                  <a:lnTo>
                    <a:pt x="756" y="3277"/>
                  </a:lnTo>
                  <a:lnTo>
                    <a:pt x="634" y="3521"/>
                  </a:lnTo>
                  <a:cubicBezTo>
                    <a:pt x="521" y="3738"/>
                    <a:pt x="351" y="3931"/>
                    <a:pt x="154" y="4080"/>
                  </a:cubicBezTo>
                  <a:lnTo>
                    <a:pt x="154" y="4080"/>
                  </a:lnTo>
                  <a:cubicBezTo>
                    <a:pt x="142" y="3424"/>
                    <a:pt x="122" y="2767"/>
                    <a:pt x="111" y="2111"/>
                  </a:cubicBezTo>
                  <a:cubicBezTo>
                    <a:pt x="89" y="1411"/>
                    <a:pt x="67" y="700"/>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62"/>
            <p:cNvSpPr/>
            <p:nvPr/>
          </p:nvSpPr>
          <p:spPr>
            <a:xfrm>
              <a:off x="2694925" y="3918950"/>
              <a:ext cx="43625" cy="103325"/>
            </a:xfrm>
            <a:custGeom>
              <a:avLst/>
              <a:gdLst/>
              <a:ahLst/>
              <a:cxnLst/>
              <a:rect l="l" t="t" r="r" b="b"/>
              <a:pathLst>
                <a:path w="1745" h="4133" extrusionOk="0">
                  <a:moveTo>
                    <a:pt x="576" y="0"/>
                  </a:moveTo>
                  <a:cubicBezTo>
                    <a:pt x="411" y="0"/>
                    <a:pt x="262" y="81"/>
                    <a:pt x="179" y="289"/>
                  </a:cubicBezTo>
                  <a:cubicBezTo>
                    <a:pt x="1" y="721"/>
                    <a:pt x="379" y="1477"/>
                    <a:pt x="500" y="1899"/>
                  </a:cubicBezTo>
                  <a:lnTo>
                    <a:pt x="1001" y="3666"/>
                  </a:lnTo>
                  <a:cubicBezTo>
                    <a:pt x="1067" y="3876"/>
                    <a:pt x="1179" y="4121"/>
                    <a:pt x="1389" y="4132"/>
                  </a:cubicBezTo>
                  <a:cubicBezTo>
                    <a:pt x="1534" y="4132"/>
                    <a:pt x="1656" y="4010"/>
                    <a:pt x="1700" y="3876"/>
                  </a:cubicBezTo>
                  <a:cubicBezTo>
                    <a:pt x="1745" y="3743"/>
                    <a:pt x="1734" y="3599"/>
                    <a:pt x="1722" y="3454"/>
                  </a:cubicBezTo>
                  <a:cubicBezTo>
                    <a:pt x="1656" y="2743"/>
                    <a:pt x="1601" y="2032"/>
                    <a:pt x="1534" y="1321"/>
                  </a:cubicBezTo>
                  <a:cubicBezTo>
                    <a:pt x="1500" y="877"/>
                    <a:pt x="1411" y="433"/>
                    <a:pt x="1011" y="155"/>
                  </a:cubicBezTo>
                  <a:cubicBezTo>
                    <a:pt x="877" y="62"/>
                    <a:pt x="720" y="0"/>
                    <a:pt x="576"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62"/>
            <p:cNvSpPr/>
            <p:nvPr/>
          </p:nvSpPr>
          <p:spPr>
            <a:xfrm>
              <a:off x="2725475" y="4032525"/>
              <a:ext cx="27800" cy="28375"/>
            </a:xfrm>
            <a:custGeom>
              <a:avLst/>
              <a:gdLst/>
              <a:ahLst/>
              <a:cxnLst/>
              <a:rect l="l" t="t" r="r" b="b"/>
              <a:pathLst>
                <a:path w="1112" h="1135" extrusionOk="0">
                  <a:moveTo>
                    <a:pt x="449" y="1"/>
                  </a:moveTo>
                  <a:cubicBezTo>
                    <a:pt x="300" y="1"/>
                    <a:pt x="159" y="67"/>
                    <a:pt x="68" y="234"/>
                  </a:cubicBezTo>
                  <a:cubicBezTo>
                    <a:pt x="1" y="367"/>
                    <a:pt x="1" y="522"/>
                    <a:pt x="1" y="666"/>
                  </a:cubicBezTo>
                  <a:cubicBezTo>
                    <a:pt x="12" y="778"/>
                    <a:pt x="23" y="911"/>
                    <a:pt x="100" y="1000"/>
                  </a:cubicBezTo>
                  <a:cubicBezTo>
                    <a:pt x="167" y="1078"/>
                    <a:pt x="278" y="1122"/>
                    <a:pt x="379" y="1133"/>
                  </a:cubicBezTo>
                  <a:cubicBezTo>
                    <a:pt x="393" y="1134"/>
                    <a:pt x="408" y="1135"/>
                    <a:pt x="423" y="1135"/>
                  </a:cubicBezTo>
                  <a:cubicBezTo>
                    <a:pt x="698" y="1135"/>
                    <a:pt x="982" y="941"/>
                    <a:pt x="1045" y="666"/>
                  </a:cubicBezTo>
                  <a:cubicBezTo>
                    <a:pt x="1112" y="367"/>
                    <a:pt x="867" y="111"/>
                    <a:pt x="601" y="22"/>
                  </a:cubicBezTo>
                  <a:cubicBezTo>
                    <a:pt x="550" y="8"/>
                    <a:pt x="499" y="1"/>
                    <a:pt x="44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62"/>
            <p:cNvSpPr/>
            <p:nvPr/>
          </p:nvSpPr>
          <p:spPr>
            <a:xfrm>
              <a:off x="2809350" y="3954450"/>
              <a:ext cx="121950" cy="106475"/>
            </a:xfrm>
            <a:custGeom>
              <a:avLst/>
              <a:gdLst/>
              <a:ahLst/>
              <a:cxnLst/>
              <a:rect l="l" t="t" r="r" b="b"/>
              <a:pathLst>
                <a:path w="4878" h="4259" extrusionOk="0">
                  <a:moveTo>
                    <a:pt x="2663" y="0"/>
                  </a:moveTo>
                  <a:cubicBezTo>
                    <a:pt x="2601" y="0"/>
                    <a:pt x="2539" y="4"/>
                    <a:pt x="2478" y="12"/>
                  </a:cubicBezTo>
                  <a:cubicBezTo>
                    <a:pt x="2289" y="35"/>
                    <a:pt x="2111" y="101"/>
                    <a:pt x="1967" y="212"/>
                  </a:cubicBezTo>
                  <a:cubicBezTo>
                    <a:pt x="1878" y="291"/>
                    <a:pt x="1823" y="590"/>
                    <a:pt x="1734" y="624"/>
                  </a:cubicBezTo>
                  <a:cubicBezTo>
                    <a:pt x="1718" y="632"/>
                    <a:pt x="1704" y="635"/>
                    <a:pt x="1690" y="635"/>
                  </a:cubicBezTo>
                  <a:cubicBezTo>
                    <a:pt x="1604" y="635"/>
                    <a:pt x="1544" y="504"/>
                    <a:pt x="1467" y="446"/>
                  </a:cubicBezTo>
                  <a:cubicBezTo>
                    <a:pt x="1354" y="363"/>
                    <a:pt x="1212" y="318"/>
                    <a:pt x="1074" y="318"/>
                  </a:cubicBezTo>
                  <a:cubicBezTo>
                    <a:pt x="954" y="318"/>
                    <a:pt x="838" y="352"/>
                    <a:pt x="745" y="424"/>
                  </a:cubicBezTo>
                  <a:cubicBezTo>
                    <a:pt x="545" y="568"/>
                    <a:pt x="456" y="824"/>
                    <a:pt x="389" y="1057"/>
                  </a:cubicBezTo>
                  <a:cubicBezTo>
                    <a:pt x="223" y="1646"/>
                    <a:pt x="100" y="2246"/>
                    <a:pt x="34" y="2846"/>
                  </a:cubicBezTo>
                  <a:cubicBezTo>
                    <a:pt x="1" y="3268"/>
                    <a:pt x="11" y="3757"/>
                    <a:pt x="345" y="4012"/>
                  </a:cubicBezTo>
                  <a:cubicBezTo>
                    <a:pt x="500" y="4134"/>
                    <a:pt x="722" y="4167"/>
                    <a:pt x="922" y="4201"/>
                  </a:cubicBezTo>
                  <a:cubicBezTo>
                    <a:pt x="1209" y="4237"/>
                    <a:pt x="1498" y="4258"/>
                    <a:pt x="1787" y="4258"/>
                  </a:cubicBezTo>
                  <a:cubicBezTo>
                    <a:pt x="2125" y="4258"/>
                    <a:pt x="2465" y="4228"/>
                    <a:pt x="2800" y="4157"/>
                  </a:cubicBezTo>
                  <a:cubicBezTo>
                    <a:pt x="3411" y="4023"/>
                    <a:pt x="4000" y="3745"/>
                    <a:pt x="4444" y="3312"/>
                  </a:cubicBezTo>
                  <a:cubicBezTo>
                    <a:pt x="4677" y="3079"/>
                    <a:pt x="4877" y="2779"/>
                    <a:pt x="4877" y="2446"/>
                  </a:cubicBezTo>
                  <a:cubicBezTo>
                    <a:pt x="4877" y="2224"/>
                    <a:pt x="4778" y="2024"/>
                    <a:pt x="4655" y="1824"/>
                  </a:cubicBezTo>
                  <a:cubicBezTo>
                    <a:pt x="4555" y="1668"/>
                    <a:pt x="4433" y="1513"/>
                    <a:pt x="4333" y="1357"/>
                  </a:cubicBezTo>
                  <a:cubicBezTo>
                    <a:pt x="4166" y="1090"/>
                    <a:pt x="4044" y="790"/>
                    <a:pt x="3844" y="546"/>
                  </a:cubicBezTo>
                  <a:cubicBezTo>
                    <a:pt x="3552" y="205"/>
                    <a:pt x="3106" y="0"/>
                    <a:pt x="266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62"/>
            <p:cNvSpPr/>
            <p:nvPr/>
          </p:nvSpPr>
          <p:spPr>
            <a:xfrm>
              <a:off x="2872125" y="4024675"/>
              <a:ext cx="12250" cy="9925"/>
            </a:xfrm>
            <a:custGeom>
              <a:avLst/>
              <a:gdLst/>
              <a:ahLst/>
              <a:cxnLst/>
              <a:rect l="l" t="t" r="r" b="b"/>
              <a:pathLst>
                <a:path w="490" h="397" extrusionOk="0">
                  <a:moveTo>
                    <a:pt x="334" y="0"/>
                  </a:moveTo>
                  <a:cubicBezTo>
                    <a:pt x="314" y="0"/>
                    <a:pt x="291" y="8"/>
                    <a:pt x="267" y="25"/>
                  </a:cubicBezTo>
                  <a:cubicBezTo>
                    <a:pt x="189" y="81"/>
                    <a:pt x="100" y="148"/>
                    <a:pt x="33" y="214"/>
                  </a:cubicBezTo>
                  <a:cubicBezTo>
                    <a:pt x="11" y="225"/>
                    <a:pt x="0" y="247"/>
                    <a:pt x="0" y="281"/>
                  </a:cubicBezTo>
                  <a:cubicBezTo>
                    <a:pt x="0" y="292"/>
                    <a:pt x="11" y="303"/>
                    <a:pt x="11" y="314"/>
                  </a:cubicBezTo>
                  <a:cubicBezTo>
                    <a:pt x="45" y="348"/>
                    <a:pt x="67" y="381"/>
                    <a:pt x="111" y="392"/>
                  </a:cubicBezTo>
                  <a:cubicBezTo>
                    <a:pt x="121" y="395"/>
                    <a:pt x="131" y="397"/>
                    <a:pt x="140" y="397"/>
                  </a:cubicBezTo>
                  <a:cubicBezTo>
                    <a:pt x="164" y="397"/>
                    <a:pt x="188" y="389"/>
                    <a:pt x="211" y="381"/>
                  </a:cubicBezTo>
                  <a:cubicBezTo>
                    <a:pt x="311" y="336"/>
                    <a:pt x="400" y="281"/>
                    <a:pt x="467" y="203"/>
                  </a:cubicBezTo>
                  <a:cubicBezTo>
                    <a:pt x="478" y="181"/>
                    <a:pt x="489" y="170"/>
                    <a:pt x="489" y="148"/>
                  </a:cubicBezTo>
                  <a:cubicBezTo>
                    <a:pt x="489" y="126"/>
                    <a:pt x="478" y="103"/>
                    <a:pt x="455" y="81"/>
                  </a:cubicBezTo>
                  <a:cubicBezTo>
                    <a:pt x="418" y="35"/>
                    <a:pt x="380" y="0"/>
                    <a:pt x="334"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62"/>
            <p:cNvSpPr/>
            <p:nvPr/>
          </p:nvSpPr>
          <p:spPr>
            <a:xfrm>
              <a:off x="2877950" y="3992800"/>
              <a:ext cx="28625" cy="19075"/>
            </a:xfrm>
            <a:custGeom>
              <a:avLst/>
              <a:gdLst/>
              <a:ahLst/>
              <a:cxnLst/>
              <a:rect l="l" t="t" r="r" b="b"/>
              <a:pathLst>
                <a:path w="1145" h="763" extrusionOk="0">
                  <a:moveTo>
                    <a:pt x="978" y="1"/>
                  </a:moveTo>
                  <a:cubicBezTo>
                    <a:pt x="656" y="45"/>
                    <a:pt x="323" y="156"/>
                    <a:pt x="0" y="201"/>
                  </a:cubicBezTo>
                  <a:cubicBezTo>
                    <a:pt x="89" y="423"/>
                    <a:pt x="200" y="656"/>
                    <a:pt x="412" y="734"/>
                  </a:cubicBezTo>
                  <a:cubicBezTo>
                    <a:pt x="465" y="753"/>
                    <a:pt x="522" y="762"/>
                    <a:pt x="580" y="762"/>
                  </a:cubicBezTo>
                  <a:cubicBezTo>
                    <a:pt x="655" y="762"/>
                    <a:pt x="731" y="748"/>
                    <a:pt x="800" y="722"/>
                  </a:cubicBezTo>
                  <a:cubicBezTo>
                    <a:pt x="867" y="700"/>
                    <a:pt x="933" y="667"/>
                    <a:pt x="978" y="611"/>
                  </a:cubicBezTo>
                  <a:cubicBezTo>
                    <a:pt x="1100" y="467"/>
                    <a:pt x="1145" y="112"/>
                    <a:pt x="9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62"/>
            <p:cNvSpPr/>
            <p:nvPr/>
          </p:nvSpPr>
          <p:spPr>
            <a:xfrm>
              <a:off x="2826575" y="4001400"/>
              <a:ext cx="20025" cy="13925"/>
            </a:xfrm>
            <a:custGeom>
              <a:avLst/>
              <a:gdLst/>
              <a:ahLst/>
              <a:cxnLst/>
              <a:rect l="l" t="t" r="r" b="b"/>
              <a:pathLst>
                <a:path w="801" h="557" extrusionOk="0">
                  <a:moveTo>
                    <a:pt x="800" y="1"/>
                  </a:moveTo>
                  <a:cubicBezTo>
                    <a:pt x="567" y="45"/>
                    <a:pt x="312" y="57"/>
                    <a:pt x="89" y="112"/>
                  </a:cubicBezTo>
                  <a:cubicBezTo>
                    <a:pt x="1" y="234"/>
                    <a:pt x="122" y="457"/>
                    <a:pt x="245" y="523"/>
                  </a:cubicBezTo>
                  <a:cubicBezTo>
                    <a:pt x="289" y="546"/>
                    <a:pt x="344" y="556"/>
                    <a:pt x="389" y="556"/>
                  </a:cubicBezTo>
                  <a:cubicBezTo>
                    <a:pt x="489" y="556"/>
                    <a:pt x="589" y="523"/>
                    <a:pt x="667" y="467"/>
                  </a:cubicBezTo>
                  <a:cubicBezTo>
                    <a:pt x="789" y="356"/>
                    <a:pt x="800" y="168"/>
                    <a:pt x="80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62"/>
            <p:cNvSpPr/>
            <p:nvPr/>
          </p:nvSpPr>
          <p:spPr>
            <a:xfrm>
              <a:off x="2822125" y="3981700"/>
              <a:ext cx="30850" cy="17800"/>
            </a:xfrm>
            <a:custGeom>
              <a:avLst/>
              <a:gdLst/>
              <a:ahLst/>
              <a:cxnLst/>
              <a:rect l="l" t="t" r="r" b="b"/>
              <a:pathLst>
                <a:path w="1234" h="712" extrusionOk="0">
                  <a:moveTo>
                    <a:pt x="1112" y="0"/>
                  </a:moveTo>
                  <a:cubicBezTo>
                    <a:pt x="945" y="11"/>
                    <a:pt x="778" y="78"/>
                    <a:pt x="634" y="144"/>
                  </a:cubicBezTo>
                  <a:cubicBezTo>
                    <a:pt x="389" y="256"/>
                    <a:pt x="179" y="423"/>
                    <a:pt x="1" y="633"/>
                  </a:cubicBezTo>
                  <a:cubicBezTo>
                    <a:pt x="11" y="667"/>
                    <a:pt x="34" y="689"/>
                    <a:pt x="45" y="711"/>
                  </a:cubicBezTo>
                  <a:cubicBezTo>
                    <a:pt x="367" y="522"/>
                    <a:pt x="767" y="478"/>
                    <a:pt x="1145" y="423"/>
                  </a:cubicBezTo>
                  <a:cubicBezTo>
                    <a:pt x="1178" y="423"/>
                    <a:pt x="1211" y="411"/>
                    <a:pt x="1233" y="400"/>
                  </a:cubicBezTo>
                  <a:cubicBezTo>
                    <a:pt x="1189" y="267"/>
                    <a:pt x="1156" y="134"/>
                    <a:pt x="111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62"/>
            <p:cNvSpPr/>
            <p:nvPr/>
          </p:nvSpPr>
          <p:spPr>
            <a:xfrm>
              <a:off x="2871575" y="3974850"/>
              <a:ext cx="36125" cy="12700"/>
            </a:xfrm>
            <a:custGeom>
              <a:avLst/>
              <a:gdLst/>
              <a:ahLst/>
              <a:cxnLst/>
              <a:rect l="l" t="t" r="r" b="b"/>
              <a:pathLst>
                <a:path w="1445" h="508" extrusionOk="0">
                  <a:moveTo>
                    <a:pt x="161" y="1"/>
                  </a:moveTo>
                  <a:cubicBezTo>
                    <a:pt x="118" y="1"/>
                    <a:pt x="75" y="3"/>
                    <a:pt x="33" y="8"/>
                  </a:cubicBezTo>
                  <a:cubicBezTo>
                    <a:pt x="22" y="141"/>
                    <a:pt x="11" y="285"/>
                    <a:pt x="0" y="418"/>
                  </a:cubicBezTo>
                  <a:cubicBezTo>
                    <a:pt x="33" y="430"/>
                    <a:pt x="67" y="430"/>
                    <a:pt x="111" y="430"/>
                  </a:cubicBezTo>
                  <a:cubicBezTo>
                    <a:pt x="294" y="421"/>
                    <a:pt x="482" y="409"/>
                    <a:pt x="668" y="409"/>
                  </a:cubicBezTo>
                  <a:cubicBezTo>
                    <a:pt x="922" y="409"/>
                    <a:pt x="1174" y="430"/>
                    <a:pt x="1411" y="507"/>
                  </a:cubicBezTo>
                  <a:cubicBezTo>
                    <a:pt x="1422" y="474"/>
                    <a:pt x="1433" y="452"/>
                    <a:pt x="1444" y="430"/>
                  </a:cubicBezTo>
                  <a:cubicBezTo>
                    <a:pt x="1188" y="252"/>
                    <a:pt x="911" y="119"/>
                    <a:pt x="611" y="63"/>
                  </a:cubicBezTo>
                  <a:cubicBezTo>
                    <a:pt x="472" y="28"/>
                    <a:pt x="314" y="1"/>
                    <a:pt x="16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62"/>
            <p:cNvSpPr/>
            <p:nvPr/>
          </p:nvSpPr>
          <p:spPr>
            <a:xfrm>
              <a:off x="2894050" y="3993925"/>
              <a:ext cx="9750" cy="9750"/>
            </a:xfrm>
            <a:custGeom>
              <a:avLst/>
              <a:gdLst/>
              <a:ahLst/>
              <a:cxnLst/>
              <a:rect l="l" t="t" r="r" b="b"/>
              <a:pathLst>
                <a:path w="390" h="390" extrusionOk="0">
                  <a:moveTo>
                    <a:pt x="190" y="0"/>
                  </a:moveTo>
                  <a:cubicBezTo>
                    <a:pt x="89" y="0"/>
                    <a:pt x="1" y="111"/>
                    <a:pt x="12" y="211"/>
                  </a:cubicBezTo>
                  <a:cubicBezTo>
                    <a:pt x="22" y="315"/>
                    <a:pt x="91" y="390"/>
                    <a:pt x="191" y="390"/>
                  </a:cubicBezTo>
                  <a:cubicBezTo>
                    <a:pt x="198" y="390"/>
                    <a:pt x="205" y="389"/>
                    <a:pt x="212" y="389"/>
                  </a:cubicBezTo>
                  <a:cubicBezTo>
                    <a:pt x="301" y="389"/>
                    <a:pt x="390" y="289"/>
                    <a:pt x="378" y="189"/>
                  </a:cubicBezTo>
                  <a:cubicBezTo>
                    <a:pt x="368" y="78"/>
                    <a:pt x="289" y="0"/>
                    <a:pt x="19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62"/>
            <p:cNvSpPr/>
            <p:nvPr/>
          </p:nvSpPr>
          <p:spPr>
            <a:xfrm>
              <a:off x="2836275" y="4003350"/>
              <a:ext cx="10600" cy="9325"/>
            </a:xfrm>
            <a:custGeom>
              <a:avLst/>
              <a:gdLst/>
              <a:ahLst/>
              <a:cxnLst/>
              <a:rect l="l" t="t" r="r" b="b"/>
              <a:pathLst>
                <a:path w="424" h="373" extrusionOk="0">
                  <a:moveTo>
                    <a:pt x="205" y="1"/>
                  </a:moveTo>
                  <a:cubicBezTo>
                    <a:pt x="174" y="1"/>
                    <a:pt x="142" y="8"/>
                    <a:pt x="112" y="23"/>
                  </a:cubicBezTo>
                  <a:cubicBezTo>
                    <a:pt x="35" y="78"/>
                    <a:pt x="1" y="201"/>
                    <a:pt x="57" y="278"/>
                  </a:cubicBezTo>
                  <a:cubicBezTo>
                    <a:pt x="94" y="337"/>
                    <a:pt x="155" y="372"/>
                    <a:pt x="219" y="372"/>
                  </a:cubicBezTo>
                  <a:cubicBezTo>
                    <a:pt x="250" y="372"/>
                    <a:pt x="282" y="364"/>
                    <a:pt x="312" y="345"/>
                  </a:cubicBezTo>
                  <a:cubicBezTo>
                    <a:pt x="390" y="300"/>
                    <a:pt x="423" y="179"/>
                    <a:pt x="368" y="90"/>
                  </a:cubicBezTo>
                  <a:cubicBezTo>
                    <a:pt x="331" y="31"/>
                    <a:pt x="269" y="1"/>
                    <a:pt x="20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62"/>
            <p:cNvSpPr/>
            <p:nvPr/>
          </p:nvSpPr>
          <p:spPr>
            <a:xfrm>
              <a:off x="2860175" y="4031700"/>
              <a:ext cx="10025" cy="14800"/>
            </a:xfrm>
            <a:custGeom>
              <a:avLst/>
              <a:gdLst/>
              <a:ahLst/>
              <a:cxnLst/>
              <a:rect l="l" t="t" r="r" b="b"/>
              <a:pathLst>
                <a:path w="401" h="592" extrusionOk="0">
                  <a:moveTo>
                    <a:pt x="345" y="0"/>
                  </a:moveTo>
                  <a:cubicBezTo>
                    <a:pt x="323" y="11"/>
                    <a:pt x="301" y="33"/>
                    <a:pt x="278" y="44"/>
                  </a:cubicBezTo>
                  <a:cubicBezTo>
                    <a:pt x="167" y="111"/>
                    <a:pt x="89" y="211"/>
                    <a:pt x="12" y="311"/>
                  </a:cubicBezTo>
                  <a:cubicBezTo>
                    <a:pt x="12" y="322"/>
                    <a:pt x="0" y="322"/>
                    <a:pt x="0" y="322"/>
                  </a:cubicBezTo>
                  <a:cubicBezTo>
                    <a:pt x="12" y="344"/>
                    <a:pt x="22" y="356"/>
                    <a:pt x="34" y="366"/>
                  </a:cubicBezTo>
                  <a:cubicBezTo>
                    <a:pt x="134" y="455"/>
                    <a:pt x="234" y="533"/>
                    <a:pt x="345" y="588"/>
                  </a:cubicBezTo>
                  <a:cubicBezTo>
                    <a:pt x="351" y="591"/>
                    <a:pt x="357" y="592"/>
                    <a:pt x="363" y="592"/>
                  </a:cubicBezTo>
                  <a:cubicBezTo>
                    <a:pt x="386" y="592"/>
                    <a:pt x="400" y="574"/>
                    <a:pt x="400" y="555"/>
                  </a:cubicBezTo>
                  <a:cubicBezTo>
                    <a:pt x="378" y="455"/>
                    <a:pt x="367" y="300"/>
                    <a:pt x="356" y="277"/>
                  </a:cubicBezTo>
                  <a:cubicBezTo>
                    <a:pt x="345" y="178"/>
                    <a:pt x="345" y="89"/>
                    <a:pt x="34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62"/>
            <p:cNvSpPr/>
            <p:nvPr/>
          </p:nvSpPr>
          <p:spPr>
            <a:xfrm>
              <a:off x="2887125" y="4019475"/>
              <a:ext cx="13050" cy="11975"/>
            </a:xfrm>
            <a:custGeom>
              <a:avLst/>
              <a:gdLst/>
              <a:ahLst/>
              <a:cxnLst/>
              <a:rect l="l" t="t" r="r" b="b"/>
              <a:pathLst>
                <a:path w="522" h="479" extrusionOk="0">
                  <a:moveTo>
                    <a:pt x="455" y="0"/>
                  </a:moveTo>
                  <a:cubicBezTo>
                    <a:pt x="378" y="11"/>
                    <a:pt x="300" y="33"/>
                    <a:pt x="222" y="55"/>
                  </a:cubicBezTo>
                  <a:cubicBezTo>
                    <a:pt x="156" y="89"/>
                    <a:pt x="78" y="111"/>
                    <a:pt x="0" y="111"/>
                  </a:cubicBezTo>
                  <a:lnTo>
                    <a:pt x="11" y="122"/>
                  </a:lnTo>
                  <a:cubicBezTo>
                    <a:pt x="89" y="178"/>
                    <a:pt x="178" y="233"/>
                    <a:pt x="245" y="289"/>
                  </a:cubicBezTo>
                  <a:cubicBezTo>
                    <a:pt x="267" y="311"/>
                    <a:pt x="389" y="400"/>
                    <a:pt x="467" y="467"/>
                  </a:cubicBezTo>
                  <a:cubicBezTo>
                    <a:pt x="471" y="475"/>
                    <a:pt x="477" y="478"/>
                    <a:pt x="484" y="478"/>
                  </a:cubicBezTo>
                  <a:cubicBezTo>
                    <a:pt x="497" y="478"/>
                    <a:pt x="511" y="466"/>
                    <a:pt x="511" y="445"/>
                  </a:cubicBezTo>
                  <a:cubicBezTo>
                    <a:pt x="522" y="322"/>
                    <a:pt x="522" y="189"/>
                    <a:pt x="489" y="55"/>
                  </a:cubicBezTo>
                  <a:cubicBezTo>
                    <a:pt x="489" y="45"/>
                    <a:pt x="489" y="22"/>
                    <a:pt x="467" y="11"/>
                  </a:cubicBezTo>
                  <a:cubicBezTo>
                    <a:pt x="467" y="0"/>
                    <a:pt x="455" y="0"/>
                    <a:pt x="45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62"/>
            <p:cNvSpPr/>
            <p:nvPr/>
          </p:nvSpPr>
          <p:spPr>
            <a:xfrm>
              <a:off x="2877675" y="3991700"/>
              <a:ext cx="25025" cy="6950"/>
            </a:xfrm>
            <a:custGeom>
              <a:avLst/>
              <a:gdLst/>
              <a:ahLst/>
              <a:cxnLst/>
              <a:rect l="l" t="t" r="r" b="b"/>
              <a:pathLst>
                <a:path w="1001" h="278" extrusionOk="0">
                  <a:moveTo>
                    <a:pt x="978" y="0"/>
                  </a:moveTo>
                  <a:cubicBezTo>
                    <a:pt x="656" y="111"/>
                    <a:pt x="334" y="178"/>
                    <a:pt x="1" y="211"/>
                  </a:cubicBezTo>
                  <a:lnTo>
                    <a:pt x="1" y="278"/>
                  </a:lnTo>
                  <a:cubicBezTo>
                    <a:pt x="345" y="245"/>
                    <a:pt x="678" y="167"/>
                    <a:pt x="1000" y="55"/>
                  </a:cubicBezTo>
                  <a:lnTo>
                    <a:pt x="97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62"/>
            <p:cNvSpPr/>
            <p:nvPr/>
          </p:nvSpPr>
          <p:spPr>
            <a:xfrm>
              <a:off x="2828250" y="4000575"/>
              <a:ext cx="19450" cy="4200"/>
            </a:xfrm>
            <a:custGeom>
              <a:avLst/>
              <a:gdLst/>
              <a:ahLst/>
              <a:cxnLst/>
              <a:rect l="l" t="t" r="r" b="b"/>
              <a:pathLst>
                <a:path w="778" h="168" extrusionOk="0">
                  <a:moveTo>
                    <a:pt x="756" y="1"/>
                  </a:moveTo>
                  <a:cubicBezTo>
                    <a:pt x="511" y="68"/>
                    <a:pt x="255" y="100"/>
                    <a:pt x="0" y="100"/>
                  </a:cubicBezTo>
                  <a:lnTo>
                    <a:pt x="0" y="167"/>
                  </a:lnTo>
                  <a:cubicBezTo>
                    <a:pt x="267" y="167"/>
                    <a:pt x="522" y="123"/>
                    <a:pt x="778" y="56"/>
                  </a:cubicBezTo>
                  <a:lnTo>
                    <a:pt x="7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62"/>
            <p:cNvSpPr/>
            <p:nvPr/>
          </p:nvSpPr>
          <p:spPr>
            <a:xfrm>
              <a:off x="2853225" y="4004150"/>
              <a:ext cx="24475" cy="18950"/>
            </a:xfrm>
            <a:custGeom>
              <a:avLst/>
              <a:gdLst/>
              <a:ahLst/>
              <a:cxnLst/>
              <a:rect l="l" t="t" r="r" b="b"/>
              <a:pathLst>
                <a:path w="979" h="758" extrusionOk="0">
                  <a:moveTo>
                    <a:pt x="788" y="1"/>
                  </a:moveTo>
                  <a:cubicBezTo>
                    <a:pt x="653" y="1"/>
                    <a:pt x="530" y="87"/>
                    <a:pt x="456" y="213"/>
                  </a:cubicBezTo>
                  <a:cubicBezTo>
                    <a:pt x="434" y="180"/>
                    <a:pt x="412" y="147"/>
                    <a:pt x="379" y="113"/>
                  </a:cubicBezTo>
                  <a:cubicBezTo>
                    <a:pt x="333" y="74"/>
                    <a:pt x="273" y="50"/>
                    <a:pt x="213" y="50"/>
                  </a:cubicBezTo>
                  <a:cubicBezTo>
                    <a:pt x="170" y="50"/>
                    <a:pt x="127" y="63"/>
                    <a:pt x="90" y="91"/>
                  </a:cubicBezTo>
                  <a:cubicBezTo>
                    <a:pt x="34" y="147"/>
                    <a:pt x="1" y="246"/>
                    <a:pt x="23" y="347"/>
                  </a:cubicBezTo>
                  <a:cubicBezTo>
                    <a:pt x="56" y="513"/>
                    <a:pt x="167" y="635"/>
                    <a:pt x="256" y="757"/>
                  </a:cubicBezTo>
                  <a:lnTo>
                    <a:pt x="334" y="691"/>
                  </a:lnTo>
                  <a:cubicBezTo>
                    <a:pt x="256" y="579"/>
                    <a:pt x="157" y="468"/>
                    <a:pt x="134" y="324"/>
                  </a:cubicBezTo>
                  <a:cubicBezTo>
                    <a:pt x="112" y="280"/>
                    <a:pt x="123" y="202"/>
                    <a:pt x="157" y="169"/>
                  </a:cubicBezTo>
                  <a:cubicBezTo>
                    <a:pt x="172" y="157"/>
                    <a:pt x="190" y="152"/>
                    <a:pt x="209" y="152"/>
                  </a:cubicBezTo>
                  <a:cubicBezTo>
                    <a:pt x="245" y="152"/>
                    <a:pt x="283" y="169"/>
                    <a:pt x="312" y="191"/>
                  </a:cubicBezTo>
                  <a:cubicBezTo>
                    <a:pt x="367" y="236"/>
                    <a:pt x="401" y="313"/>
                    <a:pt x="423" y="380"/>
                  </a:cubicBezTo>
                  <a:lnTo>
                    <a:pt x="500" y="569"/>
                  </a:lnTo>
                  <a:lnTo>
                    <a:pt x="523" y="357"/>
                  </a:lnTo>
                  <a:cubicBezTo>
                    <a:pt x="534" y="224"/>
                    <a:pt x="668" y="102"/>
                    <a:pt x="811" y="102"/>
                  </a:cubicBezTo>
                  <a:lnTo>
                    <a:pt x="834" y="102"/>
                  </a:lnTo>
                  <a:cubicBezTo>
                    <a:pt x="834" y="102"/>
                    <a:pt x="834" y="113"/>
                    <a:pt x="845" y="113"/>
                  </a:cubicBezTo>
                  <a:cubicBezTo>
                    <a:pt x="856" y="169"/>
                    <a:pt x="834" y="236"/>
                    <a:pt x="801" y="302"/>
                  </a:cubicBezTo>
                  <a:cubicBezTo>
                    <a:pt x="756" y="424"/>
                    <a:pt x="690" y="535"/>
                    <a:pt x="589" y="579"/>
                  </a:cubicBezTo>
                  <a:lnTo>
                    <a:pt x="623" y="668"/>
                  </a:lnTo>
                  <a:cubicBezTo>
                    <a:pt x="634" y="668"/>
                    <a:pt x="645" y="668"/>
                    <a:pt x="656" y="658"/>
                  </a:cubicBezTo>
                  <a:cubicBezTo>
                    <a:pt x="779" y="602"/>
                    <a:pt x="845" y="468"/>
                    <a:pt x="900" y="347"/>
                  </a:cubicBezTo>
                  <a:cubicBezTo>
                    <a:pt x="934" y="280"/>
                    <a:pt x="979" y="180"/>
                    <a:pt x="934" y="80"/>
                  </a:cubicBezTo>
                  <a:cubicBezTo>
                    <a:pt x="923" y="46"/>
                    <a:pt x="912" y="24"/>
                    <a:pt x="878" y="13"/>
                  </a:cubicBezTo>
                  <a:cubicBezTo>
                    <a:pt x="856" y="2"/>
                    <a:pt x="834" y="2"/>
                    <a:pt x="811" y="2"/>
                  </a:cubicBezTo>
                  <a:cubicBezTo>
                    <a:pt x="804" y="1"/>
                    <a:pt x="796" y="1"/>
                    <a:pt x="78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62"/>
            <p:cNvSpPr/>
            <p:nvPr/>
          </p:nvSpPr>
          <p:spPr>
            <a:xfrm>
              <a:off x="2859350" y="4018350"/>
              <a:ext cx="39725" cy="22525"/>
            </a:xfrm>
            <a:custGeom>
              <a:avLst/>
              <a:gdLst/>
              <a:ahLst/>
              <a:cxnLst/>
              <a:rect l="l" t="t" r="r" b="b"/>
              <a:pathLst>
                <a:path w="1589" h="901" extrusionOk="0">
                  <a:moveTo>
                    <a:pt x="1578" y="1"/>
                  </a:moveTo>
                  <a:cubicBezTo>
                    <a:pt x="1411" y="23"/>
                    <a:pt x="1255" y="56"/>
                    <a:pt x="1100" y="112"/>
                  </a:cubicBezTo>
                  <a:cubicBezTo>
                    <a:pt x="678" y="245"/>
                    <a:pt x="289" y="512"/>
                    <a:pt x="0" y="867"/>
                  </a:cubicBezTo>
                  <a:cubicBezTo>
                    <a:pt x="11" y="878"/>
                    <a:pt x="33" y="890"/>
                    <a:pt x="45" y="900"/>
                  </a:cubicBezTo>
                  <a:cubicBezTo>
                    <a:pt x="433" y="434"/>
                    <a:pt x="989" y="134"/>
                    <a:pt x="1589" y="67"/>
                  </a:cubicBezTo>
                  <a:cubicBezTo>
                    <a:pt x="1578" y="45"/>
                    <a:pt x="1578" y="23"/>
                    <a:pt x="157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8" name="Google Shape;2318;p62"/>
          <p:cNvGrpSpPr/>
          <p:nvPr/>
        </p:nvGrpSpPr>
        <p:grpSpPr>
          <a:xfrm>
            <a:off x="4160516" y="2383764"/>
            <a:ext cx="952689" cy="1686271"/>
            <a:chOff x="5099250" y="294575"/>
            <a:chExt cx="701125" cy="1241000"/>
          </a:xfrm>
        </p:grpSpPr>
        <p:sp>
          <p:nvSpPr>
            <p:cNvPr id="2319" name="Google Shape;2319;p62"/>
            <p:cNvSpPr/>
            <p:nvPr/>
          </p:nvSpPr>
          <p:spPr>
            <a:xfrm>
              <a:off x="5226475" y="1418050"/>
              <a:ext cx="209075" cy="60925"/>
            </a:xfrm>
            <a:custGeom>
              <a:avLst/>
              <a:gdLst/>
              <a:ahLst/>
              <a:cxnLst/>
              <a:rect l="l" t="t" r="r" b="b"/>
              <a:pathLst>
                <a:path w="8363" h="2437" extrusionOk="0">
                  <a:moveTo>
                    <a:pt x="5742" y="0"/>
                  </a:moveTo>
                  <a:cubicBezTo>
                    <a:pt x="4678" y="0"/>
                    <a:pt x="3492" y="60"/>
                    <a:pt x="2744" y="277"/>
                  </a:cubicBezTo>
                  <a:cubicBezTo>
                    <a:pt x="2344" y="392"/>
                    <a:pt x="2073" y="549"/>
                    <a:pt x="2030" y="778"/>
                  </a:cubicBezTo>
                  <a:cubicBezTo>
                    <a:pt x="1915" y="1364"/>
                    <a:pt x="1330" y="1807"/>
                    <a:pt x="829" y="2078"/>
                  </a:cubicBezTo>
                  <a:cubicBezTo>
                    <a:pt x="387" y="2322"/>
                    <a:pt x="0" y="2436"/>
                    <a:pt x="0" y="2436"/>
                  </a:cubicBezTo>
                  <a:lnTo>
                    <a:pt x="915" y="2379"/>
                  </a:lnTo>
                  <a:lnTo>
                    <a:pt x="1130" y="2364"/>
                  </a:lnTo>
                  <a:lnTo>
                    <a:pt x="1358" y="2350"/>
                  </a:lnTo>
                  <a:lnTo>
                    <a:pt x="4688" y="2122"/>
                  </a:lnTo>
                  <a:lnTo>
                    <a:pt x="5675" y="2050"/>
                  </a:lnTo>
                  <a:lnTo>
                    <a:pt x="7219" y="1950"/>
                  </a:lnTo>
                  <a:lnTo>
                    <a:pt x="8362" y="1864"/>
                  </a:lnTo>
                  <a:cubicBezTo>
                    <a:pt x="8347" y="1836"/>
                    <a:pt x="8347" y="1807"/>
                    <a:pt x="8347" y="1779"/>
                  </a:cubicBezTo>
                  <a:lnTo>
                    <a:pt x="8076" y="77"/>
                  </a:lnTo>
                  <a:cubicBezTo>
                    <a:pt x="8076" y="77"/>
                    <a:pt x="7576" y="35"/>
                    <a:pt x="6861" y="20"/>
                  </a:cubicBezTo>
                  <a:cubicBezTo>
                    <a:pt x="6525" y="8"/>
                    <a:pt x="6142" y="0"/>
                    <a:pt x="574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62"/>
            <p:cNvSpPr/>
            <p:nvPr/>
          </p:nvSpPr>
          <p:spPr>
            <a:xfrm>
              <a:off x="5133550" y="1473225"/>
              <a:ext cx="83650" cy="62350"/>
            </a:xfrm>
            <a:custGeom>
              <a:avLst/>
              <a:gdLst/>
              <a:ahLst/>
              <a:cxnLst/>
              <a:rect l="l" t="t" r="r" b="b"/>
              <a:pathLst>
                <a:path w="3346" h="2494" extrusionOk="0">
                  <a:moveTo>
                    <a:pt x="1401" y="0"/>
                  </a:moveTo>
                  <a:cubicBezTo>
                    <a:pt x="301" y="0"/>
                    <a:pt x="1" y="1729"/>
                    <a:pt x="944" y="2301"/>
                  </a:cubicBezTo>
                  <a:cubicBezTo>
                    <a:pt x="1180" y="2441"/>
                    <a:pt x="1449" y="2493"/>
                    <a:pt x="1718" y="2493"/>
                  </a:cubicBezTo>
                  <a:cubicBezTo>
                    <a:pt x="2249" y="2493"/>
                    <a:pt x="2785" y="2291"/>
                    <a:pt x="3088" y="2158"/>
                  </a:cubicBezTo>
                  <a:cubicBezTo>
                    <a:pt x="3103" y="2158"/>
                    <a:pt x="3103" y="2145"/>
                    <a:pt x="3103" y="2145"/>
                  </a:cubicBezTo>
                  <a:cubicBezTo>
                    <a:pt x="3260" y="2087"/>
                    <a:pt x="3345" y="2030"/>
                    <a:pt x="3345" y="2030"/>
                  </a:cubicBezTo>
                  <a:lnTo>
                    <a:pt x="3160" y="672"/>
                  </a:lnTo>
                  <a:lnTo>
                    <a:pt x="3145" y="601"/>
                  </a:lnTo>
                  <a:cubicBezTo>
                    <a:pt x="3145" y="601"/>
                    <a:pt x="2917" y="386"/>
                    <a:pt x="2488" y="201"/>
                  </a:cubicBezTo>
                  <a:cubicBezTo>
                    <a:pt x="2202" y="86"/>
                    <a:pt x="1845" y="0"/>
                    <a:pt x="14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62"/>
            <p:cNvSpPr/>
            <p:nvPr/>
          </p:nvSpPr>
          <p:spPr>
            <a:xfrm>
              <a:off x="5187525" y="1464925"/>
              <a:ext cx="89700" cy="65625"/>
            </a:xfrm>
            <a:custGeom>
              <a:avLst/>
              <a:gdLst/>
              <a:ahLst/>
              <a:cxnLst/>
              <a:rect l="l" t="t" r="r" b="b"/>
              <a:pathLst>
                <a:path w="3588" h="2625" extrusionOk="0">
                  <a:moveTo>
                    <a:pt x="1408" y="0"/>
                  </a:moveTo>
                  <a:cubicBezTo>
                    <a:pt x="1269" y="0"/>
                    <a:pt x="1128" y="14"/>
                    <a:pt x="986" y="47"/>
                  </a:cubicBezTo>
                  <a:cubicBezTo>
                    <a:pt x="672" y="118"/>
                    <a:pt x="458" y="304"/>
                    <a:pt x="329" y="533"/>
                  </a:cubicBezTo>
                  <a:cubicBezTo>
                    <a:pt x="1" y="1147"/>
                    <a:pt x="214" y="2105"/>
                    <a:pt x="901" y="2462"/>
                  </a:cubicBezTo>
                  <a:cubicBezTo>
                    <a:pt x="915" y="2462"/>
                    <a:pt x="929" y="2477"/>
                    <a:pt x="944" y="2477"/>
                  </a:cubicBezTo>
                  <a:cubicBezTo>
                    <a:pt x="1030" y="2519"/>
                    <a:pt x="1101" y="2547"/>
                    <a:pt x="1186" y="2562"/>
                  </a:cubicBezTo>
                  <a:cubicBezTo>
                    <a:pt x="1368" y="2606"/>
                    <a:pt x="1549" y="2625"/>
                    <a:pt x="1725" y="2625"/>
                  </a:cubicBezTo>
                  <a:cubicBezTo>
                    <a:pt x="2242" y="2625"/>
                    <a:pt x="2718" y="2464"/>
                    <a:pt x="3059" y="2305"/>
                  </a:cubicBezTo>
                  <a:cubicBezTo>
                    <a:pt x="3388" y="2147"/>
                    <a:pt x="3588" y="2004"/>
                    <a:pt x="3588" y="2004"/>
                  </a:cubicBezTo>
                  <a:lnTo>
                    <a:pt x="3245" y="704"/>
                  </a:lnTo>
                  <a:cubicBezTo>
                    <a:pt x="3245" y="704"/>
                    <a:pt x="3130" y="590"/>
                    <a:pt x="2916" y="475"/>
                  </a:cubicBezTo>
                  <a:cubicBezTo>
                    <a:pt x="2859" y="432"/>
                    <a:pt x="2802" y="403"/>
                    <a:pt x="2745" y="375"/>
                  </a:cubicBezTo>
                  <a:cubicBezTo>
                    <a:pt x="2716" y="361"/>
                    <a:pt x="2673" y="332"/>
                    <a:pt x="2644" y="318"/>
                  </a:cubicBezTo>
                  <a:cubicBezTo>
                    <a:pt x="2559" y="275"/>
                    <a:pt x="2473" y="247"/>
                    <a:pt x="2387" y="203"/>
                  </a:cubicBezTo>
                  <a:cubicBezTo>
                    <a:pt x="2100" y="91"/>
                    <a:pt x="1762" y="0"/>
                    <a:pt x="140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62"/>
            <p:cNvSpPr/>
            <p:nvPr/>
          </p:nvSpPr>
          <p:spPr>
            <a:xfrm>
              <a:off x="5241850" y="1405275"/>
              <a:ext cx="195125" cy="119050"/>
            </a:xfrm>
            <a:custGeom>
              <a:avLst/>
              <a:gdLst/>
              <a:ahLst/>
              <a:cxnLst/>
              <a:rect l="l" t="t" r="r" b="b"/>
              <a:pathLst>
                <a:path w="7805" h="4762" extrusionOk="0">
                  <a:moveTo>
                    <a:pt x="3527" y="1"/>
                  </a:moveTo>
                  <a:cubicBezTo>
                    <a:pt x="2734" y="1"/>
                    <a:pt x="2158" y="102"/>
                    <a:pt x="2158" y="102"/>
                  </a:cubicBezTo>
                  <a:lnTo>
                    <a:pt x="2129" y="788"/>
                  </a:lnTo>
                  <a:lnTo>
                    <a:pt x="2072" y="2118"/>
                  </a:lnTo>
                  <a:lnTo>
                    <a:pt x="2058" y="2433"/>
                  </a:lnTo>
                  <a:cubicBezTo>
                    <a:pt x="1843" y="2373"/>
                    <a:pt x="1642" y="2345"/>
                    <a:pt x="1458" y="2345"/>
                  </a:cubicBezTo>
                  <a:cubicBezTo>
                    <a:pt x="1202" y="2345"/>
                    <a:pt x="977" y="2398"/>
                    <a:pt x="786" y="2490"/>
                  </a:cubicBezTo>
                  <a:cubicBezTo>
                    <a:pt x="658" y="2547"/>
                    <a:pt x="557" y="2618"/>
                    <a:pt x="471" y="2704"/>
                  </a:cubicBezTo>
                  <a:cubicBezTo>
                    <a:pt x="400" y="2761"/>
                    <a:pt x="357" y="2818"/>
                    <a:pt x="300" y="2890"/>
                  </a:cubicBezTo>
                  <a:cubicBezTo>
                    <a:pt x="214" y="3018"/>
                    <a:pt x="143" y="3161"/>
                    <a:pt x="100" y="3304"/>
                  </a:cubicBezTo>
                  <a:cubicBezTo>
                    <a:pt x="0" y="3704"/>
                    <a:pt x="115" y="4148"/>
                    <a:pt x="486" y="4447"/>
                  </a:cubicBezTo>
                  <a:cubicBezTo>
                    <a:pt x="629" y="4562"/>
                    <a:pt x="757" y="4634"/>
                    <a:pt x="886" y="4691"/>
                  </a:cubicBezTo>
                  <a:cubicBezTo>
                    <a:pt x="1016" y="4741"/>
                    <a:pt x="1140" y="4762"/>
                    <a:pt x="1262" y="4762"/>
                  </a:cubicBezTo>
                  <a:cubicBezTo>
                    <a:pt x="1842" y="4762"/>
                    <a:pt x="2380" y="4285"/>
                    <a:pt x="3231" y="4119"/>
                  </a:cubicBezTo>
                  <a:cubicBezTo>
                    <a:pt x="3547" y="4058"/>
                    <a:pt x="3936" y="4040"/>
                    <a:pt x="4357" y="4040"/>
                  </a:cubicBezTo>
                  <a:cubicBezTo>
                    <a:pt x="4525" y="4040"/>
                    <a:pt x="4698" y="4043"/>
                    <a:pt x="4874" y="4047"/>
                  </a:cubicBezTo>
                  <a:cubicBezTo>
                    <a:pt x="4940" y="4047"/>
                    <a:pt x="5007" y="4047"/>
                    <a:pt x="5073" y="4047"/>
                  </a:cubicBezTo>
                  <a:cubicBezTo>
                    <a:pt x="6065" y="4047"/>
                    <a:pt x="7046" y="4034"/>
                    <a:pt x="7461" y="3618"/>
                  </a:cubicBezTo>
                  <a:cubicBezTo>
                    <a:pt x="7747" y="3333"/>
                    <a:pt x="7804" y="2947"/>
                    <a:pt x="7761" y="2576"/>
                  </a:cubicBezTo>
                  <a:cubicBezTo>
                    <a:pt x="7761" y="2504"/>
                    <a:pt x="7747" y="2446"/>
                    <a:pt x="7747" y="2375"/>
                  </a:cubicBezTo>
                  <a:cubicBezTo>
                    <a:pt x="7732" y="2347"/>
                    <a:pt x="7732" y="2318"/>
                    <a:pt x="7732" y="2290"/>
                  </a:cubicBezTo>
                  <a:cubicBezTo>
                    <a:pt x="7633" y="1846"/>
                    <a:pt x="7461" y="1489"/>
                    <a:pt x="7461" y="1489"/>
                  </a:cubicBezTo>
                  <a:cubicBezTo>
                    <a:pt x="7132" y="1060"/>
                    <a:pt x="6718" y="746"/>
                    <a:pt x="6246" y="531"/>
                  </a:cubicBezTo>
                  <a:cubicBezTo>
                    <a:pt x="5366" y="106"/>
                    <a:pt x="4334" y="1"/>
                    <a:pt x="3527"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62"/>
            <p:cNvSpPr/>
            <p:nvPr/>
          </p:nvSpPr>
          <p:spPr>
            <a:xfrm>
              <a:off x="5133550" y="1405275"/>
              <a:ext cx="302325" cy="130300"/>
            </a:xfrm>
            <a:custGeom>
              <a:avLst/>
              <a:gdLst/>
              <a:ahLst/>
              <a:cxnLst/>
              <a:rect l="l" t="t" r="r" b="b"/>
              <a:pathLst>
                <a:path w="12093" h="5212" extrusionOk="0">
                  <a:moveTo>
                    <a:pt x="7859" y="1"/>
                  </a:moveTo>
                  <a:cubicBezTo>
                    <a:pt x="7066" y="1"/>
                    <a:pt x="6490" y="102"/>
                    <a:pt x="6490" y="102"/>
                  </a:cubicBezTo>
                  <a:lnTo>
                    <a:pt x="6461" y="788"/>
                  </a:lnTo>
                  <a:cubicBezTo>
                    <a:pt x="6061" y="903"/>
                    <a:pt x="5790" y="1060"/>
                    <a:pt x="5747" y="1289"/>
                  </a:cubicBezTo>
                  <a:cubicBezTo>
                    <a:pt x="5632" y="1875"/>
                    <a:pt x="5047" y="2318"/>
                    <a:pt x="4546" y="2589"/>
                  </a:cubicBezTo>
                  <a:cubicBezTo>
                    <a:pt x="4259" y="2477"/>
                    <a:pt x="3921" y="2386"/>
                    <a:pt x="3567" y="2386"/>
                  </a:cubicBezTo>
                  <a:cubicBezTo>
                    <a:pt x="3428" y="2386"/>
                    <a:pt x="3287" y="2400"/>
                    <a:pt x="3145" y="2433"/>
                  </a:cubicBezTo>
                  <a:cubicBezTo>
                    <a:pt x="2831" y="2504"/>
                    <a:pt x="2617" y="2690"/>
                    <a:pt x="2488" y="2919"/>
                  </a:cubicBezTo>
                  <a:cubicBezTo>
                    <a:pt x="2202" y="2804"/>
                    <a:pt x="1845" y="2718"/>
                    <a:pt x="1401" y="2718"/>
                  </a:cubicBezTo>
                  <a:cubicBezTo>
                    <a:pt x="301" y="2718"/>
                    <a:pt x="1" y="4447"/>
                    <a:pt x="944" y="5019"/>
                  </a:cubicBezTo>
                  <a:cubicBezTo>
                    <a:pt x="1180" y="5159"/>
                    <a:pt x="1449" y="5211"/>
                    <a:pt x="1718" y="5211"/>
                  </a:cubicBezTo>
                  <a:cubicBezTo>
                    <a:pt x="2249" y="5211"/>
                    <a:pt x="2785" y="5009"/>
                    <a:pt x="3088" y="4876"/>
                  </a:cubicBezTo>
                  <a:cubicBezTo>
                    <a:pt x="3088" y="4863"/>
                    <a:pt x="3074" y="4848"/>
                    <a:pt x="3060" y="4848"/>
                  </a:cubicBezTo>
                  <a:cubicBezTo>
                    <a:pt x="2859" y="4648"/>
                    <a:pt x="2688" y="4434"/>
                    <a:pt x="2674" y="4148"/>
                  </a:cubicBezTo>
                  <a:cubicBezTo>
                    <a:pt x="2659" y="3833"/>
                    <a:pt x="2874" y="3548"/>
                    <a:pt x="3160" y="3390"/>
                  </a:cubicBezTo>
                  <a:cubicBezTo>
                    <a:pt x="3246" y="3333"/>
                    <a:pt x="3345" y="3290"/>
                    <a:pt x="3446" y="3262"/>
                  </a:cubicBezTo>
                  <a:cubicBezTo>
                    <a:pt x="3565" y="3236"/>
                    <a:pt x="3684" y="3225"/>
                    <a:pt x="3803" y="3225"/>
                  </a:cubicBezTo>
                  <a:cubicBezTo>
                    <a:pt x="4012" y="3225"/>
                    <a:pt x="4222" y="3259"/>
                    <a:pt x="4432" y="3304"/>
                  </a:cubicBezTo>
                  <a:cubicBezTo>
                    <a:pt x="4532" y="3319"/>
                    <a:pt x="4618" y="3347"/>
                    <a:pt x="4704" y="3361"/>
                  </a:cubicBezTo>
                  <a:cubicBezTo>
                    <a:pt x="4718" y="3190"/>
                    <a:pt x="4775" y="3033"/>
                    <a:pt x="4847" y="2875"/>
                  </a:cubicBezTo>
                  <a:cubicBezTo>
                    <a:pt x="4860" y="2833"/>
                    <a:pt x="4889" y="2789"/>
                    <a:pt x="4904" y="2761"/>
                  </a:cubicBezTo>
                  <a:cubicBezTo>
                    <a:pt x="4961" y="2661"/>
                    <a:pt x="5032" y="2576"/>
                    <a:pt x="5118" y="2490"/>
                  </a:cubicBezTo>
                  <a:cubicBezTo>
                    <a:pt x="5218" y="2389"/>
                    <a:pt x="5346" y="2290"/>
                    <a:pt x="5489" y="2218"/>
                  </a:cubicBezTo>
                  <a:cubicBezTo>
                    <a:pt x="5673" y="2131"/>
                    <a:pt x="5888" y="2083"/>
                    <a:pt x="6101" y="2083"/>
                  </a:cubicBezTo>
                  <a:cubicBezTo>
                    <a:pt x="6204" y="2083"/>
                    <a:pt x="6306" y="2095"/>
                    <a:pt x="6404" y="2118"/>
                  </a:cubicBezTo>
                  <a:cubicBezTo>
                    <a:pt x="6562" y="2147"/>
                    <a:pt x="6719" y="2218"/>
                    <a:pt x="6862" y="2303"/>
                  </a:cubicBezTo>
                  <a:cubicBezTo>
                    <a:pt x="7019" y="2404"/>
                    <a:pt x="7176" y="2532"/>
                    <a:pt x="7362" y="2547"/>
                  </a:cubicBezTo>
                  <a:cubicBezTo>
                    <a:pt x="7376" y="2548"/>
                    <a:pt x="7389" y="2549"/>
                    <a:pt x="7402" y="2549"/>
                  </a:cubicBezTo>
                  <a:cubicBezTo>
                    <a:pt x="7681" y="2549"/>
                    <a:pt x="7884" y="2263"/>
                    <a:pt x="8034" y="2018"/>
                  </a:cubicBezTo>
                  <a:cubicBezTo>
                    <a:pt x="8119" y="2233"/>
                    <a:pt x="8234" y="2475"/>
                    <a:pt x="8405" y="2633"/>
                  </a:cubicBezTo>
                  <a:cubicBezTo>
                    <a:pt x="8477" y="2690"/>
                    <a:pt x="8534" y="2718"/>
                    <a:pt x="8620" y="2761"/>
                  </a:cubicBezTo>
                  <a:cubicBezTo>
                    <a:pt x="8698" y="2792"/>
                    <a:pt x="8775" y="2806"/>
                    <a:pt x="8850" y="2806"/>
                  </a:cubicBezTo>
                  <a:cubicBezTo>
                    <a:pt x="9050" y="2806"/>
                    <a:pt x="9236" y="2706"/>
                    <a:pt x="9392" y="2561"/>
                  </a:cubicBezTo>
                  <a:cubicBezTo>
                    <a:pt x="9621" y="2375"/>
                    <a:pt x="9806" y="2103"/>
                    <a:pt x="9949" y="1903"/>
                  </a:cubicBezTo>
                  <a:cubicBezTo>
                    <a:pt x="10206" y="2103"/>
                    <a:pt x="10564" y="2318"/>
                    <a:pt x="10936" y="2461"/>
                  </a:cubicBezTo>
                  <a:cubicBezTo>
                    <a:pt x="11197" y="2558"/>
                    <a:pt x="11472" y="2622"/>
                    <a:pt x="11733" y="2622"/>
                  </a:cubicBezTo>
                  <a:cubicBezTo>
                    <a:pt x="11857" y="2622"/>
                    <a:pt x="11978" y="2608"/>
                    <a:pt x="12093" y="2576"/>
                  </a:cubicBezTo>
                  <a:cubicBezTo>
                    <a:pt x="12093" y="2504"/>
                    <a:pt x="12079" y="2446"/>
                    <a:pt x="12079" y="2375"/>
                  </a:cubicBezTo>
                  <a:cubicBezTo>
                    <a:pt x="12064" y="2347"/>
                    <a:pt x="12064" y="2318"/>
                    <a:pt x="12064" y="2290"/>
                  </a:cubicBezTo>
                  <a:lnTo>
                    <a:pt x="11793" y="588"/>
                  </a:lnTo>
                  <a:cubicBezTo>
                    <a:pt x="11793" y="588"/>
                    <a:pt x="11293" y="546"/>
                    <a:pt x="10578" y="531"/>
                  </a:cubicBezTo>
                  <a:cubicBezTo>
                    <a:pt x="9698" y="106"/>
                    <a:pt x="8666" y="1"/>
                    <a:pt x="7859"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62"/>
            <p:cNvSpPr/>
            <p:nvPr/>
          </p:nvSpPr>
          <p:spPr>
            <a:xfrm>
              <a:off x="5237175" y="995450"/>
              <a:ext cx="198700" cy="466375"/>
            </a:xfrm>
            <a:custGeom>
              <a:avLst/>
              <a:gdLst/>
              <a:ahLst/>
              <a:cxnLst/>
              <a:rect l="l" t="t" r="r" b="b"/>
              <a:pathLst>
                <a:path w="7948" h="18655" extrusionOk="0">
                  <a:moveTo>
                    <a:pt x="1" y="1"/>
                  </a:moveTo>
                  <a:lnTo>
                    <a:pt x="1" y="1"/>
                  </a:lnTo>
                  <a:cubicBezTo>
                    <a:pt x="1" y="1"/>
                    <a:pt x="1245" y="12922"/>
                    <a:pt x="1144" y="18296"/>
                  </a:cubicBezTo>
                  <a:cubicBezTo>
                    <a:pt x="1144" y="18296"/>
                    <a:pt x="1874" y="18239"/>
                    <a:pt x="2631" y="17410"/>
                  </a:cubicBezTo>
                  <a:cubicBezTo>
                    <a:pt x="2631" y="17410"/>
                    <a:pt x="3046" y="17953"/>
                    <a:pt x="3317" y="18296"/>
                  </a:cubicBezTo>
                  <a:cubicBezTo>
                    <a:pt x="3349" y="18339"/>
                    <a:pt x="3385" y="18358"/>
                    <a:pt x="3423" y="18358"/>
                  </a:cubicBezTo>
                  <a:cubicBezTo>
                    <a:pt x="3698" y="18358"/>
                    <a:pt x="4075" y="17339"/>
                    <a:pt x="4075" y="17339"/>
                  </a:cubicBezTo>
                  <a:lnTo>
                    <a:pt x="4975" y="18654"/>
                  </a:lnTo>
                  <a:cubicBezTo>
                    <a:pt x="4975" y="18654"/>
                    <a:pt x="5533" y="18025"/>
                    <a:pt x="5876" y="17267"/>
                  </a:cubicBezTo>
                  <a:cubicBezTo>
                    <a:pt x="5876" y="17267"/>
                    <a:pt x="6776" y="18239"/>
                    <a:pt x="7948" y="18296"/>
                  </a:cubicBezTo>
                  <a:lnTo>
                    <a:pt x="7948" y="18282"/>
                  </a:lnTo>
                  <a:cubicBezTo>
                    <a:pt x="7934" y="17782"/>
                    <a:pt x="7662" y="9291"/>
                    <a:pt x="7491" y="4532"/>
                  </a:cubicBezTo>
                  <a:cubicBezTo>
                    <a:pt x="7462" y="3818"/>
                    <a:pt x="7433" y="3202"/>
                    <a:pt x="7420" y="2703"/>
                  </a:cubicBezTo>
                  <a:cubicBezTo>
                    <a:pt x="7420" y="2703"/>
                    <a:pt x="7251" y="2721"/>
                    <a:pt x="6951" y="2721"/>
                  </a:cubicBezTo>
                  <a:cubicBezTo>
                    <a:pt x="5822" y="2721"/>
                    <a:pt x="2836" y="2462"/>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62"/>
            <p:cNvSpPr/>
            <p:nvPr/>
          </p:nvSpPr>
          <p:spPr>
            <a:xfrm>
              <a:off x="5247550" y="1059425"/>
              <a:ext cx="188325" cy="402400"/>
            </a:xfrm>
            <a:custGeom>
              <a:avLst/>
              <a:gdLst/>
              <a:ahLst/>
              <a:cxnLst/>
              <a:rect l="l" t="t" r="r" b="b"/>
              <a:pathLst>
                <a:path w="7533" h="16096" extrusionOk="0">
                  <a:moveTo>
                    <a:pt x="1530" y="1"/>
                  </a:moveTo>
                  <a:lnTo>
                    <a:pt x="1530" y="1"/>
                  </a:lnTo>
                  <a:cubicBezTo>
                    <a:pt x="1644" y="744"/>
                    <a:pt x="1730" y="1173"/>
                    <a:pt x="1730" y="1173"/>
                  </a:cubicBezTo>
                  <a:cubicBezTo>
                    <a:pt x="872" y="858"/>
                    <a:pt x="644" y="243"/>
                    <a:pt x="644" y="243"/>
                  </a:cubicBezTo>
                  <a:lnTo>
                    <a:pt x="630" y="272"/>
                  </a:lnTo>
                  <a:cubicBezTo>
                    <a:pt x="658" y="500"/>
                    <a:pt x="758" y="700"/>
                    <a:pt x="872" y="872"/>
                  </a:cubicBezTo>
                  <a:cubicBezTo>
                    <a:pt x="929" y="944"/>
                    <a:pt x="987" y="1015"/>
                    <a:pt x="1044" y="1072"/>
                  </a:cubicBezTo>
                  <a:cubicBezTo>
                    <a:pt x="1316" y="1387"/>
                    <a:pt x="1659" y="1558"/>
                    <a:pt x="1730" y="1615"/>
                  </a:cubicBezTo>
                  <a:cubicBezTo>
                    <a:pt x="1873" y="1701"/>
                    <a:pt x="1701" y="2116"/>
                    <a:pt x="1530" y="2416"/>
                  </a:cubicBezTo>
                  <a:cubicBezTo>
                    <a:pt x="1501" y="2473"/>
                    <a:pt x="1459" y="2530"/>
                    <a:pt x="1430" y="2573"/>
                  </a:cubicBezTo>
                  <a:cubicBezTo>
                    <a:pt x="1316" y="2730"/>
                    <a:pt x="1202" y="2831"/>
                    <a:pt x="1044" y="2831"/>
                  </a:cubicBezTo>
                  <a:cubicBezTo>
                    <a:pt x="944" y="2831"/>
                    <a:pt x="815" y="2787"/>
                    <a:pt x="644" y="2688"/>
                  </a:cubicBezTo>
                  <a:cubicBezTo>
                    <a:pt x="458" y="2559"/>
                    <a:pt x="215" y="2359"/>
                    <a:pt x="1" y="2187"/>
                  </a:cubicBezTo>
                  <a:lnTo>
                    <a:pt x="1" y="2187"/>
                  </a:lnTo>
                  <a:cubicBezTo>
                    <a:pt x="329" y="6147"/>
                    <a:pt x="729" y="11693"/>
                    <a:pt x="729" y="15066"/>
                  </a:cubicBezTo>
                  <a:lnTo>
                    <a:pt x="729" y="15737"/>
                  </a:lnTo>
                  <a:cubicBezTo>
                    <a:pt x="729" y="15737"/>
                    <a:pt x="1459" y="15680"/>
                    <a:pt x="2216" y="14851"/>
                  </a:cubicBezTo>
                  <a:cubicBezTo>
                    <a:pt x="2216" y="14851"/>
                    <a:pt x="2631" y="15394"/>
                    <a:pt x="2902" y="15737"/>
                  </a:cubicBezTo>
                  <a:cubicBezTo>
                    <a:pt x="2930" y="15781"/>
                    <a:pt x="2974" y="15794"/>
                    <a:pt x="3003" y="15794"/>
                  </a:cubicBezTo>
                  <a:cubicBezTo>
                    <a:pt x="3288" y="15794"/>
                    <a:pt x="3660" y="14780"/>
                    <a:pt x="3660" y="14780"/>
                  </a:cubicBezTo>
                  <a:lnTo>
                    <a:pt x="4560" y="16095"/>
                  </a:lnTo>
                  <a:cubicBezTo>
                    <a:pt x="4560" y="16095"/>
                    <a:pt x="5118" y="15466"/>
                    <a:pt x="5461" y="14708"/>
                  </a:cubicBezTo>
                  <a:cubicBezTo>
                    <a:pt x="5461" y="14708"/>
                    <a:pt x="6361" y="15680"/>
                    <a:pt x="7533" y="15737"/>
                  </a:cubicBezTo>
                  <a:lnTo>
                    <a:pt x="7533" y="15723"/>
                  </a:lnTo>
                  <a:cubicBezTo>
                    <a:pt x="7419" y="15651"/>
                    <a:pt x="7319" y="15594"/>
                    <a:pt x="7205" y="15537"/>
                  </a:cubicBezTo>
                  <a:cubicBezTo>
                    <a:pt x="6519" y="15165"/>
                    <a:pt x="5718" y="14737"/>
                    <a:pt x="5589" y="13965"/>
                  </a:cubicBezTo>
                  <a:cubicBezTo>
                    <a:pt x="5261" y="14323"/>
                    <a:pt x="4932" y="14666"/>
                    <a:pt x="4603" y="15023"/>
                  </a:cubicBezTo>
                  <a:cubicBezTo>
                    <a:pt x="4432" y="14637"/>
                    <a:pt x="4260" y="14237"/>
                    <a:pt x="4089" y="13850"/>
                  </a:cubicBezTo>
                  <a:cubicBezTo>
                    <a:pt x="3759" y="14222"/>
                    <a:pt x="3431" y="14609"/>
                    <a:pt x="3102" y="14980"/>
                  </a:cubicBezTo>
                  <a:cubicBezTo>
                    <a:pt x="2917" y="14622"/>
                    <a:pt x="2745" y="14266"/>
                    <a:pt x="2559" y="13908"/>
                  </a:cubicBezTo>
                  <a:cubicBezTo>
                    <a:pt x="2302" y="13951"/>
                    <a:pt x="2059" y="13993"/>
                    <a:pt x="1802" y="14037"/>
                  </a:cubicBezTo>
                  <a:cubicBezTo>
                    <a:pt x="1973" y="10420"/>
                    <a:pt x="2031" y="6804"/>
                    <a:pt x="1973" y="3188"/>
                  </a:cubicBezTo>
                  <a:cubicBezTo>
                    <a:pt x="2602" y="3088"/>
                    <a:pt x="3088" y="2416"/>
                    <a:pt x="2988" y="1787"/>
                  </a:cubicBezTo>
                  <a:lnTo>
                    <a:pt x="2988" y="1787"/>
                  </a:lnTo>
                  <a:cubicBezTo>
                    <a:pt x="3019" y="1973"/>
                    <a:pt x="4132" y="2015"/>
                    <a:pt x="5118" y="2015"/>
                  </a:cubicBezTo>
                  <a:cubicBezTo>
                    <a:pt x="5846" y="2015"/>
                    <a:pt x="6504" y="2002"/>
                    <a:pt x="6647" y="1987"/>
                  </a:cubicBezTo>
                  <a:cubicBezTo>
                    <a:pt x="6790" y="1987"/>
                    <a:pt x="6933" y="1973"/>
                    <a:pt x="7076" y="1973"/>
                  </a:cubicBezTo>
                  <a:cubicBezTo>
                    <a:pt x="7062" y="1687"/>
                    <a:pt x="7047" y="1415"/>
                    <a:pt x="7047" y="1158"/>
                  </a:cubicBezTo>
                  <a:cubicBezTo>
                    <a:pt x="6604" y="1144"/>
                    <a:pt x="6189" y="1101"/>
                    <a:pt x="5775" y="1072"/>
                  </a:cubicBezTo>
                  <a:cubicBezTo>
                    <a:pt x="4575" y="944"/>
                    <a:pt x="3517" y="715"/>
                    <a:pt x="2559" y="401"/>
                  </a:cubicBezTo>
                  <a:cubicBezTo>
                    <a:pt x="2202" y="272"/>
                    <a:pt x="1859" y="144"/>
                    <a:pt x="1530"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62"/>
            <p:cNvSpPr/>
            <p:nvPr/>
          </p:nvSpPr>
          <p:spPr>
            <a:xfrm>
              <a:off x="5702100" y="1462425"/>
              <a:ext cx="82000" cy="63125"/>
            </a:xfrm>
            <a:custGeom>
              <a:avLst/>
              <a:gdLst/>
              <a:ahLst/>
              <a:cxnLst/>
              <a:rect l="l" t="t" r="r" b="b"/>
              <a:pathLst>
                <a:path w="3280" h="2525" extrusionOk="0">
                  <a:moveTo>
                    <a:pt x="1851" y="1"/>
                  </a:moveTo>
                  <a:cubicBezTo>
                    <a:pt x="1825" y="1"/>
                    <a:pt x="1799" y="2"/>
                    <a:pt x="1772" y="4"/>
                  </a:cubicBezTo>
                  <a:cubicBezTo>
                    <a:pt x="671" y="89"/>
                    <a:pt x="86" y="747"/>
                    <a:pt x="86" y="747"/>
                  </a:cubicBezTo>
                  <a:lnTo>
                    <a:pt x="0" y="2190"/>
                  </a:lnTo>
                  <a:cubicBezTo>
                    <a:pt x="0" y="2190"/>
                    <a:pt x="729" y="2524"/>
                    <a:pt x="1471" y="2524"/>
                  </a:cubicBezTo>
                  <a:cubicBezTo>
                    <a:pt x="1805" y="2524"/>
                    <a:pt x="2141" y="2457"/>
                    <a:pt x="2415" y="2262"/>
                  </a:cubicBezTo>
                  <a:cubicBezTo>
                    <a:pt x="3280" y="1634"/>
                    <a:pt x="2880" y="1"/>
                    <a:pt x="185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62"/>
            <p:cNvSpPr/>
            <p:nvPr/>
          </p:nvSpPr>
          <p:spPr>
            <a:xfrm>
              <a:off x="5641675" y="1458575"/>
              <a:ext cx="91175" cy="66500"/>
            </a:xfrm>
            <a:custGeom>
              <a:avLst/>
              <a:gdLst/>
              <a:ahLst/>
              <a:cxnLst/>
              <a:rect l="l" t="t" r="r" b="b"/>
              <a:pathLst>
                <a:path w="3647" h="2660" extrusionOk="0">
                  <a:moveTo>
                    <a:pt x="2193" y="1"/>
                  </a:moveTo>
                  <a:cubicBezTo>
                    <a:pt x="1112" y="1"/>
                    <a:pt x="230" y="857"/>
                    <a:pt x="230" y="857"/>
                  </a:cubicBezTo>
                  <a:lnTo>
                    <a:pt x="1" y="2172"/>
                  </a:lnTo>
                  <a:cubicBezTo>
                    <a:pt x="1" y="2172"/>
                    <a:pt x="776" y="2659"/>
                    <a:pt x="1704" y="2659"/>
                  </a:cubicBezTo>
                  <a:cubicBezTo>
                    <a:pt x="1945" y="2659"/>
                    <a:pt x="2195" y="2627"/>
                    <a:pt x="2446" y="2544"/>
                  </a:cubicBezTo>
                  <a:cubicBezTo>
                    <a:pt x="3646" y="2144"/>
                    <a:pt x="3618" y="171"/>
                    <a:pt x="2431" y="15"/>
                  </a:cubicBezTo>
                  <a:cubicBezTo>
                    <a:pt x="2351" y="5"/>
                    <a:pt x="2271" y="1"/>
                    <a:pt x="219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62"/>
            <p:cNvSpPr/>
            <p:nvPr/>
          </p:nvSpPr>
          <p:spPr>
            <a:xfrm>
              <a:off x="5479125" y="1407325"/>
              <a:ext cx="197600" cy="114775"/>
            </a:xfrm>
            <a:custGeom>
              <a:avLst/>
              <a:gdLst/>
              <a:ahLst/>
              <a:cxnLst/>
              <a:rect l="l" t="t" r="r" b="b"/>
              <a:pathLst>
                <a:path w="7904" h="4591" extrusionOk="0">
                  <a:moveTo>
                    <a:pt x="4829" y="0"/>
                  </a:moveTo>
                  <a:cubicBezTo>
                    <a:pt x="4025" y="0"/>
                    <a:pt x="2533" y="103"/>
                    <a:pt x="1372" y="778"/>
                  </a:cubicBezTo>
                  <a:cubicBezTo>
                    <a:pt x="929" y="1036"/>
                    <a:pt x="528" y="1379"/>
                    <a:pt x="229" y="1836"/>
                  </a:cubicBezTo>
                  <a:cubicBezTo>
                    <a:pt x="229" y="1836"/>
                    <a:pt x="71" y="2236"/>
                    <a:pt x="29" y="2707"/>
                  </a:cubicBezTo>
                  <a:lnTo>
                    <a:pt x="29" y="2751"/>
                  </a:lnTo>
                  <a:cubicBezTo>
                    <a:pt x="0" y="3180"/>
                    <a:pt x="57" y="3666"/>
                    <a:pt x="414" y="3965"/>
                  </a:cubicBezTo>
                  <a:cubicBezTo>
                    <a:pt x="672" y="4185"/>
                    <a:pt x="1130" y="4253"/>
                    <a:pt x="1659" y="4253"/>
                  </a:cubicBezTo>
                  <a:cubicBezTo>
                    <a:pt x="1715" y="4253"/>
                    <a:pt x="1772" y="4253"/>
                    <a:pt x="1830" y="4251"/>
                  </a:cubicBezTo>
                  <a:cubicBezTo>
                    <a:pt x="2643" y="4239"/>
                    <a:pt x="3592" y="4093"/>
                    <a:pt x="4315" y="4093"/>
                  </a:cubicBezTo>
                  <a:cubicBezTo>
                    <a:pt x="4442" y="4093"/>
                    <a:pt x="4562" y="4098"/>
                    <a:pt x="4673" y="4108"/>
                  </a:cubicBezTo>
                  <a:cubicBezTo>
                    <a:pt x="5475" y="4197"/>
                    <a:pt x="6034" y="4590"/>
                    <a:pt x="6580" y="4590"/>
                  </a:cubicBezTo>
                  <a:cubicBezTo>
                    <a:pt x="6735" y="4590"/>
                    <a:pt x="6888" y="4559"/>
                    <a:pt x="7046" y="4480"/>
                  </a:cubicBezTo>
                  <a:cubicBezTo>
                    <a:pt x="7175" y="4423"/>
                    <a:pt x="7290" y="4337"/>
                    <a:pt x="7418" y="4222"/>
                  </a:cubicBezTo>
                  <a:cubicBezTo>
                    <a:pt x="7904" y="3765"/>
                    <a:pt x="7875" y="3094"/>
                    <a:pt x="7490" y="2650"/>
                  </a:cubicBezTo>
                  <a:cubicBezTo>
                    <a:pt x="7433" y="2579"/>
                    <a:pt x="7375" y="2522"/>
                    <a:pt x="7303" y="2479"/>
                  </a:cubicBezTo>
                  <a:cubicBezTo>
                    <a:pt x="7084" y="2303"/>
                    <a:pt x="6790" y="2192"/>
                    <a:pt x="6436" y="2192"/>
                  </a:cubicBezTo>
                  <a:cubicBezTo>
                    <a:pt x="6214" y="2192"/>
                    <a:pt x="5968" y="2236"/>
                    <a:pt x="5702" y="2336"/>
                  </a:cubicBezTo>
                  <a:lnTo>
                    <a:pt x="5660" y="2008"/>
                  </a:lnTo>
                  <a:lnTo>
                    <a:pt x="5489" y="706"/>
                  </a:lnTo>
                  <a:lnTo>
                    <a:pt x="5403" y="20"/>
                  </a:lnTo>
                  <a:cubicBezTo>
                    <a:pt x="5403" y="20"/>
                    <a:pt x="5183" y="0"/>
                    <a:pt x="4829"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62"/>
            <p:cNvSpPr/>
            <p:nvPr/>
          </p:nvSpPr>
          <p:spPr>
            <a:xfrm>
              <a:off x="5479825" y="1422250"/>
              <a:ext cx="209425" cy="53850"/>
            </a:xfrm>
            <a:custGeom>
              <a:avLst/>
              <a:gdLst/>
              <a:ahLst/>
              <a:cxnLst/>
              <a:rect l="l" t="t" r="r" b="b"/>
              <a:pathLst>
                <a:path w="8377" h="2154" extrusionOk="0">
                  <a:moveTo>
                    <a:pt x="4065" y="0"/>
                  </a:moveTo>
                  <a:cubicBezTo>
                    <a:pt x="3152" y="0"/>
                    <a:pt x="2122" y="91"/>
                    <a:pt x="1344" y="181"/>
                  </a:cubicBezTo>
                  <a:cubicBezTo>
                    <a:pt x="630" y="267"/>
                    <a:pt x="129" y="338"/>
                    <a:pt x="129" y="338"/>
                  </a:cubicBezTo>
                  <a:lnTo>
                    <a:pt x="1" y="2110"/>
                  </a:lnTo>
                  <a:lnTo>
                    <a:pt x="1" y="2154"/>
                  </a:lnTo>
                  <a:lnTo>
                    <a:pt x="1859" y="2125"/>
                  </a:lnTo>
                  <a:lnTo>
                    <a:pt x="2559" y="2110"/>
                  </a:lnTo>
                  <a:lnTo>
                    <a:pt x="3130" y="2110"/>
                  </a:lnTo>
                  <a:lnTo>
                    <a:pt x="7004" y="2053"/>
                  </a:lnTo>
                  <a:lnTo>
                    <a:pt x="7462" y="2053"/>
                  </a:lnTo>
                  <a:lnTo>
                    <a:pt x="8377" y="2039"/>
                  </a:lnTo>
                  <a:cubicBezTo>
                    <a:pt x="8377" y="2039"/>
                    <a:pt x="7976" y="1939"/>
                    <a:pt x="7519" y="1739"/>
                  </a:cubicBezTo>
                  <a:cubicBezTo>
                    <a:pt x="7319" y="1653"/>
                    <a:pt x="7090" y="1539"/>
                    <a:pt x="6890" y="1382"/>
                  </a:cubicBezTo>
                  <a:cubicBezTo>
                    <a:pt x="6576" y="1167"/>
                    <a:pt x="6318" y="881"/>
                    <a:pt x="6218" y="538"/>
                  </a:cubicBezTo>
                  <a:cubicBezTo>
                    <a:pt x="6160" y="324"/>
                    <a:pt x="5875" y="181"/>
                    <a:pt x="5461" y="109"/>
                  </a:cubicBezTo>
                  <a:cubicBezTo>
                    <a:pt x="5083" y="31"/>
                    <a:pt x="4594" y="0"/>
                    <a:pt x="406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62"/>
            <p:cNvSpPr/>
            <p:nvPr/>
          </p:nvSpPr>
          <p:spPr>
            <a:xfrm>
              <a:off x="5479125" y="1407325"/>
              <a:ext cx="172950" cy="106350"/>
            </a:xfrm>
            <a:custGeom>
              <a:avLst/>
              <a:gdLst/>
              <a:ahLst/>
              <a:cxnLst/>
              <a:rect l="l" t="t" r="r" b="b"/>
              <a:pathLst>
                <a:path w="6918" h="4254" extrusionOk="0">
                  <a:moveTo>
                    <a:pt x="4829" y="0"/>
                  </a:moveTo>
                  <a:cubicBezTo>
                    <a:pt x="4025" y="0"/>
                    <a:pt x="2533" y="103"/>
                    <a:pt x="1372" y="778"/>
                  </a:cubicBezTo>
                  <a:cubicBezTo>
                    <a:pt x="658" y="864"/>
                    <a:pt x="157" y="935"/>
                    <a:pt x="157" y="935"/>
                  </a:cubicBezTo>
                  <a:lnTo>
                    <a:pt x="29" y="2707"/>
                  </a:lnTo>
                  <a:lnTo>
                    <a:pt x="29" y="2751"/>
                  </a:lnTo>
                  <a:cubicBezTo>
                    <a:pt x="0" y="3180"/>
                    <a:pt x="57" y="3666"/>
                    <a:pt x="414" y="3965"/>
                  </a:cubicBezTo>
                  <a:cubicBezTo>
                    <a:pt x="672" y="4185"/>
                    <a:pt x="1130" y="4253"/>
                    <a:pt x="1659" y="4253"/>
                  </a:cubicBezTo>
                  <a:cubicBezTo>
                    <a:pt x="1715" y="4253"/>
                    <a:pt x="1772" y="4253"/>
                    <a:pt x="1830" y="4251"/>
                  </a:cubicBezTo>
                  <a:cubicBezTo>
                    <a:pt x="1786" y="3737"/>
                    <a:pt x="1772" y="3208"/>
                    <a:pt x="1887" y="2722"/>
                  </a:cubicBezTo>
                  <a:cubicBezTo>
                    <a:pt x="1929" y="2564"/>
                    <a:pt x="1986" y="2408"/>
                    <a:pt x="2058" y="2250"/>
                  </a:cubicBezTo>
                  <a:cubicBezTo>
                    <a:pt x="2243" y="2408"/>
                    <a:pt x="2415" y="2564"/>
                    <a:pt x="2587" y="2707"/>
                  </a:cubicBezTo>
                  <a:cubicBezTo>
                    <a:pt x="2630" y="2751"/>
                    <a:pt x="2659" y="2779"/>
                    <a:pt x="2701" y="2808"/>
                  </a:cubicBezTo>
                  <a:cubicBezTo>
                    <a:pt x="2760" y="2866"/>
                    <a:pt x="2847" y="2934"/>
                    <a:pt x="2931" y="2934"/>
                  </a:cubicBezTo>
                  <a:cubicBezTo>
                    <a:pt x="2950" y="2934"/>
                    <a:pt x="2968" y="2930"/>
                    <a:pt x="2987" y="2922"/>
                  </a:cubicBezTo>
                  <a:cubicBezTo>
                    <a:pt x="3059" y="2894"/>
                    <a:pt x="3101" y="2822"/>
                    <a:pt x="3130" y="2765"/>
                  </a:cubicBezTo>
                  <a:cubicBezTo>
                    <a:pt x="3145" y="2736"/>
                    <a:pt x="3145" y="2722"/>
                    <a:pt x="3158" y="2707"/>
                  </a:cubicBezTo>
                  <a:cubicBezTo>
                    <a:pt x="3345" y="2364"/>
                    <a:pt x="3516" y="2008"/>
                    <a:pt x="3701" y="1665"/>
                  </a:cubicBezTo>
                  <a:cubicBezTo>
                    <a:pt x="3888" y="1950"/>
                    <a:pt x="4088" y="2236"/>
                    <a:pt x="4317" y="2479"/>
                  </a:cubicBezTo>
                  <a:cubicBezTo>
                    <a:pt x="4574" y="2307"/>
                    <a:pt x="4803" y="2078"/>
                    <a:pt x="4959" y="1821"/>
                  </a:cubicBezTo>
                  <a:cubicBezTo>
                    <a:pt x="5203" y="1907"/>
                    <a:pt x="5431" y="1964"/>
                    <a:pt x="5660" y="2008"/>
                  </a:cubicBezTo>
                  <a:cubicBezTo>
                    <a:pt x="5863" y="2050"/>
                    <a:pt x="6057" y="2069"/>
                    <a:pt x="6242" y="2069"/>
                  </a:cubicBezTo>
                  <a:cubicBezTo>
                    <a:pt x="6487" y="2069"/>
                    <a:pt x="6714" y="2036"/>
                    <a:pt x="6918" y="1979"/>
                  </a:cubicBezTo>
                  <a:cubicBezTo>
                    <a:pt x="6604" y="1764"/>
                    <a:pt x="6346" y="1478"/>
                    <a:pt x="6246" y="1135"/>
                  </a:cubicBezTo>
                  <a:cubicBezTo>
                    <a:pt x="6188" y="921"/>
                    <a:pt x="5903" y="778"/>
                    <a:pt x="5489" y="706"/>
                  </a:cubicBezTo>
                  <a:lnTo>
                    <a:pt x="5403" y="20"/>
                  </a:lnTo>
                  <a:cubicBezTo>
                    <a:pt x="5403" y="20"/>
                    <a:pt x="5183" y="0"/>
                    <a:pt x="4829"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62"/>
            <p:cNvSpPr/>
            <p:nvPr/>
          </p:nvSpPr>
          <p:spPr>
            <a:xfrm>
              <a:off x="5459450" y="991175"/>
              <a:ext cx="188350" cy="474925"/>
            </a:xfrm>
            <a:custGeom>
              <a:avLst/>
              <a:gdLst/>
              <a:ahLst/>
              <a:cxnLst/>
              <a:rect l="l" t="t" r="r" b="b"/>
              <a:pathLst>
                <a:path w="7534" h="18997" extrusionOk="0">
                  <a:moveTo>
                    <a:pt x="7176" y="0"/>
                  </a:moveTo>
                  <a:lnTo>
                    <a:pt x="7176" y="0"/>
                  </a:lnTo>
                  <a:cubicBezTo>
                    <a:pt x="4032" y="3198"/>
                    <a:pt x="430" y="3288"/>
                    <a:pt x="36" y="3288"/>
                  </a:cubicBezTo>
                  <a:cubicBezTo>
                    <a:pt x="12" y="3288"/>
                    <a:pt x="0" y="3288"/>
                    <a:pt x="0" y="3288"/>
                  </a:cubicBezTo>
                  <a:lnTo>
                    <a:pt x="0" y="3288"/>
                  </a:lnTo>
                  <a:cubicBezTo>
                    <a:pt x="172" y="7305"/>
                    <a:pt x="758" y="18896"/>
                    <a:pt x="758" y="18896"/>
                  </a:cubicBezTo>
                  <a:cubicBezTo>
                    <a:pt x="1916" y="18724"/>
                    <a:pt x="2745" y="17682"/>
                    <a:pt x="2745" y="17682"/>
                  </a:cubicBezTo>
                  <a:cubicBezTo>
                    <a:pt x="3145" y="18425"/>
                    <a:pt x="3745" y="18997"/>
                    <a:pt x="3745" y="18997"/>
                  </a:cubicBezTo>
                  <a:lnTo>
                    <a:pt x="4532" y="17610"/>
                  </a:lnTo>
                  <a:cubicBezTo>
                    <a:pt x="4532" y="17610"/>
                    <a:pt x="4978" y="18579"/>
                    <a:pt x="5262" y="18579"/>
                  </a:cubicBezTo>
                  <a:cubicBezTo>
                    <a:pt x="5304" y="18579"/>
                    <a:pt x="5342" y="18558"/>
                    <a:pt x="5375" y="18511"/>
                  </a:cubicBezTo>
                  <a:cubicBezTo>
                    <a:pt x="5618" y="18139"/>
                    <a:pt x="5990" y="17552"/>
                    <a:pt x="5990" y="17552"/>
                  </a:cubicBezTo>
                  <a:cubicBezTo>
                    <a:pt x="6804" y="18324"/>
                    <a:pt x="7533" y="18339"/>
                    <a:pt x="7533" y="18339"/>
                  </a:cubicBezTo>
                  <a:lnTo>
                    <a:pt x="7533" y="18311"/>
                  </a:lnTo>
                  <a:cubicBezTo>
                    <a:pt x="7162" y="14608"/>
                    <a:pt x="7133" y="7318"/>
                    <a:pt x="7147" y="3145"/>
                  </a:cubicBezTo>
                  <a:cubicBezTo>
                    <a:pt x="7147" y="1258"/>
                    <a:pt x="7176" y="0"/>
                    <a:pt x="717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62"/>
            <p:cNvSpPr/>
            <p:nvPr/>
          </p:nvSpPr>
          <p:spPr>
            <a:xfrm>
              <a:off x="5460150" y="1024750"/>
              <a:ext cx="187650" cy="441350"/>
            </a:xfrm>
            <a:custGeom>
              <a:avLst/>
              <a:gdLst/>
              <a:ahLst/>
              <a:cxnLst/>
              <a:rect l="l" t="t" r="r" b="b"/>
              <a:pathLst>
                <a:path w="7506" h="17654" extrusionOk="0">
                  <a:moveTo>
                    <a:pt x="7134" y="1"/>
                  </a:moveTo>
                  <a:lnTo>
                    <a:pt x="7134" y="1"/>
                  </a:lnTo>
                  <a:cubicBezTo>
                    <a:pt x="5690" y="1445"/>
                    <a:pt x="3546" y="2459"/>
                    <a:pt x="359" y="2560"/>
                  </a:cubicBezTo>
                  <a:lnTo>
                    <a:pt x="1" y="2560"/>
                  </a:lnTo>
                  <a:cubicBezTo>
                    <a:pt x="187" y="7019"/>
                    <a:pt x="730" y="17553"/>
                    <a:pt x="730" y="17553"/>
                  </a:cubicBezTo>
                  <a:cubicBezTo>
                    <a:pt x="1888" y="17381"/>
                    <a:pt x="2717" y="16339"/>
                    <a:pt x="2717" y="16339"/>
                  </a:cubicBezTo>
                  <a:cubicBezTo>
                    <a:pt x="3117" y="17082"/>
                    <a:pt x="3717" y="17654"/>
                    <a:pt x="3717" y="17654"/>
                  </a:cubicBezTo>
                  <a:lnTo>
                    <a:pt x="4504" y="16267"/>
                  </a:lnTo>
                  <a:cubicBezTo>
                    <a:pt x="4504" y="16267"/>
                    <a:pt x="4961" y="17239"/>
                    <a:pt x="5232" y="17239"/>
                  </a:cubicBezTo>
                  <a:cubicBezTo>
                    <a:pt x="5276" y="17239"/>
                    <a:pt x="5304" y="17210"/>
                    <a:pt x="5347" y="17168"/>
                  </a:cubicBezTo>
                  <a:cubicBezTo>
                    <a:pt x="5590" y="16796"/>
                    <a:pt x="5962" y="16209"/>
                    <a:pt x="5962" y="16209"/>
                  </a:cubicBezTo>
                  <a:cubicBezTo>
                    <a:pt x="6776" y="16981"/>
                    <a:pt x="7505" y="16996"/>
                    <a:pt x="7505" y="16996"/>
                  </a:cubicBezTo>
                  <a:lnTo>
                    <a:pt x="7505" y="16968"/>
                  </a:lnTo>
                  <a:cubicBezTo>
                    <a:pt x="6877" y="16552"/>
                    <a:pt x="6333" y="16024"/>
                    <a:pt x="5890" y="15424"/>
                  </a:cubicBezTo>
                  <a:cubicBezTo>
                    <a:pt x="5718" y="15710"/>
                    <a:pt x="5504" y="15981"/>
                    <a:pt x="5247" y="16196"/>
                  </a:cubicBezTo>
                  <a:cubicBezTo>
                    <a:pt x="4946" y="15938"/>
                    <a:pt x="4689" y="15624"/>
                    <a:pt x="4489" y="15281"/>
                  </a:cubicBezTo>
                  <a:lnTo>
                    <a:pt x="3717" y="16653"/>
                  </a:lnTo>
                  <a:cubicBezTo>
                    <a:pt x="3332" y="16053"/>
                    <a:pt x="2960" y="15466"/>
                    <a:pt x="2574" y="14866"/>
                  </a:cubicBezTo>
                  <a:cubicBezTo>
                    <a:pt x="2316" y="15123"/>
                    <a:pt x="1988" y="15309"/>
                    <a:pt x="1645" y="15424"/>
                  </a:cubicBezTo>
                  <a:cubicBezTo>
                    <a:pt x="1745" y="11450"/>
                    <a:pt x="1745" y="7477"/>
                    <a:pt x="1630" y="3503"/>
                  </a:cubicBezTo>
                  <a:cubicBezTo>
                    <a:pt x="3517" y="3402"/>
                    <a:pt x="5461" y="2802"/>
                    <a:pt x="7119" y="1802"/>
                  </a:cubicBezTo>
                  <a:cubicBezTo>
                    <a:pt x="7119" y="1102"/>
                    <a:pt x="7119" y="487"/>
                    <a:pt x="7134"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62"/>
            <p:cNvSpPr/>
            <p:nvPr/>
          </p:nvSpPr>
          <p:spPr>
            <a:xfrm>
              <a:off x="5637050" y="1015825"/>
              <a:ext cx="142600" cy="153625"/>
            </a:xfrm>
            <a:custGeom>
              <a:avLst/>
              <a:gdLst/>
              <a:ahLst/>
              <a:cxnLst/>
              <a:rect l="l" t="t" r="r" b="b"/>
              <a:pathLst>
                <a:path w="5704" h="6145" extrusionOk="0">
                  <a:moveTo>
                    <a:pt x="1401" y="1"/>
                  </a:moveTo>
                  <a:cubicBezTo>
                    <a:pt x="1401" y="1"/>
                    <a:pt x="758" y="801"/>
                    <a:pt x="401" y="2530"/>
                  </a:cubicBezTo>
                  <a:cubicBezTo>
                    <a:pt x="401" y="2530"/>
                    <a:pt x="1" y="3374"/>
                    <a:pt x="758" y="3774"/>
                  </a:cubicBezTo>
                  <a:cubicBezTo>
                    <a:pt x="758" y="3774"/>
                    <a:pt x="443" y="4375"/>
                    <a:pt x="758" y="4617"/>
                  </a:cubicBezTo>
                  <a:cubicBezTo>
                    <a:pt x="1087" y="4846"/>
                    <a:pt x="1358" y="4889"/>
                    <a:pt x="1558" y="5175"/>
                  </a:cubicBezTo>
                  <a:cubicBezTo>
                    <a:pt x="1716" y="5375"/>
                    <a:pt x="1787" y="5732"/>
                    <a:pt x="2116" y="5875"/>
                  </a:cubicBezTo>
                  <a:cubicBezTo>
                    <a:pt x="2180" y="5903"/>
                    <a:pt x="2262" y="5919"/>
                    <a:pt x="2362" y="5919"/>
                  </a:cubicBezTo>
                  <a:cubicBezTo>
                    <a:pt x="2417" y="5919"/>
                    <a:pt x="2478" y="5914"/>
                    <a:pt x="2545" y="5904"/>
                  </a:cubicBezTo>
                  <a:cubicBezTo>
                    <a:pt x="2605" y="5896"/>
                    <a:pt x="2662" y="5892"/>
                    <a:pt x="2715" y="5892"/>
                  </a:cubicBezTo>
                  <a:cubicBezTo>
                    <a:pt x="2953" y="5892"/>
                    <a:pt x="3130" y="5960"/>
                    <a:pt x="3317" y="6018"/>
                  </a:cubicBezTo>
                  <a:cubicBezTo>
                    <a:pt x="3487" y="6084"/>
                    <a:pt x="3663" y="6144"/>
                    <a:pt x="3878" y="6144"/>
                  </a:cubicBezTo>
                  <a:cubicBezTo>
                    <a:pt x="3989" y="6144"/>
                    <a:pt x="4110" y="6129"/>
                    <a:pt x="4245" y="6090"/>
                  </a:cubicBezTo>
                  <a:cubicBezTo>
                    <a:pt x="4788" y="5947"/>
                    <a:pt x="5332" y="4775"/>
                    <a:pt x="5560" y="3502"/>
                  </a:cubicBezTo>
                  <a:cubicBezTo>
                    <a:pt x="5661" y="2974"/>
                    <a:pt x="5703" y="2416"/>
                    <a:pt x="5661" y="1930"/>
                  </a:cubicBezTo>
                  <a:cubicBezTo>
                    <a:pt x="5489" y="287"/>
                    <a:pt x="1401" y="1"/>
                    <a:pt x="14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62"/>
            <p:cNvSpPr/>
            <p:nvPr/>
          </p:nvSpPr>
          <p:spPr>
            <a:xfrm>
              <a:off x="5637050" y="1015825"/>
              <a:ext cx="142600" cy="146875"/>
            </a:xfrm>
            <a:custGeom>
              <a:avLst/>
              <a:gdLst/>
              <a:ahLst/>
              <a:cxnLst/>
              <a:rect l="l" t="t" r="r" b="b"/>
              <a:pathLst>
                <a:path w="5704" h="5875" extrusionOk="0">
                  <a:moveTo>
                    <a:pt x="1401" y="1"/>
                  </a:moveTo>
                  <a:cubicBezTo>
                    <a:pt x="1401" y="1"/>
                    <a:pt x="758" y="801"/>
                    <a:pt x="401" y="2530"/>
                  </a:cubicBezTo>
                  <a:cubicBezTo>
                    <a:pt x="401" y="2530"/>
                    <a:pt x="1" y="3374"/>
                    <a:pt x="758" y="3774"/>
                  </a:cubicBezTo>
                  <a:cubicBezTo>
                    <a:pt x="758" y="3774"/>
                    <a:pt x="443" y="4375"/>
                    <a:pt x="758" y="4617"/>
                  </a:cubicBezTo>
                  <a:cubicBezTo>
                    <a:pt x="1087" y="4846"/>
                    <a:pt x="1358" y="4889"/>
                    <a:pt x="1558" y="5175"/>
                  </a:cubicBezTo>
                  <a:cubicBezTo>
                    <a:pt x="1716" y="5375"/>
                    <a:pt x="1787" y="5732"/>
                    <a:pt x="2116" y="5875"/>
                  </a:cubicBezTo>
                  <a:cubicBezTo>
                    <a:pt x="2073" y="5775"/>
                    <a:pt x="2030" y="5675"/>
                    <a:pt x="2015" y="5575"/>
                  </a:cubicBezTo>
                  <a:cubicBezTo>
                    <a:pt x="1987" y="5347"/>
                    <a:pt x="2030" y="5089"/>
                    <a:pt x="1887" y="4889"/>
                  </a:cubicBezTo>
                  <a:cubicBezTo>
                    <a:pt x="1730" y="4661"/>
                    <a:pt x="1387" y="4617"/>
                    <a:pt x="1244" y="4388"/>
                  </a:cubicBezTo>
                  <a:cubicBezTo>
                    <a:pt x="1015" y="4032"/>
                    <a:pt x="1415" y="3588"/>
                    <a:pt x="1830" y="3474"/>
                  </a:cubicBezTo>
                  <a:cubicBezTo>
                    <a:pt x="2244" y="3374"/>
                    <a:pt x="2716" y="3403"/>
                    <a:pt x="3045" y="3145"/>
                  </a:cubicBezTo>
                  <a:cubicBezTo>
                    <a:pt x="3174" y="3060"/>
                    <a:pt x="3273" y="2917"/>
                    <a:pt x="3431" y="2917"/>
                  </a:cubicBezTo>
                  <a:cubicBezTo>
                    <a:pt x="3437" y="2916"/>
                    <a:pt x="3444" y="2916"/>
                    <a:pt x="3450" y="2916"/>
                  </a:cubicBezTo>
                  <a:cubicBezTo>
                    <a:pt x="3652" y="2916"/>
                    <a:pt x="3764" y="3149"/>
                    <a:pt x="3931" y="3274"/>
                  </a:cubicBezTo>
                  <a:cubicBezTo>
                    <a:pt x="4101" y="3424"/>
                    <a:pt x="4307" y="3455"/>
                    <a:pt x="4517" y="3455"/>
                  </a:cubicBezTo>
                  <a:cubicBezTo>
                    <a:pt x="4608" y="3455"/>
                    <a:pt x="4699" y="3449"/>
                    <a:pt x="4788" y="3445"/>
                  </a:cubicBezTo>
                  <a:cubicBezTo>
                    <a:pt x="4889" y="3435"/>
                    <a:pt x="4990" y="3425"/>
                    <a:pt x="5086" y="3425"/>
                  </a:cubicBezTo>
                  <a:cubicBezTo>
                    <a:pt x="5126" y="3425"/>
                    <a:pt x="5165" y="3427"/>
                    <a:pt x="5203" y="3431"/>
                  </a:cubicBezTo>
                  <a:cubicBezTo>
                    <a:pt x="5318" y="3431"/>
                    <a:pt x="5446" y="3474"/>
                    <a:pt x="5560" y="3502"/>
                  </a:cubicBezTo>
                  <a:cubicBezTo>
                    <a:pt x="5661" y="2974"/>
                    <a:pt x="5703" y="2416"/>
                    <a:pt x="5661" y="1930"/>
                  </a:cubicBezTo>
                  <a:cubicBezTo>
                    <a:pt x="5489" y="287"/>
                    <a:pt x="1401" y="1"/>
                    <a:pt x="140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62"/>
            <p:cNvSpPr/>
            <p:nvPr/>
          </p:nvSpPr>
          <p:spPr>
            <a:xfrm>
              <a:off x="5600950" y="530825"/>
              <a:ext cx="199425" cy="557925"/>
            </a:xfrm>
            <a:custGeom>
              <a:avLst/>
              <a:gdLst/>
              <a:ahLst/>
              <a:cxnLst/>
              <a:rect l="l" t="t" r="r" b="b"/>
              <a:pathLst>
                <a:path w="7977" h="22317" extrusionOk="0">
                  <a:moveTo>
                    <a:pt x="133" y="1"/>
                  </a:moveTo>
                  <a:cubicBezTo>
                    <a:pt x="47" y="1"/>
                    <a:pt x="0" y="4"/>
                    <a:pt x="0" y="4"/>
                  </a:cubicBezTo>
                  <a:cubicBezTo>
                    <a:pt x="2345" y="6422"/>
                    <a:pt x="1731" y="16527"/>
                    <a:pt x="1702" y="18500"/>
                  </a:cubicBezTo>
                  <a:cubicBezTo>
                    <a:pt x="1673" y="20472"/>
                    <a:pt x="1401" y="22216"/>
                    <a:pt x="1401" y="22216"/>
                  </a:cubicBezTo>
                  <a:cubicBezTo>
                    <a:pt x="2274" y="21802"/>
                    <a:pt x="2760" y="20730"/>
                    <a:pt x="2760" y="20730"/>
                  </a:cubicBezTo>
                  <a:cubicBezTo>
                    <a:pt x="3103" y="21359"/>
                    <a:pt x="3389" y="22317"/>
                    <a:pt x="3389" y="22317"/>
                  </a:cubicBezTo>
                  <a:cubicBezTo>
                    <a:pt x="4218" y="21945"/>
                    <a:pt x="4847" y="21173"/>
                    <a:pt x="4847" y="21173"/>
                  </a:cubicBezTo>
                  <a:cubicBezTo>
                    <a:pt x="5361" y="22059"/>
                    <a:pt x="5990" y="22317"/>
                    <a:pt x="5990" y="22317"/>
                  </a:cubicBezTo>
                  <a:lnTo>
                    <a:pt x="6562" y="21488"/>
                  </a:lnTo>
                  <a:lnTo>
                    <a:pt x="7976" y="22317"/>
                  </a:lnTo>
                  <a:cubicBezTo>
                    <a:pt x="7962" y="22302"/>
                    <a:pt x="7890" y="22174"/>
                    <a:pt x="7805" y="21974"/>
                  </a:cubicBezTo>
                  <a:cubicBezTo>
                    <a:pt x="7648" y="21616"/>
                    <a:pt x="7419" y="21044"/>
                    <a:pt x="7262" y="20459"/>
                  </a:cubicBezTo>
                  <a:cubicBezTo>
                    <a:pt x="7004" y="19487"/>
                    <a:pt x="7334" y="10753"/>
                    <a:pt x="5861" y="5222"/>
                  </a:cubicBezTo>
                  <a:cubicBezTo>
                    <a:pt x="5676" y="4521"/>
                    <a:pt x="5447" y="3907"/>
                    <a:pt x="5175" y="3377"/>
                  </a:cubicBezTo>
                  <a:cubicBezTo>
                    <a:pt x="3575" y="189"/>
                    <a:pt x="773" y="1"/>
                    <a:pt x="13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62"/>
            <p:cNvSpPr/>
            <p:nvPr/>
          </p:nvSpPr>
          <p:spPr>
            <a:xfrm>
              <a:off x="5635975" y="535575"/>
              <a:ext cx="164400" cy="553175"/>
            </a:xfrm>
            <a:custGeom>
              <a:avLst/>
              <a:gdLst/>
              <a:ahLst/>
              <a:cxnLst/>
              <a:rect l="l" t="t" r="r" b="b"/>
              <a:pathLst>
                <a:path w="6576" h="22127" extrusionOk="0">
                  <a:moveTo>
                    <a:pt x="29" y="0"/>
                  </a:moveTo>
                  <a:lnTo>
                    <a:pt x="29" y="0"/>
                  </a:lnTo>
                  <a:cubicBezTo>
                    <a:pt x="72" y="429"/>
                    <a:pt x="115" y="815"/>
                    <a:pt x="158" y="1186"/>
                  </a:cubicBezTo>
                  <a:cubicBezTo>
                    <a:pt x="2616" y="3917"/>
                    <a:pt x="2759" y="7618"/>
                    <a:pt x="2887" y="9505"/>
                  </a:cubicBezTo>
                  <a:cubicBezTo>
                    <a:pt x="3030" y="11620"/>
                    <a:pt x="3088" y="16181"/>
                    <a:pt x="444" y="19196"/>
                  </a:cubicBezTo>
                  <a:cubicBezTo>
                    <a:pt x="387" y="19268"/>
                    <a:pt x="315" y="19325"/>
                    <a:pt x="258" y="19396"/>
                  </a:cubicBezTo>
                  <a:cubicBezTo>
                    <a:pt x="215" y="20197"/>
                    <a:pt x="143" y="20911"/>
                    <a:pt x="86" y="21383"/>
                  </a:cubicBezTo>
                  <a:cubicBezTo>
                    <a:pt x="29" y="21784"/>
                    <a:pt x="0" y="22026"/>
                    <a:pt x="0" y="22026"/>
                  </a:cubicBezTo>
                  <a:cubicBezTo>
                    <a:pt x="873" y="21612"/>
                    <a:pt x="1359" y="20540"/>
                    <a:pt x="1359" y="20540"/>
                  </a:cubicBezTo>
                  <a:cubicBezTo>
                    <a:pt x="1702" y="21169"/>
                    <a:pt x="1988" y="22127"/>
                    <a:pt x="1988" y="22127"/>
                  </a:cubicBezTo>
                  <a:cubicBezTo>
                    <a:pt x="2817" y="21755"/>
                    <a:pt x="3446" y="20983"/>
                    <a:pt x="3446" y="20983"/>
                  </a:cubicBezTo>
                  <a:cubicBezTo>
                    <a:pt x="3960" y="21869"/>
                    <a:pt x="4589" y="22127"/>
                    <a:pt x="4589" y="22127"/>
                  </a:cubicBezTo>
                  <a:lnTo>
                    <a:pt x="5161" y="21298"/>
                  </a:lnTo>
                  <a:lnTo>
                    <a:pt x="6575" y="22127"/>
                  </a:lnTo>
                  <a:cubicBezTo>
                    <a:pt x="6561" y="22112"/>
                    <a:pt x="6489" y="21984"/>
                    <a:pt x="6404" y="21784"/>
                  </a:cubicBezTo>
                  <a:lnTo>
                    <a:pt x="5075" y="20583"/>
                  </a:lnTo>
                  <a:cubicBezTo>
                    <a:pt x="4946" y="20898"/>
                    <a:pt x="4746" y="21183"/>
                    <a:pt x="4488" y="21412"/>
                  </a:cubicBezTo>
                  <a:lnTo>
                    <a:pt x="3545" y="20311"/>
                  </a:lnTo>
                  <a:cubicBezTo>
                    <a:pt x="3160" y="20583"/>
                    <a:pt x="2788" y="20840"/>
                    <a:pt x="2402" y="21111"/>
                  </a:cubicBezTo>
                  <a:cubicBezTo>
                    <a:pt x="2474" y="20440"/>
                    <a:pt x="2030" y="19825"/>
                    <a:pt x="1973" y="19154"/>
                  </a:cubicBezTo>
                  <a:cubicBezTo>
                    <a:pt x="1902" y="18396"/>
                    <a:pt x="2302" y="17681"/>
                    <a:pt x="2602" y="16981"/>
                  </a:cubicBezTo>
                  <a:cubicBezTo>
                    <a:pt x="3431" y="14965"/>
                    <a:pt x="3402" y="12707"/>
                    <a:pt x="3360" y="10520"/>
                  </a:cubicBezTo>
                  <a:cubicBezTo>
                    <a:pt x="3331" y="8805"/>
                    <a:pt x="3288" y="7075"/>
                    <a:pt x="2902" y="5403"/>
                  </a:cubicBezTo>
                  <a:cubicBezTo>
                    <a:pt x="2802" y="4975"/>
                    <a:pt x="2674" y="4517"/>
                    <a:pt x="2731" y="4074"/>
                  </a:cubicBezTo>
                  <a:cubicBezTo>
                    <a:pt x="2817" y="3559"/>
                    <a:pt x="3202" y="3159"/>
                    <a:pt x="3602" y="3159"/>
                  </a:cubicBezTo>
                  <a:cubicBezTo>
                    <a:pt x="3659" y="3159"/>
                    <a:pt x="3717" y="3174"/>
                    <a:pt x="3774" y="3187"/>
                  </a:cubicBezTo>
                  <a:cubicBezTo>
                    <a:pt x="2731" y="1100"/>
                    <a:pt x="1159" y="300"/>
                    <a:pt x="2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62"/>
            <p:cNvSpPr/>
            <p:nvPr/>
          </p:nvSpPr>
          <p:spPr>
            <a:xfrm>
              <a:off x="5134975" y="479450"/>
              <a:ext cx="578200" cy="609500"/>
            </a:xfrm>
            <a:custGeom>
              <a:avLst/>
              <a:gdLst/>
              <a:ahLst/>
              <a:cxnLst/>
              <a:rect l="l" t="t" r="r" b="b"/>
              <a:pathLst>
                <a:path w="23128" h="24380" extrusionOk="0">
                  <a:moveTo>
                    <a:pt x="10572" y="0"/>
                  </a:moveTo>
                  <a:cubicBezTo>
                    <a:pt x="10508" y="0"/>
                    <a:pt x="10443" y="0"/>
                    <a:pt x="10378" y="1"/>
                  </a:cubicBezTo>
                  <a:cubicBezTo>
                    <a:pt x="5604" y="44"/>
                    <a:pt x="1016" y="2316"/>
                    <a:pt x="172" y="8535"/>
                  </a:cubicBezTo>
                  <a:cubicBezTo>
                    <a:pt x="44" y="9421"/>
                    <a:pt x="1" y="10378"/>
                    <a:pt x="44" y="11422"/>
                  </a:cubicBezTo>
                  <a:cubicBezTo>
                    <a:pt x="287" y="17668"/>
                    <a:pt x="2116" y="21913"/>
                    <a:pt x="7020" y="23585"/>
                  </a:cubicBezTo>
                  <a:cubicBezTo>
                    <a:pt x="8579" y="24118"/>
                    <a:pt x="10457" y="24380"/>
                    <a:pt x="12688" y="24380"/>
                  </a:cubicBezTo>
                  <a:cubicBezTo>
                    <a:pt x="12910" y="24380"/>
                    <a:pt x="13136" y="24377"/>
                    <a:pt x="13366" y="24372"/>
                  </a:cubicBezTo>
                  <a:cubicBezTo>
                    <a:pt x="16810" y="24271"/>
                    <a:pt x="19040" y="23085"/>
                    <a:pt x="20484" y="21441"/>
                  </a:cubicBezTo>
                  <a:cubicBezTo>
                    <a:pt x="23128" y="18426"/>
                    <a:pt x="23070" y="13865"/>
                    <a:pt x="22927" y="11750"/>
                  </a:cubicBezTo>
                  <a:cubicBezTo>
                    <a:pt x="22785" y="9492"/>
                    <a:pt x="22599" y="4660"/>
                    <a:pt x="18497" y="1960"/>
                  </a:cubicBezTo>
                  <a:cubicBezTo>
                    <a:pt x="16699" y="780"/>
                    <a:pt x="14171" y="0"/>
                    <a:pt x="10572"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62"/>
            <p:cNvSpPr/>
            <p:nvPr/>
          </p:nvSpPr>
          <p:spPr>
            <a:xfrm>
              <a:off x="5625250" y="887900"/>
              <a:ext cx="50425" cy="61850"/>
            </a:xfrm>
            <a:custGeom>
              <a:avLst/>
              <a:gdLst/>
              <a:ahLst/>
              <a:cxnLst/>
              <a:rect l="l" t="t" r="r" b="b"/>
              <a:pathLst>
                <a:path w="2017" h="2474" extrusionOk="0">
                  <a:moveTo>
                    <a:pt x="858" y="1"/>
                  </a:moveTo>
                  <a:cubicBezTo>
                    <a:pt x="330" y="1"/>
                    <a:pt x="58" y="615"/>
                    <a:pt x="29" y="1244"/>
                  </a:cubicBezTo>
                  <a:cubicBezTo>
                    <a:pt x="0" y="1859"/>
                    <a:pt x="229" y="2473"/>
                    <a:pt x="701" y="2473"/>
                  </a:cubicBezTo>
                  <a:cubicBezTo>
                    <a:pt x="759" y="2473"/>
                    <a:pt x="801" y="2473"/>
                    <a:pt x="844" y="2459"/>
                  </a:cubicBezTo>
                  <a:cubicBezTo>
                    <a:pt x="2016" y="2187"/>
                    <a:pt x="1944" y="287"/>
                    <a:pt x="1087" y="29"/>
                  </a:cubicBezTo>
                  <a:cubicBezTo>
                    <a:pt x="1016" y="15"/>
                    <a:pt x="930" y="1"/>
                    <a:pt x="858"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62"/>
            <p:cNvSpPr/>
            <p:nvPr/>
          </p:nvSpPr>
          <p:spPr>
            <a:xfrm>
              <a:off x="5655625" y="838950"/>
              <a:ext cx="35050" cy="37900"/>
            </a:xfrm>
            <a:custGeom>
              <a:avLst/>
              <a:gdLst/>
              <a:ahLst/>
              <a:cxnLst/>
              <a:rect l="l" t="t" r="r" b="b"/>
              <a:pathLst>
                <a:path w="1402" h="1516" extrusionOk="0">
                  <a:moveTo>
                    <a:pt x="672" y="0"/>
                  </a:moveTo>
                  <a:cubicBezTo>
                    <a:pt x="358" y="0"/>
                    <a:pt x="129" y="372"/>
                    <a:pt x="72" y="758"/>
                  </a:cubicBezTo>
                  <a:cubicBezTo>
                    <a:pt x="1" y="1130"/>
                    <a:pt x="129" y="1515"/>
                    <a:pt x="516" y="1515"/>
                  </a:cubicBezTo>
                  <a:cubicBezTo>
                    <a:pt x="1373" y="1501"/>
                    <a:pt x="1402" y="329"/>
                    <a:pt x="901" y="57"/>
                  </a:cubicBezTo>
                  <a:cubicBezTo>
                    <a:pt x="830" y="15"/>
                    <a:pt x="744" y="0"/>
                    <a:pt x="672"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62"/>
            <p:cNvSpPr/>
            <p:nvPr/>
          </p:nvSpPr>
          <p:spPr>
            <a:xfrm>
              <a:off x="5608800" y="830375"/>
              <a:ext cx="29000" cy="28600"/>
            </a:xfrm>
            <a:custGeom>
              <a:avLst/>
              <a:gdLst/>
              <a:ahLst/>
              <a:cxnLst/>
              <a:rect l="l" t="t" r="r" b="b"/>
              <a:pathLst>
                <a:path w="1160" h="1144" extrusionOk="0">
                  <a:moveTo>
                    <a:pt x="359" y="0"/>
                  </a:moveTo>
                  <a:cubicBezTo>
                    <a:pt x="187" y="0"/>
                    <a:pt x="58" y="286"/>
                    <a:pt x="30" y="572"/>
                  </a:cubicBezTo>
                  <a:cubicBezTo>
                    <a:pt x="1" y="858"/>
                    <a:pt x="87" y="1143"/>
                    <a:pt x="330" y="1143"/>
                  </a:cubicBezTo>
                  <a:cubicBezTo>
                    <a:pt x="359" y="1143"/>
                    <a:pt x="387" y="1143"/>
                    <a:pt x="430" y="1130"/>
                  </a:cubicBezTo>
                  <a:cubicBezTo>
                    <a:pt x="1059" y="943"/>
                    <a:pt x="1159" y="286"/>
                    <a:pt x="430" y="15"/>
                  </a:cubicBezTo>
                  <a:cubicBezTo>
                    <a:pt x="401" y="0"/>
                    <a:pt x="387" y="0"/>
                    <a:pt x="359"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62"/>
            <p:cNvSpPr/>
            <p:nvPr/>
          </p:nvSpPr>
          <p:spPr>
            <a:xfrm>
              <a:off x="5598800" y="960425"/>
              <a:ext cx="31475" cy="26475"/>
            </a:xfrm>
            <a:custGeom>
              <a:avLst/>
              <a:gdLst/>
              <a:ahLst/>
              <a:cxnLst/>
              <a:rect l="l" t="t" r="r" b="b"/>
              <a:pathLst>
                <a:path w="1259" h="1059" extrusionOk="0">
                  <a:moveTo>
                    <a:pt x="601" y="1"/>
                  </a:moveTo>
                  <a:cubicBezTo>
                    <a:pt x="1" y="1"/>
                    <a:pt x="115" y="1059"/>
                    <a:pt x="530" y="1059"/>
                  </a:cubicBezTo>
                  <a:cubicBezTo>
                    <a:pt x="559" y="1059"/>
                    <a:pt x="572" y="1059"/>
                    <a:pt x="601" y="1045"/>
                  </a:cubicBezTo>
                  <a:cubicBezTo>
                    <a:pt x="1073" y="930"/>
                    <a:pt x="1259" y="1"/>
                    <a:pt x="601"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62"/>
            <p:cNvSpPr/>
            <p:nvPr/>
          </p:nvSpPr>
          <p:spPr>
            <a:xfrm>
              <a:off x="5285775" y="1059050"/>
              <a:ext cx="25750" cy="10400"/>
            </a:xfrm>
            <a:custGeom>
              <a:avLst/>
              <a:gdLst/>
              <a:ahLst/>
              <a:cxnLst/>
              <a:rect l="l" t="t" r="r" b="b"/>
              <a:pathLst>
                <a:path w="1030" h="416" extrusionOk="0">
                  <a:moveTo>
                    <a:pt x="1" y="1"/>
                  </a:moveTo>
                  <a:lnTo>
                    <a:pt x="1" y="16"/>
                  </a:lnTo>
                  <a:cubicBezTo>
                    <a:pt x="97" y="58"/>
                    <a:pt x="195" y="98"/>
                    <a:pt x="295" y="138"/>
                  </a:cubicBezTo>
                  <a:lnTo>
                    <a:pt x="295" y="138"/>
                  </a:lnTo>
                  <a:cubicBezTo>
                    <a:pt x="195" y="95"/>
                    <a:pt x="97" y="49"/>
                    <a:pt x="1" y="1"/>
                  </a:cubicBezTo>
                  <a:close/>
                  <a:moveTo>
                    <a:pt x="295" y="138"/>
                  </a:moveTo>
                  <a:lnTo>
                    <a:pt x="295" y="138"/>
                  </a:lnTo>
                  <a:cubicBezTo>
                    <a:pt x="519" y="236"/>
                    <a:pt x="750" y="322"/>
                    <a:pt x="988" y="401"/>
                  </a:cubicBezTo>
                  <a:cubicBezTo>
                    <a:pt x="988" y="401"/>
                    <a:pt x="988" y="401"/>
                    <a:pt x="989" y="401"/>
                  </a:cubicBezTo>
                  <a:lnTo>
                    <a:pt x="989" y="401"/>
                  </a:lnTo>
                  <a:cubicBezTo>
                    <a:pt x="751" y="315"/>
                    <a:pt x="520" y="229"/>
                    <a:pt x="295" y="138"/>
                  </a:cubicBezTo>
                  <a:close/>
                  <a:moveTo>
                    <a:pt x="989" y="401"/>
                  </a:moveTo>
                  <a:cubicBezTo>
                    <a:pt x="1002" y="406"/>
                    <a:pt x="1016" y="411"/>
                    <a:pt x="1030" y="416"/>
                  </a:cubicBezTo>
                  <a:cubicBezTo>
                    <a:pt x="1017" y="402"/>
                    <a:pt x="1002" y="401"/>
                    <a:pt x="989" y="401"/>
                  </a:cubicBezTo>
                  <a:close/>
                </a:path>
              </a:pathLst>
            </a:custGeom>
            <a:solidFill>
              <a:srgbClr val="5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62"/>
            <p:cNvSpPr/>
            <p:nvPr/>
          </p:nvSpPr>
          <p:spPr>
            <a:xfrm>
              <a:off x="5423700" y="1088350"/>
              <a:ext cx="36475" cy="400"/>
            </a:xfrm>
            <a:custGeom>
              <a:avLst/>
              <a:gdLst/>
              <a:ahLst/>
              <a:cxnLst/>
              <a:rect l="l" t="t" r="r" b="b"/>
              <a:pathLst>
                <a:path w="1459" h="16" extrusionOk="0">
                  <a:moveTo>
                    <a:pt x="1" y="1"/>
                  </a:moveTo>
                  <a:lnTo>
                    <a:pt x="1" y="1"/>
                  </a:lnTo>
                  <a:cubicBezTo>
                    <a:pt x="330" y="16"/>
                    <a:pt x="687" y="16"/>
                    <a:pt x="1045" y="16"/>
                  </a:cubicBezTo>
                  <a:lnTo>
                    <a:pt x="1459" y="16"/>
                  </a:lnTo>
                  <a:lnTo>
                    <a:pt x="1459" y="16"/>
                  </a:lnTo>
                  <a:lnTo>
                    <a:pt x="1045" y="16"/>
                  </a:lnTo>
                  <a:cubicBezTo>
                    <a:pt x="687" y="16"/>
                    <a:pt x="330" y="16"/>
                    <a:pt x="1" y="1"/>
                  </a:cubicBezTo>
                  <a:close/>
                </a:path>
              </a:pathLst>
            </a:custGeom>
            <a:solidFill>
              <a:srgbClr val="D2CB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62"/>
            <p:cNvSpPr/>
            <p:nvPr/>
          </p:nvSpPr>
          <p:spPr>
            <a:xfrm>
              <a:off x="5391925" y="1086225"/>
              <a:ext cx="31800" cy="2150"/>
            </a:xfrm>
            <a:custGeom>
              <a:avLst/>
              <a:gdLst/>
              <a:ahLst/>
              <a:cxnLst/>
              <a:rect l="l" t="t" r="r" b="b"/>
              <a:pathLst>
                <a:path w="1272" h="86" extrusionOk="0">
                  <a:moveTo>
                    <a:pt x="0" y="0"/>
                  </a:moveTo>
                  <a:cubicBezTo>
                    <a:pt x="414" y="29"/>
                    <a:pt x="829" y="72"/>
                    <a:pt x="1272" y="86"/>
                  </a:cubicBezTo>
                  <a:lnTo>
                    <a:pt x="1272" y="86"/>
                  </a:lnTo>
                  <a:cubicBezTo>
                    <a:pt x="829" y="72"/>
                    <a:pt x="414" y="29"/>
                    <a:pt x="0" y="0"/>
                  </a:cubicBezTo>
                  <a:close/>
                </a:path>
              </a:pathLst>
            </a:custGeom>
            <a:solidFill>
              <a:srgbClr val="5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62"/>
            <p:cNvSpPr/>
            <p:nvPr/>
          </p:nvSpPr>
          <p:spPr>
            <a:xfrm>
              <a:off x="5460150" y="1088725"/>
              <a:ext cx="8975" cy="25"/>
            </a:xfrm>
            <a:custGeom>
              <a:avLst/>
              <a:gdLst/>
              <a:ahLst/>
              <a:cxnLst/>
              <a:rect l="l" t="t" r="r" b="b"/>
              <a:pathLst>
                <a:path w="359" h="1" extrusionOk="0">
                  <a:moveTo>
                    <a:pt x="359" y="1"/>
                  </a:moveTo>
                  <a:lnTo>
                    <a:pt x="1" y="1"/>
                  </a:lnTo>
                  <a:lnTo>
                    <a:pt x="1" y="1"/>
                  </a:lnTo>
                  <a:close/>
                </a:path>
              </a:pathLst>
            </a:custGeom>
            <a:solidFill>
              <a:srgbClr val="5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62"/>
            <p:cNvSpPr/>
            <p:nvPr/>
          </p:nvSpPr>
          <p:spPr>
            <a:xfrm>
              <a:off x="5256475" y="483025"/>
              <a:ext cx="390600" cy="605725"/>
            </a:xfrm>
            <a:custGeom>
              <a:avLst/>
              <a:gdLst/>
              <a:ahLst/>
              <a:cxnLst/>
              <a:rect l="l" t="t" r="r" b="b"/>
              <a:pathLst>
                <a:path w="15624" h="24229" extrusionOk="0">
                  <a:moveTo>
                    <a:pt x="3617" y="1"/>
                  </a:moveTo>
                  <a:cubicBezTo>
                    <a:pt x="2331" y="187"/>
                    <a:pt x="1102" y="559"/>
                    <a:pt x="1" y="1144"/>
                  </a:cubicBezTo>
                  <a:cubicBezTo>
                    <a:pt x="715" y="3017"/>
                    <a:pt x="973" y="5690"/>
                    <a:pt x="1030" y="8434"/>
                  </a:cubicBezTo>
                  <a:cubicBezTo>
                    <a:pt x="1045" y="9434"/>
                    <a:pt x="1045" y="10435"/>
                    <a:pt x="1030" y="11407"/>
                  </a:cubicBezTo>
                  <a:cubicBezTo>
                    <a:pt x="1473" y="14852"/>
                    <a:pt x="1373" y="19697"/>
                    <a:pt x="2160" y="23442"/>
                  </a:cubicBezTo>
                  <a:cubicBezTo>
                    <a:pt x="2173" y="23442"/>
                    <a:pt x="2188" y="23442"/>
                    <a:pt x="2202" y="23457"/>
                  </a:cubicBezTo>
                  <a:cubicBezTo>
                    <a:pt x="3160" y="23771"/>
                    <a:pt x="4218" y="24000"/>
                    <a:pt x="5418" y="24128"/>
                  </a:cubicBezTo>
                  <a:cubicBezTo>
                    <a:pt x="5832" y="24157"/>
                    <a:pt x="6247" y="24200"/>
                    <a:pt x="6690" y="24214"/>
                  </a:cubicBezTo>
                  <a:cubicBezTo>
                    <a:pt x="7019" y="24229"/>
                    <a:pt x="7376" y="24229"/>
                    <a:pt x="7734" y="24229"/>
                  </a:cubicBezTo>
                  <a:lnTo>
                    <a:pt x="8506" y="24229"/>
                  </a:lnTo>
                  <a:cubicBezTo>
                    <a:pt x="11950" y="24128"/>
                    <a:pt x="14180" y="22942"/>
                    <a:pt x="15624" y="21298"/>
                  </a:cubicBezTo>
                  <a:lnTo>
                    <a:pt x="15624" y="21298"/>
                  </a:lnTo>
                  <a:cubicBezTo>
                    <a:pt x="14037" y="22142"/>
                    <a:pt x="12079" y="22299"/>
                    <a:pt x="10235" y="22313"/>
                  </a:cubicBezTo>
                  <a:lnTo>
                    <a:pt x="9920" y="22313"/>
                  </a:lnTo>
                  <a:cubicBezTo>
                    <a:pt x="8963" y="22313"/>
                    <a:pt x="8005" y="22256"/>
                    <a:pt x="7134" y="21856"/>
                  </a:cubicBezTo>
                  <a:cubicBezTo>
                    <a:pt x="6347" y="21484"/>
                    <a:pt x="5704" y="20869"/>
                    <a:pt x="5118" y="20212"/>
                  </a:cubicBezTo>
                  <a:cubicBezTo>
                    <a:pt x="4403" y="19411"/>
                    <a:pt x="3717" y="18540"/>
                    <a:pt x="3360" y="17539"/>
                  </a:cubicBezTo>
                  <a:cubicBezTo>
                    <a:pt x="2760" y="15910"/>
                    <a:pt x="3017" y="14123"/>
                    <a:pt x="3160" y="12407"/>
                  </a:cubicBezTo>
                  <a:cubicBezTo>
                    <a:pt x="3303" y="10564"/>
                    <a:pt x="3303" y="8691"/>
                    <a:pt x="3160" y="6848"/>
                  </a:cubicBezTo>
                  <a:cubicBezTo>
                    <a:pt x="3046" y="5518"/>
                    <a:pt x="2903" y="4075"/>
                    <a:pt x="3589" y="2960"/>
                  </a:cubicBezTo>
                  <a:cubicBezTo>
                    <a:pt x="3574" y="2516"/>
                    <a:pt x="3574" y="2045"/>
                    <a:pt x="3574" y="1602"/>
                  </a:cubicBezTo>
                  <a:cubicBezTo>
                    <a:pt x="3574" y="1030"/>
                    <a:pt x="3589" y="473"/>
                    <a:pt x="3617" y="1"/>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62"/>
            <p:cNvSpPr/>
            <p:nvPr/>
          </p:nvSpPr>
          <p:spPr>
            <a:xfrm>
              <a:off x="5275775" y="768175"/>
              <a:ext cx="34700" cy="300925"/>
            </a:xfrm>
            <a:custGeom>
              <a:avLst/>
              <a:gdLst/>
              <a:ahLst/>
              <a:cxnLst/>
              <a:rect l="l" t="t" r="r" b="b"/>
              <a:pathLst>
                <a:path w="1388" h="12037" extrusionOk="0">
                  <a:moveTo>
                    <a:pt x="258" y="1"/>
                  </a:moveTo>
                  <a:cubicBezTo>
                    <a:pt x="215" y="2231"/>
                    <a:pt x="101" y="4318"/>
                    <a:pt x="58" y="5861"/>
                  </a:cubicBezTo>
                  <a:cubicBezTo>
                    <a:pt x="0" y="8363"/>
                    <a:pt x="215" y="10435"/>
                    <a:pt x="401" y="11636"/>
                  </a:cubicBezTo>
                  <a:cubicBezTo>
                    <a:pt x="715" y="11794"/>
                    <a:pt x="1044" y="11922"/>
                    <a:pt x="1388" y="12036"/>
                  </a:cubicBezTo>
                  <a:cubicBezTo>
                    <a:pt x="601" y="8291"/>
                    <a:pt x="701" y="3446"/>
                    <a:pt x="258" y="1"/>
                  </a:cubicBezTo>
                  <a:close/>
                </a:path>
              </a:pathLst>
            </a:custGeom>
            <a:solidFill>
              <a:srgbClr val="582C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62"/>
            <p:cNvSpPr/>
            <p:nvPr/>
          </p:nvSpPr>
          <p:spPr>
            <a:xfrm>
              <a:off x="5117125" y="1042275"/>
              <a:ext cx="177250" cy="121350"/>
            </a:xfrm>
            <a:custGeom>
              <a:avLst/>
              <a:gdLst/>
              <a:ahLst/>
              <a:cxnLst/>
              <a:rect l="l" t="t" r="r" b="b"/>
              <a:pathLst>
                <a:path w="7090" h="4854" extrusionOk="0">
                  <a:moveTo>
                    <a:pt x="587" y="1"/>
                  </a:moveTo>
                  <a:cubicBezTo>
                    <a:pt x="587" y="1"/>
                    <a:pt x="72" y="801"/>
                    <a:pt x="44" y="2530"/>
                  </a:cubicBezTo>
                  <a:cubicBezTo>
                    <a:pt x="0" y="4274"/>
                    <a:pt x="501" y="4660"/>
                    <a:pt x="1144" y="4717"/>
                  </a:cubicBezTo>
                  <a:lnTo>
                    <a:pt x="1172" y="4717"/>
                  </a:lnTo>
                  <a:cubicBezTo>
                    <a:pt x="1208" y="4720"/>
                    <a:pt x="1242" y="4721"/>
                    <a:pt x="1275" y="4721"/>
                  </a:cubicBezTo>
                  <a:cubicBezTo>
                    <a:pt x="1805" y="4721"/>
                    <a:pt x="1944" y="4417"/>
                    <a:pt x="1944" y="4417"/>
                  </a:cubicBezTo>
                  <a:cubicBezTo>
                    <a:pt x="1944" y="4417"/>
                    <a:pt x="2173" y="4803"/>
                    <a:pt x="2759" y="4846"/>
                  </a:cubicBezTo>
                  <a:cubicBezTo>
                    <a:pt x="2780" y="4847"/>
                    <a:pt x="2801" y="4847"/>
                    <a:pt x="2821" y="4847"/>
                  </a:cubicBezTo>
                  <a:cubicBezTo>
                    <a:pt x="3367" y="4847"/>
                    <a:pt x="3659" y="4489"/>
                    <a:pt x="3659" y="4489"/>
                  </a:cubicBezTo>
                  <a:cubicBezTo>
                    <a:pt x="3659" y="4489"/>
                    <a:pt x="3830" y="4854"/>
                    <a:pt x="4317" y="4854"/>
                  </a:cubicBezTo>
                  <a:cubicBezTo>
                    <a:pt x="4357" y="4854"/>
                    <a:pt x="4401" y="4851"/>
                    <a:pt x="4446" y="4846"/>
                  </a:cubicBezTo>
                  <a:cubicBezTo>
                    <a:pt x="5032" y="4775"/>
                    <a:pt x="4403" y="2987"/>
                    <a:pt x="4732" y="2430"/>
                  </a:cubicBezTo>
                  <a:lnTo>
                    <a:pt x="4732" y="2430"/>
                  </a:lnTo>
                  <a:cubicBezTo>
                    <a:pt x="4732" y="2431"/>
                    <a:pt x="5460" y="3102"/>
                    <a:pt x="5861" y="3374"/>
                  </a:cubicBezTo>
                  <a:cubicBezTo>
                    <a:pt x="6027" y="3477"/>
                    <a:pt x="6155" y="3523"/>
                    <a:pt x="6260" y="3523"/>
                  </a:cubicBezTo>
                  <a:cubicBezTo>
                    <a:pt x="6418" y="3523"/>
                    <a:pt x="6528" y="3422"/>
                    <a:pt x="6647" y="3259"/>
                  </a:cubicBezTo>
                  <a:cubicBezTo>
                    <a:pt x="6676" y="3216"/>
                    <a:pt x="6718" y="3159"/>
                    <a:pt x="6747" y="3102"/>
                  </a:cubicBezTo>
                  <a:cubicBezTo>
                    <a:pt x="6918" y="2802"/>
                    <a:pt x="7090" y="2387"/>
                    <a:pt x="6947" y="2301"/>
                  </a:cubicBezTo>
                  <a:cubicBezTo>
                    <a:pt x="6876" y="2244"/>
                    <a:pt x="6533" y="2073"/>
                    <a:pt x="6261" y="1758"/>
                  </a:cubicBezTo>
                  <a:cubicBezTo>
                    <a:pt x="6204" y="1701"/>
                    <a:pt x="6146" y="1630"/>
                    <a:pt x="6089" y="1558"/>
                  </a:cubicBezTo>
                  <a:cubicBezTo>
                    <a:pt x="5889" y="1258"/>
                    <a:pt x="5746" y="887"/>
                    <a:pt x="5861" y="429"/>
                  </a:cubicBezTo>
                  <a:lnTo>
                    <a:pt x="587" y="1"/>
                  </a:ln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62"/>
            <p:cNvSpPr/>
            <p:nvPr/>
          </p:nvSpPr>
          <p:spPr>
            <a:xfrm>
              <a:off x="5117125" y="1042275"/>
              <a:ext cx="152250" cy="117950"/>
            </a:xfrm>
            <a:custGeom>
              <a:avLst/>
              <a:gdLst/>
              <a:ahLst/>
              <a:cxnLst/>
              <a:rect l="l" t="t" r="r" b="b"/>
              <a:pathLst>
                <a:path w="6090" h="4718" extrusionOk="0">
                  <a:moveTo>
                    <a:pt x="587" y="1"/>
                  </a:moveTo>
                  <a:cubicBezTo>
                    <a:pt x="587" y="1"/>
                    <a:pt x="72" y="801"/>
                    <a:pt x="44" y="2530"/>
                  </a:cubicBezTo>
                  <a:cubicBezTo>
                    <a:pt x="0" y="4274"/>
                    <a:pt x="501" y="4660"/>
                    <a:pt x="1144" y="4717"/>
                  </a:cubicBezTo>
                  <a:lnTo>
                    <a:pt x="1172" y="4717"/>
                  </a:lnTo>
                  <a:cubicBezTo>
                    <a:pt x="758" y="3974"/>
                    <a:pt x="901" y="2945"/>
                    <a:pt x="1559" y="2387"/>
                  </a:cubicBezTo>
                  <a:cubicBezTo>
                    <a:pt x="1816" y="2173"/>
                    <a:pt x="2159" y="2002"/>
                    <a:pt x="2287" y="1701"/>
                  </a:cubicBezTo>
                  <a:cubicBezTo>
                    <a:pt x="2402" y="2087"/>
                    <a:pt x="2802" y="2387"/>
                    <a:pt x="3217" y="2387"/>
                  </a:cubicBezTo>
                  <a:cubicBezTo>
                    <a:pt x="3617" y="2387"/>
                    <a:pt x="4017" y="2087"/>
                    <a:pt x="4132" y="1701"/>
                  </a:cubicBezTo>
                  <a:cubicBezTo>
                    <a:pt x="4252" y="2046"/>
                    <a:pt x="4611" y="2215"/>
                    <a:pt x="4980" y="2215"/>
                  </a:cubicBezTo>
                  <a:cubicBezTo>
                    <a:pt x="5177" y="2215"/>
                    <a:pt x="5377" y="2167"/>
                    <a:pt x="5546" y="2073"/>
                  </a:cubicBezTo>
                  <a:cubicBezTo>
                    <a:pt x="5790" y="1945"/>
                    <a:pt x="5961" y="1758"/>
                    <a:pt x="6089" y="1558"/>
                  </a:cubicBezTo>
                  <a:cubicBezTo>
                    <a:pt x="5889" y="1258"/>
                    <a:pt x="5746" y="887"/>
                    <a:pt x="5861" y="429"/>
                  </a:cubicBezTo>
                  <a:lnTo>
                    <a:pt x="587" y="1"/>
                  </a:ln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62"/>
            <p:cNvSpPr/>
            <p:nvPr/>
          </p:nvSpPr>
          <p:spPr>
            <a:xfrm>
              <a:off x="5263625" y="1086225"/>
              <a:ext cx="30750" cy="33600"/>
            </a:xfrm>
            <a:custGeom>
              <a:avLst/>
              <a:gdLst/>
              <a:ahLst/>
              <a:cxnLst/>
              <a:rect l="l" t="t" r="r" b="b"/>
              <a:pathLst>
                <a:path w="1230" h="1344" extrusionOk="0">
                  <a:moveTo>
                    <a:pt x="401" y="0"/>
                  </a:moveTo>
                  <a:cubicBezTo>
                    <a:pt x="258" y="215"/>
                    <a:pt x="1" y="672"/>
                    <a:pt x="115" y="815"/>
                  </a:cubicBezTo>
                  <a:cubicBezTo>
                    <a:pt x="215" y="943"/>
                    <a:pt x="559" y="1216"/>
                    <a:pt x="887" y="1344"/>
                  </a:cubicBezTo>
                  <a:cubicBezTo>
                    <a:pt x="1058" y="1044"/>
                    <a:pt x="1230" y="629"/>
                    <a:pt x="1087" y="543"/>
                  </a:cubicBezTo>
                  <a:cubicBezTo>
                    <a:pt x="1016" y="486"/>
                    <a:pt x="673" y="315"/>
                    <a:pt x="401"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62"/>
            <p:cNvSpPr/>
            <p:nvPr/>
          </p:nvSpPr>
          <p:spPr>
            <a:xfrm>
              <a:off x="5099250" y="511625"/>
              <a:ext cx="191550" cy="577125"/>
            </a:xfrm>
            <a:custGeom>
              <a:avLst/>
              <a:gdLst/>
              <a:ahLst/>
              <a:cxnLst/>
              <a:rect l="l" t="t" r="r" b="b"/>
              <a:pathLst>
                <a:path w="7662" h="23085" extrusionOk="0">
                  <a:moveTo>
                    <a:pt x="6290" y="0"/>
                  </a:moveTo>
                  <a:cubicBezTo>
                    <a:pt x="6290" y="0"/>
                    <a:pt x="1302" y="301"/>
                    <a:pt x="658" y="5790"/>
                  </a:cubicBezTo>
                  <a:cubicBezTo>
                    <a:pt x="1" y="11278"/>
                    <a:pt x="1201" y="18025"/>
                    <a:pt x="1030" y="19654"/>
                  </a:cubicBezTo>
                  <a:cubicBezTo>
                    <a:pt x="873" y="21284"/>
                    <a:pt x="158" y="22370"/>
                    <a:pt x="158" y="22370"/>
                  </a:cubicBezTo>
                  <a:cubicBezTo>
                    <a:pt x="158" y="22370"/>
                    <a:pt x="987" y="22313"/>
                    <a:pt x="1959" y="21555"/>
                  </a:cubicBezTo>
                  <a:lnTo>
                    <a:pt x="2230" y="23085"/>
                  </a:lnTo>
                  <a:lnTo>
                    <a:pt x="3231" y="21884"/>
                  </a:lnTo>
                  <a:lnTo>
                    <a:pt x="4075" y="23085"/>
                  </a:lnTo>
                  <a:lnTo>
                    <a:pt x="5161" y="22041"/>
                  </a:lnTo>
                  <a:lnTo>
                    <a:pt x="5761" y="23085"/>
                  </a:lnTo>
                  <a:lnTo>
                    <a:pt x="6019" y="22799"/>
                  </a:lnTo>
                  <a:lnTo>
                    <a:pt x="6576" y="22155"/>
                  </a:lnTo>
                  <a:cubicBezTo>
                    <a:pt x="6576" y="22155"/>
                    <a:pt x="6804" y="22770"/>
                    <a:pt x="7662" y="23085"/>
                  </a:cubicBezTo>
                  <a:cubicBezTo>
                    <a:pt x="7662" y="23085"/>
                    <a:pt x="7019" y="20197"/>
                    <a:pt x="7119" y="16123"/>
                  </a:cubicBezTo>
                  <a:cubicBezTo>
                    <a:pt x="7191" y="13908"/>
                    <a:pt x="7391" y="10549"/>
                    <a:pt x="7319" y="7290"/>
                  </a:cubicBezTo>
                  <a:cubicBezTo>
                    <a:pt x="7262" y="4546"/>
                    <a:pt x="7004" y="1873"/>
                    <a:pt x="629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62"/>
            <p:cNvSpPr/>
            <p:nvPr/>
          </p:nvSpPr>
          <p:spPr>
            <a:xfrm>
              <a:off x="5256475" y="511625"/>
              <a:ext cx="25750" cy="182250"/>
            </a:xfrm>
            <a:custGeom>
              <a:avLst/>
              <a:gdLst/>
              <a:ahLst/>
              <a:cxnLst/>
              <a:rect l="l" t="t" r="r" b="b"/>
              <a:pathLst>
                <a:path w="1030" h="7290" extrusionOk="0">
                  <a:moveTo>
                    <a:pt x="1" y="0"/>
                  </a:moveTo>
                  <a:lnTo>
                    <a:pt x="1" y="0"/>
                  </a:lnTo>
                  <a:cubicBezTo>
                    <a:pt x="715" y="1873"/>
                    <a:pt x="973" y="4546"/>
                    <a:pt x="1030" y="7290"/>
                  </a:cubicBezTo>
                  <a:lnTo>
                    <a:pt x="1030" y="7290"/>
                  </a:lnTo>
                  <a:cubicBezTo>
                    <a:pt x="973" y="4546"/>
                    <a:pt x="715" y="1873"/>
                    <a:pt x="1" y="0"/>
                  </a:cubicBezTo>
                  <a:close/>
                </a:path>
              </a:pathLst>
            </a:custGeom>
            <a:solidFill>
              <a:srgbClr val="582C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62"/>
            <p:cNvSpPr/>
            <p:nvPr/>
          </p:nvSpPr>
          <p:spPr>
            <a:xfrm>
              <a:off x="5103200" y="511625"/>
              <a:ext cx="179025" cy="577125"/>
            </a:xfrm>
            <a:custGeom>
              <a:avLst/>
              <a:gdLst/>
              <a:ahLst/>
              <a:cxnLst/>
              <a:rect l="l" t="t" r="r" b="b"/>
              <a:pathLst>
                <a:path w="7161" h="23085" extrusionOk="0">
                  <a:moveTo>
                    <a:pt x="6132" y="0"/>
                  </a:moveTo>
                  <a:cubicBezTo>
                    <a:pt x="6132" y="0"/>
                    <a:pt x="1144" y="301"/>
                    <a:pt x="500" y="5790"/>
                  </a:cubicBezTo>
                  <a:cubicBezTo>
                    <a:pt x="357" y="6990"/>
                    <a:pt x="300" y="8233"/>
                    <a:pt x="300" y="9491"/>
                  </a:cubicBezTo>
                  <a:cubicBezTo>
                    <a:pt x="300" y="13608"/>
                    <a:pt x="887" y="17653"/>
                    <a:pt x="887" y="19268"/>
                  </a:cubicBezTo>
                  <a:cubicBezTo>
                    <a:pt x="887" y="19426"/>
                    <a:pt x="887" y="19554"/>
                    <a:pt x="872" y="19654"/>
                  </a:cubicBezTo>
                  <a:cubicBezTo>
                    <a:pt x="715" y="21284"/>
                    <a:pt x="0" y="22370"/>
                    <a:pt x="0" y="22370"/>
                  </a:cubicBezTo>
                  <a:cubicBezTo>
                    <a:pt x="0" y="22370"/>
                    <a:pt x="829" y="22313"/>
                    <a:pt x="1801" y="21555"/>
                  </a:cubicBezTo>
                  <a:lnTo>
                    <a:pt x="2072" y="23085"/>
                  </a:lnTo>
                  <a:lnTo>
                    <a:pt x="3073" y="21884"/>
                  </a:lnTo>
                  <a:lnTo>
                    <a:pt x="3917" y="23085"/>
                  </a:lnTo>
                  <a:lnTo>
                    <a:pt x="5003" y="22041"/>
                  </a:lnTo>
                  <a:lnTo>
                    <a:pt x="5603" y="23085"/>
                  </a:lnTo>
                  <a:lnTo>
                    <a:pt x="5861" y="22799"/>
                  </a:lnTo>
                  <a:cubicBezTo>
                    <a:pt x="5661" y="22298"/>
                    <a:pt x="5432" y="21812"/>
                    <a:pt x="5175" y="21326"/>
                  </a:cubicBezTo>
                  <a:cubicBezTo>
                    <a:pt x="4803" y="21770"/>
                    <a:pt x="4359" y="22155"/>
                    <a:pt x="3888" y="22498"/>
                  </a:cubicBezTo>
                  <a:cubicBezTo>
                    <a:pt x="3688" y="22027"/>
                    <a:pt x="3473" y="21541"/>
                    <a:pt x="3259" y="21069"/>
                  </a:cubicBezTo>
                  <a:cubicBezTo>
                    <a:pt x="3073" y="21412"/>
                    <a:pt x="2773" y="21713"/>
                    <a:pt x="2415" y="21884"/>
                  </a:cubicBezTo>
                  <a:cubicBezTo>
                    <a:pt x="2430" y="21498"/>
                    <a:pt x="2373" y="21097"/>
                    <a:pt x="2244" y="20726"/>
                  </a:cubicBezTo>
                  <a:cubicBezTo>
                    <a:pt x="2144" y="20826"/>
                    <a:pt x="2015" y="20897"/>
                    <a:pt x="1872" y="20897"/>
                  </a:cubicBezTo>
                  <a:cubicBezTo>
                    <a:pt x="1844" y="20897"/>
                    <a:pt x="1815" y="20884"/>
                    <a:pt x="1786" y="20884"/>
                  </a:cubicBezTo>
                  <a:cubicBezTo>
                    <a:pt x="2487" y="19554"/>
                    <a:pt x="2358" y="17968"/>
                    <a:pt x="2272" y="16466"/>
                  </a:cubicBezTo>
                  <a:cubicBezTo>
                    <a:pt x="2087" y="13222"/>
                    <a:pt x="2259" y="9977"/>
                    <a:pt x="2587" y="6762"/>
                  </a:cubicBezTo>
                  <a:cubicBezTo>
                    <a:pt x="2659" y="6118"/>
                    <a:pt x="2730" y="5460"/>
                    <a:pt x="3016" y="4889"/>
                  </a:cubicBezTo>
                  <a:cubicBezTo>
                    <a:pt x="3302" y="4317"/>
                    <a:pt x="3831" y="3817"/>
                    <a:pt x="4460" y="3745"/>
                  </a:cubicBezTo>
                  <a:cubicBezTo>
                    <a:pt x="4517" y="3731"/>
                    <a:pt x="4574" y="3731"/>
                    <a:pt x="4631" y="3731"/>
                  </a:cubicBezTo>
                  <a:cubicBezTo>
                    <a:pt x="5632" y="3731"/>
                    <a:pt x="6389" y="4746"/>
                    <a:pt x="6747" y="5704"/>
                  </a:cubicBezTo>
                  <a:cubicBezTo>
                    <a:pt x="6932" y="6204"/>
                    <a:pt x="7061" y="6747"/>
                    <a:pt x="7161" y="7290"/>
                  </a:cubicBezTo>
                  <a:cubicBezTo>
                    <a:pt x="7104" y="4546"/>
                    <a:pt x="6846" y="1873"/>
                    <a:pt x="6132"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62"/>
            <p:cNvSpPr/>
            <p:nvPr/>
          </p:nvSpPr>
          <p:spPr>
            <a:xfrm>
              <a:off x="5631325" y="460475"/>
              <a:ext cx="44500" cy="64075"/>
            </a:xfrm>
            <a:custGeom>
              <a:avLst/>
              <a:gdLst/>
              <a:ahLst/>
              <a:cxnLst/>
              <a:rect l="l" t="t" r="r" b="b"/>
              <a:pathLst>
                <a:path w="1780" h="2563" extrusionOk="0">
                  <a:moveTo>
                    <a:pt x="547" y="1"/>
                  </a:moveTo>
                  <a:cubicBezTo>
                    <a:pt x="250" y="1"/>
                    <a:pt x="1" y="155"/>
                    <a:pt x="1" y="417"/>
                  </a:cubicBezTo>
                  <a:cubicBezTo>
                    <a:pt x="1" y="1061"/>
                    <a:pt x="115" y="2561"/>
                    <a:pt x="115" y="2561"/>
                  </a:cubicBezTo>
                  <a:cubicBezTo>
                    <a:pt x="141" y="2562"/>
                    <a:pt x="166" y="2562"/>
                    <a:pt x="190" y="2562"/>
                  </a:cubicBezTo>
                  <a:cubicBezTo>
                    <a:pt x="1321" y="2562"/>
                    <a:pt x="1780" y="1597"/>
                    <a:pt x="1444" y="660"/>
                  </a:cubicBezTo>
                  <a:cubicBezTo>
                    <a:pt x="1277" y="198"/>
                    <a:pt x="882" y="1"/>
                    <a:pt x="547"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62"/>
            <p:cNvSpPr/>
            <p:nvPr/>
          </p:nvSpPr>
          <p:spPr>
            <a:xfrm>
              <a:off x="5639925" y="476975"/>
              <a:ext cx="21300" cy="24725"/>
            </a:xfrm>
            <a:custGeom>
              <a:avLst/>
              <a:gdLst/>
              <a:ahLst/>
              <a:cxnLst/>
              <a:rect l="l" t="t" r="r" b="b"/>
              <a:pathLst>
                <a:path w="852" h="989" extrusionOk="0">
                  <a:moveTo>
                    <a:pt x="437" y="0"/>
                  </a:moveTo>
                  <a:cubicBezTo>
                    <a:pt x="434" y="0"/>
                    <a:pt x="431" y="0"/>
                    <a:pt x="429" y="0"/>
                  </a:cubicBezTo>
                  <a:cubicBezTo>
                    <a:pt x="100" y="14"/>
                    <a:pt x="0" y="929"/>
                    <a:pt x="429" y="986"/>
                  </a:cubicBezTo>
                  <a:cubicBezTo>
                    <a:pt x="440" y="988"/>
                    <a:pt x="451" y="988"/>
                    <a:pt x="462" y="988"/>
                  </a:cubicBezTo>
                  <a:cubicBezTo>
                    <a:pt x="852" y="988"/>
                    <a:pt x="792" y="0"/>
                    <a:pt x="43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62"/>
            <p:cNvSpPr/>
            <p:nvPr/>
          </p:nvSpPr>
          <p:spPr>
            <a:xfrm>
              <a:off x="5343325" y="294575"/>
              <a:ext cx="308975" cy="398725"/>
            </a:xfrm>
            <a:custGeom>
              <a:avLst/>
              <a:gdLst/>
              <a:ahLst/>
              <a:cxnLst/>
              <a:rect l="l" t="t" r="r" b="b"/>
              <a:pathLst>
                <a:path w="12359" h="15949" extrusionOk="0">
                  <a:moveTo>
                    <a:pt x="8637" y="0"/>
                  </a:moveTo>
                  <a:cubicBezTo>
                    <a:pt x="8293" y="0"/>
                    <a:pt x="7768" y="73"/>
                    <a:pt x="6989" y="278"/>
                  </a:cubicBezTo>
                  <a:cubicBezTo>
                    <a:pt x="5089" y="792"/>
                    <a:pt x="4216" y="2164"/>
                    <a:pt x="4216" y="2164"/>
                  </a:cubicBezTo>
                  <a:cubicBezTo>
                    <a:pt x="4331" y="1322"/>
                    <a:pt x="5375" y="664"/>
                    <a:pt x="5175" y="335"/>
                  </a:cubicBezTo>
                  <a:cubicBezTo>
                    <a:pt x="5160" y="306"/>
                    <a:pt x="5131" y="293"/>
                    <a:pt x="5103" y="293"/>
                  </a:cubicBezTo>
                  <a:cubicBezTo>
                    <a:pt x="5080" y="288"/>
                    <a:pt x="5054" y="286"/>
                    <a:pt x="5024" y="286"/>
                  </a:cubicBezTo>
                  <a:cubicBezTo>
                    <a:pt x="4315" y="286"/>
                    <a:pt x="1496" y="1545"/>
                    <a:pt x="1030" y="2765"/>
                  </a:cubicBezTo>
                  <a:cubicBezTo>
                    <a:pt x="500" y="4123"/>
                    <a:pt x="258" y="5652"/>
                    <a:pt x="143" y="7525"/>
                  </a:cubicBezTo>
                  <a:cubicBezTo>
                    <a:pt x="1" y="9711"/>
                    <a:pt x="186" y="13671"/>
                    <a:pt x="601" y="13814"/>
                  </a:cubicBezTo>
                  <a:cubicBezTo>
                    <a:pt x="634" y="13825"/>
                    <a:pt x="669" y="13830"/>
                    <a:pt x="705" y="13830"/>
                  </a:cubicBezTo>
                  <a:cubicBezTo>
                    <a:pt x="1140" y="13830"/>
                    <a:pt x="1773" y="13100"/>
                    <a:pt x="1773" y="13099"/>
                  </a:cubicBezTo>
                  <a:lnTo>
                    <a:pt x="1773" y="13099"/>
                  </a:lnTo>
                  <a:cubicBezTo>
                    <a:pt x="1773" y="13700"/>
                    <a:pt x="1358" y="14557"/>
                    <a:pt x="1773" y="14786"/>
                  </a:cubicBezTo>
                  <a:cubicBezTo>
                    <a:pt x="1831" y="14816"/>
                    <a:pt x="1911" y="14829"/>
                    <a:pt x="2006" y="14829"/>
                  </a:cubicBezTo>
                  <a:cubicBezTo>
                    <a:pt x="2588" y="14829"/>
                    <a:pt x="3731" y="14342"/>
                    <a:pt x="3731" y="14342"/>
                  </a:cubicBezTo>
                  <a:cubicBezTo>
                    <a:pt x="3731" y="14342"/>
                    <a:pt x="3784" y="15949"/>
                    <a:pt x="4216" y="15949"/>
                  </a:cubicBezTo>
                  <a:cubicBezTo>
                    <a:pt x="4230" y="15949"/>
                    <a:pt x="4245" y="15947"/>
                    <a:pt x="4260" y="15943"/>
                  </a:cubicBezTo>
                  <a:cubicBezTo>
                    <a:pt x="4731" y="15829"/>
                    <a:pt x="5789" y="14758"/>
                    <a:pt x="5789" y="14758"/>
                  </a:cubicBezTo>
                  <a:cubicBezTo>
                    <a:pt x="5789" y="14758"/>
                    <a:pt x="6423" y="15940"/>
                    <a:pt x="6880" y="15940"/>
                  </a:cubicBezTo>
                  <a:cubicBezTo>
                    <a:pt x="6918" y="15940"/>
                    <a:pt x="6955" y="15932"/>
                    <a:pt x="6989" y="15915"/>
                  </a:cubicBezTo>
                  <a:cubicBezTo>
                    <a:pt x="7447" y="15701"/>
                    <a:pt x="7561" y="14700"/>
                    <a:pt x="7561" y="14700"/>
                  </a:cubicBezTo>
                  <a:cubicBezTo>
                    <a:pt x="7561" y="14700"/>
                    <a:pt x="9010" y="15555"/>
                    <a:pt x="9548" y="15555"/>
                  </a:cubicBezTo>
                  <a:cubicBezTo>
                    <a:pt x="9600" y="15555"/>
                    <a:pt x="9644" y="15547"/>
                    <a:pt x="9677" y="15529"/>
                  </a:cubicBezTo>
                  <a:cubicBezTo>
                    <a:pt x="10034" y="15343"/>
                    <a:pt x="9677" y="14314"/>
                    <a:pt x="9677" y="14314"/>
                  </a:cubicBezTo>
                  <a:lnTo>
                    <a:pt x="9677" y="14314"/>
                  </a:lnTo>
                  <a:cubicBezTo>
                    <a:pt x="10172" y="14778"/>
                    <a:pt x="11010" y="15024"/>
                    <a:pt x="11461" y="15024"/>
                  </a:cubicBezTo>
                  <a:cubicBezTo>
                    <a:pt x="11622" y="15024"/>
                    <a:pt x="11733" y="14993"/>
                    <a:pt x="11763" y="14929"/>
                  </a:cubicBezTo>
                  <a:cubicBezTo>
                    <a:pt x="11878" y="14672"/>
                    <a:pt x="11521" y="13557"/>
                    <a:pt x="11521" y="13557"/>
                  </a:cubicBezTo>
                  <a:lnTo>
                    <a:pt x="11521" y="13557"/>
                  </a:lnTo>
                  <a:cubicBezTo>
                    <a:pt x="11727" y="13597"/>
                    <a:pt x="11885" y="13618"/>
                    <a:pt x="12004" y="13618"/>
                  </a:cubicBezTo>
                  <a:cubicBezTo>
                    <a:pt x="12313" y="13618"/>
                    <a:pt x="12359" y="13476"/>
                    <a:pt x="12307" y="13157"/>
                  </a:cubicBezTo>
                  <a:cubicBezTo>
                    <a:pt x="12264" y="12913"/>
                    <a:pt x="12164" y="12556"/>
                    <a:pt x="12064" y="12070"/>
                  </a:cubicBezTo>
                  <a:cubicBezTo>
                    <a:pt x="11821" y="10712"/>
                    <a:pt x="11607" y="8997"/>
                    <a:pt x="11563" y="5867"/>
                  </a:cubicBezTo>
                  <a:cubicBezTo>
                    <a:pt x="11522" y="2846"/>
                    <a:pt x="9964" y="2793"/>
                    <a:pt x="9854" y="2793"/>
                  </a:cubicBezTo>
                  <a:cubicBezTo>
                    <a:pt x="9850" y="2793"/>
                    <a:pt x="9848" y="2793"/>
                    <a:pt x="9848" y="2793"/>
                  </a:cubicBezTo>
                  <a:cubicBezTo>
                    <a:pt x="10206" y="2050"/>
                    <a:pt x="10763" y="2021"/>
                    <a:pt x="11292" y="1879"/>
                  </a:cubicBezTo>
                  <a:cubicBezTo>
                    <a:pt x="11821" y="1750"/>
                    <a:pt x="11620" y="1322"/>
                    <a:pt x="10220" y="1250"/>
                  </a:cubicBezTo>
                  <a:cubicBezTo>
                    <a:pt x="10151" y="1245"/>
                    <a:pt x="10081" y="1243"/>
                    <a:pt x="10009" y="1243"/>
                  </a:cubicBezTo>
                  <a:cubicBezTo>
                    <a:pt x="8628" y="1243"/>
                    <a:pt x="6833" y="1993"/>
                    <a:pt x="6833" y="1993"/>
                  </a:cubicBezTo>
                  <a:cubicBezTo>
                    <a:pt x="7519" y="521"/>
                    <a:pt x="9162" y="493"/>
                    <a:pt x="9219" y="278"/>
                  </a:cubicBezTo>
                  <a:cubicBezTo>
                    <a:pt x="9253" y="151"/>
                    <a:pt x="9132" y="0"/>
                    <a:pt x="863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62"/>
            <p:cNvSpPr/>
            <p:nvPr/>
          </p:nvSpPr>
          <p:spPr>
            <a:xfrm>
              <a:off x="5345825" y="301500"/>
              <a:ext cx="305550" cy="391675"/>
            </a:xfrm>
            <a:custGeom>
              <a:avLst/>
              <a:gdLst/>
              <a:ahLst/>
              <a:cxnLst/>
              <a:rect l="l" t="t" r="r" b="b"/>
              <a:pathLst>
                <a:path w="12222" h="15667" extrusionOk="0">
                  <a:moveTo>
                    <a:pt x="4932" y="1"/>
                  </a:moveTo>
                  <a:cubicBezTo>
                    <a:pt x="4217" y="1"/>
                    <a:pt x="1401" y="1273"/>
                    <a:pt x="930" y="2488"/>
                  </a:cubicBezTo>
                  <a:cubicBezTo>
                    <a:pt x="400" y="3846"/>
                    <a:pt x="158" y="5375"/>
                    <a:pt x="43" y="7248"/>
                  </a:cubicBezTo>
                  <a:cubicBezTo>
                    <a:pt x="15" y="7719"/>
                    <a:pt x="0" y="8277"/>
                    <a:pt x="0" y="8863"/>
                  </a:cubicBezTo>
                  <a:cubicBezTo>
                    <a:pt x="0" y="10978"/>
                    <a:pt x="186" y="13437"/>
                    <a:pt x="501" y="13537"/>
                  </a:cubicBezTo>
                  <a:cubicBezTo>
                    <a:pt x="543" y="13551"/>
                    <a:pt x="572" y="13551"/>
                    <a:pt x="600" y="13551"/>
                  </a:cubicBezTo>
                  <a:cubicBezTo>
                    <a:pt x="1029" y="13551"/>
                    <a:pt x="1673" y="12823"/>
                    <a:pt x="1673" y="12822"/>
                  </a:cubicBezTo>
                  <a:lnTo>
                    <a:pt x="1673" y="12822"/>
                  </a:lnTo>
                  <a:cubicBezTo>
                    <a:pt x="1673" y="13223"/>
                    <a:pt x="1487" y="13737"/>
                    <a:pt x="1487" y="14109"/>
                  </a:cubicBezTo>
                  <a:cubicBezTo>
                    <a:pt x="1487" y="14294"/>
                    <a:pt x="1530" y="14437"/>
                    <a:pt x="1673" y="14509"/>
                  </a:cubicBezTo>
                  <a:cubicBezTo>
                    <a:pt x="1730" y="14538"/>
                    <a:pt x="1816" y="14551"/>
                    <a:pt x="1915" y="14551"/>
                  </a:cubicBezTo>
                  <a:cubicBezTo>
                    <a:pt x="2502" y="14551"/>
                    <a:pt x="3631" y="14065"/>
                    <a:pt x="3631" y="14065"/>
                  </a:cubicBezTo>
                  <a:cubicBezTo>
                    <a:pt x="3631" y="14065"/>
                    <a:pt x="3688" y="15666"/>
                    <a:pt x="4116" y="15666"/>
                  </a:cubicBezTo>
                  <a:lnTo>
                    <a:pt x="4160" y="15666"/>
                  </a:lnTo>
                  <a:cubicBezTo>
                    <a:pt x="4631" y="15552"/>
                    <a:pt x="5689" y="14481"/>
                    <a:pt x="5689" y="14481"/>
                  </a:cubicBezTo>
                  <a:cubicBezTo>
                    <a:pt x="5689" y="14481"/>
                    <a:pt x="6333" y="15666"/>
                    <a:pt x="6790" y="15666"/>
                  </a:cubicBezTo>
                  <a:cubicBezTo>
                    <a:pt x="6819" y="15666"/>
                    <a:pt x="6861" y="15653"/>
                    <a:pt x="6889" y="15638"/>
                  </a:cubicBezTo>
                  <a:cubicBezTo>
                    <a:pt x="7347" y="15424"/>
                    <a:pt x="7461" y="14423"/>
                    <a:pt x="7461" y="14423"/>
                  </a:cubicBezTo>
                  <a:cubicBezTo>
                    <a:pt x="7461" y="14423"/>
                    <a:pt x="8919" y="15281"/>
                    <a:pt x="9449" y="15281"/>
                  </a:cubicBezTo>
                  <a:cubicBezTo>
                    <a:pt x="9491" y="15281"/>
                    <a:pt x="9534" y="15266"/>
                    <a:pt x="9577" y="15252"/>
                  </a:cubicBezTo>
                  <a:cubicBezTo>
                    <a:pt x="9691" y="15195"/>
                    <a:pt x="9734" y="15037"/>
                    <a:pt x="9734" y="14852"/>
                  </a:cubicBezTo>
                  <a:cubicBezTo>
                    <a:pt x="9734" y="14494"/>
                    <a:pt x="9577" y="14037"/>
                    <a:pt x="9577" y="14037"/>
                  </a:cubicBezTo>
                  <a:lnTo>
                    <a:pt x="9577" y="14037"/>
                  </a:lnTo>
                  <a:cubicBezTo>
                    <a:pt x="10063" y="14509"/>
                    <a:pt x="10892" y="14752"/>
                    <a:pt x="11349" y="14752"/>
                  </a:cubicBezTo>
                  <a:cubicBezTo>
                    <a:pt x="11520" y="14752"/>
                    <a:pt x="11635" y="14709"/>
                    <a:pt x="11663" y="14652"/>
                  </a:cubicBezTo>
                  <a:cubicBezTo>
                    <a:pt x="11678" y="14609"/>
                    <a:pt x="11692" y="14566"/>
                    <a:pt x="11692" y="14509"/>
                  </a:cubicBezTo>
                  <a:cubicBezTo>
                    <a:pt x="11692" y="14123"/>
                    <a:pt x="11421" y="13280"/>
                    <a:pt x="11421" y="13280"/>
                  </a:cubicBezTo>
                  <a:lnTo>
                    <a:pt x="11421" y="13280"/>
                  </a:lnTo>
                  <a:cubicBezTo>
                    <a:pt x="11621" y="13322"/>
                    <a:pt x="11778" y="13337"/>
                    <a:pt x="11907" y="13337"/>
                  </a:cubicBezTo>
                  <a:cubicBezTo>
                    <a:pt x="12136" y="13337"/>
                    <a:pt x="12221" y="13265"/>
                    <a:pt x="12221" y="13080"/>
                  </a:cubicBezTo>
                  <a:cubicBezTo>
                    <a:pt x="12221" y="13023"/>
                    <a:pt x="12221" y="12951"/>
                    <a:pt x="12207" y="12880"/>
                  </a:cubicBezTo>
                  <a:cubicBezTo>
                    <a:pt x="12149" y="12908"/>
                    <a:pt x="12092" y="12951"/>
                    <a:pt x="12035" y="12965"/>
                  </a:cubicBezTo>
                  <a:cubicBezTo>
                    <a:pt x="11936" y="13008"/>
                    <a:pt x="11835" y="13023"/>
                    <a:pt x="11749" y="13023"/>
                  </a:cubicBezTo>
                  <a:cubicBezTo>
                    <a:pt x="11507" y="13023"/>
                    <a:pt x="11278" y="12922"/>
                    <a:pt x="11120" y="12750"/>
                  </a:cubicBezTo>
                  <a:lnTo>
                    <a:pt x="11120" y="12750"/>
                  </a:lnTo>
                  <a:cubicBezTo>
                    <a:pt x="11164" y="13379"/>
                    <a:pt x="11221" y="13995"/>
                    <a:pt x="11263" y="14623"/>
                  </a:cubicBezTo>
                  <a:cubicBezTo>
                    <a:pt x="10720" y="14280"/>
                    <a:pt x="10177" y="13937"/>
                    <a:pt x="9634" y="13608"/>
                  </a:cubicBezTo>
                  <a:cubicBezTo>
                    <a:pt x="9563" y="13551"/>
                    <a:pt x="9477" y="13509"/>
                    <a:pt x="9391" y="13509"/>
                  </a:cubicBezTo>
                  <a:cubicBezTo>
                    <a:pt x="9363" y="13509"/>
                    <a:pt x="9334" y="13522"/>
                    <a:pt x="9319" y="13522"/>
                  </a:cubicBezTo>
                  <a:cubicBezTo>
                    <a:pt x="9205" y="13579"/>
                    <a:pt x="9176" y="13737"/>
                    <a:pt x="9176" y="13865"/>
                  </a:cubicBezTo>
                  <a:cubicBezTo>
                    <a:pt x="9163" y="14223"/>
                    <a:pt x="9163" y="14580"/>
                    <a:pt x="9148" y="14938"/>
                  </a:cubicBezTo>
                  <a:lnTo>
                    <a:pt x="7476" y="13823"/>
                  </a:lnTo>
                  <a:cubicBezTo>
                    <a:pt x="7290" y="14195"/>
                    <a:pt x="7104" y="14551"/>
                    <a:pt x="6918" y="14923"/>
                  </a:cubicBezTo>
                  <a:cubicBezTo>
                    <a:pt x="6889" y="14995"/>
                    <a:pt x="6819" y="15081"/>
                    <a:pt x="6733" y="15081"/>
                  </a:cubicBezTo>
                  <a:lnTo>
                    <a:pt x="6718" y="15081"/>
                  </a:lnTo>
                  <a:cubicBezTo>
                    <a:pt x="6661" y="15081"/>
                    <a:pt x="6618" y="15024"/>
                    <a:pt x="6590" y="14967"/>
                  </a:cubicBezTo>
                  <a:cubicBezTo>
                    <a:pt x="6333" y="14566"/>
                    <a:pt x="6060" y="14166"/>
                    <a:pt x="5803" y="13751"/>
                  </a:cubicBezTo>
                  <a:cubicBezTo>
                    <a:pt x="5403" y="14294"/>
                    <a:pt x="4860" y="14738"/>
                    <a:pt x="4246" y="15024"/>
                  </a:cubicBezTo>
                  <a:cubicBezTo>
                    <a:pt x="4217" y="14652"/>
                    <a:pt x="4160" y="14294"/>
                    <a:pt x="4059" y="13951"/>
                  </a:cubicBezTo>
                  <a:cubicBezTo>
                    <a:pt x="4017" y="13808"/>
                    <a:pt x="3960" y="13665"/>
                    <a:pt x="3845" y="13579"/>
                  </a:cubicBezTo>
                  <a:cubicBezTo>
                    <a:pt x="3788" y="13551"/>
                    <a:pt x="3731" y="13522"/>
                    <a:pt x="3659" y="13522"/>
                  </a:cubicBezTo>
                  <a:cubicBezTo>
                    <a:pt x="3502" y="13522"/>
                    <a:pt x="3345" y="13637"/>
                    <a:pt x="3173" y="13751"/>
                  </a:cubicBezTo>
                  <a:cubicBezTo>
                    <a:pt x="3002" y="13865"/>
                    <a:pt x="2816" y="13980"/>
                    <a:pt x="2630" y="13980"/>
                  </a:cubicBezTo>
                  <a:lnTo>
                    <a:pt x="2616" y="13980"/>
                  </a:lnTo>
                  <a:cubicBezTo>
                    <a:pt x="2245" y="13951"/>
                    <a:pt x="2073" y="13509"/>
                    <a:pt x="2102" y="13137"/>
                  </a:cubicBezTo>
                  <a:cubicBezTo>
                    <a:pt x="2115" y="12779"/>
                    <a:pt x="2230" y="12394"/>
                    <a:pt x="2087" y="12064"/>
                  </a:cubicBezTo>
                  <a:cubicBezTo>
                    <a:pt x="2058" y="12051"/>
                    <a:pt x="2030" y="12051"/>
                    <a:pt x="2001" y="12051"/>
                  </a:cubicBezTo>
                  <a:cubicBezTo>
                    <a:pt x="1844" y="12051"/>
                    <a:pt x="1701" y="12108"/>
                    <a:pt x="1559" y="12179"/>
                  </a:cubicBezTo>
                  <a:cubicBezTo>
                    <a:pt x="1401" y="12236"/>
                    <a:pt x="1258" y="12308"/>
                    <a:pt x="1130" y="12308"/>
                  </a:cubicBezTo>
                  <a:cubicBezTo>
                    <a:pt x="1058" y="12308"/>
                    <a:pt x="987" y="12279"/>
                    <a:pt x="930" y="12236"/>
                  </a:cubicBezTo>
                  <a:cubicBezTo>
                    <a:pt x="787" y="12136"/>
                    <a:pt x="743" y="11965"/>
                    <a:pt x="715" y="11793"/>
                  </a:cubicBezTo>
                  <a:cubicBezTo>
                    <a:pt x="457" y="10206"/>
                    <a:pt x="572" y="8577"/>
                    <a:pt x="715" y="6976"/>
                  </a:cubicBezTo>
                  <a:cubicBezTo>
                    <a:pt x="858" y="5432"/>
                    <a:pt x="1044" y="3860"/>
                    <a:pt x="1744" y="2488"/>
                  </a:cubicBezTo>
                  <a:cubicBezTo>
                    <a:pt x="2316" y="1401"/>
                    <a:pt x="3302" y="429"/>
                    <a:pt x="4532" y="101"/>
                  </a:cubicBezTo>
                  <a:cubicBezTo>
                    <a:pt x="4688" y="58"/>
                    <a:pt x="4846" y="44"/>
                    <a:pt x="5003" y="16"/>
                  </a:cubicBezTo>
                  <a:cubicBezTo>
                    <a:pt x="4974" y="1"/>
                    <a:pt x="4960" y="1"/>
                    <a:pt x="4932" y="1"/>
                  </a:cubicBezTo>
                  <a:close/>
                </a:path>
              </a:pathLst>
            </a:custGeom>
            <a:solidFill>
              <a:srgbClr val="5C2F2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62"/>
            <p:cNvSpPr/>
            <p:nvPr/>
          </p:nvSpPr>
          <p:spPr>
            <a:xfrm>
              <a:off x="5306750" y="460475"/>
              <a:ext cx="51225" cy="73750"/>
            </a:xfrm>
            <a:custGeom>
              <a:avLst/>
              <a:gdLst/>
              <a:ahLst/>
              <a:cxnLst/>
              <a:rect l="l" t="t" r="r" b="b"/>
              <a:pathLst>
                <a:path w="2049" h="2950" extrusionOk="0">
                  <a:moveTo>
                    <a:pt x="1421" y="0"/>
                  </a:moveTo>
                  <a:cubicBezTo>
                    <a:pt x="1035" y="0"/>
                    <a:pt x="581" y="229"/>
                    <a:pt x="391" y="760"/>
                  </a:cubicBezTo>
                  <a:cubicBezTo>
                    <a:pt x="0" y="1834"/>
                    <a:pt x="522" y="2949"/>
                    <a:pt x="1809" y="2949"/>
                  </a:cubicBezTo>
                  <a:cubicBezTo>
                    <a:pt x="1841" y="2949"/>
                    <a:pt x="1873" y="2949"/>
                    <a:pt x="1906" y="2947"/>
                  </a:cubicBezTo>
                  <a:cubicBezTo>
                    <a:pt x="1906" y="2947"/>
                    <a:pt x="2049" y="1232"/>
                    <a:pt x="2049" y="489"/>
                  </a:cubicBezTo>
                  <a:cubicBezTo>
                    <a:pt x="2049" y="180"/>
                    <a:pt x="1762" y="0"/>
                    <a:pt x="142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62"/>
            <p:cNvSpPr/>
            <p:nvPr/>
          </p:nvSpPr>
          <p:spPr>
            <a:xfrm>
              <a:off x="5323475" y="479450"/>
              <a:ext cx="24500" cy="28675"/>
            </a:xfrm>
            <a:custGeom>
              <a:avLst/>
              <a:gdLst/>
              <a:ahLst/>
              <a:cxnLst/>
              <a:rect l="l" t="t" r="r" b="b"/>
              <a:pathLst>
                <a:path w="980" h="1147" extrusionOk="0">
                  <a:moveTo>
                    <a:pt x="473" y="1"/>
                  </a:moveTo>
                  <a:cubicBezTo>
                    <a:pt x="74" y="1"/>
                    <a:pt x="0" y="1146"/>
                    <a:pt x="447" y="1146"/>
                  </a:cubicBezTo>
                  <a:cubicBezTo>
                    <a:pt x="458" y="1146"/>
                    <a:pt x="469" y="1146"/>
                    <a:pt x="480" y="1144"/>
                  </a:cubicBezTo>
                  <a:cubicBezTo>
                    <a:pt x="980" y="1073"/>
                    <a:pt x="880" y="16"/>
                    <a:pt x="480" y="1"/>
                  </a:cubicBezTo>
                  <a:cubicBezTo>
                    <a:pt x="478" y="1"/>
                    <a:pt x="475" y="1"/>
                    <a:pt x="473"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62"/>
            <p:cNvSpPr/>
            <p:nvPr/>
          </p:nvSpPr>
          <p:spPr>
            <a:xfrm>
              <a:off x="5359775" y="429100"/>
              <a:ext cx="290500" cy="210325"/>
            </a:xfrm>
            <a:custGeom>
              <a:avLst/>
              <a:gdLst/>
              <a:ahLst/>
              <a:cxnLst/>
              <a:rect l="l" t="t" r="r" b="b"/>
              <a:pathLst>
                <a:path w="11620" h="8413" extrusionOk="0">
                  <a:moveTo>
                    <a:pt x="8344" y="0"/>
                  </a:moveTo>
                  <a:cubicBezTo>
                    <a:pt x="7128" y="0"/>
                    <a:pt x="6480" y="802"/>
                    <a:pt x="6273" y="802"/>
                  </a:cubicBezTo>
                  <a:cubicBezTo>
                    <a:pt x="6269" y="802"/>
                    <a:pt x="6265" y="801"/>
                    <a:pt x="6261" y="800"/>
                  </a:cubicBezTo>
                  <a:cubicBezTo>
                    <a:pt x="5940" y="758"/>
                    <a:pt x="5349" y="93"/>
                    <a:pt x="4158" y="93"/>
                  </a:cubicBezTo>
                  <a:cubicBezTo>
                    <a:pt x="3755" y="93"/>
                    <a:pt x="3283" y="169"/>
                    <a:pt x="2729" y="372"/>
                  </a:cubicBezTo>
                  <a:cubicBezTo>
                    <a:pt x="242" y="1272"/>
                    <a:pt x="0" y="5159"/>
                    <a:pt x="1643" y="7046"/>
                  </a:cubicBezTo>
                  <a:cubicBezTo>
                    <a:pt x="2452" y="7962"/>
                    <a:pt x="4110" y="8413"/>
                    <a:pt x="5790" y="8413"/>
                  </a:cubicBezTo>
                  <a:cubicBezTo>
                    <a:pt x="6575" y="8413"/>
                    <a:pt x="7365" y="8314"/>
                    <a:pt x="8075" y="8119"/>
                  </a:cubicBezTo>
                  <a:cubicBezTo>
                    <a:pt x="8976" y="7861"/>
                    <a:pt x="9733" y="7461"/>
                    <a:pt x="10205" y="6903"/>
                  </a:cubicBezTo>
                  <a:cubicBezTo>
                    <a:pt x="11620" y="5245"/>
                    <a:pt x="11077" y="1744"/>
                    <a:pt x="9790" y="500"/>
                  </a:cubicBezTo>
                  <a:cubicBezTo>
                    <a:pt x="9577" y="300"/>
                    <a:pt x="9348" y="157"/>
                    <a:pt x="9104" y="100"/>
                  </a:cubicBezTo>
                  <a:cubicBezTo>
                    <a:pt x="8829" y="30"/>
                    <a:pt x="8576" y="0"/>
                    <a:pt x="8344"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62"/>
            <p:cNvSpPr/>
            <p:nvPr/>
          </p:nvSpPr>
          <p:spPr>
            <a:xfrm>
              <a:off x="5359775" y="429100"/>
              <a:ext cx="244775" cy="210325"/>
            </a:xfrm>
            <a:custGeom>
              <a:avLst/>
              <a:gdLst/>
              <a:ahLst/>
              <a:cxnLst/>
              <a:rect l="l" t="t" r="r" b="b"/>
              <a:pathLst>
                <a:path w="9791" h="8413" extrusionOk="0">
                  <a:moveTo>
                    <a:pt x="8344" y="0"/>
                  </a:moveTo>
                  <a:cubicBezTo>
                    <a:pt x="7128" y="0"/>
                    <a:pt x="6480" y="802"/>
                    <a:pt x="6273" y="802"/>
                  </a:cubicBezTo>
                  <a:cubicBezTo>
                    <a:pt x="6269" y="802"/>
                    <a:pt x="6265" y="801"/>
                    <a:pt x="6261" y="800"/>
                  </a:cubicBezTo>
                  <a:cubicBezTo>
                    <a:pt x="5940" y="758"/>
                    <a:pt x="5349" y="93"/>
                    <a:pt x="4158" y="93"/>
                  </a:cubicBezTo>
                  <a:cubicBezTo>
                    <a:pt x="3755" y="93"/>
                    <a:pt x="3283" y="169"/>
                    <a:pt x="2729" y="372"/>
                  </a:cubicBezTo>
                  <a:cubicBezTo>
                    <a:pt x="242" y="1272"/>
                    <a:pt x="0" y="5159"/>
                    <a:pt x="1643" y="7046"/>
                  </a:cubicBezTo>
                  <a:cubicBezTo>
                    <a:pt x="2452" y="7962"/>
                    <a:pt x="4110" y="8413"/>
                    <a:pt x="5790" y="8413"/>
                  </a:cubicBezTo>
                  <a:cubicBezTo>
                    <a:pt x="6575" y="8413"/>
                    <a:pt x="7365" y="8314"/>
                    <a:pt x="8075" y="8119"/>
                  </a:cubicBezTo>
                  <a:lnTo>
                    <a:pt x="8075" y="8119"/>
                  </a:lnTo>
                  <a:cubicBezTo>
                    <a:pt x="7529" y="8218"/>
                    <a:pt x="6976" y="8269"/>
                    <a:pt x="6422" y="8269"/>
                  </a:cubicBezTo>
                  <a:cubicBezTo>
                    <a:pt x="5699" y="8269"/>
                    <a:pt x="4977" y="8182"/>
                    <a:pt x="4273" y="8004"/>
                  </a:cubicBezTo>
                  <a:cubicBezTo>
                    <a:pt x="3273" y="7761"/>
                    <a:pt x="2258" y="7290"/>
                    <a:pt x="1658" y="6432"/>
                  </a:cubicBezTo>
                  <a:cubicBezTo>
                    <a:pt x="1372" y="6032"/>
                    <a:pt x="1201" y="5560"/>
                    <a:pt x="1100" y="5074"/>
                  </a:cubicBezTo>
                  <a:cubicBezTo>
                    <a:pt x="800" y="3745"/>
                    <a:pt x="1043" y="2230"/>
                    <a:pt x="1973" y="1243"/>
                  </a:cubicBezTo>
                  <a:cubicBezTo>
                    <a:pt x="2526" y="646"/>
                    <a:pt x="3356" y="303"/>
                    <a:pt x="4159" y="303"/>
                  </a:cubicBezTo>
                  <a:cubicBezTo>
                    <a:pt x="4702" y="303"/>
                    <a:pt x="5234" y="460"/>
                    <a:pt x="5660" y="800"/>
                  </a:cubicBezTo>
                  <a:cubicBezTo>
                    <a:pt x="5817" y="915"/>
                    <a:pt x="5975" y="1071"/>
                    <a:pt x="6175" y="1100"/>
                  </a:cubicBezTo>
                  <a:cubicBezTo>
                    <a:pt x="6192" y="1102"/>
                    <a:pt x="6209" y="1103"/>
                    <a:pt x="6225" y="1103"/>
                  </a:cubicBezTo>
                  <a:cubicBezTo>
                    <a:pt x="6449" y="1103"/>
                    <a:pt x="6660" y="933"/>
                    <a:pt x="6846" y="800"/>
                  </a:cubicBezTo>
                  <a:cubicBezTo>
                    <a:pt x="7387" y="423"/>
                    <a:pt x="7956" y="267"/>
                    <a:pt x="8527" y="267"/>
                  </a:cubicBezTo>
                  <a:cubicBezTo>
                    <a:pt x="8951" y="267"/>
                    <a:pt x="9376" y="353"/>
                    <a:pt x="9790" y="500"/>
                  </a:cubicBezTo>
                  <a:cubicBezTo>
                    <a:pt x="9577" y="300"/>
                    <a:pt x="9348" y="157"/>
                    <a:pt x="9104" y="100"/>
                  </a:cubicBezTo>
                  <a:cubicBezTo>
                    <a:pt x="8829" y="30"/>
                    <a:pt x="8576" y="0"/>
                    <a:pt x="8344"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62"/>
            <p:cNvSpPr/>
            <p:nvPr/>
          </p:nvSpPr>
          <p:spPr>
            <a:xfrm>
              <a:off x="5530200" y="558425"/>
              <a:ext cx="29325" cy="20825"/>
            </a:xfrm>
            <a:custGeom>
              <a:avLst/>
              <a:gdLst/>
              <a:ahLst/>
              <a:cxnLst/>
              <a:rect l="l" t="t" r="r" b="b"/>
              <a:pathLst>
                <a:path w="1173" h="833" extrusionOk="0">
                  <a:moveTo>
                    <a:pt x="815" y="1"/>
                  </a:moveTo>
                  <a:cubicBezTo>
                    <a:pt x="779" y="1"/>
                    <a:pt x="741" y="10"/>
                    <a:pt x="701" y="30"/>
                  </a:cubicBezTo>
                  <a:cubicBezTo>
                    <a:pt x="486" y="129"/>
                    <a:pt x="286" y="259"/>
                    <a:pt x="101" y="387"/>
                  </a:cubicBezTo>
                  <a:cubicBezTo>
                    <a:pt x="58" y="415"/>
                    <a:pt x="0" y="459"/>
                    <a:pt x="0" y="516"/>
                  </a:cubicBezTo>
                  <a:cubicBezTo>
                    <a:pt x="0" y="544"/>
                    <a:pt x="15" y="573"/>
                    <a:pt x="29" y="602"/>
                  </a:cubicBezTo>
                  <a:cubicBezTo>
                    <a:pt x="72" y="687"/>
                    <a:pt x="130" y="773"/>
                    <a:pt x="229" y="815"/>
                  </a:cubicBezTo>
                  <a:cubicBezTo>
                    <a:pt x="260" y="828"/>
                    <a:pt x="290" y="832"/>
                    <a:pt x="321" y="832"/>
                  </a:cubicBezTo>
                  <a:cubicBezTo>
                    <a:pt x="362" y="832"/>
                    <a:pt x="403" y="824"/>
                    <a:pt x="444" y="815"/>
                  </a:cubicBezTo>
                  <a:cubicBezTo>
                    <a:pt x="673" y="758"/>
                    <a:pt x="901" y="659"/>
                    <a:pt x="1087" y="487"/>
                  </a:cubicBezTo>
                  <a:cubicBezTo>
                    <a:pt x="1115" y="459"/>
                    <a:pt x="1159" y="430"/>
                    <a:pt x="1159" y="387"/>
                  </a:cubicBezTo>
                  <a:cubicBezTo>
                    <a:pt x="1172" y="329"/>
                    <a:pt x="1144" y="272"/>
                    <a:pt x="1102" y="230"/>
                  </a:cubicBezTo>
                  <a:cubicBezTo>
                    <a:pt x="1024" y="99"/>
                    <a:pt x="931" y="1"/>
                    <a:pt x="815"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62"/>
            <p:cNvSpPr/>
            <p:nvPr/>
          </p:nvSpPr>
          <p:spPr>
            <a:xfrm>
              <a:off x="5422275" y="494475"/>
              <a:ext cx="65450" cy="40375"/>
            </a:xfrm>
            <a:custGeom>
              <a:avLst/>
              <a:gdLst/>
              <a:ahLst/>
              <a:cxnLst/>
              <a:rect l="l" t="t" r="r" b="b"/>
              <a:pathLst>
                <a:path w="2618" h="1615" extrusionOk="0">
                  <a:moveTo>
                    <a:pt x="359" y="0"/>
                  </a:moveTo>
                  <a:cubicBezTo>
                    <a:pt x="1" y="301"/>
                    <a:pt x="216" y="1086"/>
                    <a:pt x="515" y="1372"/>
                  </a:cubicBezTo>
                  <a:cubicBezTo>
                    <a:pt x="630" y="1487"/>
                    <a:pt x="787" y="1544"/>
                    <a:pt x="944" y="1572"/>
                  </a:cubicBezTo>
                  <a:cubicBezTo>
                    <a:pt x="1064" y="1600"/>
                    <a:pt x="1183" y="1615"/>
                    <a:pt x="1301" y="1615"/>
                  </a:cubicBezTo>
                  <a:cubicBezTo>
                    <a:pt x="1492" y="1615"/>
                    <a:pt x="1677" y="1575"/>
                    <a:pt x="1845" y="1487"/>
                  </a:cubicBezTo>
                  <a:cubicBezTo>
                    <a:pt x="2303" y="1244"/>
                    <a:pt x="2474" y="686"/>
                    <a:pt x="2617" y="158"/>
                  </a:cubicBezTo>
                  <a:cubicBezTo>
                    <a:pt x="1859" y="143"/>
                    <a:pt x="1087" y="0"/>
                    <a:pt x="35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62"/>
            <p:cNvSpPr/>
            <p:nvPr/>
          </p:nvSpPr>
          <p:spPr>
            <a:xfrm>
              <a:off x="5559875" y="497700"/>
              <a:ext cx="47200" cy="28500"/>
            </a:xfrm>
            <a:custGeom>
              <a:avLst/>
              <a:gdLst/>
              <a:ahLst/>
              <a:cxnLst/>
              <a:rect l="l" t="t" r="r" b="b"/>
              <a:pathLst>
                <a:path w="1888" h="1140" extrusionOk="0">
                  <a:moveTo>
                    <a:pt x="0" y="0"/>
                  </a:moveTo>
                  <a:cubicBezTo>
                    <a:pt x="43" y="386"/>
                    <a:pt x="128" y="786"/>
                    <a:pt x="443" y="1001"/>
                  </a:cubicBezTo>
                  <a:cubicBezTo>
                    <a:pt x="586" y="1099"/>
                    <a:pt x="755" y="1139"/>
                    <a:pt x="929" y="1139"/>
                  </a:cubicBezTo>
                  <a:cubicBezTo>
                    <a:pt x="981" y="1139"/>
                    <a:pt x="1034" y="1136"/>
                    <a:pt x="1087" y="1129"/>
                  </a:cubicBezTo>
                  <a:cubicBezTo>
                    <a:pt x="1201" y="1115"/>
                    <a:pt x="1329" y="1087"/>
                    <a:pt x="1415" y="1015"/>
                  </a:cubicBezTo>
                  <a:cubicBezTo>
                    <a:pt x="1658" y="829"/>
                    <a:pt x="1887" y="286"/>
                    <a:pt x="1643" y="43"/>
                  </a:cubicBezTo>
                  <a:cubicBezTo>
                    <a:pt x="1433" y="20"/>
                    <a:pt x="1216" y="15"/>
                    <a:pt x="996" y="15"/>
                  </a:cubicBezTo>
                  <a:cubicBezTo>
                    <a:pt x="846" y="15"/>
                    <a:pt x="694" y="17"/>
                    <a:pt x="543" y="17"/>
                  </a:cubicBezTo>
                  <a:cubicBezTo>
                    <a:pt x="361" y="17"/>
                    <a:pt x="179" y="14"/>
                    <a:pt x="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62"/>
            <p:cNvSpPr/>
            <p:nvPr/>
          </p:nvSpPr>
          <p:spPr>
            <a:xfrm>
              <a:off x="5542350" y="453875"/>
              <a:ext cx="71500" cy="32400"/>
            </a:xfrm>
            <a:custGeom>
              <a:avLst/>
              <a:gdLst/>
              <a:ahLst/>
              <a:cxnLst/>
              <a:rect l="l" t="t" r="r" b="b"/>
              <a:pathLst>
                <a:path w="2860" h="1296" extrusionOk="0">
                  <a:moveTo>
                    <a:pt x="331" y="0"/>
                  </a:moveTo>
                  <a:cubicBezTo>
                    <a:pt x="273" y="0"/>
                    <a:pt x="215" y="3"/>
                    <a:pt x="158" y="10"/>
                  </a:cubicBezTo>
                  <a:cubicBezTo>
                    <a:pt x="115" y="324"/>
                    <a:pt x="58" y="638"/>
                    <a:pt x="0" y="938"/>
                  </a:cubicBezTo>
                  <a:cubicBezTo>
                    <a:pt x="72" y="967"/>
                    <a:pt x="143" y="967"/>
                    <a:pt x="215" y="967"/>
                  </a:cubicBezTo>
                  <a:cubicBezTo>
                    <a:pt x="1087" y="982"/>
                    <a:pt x="2001" y="967"/>
                    <a:pt x="2788" y="1296"/>
                  </a:cubicBezTo>
                  <a:cubicBezTo>
                    <a:pt x="2817" y="1239"/>
                    <a:pt x="2845" y="1182"/>
                    <a:pt x="2859" y="1124"/>
                  </a:cubicBezTo>
                  <a:cubicBezTo>
                    <a:pt x="2402" y="696"/>
                    <a:pt x="1873" y="366"/>
                    <a:pt x="1302" y="195"/>
                  </a:cubicBezTo>
                  <a:cubicBezTo>
                    <a:pt x="997" y="97"/>
                    <a:pt x="662" y="0"/>
                    <a:pt x="33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62"/>
            <p:cNvSpPr/>
            <p:nvPr/>
          </p:nvSpPr>
          <p:spPr>
            <a:xfrm>
              <a:off x="5416925" y="445150"/>
              <a:ext cx="81850" cy="38625"/>
            </a:xfrm>
            <a:custGeom>
              <a:avLst/>
              <a:gdLst/>
              <a:ahLst/>
              <a:cxnLst/>
              <a:rect l="l" t="t" r="r" b="b"/>
              <a:pathLst>
                <a:path w="3274" h="1545" extrusionOk="0">
                  <a:moveTo>
                    <a:pt x="3073" y="1"/>
                  </a:moveTo>
                  <a:cubicBezTo>
                    <a:pt x="2645" y="1"/>
                    <a:pt x="2174" y="144"/>
                    <a:pt x="1773" y="287"/>
                  </a:cubicBezTo>
                  <a:cubicBezTo>
                    <a:pt x="1116" y="530"/>
                    <a:pt x="516" y="887"/>
                    <a:pt x="1" y="1373"/>
                  </a:cubicBezTo>
                  <a:lnTo>
                    <a:pt x="87" y="1544"/>
                  </a:lnTo>
                  <a:cubicBezTo>
                    <a:pt x="987" y="1130"/>
                    <a:pt x="2031" y="1073"/>
                    <a:pt x="3031" y="973"/>
                  </a:cubicBezTo>
                  <a:cubicBezTo>
                    <a:pt x="3102" y="959"/>
                    <a:pt x="3203" y="959"/>
                    <a:pt x="3274" y="930"/>
                  </a:cubicBezTo>
                  <a:cubicBezTo>
                    <a:pt x="3203" y="616"/>
                    <a:pt x="3131" y="315"/>
                    <a:pt x="307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62"/>
            <p:cNvSpPr/>
            <p:nvPr/>
          </p:nvSpPr>
          <p:spPr>
            <a:xfrm>
              <a:off x="5429800" y="495825"/>
              <a:ext cx="21475" cy="22325"/>
            </a:xfrm>
            <a:custGeom>
              <a:avLst/>
              <a:gdLst/>
              <a:ahLst/>
              <a:cxnLst/>
              <a:rect l="l" t="t" r="r" b="b"/>
              <a:pathLst>
                <a:path w="859" h="893" extrusionOk="0">
                  <a:moveTo>
                    <a:pt x="440" y="1"/>
                  </a:moveTo>
                  <a:cubicBezTo>
                    <a:pt x="427" y="1"/>
                    <a:pt x="414" y="2"/>
                    <a:pt x="401" y="3"/>
                  </a:cubicBezTo>
                  <a:cubicBezTo>
                    <a:pt x="157" y="32"/>
                    <a:pt x="1" y="232"/>
                    <a:pt x="1" y="476"/>
                  </a:cubicBezTo>
                  <a:cubicBezTo>
                    <a:pt x="13" y="702"/>
                    <a:pt x="214" y="892"/>
                    <a:pt x="416" y="892"/>
                  </a:cubicBezTo>
                  <a:cubicBezTo>
                    <a:pt x="430" y="892"/>
                    <a:pt x="444" y="891"/>
                    <a:pt x="458" y="890"/>
                  </a:cubicBezTo>
                  <a:cubicBezTo>
                    <a:pt x="700" y="876"/>
                    <a:pt x="858" y="676"/>
                    <a:pt x="858" y="418"/>
                  </a:cubicBezTo>
                  <a:cubicBezTo>
                    <a:pt x="844" y="204"/>
                    <a:pt x="641" y="1"/>
                    <a:pt x="44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62"/>
            <p:cNvSpPr/>
            <p:nvPr/>
          </p:nvSpPr>
          <p:spPr>
            <a:xfrm>
              <a:off x="5561300" y="500350"/>
              <a:ext cx="23950" cy="21500"/>
            </a:xfrm>
            <a:custGeom>
              <a:avLst/>
              <a:gdLst/>
              <a:ahLst/>
              <a:cxnLst/>
              <a:rect l="l" t="t" r="r" b="b"/>
              <a:pathLst>
                <a:path w="958" h="860" extrusionOk="0">
                  <a:moveTo>
                    <a:pt x="494" y="0"/>
                  </a:moveTo>
                  <a:cubicBezTo>
                    <a:pt x="330" y="0"/>
                    <a:pt x="175" y="105"/>
                    <a:pt x="100" y="266"/>
                  </a:cubicBezTo>
                  <a:cubicBezTo>
                    <a:pt x="0" y="466"/>
                    <a:pt x="100" y="737"/>
                    <a:pt x="300" y="823"/>
                  </a:cubicBezTo>
                  <a:cubicBezTo>
                    <a:pt x="354" y="848"/>
                    <a:pt x="409" y="860"/>
                    <a:pt x="462" y="860"/>
                  </a:cubicBezTo>
                  <a:cubicBezTo>
                    <a:pt x="623" y="860"/>
                    <a:pt x="772" y="755"/>
                    <a:pt x="858" y="594"/>
                  </a:cubicBezTo>
                  <a:cubicBezTo>
                    <a:pt x="958" y="394"/>
                    <a:pt x="858" y="123"/>
                    <a:pt x="658" y="37"/>
                  </a:cubicBezTo>
                  <a:cubicBezTo>
                    <a:pt x="604" y="12"/>
                    <a:pt x="548" y="0"/>
                    <a:pt x="49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62"/>
            <p:cNvSpPr/>
            <p:nvPr/>
          </p:nvSpPr>
          <p:spPr>
            <a:xfrm>
              <a:off x="5500900" y="570600"/>
              <a:ext cx="21825" cy="33825"/>
            </a:xfrm>
            <a:custGeom>
              <a:avLst/>
              <a:gdLst/>
              <a:ahLst/>
              <a:cxnLst/>
              <a:rect l="l" t="t" r="r" b="b"/>
              <a:pathLst>
                <a:path w="873" h="1353" extrusionOk="0">
                  <a:moveTo>
                    <a:pt x="873" y="0"/>
                  </a:moveTo>
                  <a:cubicBezTo>
                    <a:pt x="816" y="29"/>
                    <a:pt x="772" y="43"/>
                    <a:pt x="715" y="71"/>
                  </a:cubicBezTo>
                  <a:cubicBezTo>
                    <a:pt x="444" y="200"/>
                    <a:pt x="229" y="386"/>
                    <a:pt x="29" y="601"/>
                  </a:cubicBezTo>
                  <a:cubicBezTo>
                    <a:pt x="15" y="614"/>
                    <a:pt x="15" y="614"/>
                    <a:pt x="0" y="614"/>
                  </a:cubicBezTo>
                  <a:cubicBezTo>
                    <a:pt x="0" y="658"/>
                    <a:pt x="29" y="700"/>
                    <a:pt x="58" y="729"/>
                  </a:cubicBezTo>
                  <a:cubicBezTo>
                    <a:pt x="244" y="957"/>
                    <a:pt x="458" y="1172"/>
                    <a:pt x="701" y="1344"/>
                  </a:cubicBezTo>
                  <a:cubicBezTo>
                    <a:pt x="714" y="1350"/>
                    <a:pt x="726" y="1353"/>
                    <a:pt x="738" y="1353"/>
                  </a:cubicBezTo>
                  <a:cubicBezTo>
                    <a:pt x="781" y="1353"/>
                    <a:pt x="816" y="1317"/>
                    <a:pt x="816" y="1272"/>
                  </a:cubicBezTo>
                  <a:cubicBezTo>
                    <a:pt x="801" y="1058"/>
                    <a:pt x="816" y="700"/>
                    <a:pt x="816" y="629"/>
                  </a:cubicBezTo>
                  <a:cubicBezTo>
                    <a:pt x="816" y="414"/>
                    <a:pt x="844" y="200"/>
                    <a:pt x="87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62"/>
            <p:cNvSpPr/>
            <p:nvPr/>
          </p:nvSpPr>
          <p:spPr>
            <a:xfrm>
              <a:off x="5567350" y="552350"/>
              <a:ext cx="28625" cy="27400"/>
            </a:xfrm>
            <a:custGeom>
              <a:avLst/>
              <a:gdLst/>
              <a:ahLst/>
              <a:cxnLst/>
              <a:rect l="l" t="t" r="r" b="b"/>
              <a:pathLst>
                <a:path w="1145" h="1096" extrusionOk="0">
                  <a:moveTo>
                    <a:pt x="1059" y="1"/>
                  </a:moveTo>
                  <a:cubicBezTo>
                    <a:pt x="873" y="16"/>
                    <a:pt x="702" y="29"/>
                    <a:pt x="515" y="73"/>
                  </a:cubicBezTo>
                  <a:cubicBezTo>
                    <a:pt x="376" y="96"/>
                    <a:pt x="237" y="119"/>
                    <a:pt x="98" y="119"/>
                  </a:cubicBezTo>
                  <a:cubicBezTo>
                    <a:pt x="66" y="119"/>
                    <a:pt x="33" y="118"/>
                    <a:pt x="1" y="115"/>
                  </a:cubicBezTo>
                  <a:lnTo>
                    <a:pt x="1" y="115"/>
                  </a:lnTo>
                  <a:cubicBezTo>
                    <a:pt x="16" y="130"/>
                    <a:pt x="16" y="144"/>
                    <a:pt x="29" y="144"/>
                  </a:cubicBezTo>
                  <a:cubicBezTo>
                    <a:pt x="187" y="287"/>
                    <a:pt x="344" y="429"/>
                    <a:pt x="502" y="587"/>
                  </a:cubicBezTo>
                  <a:cubicBezTo>
                    <a:pt x="544" y="644"/>
                    <a:pt x="788" y="902"/>
                    <a:pt x="931" y="1058"/>
                  </a:cubicBezTo>
                  <a:cubicBezTo>
                    <a:pt x="943" y="1084"/>
                    <a:pt x="967" y="1095"/>
                    <a:pt x="991" y="1095"/>
                  </a:cubicBezTo>
                  <a:cubicBezTo>
                    <a:pt x="1021" y="1095"/>
                    <a:pt x="1051" y="1077"/>
                    <a:pt x="1059" y="1045"/>
                  </a:cubicBezTo>
                  <a:cubicBezTo>
                    <a:pt x="1116" y="744"/>
                    <a:pt x="1144" y="444"/>
                    <a:pt x="1131" y="144"/>
                  </a:cubicBezTo>
                  <a:cubicBezTo>
                    <a:pt x="1131" y="101"/>
                    <a:pt x="1116" y="58"/>
                    <a:pt x="1087" y="16"/>
                  </a:cubicBezTo>
                  <a:cubicBezTo>
                    <a:pt x="1087" y="16"/>
                    <a:pt x="1073" y="1"/>
                    <a:pt x="105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62"/>
            <p:cNvSpPr/>
            <p:nvPr/>
          </p:nvSpPr>
          <p:spPr>
            <a:xfrm>
              <a:off x="5430525" y="491600"/>
              <a:ext cx="57900" cy="8775"/>
            </a:xfrm>
            <a:custGeom>
              <a:avLst/>
              <a:gdLst/>
              <a:ahLst/>
              <a:cxnLst/>
              <a:rect l="l" t="t" r="r" b="b"/>
              <a:pathLst>
                <a:path w="2316" h="351" extrusionOk="0">
                  <a:moveTo>
                    <a:pt x="29" y="1"/>
                  </a:moveTo>
                  <a:lnTo>
                    <a:pt x="0" y="144"/>
                  </a:lnTo>
                  <a:cubicBezTo>
                    <a:pt x="647" y="279"/>
                    <a:pt x="1316" y="350"/>
                    <a:pt x="1979" y="350"/>
                  </a:cubicBezTo>
                  <a:cubicBezTo>
                    <a:pt x="2091" y="350"/>
                    <a:pt x="2204" y="348"/>
                    <a:pt x="2316" y="344"/>
                  </a:cubicBezTo>
                  <a:lnTo>
                    <a:pt x="2316" y="201"/>
                  </a:lnTo>
                  <a:cubicBezTo>
                    <a:pt x="2204" y="205"/>
                    <a:pt x="2092" y="207"/>
                    <a:pt x="1981" y="207"/>
                  </a:cubicBezTo>
                  <a:cubicBezTo>
                    <a:pt x="1324" y="207"/>
                    <a:pt x="676" y="136"/>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62"/>
            <p:cNvSpPr/>
            <p:nvPr/>
          </p:nvSpPr>
          <p:spPr>
            <a:xfrm>
              <a:off x="5557725" y="495900"/>
              <a:ext cx="44675" cy="5000"/>
            </a:xfrm>
            <a:custGeom>
              <a:avLst/>
              <a:gdLst/>
              <a:ahLst/>
              <a:cxnLst/>
              <a:rect l="l" t="t" r="r" b="b"/>
              <a:pathLst>
                <a:path w="1787" h="200" extrusionOk="0">
                  <a:moveTo>
                    <a:pt x="14" y="0"/>
                  </a:moveTo>
                  <a:lnTo>
                    <a:pt x="1" y="143"/>
                  </a:lnTo>
                  <a:cubicBezTo>
                    <a:pt x="310" y="181"/>
                    <a:pt x="624" y="199"/>
                    <a:pt x="940" y="199"/>
                  </a:cubicBezTo>
                  <a:cubicBezTo>
                    <a:pt x="1221" y="199"/>
                    <a:pt x="1504" y="185"/>
                    <a:pt x="1787" y="158"/>
                  </a:cubicBezTo>
                  <a:lnTo>
                    <a:pt x="1773" y="15"/>
                  </a:lnTo>
                  <a:cubicBezTo>
                    <a:pt x="1497" y="42"/>
                    <a:pt x="1220" y="56"/>
                    <a:pt x="944" y="56"/>
                  </a:cubicBezTo>
                  <a:cubicBezTo>
                    <a:pt x="634" y="56"/>
                    <a:pt x="325" y="38"/>
                    <a:pt x="1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62"/>
            <p:cNvSpPr/>
            <p:nvPr/>
          </p:nvSpPr>
          <p:spPr>
            <a:xfrm>
              <a:off x="5491600" y="510150"/>
              <a:ext cx="55425" cy="40075"/>
            </a:xfrm>
            <a:custGeom>
              <a:avLst/>
              <a:gdLst/>
              <a:ahLst/>
              <a:cxnLst/>
              <a:rect l="l" t="t" r="r" b="b"/>
              <a:pathLst>
                <a:path w="2217" h="1603" extrusionOk="0">
                  <a:moveTo>
                    <a:pt x="1756" y="1"/>
                  </a:moveTo>
                  <a:cubicBezTo>
                    <a:pt x="1597" y="1"/>
                    <a:pt x="1437" y="81"/>
                    <a:pt x="1331" y="188"/>
                  </a:cubicBezTo>
                  <a:cubicBezTo>
                    <a:pt x="1273" y="259"/>
                    <a:pt x="1216" y="345"/>
                    <a:pt x="1173" y="446"/>
                  </a:cubicBezTo>
                  <a:cubicBezTo>
                    <a:pt x="1012" y="209"/>
                    <a:pt x="731" y="48"/>
                    <a:pt x="444" y="48"/>
                  </a:cubicBezTo>
                  <a:cubicBezTo>
                    <a:pt x="401" y="48"/>
                    <a:pt x="358" y="52"/>
                    <a:pt x="315" y="59"/>
                  </a:cubicBezTo>
                  <a:cubicBezTo>
                    <a:pt x="258" y="59"/>
                    <a:pt x="216" y="74"/>
                    <a:pt x="159" y="116"/>
                  </a:cubicBezTo>
                  <a:cubicBezTo>
                    <a:pt x="115" y="145"/>
                    <a:pt x="86" y="202"/>
                    <a:pt x="58" y="274"/>
                  </a:cubicBezTo>
                  <a:cubicBezTo>
                    <a:pt x="1" y="488"/>
                    <a:pt x="115" y="688"/>
                    <a:pt x="216" y="860"/>
                  </a:cubicBezTo>
                  <a:cubicBezTo>
                    <a:pt x="401" y="1160"/>
                    <a:pt x="616" y="1446"/>
                    <a:pt x="959" y="1532"/>
                  </a:cubicBezTo>
                  <a:lnTo>
                    <a:pt x="1001" y="1303"/>
                  </a:lnTo>
                  <a:cubicBezTo>
                    <a:pt x="759" y="1246"/>
                    <a:pt x="587" y="989"/>
                    <a:pt x="430" y="732"/>
                  </a:cubicBezTo>
                  <a:cubicBezTo>
                    <a:pt x="344" y="602"/>
                    <a:pt x="258" y="459"/>
                    <a:pt x="287" y="331"/>
                  </a:cubicBezTo>
                  <a:cubicBezTo>
                    <a:pt x="301" y="317"/>
                    <a:pt x="301" y="303"/>
                    <a:pt x="301" y="303"/>
                  </a:cubicBezTo>
                  <a:cubicBezTo>
                    <a:pt x="315" y="303"/>
                    <a:pt x="315" y="303"/>
                    <a:pt x="344" y="288"/>
                  </a:cubicBezTo>
                  <a:cubicBezTo>
                    <a:pt x="370" y="285"/>
                    <a:pt x="397" y="283"/>
                    <a:pt x="423" y="283"/>
                  </a:cubicBezTo>
                  <a:cubicBezTo>
                    <a:pt x="726" y="283"/>
                    <a:pt x="1022" y="500"/>
                    <a:pt x="1087" y="789"/>
                  </a:cubicBezTo>
                  <a:lnTo>
                    <a:pt x="1188" y="1246"/>
                  </a:lnTo>
                  <a:lnTo>
                    <a:pt x="1316" y="789"/>
                  </a:lnTo>
                  <a:cubicBezTo>
                    <a:pt x="1359" y="646"/>
                    <a:pt x="1401" y="474"/>
                    <a:pt x="1516" y="345"/>
                  </a:cubicBezTo>
                  <a:cubicBezTo>
                    <a:pt x="1568" y="283"/>
                    <a:pt x="1664" y="236"/>
                    <a:pt x="1751" y="236"/>
                  </a:cubicBezTo>
                  <a:cubicBezTo>
                    <a:pt x="1785" y="236"/>
                    <a:pt x="1817" y="243"/>
                    <a:pt x="1845" y="259"/>
                  </a:cubicBezTo>
                  <a:cubicBezTo>
                    <a:pt x="1945" y="317"/>
                    <a:pt x="1973" y="474"/>
                    <a:pt x="1959" y="602"/>
                  </a:cubicBezTo>
                  <a:cubicBezTo>
                    <a:pt x="1945" y="917"/>
                    <a:pt x="1759" y="1218"/>
                    <a:pt x="1602" y="1475"/>
                  </a:cubicBezTo>
                  <a:lnTo>
                    <a:pt x="1802" y="1603"/>
                  </a:lnTo>
                  <a:cubicBezTo>
                    <a:pt x="1973" y="1317"/>
                    <a:pt x="2173" y="989"/>
                    <a:pt x="2202" y="617"/>
                  </a:cubicBezTo>
                  <a:cubicBezTo>
                    <a:pt x="2217" y="374"/>
                    <a:pt x="2131" y="160"/>
                    <a:pt x="1973" y="59"/>
                  </a:cubicBezTo>
                  <a:cubicBezTo>
                    <a:pt x="1905" y="18"/>
                    <a:pt x="1831" y="1"/>
                    <a:pt x="175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62"/>
            <p:cNvSpPr/>
            <p:nvPr/>
          </p:nvSpPr>
          <p:spPr>
            <a:xfrm>
              <a:off x="5498750" y="549875"/>
              <a:ext cx="96175" cy="38950"/>
            </a:xfrm>
            <a:custGeom>
              <a:avLst/>
              <a:gdLst/>
              <a:ahLst/>
              <a:cxnLst/>
              <a:rect l="l" t="t" r="r" b="b"/>
              <a:pathLst>
                <a:path w="3847" h="1558" extrusionOk="0">
                  <a:moveTo>
                    <a:pt x="3831" y="0"/>
                  </a:moveTo>
                  <a:cubicBezTo>
                    <a:pt x="3460" y="0"/>
                    <a:pt x="3103" y="29"/>
                    <a:pt x="2745" y="100"/>
                  </a:cubicBezTo>
                  <a:cubicBezTo>
                    <a:pt x="1731" y="286"/>
                    <a:pt x="772" y="757"/>
                    <a:pt x="1" y="1472"/>
                  </a:cubicBezTo>
                  <a:cubicBezTo>
                    <a:pt x="29" y="1500"/>
                    <a:pt x="73" y="1529"/>
                    <a:pt x="101" y="1558"/>
                  </a:cubicBezTo>
                  <a:cubicBezTo>
                    <a:pt x="1102" y="654"/>
                    <a:pt x="2401" y="156"/>
                    <a:pt x="3735" y="156"/>
                  </a:cubicBezTo>
                  <a:cubicBezTo>
                    <a:pt x="3772" y="156"/>
                    <a:pt x="3809" y="156"/>
                    <a:pt x="3846" y="157"/>
                  </a:cubicBezTo>
                  <a:cubicBezTo>
                    <a:pt x="3846" y="100"/>
                    <a:pt x="3831" y="57"/>
                    <a:pt x="383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75" name="Google Shape;2375;p62"/>
          <p:cNvGrpSpPr/>
          <p:nvPr/>
        </p:nvGrpSpPr>
        <p:grpSpPr>
          <a:xfrm>
            <a:off x="5672792" y="2687633"/>
            <a:ext cx="1264635" cy="1382409"/>
            <a:chOff x="6212200" y="306875"/>
            <a:chExt cx="930700" cy="1017375"/>
          </a:xfrm>
        </p:grpSpPr>
        <p:sp>
          <p:nvSpPr>
            <p:cNvPr id="2376" name="Google Shape;2376;p62"/>
            <p:cNvSpPr/>
            <p:nvPr/>
          </p:nvSpPr>
          <p:spPr>
            <a:xfrm>
              <a:off x="6411050" y="538425"/>
              <a:ext cx="549950" cy="572400"/>
            </a:xfrm>
            <a:custGeom>
              <a:avLst/>
              <a:gdLst/>
              <a:ahLst/>
              <a:cxnLst/>
              <a:rect l="l" t="t" r="r" b="b"/>
              <a:pathLst>
                <a:path w="21998" h="22896" extrusionOk="0">
                  <a:moveTo>
                    <a:pt x="10587" y="1"/>
                  </a:moveTo>
                  <a:cubicBezTo>
                    <a:pt x="10333" y="1"/>
                    <a:pt x="10072" y="5"/>
                    <a:pt x="9805" y="15"/>
                  </a:cubicBezTo>
                  <a:cubicBezTo>
                    <a:pt x="6760" y="129"/>
                    <a:pt x="3802" y="1101"/>
                    <a:pt x="1973" y="3546"/>
                  </a:cubicBezTo>
                  <a:cubicBezTo>
                    <a:pt x="729" y="5204"/>
                    <a:pt x="0" y="7533"/>
                    <a:pt x="128" y="10735"/>
                  </a:cubicBezTo>
                  <a:cubicBezTo>
                    <a:pt x="400" y="17925"/>
                    <a:pt x="2201" y="22384"/>
                    <a:pt x="9434" y="22855"/>
                  </a:cubicBezTo>
                  <a:cubicBezTo>
                    <a:pt x="9849" y="22881"/>
                    <a:pt x="10284" y="22896"/>
                    <a:pt x="10735" y="22896"/>
                  </a:cubicBezTo>
                  <a:cubicBezTo>
                    <a:pt x="11060" y="22896"/>
                    <a:pt x="11394" y="22888"/>
                    <a:pt x="11734" y="22870"/>
                  </a:cubicBezTo>
                  <a:cubicBezTo>
                    <a:pt x="21612" y="22499"/>
                    <a:pt x="21997" y="16353"/>
                    <a:pt x="21583" y="11035"/>
                  </a:cubicBezTo>
                  <a:cubicBezTo>
                    <a:pt x="21360" y="8048"/>
                    <a:pt x="21273" y="1"/>
                    <a:pt x="10587"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62"/>
            <p:cNvSpPr/>
            <p:nvPr/>
          </p:nvSpPr>
          <p:spPr>
            <a:xfrm>
              <a:off x="6443200" y="773550"/>
              <a:ext cx="28950" cy="37925"/>
            </a:xfrm>
            <a:custGeom>
              <a:avLst/>
              <a:gdLst/>
              <a:ahLst/>
              <a:cxnLst/>
              <a:rect l="l" t="t" r="r" b="b"/>
              <a:pathLst>
                <a:path w="1158" h="1517" extrusionOk="0">
                  <a:moveTo>
                    <a:pt x="687" y="1"/>
                  </a:moveTo>
                  <a:cubicBezTo>
                    <a:pt x="144" y="15"/>
                    <a:pt x="1" y="1459"/>
                    <a:pt x="687" y="1516"/>
                  </a:cubicBezTo>
                  <a:lnTo>
                    <a:pt x="715" y="1516"/>
                  </a:lnTo>
                  <a:cubicBezTo>
                    <a:pt x="1030" y="1516"/>
                    <a:pt x="1158" y="1144"/>
                    <a:pt x="1129" y="758"/>
                  </a:cubicBezTo>
                  <a:cubicBezTo>
                    <a:pt x="1115" y="386"/>
                    <a:pt x="944" y="1"/>
                    <a:pt x="687"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62"/>
            <p:cNvSpPr/>
            <p:nvPr/>
          </p:nvSpPr>
          <p:spPr>
            <a:xfrm>
              <a:off x="6488950" y="805350"/>
              <a:ext cx="28600" cy="19700"/>
            </a:xfrm>
            <a:custGeom>
              <a:avLst/>
              <a:gdLst/>
              <a:ahLst/>
              <a:cxnLst/>
              <a:rect l="l" t="t" r="r" b="b"/>
              <a:pathLst>
                <a:path w="1144" h="788" extrusionOk="0">
                  <a:moveTo>
                    <a:pt x="443" y="0"/>
                  </a:moveTo>
                  <a:cubicBezTo>
                    <a:pt x="229" y="0"/>
                    <a:pt x="71" y="201"/>
                    <a:pt x="42" y="401"/>
                  </a:cubicBezTo>
                  <a:cubicBezTo>
                    <a:pt x="0" y="601"/>
                    <a:pt x="71" y="787"/>
                    <a:pt x="315" y="787"/>
                  </a:cubicBezTo>
                  <a:cubicBezTo>
                    <a:pt x="357" y="787"/>
                    <a:pt x="414" y="787"/>
                    <a:pt x="471" y="772"/>
                  </a:cubicBezTo>
                  <a:cubicBezTo>
                    <a:pt x="1144" y="601"/>
                    <a:pt x="957" y="29"/>
                    <a:pt x="471"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62"/>
            <p:cNvSpPr/>
            <p:nvPr/>
          </p:nvSpPr>
          <p:spPr>
            <a:xfrm>
              <a:off x="6473225" y="744600"/>
              <a:ext cx="42175" cy="34700"/>
            </a:xfrm>
            <a:custGeom>
              <a:avLst/>
              <a:gdLst/>
              <a:ahLst/>
              <a:cxnLst/>
              <a:rect l="l" t="t" r="r" b="b"/>
              <a:pathLst>
                <a:path w="1687" h="1388" extrusionOk="0">
                  <a:moveTo>
                    <a:pt x="686" y="1"/>
                  </a:moveTo>
                  <a:cubicBezTo>
                    <a:pt x="214" y="1"/>
                    <a:pt x="0" y="344"/>
                    <a:pt x="14" y="702"/>
                  </a:cubicBezTo>
                  <a:cubicBezTo>
                    <a:pt x="29" y="1045"/>
                    <a:pt x="257" y="1388"/>
                    <a:pt x="700" y="1388"/>
                  </a:cubicBezTo>
                  <a:lnTo>
                    <a:pt x="715" y="1388"/>
                  </a:lnTo>
                  <a:cubicBezTo>
                    <a:pt x="1630" y="1388"/>
                    <a:pt x="1687" y="29"/>
                    <a:pt x="715"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62"/>
            <p:cNvSpPr/>
            <p:nvPr/>
          </p:nvSpPr>
          <p:spPr>
            <a:xfrm>
              <a:off x="6483575" y="580600"/>
              <a:ext cx="465975" cy="530300"/>
            </a:xfrm>
            <a:custGeom>
              <a:avLst/>
              <a:gdLst/>
              <a:ahLst/>
              <a:cxnLst/>
              <a:rect l="l" t="t" r="r" b="b"/>
              <a:pathLst>
                <a:path w="18639" h="21212" extrusionOk="0">
                  <a:moveTo>
                    <a:pt x="1058" y="0"/>
                  </a:moveTo>
                  <a:cubicBezTo>
                    <a:pt x="815" y="157"/>
                    <a:pt x="600" y="315"/>
                    <a:pt x="372" y="500"/>
                  </a:cubicBezTo>
                  <a:cubicBezTo>
                    <a:pt x="301" y="829"/>
                    <a:pt x="172" y="1258"/>
                    <a:pt x="0" y="1729"/>
                  </a:cubicBezTo>
                  <a:cubicBezTo>
                    <a:pt x="257" y="1687"/>
                    <a:pt x="501" y="1658"/>
                    <a:pt x="715" y="1630"/>
                  </a:cubicBezTo>
                  <a:cubicBezTo>
                    <a:pt x="886" y="1630"/>
                    <a:pt x="1044" y="1615"/>
                    <a:pt x="1201" y="1601"/>
                  </a:cubicBezTo>
                  <a:cubicBezTo>
                    <a:pt x="1158" y="1129"/>
                    <a:pt x="1101" y="572"/>
                    <a:pt x="1058" y="0"/>
                  </a:cubicBezTo>
                  <a:close/>
                  <a:moveTo>
                    <a:pt x="14751" y="143"/>
                  </a:moveTo>
                  <a:cubicBezTo>
                    <a:pt x="14537" y="315"/>
                    <a:pt x="14294" y="414"/>
                    <a:pt x="14036" y="414"/>
                  </a:cubicBezTo>
                  <a:cubicBezTo>
                    <a:pt x="14379" y="3259"/>
                    <a:pt x="14808" y="3803"/>
                    <a:pt x="15094" y="4317"/>
                  </a:cubicBezTo>
                  <a:cubicBezTo>
                    <a:pt x="15123" y="4359"/>
                    <a:pt x="15137" y="4388"/>
                    <a:pt x="15137" y="4431"/>
                  </a:cubicBezTo>
                  <a:cubicBezTo>
                    <a:pt x="15137" y="4546"/>
                    <a:pt x="14980" y="4617"/>
                    <a:pt x="14737" y="4617"/>
                  </a:cubicBezTo>
                  <a:cubicBezTo>
                    <a:pt x="14251" y="4617"/>
                    <a:pt x="13436" y="4359"/>
                    <a:pt x="12965" y="3803"/>
                  </a:cubicBezTo>
                  <a:lnTo>
                    <a:pt x="12965" y="3803"/>
                  </a:lnTo>
                  <a:cubicBezTo>
                    <a:pt x="12965" y="3803"/>
                    <a:pt x="13022" y="4274"/>
                    <a:pt x="13022" y="4660"/>
                  </a:cubicBezTo>
                  <a:cubicBezTo>
                    <a:pt x="13022" y="4760"/>
                    <a:pt x="13022" y="4845"/>
                    <a:pt x="13007" y="4917"/>
                  </a:cubicBezTo>
                  <a:cubicBezTo>
                    <a:pt x="13893" y="6389"/>
                    <a:pt x="14366" y="8205"/>
                    <a:pt x="14566" y="9934"/>
                  </a:cubicBezTo>
                  <a:cubicBezTo>
                    <a:pt x="14579" y="10149"/>
                    <a:pt x="14608" y="10363"/>
                    <a:pt x="14623" y="10591"/>
                  </a:cubicBezTo>
                  <a:cubicBezTo>
                    <a:pt x="14780" y="10591"/>
                    <a:pt x="14937" y="10606"/>
                    <a:pt x="15109" y="10606"/>
                  </a:cubicBezTo>
                  <a:cubicBezTo>
                    <a:pt x="15480" y="10606"/>
                    <a:pt x="15852" y="10578"/>
                    <a:pt x="16209" y="10520"/>
                  </a:cubicBezTo>
                  <a:cubicBezTo>
                    <a:pt x="16452" y="10477"/>
                    <a:pt x="16681" y="10435"/>
                    <a:pt x="16895" y="10391"/>
                  </a:cubicBezTo>
                  <a:cubicBezTo>
                    <a:pt x="17996" y="10163"/>
                    <a:pt x="18639" y="9019"/>
                    <a:pt x="18253" y="7961"/>
                  </a:cubicBezTo>
                  <a:cubicBezTo>
                    <a:pt x="18082" y="7504"/>
                    <a:pt x="17882" y="7033"/>
                    <a:pt x="17667" y="6646"/>
                  </a:cubicBezTo>
                  <a:cubicBezTo>
                    <a:pt x="17038" y="5503"/>
                    <a:pt x="15681" y="2444"/>
                    <a:pt x="15223" y="801"/>
                  </a:cubicBezTo>
                  <a:cubicBezTo>
                    <a:pt x="15195" y="672"/>
                    <a:pt x="15151" y="544"/>
                    <a:pt x="15137" y="429"/>
                  </a:cubicBezTo>
                  <a:cubicBezTo>
                    <a:pt x="15008" y="329"/>
                    <a:pt x="14880" y="243"/>
                    <a:pt x="14751" y="143"/>
                  </a:cubicBezTo>
                  <a:close/>
                  <a:moveTo>
                    <a:pt x="6676" y="21111"/>
                  </a:moveTo>
                  <a:cubicBezTo>
                    <a:pt x="6632" y="21126"/>
                    <a:pt x="6590" y="21140"/>
                    <a:pt x="6533" y="21168"/>
                  </a:cubicBezTo>
                  <a:cubicBezTo>
                    <a:pt x="6962" y="21197"/>
                    <a:pt x="7404" y="21212"/>
                    <a:pt x="7876" y="21212"/>
                  </a:cubicBezTo>
                  <a:cubicBezTo>
                    <a:pt x="8119" y="21212"/>
                    <a:pt x="8376" y="21197"/>
                    <a:pt x="8633" y="21197"/>
                  </a:cubicBezTo>
                  <a:lnTo>
                    <a:pt x="7047" y="21183"/>
                  </a:lnTo>
                  <a:cubicBezTo>
                    <a:pt x="7047" y="21183"/>
                    <a:pt x="7061" y="21168"/>
                    <a:pt x="7076" y="21140"/>
                  </a:cubicBezTo>
                  <a:cubicBezTo>
                    <a:pt x="6962" y="21140"/>
                    <a:pt x="6819" y="21126"/>
                    <a:pt x="6676" y="21111"/>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62"/>
            <p:cNvSpPr/>
            <p:nvPr/>
          </p:nvSpPr>
          <p:spPr>
            <a:xfrm>
              <a:off x="6455350" y="1144400"/>
              <a:ext cx="169750" cy="146800"/>
            </a:xfrm>
            <a:custGeom>
              <a:avLst/>
              <a:gdLst/>
              <a:ahLst/>
              <a:cxnLst/>
              <a:rect l="l" t="t" r="r" b="b"/>
              <a:pathLst>
                <a:path w="6790" h="5872" extrusionOk="0">
                  <a:moveTo>
                    <a:pt x="3738" y="1"/>
                  </a:moveTo>
                  <a:cubicBezTo>
                    <a:pt x="1304" y="1"/>
                    <a:pt x="157" y="1662"/>
                    <a:pt x="157" y="1662"/>
                  </a:cubicBezTo>
                  <a:cubicBezTo>
                    <a:pt x="744" y="2348"/>
                    <a:pt x="1144" y="2847"/>
                    <a:pt x="1316" y="3091"/>
                  </a:cubicBezTo>
                  <a:cubicBezTo>
                    <a:pt x="1386" y="3177"/>
                    <a:pt x="1430" y="3234"/>
                    <a:pt x="1430" y="3234"/>
                  </a:cubicBezTo>
                  <a:cubicBezTo>
                    <a:pt x="1043" y="3348"/>
                    <a:pt x="700" y="3577"/>
                    <a:pt x="458" y="3848"/>
                  </a:cubicBezTo>
                  <a:cubicBezTo>
                    <a:pt x="100" y="4292"/>
                    <a:pt x="1" y="4863"/>
                    <a:pt x="458" y="5449"/>
                  </a:cubicBezTo>
                  <a:cubicBezTo>
                    <a:pt x="629" y="5664"/>
                    <a:pt x="815" y="5778"/>
                    <a:pt x="1015" y="5835"/>
                  </a:cubicBezTo>
                  <a:cubicBezTo>
                    <a:pt x="1105" y="5860"/>
                    <a:pt x="1198" y="5872"/>
                    <a:pt x="1294" y="5872"/>
                  </a:cubicBezTo>
                  <a:cubicBezTo>
                    <a:pt x="1963" y="5872"/>
                    <a:pt x="2774" y="5310"/>
                    <a:pt x="3574" y="4835"/>
                  </a:cubicBezTo>
                  <a:cubicBezTo>
                    <a:pt x="4203" y="4448"/>
                    <a:pt x="5118" y="4077"/>
                    <a:pt x="5789" y="3619"/>
                  </a:cubicBezTo>
                  <a:cubicBezTo>
                    <a:pt x="6389" y="3219"/>
                    <a:pt x="6789" y="2776"/>
                    <a:pt x="6675" y="2218"/>
                  </a:cubicBezTo>
                  <a:cubicBezTo>
                    <a:pt x="6433" y="1046"/>
                    <a:pt x="5375" y="232"/>
                    <a:pt x="5375" y="232"/>
                  </a:cubicBezTo>
                  <a:cubicBezTo>
                    <a:pt x="4776" y="69"/>
                    <a:pt x="4230" y="1"/>
                    <a:pt x="373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62"/>
            <p:cNvSpPr/>
            <p:nvPr/>
          </p:nvSpPr>
          <p:spPr>
            <a:xfrm>
              <a:off x="6419925" y="1240250"/>
              <a:ext cx="71175" cy="61050"/>
            </a:xfrm>
            <a:custGeom>
              <a:avLst/>
              <a:gdLst/>
              <a:ahLst/>
              <a:cxnLst/>
              <a:rect l="l" t="t" r="r" b="b"/>
              <a:pathLst>
                <a:path w="2847" h="2442" extrusionOk="0">
                  <a:moveTo>
                    <a:pt x="1588" y="1"/>
                  </a:moveTo>
                  <a:cubicBezTo>
                    <a:pt x="1" y="1"/>
                    <a:pt x="85" y="1937"/>
                    <a:pt x="731" y="2272"/>
                  </a:cubicBezTo>
                  <a:cubicBezTo>
                    <a:pt x="979" y="2392"/>
                    <a:pt x="1207" y="2441"/>
                    <a:pt x="1414" y="2441"/>
                  </a:cubicBezTo>
                  <a:cubicBezTo>
                    <a:pt x="2340" y="2441"/>
                    <a:pt x="2847" y="1458"/>
                    <a:pt x="2847" y="1458"/>
                  </a:cubicBezTo>
                  <a:lnTo>
                    <a:pt x="2418" y="143"/>
                  </a:lnTo>
                  <a:cubicBezTo>
                    <a:pt x="2102" y="44"/>
                    <a:pt x="1826" y="1"/>
                    <a:pt x="158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62"/>
            <p:cNvSpPr/>
            <p:nvPr/>
          </p:nvSpPr>
          <p:spPr>
            <a:xfrm>
              <a:off x="6383825" y="1263125"/>
              <a:ext cx="71175" cy="61050"/>
            </a:xfrm>
            <a:custGeom>
              <a:avLst/>
              <a:gdLst/>
              <a:ahLst/>
              <a:cxnLst/>
              <a:rect l="l" t="t" r="r" b="b"/>
              <a:pathLst>
                <a:path w="2847" h="2442" extrusionOk="0">
                  <a:moveTo>
                    <a:pt x="1588" y="1"/>
                  </a:moveTo>
                  <a:cubicBezTo>
                    <a:pt x="1" y="1"/>
                    <a:pt x="85" y="1937"/>
                    <a:pt x="731" y="2272"/>
                  </a:cubicBezTo>
                  <a:cubicBezTo>
                    <a:pt x="979" y="2392"/>
                    <a:pt x="1207" y="2441"/>
                    <a:pt x="1414" y="2441"/>
                  </a:cubicBezTo>
                  <a:cubicBezTo>
                    <a:pt x="2341" y="2441"/>
                    <a:pt x="2847" y="1458"/>
                    <a:pt x="2847" y="1458"/>
                  </a:cubicBezTo>
                  <a:lnTo>
                    <a:pt x="2418" y="143"/>
                  </a:lnTo>
                  <a:cubicBezTo>
                    <a:pt x="2101" y="44"/>
                    <a:pt x="1826" y="1"/>
                    <a:pt x="158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62"/>
            <p:cNvSpPr/>
            <p:nvPr/>
          </p:nvSpPr>
          <p:spPr>
            <a:xfrm>
              <a:off x="6459275" y="1144400"/>
              <a:ext cx="165825" cy="90500"/>
            </a:xfrm>
            <a:custGeom>
              <a:avLst/>
              <a:gdLst/>
              <a:ahLst/>
              <a:cxnLst/>
              <a:rect l="l" t="t" r="r" b="b"/>
              <a:pathLst>
                <a:path w="6633" h="3620" extrusionOk="0">
                  <a:moveTo>
                    <a:pt x="3581" y="1"/>
                  </a:moveTo>
                  <a:cubicBezTo>
                    <a:pt x="1147" y="1"/>
                    <a:pt x="0" y="1662"/>
                    <a:pt x="0" y="1662"/>
                  </a:cubicBezTo>
                  <a:cubicBezTo>
                    <a:pt x="587" y="2348"/>
                    <a:pt x="987" y="2847"/>
                    <a:pt x="1159" y="3091"/>
                  </a:cubicBezTo>
                  <a:cubicBezTo>
                    <a:pt x="1359" y="2933"/>
                    <a:pt x="1544" y="2733"/>
                    <a:pt x="1715" y="2433"/>
                  </a:cubicBezTo>
                  <a:cubicBezTo>
                    <a:pt x="1787" y="2304"/>
                    <a:pt x="1873" y="2148"/>
                    <a:pt x="2016" y="2090"/>
                  </a:cubicBezTo>
                  <a:cubicBezTo>
                    <a:pt x="2056" y="2075"/>
                    <a:pt x="2096" y="2069"/>
                    <a:pt x="2136" y="2069"/>
                  </a:cubicBezTo>
                  <a:cubicBezTo>
                    <a:pt x="2209" y="2069"/>
                    <a:pt x="2280" y="2091"/>
                    <a:pt x="2344" y="2119"/>
                  </a:cubicBezTo>
                  <a:cubicBezTo>
                    <a:pt x="3004" y="2351"/>
                    <a:pt x="3592" y="2911"/>
                    <a:pt x="4248" y="2911"/>
                  </a:cubicBezTo>
                  <a:cubicBezTo>
                    <a:pt x="4318" y="2911"/>
                    <a:pt x="4388" y="2905"/>
                    <a:pt x="4460" y="2891"/>
                  </a:cubicBezTo>
                  <a:cubicBezTo>
                    <a:pt x="4603" y="2476"/>
                    <a:pt x="4746" y="2062"/>
                    <a:pt x="4875" y="1647"/>
                  </a:cubicBezTo>
                  <a:cubicBezTo>
                    <a:pt x="5132" y="2304"/>
                    <a:pt x="5375" y="2962"/>
                    <a:pt x="5632" y="3619"/>
                  </a:cubicBezTo>
                  <a:cubicBezTo>
                    <a:pt x="6232" y="3219"/>
                    <a:pt x="6632" y="2776"/>
                    <a:pt x="6518" y="2218"/>
                  </a:cubicBezTo>
                  <a:cubicBezTo>
                    <a:pt x="6276" y="1046"/>
                    <a:pt x="5218" y="232"/>
                    <a:pt x="5218" y="232"/>
                  </a:cubicBezTo>
                  <a:cubicBezTo>
                    <a:pt x="4619" y="69"/>
                    <a:pt x="4073" y="1"/>
                    <a:pt x="358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62"/>
            <p:cNvSpPr/>
            <p:nvPr/>
          </p:nvSpPr>
          <p:spPr>
            <a:xfrm>
              <a:off x="6212200" y="951700"/>
              <a:ext cx="459725" cy="272850"/>
            </a:xfrm>
            <a:custGeom>
              <a:avLst/>
              <a:gdLst/>
              <a:ahLst/>
              <a:cxnLst/>
              <a:rect l="l" t="t" r="r" b="b"/>
              <a:pathLst>
                <a:path w="18389" h="10914" extrusionOk="0">
                  <a:moveTo>
                    <a:pt x="4729" y="1"/>
                  </a:moveTo>
                  <a:cubicBezTo>
                    <a:pt x="1418" y="1"/>
                    <a:pt x="1" y="1335"/>
                    <a:pt x="535" y="4095"/>
                  </a:cubicBezTo>
                  <a:cubicBezTo>
                    <a:pt x="1236" y="7782"/>
                    <a:pt x="6582" y="8541"/>
                    <a:pt x="8054" y="9012"/>
                  </a:cubicBezTo>
                  <a:cubicBezTo>
                    <a:pt x="9126" y="9341"/>
                    <a:pt x="9984" y="10212"/>
                    <a:pt x="10355" y="10656"/>
                  </a:cubicBezTo>
                  <a:cubicBezTo>
                    <a:pt x="10498" y="10813"/>
                    <a:pt x="10569" y="10913"/>
                    <a:pt x="10569" y="10913"/>
                  </a:cubicBezTo>
                  <a:cubicBezTo>
                    <a:pt x="10569" y="10913"/>
                    <a:pt x="11370" y="9641"/>
                    <a:pt x="11370" y="8926"/>
                  </a:cubicBezTo>
                  <a:cubicBezTo>
                    <a:pt x="11370" y="8926"/>
                    <a:pt x="13428" y="9469"/>
                    <a:pt x="14057" y="9926"/>
                  </a:cubicBezTo>
                  <a:cubicBezTo>
                    <a:pt x="14057" y="9926"/>
                    <a:pt x="14015" y="8826"/>
                    <a:pt x="13586" y="7940"/>
                  </a:cubicBezTo>
                  <a:lnTo>
                    <a:pt x="13586" y="7940"/>
                  </a:lnTo>
                  <a:cubicBezTo>
                    <a:pt x="13586" y="7940"/>
                    <a:pt x="15444" y="8255"/>
                    <a:pt x="15844" y="8626"/>
                  </a:cubicBezTo>
                  <a:cubicBezTo>
                    <a:pt x="15844" y="8626"/>
                    <a:pt x="15686" y="7168"/>
                    <a:pt x="15272" y="6368"/>
                  </a:cubicBezTo>
                  <a:cubicBezTo>
                    <a:pt x="15212" y="6247"/>
                    <a:pt x="15582" y="6208"/>
                    <a:pt x="16087" y="6208"/>
                  </a:cubicBezTo>
                  <a:cubicBezTo>
                    <a:pt x="17012" y="6208"/>
                    <a:pt x="18388" y="6339"/>
                    <a:pt x="18388" y="6339"/>
                  </a:cubicBezTo>
                  <a:cubicBezTo>
                    <a:pt x="18388" y="6339"/>
                    <a:pt x="16344" y="3624"/>
                    <a:pt x="12656" y="1794"/>
                  </a:cubicBezTo>
                  <a:cubicBezTo>
                    <a:pt x="11499" y="1222"/>
                    <a:pt x="10184" y="736"/>
                    <a:pt x="8711" y="450"/>
                  </a:cubicBezTo>
                  <a:cubicBezTo>
                    <a:pt x="7171" y="152"/>
                    <a:pt x="5843" y="1"/>
                    <a:pt x="472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62"/>
            <p:cNvSpPr/>
            <p:nvPr/>
          </p:nvSpPr>
          <p:spPr>
            <a:xfrm>
              <a:off x="6409250" y="996550"/>
              <a:ext cx="256575" cy="228000"/>
            </a:xfrm>
            <a:custGeom>
              <a:avLst/>
              <a:gdLst/>
              <a:ahLst/>
              <a:cxnLst/>
              <a:rect l="l" t="t" r="r" b="b"/>
              <a:pathLst>
                <a:path w="10263" h="9120" extrusionOk="0">
                  <a:moveTo>
                    <a:pt x="4774" y="0"/>
                  </a:moveTo>
                  <a:lnTo>
                    <a:pt x="4774" y="0"/>
                  </a:lnTo>
                  <a:cubicBezTo>
                    <a:pt x="5117" y="443"/>
                    <a:pt x="5332" y="986"/>
                    <a:pt x="5246" y="1529"/>
                  </a:cubicBezTo>
                  <a:cubicBezTo>
                    <a:pt x="4488" y="1515"/>
                    <a:pt x="3788" y="1144"/>
                    <a:pt x="3059" y="929"/>
                  </a:cubicBezTo>
                  <a:cubicBezTo>
                    <a:pt x="2559" y="772"/>
                    <a:pt x="2045" y="700"/>
                    <a:pt x="1515" y="700"/>
                  </a:cubicBezTo>
                  <a:cubicBezTo>
                    <a:pt x="1016" y="700"/>
                    <a:pt x="501" y="772"/>
                    <a:pt x="0" y="915"/>
                  </a:cubicBezTo>
                  <a:cubicBezTo>
                    <a:pt x="1058" y="1529"/>
                    <a:pt x="2230" y="1915"/>
                    <a:pt x="3288" y="2516"/>
                  </a:cubicBezTo>
                  <a:cubicBezTo>
                    <a:pt x="4360" y="3116"/>
                    <a:pt x="5346" y="3987"/>
                    <a:pt x="5675" y="5159"/>
                  </a:cubicBezTo>
                  <a:cubicBezTo>
                    <a:pt x="5346" y="5117"/>
                    <a:pt x="4989" y="5060"/>
                    <a:pt x="4660" y="5003"/>
                  </a:cubicBezTo>
                  <a:lnTo>
                    <a:pt x="4660" y="5003"/>
                  </a:lnTo>
                  <a:cubicBezTo>
                    <a:pt x="4903" y="5731"/>
                    <a:pt x="5146" y="6446"/>
                    <a:pt x="5389" y="7160"/>
                  </a:cubicBezTo>
                  <a:cubicBezTo>
                    <a:pt x="4488" y="6760"/>
                    <a:pt x="3545" y="6461"/>
                    <a:pt x="2573" y="6274"/>
                  </a:cubicBezTo>
                  <a:lnTo>
                    <a:pt x="2573" y="6274"/>
                  </a:lnTo>
                  <a:cubicBezTo>
                    <a:pt x="2802" y="7118"/>
                    <a:pt x="2674" y="7989"/>
                    <a:pt x="2473" y="8862"/>
                  </a:cubicBezTo>
                  <a:cubicBezTo>
                    <a:pt x="2616" y="9019"/>
                    <a:pt x="2687" y="9119"/>
                    <a:pt x="2687" y="9119"/>
                  </a:cubicBezTo>
                  <a:cubicBezTo>
                    <a:pt x="2687" y="9119"/>
                    <a:pt x="3488" y="7847"/>
                    <a:pt x="3488" y="7132"/>
                  </a:cubicBezTo>
                  <a:cubicBezTo>
                    <a:pt x="3488" y="7132"/>
                    <a:pt x="5546" y="7675"/>
                    <a:pt x="6175" y="8132"/>
                  </a:cubicBezTo>
                  <a:cubicBezTo>
                    <a:pt x="6175" y="8132"/>
                    <a:pt x="6133" y="7032"/>
                    <a:pt x="5704" y="6146"/>
                  </a:cubicBezTo>
                  <a:lnTo>
                    <a:pt x="5704" y="6146"/>
                  </a:lnTo>
                  <a:cubicBezTo>
                    <a:pt x="5704" y="6146"/>
                    <a:pt x="7562" y="6461"/>
                    <a:pt x="7962" y="6832"/>
                  </a:cubicBezTo>
                  <a:cubicBezTo>
                    <a:pt x="7962" y="6832"/>
                    <a:pt x="7804" y="5374"/>
                    <a:pt x="7390" y="4574"/>
                  </a:cubicBezTo>
                  <a:lnTo>
                    <a:pt x="7390" y="4545"/>
                  </a:lnTo>
                  <a:cubicBezTo>
                    <a:pt x="7390" y="4445"/>
                    <a:pt x="7733" y="4416"/>
                    <a:pt x="8191" y="4416"/>
                  </a:cubicBezTo>
                  <a:cubicBezTo>
                    <a:pt x="8791" y="4416"/>
                    <a:pt x="9563" y="4460"/>
                    <a:pt x="10049" y="4502"/>
                  </a:cubicBezTo>
                  <a:cubicBezTo>
                    <a:pt x="10091" y="4460"/>
                    <a:pt x="10163" y="4374"/>
                    <a:pt x="10263" y="4245"/>
                  </a:cubicBezTo>
                  <a:cubicBezTo>
                    <a:pt x="9620" y="3488"/>
                    <a:pt x="7719" y="1458"/>
                    <a:pt x="4774"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62"/>
            <p:cNvSpPr/>
            <p:nvPr/>
          </p:nvSpPr>
          <p:spPr>
            <a:xfrm>
              <a:off x="6411400" y="1017600"/>
              <a:ext cx="178225" cy="84600"/>
            </a:xfrm>
            <a:custGeom>
              <a:avLst/>
              <a:gdLst/>
              <a:ahLst/>
              <a:cxnLst/>
              <a:rect l="l" t="t" r="r" b="b"/>
              <a:pathLst>
                <a:path w="7129" h="3384" extrusionOk="0">
                  <a:moveTo>
                    <a:pt x="0" y="1"/>
                  </a:moveTo>
                  <a:lnTo>
                    <a:pt x="0" y="1"/>
                  </a:lnTo>
                  <a:cubicBezTo>
                    <a:pt x="329" y="29"/>
                    <a:pt x="657" y="87"/>
                    <a:pt x="987" y="144"/>
                  </a:cubicBezTo>
                  <a:cubicBezTo>
                    <a:pt x="657" y="73"/>
                    <a:pt x="329" y="29"/>
                    <a:pt x="0" y="1"/>
                  </a:cubicBezTo>
                  <a:close/>
                  <a:moveTo>
                    <a:pt x="987" y="144"/>
                  </a:moveTo>
                  <a:lnTo>
                    <a:pt x="987" y="144"/>
                  </a:lnTo>
                  <a:cubicBezTo>
                    <a:pt x="1315" y="216"/>
                    <a:pt x="1644" y="302"/>
                    <a:pt x="1972" y="387"/>
                  </a:cubicBezTo>
                  <a:cubicBezTo>
                    <a:pt x="2616" y="573"/>
                    <a:pt x="3245" y="801"/>
                    <a:pt x="3859" y="1087"/>
                  </a:cubicBezTo>
                  <a:cubicBezTo>
                    <a:pt x="4459" y="1373"/>
                    <a:pt x="5060" y="1702"/>
                    <a:pt x="5603" y="2088"/>
                  </a:cubicBezTo>
                  <a:cubicBezTo>
                    <a:pt x="5875" y="2274"/>
                    <a:pt x="6146" y="2488"/>
                    <a:pt x="6403" y="2703"/>
                  </a:cubicBezTo>
                  <a:cubicBezTo>
                    <a:pt x="6659" y="2915"/>
                    <a:pt x="6901" y="3142"/>
                    <a:pt x="7128" y="3384"/>
                  </a:cubicBezTo>
                  <a:lnTo>
                    <a:pt x="7128" y="3384"/>
                  </a:lnTo>
                  <a:cubicBezTo>
                    <a:pt x="6901" y="3142"/>
                    <a:pt x="6659" y="2915"/>
                    <a:pt x="6418" y="2688"/>
                  </a:cubicBezTo>
                  <a:cubicBezTo>
                    <a:pt x="6161" y="2474"/>
                    <a:pt x="5889" y="2274"/>
                    <a:pt x="5618" y="2074"/>
                  </a:cubicBezTo>
                  <a:cubicBezTo>
                    <a:pt x="5060" y="1687"/>
                    <a:pt x="4474" y="1359"/>
                    <a:pt x="3859" y="1073"/>
                  </a:cubicBezTo>
                  <a:cubicBezTo>
                    <a:pt x="3259" y="787"/>
                    <a:pt x="2616" y="559"/>
                    <a:pt x="1972" y="372"/>
                  </a:cubicBezTo>
                  <a:cubicBezTo>
                    <a:pt x="1644" y="287"/>
                    <a:pt x="1330" y="201"/>
                    <a:pt x="987" y="144"/>
                  </a:cubicBezTo>
                  <a:close/>
                </a:path>
              </a:pathLst>
            </a:custGeom>
            <a:solidFill>
              <a:srgbClr val="3A1B1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62"/>
            <p:cNvSpPr/>
            <p:nvPr/>
          </p:nvSpPr>
          <p:spPr>
            <a:xfrm>
              <a:off x="6703350" y="1144400"/>
              <a:ext cx="170450" cy="146800"/>
            </a:xfrm>
            <a:custGeom>
              <a:avLst/>
              <a:gdLst/>
              <a:ahLst/>
              <a:cxnLst/>
              <a:rect l="l" t="t" r="r" b="b"/>
              <a:pathLst>
                <a:path w="6818" h="5872" extrusionOk="0">
                  <a:moveTo>
                    <a:pt x="3180" y="1"/>
                  </a:moveTo>
                  <a:cubicBezTo>
                    <a:pt x="2688" y="1"/>
                    <a:pt x="2143" y="69"/>
                    <a:pt x="1544" y="232"/>
                  </a:cubicBezTo>
                  <a:cubicBezTo>
                    <a:pt x="1544" y="232"/>
                    <a:pt x="1014" y="646"/>
                    <a:pt x="614" y="1290"/>
                  </a:cubicBezTo>
                  <a:cubicBezTo>
                    <a:pt x="458" y="1561"/>
                    <a:pt x="315" y="1875"/>
                    <a:pt x="243" y="2218"/>
                  </a:cubicBezTo>
                  <a:cubicBezTo>
                    <a:pt x="0" y="3390"/>
                    <a:pt x="2173" y="4120"/>
                    <a:pt x="3345" y="4835"/>
                  </a:cubicBezTo>
                  <a:cubicBezTo>
                    <a:pt x="4157" y="5310"/>
                    <a:pt x="4958" y="5872"/>
                    <a:pt x="5624" y="5872"/>
                  </a:cubicBezTo>
                  <a:cubicBezTo>
                    <a:pt x="5720" y="5872"/>
                    <a:pt x="5813" y="5860"/>
                    <a:pt x="5903" y="5835"/>
                  </a:cubicBezTo>
                  <a:cubicBezTo>
                    <a:pt x="6103" y="5778"/>
                    <a:pt x="6289" y="5664"/>
                    <a:pt x="6461" y="5449"/>
                  </a:cubicBezTo>
                  <a:cubicBezTo>
                    <a:pt x="6760" y="5063"/>
                    <a:pt x="6818" y="4663"/>
                    <a:pt x="6718" y="4320"/>
                  </a:cubicBezTo>
                  <a:cubicBezTo>
                    <a:pt x="6675" y="4149"/>
                    <a:pt x="6575" y="3991"/>
                    <a:pt x="6461" y="3848"/>
                  </a:cubicBezTo>
                  <a:cubicBezTo>
                    <a:pt x="6217" y="3577"/>
                    <a:pt x="5874" y="3348"/>
                    <a:pt x="5489" y="3234"/>
                  </a:cubicBezTo>
                  <a:cubicBezTo>
                    <a:pt x="5489" y="3234"/>
                    <a:pt x="5946" y="2619"/>
                    <a:pt x="6760" y="1662"/>
                  </a:cubicBezTo>
                  <a:cubicBezTo>
                    <a:pt x="6760" y="1662"/>
                    <a:pt x="5614" y="1"/>
                    <a:pt x="318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62"/>
            <p:cNvSpPr/>
            <p:nvPr/>
          </p:nvSpPr>
          <p:spPr>
            <a:xfrm>
              <a:off x="6840550" y="1240150"/>
              <a:ext cx="66125" cy="61225"/>
            </a:xfrm>
            <a:custGeom>
              <a:avLst/>
              <a:gdLst/>
              <a:ahLst/>
              <a:cxnLst/>
              <a:rect l="l" t="t" r="r" b="b"/>
              <a:pathLst>
                <a:path w="2645" h="2449" extrusionOk="0">
                  <a:moveTo>
                    <a:pt x="1246" y="1"/>
                  </a:moveTo>
                  <a:cubicBezTo>
                    <a:pt x="1160" y="1"/>
                    <a:pt x="1069" y="6"/>
                    <a:pt x="973" y="18"/>
                  </a:cubicBezTo>
                  <a:cubicBezTo>
                    <a:pt x="830" y="46"/>
                    <a:pt x="658" y="75"/>
                    <a:pt x="487" y="132"/>
                  </a:cubicBezTo>
                  <a:cubicBezTo>
                    <a:pt x="472" y="132"/>
                    <a:pt x="458" y="147"/>
                    <a:pt x="430" y="147"/>
                  </a:cubicBezTo>
                  <a:lnTo>
                    <a:pt x="1" y="1462"/>
                  </a:lnTo>
                  <a:cubicBezTo>
                    <a:pt x="1" y="1462"/>
                    <a:pt x="144" y="1748"/>
                    <a:pt x="415" y="2005"/>
                  </a:cubicBezTo>
                  <a:cubicBezTo>
                    <a:pt x="664" y="2240"/>
                    <a:pt x="1007" y="2449"/>
                    <a:pt x="1443" y="2449"/>
                  </a:cubicBezTo>
                  <a:cubicBezTo>
                    <a:pt x="1457" y="2449"/>
                    <a:pt x="1472" y="2448"/>
                    <a:pt x="1487" y="2448"/>
                  </a:cubicBezTo>
                  <a:cubicBezTo>
                    <a:pt x="1644" y="2434"/>
                    <a:pt x="1816" y="2405"/>
                    <a:pt x="2002" y="2320"/>
                  </a:cubicBezTo>
                  <a:cubicBezTo>
                    <a:pt x="2030" y="2305"/>
                    <a:pt x="2073" y="2291"/>
                    <a:pt x="2116" y="2276"/>
                  </a:cubicBezTo>
                  <a:cubicBezTo>
                    <a:pt x="2459" y="2091"/>
                    <a:pt x="2645" y="1476"/>
                    <a:pt x="2516" y="933"/>
                  </a:cubicBezTo>
                  <a:cubicBezTo>
                    <a:pt x="2388" y="433"/>
                    <a:pt x="2006" y="1"/>
                    <a:pt x="124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62"/>
            <p:cNvSpPr/>
            <p:nvPr/>
          </p:nvSpPr>
          <p:spPr>
            <a:xfrm>
              <a:off x="6876625" y="1263200"/>
              <a:ext cx="71375" cy="61050"/>
            </a:xfrm>
            <a:custGeom>
              <a:avLst/>
              <a:gdLst/>
              <a:ahLst/>
              <a:cxnLst/>
              <a:rect l="l" t="t" r="r" b="b"/>
              <a:pathLst>
                <a:path w="2855" h="2442" extrusionOk="0">
                  <a:moveTo>
                    <a:pt x="1276" y="1"/>
                  </a:moveTo>
                  <a:cubicBezTo>
                    <a:pt x="1211" y="1"/>
                    <a:pt x="1144" y="4"/>
                    <a:pt x="1073" y="11"/>
                  </a:cubicBezTo>
                  <a:cubicBezTo>
                    <a:pt x="902" y="26"/>
                    <a:pt x="716" y="54"/>
                    <a:pt x="515" y="111"/>
                  </a:cubicBezTo>
                  <a:cubicBezTo>
                    <a:pt x="487" y="125"/>
                    <a:pt x="458" y="140"/>
                    <a:pt x="430" y="140"/>
                  </a:cubicBezTo>
                  <a:lnTo>
                    <a:pt x="1" y="1455"/>
                  </a:lnTo>
                  <a:cubicBezTo>
                    <a:pt x="1" y="1455"/>
                    <a:pt x="16" y="1483"/>
                    <a:pt x="44" y="1526"/>
                  </a:cubicBezTo>
                  <a:cubicBezTo>
                    <a:pt x="73" y="1583"/>
                    <a:pt x="130" y="1669"/>
                    <a:pt x="216" y="1783"/>
                  </a:cubicBezTo>
                  <a:cubicBezTo>
                    <a:pt x="446" y="2066"/>
                    <a:pt x="861" y="2441"/>
                    <a:pt x="1432" y="2441"/>
                  </a:cubicBezTo>
                  <a:cubicBezTo>
                    <a:pt x="1640" y="2441"/>
                    <a:pt x="1868" y="2391"/>
                    <a:pt x="2116" y="2269"/>
                  </a:cubicBezTo>
                  <a:cubicBezTo>
                    <a:pt x="2775" y="1939"/>
                    <a:pt x="2854" y="1"/>
                    <a:pt x="127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62"/>
            <p:cNvSpPr/>
            <p:nvPr/>
          </p:nvSpPr>
          <p:spPr>
            <a:xfrm>
              <a:off x="6718700" y="1144400"/>
              <a:ext cx="229300" cy="179850"/>
            </a:xfrm>
            <a:custGeom>
              <a:avLst/>
              <a:gdLst/>
              <a:ahLst/>
              <a:cxnLst/>
              <a:rect l="l" t="t" r="r" b="b"/>
              <a:pathLst>
                <a:path w="9172" h="7194" extrusionOk="0">
                  <a:moveTo>
                    <a:pt x="2566" y="1"/>
                  </a:moveTo>
                  <a:cubicBezTo>
                    <a:pt x="2074" y="1"/>
                    <a:pt x="1529" y="69"/>
                    <a:pt x="930" y="232"/>
                  </a:cubicBezTo>
                  <a:cubicBezTo>
                    <a:pt x="930" y="232"/>
                    <a:pt x="400" y="646"/>
                    <a:pt x="0" y="1290"/>
                  </a:cubicBezTo>
                  <a:cubicBezTo>
                    <a:pt x="658" y="1161"/>
                    <a:pt x="1387" y="846"/>
                    <a:pt x="1715" y="690"/>
                  </a:cubicBezTo>
                  <a:lnTo>
                    <a:pt x="1715" y="690"/>
                  </a:lnTo>
                  <a:cubicBezTo>
                    <a:pt x="1658" y="1347"/>
                    <a:pt x="1601" y="2018"/>
                    <a:pt x="1559" y="2676"/>
                  </a:cubicBezTo>
                  <a:cubicBezTo>
                    <a:pt x="2401" y="2419"/>
                    <a:pt x="3231" y="2161"/>
                    <a:pt x="4074" y="1890"/>
                  </a:cubicBezTo>
                  <a:lnTo>
                    <a:pt x="4074" y="1890"/>
                  </a:lnTo>
                  <a:cubicBezTo>
                    <a:pt x="4017" y="2348"/>
                    <a:pt x="3960" y="2790"/>
                    <a:pt x="3888" y="3248"/>
                  </a:cubicBezTo>
                  <a:cubicBezTo>
                    <a:pt x="4389" y="3491"/>
                    <a:pt x="4875" y="3720"/>
                    <a:pt x="5361" y="3962"/>
                  </a:cubicBezTo>
                  <a:cubicBezTo>
                    <a:pt x="5532" y="4048"/>
                    <a:pt x="5704" y="4120"/>
                    <a:pt x="5860" y="4206"/>
                  </a:cubicBezTo>
                  <a:cubicBezTo>
                    <a:pt x="5946" y="4248"/>
                    <a:pt x="6018" y="4277"/>
                    <a:pt x="6104" y="4320"/>
                  </a:cubicBezTo>
                  <a:cubicBezTo>
                    <a:pt x="6375" y="4477"/>
                    <a:pt x="6647" y="4648"/>
                    <a:pt x="6832" y="4863"/>
                  </a:cubicBezTo>
                  <a:cubicBezTo>
                    <a:pt x="6947" y="5006"/>
                    <a:pt x="7033" y="5149"/>
                    <a:pt x="7076" y="5321"/>
                  </a:cubicBezTo>
                  <a:cubicBezTo>
                    <a:pt x="7118" y="5549"/>
                    <a:pt x="7090" y="5792"/>
                    <a:pt x="6975" y="5992"/>
                  </a:cubicBezTo>
                  <a:cubicBezTo>
                    <a:pt x="6947" y="6049"/>
                    <a:pt x="6904" y="6106"/>
                    <a:pt x="6876" y="6150"/>
                  </a:cubicBezTo>
                  <a:lnTo>
                    <a:pt x="6533" y="6535"/>
                  </a:lnTo>
                  <a:cubicBezTo>
                    <a:pt x="6763" y="6818"/>
                    <a:pt x="7178" y="7193"/>
                    <a:pt x="7749" y="7193"/>
                  </a:cubicBezTo>
                  <a:cubicBezTo>
                    <a:pt x="7957" y="7193"/>
                    <a:pt x="8185" y="7143"/>
                    <a:pt x="8433" y="7021"/>
                  </a:cubicBezTo>
                  <a:cubicBezTo>
                    <a:pt x="9092" y="6691"/>
                    <a:pt x="9171" y="4753"/>
                    <a:pt x="7593" y="4753"/>
                  </a:cubicBezTo>
                  <a:cubicBezTo>
                    <a:pt x="7528" y="4753"/>
                    <a:pt x="7461" y="4756"/>
                    <a:pt x="7390" y="4763"/>
                  </a:cubicBezTo>
                  <a:cubicBezTo>
                    <a:pt x="7262" y="4263"/>
                    <a:pt x="6880" y="3831"/>
                    <a:pt x="6120" y="3831"/>
                  </a:cubicBezTo>
                  <a:cubicBezTo>
                    <a:pt x="6034" y="3831"/>
                    <a:pt x="5943" y="3836"/>
                    <a:pt x="5847" y="3848"/>
                  </a:cubicBezTo>
                  <a:cubicBezTo>
                    <a:pt x="5603" y="3577"/>
                    <a:pt x="5260" y="3348"/>
                    <a:pt x="4875" y="3234"/>
                  </a:cubicBezTo>
                  <a:cubicBezTo>
                    <a:pt x="4875" y="3234"/>
                    <a:pt x="5332" y="2619"/>
                    <a:pt x="6146" y="1662"/>
                  </a:cubicBezTo>
                  <a:cubicBezTo>
                    <a:pt x="6146" y="1662"/>
                    <a:pt x="5000" y="1"/>
                    <a:pt x="2566"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62"/>
            <p:cNvSpPr/>
            <p:nvPr/>
          </p:nvSpPr>
          <p:spPr>
            <a:xfrm>
              <a:off x="6659750" y="951800"/>
              <a:ext cx="459825" cy="272750"/>
            </a:xfrm>
            <a:custGeom>
              <a:avLst/>
              <a:gdLst/>
              <a:ahLst/>
              <a:cxnLst/>
              <a:rect l="l" t="t" r="r" b="b"/>
              <a:pathLst>
                <a:path w="18393" h="10910" extrusionOk="0">
                  <a:moveTo>
                    <a:pt x="13667" y="1"/>
                  </a:moveTo>
                  <a:cubicBezTo>
                    <a:pt x="12653" y="1"/>
                    <a:pt x="11460" y="126"/>
                    <a:pt x="10091" y="374"/>
                  </a:cubicBezTo>
                  <a:cubicBezTo>
                    <a:pt x="9962" y="389"/>
                    <a:pt x="9819" y="418"/>
                    <a:pt x="9676" y="446"/>
                  </a:cubicBezTo>
                  <a:cubicBezTo>
                    <a:pt x="3559" y="1632"/>
                    <a:pt x="0" y="6335"/>
                    <a:pt x="0" y="6335"/>
                  </a:cubicBezTo>
                  <a:lnTo>
                    <a:pt x="2087" y="6349"/>
                  </a:lnTo>
                  <a:lnTo>
                    <a:pt x="3116" y="6364"/>
                  </a:lnTo>
                  <a:cubicBezTo>
                    <a:pt x="2844" y="6650"/>
                    <a:pt x="2701" y="7136"/>
                    <a:pt x="2630" y="7565"/>
                  </a:cubicBezTo>
                  <a:cubicBezTo>
                    <a:pt x="2545" y="8121"/>
                    <a:pt x="2545" y="8622"/>
                    <a:pt x="2545" y="8622"/>
                  </a:cubicBezTo>
                  <a:lnTo>
                    <a:pt x="2545" y="8622"/>
                  </a:lnTo>
                  <a:cubicBezTo>
                    <a:pt x="2945" y="8251"/>
                    <a:pt x="4803" y="7936"/>
                    <a:pt x="4803" y="7936"/>
                  </a:cubicBezTo>
                  <a:lnTo>
                    <a:pt x="4803" y="7936"/>
                  </a:lnTo>
                  <a:cubicBezTo>
                    <a:pt x="4388" y="8822"/>
                    <a:pt x="4346" y="9922"/>
                    <a:pt x="4346" y="9922"/>
                  </a:cubicBezTo>
                  <a:cubicBezTo>
                    <a:pt x="4517" y="9794"/>
                    <a:pt x="4803" y="9665"/>
                    <a:pt x="5131" y="9522"/>
                  </a:cubicBezTo>
                  <a:cubicBezTo>
                    <a:pt x="5960" y="9194"/>
                    <a:pt x="7033" y="8922"/>
                    <a:pt x="7033" y="8922"/>
                  </a:cubicBezTo>
                  <a:cubicBezTo>
                    <a:pt x="7033" y="9637"/>
                    <a:pt x="7818" y="10909"/>
                    <a:pt x="7818" y="10909"/>
                  </a:cubicBezTo>
                  <a:cubicBezTo>
                    <a:pt x="7818" y="10909"/>
                    <a:pt x="8876" y="9465"/>
                    <a:pt x="10349" y="9008"/>
                  </a:cubicBezTo>
                  <a:cubicBezTo>
                    <a:pt x="11807" y="8537"/>
                    <a:pt x="17152" y="7778"/>
                    <a:pt x="17867" y="4091"/>
                  </a:cubicBezTo>
                  <a:cubicBezTo>
                    <a:pt x="18392" y="1334"/>
                    <a:pt x="16975" y="1"/>
                    <a:pt x="136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62"/>
            <p:cNvSpPr/>
            <p:nvPr/>
          </p:nvSpPr>
          <p:spPr>
            <a:xfrm>
              <a:off x="6788025" y="953650"/>
              <a:ext cx="320900" cy="270900"/>
            </a:xfrm>
            <a:custGeom>
              <a:avLst/>
              <a:gdLst/>
              <a:ahLst/>
              <a:cxnLst/>
              <a:rect l="l" t="t" r="r" b="b"/>
              <a:pathLst>
                <a:path w="12836" h="10836" extrusionOk="0">
                  <a:moveTo>
                    <a:pt x="9834" y="1"/>
                  </a:moveTo>
                  <a:cubicBezTo>
                    <a:pt x="9291" y="372"/>
                    <a:pt x="8677" y="643"/>
                    <a:pt x="8004" y="801"/>
                  </a:cubicBezTo>
                  <a:cubicBezTo>
                    <a:pt x="8376" y="916"/>
                    <a:pt x="8719" y="1072"/>
                    <a:pt x="9048" y="1272"/>
                  </a:cubicBezTo>
                  <a:cubicBezTo>
                    <a:pt x="9863" y="1787"/>
                    <a:pt x="10506" y="2659"/>
                    <a:pt x="10506" y="3616"/>
                  </a:cubicBezTo>
                  <a:cubicBezTo>
                    <a:pt x="10491" y="5217"/>
                    <a:pt x="9077" y="5947"/>
                    <a:pt x="7919" y="6690"/>
                  </a:cubicBezTo>
                  <a:cubicBezTo>
                    <a:pt x="6775" y="7433"/>
                    <a:pt x="5603" y="8005"/>
                    <a:pt x="4417" y="8676"/>
                  </a:cubicBezTo>
                  <a:cubicBezTo>
                    <a:pt x="4059" y="8891"/>
                    <a:pt x="3716" y="9105"/>
                    <a:pt x="3331" y="9248"/>
                  </a:cubicBezTo>
                  <a:cubicBezTo>
                    <a:pt x="3288" y="9263"/>
                    <a:pt x="3259" y="9277"/>
                    <a:pt x="3217" y="9277"/>
                  </a:cubicBezTo>
                  <a:cubicBezTo>
                    <a:pt x="3202" y="9277"/>
                    <a:pt x="3188" y="9263"/>
                    <a:pt x="3173" y="9263"/>
                  </a:cubicBezTo>
                  <a:cubicBezTo>
                    <a:pt x="3116" y="9234"/>
                    <a:pt x="3087" y="9177"/>
                    <a:pt x="3059" y="9120"/>
                  </a:cubicBezTo>
                  <a:cubicBezTo>
                    <a:pt x="2887" y="8676"/>
                    <a:pt x="2731" y="8047"/>
                    <a:pt x="2416" y="7704"/>
                  </a:cubicBezTo>
                  <a:cubicBezTo>
                    <a:pt x="1644" y="8177"/>
                    <a:pt x="715" y="8806"/>
                    <a:pt x="0" y="9448"/>
                  </a:cubicBezTo>
                  <a:cubicBezTo>
                    <a:pt x="829" y="9120"/>
                    <a:pt x="1902" y="8848"/>
                    <a:pt x="1902" y="8848"/>
                  </a:cubicBezTo>
                  <a:cubicBezTo>
                    <a:pt x="1902" y="9563"/>
                    <a:pt x="2687" y="10835"/>
                    <a:pt x="2687" y="10835"/>
                  </a:cubicBezTo>
                  <a:cubicBezTo>
                    <a:pt x="2687" y="10835"/>
                    <a:pt x="3745" y="9391"/>
                    <a:pt x="5218" y="8934"/>
                  </a:cubicBezTo>
                  <a:cubicBezTo>
                    <a:pt x="6676" y="8463"/>
                    <a:pt x="12021" y="7704"/>
                    <a:pt x="12736" y="4017"/>
                  </a:cubicBezTo>
                  <a:cubicBezTo>
                    <a:pt x="12807" y="3645"/>
                    <a:pt x="12836" y="3288"/>
                    <a:pt x="12836" y="2974"/>
                  </a:cubicBezTo>
                  <a:cubicBezTo>
                    <a:pt x="12836" y="1259"/>
                    <a:pt x="11835" y="272"/>
                    <a:pt x="9834"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62"/>
            <p:cNvSpPr/>
            <p:nvPr/>
          </p:nvSpPr>
          <p:spPr>
            <a:xfrm>
              <a:off x="6742075" y="1017600"/>
              <a:ext cx="178550" cy="84575"/>
            </a:xfrm>
            <a:custGeom>
              <a:avLst/>
              <a:gdLst/>
              <a:ahLst/>
              <a:cxnLst/>
              <a:rect l="l" t="t" r="r" b="b"/>
              <a:pathLst>
                <a:path w="7142" h="3383" extrusionOk="0">
                  <a:moveTo>
                    <a:pt x="7141" y="1"/>
                  </a:moveTo>
                  <a:cubicBezTo>
                    <a:pt x="6798" y="29"/>
                    <a:pt x="6469" y="73"/>
                    <a:pt x="6141" y="144"/>
                  </a:cubicBezTo>
                  <a:cubicBezTo>
                    <a:pt x="6469" y="87"/>
                    <a:pt x="6798" y="29"/>
                    <a:pt x="7141" y="1"/>
                  </a:cubicBezTo>
                  <a:close/>
                  <a:moveTo>
                    <a:pt x="6141" y="144"/>
                  </a:moveTo>
                  <a:cubicBezTo>
                    <a:pt x="5812" y="201"/>
                    <a:pt x="5484" y="287"/>
                    <a:pt x="5154" y="372"/>
                  </a:cubicBezTo>
                  <a:cubicBezTo>
                    <a:pt x="4512" y="559"/>
                    <a:pt x="3883" y="787"/>
                    <a:pt x="3267" y="1073"/>
                  </a:cubicBezTo>
                  <a:cubicBezTo>
                    <a:pt x="2653" y="1359"/>
                    <a:pt x="2067" y="1687"/>
                    <a:pt x="1524" y="2074"/>
                  </a:cubicBezTo>
                  <a:cubicBezTo>
                    <a:pt x="1238" y="2274"/>
                    <a:pt x="981" y="2474"/>
                    <a:pt x="723" y="2688"/>
                  </a:cubicBezTo>
                  <a:cubicBezTo>
                    <a:pt x="468" y="2915"/>
                    <a:pt x="228" y="3141"/>
                    <a:pt x="1" y="3382"/>
                  </a:cubicBezTo>
                  <a:lnTo>
                    <a:pt x="1" y="3382"/>
                  </a:lnTo>
                  <a:cubicBezTo>
                    <a:pt x="228" y="3141"/>
                    <a:pt x="468" y="2915"/>
                    <a:pt x="723" y="2703"/>
                  </a:cubicBezTo>
                  <a:cubicBezTo>
                    <a:pt x="981" y="2488"/>
                    <a:pt x="1253" y="2274"/>
                    <a:pt x="1524" y="2088"/>
                  </a:cubicBezTo>
                  <a:cubicBezTo>
                    <a:pt x="2082" y="1702"/>
                    <a:pt x="2667" y="1373"/>
                    <a:pt x="3267" y="1087"/>
                  </a:cubicBezTo>
                  <a:cubicBezTo>
                    <a:pt x="3883" y="801"/>
                    <a:pt x="4512" y="573"/>
                    <a:pt x="5154" y="387"/>
                  </a:cubicBezTo>
                  <a:cubicBezTo>
                    <a:pt x="5484" y="302"/>
                    <a:pt x="5812" y="216"/>
                    <a:pt x="6141" y="144"/>
                  </a:cubicBezTo>
                  <a:close/>
                </a:path>
              </a:pathLst>
            </a:custGeom>
            <a:solidFill>
              <a:srgbClr val="3A1B1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62"/>
            <p:cNvSpPr/>
            <p:nvPr/>
          </p:nvSpPr>
          <p:spPr>
            <a:xfrm>
              <a:off x="6711925" y="1016550"/>
              <a:ext cx="197600" cy="124375"/>
            </a:xfrm>
            <a:custGeom>
              <a:avLst/>
              <a:gdLst/>
              <a:ahLst/>
              <a:cxnLst/>
              <a:rect l="l" t="t" r="r" b="b"/>
              <a:pathLst>
                <a:path w="7904" h="4975" extrusionOk="0">
                  <a:moveTo>
                    <a:pt x="7347" y="186"/>
                  </a:moveTo>
                  <a:lnTo>
                    <a:pt x="7347" y="186"/>
                  </a:lnTo>
                  <a:cubicBezTo>
                    <a:pt x="7018" y="258"/>
                    <a:pt x="6690" y="344"/>
                    <a:pt x="6360" y="429"/>
                  </a:cubicBezTo>
                  <a:cubicBezTo>
                    <a:pt x="5718" y="615"/>
                    <a:pt x="5089" y="843"/>
                    <a:pt x="4473" y="1129"/>
                  </a:cubicBezTo>
                  <a:cubicBezTo>
                    <a:pt x="3873" y="1415"/>
                    <a:pt x="3288" y="1744"/>
                    <a:pt x="2730" y="2130"/>
                  </a:cubicBezTo>
                  <a:cubicBezTo>
                    <a:pt x="2459" y="2316"/>
                    <a:pt x="2187" y="2530"/>
                    <a:pt x="1929" y="2745"/>
                  </a:cubicBezTo>
                  <a:cubicBezTo>
                    <a:pt x="1674" y="2957"/>
                    <a:pt x="1434" y="3183"/>
                    <a:pt x="1207" y="3424"/>
                  </a:cubicBezTo>
                  <a:lnTo>
                    <a:pt x="1207" y="3424"/>
                  </a:lnTo>
                  <a:cubicBezTo>
                    <a:pt x="1434" y="3183"/>
                    <a:pt x="1674" y="2957"/>
                    <a:pt x="1929" y="2730"/>
                  </a:cubicBezTo>
                  <a:cubicBezTo>
                    <a:pt x="2187" y="2516"/>
                    <a:pt x="2444" y="2316"/>
                    <a:pt x="2730" y="2116"/>
                  </a:cubicBezTo>
                  <a:cubicBezTo>
                    <a:pt x="3273" y="1729"/>
                    <a:pt x="3859" y="1401"/>
                    <a:pt x="4473" y="1115"/>
                  </a:cubicBezTo>
                  <a:cubicBezTo>
                    <a:pt x="5089" y="829"/>
                    <a:pt x="5718" y="601"/>
                    <a:pt x="6360" y="414"/>
                  </a:cubicBezTo>
                  <a:cubicBezTo>
                    <a:pt x="6690" y="329"/>
                    <a:pt x="7018" y="243"/>
                    <a:pt x="7347" y="186"/>
                  </a:cubicBezTo>
                  <a:close/>
                  <a:moveTo>
                    <a:pt x="7904" y="0"/>
                  </a:moveTo>
                  <a:lnTo>
                    <a:pt x="7904" y="0"/>
                  </a:lnTo>
                  <a:cubicBezTo>
                    <a:pt x="5445" y="271"/>
                    <a:pt x="2916" y="972"/>
                    <a:pt x="1157" y="2701"/>
                  </a:cubicBezTo>
                  <a:cubicBezTo>
                    <a:pt x="801" y="3044"/>
                    <a:pt x="386" y="3402"/>
                    <a:pt x="0" y="3759"/>
                  </a:cubicBezTo>
                  <a:lnTo>
                    <a:pt x="1029" y="3774"/>
                  </a:lnTo>
                  <a:cubicBezTo>
                    <a:pt x="757" y="4060"/>
                    <a:pt x="614" y="4546"/>
                    <a:pt x="543" y="4975"/>
                  </a:cubicBezTo>
                  <a:lnTo>
                    <a:pt x="543" y="4975"/>
                  </a:lnTo>
                  <a:cubicBezTo>
                    <a:pt x="1458" y="4117"/>
                    <a:pt x="2187" y="3044"/>
                    <a:pt x="3202" y="2316"/>
                  </a:cubicBezTo>
                  <a:cubicBezTo>
                    <a:pt x="3759" y="1916"/>
                    <a:pt x="4374" y="1630"/>
                    <a:pt x="5003" y="1344"/>
                  </a:cubicBezTo>
                  <a:lnTo>
                    <a:pt x="7576" y="143"/>
                  </a:lnTo>
                  <a:lnTo>
                    <a:pt x="7576" y="143"/>
                  </a:lnTo>
                  <a:cubicBezTo>
                    <a:pt x="7551" y="148"/>
                    <a:pt x="7525" y="153"/>
                    <a:pt x="7498" y="158"/>
                  </a:cubicBezTo>
                  <a:lnTo>
                    <a:pt x="7498" y="158"/>
                  </a:lnTo>
                  <a:cubicBezTo>
                    <a:pt x="7534" y="150"/>
                    <a:pt x="7569" y="140"/>
                    <a:pt x="7604" y="129"/>
                  </a:cubicBezTo>
                  <a:lnTo>
                    <a:pt x="7904" y="0"/>
                  </a:ln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62"/>
            <p:cNvSpPr/>
            <p:nvPr/>
          </p:nvSpPr>
          <p:spPr>
            <a:xfrm>
              <a:off x="6742075" y="1019750"/>
              <a:ext cx="159975" cy="82425"/>
            </a:xfrm>
            <a:custGeom>
              <a:avLst/>
              <a:gdLst/>
              <a:ahLst/>
              <a:cxnLst/>
              <a:rect l="l" t="t" r="r" b="b"/>
              <a:pathLst>
                <a:path w="6399" h="3297" extrusionOk="0">
                  <a:moveTo>
                    <a:pt x="6398" y="1"/>
                  </a:moveTo>
                  <a:cubicBezTo>
                    <a:pt x="6363" y="12"/>
                    <a:pt x="6328" y="22"/>
                    <a:pt x="6292" y="30"/>
                  </a:cubicBezTo>
                  <a:lnTo>
                    <a:pt x="6292" y="30"/>
                  </a:lnTo>
                  <a:cubicBezTo>
                    <a:pt x="6319" y="25"/>
                    <a:pt x="6345" y="20"/>
                    <a:pt x="6370" y="15"/>
                  </a:cubicBezTo>
                  <a:cubicBezTo>
                    <a:pt x="6383" y="15"/>
                    <a:pt x="6383" y="15"/>
                    <a:pt x="6398" y="1"/>
                  </a:cubicBezTo>
                  <a:close/>
                  <a:moveTo>
                    <a:pt x="6292" y="30"/>
                  </a:moveTo>
                  <a:cubicBezTo>
                    <a:pt x="6241" y="39"/>
                    <a:pt x="6188" y="49"/>
                    <a:pt x="6141" y="58"/>
                  </a:cubicBezTo>
                  <a:cubicBezTo>
                    <a:pt x="6191" y="50"/>
                    <a:pt x="6242" y="41"/>
                    <a:pt x="6292" y="30"/>
                  </a:cubicBezTo>
                  <a:close/>
                  <a:moveTo>
                    <a:pt x="6141" y="58"/>
                  </a:moveTo>
                  <a:cubicBezTo>
                    <a:pt x="5812" y="115"/>
                    <a:pt x="5484" y="201"/>
                    <a:pt x="5154" y="286"/>
                  </a:cubicBezTo>
                  <a:cubicBezTo>
                    <a:pt x="4512" y="473"/>
                    <a:pt x="3883" y="701"/>
                    <a:pt x="3267" y="987"/>
                  </a:cubicBezTo>
                  <a:cubicBezTo>
                    <a:pt x="2653" y="1273"/>
                    <a:pt x="2067" y="1601"/>
                    <a:pt x="1524" y="1988"/>
                  </a:cubicBezTo>
                  <a:cubicBezTo>
                    <a:pt x="1238" y="2188"/>
                    <a:pt x="981" y="2388"/>
                    <a:pt x="723" y="2602"/>
                  </a:cubicBezTo>
                  <a:cubicBezTo>
                    <a:pt x="468" y="2829"/>
                    <a:pt x="228" y="3055"/>
                    <a:pt x="1" y="3296"/>
                  </a:cubicBezTo>
                  <a:lnTo>
                    <a:pt x="1" y="3296"/>
                  </a:lnTo>
                  <a:cubicBezTo>
                    <a:pt x="228" y="3055"/>
                    <a:pt x="468" y="2829"/>
                    <a:pt x="723" y="2617"/>
                  </a:cubicBezTo>
                  <a:cubicBezTo>
                    <a:pt x="981" y="2402"/>
                    <a:pt x="1253" y="2188"/>
                    <a:pt x="1524" y="2002"/>
                  </a:cubicBezTo>
                  <a:cubicBezTo>
                    <a:pt x="2082" y="1616"/>
                    <a:pt x="2667" y="1287"/>
                    <a:pt x="3267" y="1001"/>
                  </a:cubicBezTo>
                  <a:cubicBezTo>
                    <a:pt x="3883" y="715"/>
                    <a:pt x="4512" y="487"/>
                    <a:pt x="5154" y="301"/>
                  </a:cubicBezTo>
                  <a:cubicBezTo>
                    <a:pt x="5484" y="216"/>
                    <a:pt x="5812" y="130"/>
                    <a:pt x="6141" y="58"/>
                  </a:cubicBezTo>
                  <a:close/>
                </a:path>
              </a:pathLst>
            </a:custGeom>
            <a:solidFill>
              <a:srgbClr val="31161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62"/>
            <p:cNvSpPr/>
            <p:nvPr/>
          </p:nvSpPr>
          <p:spPr>
            <a:xfrm>
              <a:off x="6667950" y="805575"/>
              <a:ext cx="190850" cy="157450"/>
            </a:xfrm>
            <a:custGeom>
              <a:avLst/>
              <a:gdLst/>
              <a:ahLst/>
              <a:cxnLst/>
              <a:rect l="l" t="t" r="r" b="b"/>
              <a:pathLst>
                <a:path w="7634" h="6298" extrusionOk="0">
                  <a:moveTo>
                    <a:pt x="3105" y="1"/>
                  </a:moveTo>
                  <a:cubicBezTo>
                    <a:pt x="2942" y="1"/>
                    <a:pt x="2751" y="35"/>
                    <a:pt x="2588" y="92"/>
                  </a:cubicBezTo>
                  <a:cubicBezTo>
                    <a:pt x="2402" y="163"/>
                    <a:pt x="2259" y="264"/>
                    <a:pt x="2230" y="378"/>
                  </a:cubicBezTo>
                  <a:cubicBezTo>
                    <a:pt x="2173" y="678"/>
                    <a:pt x="2802" y="1722"/>
                    <a:pt x="2716" y="1792"/>
                  </a:cubicBezTo>
                  <a:cubicBezTo>
                    <a:pt x="2699" y="1809"/>
                    <a:pt x="2652" y="1817"/>
                    <a:pt x="2584" y="1817"/>
                  </a:cubicBezTo>
                  <a:cubicBezTo>
                    <a:pt x="2308" y="1817"/>
                    <a:pt x="1686" y="1693"/>
                    <a:pt x="1330" y="1579"/>
                  </a:cubicBezTo>
                  <a:cubicBezTo>
                    <a:pt x="1127" y="1517"/>
                    <a:pt x="884" y="1440"/>
                    <a:pt x="671" y="1440"/>
                  </a:cubicBezTo>
                  <a:cubicBezTo>
                    <a:pt x="435" y="1440"/>
                    <a:pt x="233" y="1534"/>
                    <a:pt x="158" y="1850"/>
                  </a:cubicBezTo>
                  <a:cubicBezTo>
                    <a:pt x="1" y="2450"/>
                    <a:pt x="187" y="2636"/>
                    <a:pt x="559" y="2793"/>
                  </a:cubicBezTo>
                  <a:cubicBezTo>
                    <a:pt x="930" y="2965"/>
                    <a:pt x="2345" y="3265"/>
                    <a:pt x="2345" y="3265"/>
                  </a:cubicBezTo>
                  <a:lnTo>
                    <a:pt x="2259" y="3408"/>
                  </a:lnTo>
                  <a:cubicBezTo>
                    <a:pt x="2259" y="3408"/>
                    <a:pt x="1414" y="3376"/>
                    <a:pt x="796" y="3376"/>
                  </a:cubicBezTo>
                  <a:cubicBezTo>
                    <a:pt x="487" y="3376"/>
                    <a:pt x="234" y="3384"/>
                    <a:pt x="172" y="3408"/>
                  </a:cubicBezTo>
                  <a:cubicBezTo>
                    <a:pt x="1" y="3479"/>
                    <a:pt x="29" y="4451"/>
                    <a:pt x="172" y="4637"/>
                  </a:cubicBezTo>
                  <a:cubicBezTo>
                    <a:pt x="330" y="4838"/>
                    <a:pt x="2230" y="4809"/>
                    <a:pt x="2287" y="4895"/>
                  </a:cubicBezTo>
                  <a:cubicBezTo>
                    <a:pt x="2345" y="4966"/>
                    <a:pt x="2287" y="5181"/>
                    <a:pt x="2145" y="5181"/>
                  </a:cubicBezTo>
                  <a:cubicBezTo>
                    <a:pt x="2016" y="5181"/>
                    <a:pt x="444" y="5181"/>
                    <a:pt x="330" y="5323"/>
                  </a:cubicBezTo>
                  <a:cubicBezTo>
                    <a:pt x="229" y="5452"/>
                    <a:pt x="358" y="5952"/>
                    <a:pt x="444" y="6109"/>
                  </a:cubicBezTo>
                  <a:cubicBezTo>
                    <a:pt x="507" y="6249"/>
                    <a:pt x="1353" y="6298"/>
                    <a:pt x="2013" y="6298"/>
                  </a:cubicBezTo>
                  <a:cubicBezTo>
                    <a:pt x="2099" y="6298"/>
                    <a:pt x="2181" y="6297"/>
                    <a:pt x="2259" y="6295"/>
                  </a:cubicBezTo>
                  <a:cubicBezTo>
                    <a:pt x="2445" y="6281"/>
                    <a:pt x="3259" y="6281"/>
                    <a:pt x="4174" y="6267"/>
                  </a:cubicBezTo>
                  <a:cubicBezTo>
                    <a:pt x="4904" y="6252"/>
                    <a:pt x="5704" y="6223"/>
                    <a:pt x="6304" y="6166"/>
                  </a:cubicBezTo>
                  <a:cubicBezTo>
                    <a:pt x="7633" y="6052"/>
                    <a:pt x="6461" y="2007"/>
                    <a:pt x="6461" y="2007"/>
                  </a:cubicBezTo>
                  <a:cubicBezTo>
                    <a:pt x="6461" y="2007"/>
                    <a:pt x="4660" y="1850"/>
                    <a:pt x="4374" y="1607"/>
                  </a:cubicBezTo>
                  <a:cubicBezTo>
                    <a:pt x="4103" y="1364"/>
                    <a:pt x="3646" y="220"/>
                    <a:pt x="3402" y="64"/>
                  </a:cubicBezTo>
                  <a:cubicBezTo>
                    <a:pt x="3335" y="20"/>
                    <a:pt x="3228" y="1"/>
                    <a:pt x="310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62"/>
            <p:cNvSpPr/>
            <p:nvPr/>
          </p:nvSpPr>
          <p:spPr>
            <a:xfrm>
              <a:off x="6732650" y="805575"/>
              <a:ext cx="126150" cy="156675"/>
            </a:xfrm>
            <a:custGeom>
              <a:avLst/>
              <a:gdLst/>
              <a:ahLst/>
              <a:cxnLst/>
              <a:rect l="l" t="t" r="r" b="b"/>
              <a:pathLst>
                <a:path w="5046" h="6267" extrusionOk="0">
                  <a:moveTo>
                    <a:pt x="517" y="1"/>
                  </a:moveTo>
                  <a:cubicBezTo>
                    <a:pt x="354" y="1"/>
                    <a:pt x="163" y="35"/>
                    <a:pt x="0" y="92"/>
                  </a:cubicBezTo>
                  <a:cubicBezTo>
                    <a:pt x="872" y="578"/>
                    <a:pt x="671" y="2221"/>
                    <a:pt x="1630" y="2479"/>
                  </a:cubicBezTo>
                  <a:cubicBezTo>
                    <a:pt x="1603" y="2474"/>
                    <a:pt x="1577" y="2472"/>
                    <a:pt x="1552" y="2472"/>
                  </a:cubicBezTo>
                  <a:cubicBezTo>
                    <a:pt x="1162" y="2472"/>
                    <a:pt x="879" y="2961"/>
                    <a:pt x="986" y="3351"/>
                  </a:cubicBezTo>
                  <a:cubicBezTo>
                    <a:pt x="1100" y="3765"/>
                    <a:pt x="1487" y="4051"/>
                    <a:pt x="1858" y="4266"/>
                  </a:cubicBezTo>
                  <a:cubicBezTo>
                    <a:pt x="1715" y="4623"/>
                    <a:pt x="1043" y="4565"/>
                    <a:pt x="972" y="4952"/>
                  </a:cubicBezTo>
                  <a:cubicBezTo>
                    <a:pt x="957" y="5038"/>
                    <a:pt x="972" y="5137"/>
                    <a:pt x="1014" y="5223"/>
                  </a:cubicBezTo>
                  <a:cubicBezTo>
                    <a:pt x="1144" y="5609"/>
                    <a:pt x="1329" y="5952"/>
                    <a:pt x="1586" y="6267"/>
                  </a:cubicBezTo>
                  <a:cubicBezTo>
                    <a:pt x="2316" y="6252"/>
                    <a:pt x="3116" y="6223"/>
                    <a:pt x="3716" y="6166"/>
                  </a:cubicBezTo>
                  <a:cubicBezTo>
                    <a:pt x="5045" y="6052"/>
                    <a:pt x="3873" y="2007"/>
                    <a:pt x="3873" y="2007"/>
                  </a:cubicBezTo>
                  <a:cubicBezTo>
                    <a:pt x="3873" y="2007"/>
                    <a:pt x="2072" y="1850"/>
                    <a:pt x="1786" y="1607"/>
                  </a:cubicBezTo>
                  <a:cubicBezTo>
                    <a:pt x="1515" y="1364"/>
                    <a:pt x="1058" y="220"/>
                    <a:pt x="814" y="64"/>
                  </a:cubicBezTo>
                  <a:cubicBezTo>
                    <a:pt x="747" y="20"/>
                    <a:pt x="640" y="1"/>
                    <a:pt x="517"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62"/>
            <p:cNvSpPr/>
            <p:nvPr/>
          </p:nvSpPr>
          <p:spPr>
            <a:xfrm>
              <a:off x="6731225" y="813200"/>
              <a:ext cx="18225" cy="22200"/>
            </a:xfrm>
            <a:custGeom>
              <a:avLst/>
              <a:gdLst/>
              <a:ahLst/>
              <a:cxnLst/>
              <a:rect l="l" t="t" r="r" b="b"/>
              <a:pathLst>
                <a:path w="729" h="888" extrusionOk="0">
                  <a:moveTo>
                    <a:pt x="300" y="1"/>
                  </a:moveTo>
                  <a:cubicBezTo>
                    <a:pt x="271" y="1"/>
                    <a:pt x="242" y="16"/>
                    <a:pt x="214" y="30"/>
                  </a:cubicBezTo>
                  <a:cubicBezTo>
                    <a:pt x="157" y="44"/>
                    <a:pt x="86" y="73"/>
                    <a:pt x="42" y="144"/>
                  </a:cubicBezTo>
                  <a:cubicBezTo>
                    <a:pt x="29" y="172"/>
                    <a:pt x="29" y="216"/>
                    <a:pt x="29" y="244"/>
                  </a:cubicBezTo>
                  <a:cubicBezTo>
                    <a:pt x="0" y="458"/>
                    <a:pt x="71" y="673"/>
                    <a:pt x="200" y="830"/>
                  </a:cubicBezTo>
                  <a:cubicBezTo>
                    <a:pt x="214" y="859"/>
                    <a:pt x="229" y="873"/>
                    <a:pt x="257" y="887"/>
                  </a:cubicBezTo>
                  <a:lnTo>
                    <a:pt x="357" y="887"/>
                  </a:lnTo>
                  <a:cubicBezTo>
                    <a:pt x="486" y="859"/>
                    <a:pt x="614" y="830"/>
                    <a:pt x="728" y="773"/>
                  </a:cubicBezTo>
                  <a:cubicBezTo>
                    <a:pt x="629" y="487"/>
                    <a:pt x="500" y="201"/>
                    <a:pt x="300"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62"/>
            <p:cNvSpPr/>
            <p:nvPr/>
          </p:nvSpPr>
          <p:spPr>
            <a:xfrm>
              <a:off x="6738700" y="811450"/>
              <a:ext cx="16125" cy="21075"/>
            </a:xfrm>
            <a:custGeom>
              <a:avLst/>
              <a:gdLst/>
              <a:ahLst/>
              <a:cxnLst/>
              <a:rect l="l" t="t" r="r" b="b"/>
              <a:pathLst>
                <a:path w="645" h="843" extrusionOk="0">
                  <a:moveTo>
                    <a:pt x="301" y="0"/>
                  </a:moveTo>
                  <a:cubicBezTo>
                    <a:pt x="286" y="0"/>
                    <a:pt x="273" y="0"/>
                    <a:pt x="258" y="14"/>
                  </a:cubicBezTo>
                  <a:cubicBezTo>
                    <a:pt x="172" y="14"/>
                    <a:pt x="86" y="42"/>
                    <a:pt x="1" y="71"/>
                  </a:cubicBezTo>
                  <a:cubicBezTo>
                    <a:pt x="201" y="271"/>
                    <a:pt x="330" y="557"/>
                    <a:pt x="429" y="843"/>
                  </a:cubicBezTo>
                  <a:cubicBezTo>
                    <a:pt x="458" y="843"/>
                    <a:pt x="473" y="829"/>
                    <a:pt x="501" y="829"/>
                  </a:cubicBezTo>
                  <a:cubicBezTo>
                    <a:pt x="530" y="814"/>
                    <a:pt x="572" y="800"/>
                    <a:pt x="587" y="772"/>
                  </a:cubicBezTo>
                  <a:cubicBezTo>
                    <a:pt x="644" y="728"/>
                    <a:pt x="644" y="643"/>
                    <a:pt x="644" y="572"/>
                  </a:cubicBezTo>
                  <a:cubicBezTo>
                    <a:pt x="616" y="357"/>
                    <a:pt x="559" y="0"/>
                    <a:pt x="301"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62"/>
            <p:cNvSpPr/>
            <p:nvPr/>
          </p:nvSpPr>
          <p:spPr>
            <a:xfrm>
              <a:off x="6681525" y="846800"/>
              <a:ext cx="18600" cy="26125"/>
            </a:xfrm>
            <a:custGeom>
              <a:avLst/>
              <a:gdLst/>
              <a:ahLst/>
              <a:cxnLst/>
              <a:rect l="l" t="t" r="r" b="b"/>
              <a:pathLst>
                <a:path w="744" h="1045" extrusionOk="0">
                  <a:moveTo>
                    <a:pt x="244" y="1"/>
                  </a:moveTo>
                  <a:cubicBezTo>
                    <a:pt x="172" y="1"/>
                    <a:pt x="101" y="29"/>
                    <a:pt x="29" y="58"/>
                  </a:cubicBezTo>
                  <a:cubicBezTo>
                    <a:pt x="44" y="101"/>
                    <a:pt x="73" y="143"/>
                    <a:pt x="73" y="201"/>
                  </a:cubicBezTo>
                  <a:cubicBezTo>
                    <a:pt x="172" y="572"/>
                    <a:pt x="130" y="787"/>
                    <a:pt x="1" y="944"/>
                  </a:cubicBezTo>
                  <a:cubicBezTo>
                    <a:pt x="58" y="959"/>
                    <a:pt x="130" y="987"/>
                    <a:pt x="187" y="1016"/>
                  </a:cubicBezTo>
                  <a:cubicBezTo>
                    <a:pt x="244" y="1030"/>
                    <a:pt x="301" y="1044"/>
                    <a:pt x="359" y="1044"/>
                  </a:cubicBezTo>
                  <a:lnTo>
                    <a:pt x="416" y="1044"/>
                  </a:lnTo>
                  <a:cubicBezTo>
                    <a:pt x="487" y="1016"/>
                    <a:pt x="544" y="972"/>
                    <a:pt x="572" y="915"/>
                  </a:cubicBezTo>
                  <a:cubicBezTo>
                    <a:pt x="601" y="844"/>
                    <a:pt x="630" y="787"/>
                    <a:pt x="644" y="715"/>
                  </a:cubicBezTo>
                  <a:lnTo>
                    <a:pt x="687" y="544"/>
                  </a:lnTo>
                  <a:cubicBezTo>
                    <a:pt x="715" y="444"/>
                    <a:pt x="744" y="330"/>
                    <a:pt x="687" y="229"/>
                  </a:cubicBezTo>
                  <a:cubicBezTo>
                    <a:pt x="658" y="158"/>
                    <a:pt x="587" y="101"/>
                    <a:pt x="515" y="73"/>
                  </a:cubicBezTo>
                  <a:cubicBezTo>
                    <a:pt x="429" y="29"/>
                    <a:pt x="330" y="1"/>
                    <a:pt x="244"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62"/>
            <p:cNvSpPr/>
            <p:nvPr/>
          </p:nvSpPr>
          <p:spPr>
            <a:xfrm>
              <a:off x="6684400" y="895050"/>
              <a:ext cx="12150" cy="22900"/>
            </a:xfrm>
            <a:custGeom>
              <a:avLst/>
              <a:gdLst/>
              <a:ahLst/>
              <a:cxnLst/>
              <a:rect l="l" t="t" r="r" b="b"/>
              <a:pathLst>
                <a:path w="486" h="916" extrusionOk="0">
                  <a:moveTo>
                    <a:pt x="186" y="1"/>
                  </a:moveTo>
                  <a:cubicBezTo>
                    <a:pt x="129" y="1"/>
                    <a:pt x="86" y="14"/>
                    <a:pt x="29" y="14"/>
                  </a:cubicBezTo>
                  <a:cubicBezTo>
                    <a:pt x="72" y="258"/>
                    <a:pt x="72" y="672"/>
                    <a:pt x="0" y="915"/>
                  </a:cubicBezTo>
                  <a:cubicBezTo>
                    <a:pt x="86" y="915"/>
                    <a:pt x="158" y="915"/>
                    <a:pt x="229" y="901"/>
                  </a:cubicBezTo>
                  <a:cubicBezTo>
                    <a:pt x="301" y="901"/>
                    <a:pt x="387" y="901"/>
                    <a:pt x="415" y="843"/>
                  </a:cubicBezTo>
                  <a:cubicBezTo>
                    <a:pt x="429" y="815"/>
                    <a:pt x="444" y="773"/>
                    <a:pt x="444" y="729"/>
                  </a:cubicBezTo>
                  <a:cubicBezTo>
                    <a:pt x="429" y="558"/>
                    <a:pt x="486" y="258"/>
                    <a:pt x="387" y="100"/>
                  </a:cubicBezTo>
                  <a:cubicBezTo>
                    <a:pt x="358" y="29"/>
                    <a:pt x="272" y="1"/>
                    <a:pt x="186"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62"/>
            <p:cNvSpPr/>
            <p:nvPr/>
          </p:nvSpPr>
          <p:spPr>
            <a:xfrm>
              <a:off x="6682625" y="939375"/>
              <a:ext cx="15025" cy="16450"/>
            </a:xfrm>
            <a:custGeom>
              <a:avLst/>
              <a:gdLst/>
              <a:ahLst/>
              <a:cxnLst/>
              <a:rect l="l" t="t" r="r" b="b"/>
              <a:pathLst>
                <a:path w="601" h="658" extrusionOk="0">
                  <a:moveTo>
                    <a:pt x="343" y="0"/>
                  </a:moveTo>
                  <a:cubicBezTo>
                    <a:pt x="300" y="0"/>
                    <a:pt x="257" y="14"/>
                    <a:pt x="200" y="29"/>
                  </a:cubicBezTo>
                  <a:cubicBezTo>
                    <a:pt x="157" y="29"/>
                    <a:pt x="128" y="42"/>
                    <a:pt x="100" y="71"/>
                  </a:cubicBezTo>
                  <a:cubicBezTo>
                    <a:pt x="71" y="100"/>
                    <a:pt x="57" y="128"/>
                    <a:pt x="42" y="172"/>
                  </a:cubicBezTo>
                  <a:cubicBezTo>
                    <a:pt x="0" y="315"/>
                    <a:pt x="14" y="471"/>
                    <a:pt x="86" y="614"/>
                  </a:cubicBezTo>
                  <a:cubicBezTo>
                    <a:pt x="86" y="629"/>
                    <a:pt x="86" y="643"/>
                    <a:pt x="100" y="658"/>
                  </a:cubicBezTo>
                  <a:lnTo>
                    <a:pt x="357" y="658"/>
                  </a:lnTo>
                  <a:cubicBezTo>
                    <a:pt x="385" y="658"/>
                    <a:pt x="429" y="658"/>
                    <a:pt x="458" y="643"/>
                  </a:cubicBezTo>
                  <a:cubicBezTo>
                    <a:pt x="600" y="572"/>
                    <a:pt x="557" y="328"/>
                    <a:pt x="528" y="200"/>
                  </a:cubicBezTo>
                  <a:cubicBezTo>
                    <a:pt x="500" y="57"/>
                    <a:pt x="443" y="0"/>
                    <a:pt x="343" y="0"/>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62"/>
            <p:cNvSpPr/>
            <p:nvPr/>
          </p:nvSpPr>
          <p:spPr>
            <a:xfrm>
              <a:off x="6777300" y="590900"/>
              <a:ext cx="365600" cy="404950"/>
            </a:xfrm>
            <a:custGeom>
              <a:avLst/>
              <a:gdLst/>
              <a:ahLst/>
              <a:cxnLst/>
              <a:rect l="l" t="t" r="r" b="b"/>
              <a:pathLst>
                <a:path w="14624" h="16198" extrusionOk="0">
                  <a:moveTo>
                    <a:pt x="3458" y="1"/>
                  </a:moveTo>
                  <a:cubicBezTo>
                    <a:pt x="3412" y="1"/>
                    <a:pt x="3388" y="2"/>
                    <a:pt x="3388" y="2"/>
                  </a:cubicBezTo>
                  <a:cubicBezTo>
                    <a:pt x="3402" y="117"/>
                    <a:pt x="3431" y="246"/>
                    <a:pt x="3474" y="389"/>
                  </a:cubicBezTo>
                  <a:cubicBezTo>
                    <a:pt x="3932" y="2032"/>
                    <a:pt x="5289" y="5091"/>
                    <a:pt x="5918" y="6234"/>
                  </a:cubicBezTo>
                  <a:cubicBezTo>
                    <a:pt x="6133" y="6621"/>
                    <a:pt x="6333" y="7092"/>
                    <a:pt x="6504" y="7549"/>
                  </a:cubicBezTo>
                  <a:cubicBezTo>
                    <a:pt x="6890" y="8607"/>
                    <a:pt x="6247" y="9751"/>
                    <a:pt x="5146" y="9979"/>
                  </a:cubicBezTo>
                  <a:cubicBezTo>
                    <a:pt x="4932" y="10023"/>
                    <a:pt x="4703" y="10065"/>
                    <a:pt x="4460" y="10108"/>
                  </a:cubicBezTo>
                  <a:cubicBezTo>
                    <a:pt x="4106" y="10168"/>
                    <a:pt x="3731" y="10192"/>
                    <a:pt x="3357" y="10192"/>
                  </a:cubicBezTo>
                  <a:cubicBezTo>
                    <a:pt x="1860" y="10192"/>
                    <a:pt x="387" y="9808"/>
                    <a:pt x="387" y="9808"/>
                  </a:cubicBezTo>
                  <a:lnTo>
                    <a:pt x="387" y="9808"/>
                  </a:lnTo>
                  <a:cubicBezTo>
                    <a:pt x="629" y="10537"/>
                    <a:pt x="1515" y="11023"/>
                    <a:pt x="1515" y="11023"/>
                  </a:cubicBezTo>
                  <a:cubicBezTo>
                    <a:pt x="887" y="11637"/>
                    <a:pt x="0" y="11752"/>
                    <a:pt x="0" y="11752"/>
                  </a:cubicBezTo>
                  <a:cubicBezTo>
                    <a:pt x="486" y="12424"/>
                    <a:pt x="1515" y="12724"/>
                    <a:pt x="1515" y="12724"/>
                  </a:cubicBezTo>
                  <a:cubicBezTo>
                    <a:pt x="458" y="13339"/>
                    <a:pt x="0" y="13696"/>
                    <a:pt x="0" y="13696"/>
                  </a:cubicBezTo>
                  <a:cubicBezTo>
                    <a:pt x="658" y="14124"/>
                    <a:pt x="1788" y="14368"/>
                    <a:pt x="1788" y="14368"/>
                  </a:cubicBezTo>
                  <a:cubicBezTo>
                    <a:pt x="858" y="14911"/>
                    <a:pt x="715" y="15954"/>
                    <a:pt x="701" y="16154"/>
                  </a:cubicBezTo>
                  <a:lnTo>
                    <a:pt x="701" y="16197"/>
                  </a:lnTo>
                  <a:cubicBezTo>
                    <a:pt x="701" y="16197"/>
                    <a:pt x="2760" y="15525"/>
                    <a:pt x="7162" y="15468"/>
                  </a:cubicBezTo>
                  <a:cubicBezTo>
                    <a:pt x="11578" y="15411"/>
                    <a:pt x="14623" y="10594"/>
                    <a:pt x="10949" y="5177"/>
                  </a:cubicBezTo>
                  <a:cubicBezTo>
                    <a:pt x="7563" y="195"/>
                    <a:pt x="3994" y="1"/>
                    <a:pt x="345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62"/>
            <p:cNvSpPr/>
            <p:nvPr/>
          </p:nvSpPr>
          <p:spPr>
            <a:xfrm>
              <a:off x="6794825" y="590950"/>
              <a:ext cx="296950" cy="404900"/>
            </a:xfrm>
            <a:custGeom>
              <a:avLst/>
              <a:gdLst/>
              <a:ahLst/>
              <a:cxnLst/>
              <a:rect l="l" t="t" r="r" b="b"/>
              <a:pathLst>
                <a:path w="11878" h="16196" extrusionOk="0">
                  <a:moveTo>
                    <a:pt x="2687" y="0"/>
                  </a:moveTo>
                  <a:cubicBezTo>
                    <a:pt x="2701" y="115"/>
                    <a:pt x="2730" y="244"/>
                    <a:pt x="2773" y="387"/>
                  </a:cubicBezTo>
                  <a:cubicBezTo>
                    <a:pt x="3159" y="572"/>
                    <a:pt x="3545" y="730"/>
                    <a:pt x="3888" y="930"/>
                  </a:cubicBezTo>
                  <a:cubicBezTo>
                    <a:pt x="5918" y="2188"/>
                    <a:pt x="7532" y="4103"/>
                    <a:pt x="8418" y="6318"/>
                  </a:cubicBezTo>
                  <a:cubicBezTo>
                    <a:pt x="8819" y="7347"/>
                    <a:pt x="9076" y="8477"/>
                    <a:pt x="8919" y="9577"/>
                  </a:cubicBezTo>
                  <a:cubicBezTo>
                    <a:pt x="8590" y="11950"/>
                    <a:pt x="6404" y="13722"/>
                    <a:pt x="4073" y="14294"/>
                  </a:cubicBezTo>
                  <a:cubicBezTo>
                    <a:pt x="3316" y="14480"/>
                    <a:pt x="2530" y="14566"/>
                    <a:pt x="1830" y="14866"/>
                  </a:cubicBezTo>
                  <a:cubicBezTo>
                    <a:pt x="1129" y="15151"/>
                    <a:pt x="543" y="15637"/>
                    <a:pt x="0" y="16152"/>
                  </a:cubicBezTo>
                  <a:lnTo>
                    <a:pt x="0" y="16195"/>
                  </a:lnTo>
                  <a:cubicBezTo>
                    <a:pt x="0" y="16195"/>
                    <a:pt x="2059" y="15523"/>
                    <a:pt x="6461" y="15466"/>
                  </a:cubicBezTo>
                  <a:cubicBezTo>
                    <a:pt x="9491" y="15424"/>
                    <a:pt x="11877" y="13137"/>
                    <a:pt x="11877" y="9949"/>
                  </a:cubicBezTo>
                  <a:cubicBezTo>
                    <a:pt x="11877" y="8506"/>
                    <a:pt x="11392" y="6876"/>
                    <a:pt x="10248" y="5175"/>
                  </a:cubicBezTo>
                  <a:cubicBezTo>
                    <a:pt x="6861" y="200"/>
                    <a:pt x="3301" y="0"/>
                    <a:pt x="2745"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62"/>
            <p:cNvSpPr/>
            <p:nvPr/>
          </p:nvSpPr>
          <p:spPr>
            <a:xfrm>
              <a:off x="6496425" y="805575"/>
              <a:ext cx="190850" cy="157450"/>
            </a:xfrm>
            <a:custGeom>
              <a:avLst/>
              <a:gdLst/>
              <a:ahLst/>
              <a:cxnLst/>
              <a:rect l="l" t="t" r="r" b="b"/>
              <a:pathLst>
                <a:path w="7634" h="6298" extrusionOk="0">
                  <a:moveTo>
                    <a:pt x="4518" y="0"/>
                  </a:moveTo>
                  <a:cubicBezTo>
                    <a:pt x="4397" y="0"/>
                    <a:pt x="4294" y="20"/>
                    <a:pt x="4232" y="64"/>
                  </a:cubicBezTo>
                  <a:cubicBezTo>
                    <a:pt x="4018" y="206"/>
                    <a:pt x="3618" y="1164"/>
                    <a:pt x="3332" y="1521"/>
                  </a:cubicBezTo>
                  <a:cubicBezTo>
                    <a:pt x="3303" y="1564"/>
                    <a:pt x="3274" y="1579"/>
                    <a:pt x="3260" y="1607"/>
                  </a:cubicBezTo>
                  <a:cubicBezTo>
                    <a:pt x="2974" y="1850"/>
                    <a:pt x="1173" y="2007"/>
                    <a:pt x="1173" y="2007"/>
                  </a:cubicBezTo>
                  <a:cubicBezTo>
                    <a:pt x="1173" y="2007"/>
                    <a:pt x="1" y="6052"/>
                    <a:pt x="1331" y="6166"/>
                  </a:cubicBezTo>
                  <a:cubicBezTo>
                    <a:pt x="1830" y="6210"/>
                    <a:pt x="2459" y="6238"/>
                    <a:pt x="3074" y="6252"/>
                  </a:cubicBezTo>
                  <a:cubicBezTo>
                    <a:pt x="4146" y="6281"/>
                    <a:pt x="5175" y="6281"/>
                    <a:pt x="5375" y="6295"/>
                  </a:cubicBezTo>
                  <a:cubicBezTo>
                    <a:pt x="5454" y="6297"/>
                    <a:pt x="5538" y="6298"/>
                    <a:pt x="5625" y="6298"/>
                  </a:cubicBezTo>
                  <a:cubicBezTo>
                    <a:pt x="6292" y="6298"/>
                    <a:pt x="7127" y="6249"/>
                    <a:pt x="7191" y="6109"/>
                  </a:cubicBezTo>
                  <a:cubicBezTo>
                    <a:pt x="7277" y="5952"/>
                    <a:pt x="7405" y="5452"/>
                    <a:pt x="7305" y="5323"/>
                  </a:cubicBezTo>
                  <a:cubicBezTo>
                    <a:pt x="7191" y="5181"/>
                    <a:pt x="5619" y="5181"/>
                    <a:pt x="5489" y="5181"/>
                  </a:cubicBezTo>
                  <a:cubicBezTo>
                    <a:pt x="5346" y="5181"/>
                    <a:pt x="5289" y="4966"/>
                    <a:pt x="5346" y="4895"/>
                  </a:cubicBezTo>
                  <a:cubicBezTo>
                    <a:pt x="5404" y="4809"/>
                    <a:pt x="7305" y="4838"/>
                    <a:pt x="7462" y="4637"/>
                  </a:cubicBezTo>
                  <a:cubicBezTo>
                    <a:pt x="7605" y="4451"/>
                    <a:pt x="7633" y="3479"/>
                    <a:pt x="7462" y="3408"/>
                  </a:cubicBezTo>
                  <a:cubicBezTo>
                    <a:pt x="7400" y="3384"/>
                    <a:pt x="7148" y="3376"/>
                    <a:pt x="6838" y="3376"/>
                  </a:cubicBezTo>
                  <a:cubicBezTo>
                    <a:pt x="6220" y="3376"/>
                    <a:pt x="5375" y="3408"/>
                    <a:pt x="5375" y="3408"/>
                  </a:cubicBezTo>
                  <a:lnTo>
                    <a:pt x="5289" y="3265"/>
                  </a:lnTo>
                  <a:cubicBezTo>
                    <a:pt x="5289" y="3265"/>
                    <a:pt x="6705" y="2965"/>
                    <a:pt x="7077" y="2793"/>
                  </a:cubicBezTo>
                  <a:cubicBezTo>
                    <a:pt x="7448" y="2636"/>
                    <a:pt x="7633" y="2450"/>
                    <a:pt x="7477" y="1850"/>
                  </a:cubicBezTo>
                  <a:cubicBezTo>
                    <a:pt x="7402" y="1534"/>
                    <a:pt x="7201" y="1440"/>
                    <a:pt x="6964" y="1440"/>
                  </a:cubicBezTo>
                  <a:cubicBezTo>
                    <a:pt x="6751" y="1440"/>
                    <a:pt x="6508" y="1517"/>
                    <a:pt x="6305" y="1579"/>
                  </a:cubicBezTo>
                  <a:cubicBezTo>
                    <a:pt x="5949" y="1693"/>
                    <a:pt x="5326" y="1817"/>
                    <a:pt x="5050" y="1817"/>
                  </a:cubicBezTo>
                  <a:cubicBezTo>
                    <a:pt x="4982" y="1817"/>
                    <a:pt x="4935" y="1809"/>
                    <a:pt x="4918" y="1792"/>
                  </a:cubicBezTo>
                  <a:cubicBezTo>
                    <a:pt x="4832" y="1722"/>
                    <a:pt x="5461" y="678"/>
                    <a:pt x="5404" y="378"/>
                  </a:cubicBezTo>
                  <a:cubicBezTo>
                    <a:pt x="5361" y="165"/>
                    <a:pt x="4868" y="0"/>
                    <a:pt x="451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62"/>
            <p:cNvSpPr/>
            <p:nvPr/>
          </p:nvSpPr>
          <p:spPr>
            <a:xfrm>
              <a:off x="6496425" y="843600"/>
              <a:ext cx="102600" cy="118275"/>
            </a:xfrm>
            <a:custGeom>
              <a:avLst/>
              <a:gdLst/>
              <a:ahLst/>
              <a:cxnLst/>
              <a:rect l="l" t="t" r="r" b="b"/>
              <a:pathLst>
                <a:path w="4104" h="4731" extrusionOk="0">
                  <a:moveTo>
                    <a:pt x="3332" y="0"/>
                  </a:moveTo>
                  <a:cubicBezTo>
                    <a:pt x="3303" y="43"/>
                    <a:pt x="3274" y="58"/>
                    <a:pt x="3260" y="86"/>
                  </a:cubicBezTo>
                  <a:cubicBezTo>
                    <a:pt x="2974" y="329"/>
                    <a:pt x="1173" y="486"/>
                    <a:pt x="1173" y="486"/>
                  </a:cubicBezTo>
                  <a:cubicBezTo>
                    <a:pt x="1173" y="486"/>
                    <a:pt x="1" y="4531"/>
                    <a:pt x="1331" y="4645"/>
                  </a:cubicBezTo>
                  <a:cubicBezTo>
                    <a:pt x="1830" y="4689"/>
                    <a:pt x="2459" y="4717"/>
                    <a:pt x="3074" y="4731"/>
                  </a:cubicBezTo>
                  <a:cubicBezTo>
                    <a:pt x="3288" y="4489"/>
                    <a:pt x="3503" y="4245"/>
                    <a:pt x="3717" y="4016"/>
                  </a:cubicBezTo>
                  <a:cubicBezTo>
                    <a:pt x="3818" y="3902"/>
                    <a:pt x="3903" y="3802"/>
                    <a:pt x="3946" y="3673"/>
                  </a:cubicBezTo>
                  <a:cubicBezTo>
                    <a:pt x="4103" y="3202"/>
                    <a:pt x="3560" y="2816"/>
                    <a:pt x="3103" y="2630"/>
                  </a:cubicBezTo>
                  <a:cubicBezTo>
                    <a:pt x="3475" y="2415"/>
                    <a:pt x="3789" y="2116"/>
                    <a:pt x="4046" y="1773"/>
                  </a:cubicBezTo>
                  <a:cubicBezTo>
                    <a:pt x="3760" y="1386"/>
                    <a:pt x="3360" y="1100"/>
                    <a:pt x="2917" y="944"/>
                  </a:cubicBezTo>
                  <a:cubicBezTo>
                    <a:pt x="3059" y="614"/>
                    <a:pt x="3217" y="300"/>
                    <a:pt x="333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62"/>
            <p:cNvSpPr/>
            <p:nvPr/>
          </p:nvSpPr>
          <p:spPr>
            <a:xfrm>
              <a:off x="6600425" y="811450"/>
              <a:ext cx="23625" cy="23950"/>
            </a:xfrm>
            <a:custGeom>
              <a:avLst/>
              <a:gdLst/>
              <a:ahLst/>
              <a:cxnLst/>
              <a:rect l="l" t="t" r="r" b="b"/>
              <a:pathLst>
                <a:path w="945" h="958" extrusionOk="0">
                  <a:moveTo>
                    <a:pt x="344" y="0"/>
                  </a:moveTo>
                  <a:cubicBezTo>
                    <a:pt x="86" y="0"/>
                    <a:pt x="29" y="357"/>
                    <a:pt x="14" y="572"/>
                  </a:cubicBezTo>
                  <a:cubicBezTo>
                    <a:pt x="1" y="643"/>
                    <a:pt x="1" y="728"/>
                    <a:pt x="58" y="772"/>
                  </a:cubicBezTo>
                  <a:cubicBezTo>
                    <a:pt x="86" y="800"/>
                    <a:pt x="115" y="814"/>
                    <a:pt x="144" y="829"/>
                  </a:cubicBezTo>
                  <a:cubicBezTo>
                    <a:pt x="287" y="886"/>
                    <a:pt x="429" y="929"/>
                    <a:pt x="586" y="957"/>
                  </a:cubicBezTo>
                  <a:lnTo>
                    <a:pt x="687" y="957"/>
                  </a:lnTo>
                  <a:cubicBezTo>
                    <a:pt x="715" y="943"/>
                    <a:pt x="729" y="929"/>
                    <a:pt x="744" y="900"/>
                  </a:cubicBezTo>
                  <a:cubicBezTo>
                    <a:pt x="872" y="743"/>
                    <a:pt x="944" y="528"/>
                    <a:pt x="929" y="314"/>
                  </a:cubicBezTo>
                  <a:cubicBezTo>
                    <a:pt x="915" y="286"/>
                    <a:pt x="915" y="242"/>
                    <a:pt x="901" y="214"/>
                  </a:cubicBezTo>
                  <a:cubicBezTo>
                    <a:pt x="858" y="143"/>
                    <a:pt x="786" y="114"/>
                    <a:pt x="729" y="100"/>
                  </a:cubicBezTo>
                  <a:cubicBezTo>
                    <a:pt x="615" y="57"/>
                    <a:pt x="500" y="29"/>
                    <a:pt x="386" y="14"/>
                  </a:cubicBezTo>
                  <a:cubicBezTo>
                    <a:pt x="372" y="0"/>
                    <a:pt x="357" y="0"/>
                    <a:pt x="344" y="0"/>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62"/>
            <p:cNvSpPr/>
            <p:nvPr/>
          </p:nvSpPr>
          <p:spPr>
            <a:xfrm>
              <a:off x="6655075" y="846800"/>
              <a:ext cx="24325" cy="26125"/>
            </a:xfrm>
            <a:custGeom>
              <a:avLst/>
              <a:gdLst/>
              <a:ahLst/>
              <a:cxnLst/>
              <a:rect l="l" t="t" r="r" b="b"/>
              <a:pathLst>
                <a:path w="973" h="1045" extrusionOk="0">
                  <a:moveTo>
                    <a:pt x="502" y="1"/>
                  </a:moveTo>
                  <a:cubicBezTo>
                    <a:pt x="416" y="1"/>
                    <a:pt x="330" y="29"/>
                    <a:pt x="230" y="73"/>
                  </a:cubicBezTo>
                  <a:cubicBezTo>
                    <a:pt x="159" y="101"/>
                    <a:pt x="87" y="158"/>
                    <a:pt x="58" y="229"/>
                  </a:cubicBezTo>
                  <a:cubicBezTo>
                    <a:pt x="1" y="330"/>
                    <a:pt x="30" y="444"/>
                    <a:pt x="58" y="544"/>
                  </a:cubicBezTo>
                  <a:lnTo>
                    <a:pt x="102" y="715"/>
                  </a:lnTo>
                  <a:cubicBezTo>
                    <a:pt x="115" y="787"/>
                    <a:pt x="144" y="844"/>
                    <a:pt x="172" y="915"/>
                  </a:cubicBezTo>
                  <a:cubicBezTo>
                    <a:pt x="201" y="972"/>
                    <a:pt x="258" y="1016"/>
                    <a:pt x="330" y="1044"/>
                  </a:cubicBezTo>
                  <a:lnTo>
                    <a:pt x="387" y="1044"/>
                  </a:lnTo>
                  <a:cubicBezTo>
                    <a:pt x="445" y="1044"/>
                    <a:pt x="502" y="1030"/>
                    <a:pt x="559" y="1016"/>
                  </a:cubicBezTo>
                  <a:lnTo>
                    <a:pt x="773" y="930"/>
                  </a:lnTo>
                  <a:cubicBezTo>
                    <a:pt x="816" y="915"/>
                    <a:pt x="873" y="902"/>
                    <a:pt x="916" y="858"/>
                  </a:cubicBezTo>
                  <a:cubicBezTo>
                    <a:pt x="973" y="801"/>
                    <a:pt x="973" y="701"/>
                    <a:pt x="973" y="616"/>
                  </a:cubicBezTo>
                  <a:cubicBezTo>
                    <a:pt x="959" y="501"/>
                    <a:pt x="944" y="372"/>
                    <a:pt x="887" y="273"/>
                  </a:cubicBezTo>
                  <a:cubicBezTo>
                    <a:pt x="801" y="86"/>
                    <a:pt x="658" y="1"/>
                    <a:pt x="502"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62"/>
            <p:cNvSpPr/>
            <p:nvPr/>
          </p:nvSpPr>
          <p:spPr>
            <a:xfrm>
              <a:off x="6658650" y="895050"/>
              <a:ext cx="20425" cy="22900"/>
            </a:xfrm>
            <a:custGeom>
              <a:avLst/>
              <a:gdLst/>
              <a:ahLst/>
              <a:cxnLst/>
              <a:rect l="l" t="t" r="r" b="b"/>
              <a:pathLst>
                <a:path w="817" h="916" extrusionOk="0">
                  <a:moveTo>
                    <a:pt x="302" y="1"/>
                  </a:moveTo>
                  <a:cubicBezTo>
                    <a:pt x="216" y="1"/>
                    <a:pt x="130" y="29"/>
                    <a:pt x="102" y="100"/>
                  </a:cubicBezTo>
                  <a:cubicBezTo>
                    <a:pt x="1" y="258"/>
                    <a:pt x="58" y="558"/>
                    <a:pt x="58" y="729"/>
                  </a:cubicBezTo>
                  <a:cubicBezTo>
                    <a:pt x="58" y="773"/>
                    <a:pt x="58" y="815"/>
                    <a:pt x="73" y="843"/>
                  </a:cubicBezTo>
                  <a:cubicBezTo>
                    <a:pt x="102" y="901"/>
                    <a:pt x="187" y="901"/>
                    <a:pt x="258" y="901"/>
                  </a:cubicBezTo>
                  <a:cubicBezTo>
                    <a:pt x="373" y="915"/>
                    <a:pt x="473" y="915"/>
                    <a:pt x="588" y="915"/>
                  </a:cubicBezTo>
                  <a:cubicBezTo>
                    <a:pt x="616" y="915"/>
                    <a:pt x="658" y="901"/>
                    <a:pt x="687" y="887"/>
                  </a:cubicBezTo>
                  <a:cubicBezTo>
                    <a:pt x="744" y="858"/>
                    <a:pt x="759" y="786"/>
                    <a:pt x="759" y="729"/>
                  </a:cubicBezTo>
                  <a:lnTo>
                    <a:pt x="801" y="386"/>
                  </a:lnTo>
                  <a:cubicBezTo>
                    <a:pt x="816" y="329"/>
                    <a:pt x="816" y="272"/>
                    <a:pt x="816" y="201"/>
                  </a:cubicBezTo>
                  <a:cubicBezTo>
                    <a:pt x="801" y="172"/>
                    <a:pt x="801" y="129"/>
                    <a:pt x="773" y="100"/>
                  </a:cubicBezTo>
                  <a:cubicBezTo>
                    <a:pt x="730" y="58"/>
                    <a:pt x="673" y="43"/>
                    <a:pt x="616" y="43"/>
                  </a:cubicBezTo>
                  <a:cubicBezTo>
                    <a:pt x="530" y="29"/>
                    <a:pt x="401" y="1"/>
                    <a:pt x="302"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62"/>
            <p:cNvSpPr/>
            <p:nvPr/>
          </p:nvSpPr>
          <p:spPr>
            <a:xfrm>
              <a:off x="6657600" y="939375"/>
              <a:ext cx="15025" cy="16450"/>
            </a:xfrm>
            <a:custGeom>
              <a:avLst/>
              <a:gdLst/>
              <a:ahLst/>
              <a:cxnLst/>
              <a:rect l="l" t="t" r="r" b="b"/>
              <a:pathLst>
                <a:path w="601" h="658" extrusionOk="0">
                  <a:moveTo>
                    <a:pt x="258" y="0"/>
                  </a:moveTo>
                  <a:cubicBezTo>
                    <a:pt x="157" y="0"/>
                    <a:pt x="100" y="57"/>
                    <a:pt x="71" y="200"/>
                  </a:cubicBezTo>
                  <a:cubicBezTo>
                    <a:pt x="43" y="328"/>
                    <a:pt x="1" y="572"/>
                    <a:pt x="144" y="643"/>
                  </a:cubicBezTo>
                  <a:cubicBezTo>
                    <a:pt x="172" y="658"/>
                    <a:pt x="214" y="658"/>
                    <a:pt x="243" y="658"/>
                  </a:cubicBezTo>
                  <a:lnTo>
                    <a:pt x="500" y="658"/>
                  </a:lnTo>
                  <a:cubicBezTo>
                    <a:pt x="515" y="643"/>
                    <a:pt x="515" y="629"/>
                    <a:pt x="529" y="614"/>
                  </a:cubicBezTo>
                  <a:cubicBezTo>
                    <a:pt x="586" y="471"/>
                    <a:pt x="601" y="315"/>
                    <a:pt x="557" y="172"/>
                  </a:cubicBezTo>
                  <a:cubicBezTo>
                    <a:pt x="544" y="128"/>
                    <a:pt x="529" y="100"/>
                    <a:pt x="500" y="71"/>
                  </a:cubicBezTo>
                  <a:cubicBezTo>
                    <a:pt x="472" y="42"/>
                    <a:pt x="443" y="29"/>
                    <a:pt x="401" y="29"/>
                  </a:cubicBezTo>
                  <a:cubicBezTo>
                    <a:pt x="344" y="14"/>
                    <a:pt x="300" y="0"/>
                    <a:pt x="258" y="0"/>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62"/>
            <p:cNvSpPr/>
            <p:nvPr/>
          </p:nvSpPr>
          <p:spPr>
            <a:xfrm>
              <a:off x="6212375" y="590900"/>
              <a:ext cx="365550" cy="404950"/>
            </a:xfrm>
            <a:custGeom>
              <a:avLst/>
              <a:gdLst/>
              <a:ahLst/>
              <a:cxnLst/>
              <a:rect l="l" t="t" r="r" b="b"/>
              <a:pathLst>
                <a:path w="14622" h="16198" extrusionOk="0">
                  <a:moveTo>
                    <a:pt x="11175" y="1"/>
                  </a:moveTo>
                  <a:cubicBezTo>
                    <a:pt x="10862" y="1"/>
                    <a:pt x="9579" y="65"/>
                    <a:pt x="7919" y="1032"/>
                  </a:cubicBezTo>
                  <a:cubicBezTo>
                    <a:pt x="6646" y="1761"/>
                    <a:pt x="5146" y="3019"/>
                    <a:pt x="3673" y="5177"/>
                  </a:cubicBezTo>
                  <a:cubicBezTo>
                    <a:pt x="0" y="10594"/>
                    <a:pt x="3044" y="15411"/>
                    <a:pt x="7461" y="15468"/>
                  </a:cubicBezTo>
                  <a:cubicBezTo>
                    <a:pt x="10320" y="15511"/>
                    <a:pt x="12178" y="15797"/>
                    <a:pt x="13135" y="15997"/>
                  </a:cubicBezTo>
                  <a:cubicBezTo>
                    <a:pt x="13665" y="16112"/>
                    <a:pt x="13922" y="16197"/>
                    <a:pt x="13922" y="16197"/>
                  </a:cubicBezTo>
                  <a:cubicBezTo>
                    <a:pt x="13922" y="16197"/>
                    <a:pt x="13878" y="14982"/>
                    <a:pt x="12836" y="14368"/>
                  </a:cubicBezTo>
                  <a:cubicBezTo>
                    <a:pt x="12836" y="14368"/>
                    <a:pt x="13964" y="14124"/>
                    <a:pt x="14622" y="13696"/>
                  </a:cubicBezTo>
                  <a:cubicBezTo>
                    <a:pt x="14622" y="13696"/>
                    <a:pt x="14164" y="13339"/>
                    <a:pt x="13107" y="12724"/>
                  </a:cubicBezTo>
                  <a:cubicBezTo>
                    <a:pt x="13107" y="12724"/>
                    <a:pt x="14136" y="12424"/>
                    <a:pt x="14622" y="11752"/>
                  </a:cubicBezTo>
                  <a:cubicBezTo>
                    <a:pt x="14622" y="11752"/>
                    <a:pt x="13735" y="11637"/>
                    <a:pt x="13107" y="11023"/>
                  </a:cubicBezTo>
                  <a:cubicBezTo>
                    <a:pt x="13107" y="11023"/>
                    <a:pt x="13993" y="10537"/>
                    <a:pt x="14236" y="9808"/>
                  </a:cubicBezTo>
                  <a:lnTo>
                    <a:pt x="14236" y="9808"/>
                  </a:lnTo>
                  <a:cubicBezTo>
                    <a:pt x="14236" y="9808"/>
                    <a:pt x="12762" y="10192"/>
                    <a:pt x="11265" y="10192"/>
                  </a:cubicBezTo>
                  <a:cubicBezTo>
                    <a:pt x="10891" y="10192"/>
                    <a:pt x="10516" y="10168"/>
                    <a:pt x="10162" y="10108"/>
                  </a:cubicBezTo>
                  <a:cubicBezTo>
                    <a:pt x="9920" y="10065"/>
                    <a:pt x="9691" y="10023"/>
                    <a:pt x="9476" y="9979"/>
                  </a:cubicBezTo>
                  <a:cubicBezTo>
                    <a:pt x="8376" y="9751"/>
                    <a:pt x="7732" y="8607"/>
                    <a:pt x="8119" y="7549"/>
                  </a:cubicBezTo>
                  <a:cubicBezTo>
                    <a:pt x="8290" y="7092"/>
                    <a:pt x="8490" y="6621"/>
                    <a:pt x="8704" y="6234"/>
                  </a:cubicBezTo>
                  <a:cubicBezTo>
                    <a:pt x="9390" y="5005"/>
                    <a:pt x="10920" y="1504"/>
                    <a:pt x="11248" y="2"/>
                  </a:cubicBezTo>
                  <a:cubicBezTo>
                    <a:pt x="11248" y="2"/>
                    <a:pt x="11223" y="1"/>
                    <a:pt x="1117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62"/>
            <p:cNvSpPr/>
            <p:nvPr/>
          </p:nvSpPr>
          <p:spPr>
            <a:xfrm>
              <a:off x="6366350" y="590950"/>
              <a:ext cx="211575" cy="404900"/>
            </a:xfrm>
            <a:custGeom>
              <a:avLst/>
              <a:gdLst/>
              <a:ahLst/>
              <a:cxnLst/>
              <a:rect l="l" t="t" r="r" b="b"/>
              <a:pathLst>
                <a:path w="8463" h="16196" extrusionOk="0">
                  <a:moveTo>
                    <a:pt x="5004" y="0"/>
                  </a:moveTo>
                  <a:cubicBezTo>
                    <a:pt x="4704" y="0"/>
                    <a:pt x="3418" y="58"/>
                    <a:pt x="1760" y="1030"/>
                  </a:cubicBezTo>
                  <a:cubicBezTo>
                    <a:pt x="1802" y="1016"/>
                    <a:pt x="1859" y="1016"/>
                    <a:pt x="1903" y="1016"/>
                  </a:cubicBezTo>
                  <a:cubicBezTo>
                    <a:pt x="2345" y="1016"/>
                    <a:pt x="2717" y="1159"/>
                    <a:pt x="2831" y="1716"/>
                  </a:cubicBezTo>
                  <a:cubicBezTo>
                    <a:pt x="2903" y="2102"/>
                    <a:pt x="2659" y="2487"/>
                    <a:pt x="2431" y="2802"/>
                  </a:cubicBezTo>
                  <a:cubicBezTo>
                    <a:pt x="1116" y="4704"/>
                    <a:pt x="1" y="6976"/>
                    <a:pt x="416" y="9249"/>
                  </a:cubicBezTo>
                  <a:cubicBezTo>
                    <a:pt x="487" y="9592"/>
                    <a:pt x="588" y="9949"/>
                    <a:pt x="801" y="10235"/>
                  </a:cubicBezTo>
                  <a:cubicBezTo>
                    <a:pt x="1188" y="10793"/>
                    <a:pt x="1916" y="11050"/>
                    <a:pt x="2602" y="11107"/>
                  </a:cubicBezTo>
                  <a:cubicBezTo>
                    <a:pt x="2874" y="11136"/>
                    <a:pt x="3160" y="11149"/>
                    <a:pt x="3431" y="11149"/>
                  </a:cubicBezTo>
                  <a:lnTo>
                    <a:pt x="3789" y="11149"/>
                  </a:lnTo>
                  <a:cubicBezTo>
                    <a:pt x="4089" y="11149"/>
                    <a:pt x="4375" y="11149"/>
                    <a:pt x="4661" y="11178"/>
                  </a:cubicBezTo>
                  <a:cubicBezTo>
                    <a:pt x="5518" y="11278"/>
                    <a:pt x="6347" y="11607"/>
                    <a:pt x="7033" y="12136"/>
                  </a:cubicBezTo>
                  <a:cubicBezTo>
                    <a:pt x="6677" y="12336"/>
                    <a:pt x="6290" y="12521"/>
                    <a:pt x="5905" y="12679"/>
                  </a:cubicBezTo>
                  <a:cubicBezTo>
                    <a:pt x="6347" y="13036"/>
                    <a:pt x="6877" y="13308"/>
                    <a:pt x="7420" y="13480"/>
                  </a:cubicBezTo>
                  <a:cubicBezTo>
                    <a:pt x="6648" y="13623"/>
                    <a:pt x="5890" y="13823"/>
                    <a:pt x="5161" y="14094"/>
                  </a:cubicBezTo>
                  <a:cubicBezTo>
                    <a:pt x="5775" y="14337"/>
                    <a:pt x="6319" y="14795"/>
                    <a:pt x="6662" y="15366"/>
                  </a:cubicBezTo>
                  <a:cubicBezTo>
                    <a:pt x="6791" y="15567"/>
                    <a:pt x="6890" y="15780"/>
                    <a:pt x="6976" y="15995"/>
                  </a:cubicBezTo>
                  <a:cubicBezTo>
                    <a:pt x="7506" y="16110"/>
                    <a:pt x="7763" y="16195"/>
                    <a:pt x="7763" y="16195"/>
                  </a:cubicBezTo>
                  <a:cubicBezTo>
                    <a:pt x="7763" y="16195"/>
                    <a:pt x="7719" y="14980"/>
                    <a:pt x="6677" y="14366"/>
                  </a:cubicBezTo>
                  <a:cubicBezTo>
                    <a:pt x="6677" y="14366"/>
                    <a:pt x="7805" y="14122"/>
                    <a:pt x="8463" y="13694"/>
                  </a:cubicBezTo>
                  <a:cubicBezTo>
                    <a:pt x="8463" y="13694"/>
                    <a:pt x="8005" y="13337"/>
                    <a:pt x="6948" y="12722"/>
                  </a:cubicBezTo>
                  <a:cubicBezTo>
                    <a:pt x="6948" y="12722"/>
                    <a:pt x="7977" y="12422"/>
                    <a:pt x="8463" y="11750"/>
                  </a:cubicBezTo>
                  <a:cubicBezTo>
                    <a:pt x="8463" y="11750"/>
                    <a:pt x="7576" y="11635"/>
                    <a:pt x="6948" y="11021"/>
                  </a:cubicBezTo>
                  <a:cubicBezTo>
                    <a:pt x="6948" y="11021"/>
                    <a:pt x="7834" y="10535"/>
                    <a:pt x="8077" y="9806"/>
                  </a:cubicBezTo>
                  <a:lnTo>
                    <a:pt x="8077" y="9806"/>
                  </a:lnTo>
                  <a:cubicBezTo>
                    <a:pt x="8077" y="9806"/>
                    <a:pt x="6604" y="10192"/>
                    <a:pt x="5118" y="10192"/>
                  </a:cubicBezTo>
                  <a:cubicBezTo>
                    <a:pt x="4733" y="10192"/>
                    <a:pt x="4361" y="10164"/>
                    <a:pt x="4003" y="10106"/>
                  </a:cubicBezTo>
                  <a:cubicBezTo>
                    <a:pt x="3761" y="10063"/>
                    <a:pt x="3532" y="10021"/>
                    <a:pt x="3317" y="9977"/>
                  </a:cubicBezTo>
                  <a:cubicBezTo>
                    <a:pt x="2602" y="9834"/>
                    <a:pt x="2088" y="9306"/>
                    <a:pt x="1916" y="8677"/>
                  </a:cubicBezTo>
                  <a:cubicBezTo>
                    <a:pt x="1874" y="8519"/>
                    <a:pt x="1845" y="8348"/>
                    <a:pt x="1845" y="8191"/>
                  </a:cubicBezTo>
                  <a:cubicBezTo>
                    <a:pt x="1845" y="7976"/>
                    <a:pt x="1888" y="7762"/>
                    <a:pt x="1960" y="7547"/>
                  </a:cubicBezTo>
                  <a:cubicBezTo>
                    <a:pt x="2131" y="7090"/>
                    <a:pt x="2331" y="6619"/>
                    <a:pt x="2545" y="6232"/>
                  </a:cubicBezTo>
                  <a:cubicBezTo>
                    <a:pt x="3231" y="5003"/>
                    <a:pt x="4761" y="1502"/>
                    <a:pt x="508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62"/>
            <p:cNvSpPr/>
            <p:nvPr/>
          </p:nvSpPr>
          <p:spPr>
            <a:xfrm>
              <a:off x="6457075" y="514950"/>
              <a:ext cx="56900" cy="75900"/>
            </a:xfrm>
            <a:custGeom>
              <a:avLst/>
              <a:gdLst/>
              <a:ahLst/>
              <a:cxnLst/>
              <a:rect l="l" t="t" r="r" b="b"/>
              <a:pathLst>
                <a:path w="2276" h="3036" extrusionOk="0">
                  <a:moveTo>
                    <a:pt x="1410" y="1"/>
                  </a:moveTo>
                  <a:cubicBezTo>
                    <a:pt x="1102" y="1"/>
                    <a:pt x="773" y="128"/>
                    <a:pt x="532" y="553"/>
                  </a:cubicBezTo>
                  <a:cubicBezTo>
                    <a:pt x="0" y="1503"/>
                    <a:pt x="915" y="3036"/>
                    <a:pt x="1896" y="3036"/>
                  </a:cubicBezTo>
                  <a:cubicBezTo>
                    <a:pt x="2022" y="3036"/>
                    <a:pt x="2150" y="3010"/>
                    <a:pt x="2276" y="2955"/>
                  </a:cubicBezTo>
                  <a:lnTo>
                    <a:pt x="2276" y="282"/>
                  </a:lnTo>
                  <a:cubicBezTo>
                    <a:pt x="2276" y="282"/>
                    <a:pt x="1867" y="1"/>
                    <a:pt x="141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62"/>
            <p:cNvSpPr/>
            <p:nvPr/>
          </p:nvSpPr>
          <p:spPr>
            <a:xfrm>
              <a:off x="6479825" y="538775"/>
              <a:ext cx="25525" cy="28500"/>
            </a:xfrm>
            <a:custGeom>
              <a:avLst/>
              <a:gdLst/>
              <a:ahLst/>
              <a:cxnLst/>
              <a:rect l="l" t="t" r="r" b="b"/>
              <a:pathLst>
                <a:path w="1021" h="1140" extrusionOk="0">
                  <a:moveTo>
                    <a:pt x="431" y="0"/>
                  </a:moveTo>
                  <a:cubicBezTo>
                    <a:pt x="428" y="0"/>
                    <a:pt x="425" y="0"/>
                    <a:pt x="422" y="1"/>
                  </a:cubicBezTo>
                  <a:cubicBezTo>
                    <a:pt x="0" y="15"/>
                    <a:pt x="316" y="1140"/>
                    <a:pt x="643" y="1140"/>
                  </a:cubicBezTo>
                  <a:cubicBezTo>
                    <a:pt x="660" y="1140"/>
                    <a:pt x="676" y="1137"/>
                    <a:pt x="693" y="1130"/>
                  </a:cubicBezTo>
                  <a:cubicBezTo>
                    <a:pt x="1020" y="1002"/>
                    <a:pt x="867" y="0"/>
                    <a:pt x="431"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62"/>
            <p:cNvSpPr/>
            <p:nvPr/>
          </p:nvSpPr>
          <p:spPr>
            <a:xfrm>
              <a:off x="6824825" y="514950"/>
              <a:ext cx="56925" cy="75900"/>
            </a:xfrm>
            <a:custGeom>
              <a:avLst/>
              <a:gdLst/>
              <a:ahLst/>
              <a:cxnLst/>
              <a:rect l="l" t="t" r="r" b="b"/>
              <a:pathLst>
                <a:path w="2277" h="3036" extrusionOk="0">
                  <a:moveTo>
                    <a:pt x="873" y="1"/>
                  </a:moveTo>
                  <a:cubicBezTo>
                    <a:pt x="415" y="1"/>
                    <a:pt x="1" y="282"/>
                    <a:pt x="1" y="282"/>
                  </a:cubicBezTo>
                  <a:lnTo>
                    <a:pt x="1" y="2955"/>
                  </a:lnTo>
                  <a:cubicBezTo>
                    <a:pt x="128" y="3010"/>
                    <a:pt x="257" y="3036"/>
                    <a:pt x="385" y="3036"/>
                  </a:cubicBezTo>
                  <a:cubicBezTo>
                    <a:pt x="1373" y="3036"/>
                    <a:pt x="2276" y="1503"/>
                    <a:pt x="1745" y="553"/>
                  </a:cubicBezTo>
                  <a:cubicBezTo>
                    <a:pt x="1509" y="128"/>
                    <a:pt x="1181" y="1"/>
                    <a:pt x="87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62"/>
            <p:cNvSpPr/>
            <p:nvPr/>
          </p:nvSpPr>
          <p:spPr>
            <a:xfrm>
              <a:off x="6833475" y="538775"/>
              <a:ext cx="25500" cy="28500"/>
            </a:xfrm>
            <a:custGeom>
              <a:avLst/>
              <a:gdLst/>
              <a:ahLst/>
              <a:cxnLst/>
              <a:rect l="l" t="t" r="r" b="b"/>
              <a:pathLst>
                <a:path w="1020" h="1140" extrusionOk="0">
                  <a:moveTo>
                    <a:pt x="603" y="0"/>
                  </a:moveTo>
                  <a:cubicBezTo>
                    <a:pt x="167" y="0"/>
                    <a:pt x="0" y="1002"/>
                    <a:pt x="341" y="1130"/>
                  </a:cubicBezTo>
                  <a:cubicBezTo>
                    <a:pt x="358" y="1137"/>
                    <a:pt x="375" y="1140"/>
                    <a:pt x="391" y="1140"/>
                  </a:cubicBezTo>
                  <a:cubicBezTo>
                    <a:pt x="717" y="1140"/>
                    <a:pt x="1020" y="15"/>
                    <a:pt x="612" y="1"/>
                  </a:cubicBezTo>
                  <a:cubicBezTo>
                    <a:pt x="609" y="0"/>
                    <a:pt x="606" y="0"/>
                    <a:pt x="603"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62"/>
            <p:cNvSpPr/>
            <p:nvPr/>
          </p:nvSpPr>
          <p:spPr>
            <a:xfrm>
              <a:off x="6491800" y="306875"/>
              <a:ext cx="372025" cy="439900"/>
            </a:xfrm>
            <a:custGeom>
              <a:avLst/>
              <a:gdLst/>
              <a:ahLst/>
              <a:cxnLst/>
              <a:rect l="l" t="t" r="r" b="b"/>
              <a:pathLst>
                <a:path w="14881" h="17596" extrusionOk="0">
                  <a:moveTo>
                    <a:pt x="8691" y="1"/>
                  </a:moveTo>
                  <a:cubicBezTo>
                    <a:pt x="8419" y="1"/>
                    <a:pt x="8319" y="129"/>
                    <a:pt x="8504" y="357"/>
                  </a:cubicBezTo>
                  <a:cubicBezTo>
                    <a:pt x="9091" y="1087"/>
                    <a:pt x="9276" y="2002"/>
                    <a:pt x="9276" y="2002"/>
                  </a:cubicBezTo>
                  <a:cubicBezTo>
                    <a:pt x="8133" y="720"/>
                    <a:pt x="6479" y="166"/>
                    <a:pt x="5751" y="166"/>
                  </a:cubicBezTo>
                  <a:cubicBezTo>
                    <a:pt x="5424" y="166"/>
                    <a:pt x="5283" y="278"/>
                    <a:pt x="5461" y="487"/>
                  </a:cubicBezTo>
                  <a:cubicBezTo>
                    <a:pt x="6004" y="1129"/>
                    <a:pt x="6275" y="1987"/>
                    <a:pt x="6303" y="2044"/>
                  </a:cubicBezTo>
                  <a:cubicBezTo>
                    <a:pt x="5690" y="1093"/>
                    <a:pt x="4074" y="618"/>
                    <a:pt x="3393" y="618"/>
                  </a:cubicBezTo>
                  <a:cubicBezTo>
                    <a:pt x="3122" y="618"/>
                    <a:pt x="2999" y="693"/>
                    <a:pt x="3145" y="843"/>
                  </a:cubicBezTo>
                  <a:cubicBezTo>
                    <a:pt x="3660" y="1373"/>
                    <a:pt x="4003" y="2288"/>
                    <a:pt x="4003" y="2288"/>
                  </a:cubicBezTo>
                  <a:cubicBezTo>
                    <a:pt x="4003" y="2288"/>
                    <a:pt x="3999" y="2287"/>
                    <a:pt x="3992" y="2287"/>
                  </a:cubicBezTo>
                  <a:cubicBezTo>
                    <a:pt x="3855" y="2287"/>
                    <a:pt x="2400" y="2339"/>
                    <a:pt x="1230" y="4503"/>
                  </a:cubicBezTo>
                  <a:cubicBezTo>
                    <a:pt x="0" y="6761"/>
                    <a:pt x="958" y="12621"/>
                    <a:pt x="1015" y="14123"/>
                  </a:cubicBezTo>
                  <a:cubicBezTo>
                    <a:pt x="1072" y="15380"/>
                    <a:pt x="472" y="15966"/>
                    <a:pt x="472" y="16223"/>
                  </a:cubicBezTo>
                  <a:cubicBezTo>
                    <a:pt x="486" y="16295"/>
                    <a:pt x="529" y="16338"/>
                    <a:pt x="658" y="16366"/>
                  </a:cubicBezTo>
                  <a:cubicBezTo>
                    <a:pt x="689" y="16373"/>
                    <a:pt x="721" y="16376"/>
                    <a:pt x="756" y="16376"/>
                  </a:cubicBezTo>
                  <a:cubicBezTo>
                    <a:pt x="1364" y="16376"/>
                    <a:pt x="2516" y="15352"/>
                    <a:pt x="2516" y="15352"/>
                  </a:cubicBezTo>
                  <a:lnTo>
                    <a:pt x="2516" y="15352"/>
                  </a:lnTo>
                  <a:cubicBezTo>
                    <a:pt x="2865" y="16506"/>
                    <a:pt x="2509" y="17596"/>
                    <a:pt x="2960" y="17596"/>
                  </a:cubicBezTo>
                  <a:cubicBezTo>
                    <a:pt x="2989" y="17596"/>
                    <a:pt x="3022" y="17591"/>
                    <a:pt x="3059" y="17582"/>
                  </a:cubicBezTo>
                  <a:cubicBezTo>
                    <a:pt x="3660" y="17424"/>
                    <a:pt x="5103" y="15651"/>
                    <a:pt x="5103" y="15651"/>
                  </a:cubicBezTo>
                  <a:cubicBezTo>
                    <a:pt x="5347" y="16492"/>
                    <a:pt x="5167" y="17577"/>
                    <a:pt x="5416" y="17577"/>
                  </a:cubicBezTo>
                  <a:cubicBezTo>
                    <a:pt x="5429" y="17577"/>
                    <a:pt x="5444" y="17573"/>
                    <a:pt x="5461" y="17567"/>
                  </a:cubicBezTo>
                  <a:cubicBezTo>
                    <a:pt x="5775" y="17439"/>
                    <a:pt x="6932" y="16038"/>
                    <a:pt x="6932" y="16038"/>
                  </a:cubicBezTo>
                  <a:cubicBezTo>
                    <a:pt x="7181" y="16356"/>
                    <a:pt x="7471" y="17571"/>
                    <a:pt x="7709" y="17571"/>
                  </a:cubicBezTo>
                  <a:cubicBezTo>
                    <a:pt x="7717" y="17571"/>
                    <a:pt x="7725" y="17570"/>
                    <a:pt x="7733" y="17567"/>
                  </a:cubicBezTo>
                  <a:cubicBezTo>
                    <a:pt x="7976" y="17481"/>
                    <a:pt x="8805" y="15994"/>
                    <a:pt x="9048" y="15823"/>
                  </a:cubicBezTo>
                  <a:cubicBezTo>
                    <a:pt x="9058" y="15815"/>
                    <a:pt x="9071" y="15811"/>
                    <a:pt x="9085" y="15811"/>
                  </a:cubicBezTo>
                  <a:cubicBezTo>
                    <a:pt x="9216" y="15811"/>
                    <a:pt x="9474" y="16162"/>
                    <a:pt x="9720" y="16524"/>
                  </a:cubicBezTo>
                  <a:cubicBezTo>
                    <a:pt x="9973" y="16878"/>
                    <a:pt x="10226" y="17243"/>
                    <a:pt x="10360" y="17243"/>
                  </a:cubicBezTo>
                  <a:cubicBezTo>
                    <a:pt x="10377" y="17243"/>
                    <a:pt x="10393" y="17237"/>
                    <a:pt x="10406" y="17224"/>
                  </a:cubicBezTo>
                  <a:cubicBezTo>
                    <a:pt x="10635" y="17010"/>
                    <a:pt x="10963" y="14923"/>
                    <a:pt x="10963" y="14923"/>
                  </a:cubicBezTo>
                  <a:cubicBezTo>
                    <a:pt x="10963" y="14923"/>
                    <a:pt x="12296" y="16059"/>
                    <a:pt x="12588" y="16059"/>
                  </a:cubicBezTo>
                  <a:cubicBezTo>
                    <a:pt x="12610" y="16059"/>
                    <a:pt x="12627" y="16052"/>
                    <a:pt x="12636" y="16038"/>
                  </a:cubicBezTo>
                  <a:cubicBezTo>
                    <a:pt x="12764" y="15823"/>
                    <a:pt x="12636" y="14752"/>
                    <a:pt x="12636" y="14752"/>
                  </a:cubicBezTo>
                  <a:lnTo>
                    <a:pt x="12636" y="14752"/>
                  </a:lnTo>
                  <a:cubicBezTo>
                    <a:pt x="13110" y="15305"/>
                    <a:pt x="13920" y="15567"/>
                    <a:pt x="14404" y="15567"/>
                  </a:cubicBezTo>
                  <a:cubicBezTo>
                    <a:pt x="14706" y="15567"/>
                    <a:pt x="14881" y="15464"/>
                    <a:pt x="14765" y="15266"/>
                  </a:cubicBezTo>
                  <a:cubicBezTo>
                    <a:pt x="14479" y="14752"/>
                    <a:pt x="14050" y="14193"/>
                    <a:pt x="13707" y="11278"/>
                  </a:cubicBezTo>
                  <a:cubicBezTo>
                    <a:pt x="13364" y="8362"/>
                    <a:pt x="14079" y="4746"/>
                    <a:pt x="11763" y="1916"/>
                  </a:cubicBezTo>
                  <a:cubicBezTo>
                    <a:pt x="10663" y="558"/>
                    <a:pt x="9263" y="1"/>
                    <a:pt x="869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62"/>
            <p:cNvSpPr/>
            <p:nvPr/>
          </p:nvSpPr>
          <p:spPr>
            <a:xfrm>
              <a:off x="6503575" y="306875"/>
              <a:ext cx="358450" cy="439900"/>
            </a:xfrm>
            <a:custGeom>
              <a:avLst/>
              <a:gdLst/>
              <a:ahLst/>
              <a:cxnLst/>
              <a:rect l="l" t="t" r="r" b="b"/>
              <a:pathLst>
                <a:path w="14338" h="17596" extrusionOk="0">
                  <a:moveTo>
                    <a:pt x="8220" y="1"/>
                  </a:moveTo>
                  <a:cubicBezTo>
                    <a:pt x="9649" y="558"/>
                    <a:pt x="10892" y="2888"/>
                    <a:pt x="11378" y="4203"/>
                  </a:cubicBezTo>
                  <a:cubicBezTo>
                    <a:pt x="11635" y="4931"/>
                    <a:pt x="11765" y="5703"/>
                    <a:pt x="11879" y="6461"/>
                  </a:cubicBezTo>
                  <a:cubicBezTo>
                    <a:pt x="12350" y="9377"/>
                    <a:pt x="12807" y="12293"/>
                    <a:pt x="13265" y="15209"/>
                  </a:cubicBezTo>
                  <a:cubicBezTo>
                    <a:pt x="12651" y="14980"/>
                    <a:pt x="12064" y="14666"/>
                    <a:pt x="11550" y="14251"/>
                  </a:cubicBezTo>
                  <a:lnTo>
                    <a:pt x="11550" y="14251"/>
                  </a:lnTo>
                  <a:cubicBezTo>
                    <a:pt x="11565" y="14651"/>
                    <a:pt x="11578" y="15037"/>
                    <a:pt x="11607" y="15423"/>
                  </a:cubicBezTo>
                  <a:cubicBezTo>
                    <a:pt x="11121" y="14894"/>
                    <a:pt x="10564" y="14422"/>
                    <a:pt x="9977" y="14022"/>
                  </a:cubicBezTo>
                  <a:cubicBezTo>
                    <a:pt x="9777" y="14679"/>
                    <a:pt x="9678" y="15366"/>
                    <a:pt x="9678" y="16052"/>
                  </a:cubicBezTo>
                  <a:cubicBezTo>
                    <a:pt x="9206" y="15909"/>
                    <a:pt x="9278" y="15009"/>
                    <a:pt x="8792" y="14965"/>
                  </a:cubicBezTo>
                  <a:lnTo>
                    <a:pt x="8763" y="14965"/>
                  </a:lnTo>
                  <a:cubicBezTo>
                    <a:pt x="8534" y="14965"/>
                    <a:pt x="8377" y="15180"/>
                    <a:pt x="8248" y="15366"/>
                  </a:cubicBezTo>
                  <a:cubicBezTo>
                    <a:pt x="7934" y="15823"/>
                    <a:pt x="7633" y="16267"/>
                    <a:pt x="7334" y="16724"/>
                  </a:cubicBezTo>
                  <a:lnTo>
                    <a:pt x="6219" y="15180"/>
                  </a:lnTo>
                  <a:cubicBezTo>
                    <a:pt x="5947" y="15666"/>
                    <a:pt x="5676" y="16137"/>
                    <a:pt x="5390" y="16623"/>
                  </a:cubicBezTo>
                  <a:cubicBezTo>
                    <a:pt x="5333" y="16195"/>
                    <a:pt x="5232" y="15794"/>
                    <a:pt x="5104" y="15380"/>
                  </a:cubicBezTo>
                  <a:cubicBezTo>
                    <a:pt x="5047" y="15209"/>
                    <a:pt x="4918" y="15009"/>
                    <a:pt x="4746" y="15009"/>
                  </a:cubicBezTo>
                  <a:lnTo>
                    <a:pt x="4717" y="15009"/>
                  </a:lnTo>
                  <a:cubicBezTo>
                    <a:pt x="4618" y="15023"/>
                    <a:pt x="4546" y="15095"/>
                    <a:pt x="4489" y="15165"/>
                  </a:cubicBezTo>
                  <a:cubicBezTo>
                    <a:pt x="3917" y="15794"/>
                    <a:pt x="3345" y="16438"/>
                    <a:pt x="2760" y="17067"/>
                  </a:cubicBezTo>
                  <a:cubicBezTo>
                    <a:pt x="2645" y="16195"/>
                    <a:pt x="2402" y="15337"/>
                    <a:pt x="2045" y="14523"/>
                  </a:cubicBezTo>
                  <a:cubicBezTo>
                    <a:pt x="1744" y="15394"/>
                    <a:pt x="887" y="15895"/>
                    <a:pt x="1" y="16223"/>
                  </a:cubicBezTo>
                  <a:cubicBezTo>
                    <a:pt x="15" y="16295"/>
                    <a:pt x="58" y="16338"/>
                    <a:pt x="187" y="16366"/>
                  </a:cubicBezTo>
                  <a:cubicBezTo>
                    <a:pt x="216" y="16381"/>
                    <a:pt x="244" y="16381"/>
                    <a:pt x="273" y="16381"/>
                  </a:cubicBezTo>
                  <a:cubicBezTo>
                    <a:pt x="887" y="16381"/>
                    <a:pt x="2045" y="15352"/>
                    <a:pt x="2045" y="15352"/>
                  </a:cubicBezTo>
                  <a:cubicBezTo>
                    <a:pt x="2402" y="16509"/>
                    <a:pt x="2045" y="17595"/>
                    <a:pt x="2488" y="17595"/>
                  </a:cubicBezTo>
                  <a:cubicBezTo>
                    <a:pt x="2516" y="17595"/>
                    <a:pt x="2560" y="17582"/>
                    <a:pt x="2588" y="17582"/>
                  </a:cubicBezTo>
                  <a:cubicBezTo>
                    <a:pt x="3189" y="17424"/>
                    <a:pt x="4632" y="15651"/>
                    <a:pt x="4632" y="15651"/>
                  </a:cubicBezTo>
                  <a:cubicBezTo>
                    <a:pt x="4875" y="16495"/>
                    <a:pt x="4704" y="17582"/>
                    <a:pt x="4946" y="17582"/>
                  </a:cubicBezTo>
                  <a:cubicBezTo>
                    <a:pt x="4961" y="17582"/>
                    <a:pt x="4975" y="17567"/>
                    <a:pt x="4990" y="17567"/>
                  </a:cubicBezTo>
                  <a:cubicBezTo>
                    <a:pt x="5304" y="17439"/>
                    <a:pt x="6461" y="16038"/>
                    <a:pt x="6461" y="16038"/>
                  </a:cubicBezTo>
                  <a:cubicBezTo>
                    <a:pt x="6718" y="16366"/>
                    <a:pt x="7004" y="17567"/>
                    <a:pt x="7233" y="17567"/>
                  </a:cubicBezTo>
                  <a:lnTo>
                    <a:pt x="7262" y="17567"/>
                  </a:lnTo>
                  <a:cubicBezTo>
                    <a:pt x="7505" y="17481"/>
                    <a:pt x="8334" y="15994"/>
                    <a:pt x="8577" y="15823"/>
                  </a:cubicBezTo>
                  <a:cubicBezTo>
                    <a:pt x="8591" y="15809"/>
                    <a:pt x="8605" y="15809"/>
                    <a:pt x="8620" y="15809"/>
                  </a:cubicBezTo>
                  <a:cubicBezTo>
                    <a:pt x="8748" y="15809"/>
                    <a:pt x="8992" y="16166"/>
                    <a:pt x="9249" y="16524"/>
                  </a:cubicBezTo>
                  <a:cubicBezTo>
                    <a:pt x="9506" y="16881"/>
                    <a:pt x="9749" y="17239"/>
                    <a:pt x="9892" y="17239"/>
                  </a:cubicBezTo>
                  <a:cubicBezTo>
                    <a:pt x="9906" y="17239"/>
                    <a:pt x="9920" y="17239"/>
                    <a:pt x="9935" y="17224"/>
                  </a:cubicBezTo>
                  <a:cubicBezTo>
                    <a:pt x="10164" y="17010"/>
                    <a:pt x="10492" y="14923"/>
                    <a:pt x="10492" y="14923"/>
                  </a:cubicBezTo>
                  <a:cubicBezTo>
                    <a:pt x="10492" y="14923"/>
                    <a:pt x="11822" y="16052"/>
                    <a:pt x="12121" y="16052"/>
                  </a:cubicBezTo>
                  <a:cubicBezTo>
                    <a:pt x="12150" y="16052"/>
                    <a:pt x="12165" y="16052"/>
                    <a:pt x="12165" y="16038"/>
                  </a:cubicBezTo>
                  <a:cubicBezTo>
                    <a:pt x="12207" y="15966"/>
                    <a:pt x="12222" y="15794"/>
                    <a:pt x="12222" y="15609"/>
                  </a:cubicBezTo>
                  <a:cubicBezTo>
                    <a:pt x="12222" y="15223"/>
                    <a:pt x="12165" y="14752"/>
                    <a:pt x="12165" y="14752"/>
                  </a:cubicBezTo>
                  <a:lnTo>
                    <a:pt x="12165" y="14752"/>
                  </a:lnTo>
                  <a:cubicBezTo>
                    <a:pt x="12636" y="15308"/>
                    <a:pt x="13451" y="15566"/>
                    <a:pt x="13937" y="15566"/>
                  </a:cubicBezTo>
                  <a:cubicBezTo>
                    <a:pt x="14180" y="15566"/>
                    <a:pt x="14337" y="15495"/>
                    <a:pt x="14337" y="15380"/>
                  </a:cubicBezTo>
                  <a:cubicBezTo>
                    <a:pt x="14337" y="15337"/>
                    <a:pt x="14323" y="15308"/>
                    <a:pt x="14294" y="15266"/>
                  </a:cubicBezTo>
                  <a:cubicBezTo>
                    <a:pt x="14008" y="14752"/>
                    <a:pt x="13579" y="14208"/>
                    <a:pt x="13236" y="11363"/>
                  </a:cubicBezTo>
                  <a:lnTo>
                    <a:pt x="13236" y="11278"/>
                  </a:lnTo>
                  <a:cubicBezTo>
                    <a:pt x="13137" y="10391"/>
                    <a:pt x="13122" y="9434"/>
                    <a:pt x="13108" y="8462"/>
                  </a:cubicBezTo>
                  <a:cubicBezTo>
                    <a:pt x="13051" y="6233"/>
                    <a:pt x="12908" y="3888"/>
                    <a:pt x="11292" y="1916"/>
                  </a:cubicBezTo>
                  <a:cubicBezTo>
                    <a:pt x="10192" y="572"/>
                    <a:pt x="8805" y="1"/>
                    <a:pt x="8220" y="1"/>
                  </a:cubicBezTo>
                  <a:close/>
                </a:path>
              </a:pathLst>
            </a:custGeom>
            <a:solidFill>
              <a:srgbClr val="5C2F2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62"/>
            <p:cNvSpPr/>
            <p:nvPr/>
          </p:nvSpPr>
          <p:spPr>
            <a:xfrm>
              <a:off x="6536450" y="444725"/>
              <a:ext cx="282700" cy="192700"/>
            </a:xfrm>
            <a:custGeom>
              <a:avLst/>
              <a:gdLst/>
              <a:ahLst/>
              <a:cxnLst/>
              <a:rect l="l" t="t" r="r" b="b"/>
              <a:pathLst>
                <a:path w="11308" h="7708" extrusionOk="0">
                  <a:moveTo>
                    <a:pt x="8206" y="0"/>
                  </a:moveTo>
                  <a:cubicBezTo>
                    <a:pt x="7723" y="0"/>
                    <a:pt x="7233" y="173"/>
                    <a:pt x="6747" y="404"/>
                  </a:cubicBezTo>
                  <a:cubicBezTo>
                    <a:pt x="6305" y="609"/>
                    <a:pt x="5942" y="687"/>
                    <a:pt x="5593" y="687"/>
                  </a:cubicBezTo>
                  <a:cubicBezTo>
                    <a:pt x="4997" y="687"/>
                    <a:pt x="4442" y="460"/>
                    <a:pt x="3603" y="261"/>
                  </a:cubicBezTo>
                  <a:cubicBezTo>
                    <a:pt x="3270" y="182"/>
                    <a:pt x="2958" y="141"/>
                    <a:pt x="2669" y="141"/>
                  </a:cubicBezTo>
                  <a:cubicBezTo>
                    <a:pt x="1814" y="141"/>
                    <a:pt x="1153" y="492"/>
                    <a:pt x="715" y="1218"/>
                  </a:cubicBezTo>
                  <a:cubicBezTo>
                    <a:pt x="444" y="1691"/>
                    <a:pt x="258" y="2305"/>
                    <a:pt x="172" y="3091"/>
                  </a:cubicBezTo>
                  <a:cubicBezTo>
                    <a:pt x="1" y="4721"/>
                    <a:pt x="601" y="6278"/>
                    <a:pt x="2417" y="7107"/>
                  </a:cubicBezTo>
                  <a:cubicBezTo>
                    <a:pt x="3246" y="7479"/>
                    <a:pt x="4346" y="7708"/>
                    <a:pt x="5747" y="7708"/>
                  </a:cubicBezTo>
                  <a:cubicBezTo>
                    <a:pt x="11292" y="7708"/>
                    <a:pt x="11307" y="3291"/>
                    <a:pt x="10263" y="1490"/>
                  </a:cubicBezTo>
                  <a:cubicBezTo>
                    <a:pt x="9616" y="375"/>
                    <a:pt x="8919" y="0"/>
                    <a:pt x="820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62"/>
            <p:cNvSpPr/>
            <p:nvPr/>
          </p:nvSpPr>
          <p:spPr>
            <a:xfrm>
              <a:off x="6554325" y="444725"/>
              <a:ext cx="264825" cy="192700"/>
            </a:xfrm>
            <a:custGeom>
              <a:avLst/>
              <a:gdLst/>
              <a:ahLst/>
              <a:cxnLst/>
              <a:rect l="l" t="t" r="r" b="b"/>
              <a:pathLst>
                <a:path w="10593" h="7708" extrusionOk="0">
                  <a:moveTo>
                    <a:pt x="7491" y="0"/>
                  </a:moveTo>
                  <a:cubicBezTo>
                    <a:pt x="7008" y="0"/>
                    <a:pt x="6518" y="173"/>
                    <a:pt x="6032" y="404"/>
                  </a:cubicBezTo>
                  <a:cubicBezTo>
                    <a:pt x="5590" y="609"/>
                    <a:pt x="5227" y="687"/>
                    <a:pt x="4878" y="687"/>
                  </a:cubicBezTo>
                  <a:cubicBezTo>
                    <a:pt x="4282" y="687"/>
                    <a:pt x="3727" y="460"/>
                    <a:pt x="2888" y="261"/>
                  </a:cubicBezTo>
                  <a:cubicBezTo>
                    <a:pt x="2555" y="182"/>
                    <a:pt x="2243" y="141"/>
                    <a:pt x="1954" y="141"/>
                  </a:cubicBezTo>
                  <a:cubicBezTo>
                    <a:pt x="1099" y="141"/>
                    <a:pt x="438" y="492"/>
                    <a:pt x="0" y="1218"/>
                  </a:cubicBezTo>
                  <a:cubicBezTo>
                    <a:pt x="129" y="1176"/>
                    <a:pt x="258" y="1104"/>
                    <a:pt x="400" y="1018"/>
                  </a:cubicBezTo>
                  <a:cubicBezTo>
                    <a:pt x="926" y="703"/>
                    <a:pt x="1298" y="516"/>
                    <a:pt x="1765" y="516"/>
                  </a:cubicBezTo>
                  <a:cubicBezTo>
                    <a:pt x="1996" y="516"/>
                    <a:pt x="2251" y="562"/>
                    <a:pt x="2559" y="661"/>
                  </a:cubicBezTo>
                  <a:cubicBezTo>
                    <a:pt x="3202" y="847"/>
                    <a:pt x="3831" y="1075"/>
                    <a:pt x="4503" y="1147"/>
                  </a:cubicBezTo>
                  <a:cubicBezTo>
                    <a:pt x="4622" y="1160"/>
                    <a:pt x="4743" y="1167"/>
                    <a:pt x="4865" y="1167"/>
                  </a:cubicBezTo>
                  <a:cubicBezTo>
                    <a:pt x="5414" y="1167"/>
                    <a:pt x="5971" y="1029"/>
                    <a:pt x="6404" y="690"/>
                  </a:cubicBezTo>
                  <a:cubicBezTo>
                    <a:pt x="6518" y="604"/>
                    <a:pt x="6647" y="475"/>
                    <a:pt x="6804" y="461"/>
                  </a:cubicBezTo>
                  <a:cubicBezTo>
                    <a:pt x="6828" y="456"/>
                    <a:pt x="6852" y="454"/>
                    <a:pt x="6876" y="454"/>
                  </a:cubicBezTo>
                  <a:cubicBezTo>
                    <a:pt x="6981" y="454"/>
                    <a:pt x="7083" y="498"/>
                    <a:pt x="7176" y="532"/>
                  </a:cubicBezTo>
                  <a:cubicBezTo>
                    <a:pt x="8963" y="1319"/>
                    <a:pt x="10335" y="3705"/>
                    <a:pt x="9205" y="5535"/>
                  </a:cubicBezTo>
                  <a:cubicBezTo>
                    <a:pt x="9091" y="5735"/>
                    <a:pt x="8948" y="5893"/>
                    <a:pt x="8791" y="6049"/>
                  </a:cubicBezTo>
                  <a:cubicBezTo>
                    <a:pt x="8040" y="6815"/>
                    <a:pt x="7005" y="7308"/>
                    <a:pt x="5937" y="7308"/>
                  </a:cubicBezTo>
                  <a:cubicBezTo>
                    <a:pt x="5907" y="7308"/>
                    <a:pt x="5877" y="7308"/>
                    <a:pt x="5847" y="7307"/>
                  </a:cubicBezTo>
                  <a:cubicBezTo>
                    <a:pt x="5756" y="7306"/>
                    <a:pt x="5666" y="7305"/>
                    <a:pt x="5577" y="7305"/>
                  </a:cubicBezTo>
                  <a:cubicBezTo>
                    <a:pt x="4921" y="7305"/>
                    <a:pt x="4297" y="7347"/>
                    <a:pt x="3678" y="7347"/>
                  </a:cubicBezTo>
                  <a:cubicBezTo>
                    <a:pt x="3024" y="7347"/>
                    <a:pt x="2376" y="7300"/>
                    <a:pt x="1702" y="7107"/>
                  </a:cubicBezTo>
                  <a:lnTo>
                    <a:pt x="1702" y="7107"/>
                  </a:lnTo>
                  <a:cubicBezTo>
                    <a:pt x="2531" y="7479"/>
                    <a:pt x="3631" y="7708"/>
                    <a:pt x="5032" y="7708"/>
                  </a:cubicBezTo>
                  <a:cubicBezTo>
                    <a:pt x="10577" y="7708"/>
                    <a:pt x="10592" y="3291"/>
                    <a:pt x="9548" y="1490"/>
                  </a:cubicBezTo>
                  <a:cubicBezTo>
                    <a:pt x="8901" y="375"/>
                    <a:pt x="8204" y="0"/>
                    <a:pt x="7491"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62"/>
            <p:cNvSpPr/>
            <p:nvPr/>
          </p:nvSpPr>
          <p:spPr>
            <a:xfrm>
              <a:off x="6630450" y="578050"/>
              <a:ext cx="29325" cy="20800"/>
            </a:xfrm>
            <a:custGeom>
              <a:avLst/>
              <a:gdLst/>
              <a:ahLst/>
              <a:cxnLst/>
              <a:rect l="l" t="t" r="r" b="b"/>
              <a:pathLst>
                <a:path w="1173" h="832" extrusionOk="0">
                  <a:moveTo>
                    <a:pt x="320" y="0"/>
                  </a:moveTo>
                  <a:cubicBezTo>
                    <a:pt x="290" y="0"/>
                    <a:pt x="259" y="5"/>
                    <a:pt x="229" y="17"/>
                  </a:cubicBezTo>
                  <a:cubicBezTo>
                    <a:pt x="128" y="59"/>
                    <a:pt x="71" y="145"/>
                    <a:pt x="29" y="231"/>
                  </a:cubicBezTo>
                  <a:cubicBezTo>
                    <a:pt x="14" y="259"/>
                    <a:pt x="0" y="288"/>
                    <a:pt x="0" y="316"/>
                  </a:cubicBezTo>
                  <a:cubicBezTo>
                    <a:pt x="0" y="373"/>
                    <a:pt x="57" y="417"/>
                    <a:pt x="100" y="445"/>
                  </a:cubicBezTo>
                  <a:cubicBezTo>
                    <a:pt x="286" y="574"/>
                    <a:pt x="486" y="703"/>
                    <a:pt x="700" y="802"/>
                  </a:cubicBezTo>
                  <a:cubicBezTo>
                    <a:pt x="740" y="822"/>
                    <a:pt x="777" y="831"/>
                    <a:pt x="812" y="831"/>
                  </a:cubicBezTo>
                  <a:cubicBezTo>
                    <a:pt x="925" y="831"/>
                    <a:pt x="1013" y="734"/>
                    <a:pt x="1100" y="602"/>
                  </a:cubicBezTo>
                  <a:cubicBezTo>
                    <a:pt x="1144" y="560"/>
                    <a:pt x="1172" y="503"/>
                    <a:pt x="1157" y="445"/>
                  </a:cubicBezTo>
                  <a:cubicBezTo>
                    <a:pt x="1144" y="402"/>
                    <a:pt x="1115" y="373"/>
                    <a:pt x="1087" y="345"/>
                  </a:cubicBezTo>
                  <a:cubicBezTo>
                    <a:pt x="900" y="173"/>
                    <a:pt x="672" y="74"/>
                    <a:pt x="443" y="17"/>
                  </a:cubicBezTo>
                  <a:cubicBezTo>
                    <a:pt x="402" y="8"/>
                    <a:pt x="361" y="0"/>
                    <a:pt x="32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62"/>
            <p:cNvSpPr/>
            <p:nvPr/>
          </p:nvSpPr>
          <p:spPr>
            <a:xfrm>
              <a:off x="6576850" y="507700"/>
              <a:ext cx="65400" cy="40375"/>
            </a:xfrm>
            <a:custGeom>
              <a:avLst/>
              <a:gdLst/>
              <a:ahLst/>
              <a:cxnLst/>
              <a:rect l="l" t="t" r="r" b="b"/>
              <a:pathLst>
                <a:path w="2616" h="1615" extrusionOk="0">
                  <a:moveTo>
                    <a:pt x="357" y="1"/>
                  </a:moveTo>
                  <a:cubicBezTo>
                    <a:pt x="0" y="300"/>
                    <a:pt x="214" y="1087"/>
                    <a:pt x="515" y="1373"/>
                  </a:cubicBezTo>
                  <a:cubicBezTo>
                    <a:pt x="629" y="1487"/>
                    <a:pt x="801" y="1544"/>
                    <a:pt x="957" y="1573"/>
                  </a:cubicBezTo>
                  <a:cubicBezTo>
                    <a:pt x="1072" y="1600"/>
                    <a:pt x="1188" y="1615"/>
                    <a:pt x="1304" y="1615"/>
                  </a:cubicBezTo>
                  <a:cubicBezTo>
                    <a:pt x="1491" y="1615"/>
                    <a:pt x="1676" y="1576"/>
                    <a:pt x="1844" y="1487"/>
                  </a:cubicBezTo>
                  <a:cubicBezTo>
                    <a:pt x="2301" y="1244"/>
                    <a:pt x="2487" y="687"/>
                    <a:pt x="2615" y="157"/>
                  </a:cubicBezTo>
                  <a:cubicBezTo>
                    <a:pt x="1858" y="144"/>
                    <a:pt x="1087" y="1"/>
                    <a:pt x="357"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62"/>
            <p:cNvSpPr/>
            <p:nvPr/>
          </p:nvSpPr>
          <p:spPr>
            <a:xfrm>
              <a:off x="6714400" y="510900"/>
              <a:ext cx="47200" cy="28525"/>
            </a:xfrm>
            <a:custGeom>
              <a:avLst/>
              <a:gdLst/>
              <a:ahLst/>
              <a:cxnLst/>
              <a:rect l="l" t="t" r="r" b="b"/>
              <a:pathLst>
                <a:path w="1888" h="1141" extrusionOk="0">
                  <a:moveTo>
                    <a:pt x="1" y="1"/>
                  </a:moveTo>
                  <a:lnTo>
                    <a:pt x="1" y="1"/>
                  </a:lnTo>
                  <a:cubicBezTo>
                    <a:pt x="58" y="387"/>
                    <a:pt x="144" y="787"/>
                    <a:pt x="444" y="1001"/>
                  </a:cubicBezTo>
                  <a:cubicBezTo>
                    <a:pt x="587" y="1101"/>
                    <a:pt x="755" y="1141"/>
                    <a:pt x="930" y="1141"/>
                  </a:cubicBezTo>
                  <a:cubicBezTo>
                    <a:pt x="982" y="1141"/>
                    <a:pt x="1034" y="1137"/>
                    <a:pt x="1087" y="1130"/>
                  </a:cubicBezTo>
                  <a:cubicBezTo>
                    <a:pt x="1201" y="1116"/>
                    <a:pt x="1331" y="1087"/>
                    <a:pt x="1416" y="1016"/>
                  </a:cubicBezTo>
                  <a:cubicBezTo>
                    <a:pt x="1659" y="830"/>
                    <a:pt x="1887" y="287"/>
                    <a:pt x="1659" y="44"/>
                  </a:cubicBezTo>
                  <a:cubicBezTo>
                    <a:pt x="1441" y="21"/>
                    <a:pt x="1218" y="17"/>
                    <a:pt x="994" y="17"/>
                  </a:cubicBezTo>
                  <a:cubicBezTo>
                    <a:pt x="849" y="17"/>
                    <a:pt x="704" y="19"/>
                    <a:pt x="559" y="19"/>
                  </a:cubicBezTo>
                  <a:cubicBezTo>
                    <a:pt x="371" y="19"/>
                    <a:pt x="184" y="15"/>
                    <a:pt x="1"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62"/>
            <p:cNvSpPr/>
            <p:nvPr/>
          </p:nvSpPr>
          <p:spPr>
            <a:xfrm>
              <a:off x="6696900" y="467075"/>
              <a:ext cx="71500" cy="32425"/>
            </a:xfrm>
            <a:custGeom>
              <a:avLst/>
              <a:gdLst/>
              <a:ahLst/>
              <a:cxnLst/>
              <a:rect l="l" t="t" r="r" b="b"/>
              <a:pathLst>
                <a:path w="2860" h="1297" extrusionOk="0">
                  <a:moveTo>
                    <a:pt x="337" y="1"/>
                  </a:moveTo>
                  <a:cubicBezTo>
                    <a:pt x="282" y="1"/>
                    <a:pt x="227" y="4"/>
                    <a:pt x="172" y="10"/>
                  </a:cubicBezTo>
                  <a:cubicBezTo>
                    <a:pt x="115" y="324"/>
                    <a:pt x="58" y="639"/>
                    <a:pt x="1" y="939"/>
                  </a:cubicBezTo>
                  <a:cubicBezTo>
                    <a:pt x="72" y="968"/>
                    <a:pt x="144" y="968"/>
                    <a:pt x="215" y="968"/>
                  </a:cubicBezTo>
                  <a:cubicBezTo>
                    <a:pt x="1087" y="997"/>
                    <a:pt x="2002" y="968"/>
                    <a:pt x="2802" y="1296"/>
                  </a:cubicBezTo>
                  <a:cubicBezTo>
                    <a:pt x="2816" y="1239"/>
                    <a:pt x="2845" y="1182"/>
                    <a:pt x="2860" y="1125"/>
                  </a:cubicBezTo>
                  <a:cubicBezTo>
                    <a:pt x="2416" y="696"/>
                    <a:pt x="1873" y="368"/>
                    <a:pt x="1301" y="196"/>
                  </a:cubicBezTo>
                  <a:cubicBezTo>
                    <a:pt x="1008" y="99"/>
                    <a:pt x="663" y="1"/>
                    <a:pt x="33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62"/>
            <p:cNvSpPr/>
            <p:nvPr/>
          </p:nvSpPr>
          <p:spPr>
            <a:xfrm>
              <a:off x="6571475" y="458400"/>
              <a:ext cx="81875" cy="38600"/>
            </a:xfrm>
            <a:custGeom>
              <a:avLst/>
              <a:gdLst/>
              <a:ahLst/>
              <a:cxnLst/>
              <a:rect l="l" t="t" r="r" b="b"/>
              <a:pathLst>
                <a:path w="3275" h="1544" extrusionOk="0">
                  <a:moveTo>
                    <a:pt x="3074" y="0"/>
                  </a:moveTo>
                  <a:cubicBezTo>
                    <a:pt x="2645" y="0"/>
                    <a:pt x="2173" y="143"/>
                    <a:pt x="1773" y="286"/>
                  </a:cubicBezTo>
                  <a:cubicBezTo>
                    <a:pt x="1130" y="528"/>
                    <a:pt x="515" y="886"/>
                    <a:pt x="0" y="1372"/>
                  </a:cubicBezTo>
                  <a:lnTo>
                    <a:pt x="86" y="1544"/>
                  </a:lnTo>
                  <a:cubicBezTo>
                    <a:pt x="987" y="1129"/>
                    <a:pt x="2030" y="1072"/>
                    <a:pt x="3031" y="972"/>
                  </a:cubicBezTo>
                  <a:cubicBezTo>
                    <a:pt x="3116" y="957"/>
                    <a:pt x="3202" y="957"/>
                    <a:pt x="3274" y="929"/>
                  </a:cubicBezTo>
                  <a:cubicBezTo>
                    <a:pt x="3202" y="614"/>
                    <a:pt x="3131" y="315"/>
                    <a:pt x="307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62"/>
            <p:cNvSpPr/>
            <p:nvPr/>
          </p:nvSpPr>
          <p:spPr>
            <a:xfrm>
              <a:off x="6584325" y="509075"/>
              <a:ext cx="21475" cy="22600"/>
            </a:xfrm>
            <a:custGeom>
              <a:avLst/>
              <a:gdLst/>
              <a:ahLst/>
              <a:cxnLst/>
              <a:rect l="l" t="t" r="r" b="b"/>
              <a:pathLst>
                <a:path w="859" h="904" extrusionOk="0">
                  <a:moveTo>
                    <a:pt x="440" y="0"/>
                  </a:moveTo>
                  <a:cubicBezTo>
                    <a:pt x="427" y="0"/>
                    <a:pt x="414" y="1"/>
                    <a:pt x="401" y="3"/>
                  </a:cubicBezTo>
                  <a:cubicBezTo>
                    <a:pt x="172" y="31"/>
                    <a:pt x="1" y="231"/>
                    <a:pt x="16" y="474"/>
                  </a:cubicBezTo>
                  <a:cubicBezTo>
                    <a:pt x="16" y="709"/>
                    <a:pt x="229" y="903"/>
                    <a:pt x="436" y="903"/>
                  </a:cubicBezTo>
                  <a:cubicBezTo>
                    <a:pt x="443" y="903"/>
                    <a:pt x="451" y="903"/>
                    <a:pt x="458" y="903"/>
                  </a:cubicBezTo>
                  <a:cubicBezTo>
                    <a:pt x="702" y="874"/>
                    <a:pt x="858" y="674"/>
                    <a:pt x="858" y="417"/>
                  </a:cubicBezTo>
                  <a:cubicBezTo>
                    <a:pt x="846" y="202"/>
                    <a:pt x="643" y="0"/>
                    <a:pt x="44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62"/>
            <p:cNvSpPr/>
            <p:nvPr/>
          </p:nvSpPr>
          <p:spPr>
            <a:xfrm>
              <a:off x="6715825" y="513575"/>
              <a:ext cx="24000" cy="21500"/>
            </a:xfrm>
            <a:custGeom>
              <a:avLst/>
              <a:gdLst/>
              <a:ahLst/>
              <a:cxnLst/>
              <a:rect l="l" t="t" r="r" b="b"/>
              <a:pathLst>
                <a:path w="960" h="860" extrusionOk="0">
                  <a:moveTo>
                    <a:pt x="496" y="0"/>
                  </a:moveTo>
                  <a:cubicBezTo>
                    <a:pt x="332" y="0"/>
                    <a:pt x="176" y="105"/>
                    <a:pt x="101" y="265"/>
                  </a:cubicBezTo>
                  <a:cubicBezTo>
                    <a:pt x="1" y="465"/>
                    <a:pt x="101" y="738"/>
                    <a:pt x="302" y="823"/>
                  </a:cubicBezTo>
                  <a:cubicBezTo>
                    <a:pt x="355" y="848"/>
                    <a:pt x="409" y="860"/>
                    <a:pt x="462" y="860"/>
                  </a:cubicBezTo>
                  <a:cubicBezTo>
                    <a:pt x="622" y="860"/>
                    <a:pt x="773" y="755"/>
                    <a:pt x="858" y="595"/>
                  </a:cubicBezTo>
                  <a:cubicBezTo>
                    <a:pt x="959" y="394"/>
                    <a:pt x="858" y="122"/>
                    <a:pt x="658" y="37"/>
                  </a:cubicBezTo>
                  <a:cubicBezTo>
                    <a:pt x="605" y="12"/>
                    <a:pt x="550" y="0"/>
                    <a:pt x="496"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62"/>
            <p:cNvSpPr/>
            <p:nvPr/>
          </p:nvSpPr>
          <p:spPr>
            <a:xfrm>
              <a:off x="6601150" y="552850"/>
              <a:ext cx="21800" cy="33825"/>
            </a:xfrm>
            <a:custGeom>
              <a:avLst/>
              <a:gdLst/>
              <a:ahLst/>
              <a:cxnLst/>
              <a:rect l="l" t="t" r="r" b="b"/>
              <a:pathLst>
                <a:path w="872" h="1353" extrusionOk="0">
                  <a:moveTo>
                    <a:pt x="737" y="0"/>
                  </a:moveTo>
                  <a:cubicBezTo>
                    <a:pt x="725" y="0"/>
                    <a:pt x="712" y="3"/>
                    <a:pt x="700" y="9"/>
                  </a:cubicBezTo>
                  <a:cubicBezTo>
                    <a:pt x="458" y="181"/>
                    <a:pt x="243" y="396"/>
                    <a:pt x="57" y="624"/>
                  </a:cubicBezTo>
                  <a:cubicBezTo>
                    <a:pt x="29" y="653"/>
                    <a:pt x="0" y="695"/>
                    <a:pt x="0" y="739"/>
                  </a:cubicBezTo>
                  <a:cubicBezTo>
                    <a:pt x="14" y="739"/>
                    <a:pt x="14" y="739"/>
                    <a:pt x="29" y="753"/>
                  </a:cubicBezTo>
                  <a:cubicBezTo>
                    <a:pt x="229" y="968"/>
                    <a:pt x="443" y="1153"/>
                    <a:pt x="715" y="1282"/>
                  </a:cubicBezTo>
                  <a:cubicBezTo>
                    <a:pt x="772" y="1311"/>
                    <a:pt x="814" y="1324"/>
                    <a:pt x="872" y="1353"/>
                  </a:cubicBezTo>
                  <a:cubicBezTo>
                    <a:pt x="843" y="1153"/>
                    <a:pt x="814" y="939"/>
                    <a:pt x="814" y="724"/>
                  </a:cubicBezTo>
                  <a:cubicBezTo>
                    <a:pt x="814" y="653"/>
                    <a:pt x="801" y="295"/>
                    <a:pt x="814" y="81"/>
                  </a:cubicBezTo>
                  <a:cubicBezTo>
                    <a:pt x="814" y="37"/>
                    <a:pt x="779" y="0"/>
                    <a:pt x="737"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62"/>
            <p:cNvSpPr/>
            <p:nvPr/>
          </p:nvSpPr>
          <p:spPr>
            <a:xfrm>
              <a:off x="6667600" y="577575"/>
              <a:ext cx="28625" cy="27350"/>
            </a:xfrm>
            <a:custGeom>
              <a:avLst/>
              <a:gdLst/>
              <a:ahLst/>
              <a:cxnLst/>
              <a:rect l="l" t="t" r="r" b="b"/>
              <a:pathLst>
                <a:path w="1145" h="1094" extrusionOk="0">
                  <a:moveTo>
                    <a:pt x="986" y="0"/>
                  </a:moveTo>
                  <a:cubicBezTo>
                    <a:pt x="963" y="0"/>
                    <a:pt x="941" y="12"/>
                    <a:pt x="929" y="36"/>
                  </a:cubicBezTo>
                  <a:cubicBezTo>
                    <a:pt x="786" y="207"/>
                    <a:pt x="544" y="450"/>
                    <a:pt x="501" y="507"/>
                  </a:cubicBezTo>
                  <a:cubicBezTo>
                    <a:pt x="344" y="665"/>
                    <a:pt x="186" y="808"/>
                    <a:pt x="29" y="950"/>
                  </a:cubicBezTo>
                  <a:cubicBezTo>
                    <a:pt x="15" y="950"/>
                    <a:pt x="15" y="964"/>
                    <a:pt x="1" y="979"/>
                  </a:cubicBezTo>
                  <a:cubicBezTo>
                    <a:pt x="33" y="976"/>
                    <a:pt x="66" y="975"/>
                    <a:pt x="98" y="975"/>
                  </a:cubicBezTo>
                  <a:cubicBezTo>
                    <a:pt x="237" y="975"/>
                    <a:pt x="376" y="998"/>
                    <a:pt x="515" y="1021"/>
                  </a:cubicBezTo>
                  <a:cubicBezTo>
                    <a:pt x="701" y="1065"/>
                    <a:pt x="872" y="1079"/>
                    <a:pt x="1059" y="1093"/>
                  </a:cubicBezTo>
                  <a:cubicBezTo>
                    <a:pt x="1072" y="1093"/>
                    <a:pt x="1087" y="1079"/>
                    <a:pt x="1087" y="1079"/>
                  </a:cubicBezTo>
                  <a:cubicBezTo>
                    <a:pt x="1116" y="1036"/>
                    <a:pt x="1129" y="993"/>
                    <a:pt x="1129" y="950"/>
                  </a:cubicBezTo>
                  <a:cubicBezTo>
                    <a:pt x="1144" y="650"/>
                    <a:pt x="1116" y="350"/>
                    <a:pt x="1059" y="64"/>
                  </a:cubicBezTo>
                  <a:cubicBezTo>
                    <a:pt x="1050" y="22"/>
                    <a:pt x="1017" y="0"/>
                    <a:pt x="986"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62"/>
            <p:cNvSpPr/>
            <p:nvPr/>
          </p:nvSpPr>
          <p:spPr>
            <a:xfrm>
              <a:off x="6585050" y="504850"/>
              <a:ext cx="57900" cy="8750"/>
            </a:xfrm>
            <a:custGeom>
              <a:avLst/>
              <a:gdLst/>
              <a:ahLst/>
              <a:cxnLst/>
              <a:rect l="l" t="t" r="r" b="b"/>
              <a:pathLst>
                <a:path w="2316" h="350" extrusionOk="0">
                  <a:moveTo>
                    <a:pt x="29" y="0"/>
                  </a:moveTo>
                  <a:lnTo>
                    <a:pt x="0" y="143"/>
                  </a:lnTo>
                  <a:cubicBezTo>
                    <a:pt x="661" y="277"/>
                    <a:pt x="1322" y="349"/>
                    <a:pt x="1983" y="349"/>
                  </a:cubicBezTo>
                  <a:cubicBezTo>
                    <a:pt x="2094" y="349"/>
                    <a:pt x="2205" y="347"/>
                    <a:pt x="2316" y="343"/>
                  </a:cubicBezTo>
                  <a:lnTo>
                    <a:pt x="2316" y="200"/>
                  </a:lnTo>
                  <a:cubicBezTo>
                    <a:pt x="2207" y="204"/>
                    <a:pt x="2098" y="206"/>
                    <a:pt x="1989" y="206"/>
                  </a:cubicBezTo>
                  <a:cubicBezTo>
                    <a:pt x="1337" y="206"/>
                    <a:pt x="678" y="134"/>
                    <a:pt x="2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62"/>
            <p:cNvSpPr/>
            <p:nvPr/>
          </p:nvSpPr>
          <p:spPr>
            <a:xfrm>
              <a:off x="6712250" y="509125"/>
              <a:ext cx="44725" cy="5125"/>
            </a:xfrm>
            <a:custGeom>
              <a:avLst/>
              <a:gdLst/>
              <a:ahLst/>
              <a:cxnLst/>
              <a:rect l="l" t="t" r="r" b="b"/>
              <a:pathLst>
                <a:path w="1789" h="205" extrusionOk="0">
                  <a:moveTo>
                    <a:pt x="16" y="1"/>
                  </a:moveTo>
                  <a:lnTo>
                    <a:pt x="1" y="144"/>
                  </a:lnTo>
                  <a:cubicBezTo>
                    <a:pt x="323" y="183"/>
                    <a:pt x="650" y="205"/>
                    <a:pt x="978" y="205"/>
                  </a:cubicBezTo>
                  <a:cubicBezTo>
                    <a:pt x="1247" y="205"/>
                    <a:pt x="1518" y="190"/>
                    <a:pt x="1788" y="157"/>
                  </a:cubicBezTo>
                  <a:lnTo>
                    <a:pt x="1773" y="14"/>
                  </a:lnTo>
                  <a:cubicBezTo>
                    <a:pt x="1496" y="42"/>
                    <a:pt x="1219" y="56"/>
                    <a:pt x="942" y="56"/>
                  </a:cubicBezTo>
                  <a:cubicBezTo>
                    <a:pt x="633" y="56"/>
                    <a:pt x="324" y="38"/>
                    <a:pt x="1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62"/>
            <p:cNvSpPr/>
            <p:nvPr/>
          </p:nvSpPr>
          <p:spPr>
            <a:xfrm>
              <a:off x="6646500" y="523375"/>
              <a:ext cx="55425" cy="40100"/>
            </a:xfrm>
            <a:custGeom>
              <a:avLst/>
              <a:gdLst/>
              <a:ahLst/>
              <a:cxnLst/>
              <a:rect l="l" t="t" r="r" b="b"/>
              <a:pathLst>
                <a:path w="2217" h="1604" extrusionOk="0">
                  <a:moveTo>
                    <a:pt x="1742" y="1"/>
                  </a:moveTo>
                  <a:cubicBezTo>
                    <a:pt x="1583" y="1"/>
                    <a:pt x="1423" y="81"/>
                    <a:pt x="1316" y="188"/>
                  </a:cubicBezTo>
                  <a:cubicBezTo>
                    <a:pt x="1259" y="260"/>
                    <a:pt x="1202" y="346"/>
                    <a:pt x="1173" y="445"/>
                  </a:cubicBezTo>
                  <a:cubicBezTo>
                    <a:pt x="999" y="209"/>
                    <a:pt x="716" y="49"/>
                    <a:pt x="430" y="49"/>
                  </a:cubicBezTo>
                  <a:cubicBezTo>
                    <a:pt x="387" y="49"/>
                    <a:pt x="344" y="52"/>
                    <a:pt x="302" y="60"/>
                  </a:cubicBezTo>
                  <a:cubicBezTo>
                    <a:pt x="258" y="60"/>
                    <a:pt x="201" y="73"/>
                    <a:pt x="159" y="117"/>
                  </a:cubicBezTo>
                  <a:cubicBezTo>
                    <a:pt x="102" y="145"/>
                    <a:pt x="73" y="203"/>
                    <a:pt x="44" y="274"/>
                  </a:cubicBezTo>
                  <a:cubicBezTo>
                    <a:pt x="1" y="488"/>
                    <a:pt x="102" y="689"/>
                    <a:pt x="216" y="860"/>
                  </a:cubicBezTo>
                  <a:cubicBezTo>
                    <a:pt x="387" y="1160"/>
                    <a:pt x="601" y="1446"/>
                    <a:pt x="944" y="1531"/>
                  </a:cubicBezTo>
                  <a:lnTo>
                    <a:pt x="988" y="1303"/>
                  </a:lnTo>
                  <a:cubicBezTo>
                    <a:pt x="744" y="1245"/>
                    <a:pt x="573" y="988"/>
                    <a:pt x="416" y="731"/>
                  </a:cubicBezTo>
                  <a:cubicBezTo>
                    <a:pt x="330" y="603"/>
                    <a:pt x="244" y="460"/>
                    <a:pt x="287" y="331"/>
                  </a:cubicBezTo>
                  <a:cubicBezTo>
                    <a:pt x="287" y="317"/>
                    <a:pt x="287" y="302"/>
                    <a:pt x="302" y="302"/>
                  </a:cubicBezTo>
                  <a:lnTo>
                    <a:pt x="330" y="288"/>
                  </a:lnTo>
                  <a:cubicBezTo>
                    <a:pt x="357" y="285"/>
                    <a:pt x="384" y="283"/>
                    <a:pt x="411" y="283"/>
                  </a:cubicBezTo>
                  <a:cubicBezTo>
                    <a:pt x="713" y="283"/>
                    <a:pt x="1007" y="499"/>
                    <a:pt x="1074" y="788"/>
                  </a:cubicBezTo>
                  <a:lnTo>
                    <a:pt x="1173" y="1245"/>
                  </a:lnTo>
                  <a:lnTo>
                    <a:pt x="1302" y="788"/>
                  </a:lnTo>
                  <a:cubicBezTo>
                    <a:pt x="1345" y="645"/>
                    <a:pt x="1388" y="474"/>
                    <a:pt x="1502" y="346"/>
                  </a:cubicBezTo>
                  <a:cubicBezTo>
                    <a:pt x="1564" y="284"/>
                    <a:pt x="1656" y="237"/>
                    <a:pt x="1745" y="237"/>
                  </a:cubicBezTo>
                  <a:cubicBezTo>
                    <a:pt x="1779" y="237"/>
                    <a:pt x="1813" y="244"/>
                    <a:pt x="1845" y="260"/>
                  </a:cubicBezTo>
                  <a:cubicBezTo>
                    <a:pt x="1945" y="317"/>
                    <a:pt x="1960" y="474"/>
                    <a:pt x="1960" y="603"/>
                  </a:cubicBezTo>
                  <a:cubicBezTo>
                    <a:pt x="1931" y="917"/>
                    <a:pt x="1745" y="1217"/>
                    <a:pt x="1588" y="1474"/>
                  </a:cubicBezTo>
                  <a:lnTo>
                    <a:pt x="1788" y="1603"/>
                  </a:lnTo>
                  <a:cubicBezTo>
                    <a:pt x="1960" y="1317"/>
                    <a:pt x="2160" y="1003"/>
                    <a:pt x="2188" y="631"/>
                  </a:cubicBezTo>
                  <a:cubicBezTo>
                    <a:pt x="2217" y="374"/>
                    <a:pt x="2131" y="159"/>
                    <a:pt x="1960" y="60"/>
                  </a:cubicBezTo>
                  <a:cubicBezTo>
                    <a:pt x="1891" y="18"/>
                    <a:pt x="1816" y="1"/>
                    <a:pt x="17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62"/>
            <p:cNvSpPr/>
            <p:nvPr/>
          </p:nvSpPr>
          <p:spPr>
            <a:xfrm>
              <a:off x="6598625" y="568450"/>
              <a:ext cx="96500" cy="38950"/>
            </a:xfrm>
            <a:custGeom>
              <a:avLst/>
              <a:gdLst/>
              <a:ahLst/>
              <a:cxnLst/>
              <a:rect l="l" t="t" r="r" b="b"/>
              <a:pathLst>
                <a:path w="3860" h="1558" extrusionOk="0">
                  <a:moveTo>
                    <a:pt x="115" y="0"/>
                  </a:moveTo>
                  <a:cubicBezTo>
                    <a:pt x="86" y="29"/>
                    <a:pt x="44" y="58"/>
                    <a:pt x="1" y="86"/>
                  </a:cubicBezTo>
                  <a:cubicBezTo>
                    <a:pt x="787" y="801"/>
                    <a:pt x="1744" y="1272"/>
                    <a:pt x="2760" y="1458"/>
                  </a:cubicBezTo>
                  <a:cubicBezTo>
                    <a:pt x="3117" y="1529"/>
                    <a:pt x="3474" y="1558"/>
                    <a:pt x="3846" y="1558"/>
                  </a:cubicBezTo>
                  <a:cubicBezTo>
                    <a:pt x="3846" y="1501"/>
                    <a:pt x="3860" y="1458"/>
                    <a:pt x="3860" y="1401"/>
                  </a:cubicBezTo>
                  <a:lnTo>
                    <a:pt x="3860" y="1401"/>
                  </a:lnTo>
                  <a:cubicBezTo>
                    <a:pt x="3823" y="1402"/>
                    <a:pt x="3786" y="1402"/>
                    <a:pt x="3748" y="1402"/>
                  </a:cubicBezTo>
                  <a:cubicBezTo>
                    <a:pt x="2415" y="1402"/>
                    <a:pt x="1116" y="904"/>
                    <a:pt x="11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5" name="Google Shape;2435;p62"/>
          <p:cNvGrpSpPr/>
          <p:nvPr/>
        </p:nvGrpSpPr>
        <p:grpSpPr>
          <a:xfrm>
            <a:off x="2592393" y="2052110"/>
            <a:ext cx="1258555" cy="2017920"/>
            <a:chOff x="3945200" y="172538"/>
            <a:chExt cx="926225" cy="1485075"/>
          </a:xfrm>
        </p:grpSpPr>
        <p:sp>
          <p:nvSpPr>
            <p:cNvPr id="2436" name="Google Shape;2436;p62"/>
            <p:cNvSpPr/>
            <p:nvPr/>
          </p:nvSpPr>
          <p:spPr>
            <a:xfrm>
              <a:off x="4143400" y="1592213"/>
              <a:ext cx="75550" cy="65400"/>
            </a:xfrm>
            <a:custGeom>
              <a:avLst/>
              <a:gdLst/>
              <a:ahLst/>
              <a:cxnLst/>
              <a:rect l="l" t="t" r="r" b="b"/>
              <a:pathLst>
                <a:path w="3022" h="2616" extrusionOk="0">
                  <a:moveTo>
                    <a:pt x="1314" y="1"/>
                  </a:moveTo>
                  <a:cubicBezTo>
                    <a:pt x="340" y="1"/>
                    <a:pt x="0" y="1767"/>
                    <a:pt x="820" y="2374"/>
                  </a:cubicBezTo>
                  <a:cubicBezTo>
                    <a:pt x="1054" y="2551"/>
                    <a:pt x="1331" y="2615"/>
                    <a:pt x="1608" y="2615"/>
                  </a:cubicBezTo>
                  <a:cubicBezTo>
                    <a:pt x="2314" y="2615"/>
                    <a:pt x="3021" y="2202"/>
                    <a:pt x="3021" y="2202"/>
                  </a:cubicBezTo>
                  <a:lnTo>
                    <a:pt x="2907" y="687"/>
                  </a:lnTo>
                  <a:cubicBezTo>
                    <a:pt x="2907" y="687"/>
                    <a:pt x="2349" y="45"/>
                    <a:pt x="1348" y="1"/>
                  </a:cubicBezTo>
                  <a:cubicBezTo>
                    <a:pt x="1337" y="1"/>
                    <a:pt x="1325" y="1"/>
                    <a:pt x="1314"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62"/>
            <p:cNvSpPr/>
            <p:nvPr/>
          </p:nvSpPr>
          <p:spPr>
            <a:xfrm>
              <a:off x="4193175" y="1585638"/>
              <a:ext cx="80800" cy="68950"/>
            </a:xfrm>
            <a:custGeom>
              <a:avLst/>
              <a:gdLst/>
              <a:ahLst/>
              <a:cxnLst/>
              <a:rect l="l" t="t" r="r" b="b"/>
              <a:pathLst>
                <a:path w="3232" h="2758" extrusionOk="0">
                  <a:moveTo>
                    <a:pt x="1272" y="1"/>
                  </a:moveTo>
                  <a:cubicBezTo>
                    <a:pt x="1165" y="1"/>
                    <a:pt x="1056" y="11"/>
                    <a:pt x="944" y="36"/>
                  </a:cubicBezTo>
                  <a:cubicBezTo>
                    <a:pt x="658" y="93"/>
                    <a:pt x="458" y="279"/>
                    <a:pt x="329" y="522"/>
                  </a:cubicBezTo>
                  <a:cubicBezTo>
                    <a:pt x="1" y="1150"/>
                    <a:pt x="158" y="2194"/>
                    <a:pt x="815" y="2580"/>
                  </a:cubicBezTo>
                  <a:cubicBezTo>
                    <a:pt x="872" y="2608"/>
                    <a:pt x="944" y="2652"/>
                    <a:pt x="1015" y="2666"/>
                  </a:cubicBezTo>
                  <a:cubicBezTo>
                    <a:pt x="1215" y="2731"/>
                    <a:pt x="1413" y="2758"/>
                    <a:pt x="1604" y="2758"/>
                  </a:cubicBezTo>
                  <a:cubicBezTo>
                    <a:pt x="2043" y="2758"/>
                    <a:pt x="2447" y="2615"/>
                    <a:pt x="2745" y="2465"/>
                  </a:cubicBezTo>
                  <a:cubicBezTo>
                    <a:pt x="3045" y="2323"/>
                    <a:pt x="3231" y="2166"/>
                    <a:pt x="3231" y="2166"/>
                  </a:cubicBezTo>
                  <a:lnTo>
                    <a:pt x="2988" y="794"/>
                  </a:lnTo>
                  <a:cubicBezTo>
                    <a:pt x="2988" y="794"/>
                    <a:pt x="2888" y="693"/>
                    <a:pt x="2702" y="550"/>
                  </a:cubicBezTo>
                  <a:cubicBezTo>
                    <a:pt x="2631" y="493"/>
                    <a:pt x="2545" y="436"/>
                    <a:pt x="2445" y="379"/>
                  </a:cubicBezTo>
                  <a:cubicBezTo>
                    <a:pt x="2416" y="365"/>
                    <a:pt x="2387" y="350"/>
                    <a:pt x="2359" y="321"/>
                  </a:cubicBezTo>
                  <a:cubicBezTo>
                    <a:pt x="2316" y="308"/>
                    <a:pt x="2273" y="279"/>
                    <a:pt x="2216" y="251"/>
                  </a:cubicBezTo>
                  <a:cubicBezTo>
                    <a:pt x="2202" y="251"/>
                    <a:pt x="2187" y="236"/>
                    <a:pt x="2174" y="236"/>
                  </a:cubicBezTo>
                  <a:lnTo>
                    <a:pt x="2174" y="222"/>
                  </a:lnTo>
                  <a:cubicBezTo>
                    <a:pt x="1903" y="103"/>
                    <a:pt x="1601" y="1"/>
                    <a:pt x="127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62"/>
            <p:cNvSpPr/>
            <p:nvPr/>
          </p:nvSpPr>
          <p:spPr>
            <a:xfrm>
              <a:off x="4241775" y="1527488"/>
              <a:ext cx="180125" cy="122200"/>
            </a:xfrm>
            <a:custGeom>
              <a:avLst/>
              <a:gdLst/>
              <a:ahLst/>
              <a:cxnLst/>
              <a:rect l="l" t="t" r="r" b="b"/>
              <a:pathLst>
                <a:path w="7205" h="4888" extrusionOk="0">
                  <a:moveTo>
                    <a:pt x="3101" y="0"/>
                  </a:moveTo>
                  <a:cubicBezTo>
                    <a:pt x="2541" y="0"/>
                    <a:pt x="2159" y="61"/>
                    <a:pt x="2159" y="61"/>
                  </a:cubicBezTo>
                  <a:lnTo>
                    <a:pt x="2116" y="761"/>
                  </a:lnTo>
                  <a:lnTo>
                    <a:pt x="1973" y="2491"/>
                  </a:lnTo>
                  <a:cubicBezTo>
                    <a:pt x="1752" y="2410"/>
                    <a:pt x="1546" y="2374"/>
                    <a:pt x="1358" y="2374"/>
                  </a:cubicBezTo>
                  <a:cubicBezTo>
                    <a:pt x="1013" y="2374"/>
                    <a:pt x="728" y="2496"/>
                    <a:pt x="515" y="2691"/>
                  </a:cubicBezTo>
                  <a:cubicBezTo>
                    <a:pt x="515" y="2691"/>
                    <a:pt x="515" y="2705"/>
                    <a:pt x="501" y="2705"/>
                  </a:cubicBezTo>
                  <a:cubicBezTo>
                    <a:pt x="443" y="2762"/>
                    <a:pt x="386" y="2819"/>
                    <a:pt x="344" y="2891"/>
                  </a:cubicBezTo>
                  <a:cubicBezTo>
                    <a:pt x="1" y="3377"/>
                    <a:pt x="1" y="4092"/>
                    <a:pt x="443" y="4534"/>
                  </a:cubicBezTo>
                  <a:cubicBezTo>
                    <a:pt x="573" y="4649"/>
                    <a:pt x="687" y="4734"/>
                    <a:pt x="801" y="4791"/>
                  </a:cubicBezTo>
                  <a:cubicBezTo>
                    <a:pt x="935" y="4860"/>
                    <a:pt x="1063" y="4888"/>
                    <a:pt x="1190" y="4888"/>
                  </a:cubicBezTo>
                  <a:cubicBezTo>
                    <a:pt x="1704" y="4888"/>
                    <a:pt x="2203" y="4429"/>
                    <a:pt x="2959" y="4292"/>
                  </a:cubicBezTo>
                  <a:cubicBezTo>
                    <a:pt x="3145" y="4259"/>
                    <a:pt x="3361" y="4248"/>
                    <a:pt x="3593" y="4248"/>
                  </a:cubicBezTo>
                  <a:cubicBezTo>
                    <a:pt x="4074" y="4248"/>
                    <a:pt x="4626" y="4296"/>
                    <a:pt x="5146" y="4305"/>
                  </a:cubicBezTo>
                  <a:cubicBezTo>
                    <a:pt x="5212" y="4307"/>
                    <a:pt x="5277" y="4308"/>
                    <a:pt x="5341" y="4308"/>
                  </a:cubicBezTo>
                  <a:cubicBezTo>
                    <a:pt x="5981" y="4308"/>
                    <a:pt x="6561" y="4233"/>
                    <a:pt x="6847" y="3934"/>
                  </a:cubicBezTo>
                  <a:cubicBezTo>
                    <a:pt x="7176" y="3591"/>
                    <a:pt x="7205" y="3048"/>
                    <a:pt x="7148" y="2590"/>
                  </a:cubicBezTo>
                  <a:lnTo>
                    <a:pt x="7148" y="2562"/>
                  </a:lnTo>
                  <a:cubicBezTo>
                    <a:pt x="7090" y="2091"/>
                    <a:pt x="6947" y="1704"/>
                    <a:pt x="6947" y="1704"/>
                  </a:cubicBezTo>
                  <a:cubicBezTo>
                    <a:pt x="6662" y="1247"/>
                    <a:pt x="6290" y="904"/>
                    <a:pt x="5875" y="661"/>
                  </a:cubicBezTo>
                  <a:cubicBezTo>
                    <a:pt x="4973" y="115"/>
                    <a:pt x="3870" y="0"/>
                    <a:pt x="31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62"/>
            <p:cNvSpPr/>
            <p:nvPr/>
          </p:nvSpPr>
          <p:spPr>
            <a:xfrm>
              <a:off x="4229625" y="1542038"/>
              <a:ext cx="191200" cy="58450"/>
            </a:xfrm>
            <a:custGeom>
              <a:avLst/>
              <a:gdLst/>
              <a:ahLst/>
              <a:cxnLst/>
              <a:rect l="l" t="t" r="r" b="b"/>
              <a:pathLst>
                <a:path w="7648" h="2338" extrusionOk="0">
                  <a:moveTo>
                    <a:pt x="4501" y="0"/>
                  </a:moveTo>
                  <a:cubicBezTo>
                    <a:pt x="3789" y="0"/>
                    <a:pt x="3093" y="45"/>
                    <a:pt x="2602" y="179"/>
                  </a:cubicBezTo>
                  <a:cubicBezTo>
                    <a:pt x="2216" y="293"/>
                    <a:pt x="1958" y="451"/>
                    <a:pt x="1916" y="680"/>
                  </a:cubicBezTo>
                  <a:cubicBezTo>
                    <a:pt x="1787" y="1294"/>
                    <a:pt x="1244" y="1722"/>
                    <a:pt x="758" y="1995"/>
                  </a:cubicBezTo>
                  <a:cubicBezTo>
                    <a:pt x="358" y="2223"/>
                    <a:pt x="1" y="2338"/>
                    <a:pt x="1" y="2338"/>
                  </a:cubicBezTo>
                  <a:lnTo>
                    <a:pt x="830" y="2309"/>
                  </a:lnTo>
                  <a:lnTo>
                    <a:pt x="1244" y="2294"/>
                  </a:lnTo>
                  <a:lnTo>
                    <a:pt x="3531" y="2208"/>
                  </a:lnTo>
                  <a:lnTo>
                    <a:pt x="4160" y="2195"/>
                  </a:lnTo>
                  <a:lnTo>
                    <a:pt x="4203" y="2195"/>
                  </a:lnTo>
                  <a:lnTo>
                    <a:pt x="7647" y="2065"/>
                  </a:lnTo>
                  <a:lnTo>
                    <a:pt x="7634" y="2008"/>
                  </a:lnTo>
                  <a:lnTo>
                    <a:pt x="7634" y="1980"/>
                  </a:lnTo>
                  <a:lnTo>
                    <a:pt x="7462" y="179"/>
                  </a:lnTo>
                  <a:cubicBezTo>
                    <a:pt x="7462" y="179"/>
                    <a:pt x="7018" y="122"/>
                    <a:pt x="6361" y="79"/>
                  </a:cubicBezTo>
                  <a:cubicBezTo>
                    <a:pt x="5826" y="38"/>
                    <a:pt x="5157" y="0"/>
                    <a:pt x="45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62"/>
            <p:cNvSpPr/>
            <p:nvPr/>
          </p:nvSpPr>
          <p:spPr>
            <a:xfrm>
              <a:off x="4248550" y="1527488"/>
              <a:ext cx="173350" cy="107700"/>
            </a:xfrm>
            <a:custGeom>
              <a:avLst/>
              <a:gdLst/>
              <a:ahLst/>
              <a:cxnLst/>
              <a:rect l="l" t="t" r="r" b="b"/>
              <a:pathLst>
                <a:path w="6934" h="4308" extrusionOk="0">
                  <a:moveTo>
                    <a:pt x="2830" y="0"/>
                  </a:moveTo>
                  <a:cubicBezTo>
                    <a:pt x="2270" y="0"/>
                    <a:pt x="1888" y="61"/>
                    <a:pt x="1888" y="61"/>
                  </a:cubicBezTo>
                  <a:lnTo>
                    <a:pt x="1845" y="761"/>
                  </a:lnTo>
                  <a:cubicBezTo>
                    <a:pt x="1459" y="875"/>
                    <a:pt x="1201" y="1033"/>
                    <a:pt x="1159" y="1262"/>
                  </a:cubicBezTo>
                  <a:cubicBezTo>
                    <a:pt x="1030" y="1876"/>
                    <a:pt x="487" y="2304"/>
                    <a:pt x="1" y="2577"/>
                  </a:cubicBezTo>
                  <a:cubicBezTo>
                    <a:pt x="44" y="2605"/>
                    <a:pt x="87" y="2634"/>
                    <a:pt x="144" y="2647"/>
                  </a:cubicBezTo>
                  <a:cubicBezTo>
                    <a:pt x="172" y="2662"/>
                    <a:pt x="216" y="2676"/>
                    <a:pt x="244" y="2691"/>
                  </a:cubicBezTo>
                  <a:cubicBezTo>
                    <a:pt x="330" y="2719"/>
                    <a:pt x="430" y="2748"/>
                    <a:pt x="530" y="2762"/>
                  </a:cubicBezTo>
                  <a:cubicBezTo>
                    <a:pt x="637" y="2784"/>
                    <a:pt x="744" y="2794"/>
                    <a:pt x="850" y="2794"/>
                  </a:cubicBezTo>
                  <a:cubicBezTo>
                    <a:pt x="1428" y="2794"/>
                    <a:pt x="1996" y="2495"/>
                    <a:pt x="2503" y="2205"/>
                  </a:cubicBezTo>
                  <a:cubicBezTo>
                    <a:pt x="2589" y="2405"/>
                    <a:pt x="2688" y="2590"/>
                    <a:pt x="2774" y="2790"/>
                  </a:cubicBezTo>
                  <a:cubicBezTo>
                    <a:pt x="2802" y="2848"/>
                    <a:pt x="2831" y="2891"/>
                    <a:pt x="2846" y="2948"/>
                  </a:cubicBezTo>
                  <a:cubicBezTo>
                    <a:pt x="2898" y="2967"/>
                    <a:pt x="2953" y="2975"/>
                    <a:pt x="3007" y="2975"/>
                  </a:cubicBezTo>
                  <a:cubicBezTo>
                    <a:pt x="3163" y="2975"/>
                    <a:pt x="3318" y="2904"/>
                    <a:pt x="3403" y="2777"/>
                  </a:cubicBezTo>
                  <a:cubicBezTo>
                    <a:pt x="3418" y="2762"/>
                    <a:pt x="3431" y="2748"/>
                    <a:pt x="3431" y="2733"/>
                  </a:cubicBezTo>
                  <a:cubicBezTo>
                    <a:pt x="3446" y="2748"/>
                    <a:pt x="3446" y="2762"/>
                    <a:pt x="3446" y="2777"/>
                  </a:cubicBezTo>
                  <a:cubicBezTo>
                    <a:pt x="3560" y="3061"/>
                    <a:pt x="3874" y="3232"/>
                    <a:pt x="4182" y="3232"/>
                  </a:cubicBezTo>
                  <a:cubicBezTo>
                    <a:pt x="4338" y="3232"/>
                    <a:pt x="4493" y="3188"/>
                    <a:pt x="4618" y="3091"/>
                  </a:cubicBezTo>
                  <a:cubicBezTo>
                    <a:pt x="4861" y="3448"/>
                    <a:pt x="4918" y="3863"/>
                    <a:pt x="4875" y="4305"/>
                  </a:cubicBezTo>
                  <a:cubicBezTo>
                    <a:pt x="4941" y="4307"/>
                    <a:pt x="5006" y="4308"/>
                    <a:pt x="5070" y="4308"/>
                  </a:cubicBezTo>
                  <a:cubicBezTo>
                    <a:pt x="5710" y="4308"/>
                    <a:pt x="6290" y="4233"/>
                    <a:pt x="6576" y="3934"/>
                  </a:cubicBezTo>
                  <a:cubicBezTo>
                    <a:pt x="6905" y="3591"/>
                    <a:pt x="6934" y="3048"/>
                    <a:pt x="6877" y="2590"/>
                  </a:cubicBezTo>
                  <a:lnTo>
                    <a:pt x="6877" y="2562"/>
                  </a:lnTo>
                  <a:lnTo>
                    <a:pt x="6705" y="761"/>
                  </a:lnTo>
                  <a:cubicBezTo>
                    <a:pt x="6705" y="761"/>
                    <a:pt x="6261" y="704"/>
                    <a:pt x="5604" y="661"/>
                  </a:cubicBezTo>
                  <a:cubicBezTo>
                    <a:pt x="4702" y="115"/>
                    <a:pt x="3599" y="0"/>
                    <a:pt x="2830"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62"/>
            <p:cNvSpPr/>
            <p:nvPr/>
          </p:nvSpPr>
          <p:spPr>
            <a:xfrm>
              <a:off x="4260700" y="1094813"/>
              <a:ext cx="166200" cy="491725"/>
            </a:xfrm>
            <a:custGeom>
              <a:avLst/>
              <a:gdLst/>
              <a:ahLst/>
              <a:cxnLst/>
              <a:rect l="l" t="t" r="r" b="b"/>
              <a:pathLst>
                <a:path w="6648" h="19669" extrusionOk="0">
                  <a:moveTo>
                    <a:pt x="1" y="1"/>
                  </a:moveTo>
                  <a:cubicBezTo>
                    <a:pt x="1" y="1"/>
                    <a:pt x="58" y="1445"/>
                    <a:pt x="130" y="3574"/>
                  </a:cubicBezTo>
                  <a:cubicBezTo>
                    <a:pt x="273" y="7963"/>
                    <a:pt x="444" y="15281"/>
                    <a:pt x="230" y="19097"/>
                  </a:cubicBezTo>
                  <a:lnTo>
                    <a:pt x="230" y="19169"/>
                  </a:lnTo>
                  <a:cubicBezTo>
                    <a:pt x="230" y="19169"/>
                    <a:pt x="902" y="19125"/>
                    <a:pt x="1630" y="18283"/>
                  </a:cubicBezTo>
                  <a:cubicBezTo>
                    <a:pt x="1630" y="18283"/>
                    <a:pt x="1973" y="18883"/>
                    <a:pt x="2217" y="19255"/>
                  </a:cubicBezTo>
                  <a:cubicBezTo>
                    <a:pt x="2244" y="19299"/>
                    <a:pt x="2276" y="19319"/>
                    <a:pt x="2310" y="19319"/>
                  </a:cubicBezTo>
                  <a:cubicBezTo>
                    <a:pt x="2559" y="19319"/>
                    <a:pt x="2945" y="18268"/>
                    <a:pt x="2945" y="18268"/>
                  </a:cubicBezTo>
                  <a:lnTo>
                    <a:pt x="3717" y="19669"/>
                  </a:lnTo>
                  <a:cubicBezTo>
                    <a:pt x="3717" y="19669"/>
                    <a:pt x="4247" y="19040"/>
                    <a:pt x="4590" y="18268"/>
                  </a:cubicBezTo>
                  <a:cubicBezTo>
                    <a:pt x="4590" y="18268"/>
                    <a:pt x="5375" y="19312"/>
                    <a:pt x="6433" y="19426"/>
                  </a:cubicBezTo>
                  <a:cubicBezTo>
                    <a:pt x="6433" y="19426"/>
                    <a:pt x="6619" y="7290"/>
                    <a:pt x="6648" y="3103"/>
                  </a:cubicBezTo>
                  <a:lnTo>
                    <a:pt x="6648" y="3103"/>
                  </a:lnTo>
                  <a:cubicBezTo>
                    <a:pt x="6648" y="3103"/>
                    <a:pt x="6574" y="3109"/>
                    <a:pt x="6440" y="3109"/>
                  </a:cubicBezTo>
                  <a:cubicBezTo>
                    <a:pt x="5640" y="3109"/>
                    <a:pt x="2680" y="2900"/>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62"/>
            <p:cNvSpPr/>
            <p:nvPr/>
          </p:nvSpPr>
          <p:spPr>
            <a:xfrm>
              <a:off x="4262125" y="1131988"/>
              <a:ext cx="164775" cy="454550"/>
            </a:xfrm>
            <a:custGeom>
              <a:avLst/>
              <a:gdLst/>
              <a:ahLst/>
              <a:cxnLst/>
              <a:rect l="l" t="t" r="r" b="b"/>
              <a:pathLst>
                <a:path w="6591" h="18182" extrusionOk="0">
                  <a:moveTo>
                    <a:pt x="1" y="0"/>
                  </a:moveTo>
                  <a:cubicBezTo>
                    <a:pt x="16" y="572"/>
                    <a:pt x="44" y="1273"/>
                    <a:pt x="73" y="2087"/>
                  </a:cubicBezTo>
                  <a:cubicBezTo>
                    <a:pt x="616" y="2474"/>
                    <a:pt x="1274" y="2788"/>
                    <a:pt x="2059" y="2988"/>
                  </a:cubicBezTo>
                  <a:cubicBezTo>
                    <a:pt x="2846" y="3188"/>
                    <a:pt x="3803" y="3345"/>
                    <a:pt x="4146" y="4103"/>
                  </a:cubicBezTo>
                  <a:cubicBezTo>
                    <a:pt x="4275" y="4360"/>
                    <a:pt x="4289" y="4675"/>
                    <a:pt x="4304" y="4961"/>
                  </a:cubicBezTo>
                  <a:cubicBezTo>
                    <a:pt x="4461" y="8576"/>
                    <a:pt x="4618" y="12178"/>
                    <a:pt x="4790" y="15780"/>
                  </a:cubicBezTo>
                  <a:cubicBezTo>
                    <a:pt x="4546" y="15752"/>
                    <a:pt x="4332" y="15595"/>
                    <a:pt x="4203" y="15395"/>
                  </a:cubicBezTo>
                  <a:cubicBezTo>
                    <a:pt x="4018" y="15923"/>
                    <a:pt x="3832" y="16466"/>
                    <a:pt x="3632" y="17010"/>
                  </a:cubicBezTo>
                  <a:cubicBezTo>
                    <a:pt x="3332" y="16653"/>
                    <a:pt x="3103" y="16238"/>
                    <a:pt x="2960" y="15795"/>
                  </a:cubicBezTo>
                  <a:cubicBezTo>
                    <a:pt x="2903" y="16266"/>
                    <a:pt x="2717" y="16739"/>
                    <a:pt x="2417" y="17124"/>
                  </a:cubicBezTo>
                  <a:cubicBezTo>
                    <a:pt x="2174" y="16767"/>
                    <a:pt x="1931" y="16409"/>
                    <a:pt x="1674" y="16052"/>
                  </a:cubicBezTo>
                  <a:cubicBezTo>
                    <a:pt x="1173" y="16567"/>
                    <a:pt x="673" y="17095"/>
                    <a:pt x="173" y="17610"/>
                  </a:cubicBezTo>
                  <a:lnTo>
                    <a:pt x="173" y="17682"/>
                  </a:lnTo>
                  <a:cubicBezTo>
                    <a:pt x="173" y="17682"/>
                    <a:pt x="845" y="17638"/>
                    <a:pt x="1573" y="16796"/>
                  </a:cubicBezTo>
                  <a:cubicBezTo>
                    <a:pt x="1573" y="16796"/>
                    <a:pt x="1916" y="17396"/>
                    <a:pt x="2160" y="17768"/>
                  </a:cubicBezTo>
                  <a:cubicBezTo>
                    <a:pt x="2188" y="17810"/>
                    <a:pt x="2217" y="17825"/>
                    <a:pt x="2259" y="17825"/>
                  </a:cubicBezTo>
                  <a:cubicBezTo>
                    <a:pt x="2503" y="17825"/>
                    <a:pt x="2888" y="16781"/>
                    <a:pt x="2888" y="16781"/>
                  </a:cubicBezTo>
                  <a:lnTo>
                    <a:pt x="3660" y="18182"/>
                  </a:lnTo>
                  <a:cubicBezTo>
                    <a:pt x="3660" y="18182"/>
                    <a:pt x="4190" y="17553"/>
                    <a:pt x="4533" y="16781"/>
                  </a:cubicBezTo>
                  <a:cubicBezTo>
                    <a:pt x="4533" y="16781"/>
                    <a:pt x="5318" y="17825"/>
                    <a:pt x="6376" y="17939"/>
                  </a:cubicBezTo>
                  <a:cubicBezTo>
                    <a:pt x="6376" y="17939"/>
                    <a:pt x="6547" y="6504"/>
                    <a:pt x="6591" y="2001"/>
                  </a:cubicBezTo>
                  <a:cubicBezTo>
                    <a:pt x="5776" y="1988"/>
                    <a:pt x="5032" y="1930"/>
                    <a:pt x="4346" y="1830"/>
                  </a:cubicBezTo>
                  <a:cubicBezTo>
                    <a:pt x="2474" y="1544"/>
                    <a:pt x="1059" y="930"/>
                    <a:pt x="1"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62"/>
            <p:cNvSpPr/>
            <p:nvPr/>
          </p:nvSpPr>
          <p:spPr>
            <a:xfrm>
              <a:off x="4662350" y="1592213"/>
              <a:ext cx="75550" cy="65325"/>
            </a:xfrm>
            <a:custGeom>
              <a:avLst/>
              <a:gdLst/>
              <a:ahLst/>
              <a:cxnLst/>
              <a:rect l="l" t="t" r="r" b="b"/>
              <a:pathLst>
                <a:path w="3022" h="2613" extrusionOk="0">
                  <a:moveTo>
                    <a:pt x="1708" y="1"/>
                  </a:moveTo>
                  <a:cubicBezTo>
                    <a:pt x="1697" y="1"/>
                    <a:pt x="1685" y="1"/>
                    <a:pt x="1673" y="1"/>
                  </a:cubicBezTo>
                  <a:cubicBezTo>
                    <a:pt x="1273" y="16"/>
                    <a:pt x="944" y="130"/>
                    <a:pt x="702" y="259"/>
                  </a:cubicBezTo>
                  <a:cubicBezTo>
                    <a:pt x="315" y="459"/>
                    <a:pt x="115" y="687"/>
                    <a:pt x="115" y="687"/>
                  </a:cubicBezTo>
                  <a:lnTo>
                    <a:pt x="1" y="2202"/>
                  </a:lnTo>
                  <a:cubicBezTo>
                    <a:pt x="1" y="2202"/>
                    <a:pt x="73" y="2246"/>
                    <a:pt x="216" y="2317"/>
                  </a:cubicBezTo>
                  <a:cubicBezTo>
                    <a:pt x="485" y="2434"/>
                    <a:pt x="951" y="2613"/>
                    <a:pt x="1416" y="2613"/>
                  </a:cubicBezTo>
                  <a:cubicBezTo>
                    <a:pt x="1692" y="2613"/>
                    <a:pt x="1968" y="2550"/>
                    <a:pt x="2202" y="2374"/>
                  </a:cubicBezTo>
                  <a:cubicBezTo>
                    <a:pt x="3021" y="1767"/>
                    <a:pt x="2682" y="1"/>
                    <a:pt x="170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62"/>
            <p:cNvSpPr/>
            <p:nvPr/>
          </p:nvSpPr>
          <p:spPr>
            <a:xfrm>
              <a:off x="4606975" y="1585638"/>
              <a:ext cx="81125" cy="68950"/>
            </a:xfrm>
            <a:custGeom>
              <a:avLst/>
              <a:gdLst/>
              <a:ahLst/>
              <a:cxnLst/>
              <a:rect l="l" t="t" r="r" b="b"/>
              <a:pathLst>
                <a:path w="3245" h="2758" extrusionOk="0">
                  <a:moveTo>
                    <a:pt x="1953" y="1"/>
                  </a:moveTo>
                  <a:cubicBezTo>
                    <a:pt x="1608" y="1"/>
                    <a:pt x="1287" y="109"/>
                    <a:pt x="1015" y="251"/>
                  </a:cubicBezTo>
                  <a:cubicBezTo>
                    <a:pt x="944" y="293"/>
                    <a:pt x="858" y="336"/>
                    <a:pt x="786" y="379"/>
                  </a:cubicBezTo>
                  <a:cubicBezTo>
                    <a:pt x="700" y="436"/>
                    <a:pt x="615" y="493"/>
                    <a:pt x="544" y="550"/>
                  </a:cubicBezTo>
                  <a:cubicBezTo>
                    <a:pt x="386" y="679"/>
                    <a:pt x="272" y="779"/>
                    <a:pt x="258" y="794"/>
                  </a:cubicBezTo>
                  <a:lnTo>
                    <a:pt x="1" y="2166"/>
                  </a:lnTo>
                  <a:cubicBezTo>
                    <a:pt x="1" y="2166"/>
                    <a:pt x="172" y="2309"/>
                    <a:pt x="458" y="2452"/>
                  </a:cubicBezTo>
                  <a:cubicBezTo>
                    <a:pt x="472" y="2452"/>
                    <a:pt x="487" y="2465"/>
                    <a:pt x="500" y="2465"/>
                  </a:cubicBezTo>
                  <a:cubicBezTo>
                    <a:pt x="790" y="2615"/>
                    <a:pt x="1196" y="2758"/>
                    <a:pt x="1634" y="2758"/>
                  </a:cubicBezTo>
                  <a:cubicBezTo>
                    <a:pt x="1824" y="2758"/>
                    <a:pt x="2021" y="2731"/>
                    <a:pt x="2216" y="2666"/>
                  </a:cubicBezTo>
                  <a:cubicBezTo>
                    <a:pt x="2301" y="2652"/>
                    <a:pt x="2373" y="2608"/>
                    <a:pt x="2431" y="2580"/>
                  </a:cubicBezTo>
                  <a:cubicBezTo>
                    <a:pt x="3073" y="2194"/>
                    <a:pt x="3245" y="1150"/>
                    <a:pt x="2917" y="522"/>
                  </a:cubicBezTo>
                  <a:cubicBezTo>
                    <a:pt x="2787" y="279"/>
                    <a:pt x="2573" y="93"/>
                    <a:pt x="2288" y="36"/>
                  </a:cubicBezTo>
                  <a:cubicBezTo>
                    <a:pt x="2174" y="12"/>
                    <a:pt x="2063" y="1"/>
                    <a:pt x="195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62"/>
            <p:cNvSpPr/>
            <p:nvPr/>
          </p:nvSpPr>
          <p:spPr>
            <a:xfrm>
              <a:off x="4459375" y="1527488"/>
              <a:ext cx="180125" cy="122175"/>
            </a:xfrm>
            <a:custGeom>
              <a:avLst/>
              <a:gdLst/>
              <a:ahLst/>
              <a:cxnLst/>
              <a:rect l="l" t="t" r="r" b="b"/>
              <a:pathLst>
                <a:path w="7205" h="4887" extrusionOk="0">
                  <a:moveTo>
                    <a:pt x="4095" y="0"/>
                  </a:moveTo>
                  <a:cubicBezTo>
                    <a:pt x="3328" y="0"/>
                    <a:pt x="2226" y="115"/>
                    <a:pt x="1316" y="661"/>
                  </a:cubicBezTo>
                  <a:cubicBezTo>
                    <a:pt x="902" y="904"/>
                    <a:pt x="530" y="1247"/>
                    <a:pt x="258" y="1704"/>
                  </a:cubicBezTo>
                  <a:cubicBezTo>
                    <a:pt x="258" y="1704"/>
                    <a:pt x="144" y="1990"/>
                    <a:pt x="73" y="2376"/>
                  </a:cubicBezTo>
                  <a:cubicBezTo>
                    <a:pt x="73" y="2434"/>
                    <a:pt x="58" y="2505"/>
                    <a:pt x="44" y="2562"/>
                  </a:cubicBezTo>
                  <a:lnTo>
                    <a:pt x="44" y="2590"/>
                  </a:lnTo>
                  <a:cubicBezTo>
                    <a:pt x="1" y="3048"/>
                    <a:pt x="30" y="3591"/>
                    <a:pt x="344" y="3934"/>
                  </a:cubicBezTo>
                  <a:cubicBezTo>
                    <a:pt x="636" y="4236"/>
                    <a:pt x="1188" y="4306"/>
                    <a:pt x="1812" y="4306"/>
                  </a:cubicBezTo>
                  <a:cubicBezTo>
                    <a:pt x="2104" y="4306"/>
                    <a:pt x="2412" y="4291"/>
                    <a:pt x="2717" y="4277"/>
                  </a:cubicBezTo>
                  <a:cubicBezTo>
                    <a:pt x="3014" y="4262"/>
                    <a:pt x="3311" y="4246"/>
                    <a:pt x="3584" y="4246"/>
                  </a:cubicBezTo>
                  <a:cubicBezTo>
                    <a:pt x="3824" y="4246"/>
                    <a:pt x="4045" y="4258"/>
                    <a:pt x="4232" y="4292"/>
                  </a:cubicBezTo>
                  <a:cubicBezTo>
                    <a:pt x="5003" y="4422"/>
                    <a:pt x="5508" y="4886"/>
                    <a:pt x="6024" y="4886"/>
                  </a:cubicBezTo>
                  <a:cubicBezTo>
                    <a:pt x="6130" y="4886"/>
                    <a:pt x="6237" y="4867"/>
                    <a:pt x="6347" y="4820"/>
                  </a:cubicBezTo>
                  <a:cubicBezTo>
                    <a:pt x="6362" y="4806"/>
                    <a:pt x="6376" y="4806"/>
                    <a:pt x="6404" y="4791"/>
                  </a:cubicBezTo>
                  <a:cubicBezTo>
                    <a:pt x="6505" y="4734"/>
                    <a:pt x="6633" y="4649"/>
                    <a:pt x="6747" y="4534"/>
                  </a:cubicBezTo>
                  <a:cubicBezTo>
                    <a:pt x="7205" y="4092"/>
                    <a:pt x="7191" y="3377"/>
                    <a:pt x="6848" y="2891"/>
                  </a:cubicBezTo>
                  <a:cubicBezTo>
                    <a:pt x="6805" y="2819"/>
                    <a:pt x="6747" y="2762"/>
                    <a:pt x="6690" y="2705"/>
                  </a:cubicBezTo>
                  <a:cubicBezTo>
                    <a:pt x="6486" y="2500"/>
                    <a:pt x="6196" y="2368"/>
                    <a:pt x="5845" y="2368"/>
                  </a:cubicBezTo>
                  <a:cubicBezTo>
                    <a:pt x="5657" y="2368"/>
                    <a:pt x="5452" y="2406"/>
                    <a:pt x="5232" y="2491"/>
                  </a:cubicBezTo>
                  <a:lnTo>
                    <a:pt x="5089" y="761"/>
                  </a:lnTo>
                  <a:lnTo>
                    <a:pt x="5032" y="61"/>
                  </a:lnTo>
                  <a:cubicBezTo>
                    <a:pt x="5032" y="61"/>
                    <a:pt x="4652" y="0"/>
                    <a:pt x="409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62"/>
            <p:cNvSpPr/>
            <p:nvPr/>
          </p:nvSpPr>
          <p:spPr>
            <a:xfrm>
              <a:off x="4460475" y="1542038"/>
              <a:ext cx="191175" cy="58450"/>
            </a:xfrm>
            <a:custGeom>
              <a:avLst/>
              <a:gdLst/>
              <a:ahLst/>
              <a:cxnLst/>
              <a:rect l="l" t="t" r="r" b="b"/>
              <a:pathLst>
                <a:path w="7647" h="2338" extrusionOk="0">
                  <a:moveTo>
                    <a:pt x="3145" y="0"/>
                  </a:moveTo>
                  <a:cubicBezTo>
                    <a:pt x="2487" y="0"/>
                    <a:pt x="1814" y="38"/>
                    <a:pt x="1272" y="79"/>
                  </a:cubicBezTo>
                  <a:cubicBezTo>
                    <a:pt x="629" y="122"/>
                    <a:pt x="172" y="179"/>
                    <a:pt x="172" y="179"/>
                  </a:cubicBezTo>
                  <a:lnTo>
                    <a:pt x="29" y="1794"/>
                  </a:lnTo>
                  <a:lnTo>
                    <a:pt x="0" y="1980"/>
                  </a:lnTo>
                  <a:lnTo>
                    <a:pt x="0" y="2008"/>
                  </a:lnTo>
                  <a:lnTo>
                    <a:pt x="0" y="2065"/>
                  </a:lnTo>
                  <a:lnTo>
                    <a:pt x="1844" y="2137"/>
                  </a:lnTo>
                  <a:lnTo>
                    <a:pt x="3302" y="2180"/>
                  </a:lnTo>
                  <a:lnTo>
                    <a:pt x="3402" y="2195"/>
                  </a:lnTo>
                  <a:lnTo>
                    <a:pt x="4474" y="2223"/>
                  </a:lnTo>
                  <a:lnTo>
                    <a:pt x="5846" y="2280"/>
                  </a:lnTo>
                  <a:lnTo>
                    <a:pt x="6404" y="2294"/>
                  </a:lnTo>
                  <a:lnTo>
                    <a:pt x="6804" y="2309"/>
                  </a:lnTo>
                  <a:lnTo>
                    <a:pt x="7647" y="2338"/>
                  </a:lnTo>
                  <a:cubicBezTo>
                    <a:pt x="7647" y="2338"/>
                    <a:pt x="7290" y="2223"/>
                    <a:pt x="6875" y="1995"/>
                  </a:cubicBezTo>
                  <a:cubicBezTo>
                    <a:pt x="6404" y="1722"/>
                    <a:pt x="5861" y="1294"/>
                    <a:pt x="5731" y="680"/>
                  </a:cubicBezTo>
                  <a:cubicBezTo>
                    <a:pt x="5674" y="451"/>
                    <a:pt x="5417" y="293"/>
                    <a:pt x="5045" y="179"/>
                  </a:cubicBezTo>
                  <a:cubicBezTo>
                    <a:pt x="4554" y="45"/>
                    <a:pt x="3859" y="0"/>
                    <a:pt x="314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62"/>
            <p:cNvSpPr/>
            <p:nvPr/>
          </p:nvSpPr>
          <p:spPr>
            <a:xfrm>
              <a:off x="4461175" y="1527488"/>
              <a:ext cx="276725" cy="130050"/>
            </a:xfrm>
            <a:custGeom>
              <a:avLst/>
              <a:gdLst/>
              <a:ahLst/>
              <a:cxnLst/>
              <a:rect l="l" t="t" r="r" b="b"/>
              <a:pathLst>
                <a:path w="11069" h="5202" extrusionOk="0">
                  <a:moveTo>
                    <a:pt x="4023" y="0"/>
                  </a:moveTo>
                  <a:cubicBezTo>
                    <a:pt x="3256" y="0"/>
                    <a:pt x="2154" y="115"/>
                    <a:pt x="1244" y="661"/>
                  </a:cubicBezTo>
                  <a:cubicBezTo>
                    <a:pt x="601" y="704"/>
                    <a:pt x="144" y="761"/>
                    <a:pt x="144" y="761"/>
                  </a:cubicBezTo>
                  <a:lnTo>
                    <a:pt x="1" y="2376"/>
                  </a:lnTo>
                  <a:cubicBezTo>
                    <a:pt x="287" y="2362"/>
                    <a:pt x="615" y="2276"/>
                    <a:pt x="1002" y="2276"/>
                  </a:cubicBezTo>
                  <a:cubicBezTo>
                    <a:pt x="1016" y="2275"/>
                    <a:pt x="1031" y="2275"/>
                    <a:pt x="1045" y="2275"/>
                  </a:cubicBezTo>
                  <a:cubicBezTo>
                    <a:pt x="1521" y="2275"/>
                    <a:pt x="1608" y="2497"/>
                    <a:pt x="1816" y="2719"/>
                  </a:cubicBezTo>
                  <a:cubicBezTo>
                    <a:pt x="1916" y="2805"/>
                    <a:pt x="2031" y="2905"/>
                    <a:pt x="2216" y="2990"/>
                  </a:cubicBezTo>
                  <a:cubicBezTo>
                    <a:pt x="2345" y="3047"/>
                    <a:pt x="2510" y="3083"/>
                    <a:pt x="2673" y="3083"/>
                  </a:cubicBezTo>
                  <a:cubicBezTo>
                    <a:pt x="2923" y="3083"/>
                    <a:pt x="3169" y="2996"/>
                    <a:pt x="3274" y="2762"/>
                  </a:cubicBezTo>
                  <a:cubicBezTo>
                    <a:pt x="3302" y="2719"/>
                    <a:pt x="3317" y="2676"/>
                    <a:pt x="3331" y="2619"/>
                  </a:cubicBezTo>
                  <a:cubicBezTo>
                    <a:pt x="3331" y="2676"/>
                    <a:pt x="3346" y="2719"/>
                    <a:pt x="3374" y="2777"/>
                  </a:cubicBezTo>
                  <a:cubicBezTo>
                    <a:pt x="3474" y="2920"/>
                    <a:pt x="3677" y="2996"/>
                    <a:pt x="3870" y="2996"/>
                  </a:cubicBezTo>
                  <a:cubicBezTo>
                    <a:pt x="3925" y="2996"/>
                    <a:pt x="3980" y="2990"/>
                    <a:pt x="4032" y="2977"/>
                  </a:cubicBezTo>
                  <a:cubicBezTo>
                    <a:pt x="4175" y="2933"/>
                    <a:pt x="4303" y="2876"/>
                    <a:pt x="4446" y="2805"/>
                  </a:cubicBezTo>
                  <a:cubicBezTo>
                    <a:pt x="4575" y="2748"/>
                    <a:pt x="4703" y="2676"/>
                    <a:pt x="4861" y="2634"/>
                  </a:cubicBezTo>
                  <a:cubicBezTo>
                    <a:pt x="4933" y="2618"/>
                    <a:pt x="5005" y="2610"/>
                    <a:pt x="5077" y="2610"/>
                  </a:cubicBezTo>
                  <a:cubicBezTo>
                    <a:pt x="5336" y="2610"/>
                    <a:pt x="5594" y="2706"/>
                    <a:pt x="5818" y="2862"/>
                  </a:cubicBezTo>
                  <a:cubicBezTo>
                    <a:pt x="5918" y="2933"/>
                    <a:pt x="6004" y="3019"/>
                    <a:pt x="6090" y="3120"/>
                  </a:cubicBezTo>
                  <a:cubicBezTo>
                    <a:pt x="6147" y="3191"/>
                    <a:pt x="6189" y="3263"/>
                    <a:pt x="6218" y="3334"/>
                  </a:cubicBezTo>
                  <a:cubicBezTo>
                    <a:pt x="6447" y="3777"/>
                    <a:pt x="6447" y="4305"/>
                    <a:pt x="6290" y="4778"/>
                  </a:cubicBezTo>
                  <a:cubicBezTo>
                    <a:pt x="6290" y="4791"/>
                    <a:pt x="6290" y="4806"/>
                    <a:pt x="6275" y="4820"/>
                  </a:cubicBezTo>
                  <a:cubicBezTo>
                    <a:pt x="6290" y="4806"/>
                    <a:pt x="6304" y="4806"/>
                    <a:pt x="6332" y="4791"/>
                  </a:cubicBezTo>
                  <a:cubicBezTo>
                    <a:pt x="6622" y="4941"/>
                    <a:pt x="7028" y="5084"/>
                    <a:pt x="7466" y="5084"/>
                  </a:cubicBezTo>
                  <a:cubicBezTo>
                    <a:pt x="7656" y="5084"/>
                    <a:pt x="7853" y="5057"/>
                    <a:pt x="8048" y="4992"/>
                  </a:cubicBezTo>
                  <a:cubicBezTo>
                    <a:pt x="8133" y="4978"/>
                    <a:pt x="8205" y="4934"/>
                    <a:pt x="8263" y="4906"/>
                  </a:cubicBezTo>
                  <a:cubicBezTo>
                    <a:pt x="8532" y="5023"/>
                    <a:pt x="8998" y="5202"/>
                    <a:pt x="9463" y="5202"/>
                  </a:cubicBezTo>
                  <a:cubicBezTo>
                    <a:pt x="9739" y="5202"/>
                    <a:pt x="10015" y="5139"/>
                    <a:pt x="10249" y="4963"/>
                  </a:cubicBezTo>
                  <a:cubicBezTo>
                    <a:pt x="11068" y="4356"/>
                    <a:pt x="10729" y="2590"/>
                    <a:pt x="9755" y="2590"/>
                  </a:cubicBezTo>
                  <a:cubicBezTo>
                    <a:pt x="9744" y="2590"/>
                    <a:pt x="9732" y="2590"/>
                    <a:pt x="9720" y="2590"/>
                  </a:cubicBezTo>
                  <a:cubicBezTo>
                    <a:pt x="9320" y="2605"/>
                    <a:pt x="8991" y="2719"/>
                    <a:pt x="8749" y="2848"/>
                  </a:cubicBezTo>
                  <a:cubicBezTo>
                    <a:pt x="8619" y="2605"/>
                    <a:pt x="8405" y="2419"/>
                    <a:pt x="8120" y="2362"/>
                  </a:cubicBezTo>
                  <a:cubicBezTo>
                    <a:pt x="8006" y="2338"/>
                    <a:pt x="7895" y="2327"/>
                    <a:pt x="7785" y="2327"/>
                  </a:cubicBezTo>
                  <a:cubicBezTo>
                    <a:pt x="7440" y="2327"/>
                    <a:pt x="7119" y="2435"/>
                    <a:pt x="6847" y="2577"/>
                  </a:cubicBezTo>
                  <a:cubicBezTo>
                    <a:pt x="6376" y="2304"/>
                    <a:pt x="5833" y="1876"/>
                    <a:pt x="5703" y="1262"/>
                  </a:cubicBezTo>
                  <a:cubicBezTo>
                    <a:pt x="5646" y="1033"/>
                    <a:pt x="5389" y="875"/>
                    <a:pt x="5017" y="761"/>
                  </a:cubicBezTo>
                  <a:lnTo>
                    <a:pt x="4960" y="61"/>
                  </a:lnTo>
                  <a:cubicBezTo>
                    <a:pt x="4960" y="61"/>
                    <a:pt x="4580" y="0"/>
                    <a:pt x="4023"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62"/>
            <p:cNvSpPr/>
            <p:nvPr/>
          </p:nvSpPr>
          <p:spPr>
            <a:xfrm>
              <a:off x="4454375" y="1094813"/>
              <a:ext cx="166200" cy="491725"/>
            </a:xfrm>
            <a:custGeom>
              <a:avLst/>
              <a:gdLst/>
              <a:ahLst/>
              <a:cxnLst/>
              <a:rect l="l" t="t" r="r" b="b"/>
              <a:pathLst>
                <a:path w="6648" h="19669" extrusionOk="0">
                  <a:moveTo>
                    <a:pt x="6648" y="1"/>
                  </a:moveTo>
                  <a:lnTo>
                    <a:pt x="6648" y="1"/>
                  </a:lnTo>
                  <a:cubicBezTo>
                    <a:pt x="3957" y="2900"/>
                    <a:pt x="1005" y="3109"/>
                    <a:pt x="208" y="3109"/>
                  </a:cubicBezTo>
                  <a:cubicBezTo>
                    <a:pt x="74" y="3109"/>
                    <a:pt x="1" y="3103"/>
                    <a:pt x="1" y="3103"/>
                  </a:cubicBezTo>
                  <a:lnTo>
                    <a:pt x="1" y="4447"/>
                  </a:lnTo>
                  <a:cubicBezTo>
                    <a:pt x="44" y="8548"/>
                    <a:pt x="159" y="16110"/>
                    <a:pt x="201" y="18597"/>
                  </a:cubicBezTo>
                  <a:lnTo>
                    <a:pt x="201" y="19426"/>
                  </a:lnTo>
                  <a:cubicBezTo>
                    <a:pt x="1274" y="19312"/>
                    <a:pt x="2045" y="18268"/>
                    <a:pt x="2045" y="18268"/>
                  </a:cubicBezTo>
                  <a:cubicBezTo>
                    <a:pt x="2402" y="19040"/>
                    <a:pt x="2932" y="19669"/>
                    <a:pt x="2932" y="19669"/>
                  </a:cubicBezTo>
                  <a:lnTo>
                    <a:pt x="3689" y="18268"/>
                  </a:lnTo>
                  <a:cubicBezTo>
                    <a:pt x="3689" y="18268"/>
                    <a:pt x="4076" y="19319"/>
                    <a:pt x="4334" y="19319"/>
                  </a:cubicBezTo>
                  <a:cubicBezTo>
                    <a:pt x="4370" y="19319"/>
                    <a:pt x="4403" y="19299"/>
                    <a:pt x="4432" y="19255"/>
                  </a:cubicBezTo>
                  <a:cubicBezTo>
                    <a:pt x="4660" y="18883"/>
                    <a:pt x="5018" y="18283"/>
                    <a:pt x="5018" y="18283"/>
                  </a:cubicBezTo>
                  <a:cubicBezTo>
                    <a:pt x="5747" y="19125"/>
                    <a:pt x="6419" y="19169"/>
                    <a:pt x="6419" y="19169"/>
                  </a:cubicBezTo>
                  <a:cubicBezTo>
                    <a:pt x="6076" y="13537"/>
                    <a:pt x="6648" y="1"/>
                    <a:pt x="664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62"/>
            <p:cNvSpPr/>
            <p:nvPr/>
          </p:nvSpPr>
          <p:spPr>
            <a:xfrm>
              <a:off x="4454375" y="1133788"/>
              <a:ext cx="164775" cy="452750"/>
            </a:xfrm>
            <a:custGeom>
              <a:avLst/>
              <a:gdLst/>
              <a:ahLst/>
              <a:cxnLst/>
              <a:rect l="l" t="t" r="r" b="b"/>
              <a:pathLst>
                <a:path w="6591" h="18110" extrusionOk="0">
                  <a:moveTo>
                    <a:pt x="6591" y="0"/>
                  </a:moveTo>
                  <a:lnTo>
                    <a:pt x="6591" y="0"/>
                  </a:lnTo>
                  <a:cubicBezTo>
                    <a:pt x="5190" y="1087"/>
                    <a:pt x="3103" y="1801"/>
                    <a:pt x="44" y="1916"/>
                  </a:cubicBezTo>
                  <a:lnTo>
                    <a:pt x="1" y="1916"/>
                  </a:lnTo>
                  <a:lnTo>
                    <a:pt x="1" y="2888"/>
                  </a:lnTo>
                  <a:cubicBezTo>
                    <a:pt x="1373" y="2888"/>
                    <a:pt x="2760" y="2901"/>
                    <a:pt x="4132" y="2916"/>
                  </a:cubicBezTo>
                  <a:cubicBezTo>
                    <a:pt x="4060" y="2916"/>
                    <a:pt x="4590" y="11392"/>
                    <a:pt x="4689" y="12007"/>
                  </a:cubicBezTo>
                  <a:cubicBezTo>
                    <a:pt x="5004" y="13894"/>
                    <a:pt x="5076" y="15137"/>
                    <a:pt x="4304" y="16880"/>
                  </a:cubicBezTo>
                  <a:cubicBezTo>
                    <a:pt x="4032" y="16438"/>
                    <a:pt x="3803" y="15966"/>
                    <a:pt x="3646" y="15466"/>
                  </a:cubicBezTo>
                  <a:cubicBezTo>
                    <a:pt x="3303" y="15765"/>
                    <a:pt x="3060" y="16181"/>
                    <a:pt x="2974" y="16623"/>
                  </a:cubicBezTo>
                  <a:cubicBezTo>
                    <a:pt x="2774" y="16352"/>
                    <a:pt x="2589" y="16095"/>
                    <a:pt x="2388" y="15837"/>
                  </a:cubicBezTo>
                  <a:cubicBezTo>
                    <a:pt x="1630" y="16181"/>
                    <a:pt x="858" y="16537"/>
                    <a:pt x="201" y="17038"/>
                  </a:cubicBezTo>
                  <a:lnTo>
                    <a:pt x="201" y="17867"/>
                  </a:lnTo>
                  <a:cubicBezTo>
                    <a:pt x="1274" y="17753"/>
                    <a:pt x="2045" y="16709"/>
                    <a:pt x="2045" y="16709"/>
                  </a:cubicBezTo>
                  <a:cubicBezTo>
                    <a:pt x="2402" y="17481"/>
                    <a:pt x="2932" y="18110"/>
                    <a:pt x="2932" y="18110"/>
                  </a:cubicBezTo>
                  <a:lnTo>
                    <a:pt x="3689" y="16709"/>
                  </a:lnTo>
                  <a:cubicBezTo>
                    <a:pt x="3689" y="16709"/>
                    <a:pt x="4075" y="17753"/>
                    <a:pt x="4332" y="17753"/>
                  </a:cubicBezTo>
                  <a:cubicBezTo>
                    <a:pt x="4361" y="17753"/>
                    <a:pt x="4403" y="17738"/>
                    <a:pt x="4432" y="17696"/>
                  </a:cubicBezTo>
                  <a:cubicBezTo>
                    <a:pt x="4660" y="17324"/>
                    <a:pt x="5018" y="16724"/>
                    <a:pt x="5018" y="16724"/>
                  </a:cubicBezTo>
                  <a:cubicBezTo>
                    <a:pt x="5747" y="17566"/>
                    <a:pt x="6419" y="17610"/>
                    <a:pt x="6419" y="17610"/>
                  </a:cubicBezTo>
                  <a:cubicBezTo>
                    <a:pt x="6333" y="16323"/>
                    <a:pt x="6305" y="14637"/>
                    <a:pt x="6305" y="12779"/>
                  </a:cubicBezTo>
                  <a:cubicBezTo>
                    <a:pt x="6305" y="8190"/>
                    <a:pt x="6490" y="2644"/>
                    <a:pt x="6591"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62"/>
            <p:cNvSpPr/>
            <p:nvPr/>
          </p:nvSpPr>
          <p:spPr>
            <a:xfrm>
              <a:off x="4576250" y="199688"/>
              <a:ext cx="155100" cy="121875"/>
            </a:xfrm>
            <a:custGeom>
              <a:avLst/>
              <a:gdLst/>
              <a:ahLst/>
              <a:cxnLst/>
              <a:rect l="l" t="t" r="r" b="b"/>
              <a:pathLst>
                <a:path w="6204" h="4875" extrusionOk="0">
                  <a:moveTo>
                    <a:pt x="3646" y="1"/>
                  </a:moveTo>
                  <a:cubicBezTo>
                    <a:pt x="3150" y="1"/>
                    <a:pt x="2901" y="401"/>
                    <a:pt x="2901" y="401"/>
                  </a:cubicBezTo>
                  <a:cubicBezTo>
                    <a:pt x="2901" y="401"/>
                    <a:pt x="2741" y="57"/>
                    <a:pt x="2348" y="57"/>
                  </a:cubicBezTo>
                  <a:cubicBezTo>
                    <a:pt x="2302" y="57"/>
                    <a:pt x="2254" y="62"/>
                    <a:pt x="2202" y="72"/>
                  </a:cubicBezTo>
                  <a:cubicBezTo>
                    <a:pt x="1687" y="173"/>
                    <a:pt x="2316" y="1974"/>
                    <a:pt x="2059" y="2559"/>
                  </a:cubicBezTo>
                  <a:cubicBezTo>
                    <a:pt x="2059" y="2559"/>
                    <a:pt x="1401" y="1902"/>
                    <a:pt x="1030" y="1644"/>
                  </a:cubicBezTo>
                  <a:cubicBezTo>
                    <a:pt x="885" y="1544"/>
                    <a:pt x="772" y="1500"/>
                    <a:pt x="680" y="1500"/>
                  </a:cubicBezTo>
                  <a:cubicBezTo>
                    <a:pt x="535" y="1500"/>
                    <a:pt x="439" y="1608"/>
                    <a:pt x="343" y="1774"/>
                  </a:cubicBezTo>
                  <a:lnTo>
                    <a:pt x="258" y="1945"/>
                  </a:lnTo>
                  <a:cubicBezTo>
                    <a:pt x="129" y="2260"/>
                    <a:pt x="0" y="2688"/>
                    <a:pt x="115" y="2774"/>
                  </a:cubicBezTo>
                  <a:cubicBezTo>
                    <a:pt x="201" y="2817"/>
                    <a:pt x="500" y="3003"/>
                    <a:pt x="757" y="3302"/>
                  </a:cubicBezTo>
                  <a:cubicBezTo>
                    <a:pt x="1030" y="3617"/>
                    <a:pt x="1258" y="4061"/>
                    <a:pt x="1158" y="4661"/>
                  </a:cubicBezTo>
                  <a:lnTo>
                    <a:pt x="5789" y="4875"/>
                  </a:lnTo>
                  <a:cubicBezTo>
                    <a:pt x="5789" y="4875"/>
                    <a:pt x="6204" y="4046"/>
                    <a:pt x="6160" y="2260"/>
                  </a:cubicBezTo>
                  <a:cubicBezTo>
                    <a:pt x="6103" y="472"/>
                    <a:pt x="5646" y="101"/>
                    <a:pt x="5089" y="72"/>
                  </a:cubicBezTo>
                  <a:cubicBezTo>
                    <a:pt x="5068" y="71"/>
                    <a:pt x="5048" y="71"/>
                    <a:pt x="5029" y="71"/>
                  </a:cubicBezTo>
                  <a:cubicBezTo>
                    <a:pt x="4522" y="71"/>
                    <a:pt x="4403" y="415"/>
                    <a:pt x="4403" y="415"/>
                  </a:cubicBezTo>
                  <a:cubicBezTo>
                    <a:pt x="4403" y="415"/>
                    <a:pt x="4188" y="15"/>
                    <a:pt x="3673" y="1"/>
                  </a:cubicBezTo>
                  <a:cubicBezTo>
                    <a:pt x="3664" y="1"/>
                    <a:pt x="3655" y="1"/>
                    <a:pt x="364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62"/>
            <p:cNvSpPr/>
            <p:nvPr/>
          </p:nvSpPr>
          <p:spPr>
            <a:xfrm>
              <a:off x="4121350" y="199688"/>
              <a:ext cx="155475" cy="121875"/>
            </a:xfrm>
            <a:custGeom>
              <a:avLst/>
              <a:gdLst/>
              <a:ahLst/>
              <a:cxnLst/>
              <a:rect l="l" t="t" r="r" b="b"/>
              <a:pathLst>
                <a:path w="6219" h="4875" extrusionOk="0">
                  <a:moveTo>
                    <a:pt x="2558" y="1"/>
                  </a:moveTo>
                  <a:cubicBezTo>
                    <a:pt x="2549" y="1"/>
                    <a:pt x="2540" y="1"/>
                    <a:pt x="2531" y="1"/>
                  </a:cubicBezTo>
                  <a:cubicBezTo>
                    <a:pt x="2016" y="15"/>
                    <a:pt x="1801" y="415"/>
                    <a:pt x="1801" y="415"/>
                  </a:cubicBezTo>
                  <a:cubicBezTo>
                    <a:pt x="1801" y="415"/>
                    <a:pt x="1683" y="71"/>
                    <a:pt x="1176" y="71"/>
                  </a:cubicBezTo>
                  <a:cubicBezTo>
                    <a:pt x="1156" y="71"/>
                    <a:pt x="1136" y="71"/>
                    <a:pt x="1115" y="72"/>
                  </a:cubicBezTo>
                  <a:cubicBezTo>
                    <a:pt x="558" y="101"/>
                    <a:pt x="101" y="472"/>
                    <a:pt x="58" y="2260"/>
                  </a:cubicBezTo>
                  <a:cubicBezTo>
                    <a:pt x="0" y="4046"/>
                    <a:pt x="415" y="4875"/>
                    <a:pt x="415" y="4875"/>
                  </a:cubicBezTo>
                  <a:lnTo>
                    <a:pt x="5047" y="4661"/>
                  </a:lnTo>
                  <a:cubicBezTo>
                    <a:pt x="4946" y="4061"/>
                    <a:pt x="5189" y="3617"/>
                    <a:pt x="5447" y="3302"/>
                  </a:cubicBezTo>
                  <a:cubicBezTo>
                    <a:pt x="5718" y="3003"/>
                    <a:pt x="6004" y="2817"/>
                    <a:pt x="6089" y="2774"/>
                  </a:cubicBezTo>
                  <a:cubicBezTo>
                    <a:pt x="6219" y="2688"/>
                    <a:pt x="6089" y="2260"/>
                    <a:pt x="5946" y="1945"/>
                  </a:cubicBezTo>
                  <a:lnTo>
                    <a:pt x="5861" y="1774"/>
                  </a:lnTo>
                  <a:cubicBezTo>
                    <a:pt x="5765" y="1608"/>
                    <a:pt x="5669" y="1500"/>
                    <a:pt x="5524" y="1500"/>
                  </a:cubicBezTo>
                  <a:cubicBezTo>
                    <a:pt x="5432" y="1500"/>
                    <a:pt x="5319" y="1544"/>
                    <a:pt x="5175" y="1644"/>
                  </a:cubicBezTo>
                  <a:cubicBezTo>
                    <a:pt x="4818" y="1902"/>
                    <a:pt x="4145" y="2559"/>
                    <a:pt x="4145" y="2559"/>
                  </a:cubicBezTo>
                  <a:cubicBezTo>
                    <a:pt x="3888" y="1974"/>
                    <a:pt x="4517" y="173"/>
                    <a:pt x="4017" y="72"/>
                  </a:cubicBezTo>
                  <a:cubicBezTo>
                    <a:pt x="3964" y="62"/>
                    <a:pt x="3914" y="57"/>
                    <a:pt x="3867" y="57"/>
                  </a:cubicBezTo>
                  <a:cubicBezTo>
                    <a:pt x="3463" y="57"/>
                    <a:pt x="3303" y="401"/>
                    <a:pt x="3303" y="401"/>
                  </a:cubicBezTo>
                  <a:cubicBezTo>
                    <a:pt x="3303" y="401"/>
                    <a:pt x="3054" y="1"/>
                    <a:pt x="255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62"/>
            <p:cNvSpPr/>
            <p:nvPr/>
          </p:nvSpPr>
          <p:spPr>
            <a:xfrm>
              <a:off x="3945200" y="172538"/>
              <a:ext cx="926225" cy="136550"/>
            </a:xfrm>
            <a:custGeom>
              <a:avLst/>
              <a:gdLst/>
              <a:ahLst/>
              <a:cxnLst/>
              <a:rect l="l" t="t" r="r" b="b"/>
              <a:pathLst>
                <a:path w="37049" h="5462" extrusionOk="0">
                  <a:moveTo>
                    <a:pt x="700" y="1"/>
                  </a:moveTo>
                  <a:cubicBezTo>
                    <a:pt x="0" y="2702"/>
                    <a:pt x="700" y="5461"/>
                    <a:pt x="700" y="5461"/>
                  </a:cubicBezTo>
                  <a:cubicBezTo>
                    <a:pt x="2144" y="5032"/>
                    <a:pt x="7490" y="3460"/>
                    <a:pt x="9148" y="3331"/>
                  </a:cubicBezTo>
                  <a:cubicBezTo>
                    <a:pt x="10396" y="3235"/>
                    <a:pt x="13164" y="2861"/>
                    <a:pt x="14773" y="2861"/>
                  </a:cubicBezTo>
                  <a:cubicBezTo>
                    <a:pt x="15321" y="2861"/>
                    <a:pt x="15734" y="2904"/>
                    <a:pt x="15908" y="3016"/>
                  </a:cubicBezTo>
                  <a:cubicBezTo>
                    <a:pt x="16594" y="3460"/>
                    <a:pt x="18738" y="4461"/>
                    <a:pt x="18738" y="4461"/>
                  </a:cubicBezTo>
                  <a:lnTo>
                    <a:pt x="19039" y="4160"/>
                  </a:lnTo>
                  <a:lnTo>
                    <a:pt x="17738" y="3417"/>
                  </a:lnTo>
                  <a:cubicBezTo>
                    <a:pt x="17738" y="3417"/>
                    <a:pt x="18754" y="3266"/>
                    <a:pt x="19479" y="3266"/>
                  </a:cubicBezTo>
                  <a:cubicBezTo>
                    <a:pt x="19727" y="3266"/>
                    <a:pt x="19941" y="3284"/>
                    <a:pt x="20068" y="3331"/>
                  </a:cubicBezTo>
                  <a:cubicBezTo>
                    <a:pt x="20157" y="3364"/>
                    <a:pt x="20756" y="3378"/>
                    <a:pt x="21679" y="3378"/>
                  </a:cubicBezTo>
                  <a:cubicBezTo>
                    <a:pt x="25927" y="3378"/>
                    <a:pt x="37049" y="3088"/>
                    <a:pt x="37049" y="3088"/>
                  </a:cubicBezTo>
                  <a:lnTo>
                    <a:pt x="37049" y="2530"/>
                  </a:lnTo>
                  <a:cubicBezTo>
                    <a:pt x="37049" y="2530"/>
                    <a:pt x="30179" y="2253"/>
                    <a:pt x="28288" y="2253"/>
                  </a:cubicBezTo>
                  <a:cubicBezTo>
                    <a:pt x="28123" y="2253"/>
                    <a:pt x="27996" y="2255"/>
                    <a:pt x="27915" y="2259"/>
                  </a:cubicBezTo>
                  <a:cubicBezTo>
                    <a:pt x="27704" y="2271"/>
                    <a:pt x="27267" y="2278"/>
                    <a:pt x="26708" y="2278"/>
                  </a:cubicBezTo>
                  <a:cubicBezTo>
                    <a:pt x="24539" y="2278"/>
                    <a:pt x="20514" y="2174"/>
                    <a:pt x="20526" y="1844"/>
                  </a:cubicBezTo>
                  <a:cubicBezTo>
                    <a:pt x="20526" y="1444"/>
                    <a:pt x="21511" y="929"/>
                    <a:pt x="21511" y="929"/>
                  </a:cubicBezTo>
                  <a:lnTo>
                    <a:pt x="21012" y="558"/>
                  </a:lnTo>
                  <a:cubicBezTo>
                    <a:pt x="21012" y="558"/>
                    <a:pt x="19053" y="1758"/>
                    <a:pt x="18267" y="1831"/>
                  </a:cubicBezTo>
                  <a:cubicBezTo>
                    <a:pt x="18132" y="1846"/>
                    <a:pt x="17836" y="1852"/>
                    <a:pt x="17433" y="1852"/>
                  </a:cubicBezTo>
                  <a:cubicBezTo>
                    <a:pt x="16733" y="1852"/>
                    <a:pt x="15708" y="1834"/>
                    <a:pt x="14637" y="1816"/>
                  </a:cubicBezTo>
                  <a:cubicBezTo>
                    <a:pt x="13472" y="1799"/>
                    <a:pt x="12251" y="1777"/>
                    <a:pt x="11327" y="1777"/>
                  </a:cubicBezTo>
                  <a:cubicBezTo>
                    <a:pt x="10697" y="1777"/>
                    <a:pt x="10205" y="1787"/>
                    <a:pt x="9962" y="1816"/>
                  </a:cubicBezTo>
                  <a:cubicBezTo>
                    <a:pt x="9866" y="1827"/>
                    <a:pt x="9749" y="1832"/>
                    <a:pt x="9616" y="1832"/>
                  </a:cubicBezTo>
                  <a:cubicBezTo>
                    <a:pt x="8194" y="1832"/>
                    <a:pt x="4843" y="1259"/>
                    <a:pt x="4060" y="1259"/>
                  </a:cubicBezTo>
                  <a:cubicBezTo>
                    <a:pt x="3216" y="1259"/>
                    <a:pt x="700" y="1"/>
                    <a:pt x="70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62"/>
            <p:cNvSpPr/>
            <p:nvPr/>
          </p:nvSpPr>
          <p:spPr>
            <a:xfrm>
              <a:off x="4198900" y="189313"/>
              <a:ext cx="49075" cy="66675"/>
            </a:xfrm>
            <a:custGeom>
              <a:avLst/>
              <a:gdLst/>
              <a:ahLst/>
              <a:cxnLst/>
              <a:rect l="l" t="t" r="r" b="b"/>
              <a:pathLst>
                <a:path w="1963" h="2667" extrusionOk="0">
                  <a:moveTo>
                    <a:pt x="1029" y="0"/>
                  </a:moveTo>
                  <a:cubicBezTo>
                    <a:pt x="1020" y="0"/>
                    <a:pt x="1011" y="1"/>
                    <a:pt x="1001" y="1"/>
                  </a:cubicBezTo>
                  <a:cubicBezTo>
                    <a:pt x="357" y="45"/>
                    <a:pt x="1" y="487"/>
                    <a:pt x="14" y="1331"/>
                  </a:cubicBezTo>
                  <a:cubicBezTo>
                    <a:pt x="14" y="2080"/>
                    <a:pt x="341" y="2666"/>
                    <a:pt x="838" y="2666"/>
                  </a:cubicBezTo>
                  <a:cubicBezTo>
                    <a:pt x="890" y="2666"/>
                    <a:pt x="945" y="2660"/>
                    <a:pt x="1001" y="2646"/>
                  </a:cubicBezTo>
                  <a:cubicBezTo>
                    <a:pt x="1962" y="2420"/>
                    <a:pt x="1833" y="0"/>
                    <a:pt x="1029"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62"/>
            <p:cNvSpPr/>
            <p:nvPr/>
          </p:nvSpPr>
          <p:spPr>
            <a:xfrm>
              <a:off x="4153875" y="189313"/>
              <a:ext cx="52950" cy="66675"/>
            </a:xfrm>
            <a:custGeom>
              <a:avLst/>
              <a:gdLst/>
              <a:ahLst/>
              <a:cxnLst/>
              <a:rect l="l" t="t" r="r" b="b"/>
              <a:pathLst>
                <a:path w="2118" h="2667" extrusionOk="0">
                  <a:moveTo>
                    <a:pt x="1103" y="0"/>
                  </a:moveTo>
                  <a:cubicBezTo>
                    <a:pt x="1093" y="0"/>
                    <a:pt x="1082" y="1"/>
                    <a:pt x="1072" y="1"/>
                  </a:cubicBezTo>
                  <a:cubicBezTo>
                    <a:pt x="372" y="45"/>
                    <a:pt x="1" y="487"/>
                    <a:pt x="14" y="1331"/>
                  </a:cubicBezTo>
                  <a:cubicBezTo>
                    <a:pt x="14" y="2080"/>
                    <a:pt x="377" y="2666"/>
                    <a:pt x="900" y="2666"/>
                  </a:cubicBezTo>
                  <a:cubicBezTo>
                    <a:pt x="956" y="2666"/>
                    <a:pt x="1013" y="2660"/>
                    <a:pt x="1072" y="2646"/>
                  </a:cubicBezTo>
                  <a:cubicBezTo>
                    <a:pt x="2118" y="2420"/>
                    <a:pt x="1977" y="0"/>
                    <a:pt x="110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62"/>
            <p:cNvSpPr/>
            <p:nvPr/>
          </p:nvSpPr>
          <p:spPr>
            <a:xfrm>
              <a:off x="4108850" y="189313"/>
              <a:ext cx="52950" cy="66675"/>
            </a:xfrm>
            <a:custGeom>
              <a:avLst/>
              <a:gdLst/>
              <a:ahLst/>
              <a:cxnLst/>
              <a:rect l="l" t="t" r="r" b="b"/>
              <a:pathLst>
                <a:path w="2118" h="2667" extrusionOk="0">
                  <a:moveTo>
                    <a:pt x="1103" y="0"/>
                  </a:moveTo>
                  <a:cubicBezTo>
                    <a:pt x="1093" y="0"/>
                    <a:pt x="1082" y="1"/>
                    <a:pt x="1072" y="1"/>
                  </a:cubicBezTo>
                  <a:cubicBezTo>
                    <a:pt x="372" y="45"/>
                    <a:pt x="1" y="487"/>
                    <a:pt x="14" y="1331"/>
                  </a:cubicBezTo>
                  <a:cubicBezTo>
                    <a:pt x="14" y="2080"/>
                    <a:pt x="377" y="2666"/>
                    <a:pt x="900" y="2666"/>
                  </a:cubicBezTo>
                  <a:cubicBezTo>
                    <a:pt x="956" y="2666"/>
                    <a:pt x="1013" y="2660"/>
                    <a:pt x="1072" y="2646"/>
                  </a:cubicBezTo>
                  <a:cubicBezTo>
                    <a:pt x="2118" y="2420"/>
                    <a:pt x="1977" y="0"/>
                    <a:pt x="110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62"/>
            <p:cNvSpPr/>
            <p:nvPr/>
          </p:nvSpPr>
          <p:spPr>
            <a:xfrm>
              <a:off x="4582950" y="189313"/>
              <a:ext cx="49075" cy="66675"/>
            </a:xfrm>
            <a:custGeom>
              <a:avLst/>
              <a:gdLst/>
              <a:ahLst/>
              <a:cxnLst/>
              <a:rect l="l" t="t" r="r" b="b"/>
              <a:pathLst>
                <a:path w="1963" h="2667" extrusionOk="0">
                  <a:moveTo>
                    <a:pt x="933" y="0"/>
                  </a:moveTo>
                  <a:cubicBezTo>
                    <a:pt x="115" y="0"/>
                    <a:pt x="1" y="2420"/>
                    <a:pt x="962" y="2646"/>
                  </a:cubicBezTo>
                  <a:cubicBezTo>
                    <a:pt x="1017" y="2660"/>
                    <a:pt x="1070" y="2666"/>
                    <a:pt x="1121" y="2666"/>
                  </a:cubicBezTo>
                  <a:cubicBezTo>
                    <a:pt x="1607" y="2666"/>
                    <a:pt x="1935" y="2080"/>
                    <a:pt x="1947" y="1331"/>
                  </a:cubicBezTo>
                  <a:cubicBezTo>
                    <a:pt x="1962" y="487"/>
                    <a:pt x="1604" y="45"/>
                    <a:pt x="962" y="1"/>
                  </a:cubicBezTo>
                  <a:cubicBezTo>
                    <a:pt x="952" y="1"/>
                    <a:pt x="942" y="0"/>
                    <a:pt x="93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62"/>
            <p:cNvSpPr/>
            <p:nvPr/>
          </p:nvSpPr>
          <p:spPr>
            <a:xfrm>
              <a:off x="4624050" y="189313"/>
              <a:ext cx="53000" cy="66675"/>
            </a:xfrm>
            <a:custGeom>
              <a:avLst/>
              <a:gdLst/>
              <a:ahLst/>
              <a:cxnLst/>
              <a:rect l="l" t="t" r="r" b="b"/>
              <a:pathLst>
                <a:path w="2120" h="2667" extrusionOk="0">
                  <a:moveTo>
                    <a:pt x="1002" y="0"/>
                  </a:moveTo>
                  <a:cubicBezTo>
                    <a:pt x="129" y="0"/>
                    <a:pt x="1" y="2420"/>
                    <a:pt x="1033" y="2646"/>
                  </a:cubicBezTo>
                  <a:cubicBezTo>
                    <a:pt x="1093" y="2660"/>
                    <a:pt x="1152" y="2666"/>
                    <a:pt x="1208" y="2666"/>
                  </a:cubicBezTo>
                  <a:cubicBezTo>
                    <a:pt x="1740" y="2666"/>
                    <a:pt x="2092" y="2080"/>
                    <a:pt x="2104" y="1331"/>
                  </a:cubicBezTo>
                  <a:cubicBezTo>
                    <a:pt x="2119" y="487"/>
                    <a:pt x="1733" y="45"/>
                    <a:pt x="1033" y="1"/>
                  </a:cubicBezTo>
                  <a:cubicBezTo>
                    <a:pt x="1023" y="1"/>
                    <a:pt x="1012" y="0"/>
                    <a:pt x="10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62"/>
            <p:cNvSpPr/>
            <p:nvPr/>
          </p:nvSpPr>
          <p:spPr>
            <a:xfrm>
              <a:off x="4669075" y="189313"/>
              <a:ext cx="53000" cy="66675"/>
            </a:xfrm>
            <a:custGeom>
              <a:avLst/>
              <a:gdLst/>
              <a:ahLst/>
              <a:cxnLst/>
              <a:rect l="l" t="t" r="r" b="b"/>
              <a:pathLst>
                <a:path w="2120" h="2667" extrusionOk="0">
                  <a:moveTo>
                    <a:pt x="1002" y="0"/>
                  </a:moveTo>
                  <a:cubicBezTo>
                    <a:pt x="129" y="0"/>
                    <a:pt x="1" y="2420"/>
                    <a:pt x="1033" y="2646"/>
                  </a:cubicBezTo>
                  <a:cubicBezTo>
                    <a:pt x="1093" y="2660"/>
                    <a:pt x="1152" y="2666"/>
                    <a:pt x="1208" y="2666"/>
                  </a:cubicBezTo>
                  <a:cubicBezTo>
                    <a:pt x="1740" y="2666"/>
                    <a:pt x="2092" y="2080"/>
                    <a:pt x="2104" y="1331"/>
                  </a:cubicBezTo>
                  <a:cubicBezTo>
                    <a:pt x="2119" y="487"/>
                    <a:pt x="1733" y="45"/>
                    <a:pt x="1033" y="1"/>
                  </a:cubicBezTo>
                  <a:cubicBezTo>
                    <a:pt x="1023" y="1"/>
                    <a:pt x="1012" y="0"/>
                    <a:pt x="10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62"/>
            <p:cNvSpPr/>
            <p:nvPr/>
          </p:nvSpPr>
          <p:spPr>
            <a:xfrm>
              <a:off x="4579825" y="274738"/>
              <a:ext cx="181175" cy="595350"/>
            </a:xfrm>
            <a:custGeom>
              <a:avLst/>
              <a:gdLst/>
              <a:ahLst/>
              <a:cxnLst/>
              <a:rect l="l" t="t" r="r" b="b"/>
              <a:pathLst>
                <a:path w="7247" h="23814" extrusionOk="0">
                  <a:moveTo>
                    <a:pt x="4746" y="1"/>
                  </a:moveTo>
                  <a:lnTo>
                    <a:pt x="3945" y="1272"/>
                  </a:lnTo>
                  <a:lnTo>
                    <a:pt x="3130" y="72"/>
                  </a:lnTo>
                  <a:lnTo>
                    <a:pt x="2230" y="1187"/>
                  </a:lnTo>
                  <a:lnTo>
                    <a:pt x="1658" y="144"/>
                  </a:lnTo>
                  <a:lnTo>
                    <a:pt x="1001" y="1129"/>
                  </a:lnTo>
                  <a:cubicBezTo>
                    <a:pt x="1001" y="1129"/>
                    <a:pt x="772" y="515"/>
                    <a:pt x="0" y="215"/>
                  </a:cubicBezTo>
                  <a:lnTo>
                    <a:pt x="0" y="215"/>
                  </a:lnTo>
                  <a:cubicBezTo>
                    <a:pt x="0" y="215"/>
                    <a:pt x="700" y="3159"/>
                    <a:pt x="801" y="7333"/>
                  </a:cubicBezTo>
                  <a:cubicBezTo>
                    <a:pt x="858" y="9534"/>
                    <a:pt x="643" y="12836"/>
                    <a:pt x="672" y="16067"/>
                  </a:cubicBezTo>
                  <a:cubicBezTo>
                    <a:pt x="686" y="18983"/>
                    <a:pt x="887" y="21841"/>
                    <a:pt x="1630" y="23814"/>
                  </a:cubicBezTo>
                  <a:cubicBezTo>
                    <a:pt x="1630" y="23814"/>
                    <a:pt x="6633" y="23313"/>
                    <a:pt x="6947" y="17653"/>
                  </a:cubicBezTo>
                  <a:cubicBezTo>
                    <a:pt x="7247" y="12007"/>
                    <a:pt x="5889" y="5147"/>
                    <a:pt x="5960" y="3474"/>
                  </a:cubicBezTo>
                  <a:cubicBezTo>
                    <a:pt x="6032" y="1802"/>
                    <a:pt x="6589" y="658"/>
                    <a:pt x="6589" y="658"/>
                  </a:cubicBezTo>
                  <a:lnTo>
                    <a:pt x="6589" y="658"/>
                  </a:lnTo>
                  <a:cubicBezTo>
                    <a:pt x="6589" y="658"/>
                    <a:pt x="5918" y="744"/>
                    <a:pt x="5131" y="1501"/>
                  </a:cubicBezTo>
                  <a:cubicBezTo>
                    <a:pt x="5103" y="1516"/>
                    <a:pt x="5089" y="1545"/>
                    <a:pt x="5060" y="1558"/>
                  </a:cubicBezTo>
                  <a:lnTo>
                    <a:pt x="4746"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62"/>
            <p:cNvSpPr/>
            <p:nvPr/>
          </p:nvSpPr>
          <p:spPr>
            <a:xfrm>
              <a:off x="4596600" y="291188"/>
              <a:ext cx="157975" cy="557800"/>
            </a:xfrm>
            <a:custGeom>
              <a:avLst/>
              <a:gdLst/>
              <a:ahLst/>
              <a:cxnLst/>
              <a:rect l="l" t="t" r="r" b="b"/>
              <a:pathLst>
                <a:path w="6319" h="22312" extrusionOk="0">
                  <a:moveTo>
                    <a:pt x="5918" y="0"/>
                  </a:moveTo>
                  <a:lnTo>
                    <a:pt x="5918" y="0"/>
                  </a:lnTo>
                  <a:cubicBezTo>
                    <a:pt x="5918" y="0"/>
                    <a:pt x="5647" y="29"/>
                    <a:pt x="5247" y="258"/>
                  </a:cubicBezTo>
                  <a:cubicBezTo>
                    <a:pt x="5018" y="386"/>
                    <a:pt x="4746" y="572"/>
                    <a:pt x="4460" y="843"/>
                  </a:cubicBezTo>
                  <a:cubicBezTo>
                    <a:pt x="4361" y="1058"/>
                    <a:pt x="4289" y="1287"/>
                    <a:pt x="4231" y="1544"/>
                  </a:cubicBezTo>
                  <a:cubicBezTo>
                    <a:pt x="4117" y="1987"/>
                    <a:pt x="4089" y="2430"/>
                    <a:pt x="4089" y="2888"/>
                  </a:cubicBezTo>
                  <a:cubicBezTo>
                    <a:pt x="4075" y="3559"/>
                    <a:pt x="4161" y="4245"/>
                    <a:pt x="4231" y="4917"/>
                  </a:cubicBezTo>
                  <a:cubicBezTo>
                    <a:pt x="4475" y="6918"/>
                    <a:pt x="4717" y="8933"/>
                    <a:pt x="4946" y="10949"/>
                  </a:cubicBezTo>
                  <a:cubicBezTo>
                    <a:pt x="5060" y="11893"/>
                    <a:pt x="5175" y="12850"/>
                    <a:pt x="5161" y="13808"/>
                  </a:cubicBezTo>
                  <a:cubicBezTo>
                    <a:pt x="5146" y="15123"/>
                    <a:pt x="4860" y="16509"/>
                    <a:pt x="3974" y="17481"/>
                  </a:cubicBezTo>
                  <a:cubicBezTo>
                    <a:pt x="3675" y="17824"/>
                    <a:pt x="3345" y="17995"/>
                    <a:pt x="3031" y="17995"/>
                  </a:cubicBezTo>
                  <a:cubicBezTo>
                    <a:pt x="2674" y="17995"/>
                    <a:pt x="2331" y="17781"/>
                    <a:pt x="2074" y="17353"/>
                  </a:cubicBezTo>
                  <a:cubicBezTo>
                    <a:pt x="1859" y="17010"/>
                    <a:pt x="1759" y="16595"/>
                    <a:pt x="1544" y="16251"/>
                  </a:cubicBezTo>
                  <a:cubicBezTo>
                    <a:pt x="1216" y="15708"/>
                    <a:pt x="630" y="15437"/>
                    <a:pt x="1" y="15409"/>
                  </a:cubicBezTo>
                  <a:lnTo>
                    <a:pt x="1" y="16166"/>
                  </a:lnTo>
                  <a:cubicBezTo>
                    <a:pt x="2274" y="17824"/>
                    <a:pt x="3002" y="20311"/>
                    <a:pt x="3303" y="22312"/>
                  </a:cubicBezTo>
                  <a:cubicBezTo>
                    <a:pt x="4647" y="21511"/>
                    <a:pt x="6104" y="19968"/>
                    <a:pt x="6276" y="16995"/>
                  </a:cubicBezTo>
                  <a:cubicBezTo>
                    <a:pt x="6305" y="16409"/>
                    <a:pt x="6318" y="15823"/>
                    <a:pt x="6318" y="15209"/>
                  </a:cubicBezTo>
                  <a:cubicBezTo>
                    <a:pt x="6318" y="10134"/>
                    <a:pt x="5289" y="4631"/>
                    <a:pt x="5289" y="2945"/>
                  </a:cubicBezTo>
                  <a:lnTo>
                    <a:pt x="5289" y="2816"/>
                  </a:lnTo>
                  <a:cubicBezTo>
                    <a:pt x="5361" y="1144"/>
                    <a:pt x="5918" y="0"/>
                    <a:pt x="5918"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62"/>
            <p:cNvSpPr/>
            <p:nvPr/>
          </p:nvSpPr>
          <p:spPr>
            <a:xfrm>
              <a:off x="4091700" y="274738"/>
              <a:ext cx="181175" cy="595350"/>
            </a:xfrm>
            <a:custGeom>
              <a:avLst/>
              <a:gdLst/>
              <a:ahLst/>
              <a:cxnLst/>
              <a:rect l="l" t="t" r="r" b="b"/>
              <a:pathLst>
                <a:path w="7247" h="23814" extrusionOk="0">
                  <a:moveTo>
                    <a:pt x="2501" y="1"/>
                  </a:moveTo>
                  <a:lnTo>
                    <a:pt x="2187" y="1558"/>
                  </a:lnTo>
                  <a:cubicBezTo>
                    <a:pt x="1373" y="744"/>
                    <a:pt x="658" y="658"/>
                    <a:pt x="658" y="658"/>
                  </a:cubicBezTo>
                  <a:lnTo>
                    <a:pt x="658" y="658"/>
                  </a:lnTo>
                  <a:cubicBezTo>
                    <a:pt x="658" y="658"/>
                    <a:pt x="1230" y="1802"/>
                    <a:pt x="1287" y="3474"/>
                  </a:cubicBezTo>
                  <a:cubicBezTo>
                    <a:pt x="1358" y="5147"/>
                    <a:pt x="1" y="12007"/>
                    <a:pt x="315" y="17653"/>
                  </a:cubicBezTo>
                  <a:cubicBezTo>
                    <a:pt x="443" y="20069"/>
                    <a:pt x="1430" y="21541"/>
                    <a:pt x="2516" y="22442"/>
                  </a:cubicBezTo>
                  <a:cubicBezTo>
                    <a:pt x="3974" y="23642"/>
                    <a:pt x="5617" y="23814"/>
                    <a:pt x="5617" y="23814"/>
                  </a:cubicBezTo>
                  <a:cubicBezTo>
                    <a:pt x="7176" y="19669"/>
                    <a:pt x="6347" y="11521"/>
                    <a:pt x="6446" y="7333"/>
                  </a:cubicBezTo>
                  <a:cubicBezTo>
                    <a:pt x="6547" y="3159"/>
                    <a:pt x="7247" y="215"/>
                    <a:pt x="7247" y="215"/>
                  </a:cubicBezTo>
                  <a:lnTo>
                    <a:pt x="7247" y="215"/>
                  </a:lnTo>
                  <a:cubicBezTo>
                    <a:pt x="6976" y="329"/>
                    <a:pt x="6761" y="472"/>
                    <a:pt x="6618" y="615"/>
                  </a:cubicBezTo>
                  <a:cubicBezTo>
                    <a:pt x="6347" y="872"/>
                    <a:pt x="6261" y="1129"/>
                    <a:pt x="6261" y="1129"/>
                  </a:cubicBezTo>
                  <a:lnTo>
                    <a:pt x="5589" y="144"/>
                  </a:lnTo>
                  <a:lnTo>
                    <a:pt x="5017" y="1187"/>
                  </a:lnTo>
                  <a:lnTo>
                    <a:pt x="4117" y="72"/>
                  </a:lnTo>
                  <a:lnTo>
                    <a:pt x="3317" y="1272"/>
                  </a:lnTo>
                  <a:lnTo>
                    <a:pt x="2501"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62"/>
            <p:cNvSpPr/>
            <p:nvPr/>
          </p:nvSpPr>
          <p:spPr>
            <a:xfrm>
              <a:off x="4154600" y="280088"/>
              <a:ext cx="118275" cy="575725"/>
            </a:xfrm>
            <a:custGeom>
              <a:avLst/>
              <a:gdLst/>
              <a:ahLst/>
              <a:cxnLst/>
              <a:rect l="l" t="t" r="r" b="b"/>
              <a:pathLst>
                <a:path w="4731" h="23029" extrusionOk="0">
                  <a:moveTo>
                    <a:pt x="4731" y="1"/>
                  </a:moveTo>
                  <a:cubicBezTo>
                    <a:pt x="4460" y="115"/>
                    <a:pt x="4245" y="258"/>
                    <a:pt x="4102" y="401"/>
                  </a:cubicBezTo>
                  <a:cubicBezTo>
                    <a:pt x="4045" y="572"/>
                    <a:pt x="3974" y="744"/>
                    <a:pt x="3917" y="944"/>
                  </a:cubicBezTo>
                  <a:cubicBezTo>
                    <a:pt x="3116" y="3389"/>
                    <a:pt x="2945" y="5990"/>
                    <a:pt x="2773" y="8534"/>
                  </a:cubicBezTo>
                  <a:cubicBezTo>
                    <a:pt x="2644" y="10393"/>
                    <a:pt x="2530" y="12251"/>
                    <a:pt x="2615" y="14094"/>
                  </a:cubicBezTo>
                  <a:cubicBezTo>
                    <a:pt x="2630" y="14623"/>
                    <a:pt x="2673" y="15152"/>
                    <a:pt x="2573" y="15681"/>
                  </a:cubicBezTo>
                  <a:cubicBezTo>
                    <a:pt x="2402" y="16638"/>
                    <a:pt x="1758" y="17454"/>
                    <a:pt x="1258" y="18311"/>
                  </a:cubicBezTo>
                  <a:cubicBezTo>
                    <a:pt x="572" y="19497"/>
                    <a:pt x="128" y="20855"/>
                    <a:pt x="0" y="22228"/>
                  </a:cubicBezTo>
                  <a:cubicBezTo>
                    <a:pt x="414" y="22571"/>
                    <a:pt x="858" y="22828"/>
                    <a:pt x="1258" y="23028"/>
                  </a:cubicBezTo>
                  <a:cubicBezTo>
                    <a:pt x="1472" y="20169"/>
                    <a:pt x="2530" y="18211"/>
                    <a:pt x="4045" y="16910"/>
                  </a:cubicBezTo>
                  <a:cubicBezTo>
                    <a:pt x="4060" y="16396"/>
                    <a:pt x="4073" y="15881"/>
                    <a:pt x="4073" y="15352"/>
                  </a:cubicBezTo>
                  <a:cubicBezTo>
                    <a:pt x="4073" y="12651"/>
                    <a:pt x="3930" y="9935"/>
                    <a:pt x="3930" y="7891"/>
                  </a:cubicBezTo>
                  <a:lnTo>
                    <a:pt x="3930" y="7119"/>
                  </a:lnTo>
                  <a:cubicBezTo>
                    <a:pt x="4031" y="2945"/>
                    <a:pt x="4731" y="1"/>
                    <a:pt x="4731"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62"/>
            <p:cNvSpPr/>
            <p:nvPr/>
          </p:nvSpPr>
          <p:spPr>
            <a:xfrm>
              <a:off x="4181375" y="649963"/>
              <a:ext cx="512450" cy="532125"/>
            </a:xfrm>
            <a:custGeom>
              <a:avLst/>
              <a:gdLst/>
              <a:ahLst/>
              <a:cxnLst/>
              <a:rect l="l" t="t" r="r" b="b"/>
              <a:pathLst>
                <a:path w="20498" h="21285" extrusionOk="0">
                  <a:moveTo>
                    <a:pt x="9890" y="1"/>
                  </a:moveTo>
                  <a:cubicBezTo>
                    <a:pt x="9653" y="1"/>
                    <a:pt x="9411" y="5"/>
                    <a:pt x="9163" y="14"/>
                  </a:cubicBezTo>
                  <a:cubicBezTo>
                    <a:pt x="7019" y="86"/>
                    <a:pt x="4904" y="629"/>
                    <a:pt x="3274" y="1887"/>
                  </a:cubicBezTo>
                  <a:cubicBezTo>
                    <a:pt x="1287" y="3402"/>
                    <a:pt x="1" y="5960"/>
                    <a:pt x="158" y="9977"/>
                  </a:cubicBezTo>
                  <a:cubicBezTo>
                    <a:pt x="401" y="16237"/>
                    <a:pt x="1874" y="20253"/>
                    <a:pt x="7576" y="21111"/>
                  </a:cubicBezTo>
                  <a:cubicBezTo>
                    <a:pt x="8337" y="21231"/>
                    <a:pt x="9164" y="21284"/>
                    <a:pt x="10076" y="21284"/>
                  </a:cubicBezTo>
                  <a:cubicBezTo>
                    <a:pt x="10364" y="21284"/>
                    <a:pt x="10659" y="21279"/>
                    <a:pt x="10964" y="21269"/>
                  </a:cubicBezTo>
                  <a:cubicBezTo>
                    <a:pt x="20141" y="20911"/>
                    <a:pt x="20497" y="15193"/>
                    <a:pt x="20126" y="10263"/>
                  </a:cubicBezTo>
                  <a:cubicBezTo>
                    <a:pt x="19902" y="7484"/>
                    <a:pt x="19830" y="1"/>
                    <a:pt x="989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62"/>
            <p:cNvSpPr/>
            <p:nvPr/>
          </p:nvSpPr>
          <p:spPr>
            <a:xfrm>
              <a:off x="4263225" y="682113"/>
              <a:ext cx="423450" cy="499925"/>
            </a:xfrm>
            <a:custGeom>
              <a:avLst/>
              <a:gdLst/>
              <a:ahLst/>
              <a:cxnLst/>
              <a:rect l="l" t="t" r="r" b="b"/>
              <a:pathLst>
                <a:path w="16938" h="19997" extrusionOk="0">
                  <a:moveTo>
                    <a:pt x="829" y="43"/>
                  </a:moveTo>
                  <a:cubicBezTo>
                    <a:pt x="544" y="214"/>
                    <a:pt x="271" y="401"/>
                    <a:pt x="0" y="601"/>
                  </a:cubicBezTo>
                  <a:cubicBezTo>
                    <a:pt x="286" y="500"/>
                    <a:pt x="572" y="414"/>
                    <a:pt x="858" y="329"/>
                  </a:cubicBezTo>
                  <a:cubicBezTo>
                    <a:pt x="858" y="229"/>
                    <a:pt x="843" y="143"/>
                    <a:pt x="829" y="43"/>
                  </a:cubicBezTo>
                  <a:close/>
                  <a:moveTo>
                    <a:pt x="12521" y="0"/>
                  </a:moveTo>
                  <a:cubicBezTo>
                    <a:pt x="12407" y="43"/>
                    <a:pt x="12293" y="71"/>
                    <a:pt x="12178" y="71"/>
                  </a:cubicBezTo>
                  <a:cubicBezTo>
                    <a:pt x="12478" y="2573"/>
                    <a:pt x="12850" y="3044"/>
                    <a:pt x="13107" y="3488"/>
                  </a:cubicBezTo>
                  <a:cubicBezTo>
                    <a:pt x="13122" y="3530"/>
                    <a:pt x="13135" y="3559"/>
                    <a:pt x="13135" y="3588"/>
                  </a:cubicBezTo>
                  <a:cubicBezTo>
                    <a:pt x="13135" y="3702"/>
                    <a:pt x="12993" y="3759"/>
                    <a:pt x="12779" y="3759"/>
                  </a:cubicBezTo>
                  <a:cubicBezTo>
                    <a:pt x="12364" y="3759"/>
                    <a:pt x="11649" y="3530"/>
                    <a:pt x="11235" y="3044"/>
                  </a:cubicBezTo>
                  <a:lnTo>
                    <a:pt x="11235" y="3044"/>
                  </a:lnTo>
                  <a:cubicBezTo>
                    <a:pt x="11235" y="3044"/>
                    <a:pt x="11292" y="3459"/>
                    <a:pt x="11292" y="3788"/>
                  </a:cubicBezTo>
                  <a:cubicBezTo>
                    <a:pt x="11292" y="3959"/>
                    <a:pt x="11277" y="4102"/>
                    <a:pt x="11235" y="4159"/>
                  </a:cubicBezTo>
                  <a:cubicBezTo>
                    <a:pt x="11235" y="4174"/>
                    <a:pt x="11220" y="4188"/>
                    <a:pt x="11192" y="4188"/>
                  </a:cubicBezTo>
                  <a:cubicBezTo>
                    <a:pt x="11092" y="4188"/>
                    <a:pt x="10835" y="4016"/>
                    <a:pt x="10563" y="3816"/>
                  </a:cubicBezTo>
                  <a:lnTo>
                    <a:pt x="10563" y="3816"/>
                  </a:lnTo>
                  <a:cubicBezTo>
                    <a:pt x="11035" y="4803"/>
                    <a:pt x="11363" y="5874"/>
                    <a:pt x="11635" y="6918"/>
                  </a:cubicBezTo>
                  <a:cubicBezTo>
                    <a:pt x="12192" y="9005"/>
                    <a:pt x="12621" y="11163"/>
                    <a:pt x="12350" y="13307"/>
                  </a:cubicBezTo>
                  <a:cubicBezTo>
                    <a:pt x="12078" y="15437"/>
                    <a:pt x="10978" y="17567"/>
                    <a:pt x="9105" y="18624"/>
                  </a:cubicBezTo>
                  <a:cubicBezTo>
                    <a:pt x="7647" y="19425"/>
                    <a:pt x="5932" y="19510"/>
                    <a:pt x="4302" y="19825"/>
                  </a:cubicBezTo>
                  <a:cubicBezTo>
                    <a:pt x="5060" y="19939"/>
                    <a:pt x="5889" y="19996"/>
                    <a:pt x="6789" y="19996"/>
                  </a:cubicBezTo>
                  <a:cubicBezTo>
                    <a:pt x="7075" y="19996"/>
                    <a:pt x="7376" y="19996"/>
                    <a:pt x="7690" y="19983"/>
                  </a:cubicBezTo>
                  <a:cubicBezTo>
                    <a:pt x="15552" y="19682"/>
                    <a:pt x="16938" y="15451"/>
                    <a:pt x="16938" y="11134"/>
                  </a:cubicBezTo>
                  <a:cubicBezTo>
                    <a:pt x="16938" y="10406"/>
                    <a:pt x="16895" y="9677"/>
                    <a:pt x="16852" y="8977"/>
                  </a:cubicBezTo>
                  <a:cubicBezTo>
                    <a:pt x="16795" y="8376"/>
                    <a:pt x="16766" y="7576"/>
                    <a:pt x="16638" y="6675"/>
                  </a:cubicBezTo>
                  <a:cubicBezTo>
                    <a:pt x="16337" y="4674"/>
                    <a:pt x="15609" y="2187"/>
                    <a:pt x="13336" y="529"/>
                  </a:cubicBezTo>
                  <a:cubicBezTo>
                    <a:pt x="13093" y="343"/>
                    <a:pt x="12821" y="172"/>
                    <a:pt x="12521" y="0"/>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62"/>
            <p:cNvSpPr/>
            <p:nvPr/>
          </p:nvSpPr>
          <p:spPr>
            <a:xfrm>
              <a:off x="4215675" y="995863"/>
              <a:ext cx="51150" cy="38225"/>
            </a:xfrm>
            <a:custGeom>
              <a:avLst/>
              <a:gdLst/>
              <a:ahLst/>
              <a:cxnLst/>
              <a:rect l="l" t="t" r="r" b="b"/>
              <a:pathLst>
                <a:path w="2046" h="1529" extrusionOk="0">
                  <a:moveTo>
                    <a:pt x="1030" y="0"/>
                  </a:moveTo>
                  <a:cubicBezTo>
                    <a:pt x="401" y="0"/>
                    <a:pt x="1" y="1529"/>
                    <a:pt x="1030" y="1529"/>
                  </a:cubicBezTo>
                  <a:cubicBezTo>
                    <a:pt x="2045" y="1529"/>
                    <a:pt x="1859" y="0"/>
                    <a:pt x="1030"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62"/>
            <p:cNvSpPr/>
            <p:nvPr/>
          </p:nvSpPr>
          <p:spPr>
            <a:xfrm>
              <a:off x="4243225" y="936888"/>
              <a:ext cx="39650" cy="43600"/>
            </a:xfrm>
            <a:custGeom>
              <a:avLst/>
              <a:gdLst/>
              <a:ahLst/>
              <a:cxnLst/>
              <a:rect l="l" t="t" r="r" b="b"/>
              <a:pathLst>
                <a:path w="1586" h="1744" extrusionOk="0">
                  <a:moveTo>
                    <a:pt x="700" y="0"/>
                  </a:moveTo>
                  <a:cubicBezTo>
                    <a:pt x="14" y="0"/>
                    <a:pt x="0" y="1744"/>
                    <a:pt x="686" y="1744"/>
                  </a:cubicBezTo>
                  <a:cubicBezTo>
                    <a:pt x="728" y="1744"/>
                    <a:pt x="757" y="1744"/>
                    <a:pt x="800" y="1730"/>
                  </a:cubicBezTo>
                  <a:cubicBezTo>
                    <a:pt x="1586" y="1530"/>
                    <a:pt x="1414" y="0"/>
                    <a:pt x="700"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62"/>
            <p:cNvSpPr/>
            <p:nvPr/>
          </p:nvSpPr>
          <p:spPr>
            <a:xfrm>
              <a:off x="4256075" y="1043013"/>
              <a:ext cx="43625" cy="56125"/>
            </a:xfrm>
            <a:custGeom>
              <a:avLst/>
              <a:gdLst/>
              <a:ahLst/>
              <a:cxnLst/>
              <a:rect l="l" t="t" r="r" b="b"/>
              <a:pathLst>
                <a:path w="1745" h="2245" extrusionOk="0">
                  <a:moveTo>
                    <a:pt x="872" y="1"/>
                  </a:moveTo>
                  <a:cubicBezTo>
                    <a:pt x="129" y="43"/>
                    <a:pt x="1" y="2244"/>
                    <a:pt x="872" y="2244"/>
                  </a:cubicBezTo>
                  <a:cubicBezTo>
                    <a:pt x="1744" y="2244"/>
                    <a:pt x="1615" y="1"/>
                    <a:pt x="887"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62"/>
            <p:cNvSpPr/>
            <p:nvPr/>
          </p:nvSpPr>
          <p:spPr>
            <a:xfrm>
              <a:off x="4267500" y="1005488"/>
              <a:ext cx="23975" cy="16825"/>
            </a:xfrm>
            <a:custGeom>
              <a:avLst/>
              <a:gdLst/>
              <a:ahLst/>
              <a:cxnLst/>
              <a:rect l="l" t="t" r="r" b="b"/>
              <a:pathLst>
                <a:path w="959" h="673" extrusionOk="0">
                  <a:moveTo>
                    <a:pt x="487" y="0"/>
                  </a:moveTo>
                  <a:cubicBezTo>
                    <a:pt x="1" y="0"/>
                    <a:pt x="15" y="673"/>
                    <a:pt x="487" y="673"/>
                  </a:cubicBezTo>
                  <a:cubicBezTo>
                    <a:pt x="958" y="673"/>
                    <a:pt x="958" y="0"/>
                    <a:pt x="487"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62"/>
            <p:cNvSpPr/>
            <p:nvPr/>
          </p:nvSpPr>
          <p:spPr>
            <a:xfrm>
              <a:off x="4204975" y="958313"/>
              <a:ext cx="24300" cy="22175"/>
            </a:xfrm>
            <a:custGeom>
              <a:avLst/>
              <a:gdLst/>
              <a:ahLst/>
              <a:cxnLst/>
              <a:rect l="l" t="t" r="r" b="b"/>
              <a:pathLst>
                <a:path w="972" h="887" extrusionOk="0">
                  <a:moveTo>
                    <a:pt x="658" y="1"/>
                  </a:moveTo>
                  <a:cubicBezTo>
                    <a:pt x="644" y="1"/>
                    <a:pt x="615" y="1"/>
                    <a:pt x="587" y="16"/>
                  </a:cubicBezTo>
                  <a:cubicBezTo>
                    <a:pt x="229" y="172"/>
                    <a:pt x="0" y="787"/>
                    <a:pt x="587" y="887"/>
                  </a:cubicBezTo>
                  <a:lnTo>
                    <a:pt x="658" y="887"/>
                  </a:lnTo>
                  <a:cubicBezTo>
                    <a:pt x="886" y="887"/>
                    <a:pt x="972" y="673"/>
                    <a:pt x="943" y="444"/>
                  </a:cubicBezTo>
                  <a:cubicBezTo>
                    <a:pt x="930" y="216"/>
                    <a:pt x="815" y="1"/>
                    <a:pt x="658"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62"/>
            <p:cNvSpPr/>
            <p:nvPr/>
          </p:nvSpPr>
          <p:spPr>
            <a:xfrm>
              <a:off x="4237175" y="617413"/>
              <a:ext cx="49650" cy="66500"/>
            </a:xfrm>
            <a:custGeom>
              <a:avLst/>
              <a:gdLst/>
              <a:ahLst/>
              <a:cxnLst/>
              <a:rect l="l" t="t" r="r" b="b"/>
              <a:pathLst>
                <a:path w="1986" h="2660" extrusionOk="0">
                  <a:moveTo>
                    <a:pt x="1230" y="0"/>
                  </a:moveTo>
                  <a:cubicBezTo>
                    <a:pt x="960" y="0"/>
                    <a:pt x="669" y="112"/>
                    <a:pt x="456" y="487"/>
                  </a:cubicBezTo>
                  <a:cubicBezTo>
                    <a:pt x="0" y="1310"/>
                    <a:pt x="800" y="2660"/>
                    <a:pt x="1655" y="2660"/>
                  </a:cubicBezTo>
                  <a:cubicBezTo>
                    <a:pt x="1765" y="2660"/>
                    <a:pt x="1876" y="2637"/>
                    <a:pt x="1986" y="2588"/>
                  </a:cubicBezTo>
                  <a:lnTo>
                    <a:pt x="1986" y="244"/>
                  </a:lnTo>
                  <a:cubicBezTo>
                    <a:pt x="1986" y="244"/>
                    <a:pt x="1630" y="0"/>
                    <a:pt x="123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62"/>
            <p:cNvSpPr/>
            <p:nvPr/>
          </p:nvSpPr>
          <p:spPr>
            <a:xfrm>
              <a:off x="4256900" y="638513"/>
              <a:ext cx="22725" cy="24875"/>
            </a:xfrm>
            <a:custGeom>
              <a:avLst/>
              <a:gdLst/>
              <a:ahLst/>
              <a:cxnLst/>
              <a:rect l="l" t="t" r="r" b="b"/>
              <a:pathLst>
                <a:path w="909" h="995" extrusionOk="0">
                  <a:moveTo>
                    <a:pt x="377" y="0"/>
                  </a:moveTo>
                  <a:cubicBezTo>
                    <a:pt x="374" y="0"/>
                    <a:pt x="371" y="0"/>
                    <a:pt x="368" y="1"/>
                  </a:cubicBezTo>
                  <a:cubicBezTo>
                    <a:pt x="1" y="14"/>
                    <a:pt x="279" y="995"/>
                    <a:pt x="565" y="995"/>
                  </a:cubicBezTo>
                  <a:cubicBezTo>
                    <a:pt x="580" y="995"/>
                    <a:pt x="595" y="992"/>
                    <a:pt x="610" y="986"/>
                  </a:cubicBezTo>
                  <a:cubicBezTo>
                    <a:pt x="908" y="873"/>
                    <a:pt x="756" y="0"/>
                    <a:pt x="37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62"/>
            <p:cNvSpPr/>
            <p:nvPr/>
          </p:nvSpPr>
          <p:spPr>
            <a:xfrm>
              <a:off x="4559100" y="617413"/>
              <a:ext cx="49625" cy="66500"/>
            </a:xfrm>
            <a:custGeom>
              <a:avLst/>
              <a:gdLst/>
              <a:ahLst/>
              <a:cxnLst/>
              <a:rect l="l" t="t" r="r" b="b"/>
              <a:pathLst>
                <a:path w="1985" h="2660" extrusionOk="0">
                  <a:moveTo>
                    <a:pt x="756" y="0"/>
                  </a:moveTo>
                  <a:cubicBezTo>
                    <a:pt x="356" y="0"/>
                    <a:pt x="0" y="244"/>
                    <a:pt x="0" y="244"/>
                  </a:cubicBezTo>
                  <a:lnTo>
                    <a:pt x="0" y="2588"/>
                  </a:lnTo>
                  <a:cubicBezTo>
                    <a:pt x="111" y="2637"/>
                    <a:pt x="224" y="2660"/>
                    <a:pt x="335" y="2660"/>
                  </a:cubicBezTo>
                  <a:cubicBezTo>
                    <a:pt x="1197" y="2660"/>
                    <a:pt x="1985" y="1310"/>
                    <a:pt x="1529" y="487"/>
                  </a:cubicBezTo>
                  <a:cubicBezTo>
                    <a:pt x="1316" y="112"/>
                    <a:pt x="1026" y="0"/>
                    <a:pt x="75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62"/>
            <p:cNvSpPr/>
            <p:nvPr/>
          </p:nvSpPr>
          <p:spPr>
            <a:xfrm>
              <a:off x="4566650" y="638513"/>
              <a:ext cx="22350" cy="24875"/>
            </a:xfrm>
            <a:custGeom>
              <a:avLst/>
              <a:gdLst/>
              <a:ahLst/>
              <a:cxnLst/>
              <a:rect l="l" t="t" r="r" b="b"/>
              <a:pathLst>
                <a:path w="894" h="995" extrusionOk="0">
                  <a:moveTo>
                    <a:pt x="518" y="0"/>
                  </a:moveTo>
                  <a:cubicBezTo>
                    <a:pt x="139" y="0"/>
                    <a:pt x="0" y="873"/>
                    <a:pt x="299" y="986"/>
                  </a:cubicBezTo>
                  <a:cubicBezTo>
                    <a:pt x="314" y="992"/>
                    <a:pt x="329" y="995"/>
                    <a:pt x="344" y="995"/>
                  </a:cubicBezTo>
                  <a:cubicBezTo>
                    <a:pt x="628" y="995"/>
                    <a:pt x="893" y="14"/>
                    <a:pt x="527" y="1"/>
                  </a:cubicBezTo>
                  <a:cubicBezTo>
                    <a:pt x="524" y="0"/>
                    <a:pt x="521" y="0"/>
                    <a:pt x="518"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62"/>
            <p:cNvSpPr/>
            <p:nvPr/>
          </p:nvSpPr>
          <p:spPr>
            <a:xfrm>
              <a:off x="4267500" y="435213"/>
              <a:ext cx="325900" cy="385125"/>
            </a:xfrm>
            <a:custGeom>
              <a:avLst/>
              <a:gdLst/>
              <a:ahLst/>
              <a:cxnLst/>
              <a:rect l="l" t="t" r="r" b="b"/>
              <a:pathLst>
                <a:path w="13036" h="15405" extrusionOk="0">
                  <a:moveTo>
                    <a:pt x="7605" y="1"/>
                  </a:moveTo>
                  <a:cubicBezTo>
                    <a:pt x="7492" y="1"/>
                    <a:pt x="7412" y="25"/>
                    <a:pt x="7376" y="71"/>
                  </a:cubicBezTo>
                  <a:cubicBezTo>
                    <a:pt x="7348" y="128"/>
                    <a:pt x="7361" y="214"/>
                    <a:pt x="7447" y="314"/>
                  </a:cubicBezTo>
                  <a:cubicBezTo>
                    <a:pt x="7962" y="942"/>
                    <a:pt x="8120" y="1758"/>
                    <a:pt x="8120" y="1758"/>
                  </a:cubicBezTo>
                  <a:cubicBezTo>
                    <a:pt x="7123" y="633"/>
                    <a:pt x="5678" y="149"/>
                    <a:pt x="5037" y="149"/>
                  </a:cubicBezTo>
                  <a:cubicBezTo>
                    <a:pt x="4750" y="149"/>
                    <a:pt x="4624" y="246"/>
                    <a:pt x="4775" y="428"/>
                  </a:cubicBezTo>
                  <a:cubicBezTo>
                    <a:pt x="5275" y="1014"/>
                    <a:pt x="5518" y="1800"/>
                    <a:pt x="5518" y="1800"/>
                  </a:cubicBezTo>
                  <a:cubicBezTo>
                    <a:pt x="4986" y="961"/>
                    <a:pt x="3568" y="547"/>
                    <a:pt x="2972" y="547"/>
                  </a:cubicBezTo>
                  <a:cubicBezTo>
                    <a:pt x="2736" y="547"/>
                    <a:pt x="2629" y="612"/>
                    <a:pt x="2759" y="742"/>
                  </a:cubicBezTo>
                  <a:cubicBezTo>
                    <a:pt x="3203" y="1215"/>
                    <a:pt x="3502" y="2000"/>
                    <a:pt x="3502" y="2000"/>
                  </a:cubicBezTo>
                  <a:cubicBezTo>
                    <a:pt x="3502" y="2000"/>
                    <a:pt x="3500" y="2000"/>
                    <a:pt x="3496" y="2000"/>
                  </a:cubicBezTo>
                  <a:cubicBezTo>
                    <a:pt x="3393" y="2000"/>
                    <a:pt x="2114" y="2039"/>
                    <a:pt x="1072" y="3944"/>
                  </a:cubicBezTo>
                  <a:cubicBezTo>
                    <a:pt x="1" y="5931"/>
                    <a:pt x="830" y="11048"/>
                    <a:pt x="887" y="12363"/>
                  </a:cubicBezTo>
                  <a:cubicBezTo>
                    <a:pt x="944" y="13664"/>
                    <a:pt x="186" y="14150"/>
                    <a:pt x="487" y="14307"/>
                  </a:cubicBezTo>
                  <a:cubicBezTo>
                    <a:pt x="501" y="14321"/>
                    <a:pt x="529" y="14321"/>
                    <a:pt x="573" y="14336"/>
                  </a:cubicBezTo>
                  <a:cubicBezTo>
                    <a:pt x="600" y="14342"/>
                    <a:pt x="629" y="14345"/>
                    <a:pt x="659" y="14345"/>
                  </a:cubicBezTo>
                  <a:cubicBezTo>
                    <a:pt x="1191" y="14345"/>
                    <a:pt x="2202" y="13450"/>
                    <a:pt x="2202" y="13450"/>
                  </a:cubicBezTo>
                  <a:lnTo>
                    <a:pt x="2202" y="13450"/>
                  </a:lnTo>
                  <a:cubicBezTo>
                    <a:pt x="2511" y="14459"/>
                    <a:pt x="2200" y="15405"/>
                    <a:pt x="2592" y="15405"/>
                  </a:cubicBezTo>
                  <a:cubicBezTo>
                    <a:pt x="2616" y="15405"/>
                    <a:pt x="2643" y="15401"/>
                    <a:pt x="2673" y="15394"/>
                  </a:cubicBezTo>
                  <a:cubicBezTo>
                    <a:pt x="3203" y="15251"/>
                    <a:pt x="4474" y="13707"/>
                    <a:pt x="4474" y="13707"/>
                  </a:cubicBezTo>
                  <a:cubicBezTo>
                    <a:pt x="4678" y="14451"/>
                    <a:pt x="4521" y="15388"/>
                    <a:pt x="4735" y="15388"/>
                  </a:cubicBezTo>
                  <a:cubicBezTo>
                    <a:pt x="4747" y="15388"/>
                    <a:pt x="4761" y="15385"/>
                    <a:pt x="4775" y="15379"/>
                  </a:cubicBezTo>
                  <a:cubicBezTo>
                    <a:pt x="5046" y="15279"/>
                    <a:pt x="6075" y="14035"/>
                    <a:pt x="6075" y="14035"/>
                  </a:cubicBezTo>
                  <a:cubicBezTo>
                    <a:pt x="6283" y="14327"/>
                    <a:pt x="6544" y="15382"/>
                    <a:pt x="6742" y="15382"/>
                  </a:cubicBezTo>
                  <a:cubicBezTo>
                    <a:pt x="6749" y="15382"/>
                    <a:pt x="6755" y="15381"/>
                    <a:pt x="6761" y="15379"/>
                  </a:cubicBezTo>
                  <a:cubicBezTo>
                    <a:pt x="6976" y="15308"/>
                    <a:pt x="7719" y="14007"/>
                    <a:pt x="7919" y="13850"/>
                  </a:cubicBezTo>
                  <a:cubicBezTo>
                    <a:pt x="7929" y="13843"/>
                    <a:pt x="7939" y="13840"/>
                    <a:pt x="7950" y="13840"/>
                  </a:cubicBezTo>
                  <a:cubicBezTo>
                    <a:pt x="8063" y="13840"/>
                    <a:pt x="8285" y="14152"/>
                    <a:pt x="8505" y="14464"/>
                  </a:cubicBezTo>
                  <a:cubicBezTo>
                    <a:pt x="8732" y="14781"/>
                    <a:pt x="8949" y="15096"/>
                    <a:pt x="9065" y="15096"/>
                  </a:cubicBezTo>
                  <a:cubicBezTo>
                    <a:pt x="9080" y="15096"/>
                    <a:pt x="9094" y="15091"/>
                    <a:pt x="9105" y="15079"/>
                  </a:cubicBezTo>
                  <a:cubicBezTo>
                    <a:pt x="9305" y="14893"/>
                    <a:pt x="9606" y="13063"/>
                    <a:pt x="9606" y="13063"/>
                  </a:cubicBezTo>
                  <a:cubicBezTo>
                    <a:pt x="9606" y="13063"/>
                    <a:pt x="10757" y="14056"/>
                    <a:pt x="11019" y="14056"/>
                  </a:cubicBezTo>
                  <a:cubicBezTo>
                    <a:pt x="11040" y="14056"/>
                    <a:pt x="11056" y="14049"/>
                    <a:pt x="11064" y="14035"/>
                  </a:cubicBezTo>
                  <a:cubicBezTo>
                    <a:pt x="11178" y="13850"/>
                    <a:pt x="11064" y="12921"/>
                    <a:pt x="11064" y="12920"/>
                  </a:cubicBezTo>
                  <a:lnTo>
                    <a:pt x="11064" y="12920"/>
                  </a:lnTo>
                  <a:cubicBezTo>
                    <a:pt x="11476" y="13403"/>
                    <a:pt x="12183" y="13632"/>
                    <a:pt x="12609" y="13632"/>
                  </a:cubicBezTo>
                  <a:cubicBezTo>
                    <a:pt x="12878" y="13632"/>
                    <a:pt x="13035" y="13541"/>
                    <a:pt x="12936" y="13364"/>
                  </a:cubicBezTo>
                  <a:cubicBezTo>
                    <a:pt x="12665" y="12920"/>
                    <a:pt x="12293" y="12434"/>
                    <a:pt x="11993" y="9876"/>
                  </a:cubicBezTo>
                  <a:cubicBezTo>
                    <a:pt x="11707" y="7332"/>
                    <a:pt x="12322" y="4159"/>
                    <a:pt x="10292" y="1672"/>
                  </a:cubicBezTo>
                  <a:cubicBezTo>
                    <a:pt x="9331" y="500"/>
                    <a:pt x="8120" y="1"/>
                    <a:pt x="760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62"/>
            <p:cNvSpPr/>
            <p:nvPr/>
          </p:nvSpPr>
          <p:spPr>
            <a:xfrm>
              <a:off x="4279650" y="435188"/>
              <a:ext cx="311975" cy="385225"/>
            </a:xfrm>
            <a:custGeom>
              <a:avLst/>
              <a:gdLst/>
              <a:ahLst/>
              <a:cxnLst/>
              <a:rect l="l" t="t" r="r" b="b"/>
              <a:pathLst>
                <a:path w="12479" h="15409" extrusionOk="0">
                  <a:moveTo>
                    <a:pt x="7119" y="0"/>
                  </a:moveTo>
                  <a:cubicBezTo>
                    <a:pt x="7005" y="0"/>
                    <a:pt x="6933" y="29"/>
                    <a:pt x="6890" y="72"/>
                  </a:cubicBezTo>
                  <a:cubicBezTo>
                    <a:pt x="7076" y="158"/>
                    <a:pt x="7247" y="244"/>
                    <a:pt x="7419" y="358"/>
                  </a:cubicBezTo>
                  <a:cubicBezTo>
                    <a:pt x="8863" y="1330"/>
                    <a:pt x="9978" y="2816"/>
                    <a:pt x="10477" y="4488"/>
                  </a:cubicBezTo>
                  <a:cubicBezTo>
                    <a:pt x="11293" y="7219"/>
                    <a:pt x="10535" y="10291"/>
                    <a:pt x="11579" y="12950"/>
                  </a:cubicBezTo>
                  <a:cubicBezTo>
                    <a:pt x="11035" y="12893"/>
                    <a:pt x="10521" y="12593"/>
                    <a:pt x="10206" y="12164"/>
                  </a:cubicBezTo>
                  <a:cubicBezTo>
                    <a:pt x="10063" y="12578"/>
                    <a:pt x="10006" y="13022"/>
                    <a:pt x="10035" y="13451"/>
                  </a:cubicBezTo>
                  <a:cubicBezTo>
                    <a:pt x="9563" y="13079"/>
                    <a:pt x="9105" y="12664"/>
                    <a:pt x="8691" y="12207"/>
                  </a:cubicBezTo>
                  <a:cubicBezTo>
                    <a:pt x="8534" y="12850"/>
                    <a:pt x="8434" y="13493"/>
                    <a:pt x="8377" y="14151"/>
                  </a:cubicBezTo>
                  <a:cubicBezTo>
                    <a:pt x="8034" y="13836"/>
                    <a:pt x="7704" y="13537"/>
                    <a:pt x="7361" y="13222"/>
                  </a:cubicBezTo>
                  <a:cubicBezTo>
                    <a:pt x="7076" y="13765"/>
                    <a:pt x="6704" y="14236"/>
                    <a:pt x="6261" y="14651"/>
                  </a:cubicBezTo>
                  <a:cubicBezTo>
                    <a:pt x="6004" y="14265"/>
                    <a:pt x="5761" y="13880"/>
                    <a:pt x="5503" y="13493"/>
                  </a:cubicBezTo>
                  <a:cubicBezTo>
                    <a:pt x="5175" y="13836"/>
                    <a:pt x="4832" y="14165"/>
                    <a:pt x="4503" y="14494"/>
                  </a:cubicBezTo>
                  <a:cubicBezTo>
                    <a:pt x="4417" y="13937"/>
                    <a:pt x="4232" y="13394"/>
                    <a:pt x="3946" y="12908"/>
                  </a:cubicBezTo>
                  <a:lnTo>
                    <a:pt x="3946" y="12908"/>
                  </a:lnTo>
                  <a:cubicBezTo>
                    <a:pt x="4045" y="13079"/>
                    <a:pt x="3003" y="14179"/>
                    <a:pt x="2845" y="14294"/>
                  </a:cubicBezTo>
                  <a:cubicBezTo>
                    <a:pt x="2688" y="14408"/>
                    <a:pt x="2574" y="14465"/>
                    <a:pt x="2488" y="14465"/>
                  </a:cubicBezTo>
                  <a:cubicBezTo>
                    <a:pt x="2202" y="14465"/>
                    <a:pt x="2159" y="14008"/>
                    <a:pt x="2031" y="13607"/>
                  </a:cubicBezTo>
                  <a:cubicBezTo>
                    <a:pt x="1888" y="13165"/>
                    <a:pt x="1787" y="12936"/>
                    <a:pt x="1616" y="12936"/>
                  </a:cubicBezTo>
                  <a:cubicBezTo>
                    <a:pt x="1487" y="12936"/>
                    <a:pt x="1330" y="13051"/>
                    <a:pt x="1116" y="13293"/>
                  </a:cubicBezTo>
                  <a:cubicBezTo>
                    <a:pt x="758" y="13665"/>
                    <a:pt x="344" y="13937"/>
                    <a:pt x="1" y="14308"/>
                  </a:cubicBezTo>
                  <a:cubicBezTo>
                    <a:pt x="15" y="14322"/>
                    <a:pt x="43" y="14322"/>
                    <a:pt x="87" y="14337"/>
                  </a:cubicBezTo>
                  <a:cubicBezTo>
                    <a:pt x="115" y="14351"/>
                    <a:pt x="144" y="14351"/>
                    <a:pt x="172" y="14351"/>
                  </a:cubicBezTo>
                  <a:cubicBezTo>
                    <a:pt x="701" y="14351"/>
                    <a:pt x="1716" y="13451"/>
                    <a:pt x="1716" y="13451"/>
                  </a:cubicBezTo>
                  <a:cubicBezTo>
                    <a:pt x="2031" y="14465"/>
                    <a:pt x="1716" y="15408"/>
                    <a:pt x="2101" y="15408"/>
                  </a:cubicBezTo>
                  <a:cubicBezTo>
                    <a:pt x="2130" y="15408"/>
                    <a:pt x="2159" y="15408"/>
                    <a:pt x="2187" y="15395"/>
                  </a:cubicBezTo>
                  <a:cubicBezTo>
                    <a:pt x="2717" y="15252"/>
                    <a:pt x="3988" y="13708"/>
                    <a:pt x="3988" y="13708"/>
                  </a:cubicBezTo>
                  <a:cubicBezTo>
                    <a:pt x="4188" y="14451"/>
                    <a:pt x="4032" y="15395"/>
                    <a:pt x="4260" y="15395"/>
                  </a:cubicBezTo>
                  <a:cubicBezTo>
                    <a:pt x="4260" y="15395"/>
                    <a:pt x="4274" y="15395"/>
                    <a:pt x="4289" y="15380"/>
                  </a:cubicBezTo>
                  <a:cubicBezTo>
                    <a:pt x="4560" y="15280"/>
                    <a:pt x="5589" y="14036"/>
                    <a:pt x="5589" y="14036"/>
                  </a:cubicBezTo>
                  <a:cubicBezTo>
                    <a:pt x="5804" y="14322"/>
                    <a:pt x="6046" y="15380"/>
                    <a:pt x="6261" y="15380"/>
                  </a:cubicBezTo>
                  <a:lnTo>
                    <a:pt x="6275" y="15380"/>
                  </a:lnTo>
                  <a:cubicBezTo>
                    <a:pt x="6490" y="15309"/>
                    <a:pt x="7233" y="14008"/>
                    <a:pt x="7433" y="13851"/>
                  </a:cubicBezTo>
                  <a:cubicBezTo>
                    <a:pt x="7447" y="13851"/>
                    <a:pt x="7462" y="13836"/>
                    <a:pt x="7462" y="13836"/>
                  </a:cubicBezTo>
                  <a:cubicBezTo>
                    <a:pt x="7590" y="13836"/>
                    <a:pt x="7805" y="14151"/>
                    <a:pt x="8019" y="14465"/>
                  </a:cubicBezTo>
                  <a:cubicBezTo>
                    <a:pt x="8248" y="14780"/>
                    <a:pt x="8463" y="15094"/>
                    <a:pt x="8577" y="15094"/>
                  </a:cubicBezTo>
                  <a:cubicBezTo>
                    <a:pt x="8591" y="15094"/>
                    <a:pt x="8606" y="15094"/>
                    <a:pt x="8619" y="15080"/>
                  </a:cubicBezTo>
                  <a:cubicBezTo>
                    <a:pt x="8819" y="14894"/>
                    <a:pt x="9120" y="13064"/>
                    <a:pt x="9120" y="13064"/>
                  </a:cubicBezTo>
                  <a:cubicBezTo>
                    <a:pt x="9120" y="13064"/>
                    <a:pt x="10277" y="14065"/>
                    <a:pt x="10535" y="14065"/>
                  </a:cubicBezTo>
                  <a:cubicBezTo>
                    <a:pt x="10563" y="14065"/>
                    <a:pt x="10578" y="14051"/>
                    <a:pt x="10578" y="14036"/>
                  </a:cubicBezTo>
                  <a:cubicBezTo>
                    <a:pt x="10620" y="13979"/>
                    <a:pt x="10635" y="13836"/>
                    <a:pt x="10635" y="13665"/>
                  </a:cubicBezTo>
                  <a:cubicBezTo>
                    <a:pt x="10635" y="13336"/>
                    <a:pt x="10578" y="12921"/>
                    <a:pt x="10578" y="12921"/>
                  </a:cubicBezTo>
                  <a:lnTo>
                    <a:pt x="10578" y="12921"/>
                  </a:lnTo>
                  <a:cubicBezTo>
                    <a:pt x="10992" y="13407"/>
                    <a:pt x="11707" y="13636"/>
                    <a:pt x="12122" y="13636"/>
                  </a:cubicBezTo>
                  <a:cubicBezTo>
                    <a:pt x="12336" y="13636"/>
                    <a:pt x="12478" y="13579"/>
                    <a:pt x="12478" y="13465"/>
                  </a:cubicBezTo>
                  <a:cubicBezTo>
                    <a:pt x="12478" y="13436"/>
                    <a:pt x="12465" y="13407"/>
                    <a:pt x="12450" y="13365"/>
                  </a:cubicBezTo>
                  <a:cubicBezTo>
                    <a:pt x="12193" y="12921"/>
                    <a:pt x="11821" y="12450"/>
                    <a:pt x="11521" y="9948"/>
                  </a:cubicBezTo>
                  <a:cubicBezTo>
                    <a:pt x="11521" y="9935"/>
                    <a:pt x="11521" y="9906"/>
                    <a:pt x="11507" y="9877"/>
                  </a:cubicBezTo>
                  <a:cubicBezTo>
                    <a:pt x="11421" y="9106"/>
                    <a:pt x="11421" y="8277"/>
                    <a:pt x="11392" y="7419"/>
                  </a:cubicBezTo>
                  <a:cubicBezTo>
                    <a:pt x="11350" y="5460"/>
                    <a:pt x="11221" y="3402"/>
                    <a:pt x="9806" y="1673"/>
                  </a:cubicBezTo>
                  <a:cubicBezTo>
                    <a:pt x="8848" y="501"/>
                    <a:pt x="7634" y="0"/>
                    <a:pt x="711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62"/>
            <p:cNvSpPr/>
            <p:nvPr/>
          </p:nvSpPr>
          <p:spPr>
            <a:xfrm>
              <a:off x="4306825" y="556088"/>
              <a:ext cx="247300" cy="168550"/>
            </a:xfrm>
            <a:custGeom>
              <a:avLst/>
              <a:gdLst/>
              <a:ahLst/>
              <a:cxnLst/>
              <a:rect l="l" t="t" r="r" b="b"/>
              <a:pathLst>
                <a:path w="9892" h="6742" extrusionOk="0">
                  <a:moveTo>
                    <a:pt x="7173" y="0"/>
                  </a:moveTo>
                  <a:cubicBezTo>
                    <a:pt x="6747" y="0"/>
                    <a:pt x="6316" y="151"/>
                    <a:pt x="5889" y="353"/>
                  </a:cubicBezTo>
                  <a:cubicBezTo>
                    <a:pt x="5507" y="531"/>
                    <a:pt x="5195" y="598"/>
                    <a:pt x="4894" y="598"/>
                  </a:cubicBezTo>
                  <a:cubicBezTo>
                    <a:pt x="4373" y="598"/>
                    <a:pt x="3888" y="397"/>
                    <a:pt x="3145" y="224"/>
                  </a:cubicBezTo>
                  <a:cubicBezTo>
                    <a:pt x="2852" y="153"/>
                    <a:pt x="2577" y="118"/>
                    <a:pt x="2322" y="118"/>
                  </a:cubicBezTo>
                  <a:cubicBezTo>
                    <a:pt x="1544" y="118"/>
                    <a:pt x="948" y="450"/>
                    <a:pt x="572" y="1139"/>
                  </a:cubicBezTo>
                  <a:cubicBezTo>
                    <a:pt x="357" y="1539"/>
                    <a:pt x="200" y="2054"/>
                    <a:pt x="143" y="2697"/>
                  </a:cubicBezTo>
                  <a:cubicBezTo>
                    <a:pt x="0" y="4069"/>
                    <a:pt x="471" y="5370"/>
                    <a:pt x="1887" y="6113"/>
                  </a:cubicBezTo>
                  <a:cubicBezTo>
                    <a:pt x="2644" y="6513"/>
                    <a:pt x="3673" y="6742"/>
                    <a:pt x="5032" y="6742"/>
                  </a:cubicBezTo>
                  <a:cubicBezTo>
                    <a:pt x="9876" y="6742"/>
                    <a:pt x="9891" y="2869"/>
                    <a:pt x="8990" y="1310"/>
                  </a:cubicBezTo>
                  <a:cubicBezTo>
                    <a:pt x="8419" y="330"/>
                    <a:pt x="7802" y="0"/>
                    <a:pt x="71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62"/>
            <p:cNvSpPr/>
            <p:nvPr/>
          </p:nvSpPr>
          <p:spPr>
            <a:xfrm>
              <a:off x="4321100" y="556088"/>
              <a:ext cx="233025" cy="168550"/>
            </a:xfrm>
            <a:custGeom>
              <a:avLst/>
              <a:gdLst/>
              <a:ahLst/>
              <a:cxnLst/>
              <a:rect l="l" t="t" r="r" b="b"/>
              <a:pathLst>
                <a:path w="9321" h="6742" extrusionOk="0">
                  <a:moveTo>
                    <a:pt x="6602" y="0"/>
                  </a:moveTo>
                  <a:cubicBezTo>
                    <a:pt x="6176" y="0"/>
                    <a:pt x="5745" y="151"/>
                    <a:pt x="5318" y="353"/>
                  </a:cubicBezTo>
                  <a:cubicBezTo>
                    <a:pt x="4936" y="531"/>
                    <a:pt x="4624" y="598"/>
                    <a:pt x="4323" y="598"/>
                  </a:cubicBezTo>
                  <a:cubicBezTo>
                    <a:pt x="3802" y="598"/>
                    <a:pt x="3317" y="397"/>
                    <a:pt x="2574" y="224"/>
                  </a:cubicBezTo>
                  <a:cubicBezTo>
                    <a:pt x="2281" y="153"/>
                    <a:pt x="2006" y="118"/>
                    <a:pt x="1751" y="118"/>
                  </a:cubicBezTo>
                  <a:cubicBezTo>
                    <a:pt x="973" y="118"/>
                    <a:pt x="377" y="450"/>
                    <a:pt x="1" y="1139"/>
                  </a:cubicBezTo>
                  <a:cubicBezTo>
                    <a:pt x="30" y="1110"/>
                    <a:pt x="72" y="1082"/>
                    <a:pt x="100" y="1053"/>
                  </a:cubicBezTo>
                  <a:cubicBezTo>
                    <a:pt x="614" y="620"/>
                    <a:pt x="1269" y="278"/>
                    <a:pt x="1955" y="278"/>
                  </a:cubicBezTo>
                  <a:cubicBezTo>
                    <a:pt x="1994" y="278"/>
                    <a:pt x="2034" y="279"/>
                    <a:pt x="2073" y="281"/>
                  </a:cubicBezTo>
                  <a:cubicBezTo>
                    <a:pt x="2921" y="344"/>
                    <a:pt x="3716" y="907"/>
                    <a:pt x="4531" y="907"/>
                  </a:cubicBezTo>
                  <a:cubicBezTo>
                    <a:pt x="4650" y="907"/>
                    <a:pt x="4769" y="895"/>
                    <a:pt x="4889" y="868"/>
                  </a:cubicBezTo>
                  <a:cubicBezTo>
                    <a:pt x="5303" y="753"/>
                    <a:pt x="5661" y="468"/>
                    <a:pt x="6090" y="367"/>
                  </a:cubicBezTo>
                  <a:cubicBezTo>
                    <a:pt x="6203" y="340"/>
                    <a:pt x="6316" y="327"/>
                    <a:pt x="6427" y="327"/>
                  </a:cubicBezTo>
                  <a:cubicBezTo>
                    <a:pt x="7205" y="327"/>
                    <a:pt x="7930" y="941"/>
                    <a:pt x="8305" y="1653"/>
                  </a:cubicBezTo>
                  <a:cubicBezTo>
                    <a:pt x="8520" y="2082"/>
                    <a:pt x="8663" y="2568"/>
                    <a:pt x="8606" y="3054"/>
                  </a:cubicBezTo>
                  <a:cubicBezTo>
                    <a:pt x="8548" y="3469"/>
                    <a:pt x="8377" y="3841"/>
                    <a:pt x="8191" y="4226"/>
                  </a:cubicBezTo>
                  <a:cubicBezTo>
                    <a:pt x="8005" y="4598"/>
                    <a:pt x="7819" y="4984"/>
                    <a:pt x="7533" y="5299"/>
                  </a:cubicBezTo>
                  <a:cubicBezTo>
                    <a:pt x="7161" y="5684"/>
                    <a:pt x="6662" y="5928"/>
                    <a:pt x="6147" y="6084"/>
                  </a:cubicBezTo>
                  <a:cubicBezTo>
                    <a:pt x="5386" y="6336"/>
                    <a:pt x="4593" y="6447"/>
                    <a:pt x="3797" y="6447"/>
                  </a:cubicBezTo>
                  <a:cubicBezTo>
                    <a:pt x="2964" y="6447"/>
                    <a:pt x="2127" y="6325"/>
                    <a:pt x="1316" y="6113"/>
                  </a:cubicBezTo>
                  <a:lnTo>
                    <a:pt x="1316" y="6113"/>
                  </a:lnTo>
                  <a:cubicBezTo>
                    <a:pt x="2073" y="6513"/>
                    <a:pt x="3102" y="6742"/>
                    <a:pt x="4461" y="6742"/>
                  </a:cubicBezTo>
                  <a:cubicBezTo>
                    <a:pt x="9305" y="6742"/>
                    <a:pt x="9320" y="2869"/>
                    <a:pt x="8419" y="1310"/>
                  </a:cubicBezTo>
                  <a:cubicBezTo>
                    <a:pt x="7848" y="330"/>
                    <a:pt x="7231" y="0"/>
                    <a:pt x="660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62"/>
            <p:cNvSpPr/>
            <p:nvPr/>
          </p:nvSpPr>
          <p:spPr>
            <a:xfrm>
              <a:off x="4387200" y="676338"/>
              <a:ext cx="28975" cy="20775"/>
            </a:xfrm>
            <a:custGeom>
              <a:avLst/>
              <a:gdLst/>
              <a:ahLst/>
              <a:cxnLst/>
              <a:rect l="l" t="t" r="r" b="b"/>
              <a:pathLst>
                <a:path w="1159" h="831" extrusionOk="0">
                  <a:moveTo>
                    <a:pt x="305" y="0"/>
                  </a:moveTo>
                  <a:cubicBezTo>
                    <a:pt x="275" y="0"/>
                    <a:pt x="245" y="4"/>
                    <a:pt x="216" y="16"/>
                  </a:cubicBezTo>
                  <a:cubicBezTo>
                    <a:pt x="130" y="45"/>
                    <a:pt x="73" y="131"/>
                    <a:pt x="29" y="231"/>
                  </a:cubicBezTo>
                  <a:cubicBezTo>
                    <a:pt x="16" y="245"/>
                    <a:pt x="1" y="274"/>
                    <a:pt x="1" y="302"/>
                  </a:cubicBezTo>
                  <a:cubicBezTo>
                    <a:pt x="1" y="359"/>
                    <a:pt x="44" y="403"/>
                    <a:pt x="86" y="432"/>
                  </a:cubicBezTo>
                  <a:cubicBezTo>
                    <a:pt x="273" y="574"/>
                    <a:pt x="473" y="703"/>
                    <a:pt x="687" y="803"/>
                  </a:cubicBezTo>
                  <a:cubicBezTo>
                    <a:pt x="728" y="822"/>
                    <a:pt x="766" y="831"/>
                    <a:pt x="800" y="831"/>
                  </a:cubicBezTo>
                  <a:cubicBezTo>
                    <a:pt x="924" y="831"/>
                    <a:pt x="1013" y="725"/>
                    <a:pt x="1102" y="603"/>
                  </a:cubicBezTo>
                  <a:cubicBezTo>
                    <a:pt x="1130" y="560"/>
                    <a:pt x="1159" y="502"/>
                    <a:pt x="1144" y="445"/>
                  </a:cubicBezTo>
                  <a:cubicBezTo>
                    <a:pt x="1144" y="403"/>
                    <a:pt x="1116" y="359"/>
                    <a:pt x="1073" y="331"/>
                  </a:cubicBezTo>
                  <a:cubicBezTo>
                    <a:pt x="902" y="174"/>
                    <a:pt x="673" y="74"/>
                    <a:pt x="429" y="16"/>
                  </a:cubicBezTo>
                  <a:cubicBezTo>
                    <a:pt x="388" y="8"/>
                    <a:pt x="347" y="0"/>
                    <a:pt x="30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62"/>
            <p:cNvSpPr/>
            <p:nvPr/>
          </p:nvSpPr>
          <p:spPr>
            <a:xfrm>
              <a:off x="4333250" y="605988"/>
              <a:ext cx="65425" cy="40225"/>
            </a:xfrm>
            <a:custGeom>
              <a:avLst/>
              <a:gdLst/>
              <a:ahLst/>
              <a:cxnLst/>
              <a:rect l="l" t="t" r="r" b="b"/>
              <a:pathLst>
                <a:path w="2617" h="1609" extrusionOk="0">
                  <a:moveTo>
                    <a:pt x="358" y="0"/>
                  </a:moveTo>
                  <a:cubicBezTo>
                    <a:pt x="1" y="301"/>
                    <a:pt x="215" y="1073"/>
                    <a:pt x="516" y="1373"/>
                  </a:cubicBezTo>
                  <a:cubicBezTo>
                    <a:pt x="644" y="1487"/>
                    <a:pt x="801" y="1544"/>
                    <a:pt x="958" y="1573"/>
                  </a:cubicBezTo>
                  <a:cubicBezTo>
                    <a:pt x="1075" y="1595"/>
                    <a:pt x="1195" y="1608"/>
                    <a:pt x="1315" y="1608"/>
                  </a:cubicBezTo>
                  <a:cubicBezTo>
                    <a:pt x="1505" y="1608"/>
                    <a:pt x="1692" y="1574"/>
                    <a:pt x="1859" y="1487"/>
                  </a:cubicBezTo>
                  <a:cubicBezTo>
                    <a:pt x="2302" y="1230"/>
                    <a:pt x="2488" y="686"/>
                    <a:pt x="2616" y="158"/>
                  </a:cubicBezTo>
                  <a:cubicBezTo>
                    <a:pt x="1873" y="143"/>
                    <a:pt x="1087" y="0"/>
                    <a:pt x="35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62"/>
            <p:cNvSpPr/>
            <p:nvPr/>
          </p:nvSpPr>
          <p:spPr>
            <a:xfrm>
              <a:off x="4470825" y="608838"/>
              <a:ext cx="47200" cy="28700"/>
            </a:xfrm>
            <a:custGeom>
              <a:avLst/>
              <a:gdLst/>
              <a:ahLst/>
              <a:cxnLst/>
              <a:rect l="l" t="t" r="r" b="b"/>
              <a:pathLst>
                <a:path w="1888" h="1148" extrusionOk="0">
                  <a:moveTo>
                    <a:pt x="0" y="1"/>
                  </a:moveTo>
                  <a:lnTo>
                    <a:pt x="0" y="1"/>
                  </a:lnTo>
                  <a:cubicBezTo>
                    <a:pt x="57" y="387"/>
                    <a:pt x="143" y="801"/>
                    <a:pt x="444" y="1001"/>
                  </a:cubicBezTo>
                  <a:cubicBezTo>
                    <a:pt x="600" y="1110"/>
                    <a:pt x="799" y="1148"/>
                    <a:pt x="985" y="1148"/>
                  </a:cubicBezTo>
                  <a:cubicBezTo>
                    <a:pt x="1020" y="1148"/>
                    <a:pt x="1053" y="1146"/>
                    <a:pt x="1087" y="1144"/>
                  </a:cubicBezTo>
                  <a:cubicBezTo>
                    <a:pt x="1216" y="1130"/>
                    <a:pt x="1330" y="1102"/>
                    <a:pt x="1430" y="1016"/>
                  </a:cubicBezTo>
                  <a:cubicBezTo>
                    <a:pt x="1673" y="830"/>
                    <a:pt x="1887" y="287"/>
                    <a:pt x="1658" y="44"/>
                  </a:cubicBezTo>
                  <a:cubicBezTo>
                    <a:pt x="1394" y="22"/>
                    <a:pt x="1115" y="22"/>
                    <a:pt x="835" y="22"/>
                  </a:cubicBezTo>
                  <a:cubicBezTo>
                    <a:pt x="554" y="22"/>
                    <a:pt x="272" y="22"/>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62"/>
            <p:cNvSpPr/>
            <p:nvPr/>
          </p:nvSpPr>
          <p:spPr>
            <a:xfrm>
              <a:off x="4453325" y="565113"/>
              <a:ext cx="71825" cy="32700"/>
            </a:xfrm>
            <a:custGeom>
              <a:avLst/>
              <a:gdLst/>
              <a:ahLst/>
              <a:cxnLst/>
              <a:rect l="l" t="t" r="r" b="b"/>
              <a:pathLst>
                <a:path w="2873" h="1308" extrusionOk="0">
                  <a:moveTo>
                    <a:pt x="304" y="1"/>
                  </a:moveTo>
                  <a:cubicBezTo>
                    <a:pt x="259" y="1"/>
                    <a:pt x="215" y="3"/>
                    <a:pt x="172" y="6"/>
                  </a:cubicBezTo>
                  <a:cubicBezTo>
                    <a:pt x="115" y="320"/>
                    <a:pt x="71" y="635"/>
                    <a:pt x="1" y="949"/>
                  </a:cubicBezTo>
                  <a:cubicBezTo>
                    <a:pt x="71" y="964"/>
                    <a:pt x="157" y="978"/>
                    <a:pt x="229" y="978"/>
                  </a:cubicBezTo>
                  <a:cubicBezTo>
                    <a:pt x="1101" y="993"/>
                    <a:pt x="2015" y="964"/>
                    <a:pt x="2802" y="1307"/>
                  </a:cubicBezTo>
                  <a:cubicBezTo>
                    <a:pt x="2831" y="1250"/>
                    <a:pt x="2844" y="1193"/>
                    <a:pt x="2873" y="1121"/>
                  </a:cubicBezTo>
                  <a:cubicBezTo>
                    <a:pt x="2416" y="692"/>
                    <a:pt x="1887" y="378"/>
                    <a:pt x="1316" y="192"/>
                  </a:cubicBezTo>
                  <a:cubicBezTo>
                    <a:pt x="999" y="91"/>
                    <a:pt x="640" y="1"/>
                    <a:pt x="30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62"/>
            <p:cNvSpPr/>
            <p:nvPr/>
          </p:nvSpPr>
          <p:spPr>
            <a:xfrm>
              <a:off x="4328250" y="556663"/>
              <a:ext cx="81850" cy="38275"/>
            </a:xfrm>
            <a:custGeom>
              <a:avLst/>
              <a:gdLst/>
              <a:ahLst/>
              <a:cxnLst/>
              <a:rect l="l" t="t" r="r" b="b"/>
              <a:pathLst>
                <a:path w="3274" h="1531" extrusionOk="0">
                  <a:moveTo>
                    <a:pt x="3060" y="1"/>
                  </a:moveTo>
                  <a:cubicBezTo>
                    <a:pt x="2631" y="1"/>
                    <a:pt x="2159" y="144"/>
                    <a:pt x="1758" y="287"/>
                  </a:cubicBezTo>
                  <a:cubicBezTo>
                    <a:pt x="1116" y="515"/>
                    <a:pt x="515" y="887"/>
                    <a:pt x="1" y="1359"/>
                  </a:cubicBezTo>
                  <a:cubicBezTo>
                    <a:pt x="15" y="1416"/>
                    <a:pt x="43" y="1474"/>
                    <a:pt x="72" y="1531"/>
                  </a:cubicBezTo>
                  <a:cubicBezTo>
                    <a:pt x="973" y="1131"/>
                    <a:pt x="2016" y="1059"/>
                    <a:pt x="3016" y="973"/>
                  </a:cubicBezTo>
                  <a:cubicBezTo>
                    <a:pt x="3102" y="959"/>
                    <a:pt x="3188" y="944"/>
                    <a:pt x="3273" y="916"/>
                  </a:cubicBezTo>
                  <a:cubicBezTo>
                    <a:pt x="3203" y="616"/>
                    <a:pt x="3131" y="302"/>
                    <a:pt x="306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62"/>
            <p:cNvSpPr/>
            <p:nvPr/>
          </p:nvSpPr>
          <p:spPr>
            <a:xfrm>
              <a:off x="4340750" y="607338"/>
              <a:ext cx="21825" cy="22325"/>
            </a:xfrm>
            <a:custGeom>
              <a:avLst/>
              <a:gdLst/>
              <a:ahLst/>
              <a:cxnLst/>
              <a:rect l="l" t="t" r="r" b="b"/>
              <a:pathLst>
                <a:path w="873" h="893" extrusionOk="0">
                  <a:moveTo>
                    <a:pt x="442" y="1"/>
                  </a:moveTo>
                  <a:cubicBezTo>
                    <a:pt x="428" y="1"/>
                    <a:pt x="415" y="2"/>
                    <a:pt x="401" y="4"/>
                  </a:cubicBezTo>
                  <a:cubicBezTo>
                    <a:pt x="172" y="32"/>
                    <a:pt x="1" y="218"/>
                    <a:pt x="15" y="476"/>
                  </a:cubicBezTo>
                  <a:cubicBezTo>
                    <a:pt x="15" y="691"/>
                    <a:pt x="217" y="892"/>
                    <a:pt x="431" y="892"/>
                  </a:cubicBezTo>
                  <a:cubicBezTo>
                    <a:pt x="445" y="892"/>
                    <a:pt x="459" y="891"/>
                    <a:pt x="473" y="890"/>
                  </a:cubicBezTo>
                  <a:cubicBezTo>
                    <a:pt x="701" y="861"/>
                    <a:pt x="873" y="661"/>
                    <a:pt x="858" y="419"/>
                  </a:cubicBezTo>
                  <a:cubicBezTo>
                    <a:pt x="858" y="204"/>
                    <a:pt x="656" y="1"/>
                    <a:pt x="4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62"/>
            <p:cNvSpPr/>
            <p:nvPr/>
          </p:nvSpPr>
          <p:spPr>
            <a:xfrm>
              <a:off x="4472250" y="611663"/>
              <a:ext cx="23975" cy="21550"/>
            </a:xfrm>
            <a:custGeom>
              <a:avLst/>
              <a:gdLst/>
              <a:ahLst/>
              <a:cxnLst/>
              <a:rect l="l" t="t" r="r" b="b"/>
              <a:pathLst>
                <a:path w="959" h="862" extrusionOk="0">
                  <a:moveTo>
                    <a:pt x="502" y="0"/>
                  </a:moveTo>
                  <a:cubicBezTo>
                    <a:pt x="340" y="0"/>
                    <a:pt x="188" y="97"/>
                    <a:pt x="101" y="259"/>
                  </a:cubicBezTo>
                  <a:cubicBezTo>
                    <a:pt x="0" y="474"/>
                    <a:pt x="101" y="745"/>
                    <a:pt x="301" y="831"/>
                  </a:cubicBezTo>
                  <a:cubicBezTo>
                    <a:pt x="353" y="852"/>
                    <a:pt x="407" y="862"/>
                    <a:pt x="460" y="862"/>
                  </a:cubicBezTo>
                  <a:cubicBezTo>
                    <a:pt x="625" y="862"/>
                    <a:pt x="783" y="765"/>
                    <a:pt x="858" y="602"/>
                  </a:cubicBezTo>
                  <a:cubicBezTo>
                    <a:pt x="959" y="389"/>
                    <a:pt x="858" y="116"/>
                    <a:pt x="658" y="31"/>
                  </a:cubicBezTo>
                  <a:cubicBezTo>
                    <a:pt x="606" y="10"/>
                    <a:pt x="554" y="0"/>
                    <a:pt x="50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62"/>
            <p:cNvSpPr/>
            <p:nvPr/>
          </p:nvSpPr>
          <p:spPr>
            <a:xfrm>
              <a:off x="4357550" y="650938"/>
              <a:ext cx="21825" cy="34050"/>
            </a:xfrm>
            <a:custGeom>
              <a:avLst/>
              <a:gdLst/>
              <a:ahLst/>
              <a:cxnLst/>
              <a:rect l="l" t="t" r="r" b="b"/>
              <a:pathLst>
                <a:path w="873" h="1362" extrusionOk="0">
                  <a:moveTo>
                    <a:pt x="749" y="1"/>
                  </a:moveTo>
                  <a:cubicBezTo>
                    <a:pt x="733" y="1"/>
                    <a:pt x="716" y="6"/>
                    <a:pt x="701" y="18"/>
                  </a:cubicBezTo>
                  <a:cubicBezTo>
                    <a:pt x="472" y="190"/>
                    <a:pt x="243" y="390"/>
                    <a:pt x="58" y="619"/>
                  </a:cubicBezTo>
                  <a:cubicBezTo>
                    <a:pt x="43" y="661"/>
                    <a:pt x="15" y="689"/>
                    <a:pt x="1" y="733"/>
                  </a:cubicBezTo>
                  <a:cubicBezTo>
                    <a:pt x="15" y="733"/>
                    <a:pt x="15" y="747"/>
                    <a:pt x="29" y="747"/>
                  </a:cubicBezTo>
                  <a:cubicBezTo>
                    <a:pt x="230" y="962"/>
                    <a:pt x="443" y="1147"/>
                    <a:pt x="716" y="1276"/>
                  </a:cubicBezTo>
                  <a:cubicBezTo>
                    <a:pt x="773" y="1305"/>
                    <a:pt x="830" y="1333"/>
                    <a:pt x="872" y="1362"/>
                  </a:cubicBezTo>
                  <a:cubicBezTo>
                    <a:pt x="844" y="1147"/>
                    <a:pt x="830" y="947"/>
                    <a:pt x="830" y="733"/>
                  </a:cubicBezTo>
                  <a:cubicBezTo>
                    <a:pt x="830" y="661"/>
                    <a:pt x="801" y="304"/>
                    <a:pt x="815" y="89"/>
                  </a:cubicBezTo>
                  <a:cubicBezTo>
                    <a:pt x="826" y="38"/>
                    <a:pt x="791" y="1"/>
                    <a:pt x="74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62"/>
            <p:cNvSpPr/>
            <p:nvPr/>
          </p:nvSpPr>
          <p:spPr>
            <a:xfrm>
              <a:off x="4424375" y="675613"/>
              <a:ext cx="28250" cy="27600"/>
            </a:xfrm>
            <a:custGeom>
              <a:avLst/>
              <a:gdLst/>
              <a:ahLst/>
              <a:cxnLst/>
              <a:rect l="l" t="t" r="r" b="b"/>
              <a:pathLst>
                <a:path w="1130" h="1104" extrusionOk="0">
                  <a:moveTo>
                    <a:pt x="972" y="1"/>
                  </a:moveTo>
                  <a:cubicBezTo>
                    <a:pt x="952" y="1"/>
                    <a:pt x="932" y="10"/>
                    <a:pt x="915" y="32"/>
                  </a:cubicBezTo>
                  <a:cubicBezTo>
                    <a:pt x="787" y="203"/>
                    <a:pt x="530" y="446"/>
                    <a:pt x="486" y="503"/>
                  </a:cubicBezTo>
                  <a:cubicBezTo>
                    <a:pt x="343" y="661"/>
                    <a:pt x="172" y="804"/>
                    <a:pt x="15" y="947"/>
                  </a:cubicBezTo>
                  <a:cubicBezTo>
                    <a:pt x="0" y="960"/>
                    <a:pt x="0" y="975"/>
                    <a:pt x="0" y="989"/>
                  </a:cubicBezTo>
                  <a:cubicBezTo>
                    <a:pt x="37" y="982"/>
                    <a:pt x="74" y="979"/>
                    <a:pt x="113" y="979"/>
                  </a:cubicBezTo>
                  <a:cubicBezTo>
                    <a:pt x="242" y="979"/>
                    <a:pt x="380" y="1010"/>
                    <a:pt x="501" y="1032"/>
                  </a:cubicBezTo>
                  <a:cubicBezTo>
                    <a:pt x="686" y="1061"/>
                    <a:pt x="873" y="1089"/>
                    <a:pt x="1058" y="1103"/>
                  </a:cubicBezTo>
                  <a:cubicBezTo>
                    <a:pt x="1058" y="1089"/>
                    <a:pt x="1073" y="1089"/>
                    <a:pt x="1086" y="1075"/>
                  </a:cubicBezTo>
                  <a:cubicBezTo>
                    <a:pt x="1115" y="1046"/>
                    <a:pt x="1115" y="989"/>
                    <a:pt x="1115" y="947"/>
                  </a:cubicBezTo>
                  <a:cubicBezTo>
                    <a:pt x="1130" y="646"/>
                    <a:pt x="1101" y="346"/>
                    <a:pt x="1044" y="60"/>
                  </a:cubicBezTo>
                  <a:cubicBezTo>
                    <a:pt x="1035" y="25"/>
                    <a:pt x="1004" y="1"/>
                    <a:pt x="9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62"/>
            <p:cNvSpPr/>
            <p:nvPr/>
          </p:nvSpPr>
          <p:spPr>
            <a:xfrm>
              <a:off x="4341475" y="602788"/>
              <a:ext cx="58275" cy="9100"/>
            </a:xfrm>
            <a:custGeom>
              <a:avLst/>
              <a:gdLst/>
              <a:ahLst/>
              <a:cxnLst/>
              <a:rect l="l" t="t" r="r" b="b"/>
              <a:pathLst>
                <a:path w="2331" h="364" extrusionOk="0">
                  <a:moveTo>
                    <a:pt x="44" y="0"/>
                  </a:moveTo>
                  <a:lnTo>
                    <a:pt x="0" y="143"/>
                  </a:lnTo>
                  <a:cubicBezTo>
                    <a:pt x="661" y="290"/>
                    <a:pt x="1322" y="363"/>
                    <a:pt x="1993" y="363"/>
                  </a:cubicBezTo>
                  <a:cubicBezTo>
                    <a:pt x="2105" y="363"/>
                    <a:pt x="2218" y="361"/>
                    <a:pt x="2331" y="357"/>
                  </a:cubicBezTo>
                  <a:lnTo>
                    <a:pt x="2316" y="214"/>
                  </a:lnTo>
                  <a:cubicBezTo>
                    <a:pt x="2207" y="218"/>
                    <a:pt x="2098" y="220"/>
                    <a:pt x="1989" y="220"/>
                  </a:cubicBezTo>
                  <a:cubicBezTo>
                    <a:pt x="1338" y="220"/>
                    <a:pt x="680" y="147"/>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62"/>
            <p:cNvSpPr/>
            <p:nvPr/>
          </p:nvSpPr>
          <p:spPr>
            <a:xfrm>
              <a:off x="4468675" y="607063"/>
              <a:ext cx="44700" cy="5325"/>
            </a:xfrm>
            <a:custGeom>
              <a:avLst/>
              <a:gdLst/>
              <a:ahLst/>
              <a:cxnLst/>
              <a:rect l="l" t="t" r="r" b="b"/>
              <a:pathLst>
                <a:path w="1788" h="213" extrusionOk="0">
                  <a:moveTo>
                    <a:pt x="29" y="1"/>
                  </a:moveTo>
                  <a:lnTo>
                    <a:pt x="1" y="144"/>
                  </a:lnTo>
                  <a:cubicBezTo>
                    <a:pt x="331" y="191"/>
                    <a:pt x="662" y="212"/>
                    <a:pt x="990" y="212"/>
                  </a:cubicBezTo>
                  <a:cubicBezTo>
                    <a:pt x="1258" y="212"/>
                    <a:pt x="1524" y="198"/>
                    <a:pt x="1788" y="172"/>
                  </a:cubicBezTo>
                  <a:lnTo>
                    <a:pt x="1773" y="29"/>
                  </a:lnTo>
                  <a:cubicBezTo>
                    <a:pt x="1529" y="53"/>
                    <a:pt x="1286" y="64"/>
                    <a:pt x="1043" y="64"/>
                  </a:cubicBezTo>
                  <a:cubicBezTo>
                    <a:pt x="702" y="64"/>
                    <a:pt x="363" y="42"/>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62"/>
            <p:cNvSpPr/>
            <p:nvPr/>
          </p:nvSpPr>
          <p:spPr>
            <a:xfrm>
              <a:off x="4402925" y="621438"/>
              <a:ext cx="55425" cy="40325"/>
            </a:xfrm>
            <a:custGeom>
              <a:avLst/>
              <a:gdLst/>
              <a:ahLst/>
              <a:cxnLst/>
              <a:rect l="l" t="t" r="r" b="b"/>
              <a:pathLst>
                <a:path w="2217" h="1613" extrusionOk="0">
                  <a:moveTo>
                    <a:pt x="1737" y="0"/>
                  </a:moveTo>
                  <a:cubicBezTo>
                    <a:pt x="1578" y="0"/>
                    <a:pt x="1426" y="83"/>
                    <a:pt x="1330" y="198"/>
                  </a:cubicBezTo>
                  <a:cubicBezTo>
                    <a:pt x="1258" y="269"/>
                    <a:pt x="1216" y="354"/>
                    <a:pt x="1173" y="440"/>
                  </a:cubicBezTo>
                  <a:cubicBezTo>
                    <a:pt x="1008" y="199"/>
                    <a:pt x="707" y="48"/>
                    <a:pt x="411" y="48"/>
                  </a:cubicBezTo>
                  <a:cubicBezTo>
                    <a:pt x="374" y="48"/>
                    <a:pt x="338" y="50"/>
                    <a:pt x="301" y="55"/>
                  </a:cubicBezTo>
                  <a:cubicBezTo>
                    <a:pt x="258" y="68"/>
                    <a:pt x="201" y="83"/>
                    <a:pt x="158" y="112"/>
                  </a:cubicBezTo>
                  <a:cubicBezTo>
                    <a:pt x="101" y="154"/>
                    <a:pt x="73" y="211"/>
                    <a:pt x="58" y="283"/>
                  </a:cubicBezTo>
                  <a:cubicBezTo>
                    <a:pt x="1" y="497"/>
                    <a:pt x="115" y="697"/>
                    <a:pt x="216" y="869"/>
                  </a:cubicBezTo>
                  <a:cubicBezTo>
                    <a:pt x="401" y="1155"/>
                    <a:pt x="601" y="1455"/>
                    <a:pt x="944" y="1526"/>
                  </a:cubicBezTo>
                  <a:lnTo>
                    <a:pt x="1001" y="1298"/>
                  </a:lnTo>
                  <a:cubicBezTo>
                    <a:pt x="744" y="1240"/>
                    <a:pt x="572" y="998"/>
                    <a:pt x="416" y="741"/>
                  </a:cubicBezTo>
                  <a:cubicBezTo>
                    <a:pt x="330" y="598"/>
                    <a:pt x="258" y="455"/>
                    <a:pt x="286" y="341"/>
                  </a:cubicBezTo>
                  <a:cubicBezTo>
                    <a:pt x="286" y="312"/>
                    <a:pt x="301" y="312"/>
                    <a:pt x="301" y="297"/>
                  </a:cubicBezTo>
                  <a:lnTo>
                    <a:pt x="344" y="297"/>
                  </a:lnTo>
                  <a:cubicBezTo>
                    <a:pt x="376" y="291"/>
                    <a:pt x="409" y="288"/>
                    <a:pt x="442" y="288"/>
                  </a:cubicBezTo>
                  <a:cubicBezTo>
                    <a:pt x="726" y="288"/>
                    <a:pt x="1009" y="503"/>
                    <a:pt x="1073" y="798"/>
                  </a:cubicBezTo>
                  <a:lnTo>
                    <a:pt x="1173" y="1255"/>
                  </a:lnTo>
                  <a:lnTo>
                    <a:pt x="1302" y="798"/>
                  </a:lnTo>
                  <a:cubicBezTo>
                    <a:pt x="1344" y="640"/>
                    <a:pt x="1401" y="469"/>
                    <a:pt x="1502" y="354"/>
                  </a:cubicBezTo>
                  <a:cubicBezTo>
                    <a:pt x="1561" y="286"/>
                    <a:pt x="1654" y="237"/>
                    <a:pt x="1740" y="237"/>
                  </a:cubicBezTo>
                  <a:cubicBezTo>
                    <a:pt x="1778" y="237"/>
                    <a:pt x="1814" y="247"/>
                    <a:pt x="1845" y="269"/>
                  </a:cubicBezTo>
                  <a:cubicBezTo>
                    <a:pt x="1944" y="326"/>
                    <a:pt x="1973" y="484"/>
                    <a:pt x="1959" y="612"/>
                  </a:cubicBezTo>
                  <a:cubicBezTo>
                    <a:pt x="1931" y="926"/>
                    <a:pt x="1744" y="1212"/>
                    <a:pt x="1588" y="1484"/>
                  </a:cubicBezTo>
                  <a:lnTo>
                    <a:pt x="1788" y="1612"/>
                  </a:lnTo>
                  <a:cubicBezTo>
                    <a:pt x="1959" y="1326"/>
                    <a:pt x="2159" y="998"/>
                    <a:pt x="2188" y="626"/>
                  </a:cubicBezTo>
                  <a:cubicBezTo>
                    <a:pt x="2217" y="369"/>
                    <a:pt x="2131" y="169"/>
                    <a:pt x="1973" y="68"/>
                  </a:cubicBezTo>
                  <a:cubicBezTo>
                    <a:pt x="1897" y="21"/>
                    <a:pt x="1816" y="0"/>
                    <a:pt x="173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62"/>
            <p:cNvSpPr/>
            <p:nvPr/>
          </p:nvSpPr>
          <p:spPr>
            <a:xfrm>
              <a:off x="4355425" y="666388"/>
              <a:ext cx="96125" cy="39025"/>
            </a:xfrm>
            <a:custGeom>
              <a:avLst/>
              <a:gdLst/>
              <a:ahLst/>
              <a:cxnLst/>
              <a:rect l="l" t="t" r="r" b="b"/>
              <a:pathLst>
                <a:path w="3845" h="1561" extrusionOk="0">
                  <a:moveTo>
                    <a:pt x="100" y="1"/>
                  </a:moveTo>
                  <a:cubicBezTo>
                    <a:pt x="71" y="29"/>
                    <a:pt x="29" y="58"/>
                    <a:pt x="0" y="100"/>
                  </a:cubicBezTo>
                  <a:cubicBezTo>
                    <a:pt x="772" y="815"/>
                    <a:pt x="1729" y="1287"/>
                    <a:pt x="2744" y="1472"/>
                  </a:cubicBezTo>
                  <a:cubicBezTo>
                    <a:pt x="3053" y="1522"/>
                    <a:pt x="3373" y="1561"/>
                    <a:pt x="3686" y="1561"/>
                  </a:cubicBezTo>
                  <a:cubicBezTo>
                    <a:pt x="3734" y="1561"/>
                    <a:pt x="3783" y="1560"/>
                    <a:pt x="3831" y="1558"/>
                  </a:cubicBezTo>
                  <a:cubicBezTo>
                    <a:pt x="3844" y="1516"/>
                    <a:pt x="3844" y="1458"/>
                    <a:pt x="3844" y="1415"/>
                  </a:cubicBezTo>
                  <a:lnTo>
                    <a:pt x="3844" y="1415"/>
                  </a:lnTo>
                  <a:cubicBezTo>
                    <a:pt x="3809" y="1416"/>
                    <a:pt x="3773" y="1416"/>
                    <a:pt x="3737" y="1416"/>
                  </a:cubicBezTo>
                  <a:cubicBezTo>
                    <a:pt x="2416" y="1416"/>
                    <a:pt x="1102" y="905"/>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91" name="Google Shape;2491;p6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495"/>
        <p:cNvGrpSpPr/>
        <p:nvPr/>
      </p:nvGrpSpPr>
      <p:grpSpPr>
        <a:xfrm>
          <a:off x="0" y="0"/>
          <a:ext cx="0" cy="0"/>
          <a:chOff x="0" y="0"/>
          <a:chExt cx="0" cy="0"/>
        </a:xfrm>
      </p:grpSpPr>
      <p:sp>
        <p:nvSpPr>
          <p:cNvPr id="2496" name="Google Shape;2496;p63"/>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grpSp>
        <p:nvGrpSpPr>
          <p:cNvPr id="2497" name="Google Shape;2497;p63"/>
          <p:cNvGrpSpPr/>
          <p:nvPr/>
        </p:nvGrpSpPr>
        <p:grpSpPr>
          <a:xfrm>
            <a:off x="1622799" y="1631640"/>
            <a:ext cx="310468" cy="359545"/>
            <a:chOff x="1347057" y="1353714"/>
            <a:chExt cx="339494" cy="393160"/>
          </a:xfrm>
        </p:grpSpPr>
        <p:sp>
          <p:nvSpPr>
            <p:cNvPr id="2498" name="Google Shape;2498;p63"/>
            <p:cNvSpPr/>
            <p:nvPr/>
          </p:nvSpPr>
          <p:spPr>
            <a:xfrm>
              <a:off x="1359152" y="1366979"/>
              <a:ext cx="157974" cy="182125"/>
            </a:xfrm>
            <a:custGeom>
              <a:avLst/>
              <a:gdLst/>
              <a:ahLst/>
              <a:cxnLst/>
              <a:rect l="l" t="t" r="r" b="b"/>
              <a:pathLst>
                <a:path w="3918" h="4517" extrusionOk="0">
                  <a:moveTo>
                    <a:pt x="1958" y="0"/>
                  </a:moveTo>
                  <a:lnTo>
                    <a:pt x="1" y="1130"/>
                  </a:lnTo>
                  <a:lnTo>
                    <a:pt x="1" y="3388"/>
                  </a:lnTo>
                  <a:lnTo>
                    <a:pt x="1958" y="4517"/>
                  </a:lnTo>
                  <a:lnTo>
                    <a:pt x="3917" y="3388"/>
                  </a:lnTo>
                  <a:lnTo>
                    <a:pt x="3917" y="1130"/>
                  </a:lnTo>
                  <a:lnTo>
                    <a:pt x="19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63"/>
            <p:cNvSpPr/>
            <p:nvPr/>
          </p:nvSpPr>
          <p:spPr>
            <a:xfrm>
              <a:off x="1437532" y="1503580"/>
              <a:ext cx="158498" cy="231800"/>
            </a:xfrm>
            <a:custGeom>
              <a:avLst/>
              <a:gdLst/>
              <a:ahLst/>
              <a:cxnLst/>
              <a:rect l="l" t="t" r="r" b="b"/>
              <a:pathLst>
                <a:path w="3931" h="5749" extrusionOk="0">
                  <a:moveTo>
                    <a:pt x="1973" y="0"/>
                  </a:moveTo>
                  <a:lnTo>
                    <a:pt x="1" y="1129"/>
                  </a:lnTo>
                  <a:lnTo>
                    <a:pt x="1" y="3387"/>
                  </a:lnTo>
                  <a:lnTo>
                    <a:pt x="1015" y="3974"/>
                  </a:lnTo>
                  <a:cubicBezTo>
                    <a:pt x="1258" y="4102"/>
                    <a:pt x="1401" y="4359"/>
                    <a:pt x="1401" y="4631"/>
                  </a:cubicBezTo>
                  <a:lnTo>
                    <a:pt x="1401" y="5174"/>
                  </a:lnTo>
                  <a:cubicBezTo>
                    <a:pt x="1401" y="5474"/>
                    <a:pt x="1630" y="5731"/>
                    <a:pt x="1930" y="5746"/>
                  </a:cubicBezTo>
                  <a:cubicBezTo>
                    <a:pt x="1946" y="5748"/>
                    <a:pt x="1963" y="5748"/>
                    <a:pt x="1980" y="5748"/>
                  </a:cubicBezTo>
                  <a:cubicBezTo>
                    <a:pt x="2287" y="5748"/>
                    <a:pt x="2545" y="5500"/>
                    <a:pt x="2545" y="5174"/>
                  </a:cubicBezTo>
                  <a:lnTo>
                    <a:pt x="2545" y="4631"/>
                  </a:lnTo>
                  <a:cubicBezTo>
                    <a:pt x="2545" y="4359"/>
                    <a:pt x="2688" y="4102"/>
                    <a:pt x="2917" y="3974"/>
                  </a:cubicBezTo>
                  <a:lnTo>
                    <a:pt x="3931" y="3387"/>
                  </a:lnTo>
                  <a:lnTo>
                    <a:pt x="3931" y="1129"/>
                  </a:lnTo>
                  <a:lnTo>
                    <a:pt x="1973"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63"/>
            <p:cNvSpPr/>
            <p:nvPr/>
          </p:nvSpPr>
          <p:spPr>
            <a:xfrm>
              <a:off x="1517081" y="1366979"/>
              <a:ext cx="157329" cy="182125"/>
            </a:xfrm>
            <a:custGeom>
              <a:avLst/>
              <a:gdLst/>
              <a:ahLst/>
              <a:cxnLst/>
              <a:rect l="l" t="t" r="r" b="b"/>
              <a:pathLst>
                <a:path w="3902" h="4517" extrusionOk="0">
                  <a:moveTo>
                    <a:pt x="1944" y="0"/>
                  </a:moveTo>
                  <a:lnTo>
                    <a:pt x="0" y="1130"/>
                  </a:lnTo>
                  <a:lnTo>
                    <a:pt x="0" y="3388"/>
                  </a:lnTo>
                  <a:lnTo>
                    <a:pt x="1944" y="4517"/>
                  </a:lnTo>
                  <a:lnTo>
                    <a:pt x="3902" y="3388"/>
                  </a:lnTo>
                  <a:lnTo>
                    <a:pt x="3902" y="1130"/>
                  </a:lnTo>
                  <a:lnTo>
                    <a:pt x="19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63"/>
            <p:cNvSpPr/>
            <p:nvPr/>
          </p:nvSpPr>
          <p:spPr>
            <a:xfrm>
              <a:off x="1517081" y="1366979"/>
              <a:ext cx="157329" cy="182125"/>
            </a:xfrm>
            <a:custGeom>
              <a:avLst/>
              <a:gdLst/>
              <a:ahLst/>
              <a:cxnLst/>
              <a:rect l="l" t="t" r="r" b="b"/>
              <a:pathLst>
                <a:path w="3902" h="4517" extrusionOk="0">
                  <a:moveTo>
                    <a:pt x="1944" y="0"/>
                  </a:moveTo>
                  <a:lnTo>
                    <a:pt x="0" y="1130"/>
                  </a:lnTo>
                  <a:lnTo>
                    <a:pt x="0" y="3388"/>
                  </a:lnTo>
                  <a:lnTo>
                    <a:pt x="1944" y="4517"/>
                  </a:lnTo>
                  <a:lnTo>
                    <a:pt x="3902" y="3388"/>
                  </a:lnTo>
                  <a:lnTo>
                    <a:pt x="3902" y="1130"/>
                  </a:lnTo>
                  <a:lnTo>
                    <a:pt x="19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63"/>
            <p:cNvSpPr/>
            <p:nvPr/>
          </p:nvSpPr>
          <p:spPr>
            <a:xfrm>
              <a:off x="1347057" y="1353714"/>
              <a:ext cx="339494" cy="393160"/>
            </a:xfrm>
            <a:custGeom>
              <a:avLst/>
              <a:gdLst/>
              <a:ahLst/>
              <a:cxnLst/>
              <a:rect l="l" t="t" r="r" b="b"/>
              <a:pathLst>
                <a:path w="8420" h="9751" extrusionOk="0">
                  <a:moveTo>
                    <a:pt x="2258" y="658"/>
                  </a:moveTo>
                  <a:lnTo>
                    <a:pt x="3931" y="1630"/>
                  </a:lnTo>
                  <a:lnTo>
                    <a:pt x="3931" y="3546"/>
                  </a:lnTo>
                  <a:lnTo>
                    <a:pt x="2258" y="4518"/>
                  </a:lnTo>
                  <a:lnTo>
                    <a:pt x="587" y="3546"/>
                  </a:lnTo>
                  <a:lnTo>
                    <a:pt x="587" y="1630"/>
                  </a:lnTo>
                  <a:lnTo>
                    <a:pt x="2258" y="658"/>
                  </a:lnTo>
                  <a:close/>
                  <a:moveTo>
                    <a:pt x="6161" y="658"/>
                  </a:moveTo>
                  <a:lnTo>
                    <a:pt x="7833" y="1615"/>
                  </a:lnTo>
                  <a:lnTo>
                    <a:pt x="7833" y="3546"/>
                  </a:lnTo>
                  <a:lnTo>
                    <a:pt x="6161" y="4518"/>
                  </a:lnTo>
                  <a:lnTo>
                    <a:pt x="4503" y="3546"/>
                  </a:lnTo>
                  <a:lnTo>
                    <a:pt x="4503" y="1615"/>
                  </a:lnTo>
                  <a:lnTo>
                    <a:pt x="6161" y="658"/>
                  </a:lnTo>
                  <a:close/>
                  <a:moveTo>
                    <a:pt x="4202" y="4045"/>
                  </a:moveTo>
                  <a:lnTo>
                    <a:pt x="5875" y="5017"/>
                  </a:lnTo>
                  <a:lnTo>
                    <a:pt x="5875" y="6947"/>
                  </a:lnTo>
                  <a:lnTo>
                    <a:pt x="5018" y="7447"/>
                  </a:lnTo>
                  <a:cubicBezTo>
                    <a:pt x="4688" y="7634"/>
                    <a:pt x="4503" y="7977"/>
                    <a:pt x="4503" y="8333"/>
                  </a:cubicBezTo>
                  <a:lnTo>
                    <a:pt x="4503" y="8891"/>
                  </a:lnTo>
                  <a:cubicBezTo>
                    <a:pt x="4503" y="9034"/>
                    <a:pt x="4389" y="9162"/>
                    <a:pt x="4246" y="9177"/>
                  </a:cubicBezTo>
                  <a:cubicBezTo>
                    <a:pt x="4231" y="9180"/>
                    <a:pt x="4216" y="9181"/>
                    <a:pt x="4202" y="9181"/>
                  </a:cubicBezTo>
                  <a:cubicBezTo>
                    <a:pt x="4051" y="9181"/>
                    <a:pt x="3931" y="9048"/>
                    <a:pt x="3931" y="8891"/>
                  </a:cubicBezTo>
                  <a:lnTo>
                    <a:pt x="3931" y="8348"/>
                  </a:lnTo>
                  <a:cubicBezTo>
                    <a:pt x="3931" y="7977"/>
                    <a:pt x="3731" y="7634"/>
                    <a:pt x="3402" y="7447"/>
                  </a:cubicBezTo>
                  <a:lnTo>
                    <a:pt x="2531" y="6947"/>
                  </a:lnTo>
                  <a:lnTo>
                    <a:pt x="2531" y="5017"/>
                  </a:lnTo>
                  <a:lnTo>
                    <a:pt x="4202" y="4045"/>
                  </a:lnTo>
                  <a:close/>
                  <a:moveTo>
                    <a:pt x="2245" y="1"/>
                  </a:moveTo>
                  <a:lnTo>
                    <a:pt x="0" y="1301"/>
                  </a:lnTo>
                  <a:lnTo>
                    <a:pt x="0" y="3889"/>
                  </a:lnTo>
                  <a:lnTo>
                    <a:pt x="1959" y="5017"/>
                  </a:lnTo>
                  <a:lnTo>
                    <a:pt x="1959" y="7276"/>
                  </a:lnTo>
                  <a:lnTo>
                    <a:pt x="3116" y="7948"/>
                  </a:lnTo>
                  <a:cubicBezTo>
                    <a:pt x="3259" y="8019"/>
                    <a:pt x="3360" y="8177"/>
                    <a:pt x="3360" y="8348"/>
                  </a:cubicBezTo>
                  <a:lnTo>
                    <a:pt x="3360" y="8877"/>
                  </a:lnTo>
                  <a:cubicBezTo>
                    <a:pt x="3360" y="9334"/>
                    <a:pt x="3716" y="9734"/>
                    <a:pt x="4160" y="9749"/>
                  </a:cubicBezTo>
                  <a:cubicBezTo>
                    <a:pt x="4177" y="9750"/>
                    <a:pt x="4195" y="9750"/>
                    <a:pt x="4212" y="9750"/>
                  </a:cubicBezTo>
                  <a:cubicBezTo>
                    <a:pt x="4688" y="9750"/>
                    <a:pt x="5075" y="9374"/>
                    <a:pt x="5075" y="8891"/>
                  </a:cubicBezTo>
                  <a:lnTo>
                    <a:pt x="5075" y="8348"/>
                  </a:lnTo>
                  <a:cubicBezTo>
                    <a:pt x="5075" y="8177"/>
                    <a:pt x="5161" y="8019"/>
                    <a:pt x="5303" y="7948"/>
                  </a:cubicBezTo>
                  <a:lnTo>
                    <a:pt x="6461" y="7276"/>
                  </a:lnTo>
                  <a:lnTo>
                    <a:pt x="6461" y="5017"/>
                  </a:lnTo>
                  <a:lnTo>
                    <a:pt x="8419" y="3889"/>
                  </a:lnTo>
                  <a:lnTo>
                    <a:pt x="8419" y="1301"/>
                  </a:lnTo>
                  <a:lnTo>
                    <a:pt x="6175" y="1"/>
                  </a:lnTo>
                  <a:lnTo>
                    <a:pt x="4217" y="1129"/>
                  </a:lnTo>
                  <a:lnTo>
                    <a:pt x="22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63"/>
            <p:cNvSpPr/>
            <p:nvPr/>
          </p:nvSpPr>
          <p:spPr>
            <a:xfrm>
              <a:off x="1476117" y="1548535"/>
              <a:ext cx="80721" cy="92776"/>
            </a:xfrm>
            <a:custGeom>
              <a:avLst/>
              <a:gdLst/>
              <a:ahLst/>
              <a:cxnLst/>
              <a:rect l="l" t="t" r="r" b="b"/>
              <a:pathLst>
                <a:path w="2002" h="2301" extrusionOk="0">
                  <a:moveTo>
                    <a:pt x="1001" y="0"/>
                  </a:moveTo>
                  <a:lnTo>
                    <a:pt x="1" y="572"/>
                  </a:lnTo>
                  <a:lnTo>
                    <a:pt x="1" y="1729"/>
                  </a:lnTo>
                  <a:lnTo>
                    <a:pt x="1001" y="2301"/>
                  </a:lnTo>
                  <a:lnTo>
                    <a:pt x="2002" y="1729"/>
                  </a:lnTo>
                  <a:lnTo>
                    <a:pt x="2002" y="572"/>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63"/>
            <p:cNvSpPr/>
            <p:nvPr/>
          </p:nvSpPr>
          <p:spPr>
            <a:xfrm>
              <a:off x="1555102"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63"/>
            <p:cNvSpPr/>
            <p:nvPr/>
          </p:nvSpPr>
          <p:spPr>
            <a:xfrm>
              <a:off x="1397738"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63"/>
            <p:cNvSpPr/>
            <p:nvPr/>
          </p:nvSpPr>
          <p:spPr>
            <a:xfrm>
              <a:off x="1555102"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07" name="Google Shape;2507;p63"/>
          <p:cNvGrpSpPr/>
          <p:nvPr/>
        </p:nvGrpSpPr>
        <p:grpSpPr>
          <a:xfrm>
            <a:off x="2218865" y="1631640"/>
            <a:ext cx="359988" cy="359466"/>
            <a:chOff x="1998851" y="1353714"/>
            <a:chExt cx="393644" cy="393074"/>
          </a:xfrm>
        </p:grpSpPr>
        <p:sp>
          <p:nvSpPr>
            <p:cNvPr id="2508" name="Google Shape;2508;p63"/>
            <p:cNvSpPr/>
            <p:nvPr/>
          </p:nvSpPr>
          <p:spPr>
            <a:xfrm>
              <a:off x="2040904" y="1353714"/>
              <a:ext cx="308367" cy="228816"/>
            </a:xfrm>
            <a:custGeom>
              <a:avLst/>
              <a:gdLst/>
              <a:ahLst/>
              <a:cxnLst/>
              <a:rect l="l" t="t" r="r" b="b"/>
              <a:pathLst>
                <a:path w="7648" h="5675" extrusionOk="0">
                  <a:moveTo>
                    <a:pt x="3217" y="1"/>
                  </a:moveTo>
                  <a:lnTo>
                    <a:pt x="2373" y="2574"/>
                  </a:lnTo>
                  <a:lnTo>
                    <a:pt x="1344" y="2574"/>
                  </a:lnTo>
                  <a:lnTo>
                    <a:pt x="0" y="5675"/>
                  </a:lnTo>
                  <a:lnTo>
                    <a:pt x="7648" y="5675"/>
                  </a:lnTo>
                  <a:lnTo>
                    <a:pt x="6975" y="1830"/>
                  </a:lnTo>
                  <a:lnTo>
                    <a:pt x="5704" y="1830"/>
                  </a:lnTo>
                  <a:lnTo>
                    <a:pt x="533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63"/>
            <p:cNvSpPr/>
            <p:nvPr/>
          </p:nvSpPr>
          <p:spPr>
            <a:xfrm>
              <a:off x="2041509" y="1582484"/>
              <a:ext cx="307763" cy="164304"/>
            </a:xfrm>
            <a:custGeom>
              <a:avLst/>
              <a:gdLst/>
              <a:ahLst/>
              <a:cxnLst/>
              <a:rect l="l" t="t" r="r" b="b"/>
              <a:pathLst>
                <a:path w="7633" h="4075" extrusionOk="0">
                  <a:moveTo>
                    <a:pt x="0" y="1"/>
                  </a:moveTo>
                  <a:lnTo>
                    <a:pt x="786" y="2303"/>
                  </a:lnTo>
                  <a:lnTo>
                    <a:pt x="1901" y="2303"/>
                  </a:lnTo>
                  <a:lnTo>
                    <a:pt x="3259" y="4075"/>
                  </a:lnTo>
                  <a:lnTo>
                    <a:pt x="5260" y="4075"/>
                  </a:lnTo>
                  <a:lnTo>
                    <a:pt x="5889" y="2789"/>
                  </a:lnTo>
                  <a:lnTo>
                    <a:pt x="7233" y="2789"/>
                  </a:lnTo>
                  <a:lnTo>
                    <a:pt x="763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63"/>
            <p:cNvSpPr/>
            <p:nvPr/>
          </p:nvSpPr>
          <p:spPr>
            <a:xfrm>
              <a:off x="1998851" y="1570953"/>
              <a:ext cx="393644" cy="23103"/>
            </a:xfrm>
            <a:custGeom>
              <a:avLst/>
              <a:gdLst/>
              <a:ahLst/>
              <a:cxnLst/>
              <a:rect l="l" t="t" r="r" b="b"/>
              <a:pathLst>
                <a:path w="9763" h="573" extrusionOk="0">
                  <a:moveTo>
                    <a:pt x="0" y="1"/>
                  </a:moveTo>
                  <a:lnTo>
                    <a:pt x="0" y="573"/>
                  </a:lnTo>
                  <a:lnTo>
                    <a:pt x="9762" y="573"/>
                  </a:lnTo>
                  <a:lnTo>
                    <a:pt x="976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63"/>
            <p:cNvSpPr/>
            <p:nvPr/>
          </p:nvSpPr>
          <p:spPr>
            <a:xfrm>
              <a:off x="2235684" y="1407903"/>
              <a:ext cx="46731" cy="110074"/>
            </a:xfrm>
            <a:custGeom>
              <a:avLst/>
              <a:gdLst/>
              <a:ahLst/>
              <a:cxnLst/>
              <a:rect l="l" t="t" r="r" b="b"/>
              <a:pathLst>
                <a:path w="1159" h="2730" extrusionOk="0">
                  <a:moveTo>
                    <a:pt x="787" y="0"/>
                  </a:moveTo>
                  <a:lnTo>
                    <a:pt x="0" y="1301"/>
                  </a:lnTo>
                  <a:lnTo>
                    <a:pt x="0" y="2730"/>
                  </a:lnTo>
                  <a:lnTo>
                    <a:pt x="572" y="2730"/>
                  </a:lnTo>
                  <a:lnTo>
                    <a:pt x="572" y="1458"/>
                  </a:lnTo>
                  <a:lnTo>
                    <a:pt x="1159" y="486"/>
                  </a:lnTo>
                  <a:lnTo>
                    <a:pt x="873" y="486"/>
                  </a:lnTo>
                  <a:lnTo>
                    <a:pt x="787" y="0"/>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63"/>
            <p:cNvSpPr/>
            <p:nvPr/>
          </p:nvSpPr>
          <p:spPr>
            <a:xfrm>
              <a:off x="2296203" y="1622279"/>
              <a:ext cx="66891" cy="23103"/>
            </a:xfrm>
            <a:custGeom>
              <a:avLst/>
              <a:gdLst/>
              <a:ahLst/>
              <a:cxnLst/>
              <a:rect l="l" t="t" r="r" b="b"/>
              <a:pathLst>
                <a:path w="1659" h="573" extrusionOk="0">
                  <a:moveTo>
                    <a:pt x="1" y="1"/>
                  </a:moveTo>
                  <a:lnTo>
                    <a:pt x="1" y="572"/>
                  </a:lnTo>
                  <a:lnTo>
                    <a:pt x="1659" y="572"/>
                  </a:lnTo>
                  <a:lnTo>
                    <a:pt x="1659" y="1"/>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63"/>
            <p:cNvSpPr/>
            <p:nvPr/>
          </p:nvSpPr>
          <p:spPr>
            <a:xfrm>
              <a:off x="2043807" y="1711585"/>
              <a:ext cx="44392" cy="23103"/>
            </a:xfrm>
            <a:custGeom>
              <a:avLst/>
              <a:gdLst/>
              <a:ahLst/>
              <a:cxnLst/>
              <a:rect l="l" t="t" r="r" b="b"/>
              <a:pathLst>
                <a:path w="1101" h="573" extrusionOk="0">
                  <a:moveTo>
                    <a:pt x="0" y="1"/>
                  </a:moveTo>
                  <a:lnTo>
                    <a:pt x="0" y="572"/>
                  </a:lnTo>
                  <a:lnTo>
                    <a:pt x="1100" y="572"/>
                  </a:lnTo>
                  <a:lnTo>
                    <a:pt x="1100"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63"/>
            <p:cNvSpPr/>
            <p:nvPr/>
          </p:nvSpPr>
          <p:spPr>
            <a:xfrm>
              <a:off x="2348093" y="1711585"/>
              <a:ext cx="23628" cy="23103"/>
            </a:xfrm>
            <a:custGeom>
              <a:avLst/>
              <a:gdLst/>
              <a:ahLst/>
              <a:cxnLst/>
              <a:rect l="l" t="t" r="r" b="b"/>
              <a:pathLst>
                <a:path w="586" h="573" extrusionOk="0">
                  <a:moveTo>
                    <a:pt x="0" y="1"/>
                  </a:moveTo>
                  <a:lnTo>
                    <a:pt x="0" y="572"/>
                  </a:lnTo>
                  <a:lnTo>
                    <a:pt x="586" y="572"/>
                  </a:lnTo>
                  <a:lnTo>
                    <a:pt x="586" y="1"/>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63"/>
            <p:cNvSpPr/>
            <p:nvPr/>
          </p:nvSpPr>
          <p:spPr>
            <a:xfrm>
              <a:off x="2172908" y="1622279"/>
              <a:ext cx="39191" cy="23103"/>
            </a:xfrm>
            <a:custGeom>
              <a:avLst/>
              <a:gdLst/>
              <a:ahLst/>
              <a:cxnLst/>
              <a:rect l="l" t="t" r="r" b="b"/>
              <a:pathLst>
                <a:path w="972" h="573" extrusionOk="0">
                  <a:moveTo>
                    <a:pt x="0" y="1"/>
                  </a:moveTo>
                  <a:lnTo>
                    <a:pt x="0" y="572"/>
                  </a:lnTo>
                  <a:lnTo>
                    <a:pt x="972" y="572"/>
                  </a:lnTo>
                  <a:lnTo>
                    <a:pt x="9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63"/>
            <p:cNvSpPr/>
            <p:nvPr/>
          </p:nvSpPr>
          <p:spPr>
            <a:xfrm>
              <a:off x="2009778" y="1622279"/>
              <a:ext cx="23708" cy="23103"/>
            </a:xfrm>
            <a:custGeom>
              <a:avLst/>
              <a:gdLst/>
              <a:ahLst/>
              <a:cxnLst/>
              <a:rect l="l" t="t" r="r" b="b"/>
              <a:pathLst>
                <a:path w="588" h="573" extrusionOk="0">
                  <a:moveTo>
                    <a:pt x="0" y="1"/>
                  </a:moveTo>
                  <a:lnTo>
                    <a:pt x="0" y="572"/>
                  </a:lnTo>
                  <a:lnTo>
                    <a:pt x="587" y="572"/>
                  </a:lnTo>
                  <a:lnTo>
                    <a:pt x="5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63"/>
            <p:cNvSpPr/>
            <p:nvPr/>
          </p:nvSpPr>
          <p:spPr>
            <a:xfrm>
              <a:off x="2235684" y="1407903"/>
              <a:ext cx="46731" cy="110074"/>
            </a:xfrm>
            <a:custGeom>
              <a:avLst/>
              <a:gdLst/>
              <a:ahLst/>
              <a:cxnLst/>
              <a:rect l="l" t="t" r="r" b="b"/>
              <a:pathLst>
                <a:path w="1159" h="2730" extrusionOk="0">
                  <a:moveTo>
                    <a:pt x="787" y="0"/>
                  </a:moveTo>
                  <a:lnTo>
                    <a:pt x="0" y="1301"/>
                  </a:lnTo>
                  <a:lnTo>
                    <a:pt x="0" y="2730"/>
                  </a:lnTo>
                  <a:lnTo>
                    <a:pt x="572" y="2730"/>
                  </a:lnTo>
                  <a:lnTo>
                    <a:pt x="572" y="1458"/>
                  </a:lnTo>
                  <a:lnTo>
                    <a:pt x="1159" y="486"/>
                  </a:lnTo>
                  <a:lnTo>
                    <a:pt x="873" y="486"/>
                  </a:lnTo>
                  <a:lnTo>
                    <a:pt x="787"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63"/>
            <p:cNvSpPr/>
            <p:nvPr/>
          </p:nvSpPr>
          <p:spPr>
            <a:xfrm>
              <a:off x="2296203" y="1622279"/>
              <a:ext cx="66891" cy="23103"/>
            </a:xfrm>
            <a:custGeom>
              <a:avLst/>
              <a:gdLst/>
              <a:ahLst/>
              <a:cxnLst/>
              <a:rect l="l" t="t" r="r" b="b"/>
              <a:pathLst>
                <a:path w="1659" h="573" extrusionOk="0">
                  <a:moveTo>
                    <a:pt x="1" y="1"/>
                  </a:moveTo>
                  <a:lnTo>
                    <a:pt x="1" y="572"/>
                  </a:lnTo>
                  <a:lnTo>
                    <a:pt x="1659" y="572"/>
                  </a:lnTo>
                  <a:lnTo>
                    <a:pt x="16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63"/>
            <p:cNvSpPr/>
            <p:nvPr/>
          </p:nvSpPr>
          <p:spPr>
            <a:xfrm>
              <a:off x="2348093" y="1711585"/>
              <a:ext cx="23628" cy="23103"/>
            </a:xfrm>
            <a:custGeom>
              <a:avLst/>
              <a:gdLst/>
              <a:ahLst/>
              <a:cxnLst/>
              <a:rect l="l" t="t" r="r" b="b"/>
              <a:pathLst>
                <a:path w="586" h="573" extrusionOk="0">
                  <a:moveTo>
                    <a:pt x="0" y="1"/>
                  </a:moveTo>
                  <a:lnTo>
                    <a:pt x="0" y="572"/>
                  </a:lnTo>
                  <a:lnTo>
                    <a:pt x="586" y="572"/>
                  </a:lnTo>
                  <a:lnTo>
                    <a:pt x="586"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20" name="Google Shape;2520;p63"/>
          <p:cNvGrpSpPr/>
          <p:nvPr/>
        </p:nvGrpSpPr>
        <p:grpSpPr>
          <a:xfrm>
            <a:off x="2839709" y="1644803"/>
            <a:ext cx="359944" cy="333143"/>
            <a:chOff x="2677740" y="1368108"/>
            <a:chExt cx="393597" cy="364290"/>
          </a:xfrm>
        </p:grpSpPr>
        <p:sp>
          <p:nvSpPr>
            <p:cNvPr id="2521" name="Google Shape;2521;p63"/>
            <p:cNvSpPr/>
            <p:nvPr/>
          </p:nvSpPr>
          <p:spPr>
            <a:xfrm>
              <a:off x="2932999" y="1368108"/>
              <a:ext cx="94550" cy="137209"/>
            </a:xfrm>
            <a:custGeom>
              <a:avLst/>
              <a:gdLst/>
              <a:ahLst/>
              <a:cxnLst/>
              <a:rect l="l" t="t" r="r" b="b"/>
              <a:pathLst>
                <a:path w="2345" h="3403" extrusionOk="0">
                  <a:moveTo>
                    <a:pt x="1287" y="1"/>
                  </a:moveTo>
                  <a:lnTo>
                    <a:pt x="558" y="730"/>
                  </a:lnTo>
                  <a:cubicBezTo>
                    <a:pt x="0" y="1287"/>
                    <a:pt x="0" y="2217"/>
                    <a:pt x="558" y="2774"/>
                  </a:cubicBezTo>
                  <a:lnTo>
                    <a:pt x="1187" y="3402"/>
                  </a:lnTo>
                  <a:lnTo>
                    <a:pt x="1916" y="2674"/>
                  </a:lnTo>
                  <a:cubicBezTo>
                    <a:pt x="2188" y="2402"/>
                    <a:pt x="2345" y="2030"/>
                    <a:pt x="2345" y="1645"/>
                  </a:cubicBezTo>
                  <a:cubicBezTo>
                    <a:pt x="2345" y="1258"/>
                    <a:pt x="2188" y="902"/>
                    <a:pt x="1916" y="630"/>
                  </a:cubicBezTo>
                  <a:lnTo>
                    <a:pt x="1287"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63"/>
            <p:cNvSpPr/>
            <p:nvPr/>
          </p:nvSpPr>
          <p:spPr>
            <a:xfrm>
              <a:off x="2847724" y="1453423"/>
              <a:ext cx="100316" cy="137169"/>
            </a:xfrm>
            <a:custGeom>
              <a:avLst/>
              <a:gdLst/>
              <a:ahLst/>
              <a:cxnLst/>
              <a:rect l="l" t="t" r="r" b="b"/>
              <a:pathLst>
                <a:path w="2488" h="3402" extrusionOk="0">
                  <a:moveTo>
                    <a:pt x="1286" y="0"/>
                  </a:moveTo>
                  <a:lnTo>
                    <a:pt x="558" y="730"/>
                  </a:lnTo>
                  <a:cubicBezTo>
                    <a:pt x="0" y="1301"/>
                    <a:pt x="0" y="2216"/>
                    <a:pt x="558" y="2773"/>
                  </a:cubicBezTo>
                  <a:lnTo>
                    <a:pt x="1187" y="3402"/>
                  </a:lnTo>
                  <a:lnTo>
                    <a:pt x="1915" y="2674"/>
                  </a:lnTo>
                  <a:cubicBezTo>
                    <a:pt x="2487" y="2102"/>
                    <a:pt x="2487" y="1187"/>
                    <a:pt x="1915" y="629"/>
                  </a:cubicBezTo>
                  <a:lnTo>
                    <a:pt x="128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63"/>
            <p:cNvSpPr/>
            <p:nvPr/>
          </p:nvSpPr>
          <p:spPr>
            <a:xfrm>
              <a:off x="2761845" y="1538698"/>
              <a:ext cx="95115" cy="137209"/>
            </a:xfrm>
            <a:custGeom>
              <a:avLst/>
              <a:gdLst/>
              <a:ahLst/>
              <a:cxnLst/>
              <a:rect l="l" t="t" r="r" b="b"/>
              <a:pathLst>
                <a:path w="2359" h="3403" extrusionOk="0">
                  <a:moveTo>
                    <a:pt x="1301" y="0"/>
                  </a:moveTo>
                  <a:lnTo>
                    <a:pt x="573" y="730"/>
                  </a:lnTo>
                  <a:cubicBezTo>
                    <a:pt x="1" y="1302"/>
                    <a:pt x="1" y="2217"/>
                    <a:pt x="573" y="2773"/>
                  </a:cubicBezTo>
                  <a:lnTo>
                    <a:pt x="1202" y="3402"/>
                  </a:lnTo>
                  <a:lnTo>
                    <a:pt x="1930" y="2674"/>
                  </a:lnTo>
                  <a:cubicBezTo>
                    <a:pt x="2202" y="2402"/>
                    <a:pt x="2359" y="2045"/>
                    <a:pt x="2359" y="1645"/>
                  </a:cubicBezTo>
                  <a:cubicBezTo>
                    <a:pt x="2359" y="1258"/>
                    <a:pt x="2202" y="902"/>
                    <a:pt x="1930" y="629"/>
                  </a:cubicBezTo>
                  <a:lnTo>
                    <a:pt x="1301"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63"/>
            <p:cNvSpPr/>
            <p:nvPr/>
          </p:nvSpPr>
          <p:spPr>
            <a:xfrm>
              <a:off x="2934168" y="1473018"/>
              <a:ext cx="137169" cy="88785"/>
            </a:xfrm>
            <a:custGeom>
              <a:avLst/>
              <a:gdLst/>
              <a:ahLst/>
              <a:cxnLst/>
              <a:rect l="l" t="t" r="r" b="b"/>
              <a:pathLst>
                <a:path w="3402" h="2202" extrusionOk="0">
                  <a:moveTo>
                    <a:pt x="1759" y="0"/>
                  </a:moveTo>
                  <a:cubicBezTo>
                    <a:pt x="1372" y="0"/>
                    <a:pt x="1001" y="143"/>
                    <a:pt x="730" y="429"/>
                  </a:cubicBezTo>
                  <a:lnTo>
                    <a:pt x="0" y="1158"/>
                  </a:lnTo>
                  <a:lnTo>
                    <a:pt x="629" y="1772"/>
                  </a:lnTo>
                  <a:cubicBezTo>
                    <a:pt x="901" y="2058"/>
                    <a:pt x="1258" y="2201"/>
                    <a:pt x="1644" y="2201"/>
                  </a:cubicBezTo>
                  <a:cubicBezTo>
                    <a:pt x="2030" y="2201"/>
                    <a:pt x="2401" y="2058"/>
                    <a:pt x="2673" y="1772"/>
                  </a:cubicBezTo>
                  <a:lnTo>
                    <a:pt x="3402" y="1044"/>
                  </a:lnTo>
                  <a:lnTo>
                    <a:pt x="2773" y="429"/>
                  </a:lnTo>
                  <a:cubicBezTo>
                    <a:pt x="2502" y="143"/>
                    <a:pt x="2144" y="0"/>
                    <a:pt x="17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63"/>
            <p:cNvSpPr/>
            <p:nvPr/>
          </p:nvSpPr>
          <p:spPr>
            <a:xfrm>
              <a:off x="2848853" y="1558293"/>
              <a:ext cx="137209" cy="88785"/>
            </a:xfrm>
            <a:custGeom>
              <a:avLst/>
              <a:gdLst/>
              <a:ahLst/>
              <a:cxnLst/>
              <a:rect l="l" t="t" r="r" b="b"/>
              <a:pathLst>
                <a:path w="3403" h="2202" extrusionOk="0">
                  <a:moveTo>
                    <a:pt x="1759" y="0"/>
                  </a:moveTo>
                  <a:cubicBezTo>
                    <a:pt x="1359" y="0"/>
                    <a:pt x="1001" y="143"/>
                    <a:pt x="730" y="429"/>
                  </a:cubicBezTo>
                  <a:lnTo>
                    <a:pt x="1" y="1159"/>
                  </a:lnTo>
                  <a:lnTo>
                    <a:pt x="630" y="1788"/>
                  </a:lnTo>
                  <a:cubicBezTo>
                    <a:pt x="902" y="2059"/>
                    <a:pt x="1258" y="2202"/>
                    <a:pt x="1645" y="2202"/>
                  </a:cubicBezTo>
                  <a:cubicBezTo>
                    <a:pt x="2030" y="2202"/>
                    <a:pt x="2402" y="2059"/>
                    <a:pt x="2674" y="1788"/>
                  </a:cubicBezTo>
                  <a:lnTo>
                    <a:pt x="3402" y="1044"/>
                  </a:lnTo>
                  <a:lnTo>
                    <a:pt x="2774" y="429"/>
                  </a:lnTo>
                  <a:cubicBezTo>
                    <a:pt x="2503" y="143"/>
                    <a:pt x="2145" y="0"/>
                    <a:pt x="17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63"/>
            <p:cNvSpPr/>
            <p:nvPr/>
          </p:nvSpPr>
          <p:spPr>
            <a:xfrm>
              <a:off x="2763579" y="1643567"/>
              <a:ext cx="137169" cy="88825"/>
            </a:xfrm>
            <a:custGeom>
              <a:avLst/>
              <a:gdLst/>
              <a:ahLst/>
              <a:cxnLst/>
              <a:rect l="l" t="t" r="r" b="b"/>
              <a:pathLst>
                <a:path w="3402" h="2203" extrusionOk="0">
                  <a:moveTo>
                    <a:pt x="1744" y="1"/>
                  </a:moveTo>
                  <a:cubicBezTo>
                    <a:pt x="1359" y="1"/>
                    <a:pt x="1001" y="159"/>
                    <a:pt x="730" y="430"/>
                  </a:cubicBezTo>
                  <a:lnTo>
                    <a:pt x="0" y="1159"/>
                  </a:lnTo>
                  <a:lnTo>
                    <a:pt x="615" y="1788"/>
                  </a:lnTo>
                  <a:cubicBezTo>
                    <a:pt x="901" y="2059"/>
                    <a:pt x="1258" y="2202"/>
                    <a:pt x="1644" y="2202"/>
                  </a:cubicBezTo>
                  <a:cubicBezTo>
                    <a:pt x="2030" y="2202"/>
                    <a:pt x="2401" y="2059"/>
                    <a:pt x="2674" y="1788"/>
                  </a:cubicBezTo>
                  <a:lnTo>
                    <a:pt x="3402" y="1059"/>
                  </a:lnTo>
                  <a:lnTo>
                    <a:pt x="2773" y="430"/>
                  </a:lnTo>
                  <a:cubicBezTo>
                    <a:pt x="2502" y="159"/>
                    <a:pt x="2144" y="1"/>
                    <a:pt x="17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63"/>
            <p:cNvSpPr/>
            <p:nvPr/>
          </p:nvSpPr>
          <p:spPr>
            <a:xfrm>
              <a:off x="2942232" y="1473018"/>
              <a:ext cx="129105" cy="88785"/>
            </a:xfrm>
            <a:custGeom>
              <a:avLst/>
              <a:gdLst/>
              <a:ahLst/>
              <a:cxnLst/>
              <a:rect l="l" t="t" r="r" b="b"/>
              <a:pathLst>
                <a:path w="3202" h="2202" extrusionOk="0">
                  <a:moveTo>
                    <a:pt x="1559" y="0"/>
                  </a:moveTo>
                  <a:cubicBezTo>
                    <a:pt x="1487" y="0"/>
                    <a:pt x="1416" y="0"/>
                    <a:pt x="1344" y="15"/>
                  </a:cubicBezTo>
                  <a:lnTo>
                    <a:pt x="0" y="1358"/>
                  </a:lnTo>
                  <a:lnTo>
                    <a:pt x="429" y="1772"/>
                  </a:lnTo>
                  <a:cubicBezTo>
                    <a:pt x="701" y="2058"/>
                    <a:pt x="1058" y="2201"/>
                    <a:pt x="1444" y="2201"/>
                  </a:cubicBezTo>
                  <a:cubicBezTo>
                    <a:pt x="1830" y="2201"/>
                    <a:pt x="2201" y="2058"/>
                    <a:pt x="2473" y="1772"/>
                  </a:cubicBezTo>
                  <a:lnTo>
                    <a:pt x="3202" y="1044"/>
                  </a:lnTo>
                  <a:lnTo>
                    <a:pt x="2573" y="429"/>
                  </a:lnTo>
                  <a:cubicBezTo>
                    <a:pt x="2302" y="143"/>
                    <a:pt x="1944" y="0"/>
                    <a:pt x="15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63"/>
            <p:cNvSpPr/>
            <p:nvPr/>
          </p:nvSpPr>
          <p:spPr>
            <a:xfrm>
              <a:off x="2856917" y="1558293"/>
              <a:ext cx="129145" cy="88785"/>
            </a:xfrm>
            <a:custGeom>
              <a:avLst/>
              <a:gdLst/>
              <a:ahLst/>
              <a:cxnLst/>
              <a:rect l="l" t="t" r="r" b="b"/>
              <a:pathLst>
                <a:path w="3203" h="2202" extrusionOk="0">
                  <a:moveTo>
                    <a:pt x="1559" y="0"/>
                  </a:moveTo>
                  <a:cubicBezTo>
                    <a:pt x="1487" y="0"/>
                    <a:pt x="1416" y="0"/>
                    <a:pt x="1344" y="15"/>
                  </a:cubicBezTo>
                  <a:lnTo>
                    <a:pt x="1" y="1359"/>
                  </a:lnTo>
                  <a:lnTo>
                    <a:pt x="430" y="1788"/>
                  </a:lnTo>
                  <a:cubicBezTo>
                    <a:pt x="702" y="2059"/>
                    <a:pt x="1058" y="2202"/>
                    <a:pt x="1445" y="2202"/>
                  </a:cubicBezTo>
                  <a:cubicBezTo>
                    <a:pt x="1830" y="2202"/>
                    <a:pt x="2202" y="2059"/>
                    <a:pt x="2474" y="1788"/>
                  </a:cubicBezTo>
                  <a:lnTo>
                    <a:pt x="3202" y="1044"/>
                  </a:lnTo>
                  <a:lnTo>
                    <a:pt x="2574" y="429"/>
                  </a:lnTo>
                  <a:cubicBezTo>
                    <a:pt x="2303" y="143"/>
                    <a:pt x="1945" y="0"/>
                    <a:pt x="15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63"/>
            <p:cNvSpPr/>
            <p:nvPr/>
          </p:nvSpPr>
          <p:spPr>
            <a:xfrm>
              <a:off x="2771643" y="1643567"/>
              <a:ext cx="129105" cy="88825"/>
            </a:xfrm>
            <a:custGeom>
              <a:avLst/>
              <a:gdLst/>
              <a:ahLst/>
              <a:cxnLst/>
              <a:rect l="l" t="t" r="r" b="b"/>
              <a:pathLst>
                <a:path w="3202" h="2203" extrusionOk="0">
                  <a:moveTo>
                    <a:pt x="1544" y="1"/>
                  </a:moveTo>
                  <a:cubicBezTo>
                    <a:pt x="1473" y="1"/>
                    <a:pt x="1416" y="1"/>
                    <a:pt x="1344" y="16"/>
                  </a:cubicBezTo>
                  <a:lnTo>
                    <a:pt x="0" y="1359"/>
                  </a:lnTo>
                  <a:lnTo>
                    <a:pt x="415" y="1788"/>
                  </a:lnTo>
                  <a:cubicBezTo>
                    <a:pt x="701" y="2059"/>
                    <a:pt x="1058" y="2202"/>
                    <a:pt x="1444" y="2202"/>
                  </a:cubicBezTo>
                  <a:cubicBezTo>
                    <a:pt x="1830" y="2202"/>
                    <a:pt x="2201" y="2059"/>
                    <a:pt x="2474" y="1788"/>
                  </a:cubicBezTo>
                  <a:lnTo>
                    <a:pt x="3202" y="1059"/>
                  </a:lnTo>
                  <a:lnTo>
                    <a:pt x="2573" y="430"/>
                  </a:lnTo>
                  <a:cubicBezTo>
                    <a:pt x="2302" y="159"/>
                    <a:pt x="1944" y="1"/>
                    <a:pt x="15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63"/>
            <p:cNvSpPr/>
            <p:nvPr/>
          </p:nvSpPr>
          <p:spPr>
            <a:xfrm>
              <a:off x="2677740" y="1410766"/>
              <a:ext cx="380943" cy="321633"/>
            </a:xfrm>
            <a:custGeom>
              <a:avLst/>
              <a:gdLst/>
              <a:ahLst/>
              <a:cxnLst/>
              <a:rect l="l" t="t" r="r" b="b"/>
              <a:pathLst>
                <a:path w="9448" h="7977" extrusionOk="0">
                  <a:moveTo>
                    <a:pt x="9047" y="0"/>
                  </a:moveTo>
                  <a:lnTo>
                    <a:pt x="1944" y="7118"/>
                  </a:lnTo>
                  <a:cubicBezTo>
                    <a:pt x="1751" y="7312"/>
                    <a:pt x="1497" y="7408"/>
                    <a:pt x="1243" y="7408"/>
                  </a:cubicBezTo>
                  <a:cubicBezTo>
                    <a:pt x="989" y="7408"/>
                    <a:pt x="736" y="7312"/>
                    <a:pt x="543" y="7118"/>
                  </a:cubicBezTo>
                  <a:lnTo>
                    <a:pt x="414" y="6990"/>
                  </a:lnTo>
                  <a:lnTo>
                    <a:pt x="0" y="7391"/>
                  </a:lnTo>
                  <a:lnTo>
                    <a:pt x="128" y="7519"/>
                  </a:lnTo>
                  <a:cubicBezTo>
                    <a:pt x="443" y="7819"/>
                    <a:pt x="843" y="7976"/>
                    <a:pt x="1243" y="7976"/>
                  </a:cubicBezTo>
                  <a:cubicBezTo>
                    <a:pt x="1643" y="7976"/>
                    <a:pt x="2043" y="7819"/>
                    <a:pt x="2344" y="7519"/>
                  </a:cubicBezTo>
                  <a:lnTo>
                    <a:pt x="9447" y="415"/>
                  </a:lnTo>
                  <a:lnTo>
                    <a:pt x="9047"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1" name="Google Shape;2531;p63"/>
          <p:cNvGrpSpPr/>
          <p:nvPr/>
        </p:nvGrpSpPr>
        <p:grpSpPr>
          <a:xfrm>
            <a:off x="3461032" y="1631640"/>
            <a:ext cx="359471" cy="359462"/>
            <a:chOff x="3357153" y="1353714"/>
            <a:chExt cx="393080" cy="393070"/>
          </a:xfrm>
        </p:grpSpPr>
        <p:sp>
          <p:nvSpPr>
            <p:cNvPr id="2532" name="Google Shape;2532;p63"/>
            <p:cNvSpPr/>
            <p:nvPr/>
          </p:nvSpPr>
          <p:spPr>
            <a:xfrm>
              <a:off x="3542176" y="1487976"/>
              <a:ext cx="23063" cy="206963"/>
            </a:xfrm>
            <a:custGeom>
              <a:avLst/>
              <a:gdLst/>
              <a:ahLst/>
              <a:cxnLst/>
              <a:rect l="l" t="t" r="r" b="b"/>
              <a:pathLst>
                <a:path w="572" h="5133" extrusionOk="0">
                  <a:moveTo>
                    <a:pt x="0" y="1"/>
                  </a:moveTo>
                  <a:lnTo>
                    <a:pt x="0" y="5133"/>
                  </a:lnTo>
                  <a:lnTo>
                    <a:pt x="572" y="513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63"/>
            <p:cNvSpPr/>
            <p:nvPr/>
          </p:nvSpPr>
          <p:spPr>
            <a:xfrm>
              <a:off x="3542176" y="1353714"/>
              <a:ext cx="23063" cy="28264"/>
            </a:xfrm>
            <a:custGeom>
              <a:avLst/>
              <a:gdLst/>
              <a:ahLst/>
              <a:cxnLst/>
              <a:rect l="l" t="t" r="r" b="b"/>
              <a:pathLst>
                <a:path w="572" h="701" extrusionOk="0">
                  <a:moveTo>
                    <a:pt x="0" y="1"/>
                  </a:moveTo>
                  <a:lnTo>
                    <a:pt x="0" y="701"/>
                  </a:lnTo>
                  <a:lnTo>
                    <a:pt x="572" y="701"/>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63"/>
            <p:cNvSpPr/>
            <p:nvPr/>
          </p:nvSpPr>
          <p:spPr>
            <a:xfrm>
              <a:off x="3622249" y="1498943"/>
              <a:ext cx="42699" cy="80156"/>
            </a:xfrm>
            <a:custGeom>
              <a:avLst/>
              <a:gdLst/>
              <a:ahLst/>
              <a:cxnLst/>
              <a:rect l="l" t="t" r="r" b="b"/>
              <a:pathLst>
                <a:path w="1059" h="1988" extrusionOk="0">
                  <a:moveTo>
                    <a:pt x="501" y="1"/>
                  </a:moveTo>
                  <a:lnTo>
                    <a:pt x="0" y="1844"/>
                  </a:lnTo>
                  <a:lnTo>
                    <a:pt x="558" y="1987"/>
                  </a:lnTo>
                  <a:lnTo>
                    <a:pt x="1058" y="144"/>
                  </a:lnTo>
                  <a:lnTo>
                    <a:pt x="5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63"/>
            <p:cNvSpPr/>
            <p:nvPr/>
          </p:nvSpPr>
          <p:spPr>
            <a:xfrm>
              <a:off x="3622249" y="1498943"/>
              <a:ext cx="42699" cy="80156"/>
            </a:xfrm>
            <a:custGeom>
              <a:avLst/>
              <a:gdLst/>
              <a:ahLst/>
              <a:cxnLst/>
              <a:rect l="l" t="t" r="r" b="b"/>
              <a:pathLst>
                <a:path w="1059" h="1988" extrusionOk="0">
                  <a:moveTo>
                    <a:pt x="501" y="1"/>
                  </a:moveTo>
                  <a:lnTo>
                    <a:pt x="0" y="1844"/>
                  </a:lnTo>
                  <a:lnTo>
                    <a:pt x="558" y="1987"/>
                  </a:lnTo>
                  <a:lnTo>
                    <a:pt x="1058" y="144"/>
                  </a:lnTo>
                  <a:lnTo>
                    <a:pt x="501"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63"/>
            <p:cNvSpPr/>
            <p:nvPr/>
          </p:nvSpPr>
          <p:spPr>
            <a:xfrm>
              <a:off x="3670108" y="1368108"/>
              <a:ext cx="29393" cy="34070"/>
            </a:xfrm>
            <a:custGeom>
              <a:avLst/>
              <a:gdLst/>
              <a:ahLst/>
              <a:cxnLst/>
              <a:rect l="l" t="t" r="r" b="b"/>
              <a:pathLst>
                <a:path w="729" h="845" extrusionOk="0">
                  <a:moveTo>
                    <a:pt x="185" y="1"/>
                  </a:moveTo>
                  <a:lnTo>
                    <a:pt x="0" y="702"/>
                  </a:lnTo>
                  <a:lnTo>
                    <a:pt x="543" y="845"/>
                  </a:lnTo>
                  <a:lnTo>
                    <a:pt x="729" y="158"/>
                  </a:lnTo>
                  <a:lnTo>
                    <a:pt x="18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63"/>
            <p:cNvSpPr/>
            <p:nvPr/>
          </p:nvSpPr>
          <p:spPr>
            <a:xfrm>
              <a:off x="3670108" y="1368108"/>
              <a:ext cx="29393" cy="34070"/>
            </a:xfrm>
            <a:custGeom>
              <a:avLst/>
              <a:gdLst/>
              <a:ahLst/>
              <a:cxnLst/>
              <a:rect l="l" t="t" r="r" b="b"/>
              <a:pathLst>
                <a:path w="729" h="845" extrusionOk="0">
                  <a:moveTo>
                    <a:pt x="185" y="1"/>
                  </a:moveTo>
                  <a:lnTo>
                    <a:pt x="0" y="702"/>
                  </a:lnTo>
                  <a:lnTo>
                    <a:pt x="543" y="845"/>
                  </a:lnTo>
                  <a:lnTo>
                    <a:pt x="729" y="158"/>
                  </a:lnTo>
                  <a:lnTo>
                    <a:pt x="185"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63"/>
            <p:cNvSpPr/>
            <p:nvPr/>
          </p:nvSpPr>
          <p:spPr>
            <a:xfrm>
              <a:off x="3441903" y="1498943"/>
              <a:ext cx="42659" cy="80156"/>
            </a:xfrm>
            <a:custGeom>
              <a:avLst/>
              <a:gdLst/>
              <a:ahLst/>
              <a:cxnLst/>
              <a:rect l="l" t="t" r="r" b="b"/>
              <a:pathLst>
                <a:path w="1058" h="1988" extrusionOk="0">
                  <a:moveTo>
                    <a:pt x="557" y="1"/>
                  </a:moveTo>
                  <a:lnTo>
                    <a:pt x="0" y="144"/>
                  </a:lnTo>
                  <a:lnTo>
                    <a:pt x="500" y="1987"/>
                  </a:lnTo>
                  <a:lnTo>
                    <a:pt x="1058" y="1844"/>
                  </a:lnTo>
                  <a:lnTo>
                    <a:pt x="557"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63"/>
            <p:cNvSpPr/>
            <p:nvPr/>
          </p:nvSpPr>
          <p:spPr>
            <a:xfrm>
              <a:off x="3407309" y="1368108"/>
              <a:ext cx="29393" cy="34070"/>
            </a:xfrm>
            <a:custGeom>
              <a:avLst/>
              <a:gdLst/>
              <a:ahLst/>
              <a:cxnLst/>
              <a:rect l="l" t="t" r="r" b="b"/>
              <a:pathLst>
                <a:path w="729" h="845" extrusionOk="0">
                  <a:moveTo>
                    <a:pt x="544" y="1"/>
                  </a:moveTo>
                  <a:lnTo>
                    <a:pt x="0" y="158"/>
                  </a:lnTo>
                  <a:lnTo>
                    <a:pt x="186" y="845"/>
                  </a:lnTo>
                  <a:lnTo>
                    <a:pt x="729" y="702"/>
                  </a:lnTo>
                  <a:lnTo>
                    <a:pt x="54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63"/>
            <p:cNvSpPr/>
            <p:nvPr/>
          </p:nvSpPr>
          <p:spPr>
            <a:xfrm>
              <a:off x="3512179" y="1370406"/>
              <a:ext cx="83059" cy="129145"/>
            </a:xfrm>
            <a:custGeom>
              <a:avLst/>
              <a:gdLst/>
              <a:ahLst/>
              <a:cxnLst/>
              <a:rect l="l" t="t" r="r" b="b"/>
              <a:pathLst>
                <a:path w="2060" h="3203" extrusionOk="0">
                  <a:moveTo>
                    <a:pt x="1001" y="1"/>
                  </a:moveTo>
                  <a:cubicBezTo>
                    <a:pt x="443" y="1"/>
                    <a:pt x="1" y="444"/>
                    <a:pt x="1" y="1001"/>
                  </a:cubicBezTo>
                  <a:lnTo>
                    <a:pt x="1" y="2202"/>
                  </a:lnTo>
                  <a:cubicBezTo>
                    <a:pt x="1" y="2760"/>
                    <a:pt x="443" y="3203"/>
                    <a:pt x="1001" y="3203"/>
                  </a:cubicBezTo>
                  <a:lnTo>
                    <a:pt x="1059" y="3203"/>
                  </a:lnTo>
                  <a:cubicBezTo>
                    <a:pt x="1615" y="3203"/>
                    <a:pt x="2059" y="2760"/>
                    <a:pt x="2059" y="2202"/>
                  </a:cubicBezTo>
                  <a:lnTo>
                    <a:pt x="2059" y="1001"/>
                  </a:lnTo>
                  <a:cubicBezTo>
                    <a:pt x="2059" y="444"/>
                    <a:pt x="1615" y="1"/>
                    <a:pt x="105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63"/>
            <p:cNvSpPr/>
            <p:nvPr/>
          </p:nvSpPr>
          <p:spPr>
            <a:xfrm>
              <a:off x="3615314" y="1386574"/>
              <a:ext cx="103784" cy="127976"/>
            </a:xfrm>
            <a:custGeom>
              <a:avLst/>
              <a:gdLst/>
              <a:ahLst/>
              <a:cxnLst/>
              <a:rect l="l" t="t" r="r" b="b"/>
              <a:pathLst>
                <a:path w="2574" h="3174" extrusionOk="0">
                  <a:moveTo>
                    <a:pt x="1416" y="0"/>
                  </a:moveTo>
                  <a:cubicBezTo>
                    <a:pt x="973" y="0"/>
                    <a:pt x="573" y="301"/>
                    <a:pt x="458" y="730"/>
                  </a:cubicBezTo>
                  <a:lnTo>
                    <a:pt x="144" y="1902"/>
                  </a:lnTo>
                  <a:cubicBezTo>
                    <a:pt x="1" y="2445"/>
                    <a:pt x="315" y="2988"/>
                    <a:pt x="845" y="3131"/>
                  </a:cubicBezTo>
                  <a:lnTo>
                    <a:pt x="902" y="3145"/>
                  </a:lnTo>
                  <a:cubicBezTo>
                    <a:pt x="988" y="3159"/>
                    <a:pt x="1073" y="3173"/>
                    <a:pt x="1159" y="3173"/>
                  </a:cubicBezTo>
                  <a:cubicBezTo>
                    <a:pt x="1617" y="3173"/>
                    <a:pt x="2002" y="2874"/>
                    <a:pt x="2116" y="2445"/>
                  </a:cubicBezTo>
                  <a:lnTo>
                    <a:pt x="2431" y="1258"/>
                  </a:lnTo>
                  <a:cubicBezTo>
                    <a:pt x="2574" y="730"/>
                    <a:pt x="2259" y="186"/>
                    <a:pt x="1731" y="43"/>
                  </a:cubicBezTo>
                  <a:lnTo>
                    <a:pt x="1674" y="29"/>
                  </a:lnTo>
                  <a:cubicBezTo>
                    <a:pt x="1588" y="0"/>
                    <a:pt x="1502" y="0"/>
                    <a:pt x="1416"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63"/>
            <p:cNvSpPr/>
            <p:nvPr/>
          </p:nvSpPr>
          <p:spPr>
            <a:xfrm>
              <a:off x="3387715" y="1386574"/>
              <a:ext cx="103784" cy="128580"/>
            </a:xfrm>
            <a:custGeom>
              <a:avLst/>
              <a:gdLst/>
              <a:ahLst/>
              <a:cxnLst/>
              <a:rect l="l" t="t" r="r" b="b"/>
              <a:pathLst>
                <a:path w="2574" h="3189" extrusionOk="0">
                  <a:moveTo>
                    <a:pt x="1158" y="0"/>
                  </a:moveTo>
                  <a:cubicBezTo>
                    <a:pt x="1072" y="0"/>
                    <a:pt x="986" y="15"/>
                    <a:pt x="900" y="29"/>
                  </a:cubicBezTo>
                  <a:lnTo>
                    <a:pt x="843" y="43"/>
                  </a:lnTo>
                  <a:cubicBezTo>
                    <a:pt x="315" y="186"/>
                    <a:pt x="0" y="743"/>
                    <a:pt x="129" y="1273"/>
                  </a:cubicBezTo>
                  <a:lnTo>
                    <a:pt x="443" y="2445"/>
                  </a:lnTo>
                  <a:cubicBezTo>
                    <a:pt x="572" y="2874"/>
                    <a:pt x="958" y="3188"/>
                    <a:pt x="1415" y="3188"/>
                  </a:cubicBezTo>
                  <a:cubicBezTo>
                    <a:pt x="1501" y="3188"/>
                    <a:pt x="1586" y="3173"/>
                    <a:pt x="1672" y="3145"/>
                  </a:cubicBezTo>
                  <a:lnTo>
                    <a:pt x="1729" y="3131"/>
                  </a:lnTo>
                  <a:cubicBezTo>
                    <a:pt x="2259" y="2988"/>
                    <a:pt x="2573" y="2445"/>
                    <a:pt x="2430" y="1915"/>
                  </a:cubicBezTo>
                  <a:lnTo>
                    <a:pt x="2116" y="743"/>
                  </a:lnTo>
                  <a:cubicBezTo>
                    <a:pt x="2002" y="301"/>
                    <a:pt x="1601" y="0"/>
                    <a:pt x="115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63"/>
            <p:cNvSpPr/>
            <p:nvPr/>
          </p:nvSpPr>
          <p:spPr>
            <a:xfrm>
              <a:off x="3358887" y="1598652"/>
              <a:ext cx="130838" cy="136644"/>
            </a:xfrm>
            <a:custGeom>
              <a:avLst/>
              <a:gdLst/>
              <a:ahLst/>
              <a:cxnLst/>
              <a:rect l="l" t="t" r="r" b="b"/>
              <a:pathLst>
                <a:path w="3245" h="3389" extrusionOk="0">
                  <a:moveTo>
                    <a:pt x="1" y="0"/>
                  </a:moveTo>
                  <a:lnTo>
                    <a:pt x="744" y="1715"/>
                  </a:lnTo>
                  <a:cubicBezTo>
                    <a:pt x="887" y="2045"/>
                    <a:pt x="958" y="2388"/>
                    <a:pt x="958" y="2744"/>
                  </a:cubicBezTo>
                  <a:lnTo>
                    <a:pt x="958" y="3388"/>
                  </a:lnTo>
                  <a:lnTo>
                    <a:pt x="3245" y="3388"/>
                  </a:lnTo>
                  <a:lnTo>
                    <a:pt x="3245" y="3345"/>
                  </a:lnTo>
                  <a:cubicBezTo>
                    <a:pt x="3245" y="2702"/>
                    <a:pt x="3060" y="2087"/>
                    <a:pt x="2688" y="1559"/>
                  </a:cubicBezTo>
                  <a:cubicBezTo>
                    <a:pt x="2288" y="972"/>
                    <a:pt x="1701" y="543"/>
                    <a:pt x="1030" y="329"/>
                  </a:cubicBezTo>
                  <a:lnTo>
                    <a:pt x="1"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63"/>
            <p:cNvSpPr/>
            <p:nvPr/>
          </p:nvSpPr>
          <p:spPr>
            <a:xfrm>
              <a:off x="3616484" y="1598652"/>
              <a:ext cx="130879" cy="136644"/>
            </a:xfrm>
            <a:custGeom>
              <a:avLst/>
              <a:gdLst/>
              <a:ahLst/>
              <a:cxnLst/>
              <a:rect l="l" t="t" r="r" b="b"/>
              <a:pathLst>
                <a:path w="3246" h="3389" extrusionOk="0">
                  <a:moveTo>
                    <a:pt x="3246" y="0"/>
                  </a:moveTo>
                  <a:lnTo>
                    <a:pt x="2216" y="329"/>
                  </a:lnTo>
                  <a:cubicBezTo>
                    <a:pt x="1544" y="543"/>
                    <a:pt x="959" y="972"/>
                    <a:pt x="558" y="1559"/>
                  </a:cubicBezTo>
                  <a:cubicBezTo>
                    <a:pt x="201" y="2087"/>
                    <a:pt x="0" y="2702"/>
                    <a:pt x="0" y="3345"/>
                  </a:cubicBezTo>
                  <a:lnTo>
                    <a:pt x="0" y="3388"/>
                  </a:lnTo>
                  <a:lnTo>
                    <a:pt x="2287" y="3388"/>
                  </a:lnTo>
                  <a:lnTo>
                    <a:pt x="2287" y="2744"/>
                  </a:lnTo>
                  <a:cubicBezTo>
                    <a:pt x="2287" y="2388"/>
                    <a:pt x="2359" y="2045"/>
                    <a:pt x="2502" y="1715"/>
                  </a:cubicBezTo>
                  <a:lnTo>
                    <a:pt x="324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63"/>
            <p:cNvSpPr/>
            <p:nvPr/>
          </p:nvSpPr>
          <p:spPr>
            <a:xfrm>
              <a:off x="3616484" y="1598652"/>
              <a:ext cx="130879" cy="136644"/>
            </a:xfrm>
            <a:custGeom>
              <a:avLst/>
              <a:gdLst/>
              <a:ahLst/>
              <a:cxnLst/>
              <a:rect l="l" t="t" r="r" b="b"/>
              <a:pathLst>
                <a:path w="3246" h="3389" extrusionOk="0">
                  <a:moveTo>
                    <a:pt x="3246" y="0"/>
                  </a:moveTo>
                  <a:lnTo>
                    <a:pt x="2216" y="329"/>
                  </a:lnTo>
                  <a:cubicBezTo>
                    <a:pt x="1544" y="543"/>
                    <a:pt x="959" y="972"/>
                    <a:pt x="558" y="1559"/>
                  </a:cubicBezTo>
                  <a:cubicBezTo>
                    <a:pt x="201" y="2087"/>
                    <a:pt x="0" y="2702"/>
                    <a:pt x="0" y="3345"/>
                  </a:cubicBezTo>
                  <a:lnTo>
                    <a:pt x="0" y="3388"/>
                  </a:lnTo>
                  <a:lnTo>
                    <a:pt x="2287" y="3388"/>
                  </a:lnTo>
                  <a:lnTo>
                    <a:pt x="2287" y="2744"/>
                  </a:lnTo>
                  <a:cubicBezTo>
                    <a:pt x="2287" y="2388"/>
                    <a:pt x="2359" y="2045"/>
                    <a:pt x="2502" y="1715"/>
                  </a:cubicBezTo>
                  <a:lnTo>
                    <a:pt x="324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63"/>
            <p:cNvSpPr/>
            <p:nvPr/>
          </p:nvSpPr>
          <p:spPr>
            <a:xfrm>
              <a:off x="3399810" y="1539302"/>
              <a:ext cx="306634" cy="195996"/>
            </a:xfrm>
            <a:custGeom>
              <a:avLst/>
              <a:gdLst/>
              <a:ahLst/>
              <a:cxnLst/>
              <a:rect l="l" t="t" r="r" b="b"/>
              <a:pathLst>
                <a:path w="7605" h="4861" extrusionOk="0">
                  <a:moveTo>
                    <a:pt x="0" y="0"/>
                  </a:moveTo>
                  <a:lnTo>
                    <a:pt x="1258" y="2130"/>
                  </a:lnTo>
                  <a:cubicBezTo>
                    <a:pt x="1530" y="2587"/>
                    <a:pt x="1658" y="3088"/>
                    <a:pt x="1658" y="3602"/>
                  </a:cubicBezTo>
                  <a:lnTo>
                    <a:pt x="1658" y="4860"/>
                  </a:lnTo>
                  <a:lnTo>
                    <a:pt x="5946" y="4860"/>
                  </a:lnTo>
                  <a:lnTo>
                    <a:pt x="5946" y="3602"/>
                  </a:lnTo>
                  <a:cubicBezTo>
                    <a:pt x="5946" y="3088"/>
                    <a:pt x="6089" y="2587"/>
                    <a:pt x="6346" y="2130"/>
                  </a:cubicBezTo>
                  <a:lnTo>
                    <a:pt x="7604" y="0"/>
                  </a:lnTo>
                  <a:lnTo>
                    <a:pt x="5889" y="572"/>
                  </a:lnTo>
                  <a:cubicBezTo>
                    <a:pt x="4932" y="887"/>
                    <a:pt x="4189" y="1586"/>
                    <a:pt x="3802" y="2473"/>
                  </a:cubicBezTo>
                  <a:cubicBezTo>
                    <a:pt x="3417" y="1586"/>
                    <a:pt x="2674" y="887"/>
                    <a:pt x="1715" y="572"/>
                  </a:cubicBezTo>
                  <a:lnTo>
                    <a:pt x="0"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63"/>
            <p:cNvSpPr/>
            <p:nvPr/>
          </p:nvSpPr>
          <p:spPr>
            <a:xfrm>
              <a:off x="3553102" y="1539867"/>
              <a:ext cx="153337" cy="195431"/>
            </a:xfrm>
            <a:custGeom>
              <a:avLst/>
              <a:gdLst/>
              <a:ahLst/>
              <a:cxnLst/>
              <a:rect l="l" t="t" r="r" b="b"/>
              <a:pathLst>
                <a:path w="3803" h="4847" extrusionOk="0">
                  <a:moveTo>
                    <a:pt x="3802" y="0"/>
                  </a:moveTo>
                  <a:lnTo>
                    <a:pt x="2087" y="572"/>
                  </a:lnTo>
                  <a:cubicBezTo>
                    <a:pt x="1130" y="886"/>
                    <a:pt x="387" y="1587"/>
                    <a:pt x="0" y="2473"/>
                  </a:cubicBezTo>
                  <a:lnTo>
                    <a:pt x="0" y="4846"/>
                  </a:lnTo>
                  <a:lnTo>
                    <a:pt x="2144" y="4846"/>
                  </a:lnTo>
                  <a:lnTo>
                    <a:pt x="2144" y="3602"/>
                  </a:lnTo>
                  <a:cubicBezTo>
                    <a:pt x="2144" y="3087"/>
                    <a:pt x="2287" y="2573"/>
                    <a:pt x="2544" y="2130"/>
                  </a:cubicBezTo>
                  <a:lnTo>
                    <a:pt x="38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63"/>
            <p:cNvSpPr/>
            <p:nvPr/>
          </p:nvSpPr>
          <p:spPr>
            <a:xfrm>
              <a:off x="3357153" y="1723721"/>
              <a:ext cx="393080" cy="23063"/>
            </a:xfrm>
            <a:custGeom>
              <a:avLst/>
              <a:gdLst/>
              <a:ahLst/>
              <a:cxnLst/>
              <a:rect l="l" t="t" r="r" b="b"/>
              <a:pathLst>
                <a:path w="9749" h="572" extrusionOk="0">
                  <a:moveTo>
                    <a:pt x="0" y="0"/>
                  </a:moveTo>
                  <a:lnTo>
                    <a:pt x="0" y="572"/>
                  </a:lnTo>
                  <a:lnTo>
                    <a:pt x="9748" y="572"/>
                  </a:lnTo>
                  <a:lnTo>
                    <a:pt x="9748"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63"/>
            <p:cNvSpPr/>
            <p:nvPr/>
          </p:nvSpPr>
          <p:spPr>
            <a:xfrm>
              <a:off x="3615314" y="1386574"/>
              <a:ext cx="103784" cy="127976"/>
            </a:xfrm>
            <a:custGeom>
              <a:avLst/>
              <a:gdLst/>
              <a:ahLst/>
              <a:cxnLst/>
              <a:rect l="l" t="t" r="r" b="b"/>
              <a:pathLst>
                <a:path w="2574" h="3174" extrusionOk="0">
                  <a:moveTo>
                    <a:pt x="1416" y="0"/>
                  </a:moveTo>
                  <a:cubicBezTo>
                    <a:pt x="973" y="0"/>
                    <a:pt x="573" y="301"/>
                    <a:pt x="458" y="730"/>
                  </a:cubicBezTo>
                  <a:lnTo>
                    <a:pt x="144" y="1902"/>
                  </a:lnTo>
                  <a:cubicBezTo>
                    <a:pt x="1" y="2445"/>
                    <a:pt x="315" y="2988"/>
                    <a:pt x="845" y="3131"/>
                  </a:cubicBezTo>
                  <a:lnTo>
                    <a:pt x="902" y="3145"/>
                  </a:lnTo>
                  <a:cubicBezTo>
                    <a:pt x="988" y="3159"/>
                    <a:pt x="1073" y="3173"/>
                    <a:pt x="1159" y="3173"/>
                  </a:cubicBezTo>
                  <a:cubicBezTo>
                    <a:pt x="1617" y="3173"/>
                    <a:pt x="2002" y="2874"/>
                    <a:pt x="2116" y="2445"/>
                  </a:cubicBezTo>
                  <a:lnTo>
                    <a:pt x="2431" y="1258"/>
                  </a:lnTo>
                  <a:cubicBezTo>
                    <a:pt x="2574" y="730"/>
                    <a:pt x="2259" y="186"/>
                    <a:pt x="1731" y="43"/>
                  </a:cubicBezTo>
                  <a:lnTo>
                    <a:pt x="1674" y="29"/>
                  </a:lnTo>
                  <a:cubicBezTo>
                    <a:pt x="1588" y="0"/>
                    <a:pt x="1502" y="0"/>
                    <a:pt x="1416"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0" name="Google Shape;2550;p63"/>
          <p:cNvGrpSpPr/>
          <p:nvPr/>
        </p:nvGrpSpPr>
        <p:grpSpPr>
          <a:xfrm>
            <a:off x="4081839" y="1631640"/>
            <a:ext cx="359508" cy="359462"/>
            <a:chOff x="4036001" y="1353714"/>
            <a:chExt cx="393120" cy="393070"/>
          </a:xfrm>
        </p:grpSpPr>
        <p:sp>
          <p:nvSpPr>
            <p:cNvPr id="2551" name="Google Shape;2551;p63"/>
            <p:cNvSpPr/>
            <p:nvPr/>
          </p:nvSpPr>
          <p:spPr>
            <a:xfrm>
              <a:off x="4045839" y="1555390"/>
              <a:ext cx="372879" cy="179908"/>
            </a:xfrm>
            <a:custGeom>
              <a:avLst/>
              <a:gdLst/>
              <a:ahLst/>
              <a:cxnLst/>
              <a:rect l="l" t="t" r="r" b="b"/>
              <a:pathLst>
                <a:path w="9248" h="4462" extrusionOk="0">
                  <a:moveTo>
                    <a:pt x="4641" y="0"/>
                  </a:moveTo>
                  <a:cubicBezTo>
                    <a:pt x="4184" y="0"/>
                    <a:pt x="3816" y="368"/>
                    <a:pt x="3816" y="816"/>
                  </a:cubicBezTo>
                  <a:lnTo>
                    <a:pt x="3816" y="1588"/>
                  </a:lnTo>
                  <a:cubicBezTo>
                    <a:pt x="3816" y="1588"/>
                    <a:pt x="3702" y="1816"/>
                    <a:pt x="3574" y="1816"/>
                  </a:cubicBezTo>
                  <a:cubicBezTo>
                    <a:pt x="3517" y="1816"/>
                    <a:pt x="3445" y="1803"/>
                    <a:pt x="3402" y="1745"/>
                  </a:cubicBezTo>
                  <a:cubicBezTo>
                    <a:pt x="3359" y="1702"/>
                    <a:pt x="3330" y="1645"/>
                    <a:pt x="3330" y="1588"/>
                  </a:cubicBezTo>
                  <a:lnTo>
                    <a:pt x="3330" y="816"/>
                  </a:lnTo>
                  <a:cubicBezTo>
                    <a:pt x="3330" y="373"/>
                    <a:pt x="2974" y="2"/>
                    <a:pt x="2530" y="2"/>
                  </a:cubicBezTo>
                  <a:lnTo>
                    <a:pt x="2230" y="2"/>
                  </a:lnTo>
                  <a:lnTo>
                    <a:pt x="1" y="4461"/>
                  </a:lnTo>
                  <a:lnTo>
                    <a:pt x="9248" y="4461"/>
                  </a:lnTo>
                  <a:lnTo>
                    <a:pt x="7018" y="2"/>
                  </a:lnTo>
                  <a:lnTo>
                    <a:pt x="6175" y="2"/>
                  </a:lnTo>
                  <a:cubicBezTo>
                    <a:pt x="6032" y="2"/>
                    <a:pt x="5932" y="116"/>
                    <a:pt x="5932" y="259"/>
                  </a:cubicBezTo>
                  <a:lnTo>
                    <a:pt x="5932" y="1059"/>
                  </a:lnTo>
                  <a:cubicBezTo>
                    <a:pt x="5932" y="1073"/>
                    <a:pt x="5918" y="1088"/>
                    <a:pt x="5903" y="1102"/>
                  </a:cubicBezTo>
                  <a:cubicBezTo>
                    <a:pt x="5838" y="1180"/>
                    <a:pt x="5759" y="1215"/>
                    <a:pt x="5685" y="1215"/>
                  </a:cubicBezTo>
                  <a:cubicBezTo>
                    <a:pt x="5582" y="1215"/>
                    <a:pt x="5488" y="1147"/>
                    <a:pt x="5446" y="1031"/>
                  </a:cubicBezTo>
                  <a:lnTo>
                    <a:pt x="5446" y="1002"/>
                  </a:lnTo>
                  <a:lnTo>
                    <a:pt x="5446" y="816"/>
                  </a:lnTo>
                  <a:cubicBezTo>
                    <a:pt x="5446" y="459"/>
                    <a:pt x="5160" y="87"/>
                    <a:pt x="4803" y="15"/>
                  </a:cubicBezTo>
                  <a:cubicBezTo>
                    <a:pt x="4748" y="5"/>
                    <a:pt x="4694" y="0"/>
                    <a:pt x="464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63"/>
            <p:cNvSpPr/>
            <p:nvPr/>
          </p:nvSpPr>
          <p:spPr>
            <a:xfrm>
              <a:off x="4036001" y="1723721"/>
              <a:ext cx="393120" cy="23063"/>
            </a:xfrm>
            <a:custGeom>
              <a:avLst/>
              <a:gdLst/>
              <a:ahLst/>
              <a:cxnLst/>
              <a:rect l="l" t="t" r="r" b="b"/>
              <a:pathLst>
                <a:path w="9750" h="572" extrusionOk="0">
                  <a:moveTo>
                    <a:pt x="1" y="0"/>
                  </a:moveTo>
                  <a:lnTo>
                    <a:pt x="1" y="572"/>
                  </a:lnTo>
                  <a:lnTo>
                    <a:pt x="9749" y="572"/>
                  </a:lnTo>
                  <a:lnTo>
                    <a:pt x="9749"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63"/>
            <p:cNvSpPr/>
            <p:nvPr/>
          </p:nvSpPr>
          <p:spPr>
            <a:xfrm>
              <a:off x="4124219" y="1483380"/>
              <a:ext cx="216115" cy="168578"/>
            </a:xfrm>
            <a:custGeom>
              <a:avLst/>
              <a:gdLst/>
              <a:ahLst/>
              <a:cxnLst/>
              <a:rect l="l" t="t" r="r" b="b"/>
              <a:pathLst>
                <a:path w="5360" h="4181" extrusionOk="0">
                  <a:moveTo>
                    <a:pt x="1186" y="0"/>
                  </a:moveTo>
                  <a:lnTo>
                    <a:pt x="0" y="2359"/>
                  </a:lnTo>
                  <a:lnTo>
                    <a:pt x="586" y="2359"/>
                  </a:lnTo>
                  <a:cubicBezTo>
                    <a:pt x="715" y="2359"/>
                    <a:pt x="815" y="2474"/>
                    <a:pt x="815" y="2602"/>
                  </a:cubicBezTo>
                  <a:lnTo>
                    <a:pt x="815" y="3360"/>
                  </a:lnTo>
                  <a:cubicBezTo>
                    <a:pt x="815" y="3531"/>
                    <a:pt x="872" y="3703"/>
                    <a:pt x="972" y="3846"/>
                  </a:cubicBezTo>
                  <a:cubicBezTo>
                    <a:pt x="1122" y="4064"/>
                    <a:pt x="1364" y="4181"/>
                    <a:pt x="1633" y="4181"/>
                  </a:cubicBezTo>
                  <a:cubicBezTo>
                    <a:pt x="1697" y="4181"/>
                    <a:pt x="1763" y="4174"/>
                    <a:pt x="1830" y="4160"/>
                  </a:cubicBezTo>
                  <a:cubicBezTo>
                    <a:pt x="2158" y="4075"/>
                    <a:pt x="2444" y="3717"/>
                    <a:pt x="2444" y="3374"/>
                  </a:cubicBezTo>
                  <a:lnTo>
                    <a:pt x="2444" y="2602"/>
                  </a:lnTo>
                  <a:cubicBezTo>
                    <a:pt x="2444" y="2502"/>
                    <a:pt x="2501" y="2402"/>
                    <a:pt x="2602" y="2373"/>
                  </a:cubicBezTo>
                  <a:cubicBezTo>
                    <a:pt x="2630" y="2364"/>
                    <a:pt x="2658" y="2359"/>
                    <a:pt x="2685" y="2359"/>
                  </a:cubicBezTo>
                  <a:cubicBezTo>
                    <a:pt x="2821" y="2359"/>
                    <a:pt x="2930" y="2471"/>
                    <a:pt x="2930" y="2602"/>
                  </a:cubicBezTo>
                  <a:lnTo>
                    <a:pt x="2930" y="2760"/>
                  </a:lnTo>
                  <a:cubicBezTo>
                    <a:pt x="2930" y="3202"/>
                    <a:pt x="3302" y="3574"/>
                    <a:pt x="3745" y="3574"/>
                  </a:cubicBezTo>
                  <a:cubicBezTo>
                    <a:pt x="4188" y="3574"/>
                    <a:pt x="4559" y="3202"/>
                    <a:pt x="4559" y="2760"/>
                  </a:cubicBezTo>
                  <a:lnTo>
                    <a:pt x="4559" y="2602"/>
                  </a:lnTo>
                  <a:cubicBezTo>
                    <a:pt x="4559" y="2474"/>
                    <a:pt x="4660" y="2359"/>
                    <a:pt x="4788" y="2359"/>
                  </a:cubicBezTo>
                  <a:lnTo>
                    <a:pt x="5360" y="2359"/>
                  </a:lnTo>
                  <a:lnTo>
                    <a:pt x="418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63"/>
            <p:cNvSpPr/>
            <p:nvPr/>
          </p:nvSpPr>
          <p:spPr>
            <a:xfrm>
              <a:off x="4221024" y="1353714"/>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63"/>
            <p:cNvSpPr/>
            <p:nvPr/>
          </p:nvSpPr>
          <p:spPr>
            <a:xfrm>
              <a:off x="4221024" y="1395767"/>
              <a:ext cx="23103" cy="50763"/>
            </a:xfrm>
            <a:custGeom>
              <a:avLst/>
              <a:gdLst/>
              <a:ahLst/>
              <a:cxnLst/>
              <a:rect l="l" t="t" r="r" b="b"/>
              <a:pathLst>
                <a:path w="573" h="1259" extrusionOk="0">
                  <a:moveTo>
                    <a:pt x="1" y="1"/>
                  </a:moveTo>
                  <a:lnTo>
                    <a:pt x="1" y="1259"/>
                  </a:lnTo>
                  <a:lnTo>
                    <a:pt x="572" y="1259"/>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63"/>
            <p:cNvSpPr/>
            <p:nvPr/>
          </p:nvSpPr>
          <p:spPr>
            <a:xfrm>
              <a:off x="4128815" y="1378954"/>
              <a:ext cx="69189" cy="85478"/>
            </a:xfrm>
            <a:custGeom>
              <a:avLst/>
              <a:gdLst/>
              <a:ahLst/>
              <a:cxnLst/>
              <a:rect l="l" t="t" r="r" b="b"/>
              <a:pathLst>
                <a:path w="1716" h="2120" extrusionOk="0">
                  <a:moveTo>
                    <a:pt x="849" y="1"/>
                  </a:moveTo>
                  <a:cubicBezTo>
                    <a:pt x="824" y="1"/>
                    <a:pt x="798" y="2"/>
                    <a:pt x="773" y="4"/>
                  </a:cubicBezTo>
                  <a:cubicBezTo>
                    <a:pt x="344" y="46"/>
                    <a:pt x="1" y="446"/>
                    <a:pt x="1" y="875"/>
                  </a:cubicBezTo>
                  <a:lnTo>
                    <a:pt x="1" y="1047"/>
                  </a:lnTo>
                  <a:lnTo>
                    <a:pt x="573" y="1047"/>
                  </a:lnTo>
                  <a:lnTo>
                    <a:pt x="573" y="861"/>
                  </a:lnTo>
                  <a:cubicBezTo>
                    <a:pt x="573" y="705"/>
                    <a:pt x="703" y="572"/>
                    <a:pt x="868" y="572"/>
                  </a:cubicBezTo>
                  <a:cubicBezTo>
                    <a:pt x="884" y="572"/>
                    <a:pt x="899" y="573"/>
                    <a:pt x="916" y="576"/>
                  </a:cubicBezTo>
                  <a:cubicBezTo>
                    <a:pt x="1044" y="604"/>
                    <a:pt x="1144" y="732"/>
                    <a:pt x="1144" y="875"/>
                  </a:cubicBezTo>
                  <a:lnTo>
                    <a:pt x="1144" y="2119"/>
                  </a:lnTo>
                  <a:lnTo>
                    <a:pt x="1716" y="2119"/>
                  </a:lnTo>
                  <a:lnTo>
                    <a:pt x="1716" y="861"/>
                  </a:lnTo>
                  <a:cubicBezTo>
                    <a:pt x="1716" y="386"/>
                    <a:pt x="1329" y="1"/>
                    <a:pt x="849"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63"/>
            <p:cNvSpPr/>
            <p:nvPr/>
          </p:nvSpPr>
          <p:spPr>
            <a:xfrm>
              <a:off x="4267149" y="1378954"/>
              <a:ext cx="69189" cy="85478"/>
            </a:xfrm>
            <a:custGeom>
              <a:avLst/>
              <a:gdLst/>
              <a:ahLst/>
              <a:cxnLst/>
              <a:rect l="l" t="t" r="r" b="b"/>
              <a:pathLst>
                <a:path w="1716" h="2120" extrusionOk="0">
                  <a:moveTo>
                    <a:pt x="848" y="1"/>
                  </a:moveTo>
                  <a:cubicBezTo>
                    <a:pt x="823" y="1"/>
                    <a:pt x="798" y="2"/>
                    <a:pt x="772" y="4"/>
                  </a:cubicBezTo>
                  <a:cubicBezTo>
                    <a:pt x="343" y="46"/>
                    <a:pt x="0" y="446"/>
                    <a:pt x="0" y="875"/>
                  </a:cubicBezTo>
                  <a:lnTo>
                    <a:pt x="0" y="2119"/>
                  </a:lnTo>
                  <a:lnTo>
                    <a:pt x="572" y="2119"/>
                  </a:lnTo>
                  <a:lnTo>
                    <a:pt x="572" y="861"/>
                  </a:lnTo>
                  <a:cubicBezTo>
                    <a:pt x="572" y="705"/>
                    <a:pt x="703" y="572"/>
                    <a:pt x="867" y="572"/>
                  </a:cubicBezTo>
                  <a:cubicBezTo>
                    <a:pt x="883" y="572"/>
                    <a:pt x="899" y="573"/>
                    <a:pt x="915" y="576"/>
                  </a:cubicBezTo>
                  <a:cubicBezTo>
                    <a:pt x="1043" y="604"/>
                    <a:pt x="1144" y="732"/>
                    <a:pt x="1144" y="875"/>
                  </a:cubicBezTo>
                  <a:lnTo>
                    <a:pt x="1144" y="1047"/>
                  </a:lnTo>
                  <a:lnTo>
                    <a:pt x="1715" y="1047"/>
                  </a:lnTo>
                  <a:lnTo>
                    <a:pt x="1715" y="861"/>
                  </a:lnTo>
                  <a:cubicBezTo>
                    <a:pt x="1715" y="386"/>
                    <a:pt x="1328" y="1"/>
                    <a:pt x="848" y="1"/>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63"/>
            <p:cNvSpPr/>
            <p:nvPr/>
          </p:nvSpPr>
          <p:spPr>
            <a:xfrm>
              <a:off x="4313234" y="1441327"/>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63"/>
            <p:cNvSpPr/>
            <p:nvPr/>
          </p:nvSpPr>
          <p:spPr>
            <a:xfrm>
              <a:off x="4351819"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63"/>
            <p:cNvSpPr/>
            <p:nvPr/>
          </p:nvSpPr>
          <p:spPr>
            <a:xfrm>
              <a:off x="4128815" y="1441327"/>
              <a:ext cx="23103" cy="23103"/>
            </a:xfrm>
            <a:custGeom>
              <a:avLst/>
              <a:gdLst/>
              <a:ahLst/>
              <a:cxnLst/>
              <a:rect l="l" t="t" r="r" b="b"/>
              <a:pathLst>
                <a:path w="573" h="573" extrusionOk="0">
                  <a:moveTo>
                    <a:pt x="1" y="0"/>
                  </a:moveTo>
                  <a:lnTo>
                    <a:pt x="1" y="572"/>
                  </a:lnTo>
                  <a:lnTo>
                    <a:pt x="573" y="572"/>
                  </a:lnTo>
                  <a:lnTo>
                    <a:pt x="573"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63"/>
            <p:cNvSpPr/>
            <p:nvPr/>
          </p:nvSpPr>
          <p:spPr>
            <a:xfrm>
              <a:off x="4090190"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63"/>
            <p:cNvSpPr/>
            <p:nvPr/>
          </p:nvSpPr>
          <p:spPr>
            <a:xfrm>
              <a:off x="4267149" y="1378954"/>
              <a:ext cx="69189" cy="85478"/>
            </a:xfrm>
            <a:custGeom>
              <a:avLst/>
              <a:gdLst/>
              <a:ahLst/>
              <a:cxnLst/>
              <a:rect l="l" t="t" r="r" b="b"/>
              <a:pathLst>
                <a:path w="1716" h="2120" extrusionOk="0">
                  <a:moveTo>
                    <a:pt x="848" y="1"/>
                  </a:moveTo>
                  <a:cubicBezTo>
                    <a:pt x="823" y="1"/>
                    <a:pt x="798" y="2"/>
                    <a:pt x="772" y="4"/>
                  </a:cubicBezTo>
                  <a:cubicBezTo>
                    <a:pt x="343" y="46"/>
                    <a:pt x="0" y="446"/>
                    <a:pt x="0" y="875"/>
                  </a:cubicBezTo>
                  <a:lnTo>
                    <a:pt x="0" y="2119"/>
                  </a:lnTo>
                  <a:lnTo>
                    <a:pt x="572" y="2119"/>
                  </a:lnTo>
                  <a:lnTo>
                    <a:pt x="572" y="861"/>
                  </a:lnTo>
                  <a:cubicBezTo>
                    <a:pt x="572" y="705"/>
                    <a:pt x="703" y="572"/>
                    <a:pt x="867" y="572"/>
                  </a:cubicBezTo>
                  <a:cubicBezTo>
                    <a:pt x="883" y="572"/>
                    <a:pt x="899" y="573"/>
                    <a:pt x="915" y="576"/>
                  </a:cubicBezTo>
                  <a:cubicBezTo>
                    <a:pt x="1043" y="604"/>
                    <a:pt x="1144" y="732"/>
                    <a:pt x="1144" y="875"/>
                  </a:cubicBezTo>
                  <a:lnTo>
                    <a:pt x="1144" y="1047"/>
                  </a:lnTo>
                  <a:lnTo>
                    <a:pt x="1715" y="1047"/>
                  </a:lnTo>
                  <a:lnTo>
                    <a:pt x="1715" y="861"/>
                  </a:lnTo>
                  <a:cubicBezTo>
                    <a:pt x="1715" y="386"/>
                    <a:pt x="1328" y="1"/>
                    <a:pt x="8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63"/>
            <p:cNvSpPr/>
            <p:nvPr/>
          </p:nvSpPr>
          <p:spPr>
            <a:xfrm>
              <a:off x="4313234" y="1441327"/>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63"/>
            <p:cNvSpPr/>
            <p:nvPr/>
          </p:nvSpPr>
          <p:spPr>
            <a:xfrm>
              <a:off x="4351819"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5" name="Google Shape;2565;p63"/>
          <p:cNvGrpSpPr/>
          <p:nvPr/>
        </p:nvGrpSpPr>
        <p:grpSpPr>
          <a:xfrm>
            <a:off x="4719533" y="1631640"/>
            <a:ext cx="325770" cy="359471"/>
            <a:chOff x="4733316" y="1353714"/>
            <a:chExt cx="356227" cy="393080"/>
          </a:xfrm>
        </p:grpSpPr>
        <p:sp>
          <p:nvSpPr>
            <p:cNvPr id="2566" name="Google Shape;2566;p63"/>
            <p:cNvSpPr/>
            <p:nvPr/>
          </p:nvSpPr>
          <p:spPr>
            <a:xfrm>
              <a:off x="4860118" y="1490879"/>
              <a:ext cx="102614" cy="118783"/>
            </a:xfrm>
            <a:custGeom>
              <a:avLst/>
              <a:gdLst/>
              <a:ahLst/>
              <a:cxnLst/>
              <a:rect l="l" t="t" r="r" b="b"/>
              <a:pathLst>
                <a:path w="2545" h="2946" extrusionOk="0">
                  <a:moveTo>
                    <a:pt x="1273" y="1"/>
                  </a:moveTo>
                  <a:lnTo>
                    <a:pt x="787" y="630"/>
                  </a:lnTo>
                  <a:lnTo>
                    <a:pt x="1" y="744"/>
                  </a:lnTo>
                  <a:lnTo>
                    <a:pt x="301" y="1472"/>
                  </a:lnTo>
                  <a:lnTo>
                    <a:pt x="1" y="2216"/>
                  </a:lnTo>
                  <a:lnTo>
                    <a:pt x="787" y="2316"/>
                  </a:lnTo>
                  <a:lnTo>
                    <a:pt x="1273" y="2945"/>
                  </a:lnTo>
                  <a:lnTo>
                    <a:pt x="1759" y="2316"/>
                  </a:lnTo>
                  <a:lnTo>
                    <a:pt x="2545" y="2216"/>
                  </a:lnTo>
                  <a:lnTo>
                    <a:pt x="2245" y="1472"/>
                  </a:lnTo>
                  <a:lnTo>
                    <a:pt x="2545" y="744"/>
                  </a:lnTo>
                  <a:lnTo>
                    <a:pt x="1759" y="630"/>
                  </a:lnTo>
                  <a:lnTo>
                    <a:pt x="12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63"/>
            <p:cNvSpPr/>
            <p:nvPr/>
          </p:nvSpPr>
          <p:spPr>
            <a:xfrm>
              <a:off x="4733316" y="1353714"/>
              <a:ext cx="356227" cy="393080"/>
            </a:xfrm>
            <a:custGeom>
              <a:avLst/>
              <a:gdLst/>
              <a:ahLst/>
              <a:cxnLst/>
              <a:rect l="l" t="t" r="r" b="b"/>
              <a:pathLst>
                <a:path w="8835" h="9749" extrusionOk="0">
                  <a:moveTo>
                    <a:pt x="4418" y="3874"/>
                  </a:moveTo>
                  <a:lnTo>
                    <a:pt x="4746" y="4303"/>
                  </a:lnTo>
                  <a:lnTo>
                    <a:pt x="5290" y="4375"/>
                  </a:lnTo>
                  <a:lnTo>
                    <a:pt x="5076" y="4874"/>
                  </a:lnTo>
                  <a:lnTo>
                    <a:pt x="5290" y="5375"/>
                  </a:lnTo>
                  <a:lnTo>
                    <a:pt x="4746" y="5446"/>
                  </a:lnTo>
                  <a:lnTo>
                    <a:pt x="4418" y="5875"/>
                  </a:lnTo>
                  <a:lnTo>
                    <a:pt x="4089" y="5446"/>
                  </a:lnTo>
                  <a:lnTo>
                    <a:pt x="3546" y="5375"/>
                  </a:lnTo>
                  <a:lnTo>
                    <a:pt x="3746" y="4874"/>
                  </a:lnTo>
                  <a:lnTo>
                    <a:pt x="3546" y="4375"/>
                  </a:lnTo>
                  <a:lnTo>
                    <a:pt x="4089" y="4303"/>
                  </a:lnTo>
                  <a:lnTo>
                    <a:pt x="4418" y="3874"/>
                  </a:lnTo>
                  <a:close/>
                  <a:moveTo>
                    <a:pt x="4032" y="1"/>
                  </a:moveTo>
                  <a:lnTo>
                    <a:pt x="3646" y="415"/>
                  </a:lnTo>
                  <a:lnTo>
                    <a:pt x="4117" y="858"/>
                  </a:lnTo>
                  <a:lnTo>
                    <a:pt x="4117" y="1987"/>
                  </a:lnTo>
                  <a:lnTo>
                    <a:pt x="3332" y="1259"/>
                  </a:lnTo>
                  <a:lnTo>
                    <a:pt x="2945" y="1673"/>
                  </a:lnTo>
                  <a:lnTo>
                    <a:pt x="4117" y="2774"/>
                  </a:lnTo>
                  <a:lnTo>
                    <a:pt x="4117" y="3302"/>
                  </a:lnTo>
                  <a:lnTo>
                    <a:pt x="3774" y="3759"/>
                  </a:lnTo>
                  <a:lnTo>
                    <a:pt x="3203" y="3845"/>
                  </a:lnTo>
                  <a:lnTo>
                    <a:pt x="2589" y="3488"/>
                  </a:lnTo>
                  <a:lnTo>
                    <a:pt x="2345" y="2387"/>
                  </a:lnTo>
                  <a:lnTo>
                    <a:pt x="1788" y="2517"/>
                  </a:lnTo>
                  <a:lnTo>
                    <a:pt x="1916" y="3102"/>
                  </a:lnTo>
                  <a:lnTo>
                    <a:pt x="1087" y="2616"/>
                  </a:lnTo>
                  <a:lnTo>
                    <a:pt x="944" y="1973"/>
                  </a:lnTo>
                  <a:lnTo>
                    <a:pt x="387" y="2101"/>
                  </a:lnTo>
                  <a:lnTo>
                    <a:pt x="502" y="2616"/>
                  </a:lnTo>
                  <a:lnTo>
                    <a:pt x="1" y="2774"/>
                  </a:lnTo>
                  <a:lnTo>
                    <a:pt x="173" y="3317"/>
                  </a:lnTo>
                  <a:lnTo>
                    <a:pt x="801" y="3117"/>
                  </a:lnTo>
                  <a:lnTo>
                    <a:pt x="1630" y="3603"/>
                  </a:lnTo>
                  <a:lnTo>
                    <a:pt x="1059" y="3774"/>
                  </a:lnTo>
                  <a:lnTo>
                    <a:pt x="1230" y="4331"/>
                  </a:lnTo>
                  <a:lnTo>
                    <a:pt x="2303" y="3988"/>
                  </a:lnTo>
                  <a:lnTo>
                    <a:pt x="2917" y="4331"/>
                  </a:lnTo>
                  <a:lnTo>
                    <a:pt x="3132" y="4874"/>
                  </a:lnTo>
                  <a:lnTo>
                    <a:pt x="2917" y="5418"/>
                  </a:lnTo>
                  <a:lnTo>
                    <a:pt x="2446" y="5675"/>
                  </a:lnTo>
                  <a:lnTo>
                    <a:pt x="916" y="5204"/>
                  </a:lnTo>
                  <a:lnTo>
                    <a:pt x="744" y="5747"/>
                  </a:lnTo>
                  <a:lnTo>
                    <a:pt x="1773" y="6075"/>
                  </a:lnTo>
                  <a:lnTo>
                    <a:pt x="801" y="6633"/>
                  </a:lnTo>
                  <a:lnTo>
                    <a:pt x="173" y="6433"/>
                  </a:lnTo>
                  <a:lnTo>
                    <a:pt x="1" y="6990"/>
                  </a:lnTo>
                  <a:lnTo>
                    <a:pt x="502" y="7133"/>
                  </a:lnTo>
                  <a:lnTo>
                    <a:pt x="387" y="7647"/>
                  </a:lnTo>
                  <a:lnTo>
                    <a:pt x="944" y="7777"/>
                  </a:lnTo>
                  <a:lnTo>
                    <a:pt x="1087" y="7133"/>
                  </a:lnTo>
                  <a:lnTo>
                    <a:pt x="2059" y="6561"/>
                  </a:lnTo>
                  <a:lnTo>
                    <a:pt x="1817" y="7619"/>
                  </a:lnTo>
                  <a:lnTo>
                    <a:pt x="2374" y="7748"/>
                  </a:lnTo>
                  <a:lnTo>
                    <a:pt x="2732" y="6176"/>
                  </a:lnTo>
                  <a:lnTo>
                    <a:pt x="3203" y="5903"/>
                  </a:lnTo>
                  <a:lnTo>
                    <a:pt x="3774" y="5989"/>
                  </a:lnTo>
                  <a:lnTo>
                    <a:pt x="4132" y="6447"/>
                  </a:lnTo>
                  <a:lnTo>
                    <a:pt x="4132" y="7148"/>
                  </a:lnTo>
                  <a:lnTo>
                    <a:pt x="3303" y="7919"/>
                  </a:lnTo>
                  <a:lnTo>
                    <a:pt x="3689" y="8333"/>
                  </a:lnTo>
                  <a:lnTo>
                    <a:pt x="4132" y="7919"/>
                  </a:lnTo>
                  <a:lnTo>
                    <a:pt x="4132" y="8891"/>
                  </a:lnTo>
                  <a:lnTo>
                    <a:pt x="3646" y="9334"/>
                  </a:lnTo>
                  <a:lnTo>
                    <a:pt x="4032" y="9749"/>
                  </a:lnTo>
                  <a:lnTo>
                    <a:pt x="4418" y="9406"/>
                  </a:lnTo>
                  <a:lnTo>
                    <a:pt x="4804" y="9749"/>
                  </a:lnTo>
                  <a:lnTo>
                    <a:pt x="5190" y="9334"/>
                  </a:lnTo>
                  <a:lnTo>
                    <a:pt x="4689" y="8891"/>
                  </a:lnTo>
                  <a:lnTo>
                    <a:pt x="4689" y="7919"/>
                  </a:lnTo>
                  <a:lnTo>
                    <a:pt x="5147" y="8333"/>
                  </a:lnTo>
                  <a:lnTo>
                    <a:pt x="5533" y="7919"/>
                  </a:lnTo>
                  <a:lnTo>
                    <a:pt x="4689" y="7148"/>
                  </a:lnTo>
                  <a:lnTo>
                    <a:pt x="4689" y="6447"/>
                  </a:lnTo>
                  <a:lnTo>
                    <a:pt x="5061" y="5989"/>
                  </a:lnTo>
                  <a:lnTo>
                    <a:pt x="5633" y="5903"/>
                  </a:lnTo>
                  <a:lnTo>
                    <a:pt x="6105" y="6176"/>
                  </a:lnTo>
                  <a:lnTo>
                    <a:pt x="6448" y="7748"/>
                  </a:lnTo>
                  <a:lnTo>
                    <a:pt x="7005" y="7619"/>
                  </a:lnTo>
                  <a:lnTo>
                    <a:pt x="6776" y="6561"/>
                  </a:lnTo>
                  <a:lnTo>
                    <a:pt x="7748" y="7133"/>
                  </a:lnTo>
                  <a:lnTo>
                    <a:pt x="7891" y="7777"/>
                  </a:lnTo>
                  <a:lnTo>
                    <a:pt x="8449" y="7647"/>
                  </a:lnTo>
                  <a:lnTo>
                    <a:pt x="8335" y="7133"/>
                  </a:lnTo>
                  <a:lnTo>
                    <a:pt x="8834" y="6990"/>
                  </a:lnTo>
                  <a:lnTo>
                    <a:pt x="8663" y="6433"/>
                  </a:lnTo>
                  <a:lnTo>
                    <a:pt x="8034" y="6633"/>
                  </a:lnTo>
                  <a:lnTo>
                    <a:pt x="7062" y="6075"/>
                  </a:lnTo>
                  <a:lnTo>
                    <a:pt x="8091" y="5747"/>
                  </a:lnTo>
                  <a:lnTo>
                    <a:pt x="7920" y="5204"/>
                  </a:lnTo>
                  <a:lnTo>
                    <a:pt x="6391" y="5675"/>
                  </a:lnTo>
                  <a:lnTo>
                    <a:pt x="5918" y="5418"/>
                  </a:lnTo>
                  <a:lnTo>
                    <a:pt x="5705" y="4874"/>
                  </a:lnTo>
                  <a:lnTo>
                    <a:pt x="5918" y="4331"/>
                  </a:lnTo>
                  <a:lnTo>
                    <a:pt x="6519" y="3988"/>
                  </a:lnTo>
                  <a:lnTo>
                    <a:pt x="7605" y="4331"/>
                  </a:lnTo>
                  <a:lnTo>
                    <a:pt x="7777" y="3774"/>
                  </a:lnTo>
                  <a:lnTo>
                    <a:pt x="7191" y="3603"/>
                  </a:lnTo>
                  <a:lnTo>
                    <a:pt x="8034" y="3117"/>
                  </a:lnTo>
                  <a:lnTo>
                    <a:pt x="8663" y="3317"/>
                  </a:lnTo>
                  <a:lnTo>
                    <a:pt x="8834" y="2774"/>
                  </a:lnTo>
                  <a:lnTo>
                    <a:pt x="8335" y="2616"/>
                  </a:lnTo>
                  <a:lnTo>
                    <a:pt x="8449" y="2101"/>
                  </a:lnTo>
                  <a:lnTo>
                    <a:pt x="7891" y="1973"/>
                  </a:lnTo>
                  <a:lnTo>
                    <a:pt x="7748" y="2616"/>
                  </a:lnTo>
                  <a:lnTo>
                    <a:pt x="6905" y="3102"/>
                  </a:lnTo>
                  <a:lnTo>
                    <a:pt x="7048" y="2517"/>
                  </a:lnTo>
                  <a:lnTo>
                    <a:pt x="6490" y="2387"/>
                  </a:lnTo>
                  <a:lnTo>
                    <a:pt x="6233" y="3488"/>
                  </a:lnTo>
                  <a:lnTo>
                    <a:pt x="5633" y="3845"/>
                  </a:lnTo>
                  <a:lnTo>
                    <a:pt x="5061" y="3759"/>
                  </a:lnTo>
                  <a:lnTo>
                    <a:pt x="4704" y="3302"/>
                  </a:lnTo>
                  <a:lnTo>
                    <a:pt x="4704" y="2774"/>
                  </a:lnTo>
                  <a:lnTo>
                    <a:pt x="5890" y="1673"/>
                  </a:lnTo>
                  <a:lnTo>
                    <a:pt x="5490" y="1259"/>
                  </a:lnTo>
                  <a:lnTo>
                    <a:pt x="4704" y="1987"/>
                  </a:lnTo>
                  <a:lnTo>
                    <a:pt x="4704" y="858"/>
                  </a:lnTo>
                  <a:lnTo>
                    <a:pt x="5190" y="415"/>
                  </a:lnTo>
                  <a:lnTo>
                    <a:pt x="4804" y="1"/>
                  </a:lnTo>
                  <a:lnTo>
                    <a:pt x="4418" y="344"/>
                  </a:lnTo>
                  <a:lnTo>
                    <a:pt x="403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8" name="Google Shape;2568;p63"/>
          <p:cNvGrpSpPr/>
          <p:nvPr/>
        </p:nvGrpSpPr>
        <p:grpSpPr>
          <a:xfrm>
            <a:off x="5323527" y="1645356"/>
            <a:ext cx="359471" cy="332070"/>
            <a:chOff x="5393779" y="1368713"/>
            <a:chExt cx="393080" cy="363116"/>
          </a:xfrm>
        </p:grpSpPr>
        <p:sp>
          <p:nvSpPr>
            <p:cNvPr id="2569" name="Google Shape;2569;p63"/>
            <p:cNvSpPr/>
            <p:nvPr/>
          </p:nvSpPr>
          <p:spPr>
            <a:xfrm>
              <a:off x="5393779" y="1589419"/>
              <a:ext cx="393080" cy="142410"/>
            </a:xfrm>
            <a:custGeom>
              <a:avLst/>
              <a:gdLst/>
              <a:ahLst/>
              <a:cxnLst/>
              <a:rect l="l" t="t" r="r" b="b"/>
              <a:pathLst>
                <a:path w="9749" h="3532" extrusionOk="0">
                  <a:moveTo>
                    <a:pt x="1515" y="0"/>
                  </a:moveTo>
                  <a:cubicBezTo>
                    <a:pt x="543" y="372"/>
                    <a:pt x="0" y="901"/>
                    <a:pt x="0" y="1502"/>
                  </a:cubicBezTo>
                  <a:cubicBezTo>
                    <a:pt x="0" y="2087"/>
                    <a:pt x="543" y="2630"/>
                    <a:pt x="1530" y="3002"/>
                  </a:cubicBezTo>
                  <a:cubicBezTo>
                    <a:pt x="2430" y="3345"/>
                    <a:pt x="3617" y="3531"/>
                    <a:pt x="4875" y="3531"/>
                  </a:cubicBezTo>
                  <a:cubicBezTo>
                    <a:pt x="6133" y="3531"/>
                    <a:pt x="7333" y="3345"/>
                    <a:pt x="8219" y="3002"/>
                  </a:cubicBezTo>
                  <a:cubicBezTo>
                    <a:pt x="9205" y="2630"/>
                    <a:pt x="9748" y="2087"/>
                    <a:pt x="9748" y="1502"/>
                  </a:cubicBezTo>
                  <a:cubicBezTo>
                    <a:pt x="9748" y="901"/>
                    <a:pt x="9220" y="372"/>
                    <a:pt x="8233"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63"/>
            <p:cNvSpPr/>
            <p:nvPr/>
          </p:nvSpPr>
          <p:spPr>
            <a:xfrm>
              <a:off x="5626056" y="1410766"/>
              <a:ext cx="91647" cy="102614"/>
            </a:xfrm>
            <a:custGeom>
              <a:avLst/>
              <a:gdLst/>
              <a:ahLst/>
              <a:cxnLst/>
              <a:rect l="l" t="t" r="r" b="b"/>
              <a:pathLst>
                <a:path w="2273" h="2545" extrusionOk="0">
                  <a:moveTo>
                    <a:pt x="1801" y="0"/>
                  </a:moveTo>
                  <a:lnTo>
                    <a:pt x="1557" y="72"/>
                  </a:lnTo>
                  <a:cubicBezTo>
                    <a:pt x="1529" y="86"/>
                    <a:pt x="871" y="286"/>
                    <a:pt x="185" y="758"/>
                  </a:cubicBezTo>
                  <a:lnTo>
                    <a:pt x="0" y="873"/>
                  </a:lnTo>
                  <a:lnTo>
                    <a:pt x="585" y="2545"/>
                  </a:lnTo>
                  <a:lnTo>
                    <a:pt x="2272" y="1830"/>
                  </a:lnTo>
                  <a:lnTo>
                    <a:pt x="2244" y="1616"/>
                  </a:lnTo>
                  <a:cubicBezTo>
                    <a:pt x="2144" y="844"/>
                    <a:pt x="1915" y="258"/>
                    <a:pt x="1900" y="244"/>
                  </a:cubicBezTo>
                  <a:lnTo>
                    <a:pt x="1801"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63"/>
            <p:cNvSpPr/>
            <p:nvPr/>
          </p:nvSpPr>
          <p:spPr>
            <a:xfrm>
              <a:off x="5626056" y="1410766"/>
              <a:ext cx="91647" cy="102614"/>
            </a:xfrm>
            <a:custGeom>
              <a:avLst/>
              <a:gdLst/>
              <a:ahLst/>
              <a:cxnLst/>
              <a:rect l="l" t="t" r="r" b="b"/>
              <a:pathLst>
                <a:path w="2273" h="2545" extrusionOk="0">
                  <a:moveTo>
                    <a:pt x="1801" y="0"/>
                  </a:moveTo>
                  <a:lnTo>
                    <a:pt x="1557" y="72"/>
                  </a:lnTo>
                  <a:cubicBezTo>
                    <a:pt x="1529" y="86"/>
                    <a:pt x="871" y="286"/>
                    <a:pt x="185" y="758"/>
                  </a:cubicBezTo>
                  <a:lnTo>
                    <a:pt x="0" y="873"/>
                  </a:lnTo>
                  <a:lnTo>
                    <a:pt x="585" y="2545"/>
                  </a:lnTo>
                  <a:lnTo>
                    <a:pt x="2272" y="1830"/>
                  </a:lnTo>
                  <a:lnTo>
                    <a:pt x="2244" y="1616"/>
                  </a:lnTo>
                  <a:cubicBezTo>
                    <a:pt x="2144" y="844"/>
                    <a:pt x="1915" y="258"/>
                    <a:pt x="1900" y="244"/>
                  </a:cubicBezTo>
                  <a:lnTo>
                    <a:pt x="1801"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63"/>
            <p:cNvSpPr/>
            <p:nvPr/>
          </p:nvSpPr>
          <p:spPr>
            <a:xfrm>
              <a:off x="5462926" y="1410766"/>
              <a:ext cx="91688" cy="102614"/>
            </a:xfrm>
            <a:custGeom>
              <a:avLst/>
              <a:gdLst/>
              <a:ahLst/>
              <a:cxnLst/>
              <a:rect l="l" t="t" r="r" b="b"/>
              <a:pathLst>
                <a:path w="2274" h="2545" extrusionOk="0">
                  <a:moveTo>
                    <a:pt x="473" y="0"/>
                  </a:moveTo>
                  <a:lnTo>
                    <a:pt x="372" y="244"/>
                  </a:lnTo>
                  <a:cubicBezTo>
                    <a:pt x="372" y="258"/>
                    <a:pt x="130" y="844"/>
                    <a:pt x="29" y="1616"/>
                  </a:cubicBezTo>
                  <a:lnTo>
                    <a:pt x="0" y="1830"/>
                  </a:lnTo>
                  <a:lnTo>
                    <a:pt x="1687" y="2545"/>
                  </a:lnTo>
                  <a:lnTo>
                    <a:pt x="2274" y="873"/>
                  </a:lnTo>
                  <a:lnTo>
                    <a:pt x="2087" y="758"/>
                  </a:lnTo>
                  <a:cubicBezTo>
                    <a:pt x="1401" y="286"/>
                    <a:pt x="759" y="86"/>
                    <a:pt x="730" y="72"/>
                  </a:cubicBezTo>
                  <a:lnTo>
                    <a:pt x="47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63"/>
            <p:cNvSpPr/>
            <p:nvPr/>
          </p:nvSpPr>
          <p:spPr>
            <a:xfrm>
              <a:off x="5512477" y="1368713"/>
              <a:ext cx="156240" cy="266838"/>
            </a:xfrm>
            <a:custGeom>
              <a:avLst/>
              <a:gdLst/>
              <a:ahLst/>
              <a:cxnLst/>
              <a:rect l="l" t="t" r="r" b="b"/>
              <a:pathLst>
                <a:path w="3875" h="6618" extrusionOk="0">
                  <a:moveTo>
                    <a:pt x="1931" y="0"/>
                  </a:moveTo>
                  <a:lnTo>
                    <a:pt x="1744" y="172"/>
                  </a:lnTo>
                  <a:cubicBezTo>
                    <a:pt x="1687" y="214"/>
                    <a:pt x="315" y="1472"/>
                    <a:pt x="16" y="3159"/>
                  </a:cubicBezTo>
                  <a:lnTo>
                    <a:pt x="1" y="3259"/>
                  </a:lnTo>
                  <a:lnTo>
                    <a:pt x="1931" y="6618"/>
                  </a:lnTo>
                  <a:lnTo>
                    <a:pt x="3875" y="3259"/>
                  </a:lnTo>
                  <a:lnTo>
                    <a:pt x="3846" y="3159"/>
                  </a:lnTo>
                  <a:cubicBezTo>
                    <a:pt x="3545" y="1472"/>
                    <a:pt x="2188" y="214"/>
                    <a:pt x="2131" y="172"/>
                  </a:cubicBezTo>
                  <a:lnTo>
                    <a:pt x="193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63"/>
            <p:cNvSpPr/>
            <p:nvPr/>
          </p:nvSpPr>
          <p:spPr>
            <a:xfrm>
              <a:off x="5407044" y="1457455"/>
              <a:ext cx="367114" cy="214986"/>
            </a:xfrm>
            <a:custGeom>
              <a:avLst/>
              <a:gdLst/>
              <a:ahLst/>
              <a:cxnLst/>
              <a:rect l="l" t="t" r="r" b="b"/>
              <a:pathLst>
                <a:path w="9105" h="5332" extrusionOk="0">
                  <a:moveTo>
                    <a:pt x="315" y="1"/>
                  </a:moveTo>
                  <a:lnTo>
                    <a:pt x="272" y="258"/>
                  </a:lnTo>
                  <a:cubicBezTo>
                    <a:pt x="272" y="344"/>
                    <a:pt x="1" y="2444"/>
                    <a:pt x="1158" y="3845"/>
                  </a:cubicBezTo>
                  <a:cubicBezTo>
                    <a:pt x="2330" y="5232"/>
                    <a:pt x="4445" y="5332"/>
                    <a:pt x="4531" y="5332"/>
                  </a:cubicBezTo>
                  <a:lnTo>
                    <a:pt x="4560" y="5332"/>
                  </a:lnTo>
                  <a:cubicBezTo>
                    <a:pt x="4645" y="5332"/>
                    <a:pt x="6761" y="5232"/>
                    <a:pt x="7933" y="3845"/>
                  </a:cubicBezTo>
                  <a:cubicBezTo>
                    <a:pt x="9105" y="2444"/>
                    <a:pt x="8834" y="344"/>
                    <a:pt x="8819" y="258"/>
                  </a:cubicBezTo>
                  <a:lnTo>
                    <a:pt x="8777" y="1"/>
                  </a:lnTo>
                  <a:lnTo>
                    <a:pt x="8519" y="14"/>
                  </a:lnTo>
                  <a:cubicBezTo>
                    <a:pt x="8434" y="14"/>
                    <a:pt x="6318" y="115"/>
                    <a:pt x="5146" y="1516"/>
                  </a:cubicBezTo>
                  <a:cubicBezTo>
                    <a:pt x="4903" y="1802"/>
                    <a:pt x="4702" y="2158"/>
                    <a:pt x="4546" y="2559"/>
                  </a:cubicBezTo>
                  <a:cubicBezTo>
                    <a:pt x="4403" y="2158"/>
                    <a:pt x="4188" y="1802"/>
                    <a:pt x="3945" y="1516"/>
                  </a:cubicBezTo>
                  <a:cubicBezTo>
                    <a:pt x="2773" y="115"/>
                    <a:pt x="658" y="14"/>
                    <a:pt x="572" y="14"/>
                  </a:cubicBezTo>
                  <a:lnTo>
                    <a:pt x="315"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75" name="Google Shape;2575;p63"/>
          <p:cNvGrpSpPr/>
          <p:nvPr/>
        </p:nvGrpSpPr>
        <p:grpSpPr>
          <a:xfrm>
            <a:off x="5944333" y="1631640"/>
            <a:ext cx="360024" cy="359980"/>
            <a:chOff x="6072627" y="1353714"/>
            <a:chExt cx="393684" cy="393636"/>
          </a:xfrm>
        </p:grpSpPr>
        <p:sp>
          <p:nvSpPr>
            <p:cNvPr id="2576" name="Google Shape;2576;p63"/>
            <p:cNvSpPr/>
            <p:nvPr/>
          </p:nvSpPr>
          <p:spPr>
            <a:xfrm>
              <a:off x="6273173" y="1524304"/>
              <a:ext cx="193133" cy="134911"/>
            </a:xfrm>
            <a:custGeom>
              <a:avLst/>
              <a:gdLst/>
              <a:ahLst/>
              <a:cxnLst/>
              <a:rect l="l" t="t" r="r" b="b"/>
              <a:pathLst>
                <a:path w="4790" h="3346" extrusionOk="0">
                  <a:moveTo>
                    <a:pt x="2774" y="1"/>
                  </a:moveTo>
                  <a:cubicBezTo>
                    <a:pt x="2303" y="1"/>
                    <a:pt x="1830" y="115"/>
                    <a:pt x="1402" y="315"/>
                  </a:cubicBezTo>
                  <a:lnTo>
                    <a:pt x="1" y="1001"/>
                  </a:lnTo>
                  <a:lnTo>
                    <a:pt x="4790" y="3345"/>
                  </a:lnTo>
                  <a:lnTo>
                    <a:pt x="4790" y="744"/>
                  </a:lnTo>
                  <a:lnTo>
                    <a:pt x="4675" y="658"/>
                  </a:lnTo>
                  <a:cubicBezTo>
                    <a:pt x="4132" y="243"/>
                    <a:pt x="3460" y="1"/>
                    <a:pt x="277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63"/>
            <p:cNvSpPr/>
            <p:nvPr/>
          </p:nvSpPr>
          <p:spPr>
            <a:xfrm>
              <a:off x="6228258" y="1353714"/>
              <a:ext cx="81850" cy="81285"/>
            </a:xfrm>
            <a:custGeom>
              <a:avLst/>
              <a:gdLst/>
              <a:ahLst/>
              <a:cxnLst/>
              <a:rect l="l" t="t" r="r" b="b"/>
              <a:pathLst>
                <a:path w="2030" h="2016" extrusionOk="0">
                  <a:moveTo>
                    <a:pt x="1015" y="1"/>
                  </a:moveTo>
                  <a:cubicBezTo>
                    <a:pt x="457" y="1"/>
                    <a:pt x="0" y="443"/>
                    <a:pt x="0" y="1001"/>
                  </a:cubicBezTo>
                  <a:cubicBezTo>
                    <a:pt x="0" y="1558"/>
                    <a:pt x="457" y="2016"/>
                    <a:pt x="1015" y="2016"/>
                  </a:cubicBezTo>
                  <a:cubicBezTo>
                    <a:pt x="1572" y="2016"/>
                    <a:pt x="2030" y="1558"/>
                    <a:pt x="2030" y="1001"/>
                  </a:cubicBezTo>
                  <a:cubicBezTo>
                    <a:pt x="2030" y="443"/>
                    <a:pt x="1572" y="1"/>
                    <a:pt x="1015"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63"/>
            <p:cNvSpPr/>
            <p:nvPr/>
          </p:nvSpPr>
          <p:spPr>
            <a:xfrm>
              <a:off x="6072627" y="1511644"/>
              <a:ext cx="393684" cy="174061"/>
            </a:xfrm>
            <a:custGeom>
              <a:avLst/>
              <a:gdLst/>
              <a:ahLst/>
              <a:cxnLst/>
              <a:rect l="l" t="t" r="r" b="b"/>
              <a:pathLst>
                <a:path w="9764" h="4317" extrusionOk="0">
                  <a:moveTo>
                    <a:pt x="2974" y="0"/>
                  </a:moveTo>
                  <a:cubicBezTo>
                    <a:pt x="2259" y="0"/>
                    <a:pt x="1573" y="300"/>
                    <a:pt x="1073" y="801"/>
                  </a:cubicBezTo>
                  <a:lnTo>
                    <a:pt x="1" y="1916"/>
                  </a:lnTo>
                  <a:lnTo>
                    <a:pt x="1" y="4317"/>
                  </a:lnTo>
                  <a:lnTo>
                    <a:pt x="9764" y="4317"/>
                  </a:lnTo>
                  <a:lnTo>
                    <a:pt x="9764" y="3030"/>
                  </a:lnTo>
                  <a:lnTo>
                    <a:pt x="4132" y="271"/>
                  </a:lnTo>
                  <a:cubicBezTo>
                    <a:pt x="3774" y="100"/>
                    <a:pt x="3374" y="0"/>
                    <a:pt x="297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63"/>
            <p:cNvSpPr/>
            <p:nvPr/>
          </p:nvSpPr>
          <p:spPr>
            <a:xfrm>
              <a:off x="6072627" y="1662638"/>
              <a:ext cx="393684" cy="84712"/>
            </a:xfrm>
            <a:custGeom>
              <a:avLst/>
              <a:gdLst/>
              <a:ahLst/>
              <a:cxnLst/>
              <a:rect l="l" t="t" r="r" b="b"/>
              <a:pathLst>
                <a:path w="9764" h="2101" extrusionOk="0">
                  <a:moveTo>
                    <a:pt x="1" y="0"/>
                  </a:moveTo>
                  <a:lnTo>
                    <a:pt x="1" y="2101"/>
                  </a:lnTo>
                  <a:lnTo>
                    <a:pt x="9764" y="2101"/>
                  </a:lnTo>
                  <a:lnTo>
                    <a:pt x="9764"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0" name="Google Shape;2580;p63"/>
          <p:cNvGrpSpPr/>
          <p:nvPr/>
        </p:nvGrpSpPr>
        <p:grpSpPr>
          <a:xfrm>
            <a:off x="6621591" y="1631124"/>
            <a:ext cx="246678" cy="360498"/>
            <a:chOff x="6813204" y="1353150"/>
            <a:chExt cx="269741" cy="394203"/>
          </a:xfrm>
        </p:grpSpPr>
        <p:sp>
          <p:nvSpPr>
            <p:cNvPr id="2581" name="Google Shape;2581;p63"/>
            <p:cNvSpPr/>
            <p:nvPr/>
          </p:nvSpPr>
          <p:spPr>
            <a:xfrm>
              <a:off x="6948070" y="1643567"/>
              <a:ext cx="78382" cy="71528"/>
            </a:xfrm>
            <a:custGeom>
              <a:avLst/>
              <a:gdLst/>
              <a:ahLst/>
              <a:cxnLst/>
              <a:rect l="l" t="t" r="r" b="b"/>
              <a:pathLst>
                <a:path w="1944" h="1774" extrusionOk="0">
                  <a:moveTo>
                    <a:pt x="871" y="1"/>
                  </a:moveTo>
                  <a:cubicBezTo>
                    <a:pt x="528" y="1"/>
                    <a:pt x="214" y="159"/>
                    <a:pt x="0" y="401"/>
                  </a:cubicBezTo>
                  <a:lnTo>
                    <a:pt x="0" y="1773"/>
                  </a:lnTo>
                  <a:lnTo>
                    <a:pt x="786" y="1773"/>
                  </a:lnTo>
                  <a:cubicBezTo>
                    <a:pt x="1429" y="1773"/>
                    <a:pt x="1944" y="1245"/>
                    <a:pt x="1944" y="601"/>
                  </a:cubicBezTo>
                  <a:lnTo>
                    <a:pt x="1944"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63"/>
            <p:cNvSpPr/>
            <p:nvPr/>
          </p:nvSpPr>
          <p:spPr>
            <a:xfrm>
              <a:off x="6948070" y="1643567"/>
              <a:ext cx="78382" cy="71528"/>
            </a:xfrm>
            <a:custGeom>
              <a:avLst/>
              <a:gdLst/>
              <a:ahLst/>
              <a:cxnLst/>
              <a:rect l="l" t="t" r="r" b="b"/>
              <a:pathLst>
                <a:path w="1944" h="1774" extrusionOk="0">
                  <a:moveTo>
                    <a:pt x="871" y="1"/>
                  </a:moveTo>
                  <a:cubicBezTo>
                    <a:pt x="528" y="1"/>
                    <a:pt x="214" y="159"/>
                    <a:pt x="0" y="401"/>
                  </a:cubicBezTo>
                  <a:lnTo>
                    <a:pt x="0" y="1773"/>
                  </a:lnTo>
                  <a:lnTo>
                    <a:pt x="786" y="1773"/>
                  </a:lnTo>
                  <a:cubicBezTo>
                    <a:pt x="1429" y="1773"/>
                    <a:pt x="1944" y="1245"/>
                    <a:pt x="1944" y="601"/>
                  </a:cubicBezTo>
                  <a:lnTo>
                    <a:pt x="1944"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63"/>
            <p:cNvSpPr/>
            <p:nvPr/>
          </p:nvSpPr>
          <p:spPr>
            <a:xfrm>
              <a:off x="6869690" y="1675863"/>
              <a:ext cx="78422" cy="71487"/>
            </a:xfrm>
            <a:custGeom>
              <a:avLst/>
              <a:gdLst/>
              <a:ahLst/>
              <a:cxnLst/>
              <a:rect l="l" t="t" r="r" b="b"/>
              <a:pathLst>
                <a:path w="1945" h="1773" extrusionOk="0">
                  <a:moveTo>
                    <a:pt x="0" y="0"/>
                  </a:moveTo>
                  <a:lnTo>
                    <a:pt x="0" y="601"/>
                  </a:lnTo>
                  <a:cubicBezTo>
                    <a:pt x="0" y="1244"/>
                    <a:pt x="528" y="1773"/>
                    <a:pt x="1172" y="1773"/>
                  </a:cubicBezTo>
                  <a:lnTo>
                    <a:pt x="1944" y="1773"/>
                  </a:lnTo>
                  <a:lnTo>
                    <a:pt x="1944" y="401"/>
                  </a:lnTo>
                  <a:cubicBezTo>
                    <a:pt x="1729" y="158"/>
                    <a:pt x="1415" y="0"/>
                    <a:pt x="1072"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63"/>
            <p:cNvSpPr/>
            <p:nvPr/>
          </p:nvSpPr>
          <p:spPr>
            <a:xfrm>
              <a:off x="6936539" y="1573291"/>
              <a:ext cx="23063" cy="174061"/>
            </a:xfrm>
            <a:custGeom>
              <a:avLst/>
              <a:gdLst/>
              <a:ahLst/>
              <a:cxnLst/>
              <a:rect l="l" t="t" r="r" b="b"/>
              <a:pathLst>
                <a:path w="572" h="4317" extrusionOk="0">
                  <a:moveTo>
                    <a:pt x="0" y="0"/>
                  </a:moveTo>
                  <a:lnTo>
                    <a:pt x="0" y="4317"/>
                  </a:lnTo>
                  <a:lnTo>
                    <a:pt x="572" y="4317"/>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63"/>
            <p:cNvSpPr/>
            <p:nvPr/>
          </p:nvSpPr>
          <p:spPr>
            <a:xfrm>
              <a:off x="6813204" y="1353150"/>
              <a:ext cx="269741" cy="266273"/>
            </a:xfrm>
            <a:custGeom>
              <a:avLst/>
              <a:gdLst/>
              <a:ahLst/>
              <a:cxnLst/>
              <a:rect l="l" t="t" r="r" b="b"/>
              <a:pathLst>
                <a:path w="6690" h="6604" extrusionOk="0">
                  <a:moveTo>
                    <a:pt x="3345" y="0"/>
                  </a:moveTo>
                  <a:lnTo>
                    <a:pt x="3159" y="143"/>
                  </a:lnTo>
                  <a:cubicBezTo>
                    <a:pt x="3145" y="172"/>
                    <a:pt x="2701" y="515"/>
                    <a:pt x="2487" y="1044"/>
                  </a:cubicBezTo>
                  <a:cubicBezTo>
                    <a:pt x="2015" y="815"/>
                    <a:pt x="1515" y="800"/>
                    <a:pt x="1401" y="800"/>
                  </a:cubicBezTo>
                  <a:lnTo>
                    <a:pt x="1158" y="800"/>
                  </a:lnTo>
                  <a:lnTo>
                    <a:pt x="1115" y="1029"/>
                  </a:lnTo>
                  <a:cubicBezTo>
                    <a:pt x="1100" y="1058"/>
                    <a:pt x="1001" y="1601"/>
                    <a:pt x="1158" y="2144"/>
                  </a:cubicBezTo>
                  <a:cubicBezTo>
                    <a:pt x="614" y="2287"/>
                    <a:pt x="186" y="2645"/>
                    <a:pt x="172" y="2659"/>
                  </a:cubicBezTo>
                  <a:lnTo>
                    <a:pt x="0" y="2816"/>
                  </a:lnTo>
                  <a:lnTo>
                    <a:pt x="100" y="3016"/>
                  </a:lnTo>
                  <a:cubicBezTo>
                    <a:pt x="115" y="3045"/>
                    <a:pt x="386" y="3531"/>
                    <a:pt x="858" y="3846"/>
                  </a:cubicBezTo>
                  <a:cubicBezTo>
                    <a:pt x="529" y="4303"/>
                    <a:pt x="443" y="4846"/>
                    <a:pt x="429" y="4875"/>
                  </a:cubicBezTo>
                  <a:lnTo>
                    <a:pt x="401" y="5103"/>
                  </a:lnTo>
                  <a:lnTo>
                    <a:pt x="614" y="5189"/>
                  </a:lnTo>
                  <a:cubicBezTo>
                    <a:pt x="629" y="5203"/>
                    <a:pt x="1030" y="5346"/>
                    <a:pt x="1501" y="5346"/>
                  </a:cubicBezTo>
                  <a:lnTo>
                    <a:pt x="1716" y="5346"/>
                  </a:lnTo>
                  <a:cubicBezTo>
                    <a:pt x="1758" y="5904"/>
                    <a:pt x="2044" y="6390"/>
                    <a:pt x="2059" y="6403"/>
                  </a:cubicBezTo>
                  <a:lnTo>
                    <a:pt x="2173" y="6604"/>
                  </a:lnTo>
                  <a:lnTo>
                    <a:pt x="2402" y="6533"/>
                  </a:lnTo>
                  <a:cubicBezTo>
                    <a:pt x="2430" y="6518"/>
                    <a:pt x="2959" y="6333"/>
                    <a:pt x="3345" y="5932"/>
                  </a:cubicBezTo>
                  <a:cubicBezTo>
                    <a:pt x="3730" y="6333"/>
                    <a:pt x="4260" y="6518"/>
                    <a:pt x="4288" y="6533"/>
                  </a:cubicBezTo>
                  <a:lnTo>
                    <a:pt x="4502" y="6604"/>
                  </a:lnTo>
                  <a:lnTo>
                    <a:pt x="4631" y="6403"/>
                  </a:lnTo>
                  <a:cubicBezTo>
                    <a:pt x="4645" y="6390"/>
                    <a:pt x="4931" y="5904"/>
                    <a:pt x="4960" y="5346"/>
                  </a:cubicBezTo>
                  <a:lnTo>
                    <a:pt x="5188" y="5346"/>
                  </a:lnTo>
                  <a:cubicBezTo>
                    <a:pt x="5661" y="5346"/>
                    <a:pt x="6061" y="5203"/>
                    <a:pt x="6075" y="5189"/>
                  </a:cubicBezTo>
                  <a:lnTo>
                    <a:pt x="6289" y="5103"/>
                  </a:lnTo>
                  <a:lnTo>
                    <a:pt x="6246" y="4875"/>
                  </a:lnTo>
                  <a:cubicBezTo>
                    <a:pt x="6246" y="4846"/>
                    <a:pt x="6160" y="4303"/>
                    <a:pt x="5832" y="3846"/>
                  </a:cubicBezTo>
                  <a:cubicBezTo>
                    <a:pt x="6289" y="3531"/>
                    <a:pt x="6575" y="3045"/>
                    <a:pt x="6575" y="3016"/>
                  </a:cubicBezTo>
                  <a:lnTo>
                    <a:pt x="6690" y="2816"/>
                  </a:lnTo>
                  <a:lnTo>
                    <a:pt x="6518" y="2659"/>
                  </a:lnTo>
                  <a:cubicBezTo>
                    <a:pt x="6503" y="2645"/>
                    <a:pt x="6075" y="2287"/>
                    <a:pt x="5531" y="2144"/>
                  </a:cubicBezTo>
                  <a:cubicBezTo>
                    <a:pt x="5689" y="1601"/>
                    <a:pt x="5575" y="1058"/>
                    <a:pt x="5575" y="1029"/>
                  </a:cubicBezTo>
                  <a:lnTo>
                    <a:pt x="5531" y="800"/>
                  </a:lnTo>
                  <a:lnTo>
                    <a:pt x="5274" y="800"/>
                  </a:lnTo>
                  <a:cubicBezTo>
                    <a:pt x="5160" y="800"/>
                    <a:pt x="4660" y="815"/>
                    <a:pt x="4203" y="1044"/>
                  </a:cubicBezTo>
                  <a:cubicBezTo>
                    <a:pt x="3974" y="515"/>
                    <a:pt x="3545" y="172"/>
                    <a:pt x="3517" y="143"/>
                  </a:cubicBezTo>
                  <a:lnTo>
                    <a:pt x="33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63"/>
            <p:cNvSpPr/>
            <p:nvPr/>
          </p:nvSpPr>
          <p:spPr>
            <a:xfrm>
              <a:off x="6906542" y="1449391"/>
              <a:ext cx="82454" cy="83019"/>
            </a:xfrm>
            <a:custGeom>
              <a:avLst/>
              <a:gdLst/>
              <a:ahLst/>
              <a:cxnLst/>
              <a:rect l="l" t="t" r="r" b="b"/>
              <a:pathLst>
                <a:path w="2045" h="2059" extrusionOk="0">
                  <a:moveTo>
                    <a:pt x="1030" y="1"/>
                  </a:moveTo>
                  <a:cubicBezTo>
                    <a:pt x="458" y="1"/>
                    <a:pt x="1" y="472"/>
                    <a:pt x="1" y="1030"/>
                  </a:cubicBezTo>
                  <a:cubicBezTo>
                    <a:pt x="1" y="1587"/>
                    <a:pt x="458" y="2059"/>
                    <a:pt x="1030" y="2059"/>
                  </a:cubicBezTo>
                  <a:cubicBezTo>
                    <a:pt x="1587" y="2059"/>
                    <a:pt x="2044" y="1587"/>
                    <a:pt x="2044" y="1030"/>
                  </a:cubicBezTo>
                  <a:cubicBezTo>
                    <a:pt x="2044" y="472"/>
                    <a:pt x="1587" y="1"/>
                    <a:pt x="1030"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7" name="Google Shape;2587;p63"/>
          <p:cNvGrpSpPr/>
          <p:nvPr/>
        </p:nvGrpSpPr>
        <p:grpSpPr>
          <a:xfrm>
            <a:off x="7200770" y="1631124"/>
            <a:ext cx="330483" cy="360495"/>
            <a:chOff x="7446532" y="1353150"/>
            <a:chExt cx="361381" cy="394199"/>
          </a:xfrm>
        </p:grpSpPr>
        <p:sp>
          <p:nvSpPr>
            <p:cNvPr id="2588" name="Google Shape;2588;p63"/>
            <p:cNvSpPr/>
            <p:nvPr/>
          </p:nvSpPr>
          <p:spPr>
            <a:xfrm>
              <a:off x="7692638" y="1353150"/>
              <a:ext cx="115275" cy="162006"/>
            </a:xfrm>
            <a:custGeom>
              <a:avLst/>
              <a:gdLst/>
              <a:ahLst/>
              <a:cxnLst/>
              <a:rect l="l" t="t" r="r" b="b"/>
              <a:pathLst>
                <a:path w="2859" h="4018" extrusionOk="0">
                  <a:moveTo>
                    <a:pt x="2001" y="0"/>
                  </a:moveTo>
                  <a:cubicBezTo>
                    <a:pt x="1529" y="0"/>
                    <a:pt x="1144" y="386"/>
                    <a:pt x="1144" y="858"/>
                  </a:cubicBezTo>
                  <a:lnTo>
                    <a:pt x="1144" y="2016"/>
                  </a:lnTo>
                  <a:cubicBezTo>
                    <a:pt x="1144" y="2173"/>
                    <a:pt x="1014" y="2302"/>
                    <a:pt x="858" y="2302"/>
                  </a:cubicBezTo>
                  <a:lnTo>
                    <a:pt x="0" y="2302"/>
                  </a:lnTo>
                  <a:lnTo>
                    <a:pt x="0" y="4017"/>
                  </a:lnTo>
                  <a:lnTo>
                    <a:pt x="1229" y="4017"/>
                  </a:lnTo>
                  <a:cubicBezTo>
                    <a:pt x="2129" y="4017"/>
                    <a:pt x="2859" y="3287"/>
                    <a:pt x="2859" y="2401"/>
                  </a:cubicBezTo>
                  <a:lnTo>
                    <a:pt x="2859" y="858"/>
                  </a:lnTo>
                  <a:cubicBezTo>
                    <a:pt x="2859" y="386"/>
                    <a:pt x="2472" y="0"/>
                    <a:pt x="2001" y="0"/>
                  </a:cubicBezTo>
                  <a:close/>
                </a:path>
              </a:pathLst>
            </a:custGeom>
            <a:solidFill>
              <a:srgbClr val="FF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63"/>
            <p:cNvSpPr/>
            <p:nvPr/>
          </p:nvSpPr>
          <p:spPr>
            <a:xfrm>
              <a:off x="7692638" y="1353150"/>
              <a:ext cx="115275" cy="162006"/>
            </a:xfrm>
            <a:custGeom>
              <a:avLst/>
              <a:gdLst/>
              <a:ahLst/>
              <a:cxnLst/>
              <a:rect l="l" t="t" r="r" b="b"/>
              <a:pathLst>
                <a:path w="2859" h="4018" extrusionOk="0">
                  <a:moveTo>
                    <a:pt x="2001" y="0"/>
                  </a:moveTo>
                  <a:cubicBezTo>
                    <a:pt x="1529" y="0"/>
                    <a:pt x="1144" y="386"/>
                    <a:pt x="1144" y="858"/>
                  </a:cubicBezTo>
                  <a:lnTo>
                    <a:pt x="1144" y="2016"/>
                  </a:lnTo>
                  <a:cubicBezTo>
                    <a:pt x="1144" y="2173"/>
                    <a:pt x="1014" y="2302"/>
                    <a:pt x="858" y="2302"/>
                  </a:cubicBezTo>
                  <a:lnTo>
                    <a:pt x="0" y="2302"/>
                  </a:lnTo>
                  <a:lnTo>
                    <a:pt x="0" y="4017"/>
                  </a:lnTo>
                  <a:lnTo>
                    <a:pt x="1229" y="4017"/>
                  </a:lnTo>
                  <a:cubicBezTo>
                    <a:pt x="2129" y="4017"/>
                    <a:pt x="2859" y="3287"/>
                    <a:pt x="2859" y="2401"/>
                  </a:cubicBezTo>
                  <a:lnTo>
                    <a:pt x="2859" y="858"/>
                  </a:lnTo>
                  <a:cubicBezTo>
                    <a:pt x="2859" y="386"/>
                    <a:pt x="2472" y="0"/>
                    <a:pt x="2001"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63"/>
            <p:cNvSpPr/>
            <p:nvPr/>
          </p:nvSpPr>
          <p:spPr>
            <a:xfrm>
              <a:off x="7446532" y="1411774"/>
              <a:ext cx="115275" cy="146563"/>
            </a:xfrm>
            <a:custGeom>
              <a:avLst/>
              <a:gdLst/>
              <a:ahLst/>
              <a:cxnLst/>
              <a:rect l="l" t="t" r="r" b="b"/>
              <a:pathLst>
                <a:path w="2859" h="3635" extrusionOk="0">
                  <a:moveTo>
                    <a:pt x="869" y="1"/>
                  </a:moveTo>
                  <a:cubicBezTo>
                    <a:pt x="388" y="1"/>
                    <a:pt x="0" y="386"/>
                    <a:pt x="0" y="862"/>
                  </a:cubicBezTo>
                  <a:lnTo>
                    <a:pt x="0" y="2005"/>
                  </a:lnTo>
                  <a:cubicBezTo>
                    <a:pt x="0" y="2906"/>
                    <a:pt x="730" y="3634"/>
                    <a:pt x="1616" y="3634"/>
                  </a:cubicBezTo>
                  <a:lnTo>
                    <a:pt x="2859" y="3634"/>
                  </a:lnTo>
                  <a:lnTo>
                    <a:pt x="2859" y="1919"/>
                  </a:lnTo>
                  <a:lnTo>
                    <a:pt x="2001" y="1919"/>
                  </a:lnTo>
                  <a:cubicBezTo>
                    <a:pt x="1845" y="1919"/>
                    <a:pt x="1715" y="1791"/>
                    <a:pt x="1715" y="1633"/>
                  </a:cubicBezTo>
                  <a:lnTo>
                    <a:pt x="1715" y="876"/>
                  </a:lnTo>
                  <a:cubicBezTo>
                    <a:pt x="1715" y="433"/>
                    <a:pt x="1372" y="47"/>
                    <a:pt x="944" y="4"/>
                  </a:cubicBezTo>
                  <a:cubicBezTo>
                    <a:pt x="919" y="2"/>
                    <a:pt x="894" y="1"/>
                    <a:pt x="869"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63"/>
            <p:cNvSpPr/>
            <p:nvPr/>
          </p:nvSpPr>
          <p:spPr>
            <a:xfrm>
              <a:off x="7538741" y="1395767"/>
              <a:ext cx="176964" cy="305505"/>
            </a:xfrm>
            <a:custGeom>
              <a:avLst/>
              <a:gdLst/>
              <a:ahLst/>
              <a:cxnLst/>
              <a:rect l="l" t="t" r="r" b="b"/>
              <a:pathLst>
                <a:path w="4389" h="7577" extrusionOk="0">
                  <a:moveTo>
                    <a:pt x="3531" y="1"/>
                  </a:moveTo>
                  <a:cubicBezTo>
                    <a:pt x="3059" y="1"/>
                    <a:pt x="2674" y="387"/>
                    <a:pt x="2674" y="858"/>
                  </a:cubicBezTo>
                  <a:lnTo>
                    <a:pt x="2674" y="4275"/>
                  </a:lnTo>
                  <a:cubicBezTo>
                    <a:pt x="2674" y="4432"/>
                    <a:pt x="2544" y="4561"/>
                    <a:pt x="2388" y="4561"/>
                  </a:cubicBezTo>
                  <a:lnTo>
                    <a:pt x="1930" y="4561"/>
                  </a:lnTo>
                  <a:cubicBezTo>
                    <a:pt x="1816" y="4561"/>
                    <a:pt x="1715" y="4460"/>
                    <a:pt x="1715" y="4346"/>
                  </a:cubicBezTo>
                  <a:lnTo>
                    <a:pt x="1715" y="1502"/>
                  </a:lnTo>
                  <a:cubicBezTo>
                    <a:pt x="1715" y="1316"/>
                    <a:pt x="1587" y="1073"/>
                    <a:pt x="1430" y="959"/>
                  </a:cubicBezTo>
                  <a:cubicBezTo>
                    <a:pt x="1237" y="823"/>
                    <a:pt x="1041" y="764"/>
                    <a:pt x="857" y="764"/>
                  </a:cubicBezTo>
                  <a:cubicBezTo>
                    <a:pt x="386" y="764"/>
                    <a:pt x="0" y="1153"/>
                    <a:pt x="0" y="1616"/>
                  </a:cubicBezTo>
                  <a:lnTo>
                    <a:pt x="0" y="4660"/>
                  </a:lnTo>
                  <a:cubicBezTo>
                    <a:pt x="0" y="5461"/>
                    <a:pt x="572" y="6118"/>
                    <a:pt x="1330" y="6261"/>
                  </a:cubicBezTo>
                  <a:lnTo>
                    <a:pt x="1330" y="7576"/>
                  </a:lnTo>
                  <a:lnTo>
                    <a:pt x="3045" y="7576"/>
                  </a:lnTo>
                  <a:lnTo>
                    <a:pt x="3045" y="6261"/>
                  </a:lnTo>
                  <a:cubicBezTo>
                    <a:pt x="3802" y="6118"/>
                    <a:pt x="4389" y="5461"/>
                    <a:pt x="4389" y="4660"/>
                  </a:cubicBezTo>
                  <a:lnTo>
                    <a:pt x="4389" y="858"/>
                  </a:lnTo>
                  <a:cubicBezTo>
                    <a:pt x="4389" y="387"/>
                    <a:pt x="4002" y="1"/>
                    <a:pt x="3531"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63"/>
            <p:cNvSpPr/>
            <p:nvPr/>
          </p:nvSpPr>
          <p:spPr>
            <a:xfrm>
              <a:off x="7742190" y="1576718"/>
              <a:ext cx="23103" cy="23103"/>
            </a:xfrm>
            <a:custGeom>
              <a:avLst/>
              <a:gdLst/>
              <a:ahLst/>
              <a:cxnLst/>
              <a:rect l="l" t="t" r="r" b="b"/>
              <a:pathLst>
                <a:path w="573" h="573" extrusionOk="0">
                  <a:moveTo>
                    <a:pt x="0" y="1"/>
                  </a:moveTo>
                  <a:lnTo>
                    <a:pt x="0" y="573"/>
                  </a:lnTo>
                  <a:lnTo>
                    <a:pt x="572" y="573"/>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63"/>
            <p:cNvSpPr/>
            <p:nvPr/>
          </p:nvSpPr>
          <p:spPr>
            <a:xfrm>
              <a:off x="7493221" y="1358875"/>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63"/>
            <p:cNvSpPr/>
            <p:nvPr/>
          </p:nvSpPr>
          <p:spPr>
            <a:xfrm>
              <a:off x="7538741" y="1381938"/>
              <a:ext cx="23063" cy="23103"/>
            </a:xfrm>
            <a:custGeom>
              <a:avLst/>
              <a:gdLst/>
              <a:ahLst/>
              <a:cxnLst/>
              <a:rect l="l" t="t" r="r" b="b"/>
              <a:pathLst>
                <a:path w="572" h="573" extrusionOk="0">
                  <a:moveTo>
                    <a:pt x="0" y="1"/>
                  </a:moveTo>
                  <a:lnTo>
                    <a:pt x="0" y="572"/>
                  </a:lnTo>
                  <a:lnTo>
                    <a:pt x="572" y="572"/>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63"/>
            <p:cNvSpPr/>
            <p:nvPr/>
          </p:nvSpPr>
          <p:spPr>
            <a:xfrm>
              <a:off x="7481085" y="1596313"/>
              <a:ext cx="23103" cy="23103"/>
            </a:xfrm>
            <a:custGeom>
              <a:avLst/>
              <a:gdLst/>
              <a:ahLst/>
              <a:cxnLst/>
              <a:rect l="l" t="t" r="r" b="b"/>
              <a:pathLst>
                <a:path w="573" h="573" extrusionOk="0">
                  <a:moveTo>
                    <a:pt x="1" y="1"/>
                  </a:moveTo>
                  <a:lnTo>
                    <a:pt x="1" y="573"/>
                  </a:lnTo>
                  <a:lnTo>
                    <a:pt x="573" y="573"/>
                  </a:lnTo>
                  <a:lnTo>
                    <a:pt x="57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63"/>
            <p:cNvSpPr/>
            <p:nvPr/>
          </p:nvSpPr>
          <p:spPr>
            <a:xfrm>
              <a:off x="7765253" y="1530634"/>
              <a:ext cx="23063" cy="23103"/>
            </a:xfrm>
            <a:custGeom>
              <a:avLst/>
              <a:gdLst/>
              <a:ahLst/>
              <a:cxnLst/>
              <a:rect l="l" t="t" r="r" b="b"/>
              <a:pathLst>
                <a:path w="572" h="573" extrusionOk="0">
                  <a:moveTo>
                    <a:pt x="0" y="0"/>
                  </a:moveTo>
                  <a:lnTo>
                    <a:pt x="0" y="572"/>
                  </a:lnTo>
                  <a:lnTo>
                    <a:pt x="572" y="572"/>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63"/>
            <p:cNvSpPr/>
            <p:nvPr/>
          </p:nvSpPr>
          <p:spPr>
            <a:xfrm>
              <a:off x="7539346" y="1678161"/>
              <a:ext cx="175231" cy="57658"/>
            </a:xfrm>
            <a:custGeom>
              <a:avLst/>
              <a:gdLst/>
              <a:ahLst/>
              <a:cxnLst/>
              <a:rect l="l" t="t" r="r" b="b"/>
              <a:pathLst>
                <a:path w="4346" h="1430" extrusionOk="0">
                  <a:moveTo>
                    <a:pt x="1243" y="1"/>
                  </a:moveTo>
                  <a:cubicBezTo>
                    <a:pt x="557" y="1"/>
                    <a:pt x="0" y="559"/>
                    <a:pt x="0" y="1245"/>
                  </a:cubicBezTo>
                  <a:lnTo>
                    <a:pt x="0" y="1430"/>
                  </a:lnTo>
                  <a:lnTo>
                    <a:pt x="4345" y="1430"/>
                  </a:lnTo>
                  <a:lnTo>
                    <a:pt x="4345" y="1245"/>
                  </a:lnTo>
                  <a:cubicBezTo>
                    <a:pt x="4345" y="559"/>
                    <a:pt x="3787" y="1"/>
                    <a:pt x="3101"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63"/>
            <p:cNvSpPr/>
            <p:nvPr/>
          </p:nvSpPr>
          <p:spPr>
            <a:xfrm>
              <a:off x="7458063" y="1724245"/>
              <a:ext cx="338325" cy="23103"/>
            </a:xfrm>
            <a:custGeom>
              <a:avLst/>
              <a:gdLst/>
              <a:ahLst/>
              <a:cxnLst/>
              <a:rect l="l" t="t" r="r" b="b"/>
              <a:pathLst>
                <a:path w="8391" h="573" extrusionOk="0">
                  <a:moveTo>
                    <a:pt x="0" y="1"/>
                  </a:moveTo>
                  <a:lnTo>
                    <a:pt x="0" y="573"/>
                  </a:lnTo>
                  <a:lnTo>
                    <a:pt x="8391" y="573"/>
                  </a:lnTo>
                  <a:lnTo>
                    <a:pt x="839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63"/>
            <p:cNvSpPr/>
            <p:nvPr/>
          </p:nvSpPr>
          <p:spPr>
            <a:xfrm>
              <a:off x="7742190" y="1576718"/>
              <a:ext cx="23103" cy="23103"/>
            </a:xfrm>
            <a:custGeom>
              <a:avLst/>
              <a:gdLst/>
              <a:ahLst/>
              <a:cxnLst/>
              <a:rect l="l" t="t" r="r" b="b"/>
              <a:pathLst>
                <a:path w="573" h="573" extrusionOk="0">
                  <a:moveTo>
                    <a:pt x="0" y="1"/>
                  </a:moveTo>
                  <a:lnTo>
                    <a:pt x="0" y="573"/>
                  </a:lnTo>
                  <a:lnTo>
                    <a:pt x="572" y="573"/>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63"/>
            <p:cNvSpPr/>
            <p:nvPr/>
          </p:nvSpPr>
          <p:spPr>
            <a:xfrm>
              <a:off x="7765253" y="1530634"/>
              <a:ext cx="23063" cy="23103"/>
            </a:xfrm>
            <a:custGeom>
              <a:avLst/>
              <a:gdLst/>
              <a:ahLst/>
              <a:cxnLst/>
              <a:rect l="l" t="t" r="r" b="b"/>
              <a:pathLst>
                <a:path w="572" h="573" extrusionOk="0">
                  <a:moveTo>
                    <a:pt x="0" y="0"/>
                  </a:moveTo>
                  <a:lnTo>
                    <a:pt x="0" y="572"/>
                  </a:lnTo>
                  <a:lnTo>
                    <a:pt x="572" y="572"/>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1" name="Google Shape;2601;p63"/>
          <p:cNvGrpSpPr/>
          <p:nvPr/>
        </p:nvGrpSpPr>
        <p:grpSpPr>
          <a:xfrm>
            <a:off x="1598022" y="2284600"/>
            <a:ext cx="359988" cy="359508"/>
            <a:chOff x="1319963" y="2067722"/>
            <a:chExt cx="393644" cy="393120"/>
          </a:xfrm>
        </p:grpSpPr>
        <p:sp>
          <p:nvSpPr>
            <p:cNvPr id="2602" name="Google Shape;2602;p63"/>
            <p:cNvSpPr/>
            <p:nvPr/>
          </p:nvSpPr>
          <p:spPr>
            <a:xfrm>
              <a:off x="1328591" y="2075786"/>
              <a:ext cx="376387" cy="376952"/>
            </a:xfrm>
            <a:custGeom>
              <a:avLst/>
              <a:gdLst/>
              <a:ahLst/>
              <a:cxnLst/>
              <a:rect l="l" t="t" r="r" b="b"/>
              <a:pathLst>
                <a:path w="9335" h="9349" extrusionOk="0">
                  <a:moveTo>
                    <a:pt x="4675" y="1116"/>
                  </a:moveTo>
                  <a:cubicBezTo>
                    <a:pt x="4904" y="1531"/>
                    <a:pt x="5275" y="1859"/>
                    <a:pt x="5747" y="2059"/>
                  </a:cubicBezTo>
                  <a:cubicBezTo>
                    <a:pt x="6032" y="2174"/>
                    <a:pt x="6333" y="2231"/>
                    <a:pt x="6619" y="2231"/>
                  </a:cubicBezTo>
                  <a:cubicBezTo>
                    <a:pt x="6804" y="2231"/>
                    <a:pt x="7004" y="2202"/>
                    <a:pt x="7191" y="2160"/>
                  </a:cubicBezTo>
                  <a:lnTo>
                    <a:pt x="7191" y="2160"/>
                  </a:lnTo>
                  <a:cubicBezTo>
                    <a:pt x="7062" y="2617"/>
                    <a:pt x="7090" y="3117"/>
                    <a:pt x="7290" y="3589"/>
                  </a:cubicBezTo>
                  <a:cubicBezTo>
                    <a:pt x="7477" y="4060"/>
                    <a:pt x="7820" y="4432"/>
                    <a:pt x="8234" y="4676"/>
                  </a:cubicBezTo>
                  <a:cubicBezTo>
                    <a:pt x="7820" y="4904"/>
                    <a:pt x="7477" y="5276"/>
                    <a:pt x="7277" y="5747"/>
                  </a:cubicBezTo>
                  <a:cubicBezTo>
                    <a:pt x="7090" y="6233"/>
                    <a:pt x="7062" y="6734"/>
                    <a:pt x="7191" y="7191"/>
                  </a:cubicBezTo>
                  <a:cubicBezTo>
                    <a:pt x="7001" y="7139"/>
                    <a:pt x="6809" y="7113"/>
                    <a:pt x="6615" y="7113"/>
                  </a:cubicBezTo>
                  <a:cubicBezTo>
                    <a:pt x="6327" y="7113"/>
                    <a:pt x="6037" y="7171"/>
                    <a:pt x="5747" y="7291"/>
                  </a:cubicBezTo>
                  <a:cubicBezTo>
                    <a:pt x="5275" y="7477"/>
                    <a:pt x="4904" y="7820"/>
                    <a:pt x="4675" y="8234"/>
                  </a:cubicBezTo>
                  <a:cubicBezTo>
                    <a:pt x="4432" y="7820"/>
                    <a:pt x="4060" y="7477"/>
                    <a:pt x="3589" y="7291"/>
                  </a:cubicBezTo>
                  <a:cubicBezTo>
                    <a:pt x="3307" y="7171"/>
                    <a:pt x="3015" y="7113"/>
                    <a:pt x="2728" y="7113"/>
                  </a:cubicBezTo>
                  <a:cubicBezTo>
                    <a:pt x="2534" y="7113"/>
                    <a:pt x="2344" y="7139"/>
                    <a:pt x="2160" y="7191"/>
                  </a:cubicBezTo>
                  <a:cubicBezTo>
                    <a:pt x="2288" y="6719"/>
                    <a:pt x="2259" y="6233"/>
                    <a:pt x="2059" y="5747"/>
                  </a:cubicBezTo>
                  <a:cubicBezTo>
                    <a:pt x="1859" y="5276"/>
                    <a:pt x="1531" y="4904"/>
                    <a:pt x="1116" y="4676"/>
                  </a:cubicBezTo>
                  <a:cubicBezTo>
                    <a:pt x="1531" y="4432"/>
                    <a:pt x="1859" y="4060"/>
                    <a:pt x="2059" y="3589"/>
                  </a:cubicBezTo>
                  <a:cubicBezTo>
                    <a:pt x="2259" y="3117"/>
                    <a:pt x="2288" y="2617"/>
                    <a:pt x="2160" y="2160"/>
                  </a:cubicBezTo>
                  <a:lnTo>
                    <a:pt x="2160" y="2160"/>
                  </a:lnTo>
                  <a:cubicBezTo>
                    <a:pt x="2345" y="2202"/>
                    <a:pt x="2531" y="2231"/>
                    <a:pt x="2731" y="2231"/>
                  </a:cubicBezTo>
                  <a:cubicBezTo>
                    <a:pt x="3017" y="2231"/>
                    <a:pt x="3303" y="2174"/>
                    <a:pt x="3589" y="2059"/>
                  </a:cubicBezTo>
                  <a:cubicBezTo>
                    <a:pt x="4060" y="1859"/>
                    <a:pt x="4432" y="1531"/>
                    <a:pt x="4675" y="1116"/>
                  </a:cubicBezTo>
                  <a:close/>
                  <a:moveTo>
                    <a:pt x="4961" y="1"/>
                  </a:moveTo>
                  <a:lnTo>
                    <a:pt x="4961" y="30"/>
                  </a:lnTo>
                  <a:lnTo>
                    <a:pt x="4389" y="30"/>
                  </a:lnTo>
                  <a:cubicBezTo>
                    <a:pt x="4389" y="30"/>
                    <a:pt x="3860" y="1331"/>
                    <a:pt x="3374" y="1531"/>
                  </a:cubicBezTo>
                  <a:cubicBezTo>
                    <a:pt x="3183" y="1607"/>
                    <a:pt x="2959" y="1656"/>
                    <a:pt x="2724" y="1656"/>
                  </a:cubicBezTo>
                  <a:cubicBezTo>
                    <a:pt x="2341" y="1656"/>
                    <a:pt x="1927" y="1527"/>
                    <a:pt x="1573" y="1173"/>
                  </a:cubicBezTo>
                  <a:lnTo>
                    <a:pt x="1173" y="1573"/>
                  </a:lnTo>
                  <a:cubicBezTo>
                    <a:pt x="1744" y="2145"/>
                    <a:pt x="1731" y="2875"/>
                    <a:pt x="1531" y="3374"/>
                  </a:cubicBezTo>
                  <a:cubicBezTo>
                    <a:pt x="1331" y="3860"/>
                    <a:pt x="816" y="4390"/>
                    <a:pt x="1" y="4390"/>
                  </a:cubicBezTo>
                  <a:lnTo>
                    <a:pt x="16" y="4390"/>
                  </a:lnTo>
                  <a:lnTo>
                    <a:pt x="16" y="4961"/>
                  </a:lnTo>
                  <a:cubicBezTo>
                    <a:pt x="830" y="4961"/>
                    <a:pt x="1344" y="5490"/>
                    <a:pt x="1544" y="5976"/>
                  </a:cubicBezTo>
                  <a:cubicBezTo>
                    <a:pt x="1744" y="6476"/>
                    <a:pt x="1759" y="7205"/>
                    <a:pt x="1188" y="7777"/>
                  </a:cubicBezTo>
                  <a:lnTo>
                    <a:pt x="1588" y="8177"/>
                  </a:lnTo>
                  <a:cubicBezTo>
                    <a:pt x="1941" y="7824"/>
                    <a:pt x="2354" y="7694"/>
                    <a:pt x="2737" y="7694"/>
                  </a:cubicBezTo>
                  <a:cubicBezTo>
                    <a:pt x="2973" y="7694"/>
                    <a:pt x="3197" y="7744"/>
                    <a:pt x="3389" y="7820"/>
                  </a:cubicBezTo>
                  <a:cubicBezTo>
                    <a:pt x="3875" y="8020"/>
                    <a:pt x="4403" y="8535"/>
                    <a:pt x="4403" y="9349"/>
                  </a:cubicBezTo>
                  <a:lnTo>
                    <a:pt x="4961" y="9349"/>
                  </a:lnTo>
                  <a:cubicBezTo>
                    <a:pt x="4961" y="9349"/>
                    <a:pt x="5476" y="8020"/>
                    <a:pt x="5975" y="7805"/>
                  </a:cubicBezTo>
                  <a:cubicBezTo>
                    <a:pt x="6161" y="7729"/>
                    <a:pt x="6381" y="7680"/>
                    <a:pt x="6615" y="7680"/>
                  </a:cubicBezTo>
                  <a:cubicBezTo>
                    <a:pt x="6995" y="7680"/>
                    <a:pt x="7409" y="7809"/>
                    <a:pt x="7763" y="8163"/>
                  </a:cubicBezTo>
                  <a:lnTo>
                    <a:pt x="8163" y="7763"/>
                  </a:lnTo>
                  <a:cubicBezTo>
                    <a:pt x="7591" y="7191"/>
                    <a:pt x="7605" y="6462"/>
                    <a:pt x="7805" y="5976"/>
                  </a:cubicBezTo>
                  <a:cubicBezTo>
                    <a:pt x="8020" y="5476"/>
                    <a:pt x="8520" y="4961"/>
                    <a:pt x="9320" y="4961"/>
                  </a:cubicBezTo>
                  <a:lnTo>
                    <a:pt x="9335" y="4961"/>
                  </a:lnTo>
                  <a:lnTo>
                    <a:pt x="9335" y="4390"/>
                  </a:lnTo>
                  <a:cubicBezTo>
                    <a:pt x="8534" y="4390"/>
                    <a:pt x="8020" y="3860"/>
                    <a:pt x="7820" y="3374"/>
                  </a:cubicBezTo>
                  <a:cubicBezTo>
                    <a:pt x="7620" y="2875"/>
                    <a:pt x="7605" y="2145"/>
                    <a:pt x="8176" y="1573"/>
                  </a:cubicBezTo>
                  <a:lnTo>
                    <a:pt x="7763" y="1173"/>
                  </a:lnTo>
                  <a:cubicBezTo>
                    <a:pt x="7409" y="1527"/>
                    <a:pt x="6995" y="1656"/>
                    <a:pt x="6615" y="1656"/>
                  </a:cubicBezTo>
                  <a:cubicBezTo>
                    <a:pt x="6381" y="1656"/>
                    <a:pt x="6161" y="1607"/>
                    <a:pt x="5975" y="1531"/>
                  </a:cubicBezTo>
                  <a:cubicBezTo>
                    <a:pt x="5476" y="1331"/>
                    <a:pt x="4961" y="816"/>
                    <a:pt x="4961"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63"/>
            <p:cNvSpPr/>
            <p:nvPr/>
          </p:nvSpPr>
          <p:spPr>
            <a:xfrm>
              <a:off x="1406971" y="2153642"/>
              <a:ext cx="219623" cy="220712"/>
            </a:xfrm>
            <a:custGeom>
              <a:avLst/>
              <a:gdLst/>
              <a:ahLst/>
              <a:cxnLst/>
              <a:rect l="l" t="t" r="r" b="b"/>
              <a:pathLst>
                <a:path w="5447" h="5474" extrusionOk="0">
                  <a:moveTo>
                    <a:pt x="2988" y="0"/>
                  </a:moveTo>
                  <a:cubicBezTo>
                    <a:pt x="2988" y="5"/>
                    <a:pt x="2988" y="9"/>
                    <a:pt x="2989" y="14"/>
                  </a:cubicBezTo>
                  <a:lnTo>
                    <a:pt x="3017" y="14"/>
                  </a:lnTo>
                  <a:lnTo>
                    <a:pt x="3017" y="0"/>
                  </a:lnTo>
                  <a:close/>
                  <a:moveTo>
                    <a:pt x="2731" y="872"/>
                  </a:moveTo>
                  <a:cubicBezTo>
                    <a:pt x="2874" y="1072"/>
                    <a:pt x="3074" y="1229"/>
                    <a:pt x="3317" y="1315"/>
                  </a:cubicBezTo>
                  <a:cubicBezTo>
                    <a:pt x="3488" y="1401"/>
                    <a:pt x="3675" y="1430"/>
                    <a:pt x="3860" y="1430"/>
                  </a:cubicBezTo>
                  <a:cubicBezTo>
                    <a:pt x="3932" y="1430"/>
                    <a:pt x="3989" y="1430"/>
                    <a:pt x="4046" y="1415"/>
                  </a:cubicBezTo>
                  <a:lnTo>
                    <a:pt x="4046" y="1415"/>
                  </a:lnTo>
                  <a:cubicBezTo>
                    <a:pt x="4018" y="1658"/>
                    <a:pt x="4046" y="1915"/>
                    <a:pt x="4146" y="2158"/>
                  </a:cubicBezTo>
                  <a:cubicBezTo>
                    <a:pt x="4246" y="2387"/>
                    <a:pt x="4403" y="2587"/>
                    <a:pt x="4589" y="2745"/>
                  </a:cubicBezTo>
                  <a:cubicBezTo>
                    <a:pt x="4403" y="2887"/>
                    <a:pt x="4246" y="3088"/>
                    <a:pt x="4146" y="3330"/>
                  </a:cubicBezTo>
                  <a:cubicBezTo>
                    <a:pt x="4046" y="3574"/>
                    <a:pt x="4018" y="3816"/>
                    <a:pt x="4046" y="4060"/>
                  </a:cubicBezTo>
                  <a:cubicBezTo>
                    <a:pt x="3987" y="4053"/>
                    <a:pt x="3928" y="4049"/>
                    <a:pt x="3869" y="4049"/>
                  </a:cubicBezTo>
                  <a:cubicBezTo>
                    <a:pt x="3685" y="4049"/>
                    <a:pt x="3501" y="4084"/>
                    <a:pt x="3317" y="4159"/>
                  </a:cubicBezTo>
                  <a:cubicBezTo>
                    <a:pt x="3074" y="4260"/>
                    <a:pt x="2874" y="4416"/>
                    <a:pt x="2731" y="4603"/>
                  </a:cubicBezTo>
                  <a:cubicBezTo>
                    <a:pt x="2573" y="4416"/>
                    <a:pt x="2373" y="4260"/>
                    <a:pt x="2145" y="4159"/>
                  </a:cubicBezTo>
                  <a:cubicBezTo>
                    <a:pt x="1961" y="4084"/>
                    <a:pt x="1769" y="4049"/>
                    <a:pt x="1581" y="4049"/>
                  </a:cubicBezTo>
                  <a:cubicBezTo>
                    <a:pt x="1520" y="4049"/>
                    <a:pt x="1460" y="4053"/>
                    <a:pt x="1401" y="4060"/>
                  </a:cubicBezTo>
                  <a:cubicBezTo>
                    <a:pt x="1445" y="3816"/>
                    <a:pt x="1401" y="3574"/>
                    <a:pt x="1302" y="3330"/>
                  </a:cubicBezTo>
                  <a:cubicBezTo>
                    <a:pt x="1201" y="3088"/>
                    <a:pt x="1058" y="2887"/>
                    <a:pt x="858" y="2745"/>
                  </a:cubicBezTo>
                  <a:cubicBezTo>
                    <a:pt x="1058" y="2587"/>
                    <a:pt x="1201" y="2387"/>
                    <a:pt x="1302" y="2158"/>
                  </a:cubicBezTo>
                  <a:cubicBezTo>
                    <a:pt x="1401" y="1915"/>
                    <a:pt x="1445" y="1658"/>
                    <a:pt x="1401" y="1415"/>
                  </a:cubicBezTo>
                  <a:lnTo>
                    <a:pt x="1401" y="1415"/>
                  </a:lnTo>
                  <a:cubicBezTo>
                    <a:pt x="1473" y="1430"/>
                    <a:pt x="1531" y="1430"/>
                    <a:pt x="1588" y="1430"/>
                  </a:cubicBezTo>
                  <a:cubicBezTo>
                    <a:pt x="1773" y="1430"/>
                    <a:pt x="1959" y="1401"/>
                    <a:pt x="2145" y="1315"/>
                  </a:cubicBezTo>
                  <a:cubicBezTo>
                    <a:pt x="2373" y="1229"/>
                    <a:pt x="2573" y="1072"/>
                    <a:pt x="2731" y="872"/>
                  </a:cubicBezTo>
                  <a:close/>
                  <a:moveTo>
                    <a:pt x="2445" y="14"/>
                  </a:moveTo>
                  <a:cubicBezTo>
                    <a:pt x="2445" y="14"/>
                    <a:pt x="2173" y="686"/>
                    <a:pt x="1916" y="801"/>
                  </a:cubicBezTo>
                  <a:cubicBezTo>
                    <a:pt x="1826" y="838"/>
                    <a:pt x="1718" y="861"/>
                    <a:pt x="1603" y="861"/>
                  </a:cubicBezTo>
                  <a:cubicBezTo>
                    <a:pt x="1407" y="861"/>
                    <a:pt x="1190" y="794"/>
                    <a:pt x="1001" y="614"/>
                  </a:cubicBezTo>
                  <a:lnTo>
                    <a:pt x="601" y="1014"/>
                  </a:lnTo>
                  <a:cubicBezTo>
                    <a:pt x="887" y="1315"/>
                    <a:pt x="887" y="1687"/>
                    <a:pt x="772" y="1929"/>
                  </a:cubicBezTo>
                  <a:cubicBezTo>
                    <a:pt x="673" y="2187"/>
                    <a:pt x="416" y="2459"/>
                    <a:pt x="1" y="2459"/>
                  </a:cubicBezTo>
                  <a:lnTo>
                    <a:pt x="15" y="2459"/>
                  </a:lnTo>
                  <a:lnTo>
                    <a:pt x="15" y="3030"/>
                  </a:lnTo>
                  <a:cubicBezTo>
                    <a:pt x="429" y="3030"/>
                    <a:pt x="687" y="3301"/>
                    <a:pt x="787" y="3545"/>
                  </a:cubicBezTo>
                  <a:cubicBezTo>
                    <a:pt x="902" y="3802"/>
                    <a:pt x="902" y="4174"/>
                    <a:pt x="616" y="4460"/>
                  </a:cubicBezTo>
                  <a:lnTo>
                    <a:pt x="1016" y="4860"/>
                  </a:lnTo>
                  <a:cubicBezTo>
                    <a:pt x="1196" y="4680"/>
                    <a:pt x="1409" y="4613"/>
                    <a:pt x="1607" y="4613"/>
                  </a:cubicBezTo>
                  <a:cubicBezTo>
                    <a:pt x="1724" y="4613"/>
                    <a:pt x="1835" y="4637"/>
                    <a:pt x="1931" y="4674"/>
                  </a:cubicBezTo>
                  <a:cubicBezTo>
                    <a:pt x="2173" y="4788"/>
                    <a:pt x="2445" y="5045"/>
                    <a:pt x="2445" y="5445"/>
                  </a:cubicBezTo>
                  <a:lnTo>
                    <a:pt x="2445" y="5474"/>
                  </a:lnTo>
                  <a:lnTo>
                    <a:pt x="3017" y="5474"/>
                  </a:lnTo>
                  <a:cubicBezTo>
                    <a:pt x="3017" y="5474"/>
                    <a:pt x="3274" y="4788"/>
                    <a:pt x="3532" y="4688"/>
                  </a:cubicBezTo>
                  <a:cubicBezTo>
                    <a:pt x="3631" y="4650"/>
                    <a:pt x="3747" y="4624"/>
                    <a:pt x="3869" y="4624"/>
                  </a:cubicBezTo>
                  <a:cubicBezTo>
                    <a:pt x="4063" y="4624"/>
                    <a:pt x="4271" y="4690"/>
                    <a:pt x="4446" y="4874"/>
                  </a:cubicBezTo>
                  <a:lnTo>
                    <a:pt x="4860" y="4460"/>
                  </a:lnTo>
                  <a:cubicBezTo>
                    <a:pt x="4561" y="4174"/>
                    <a:pt x="4574" y="3802"/>
                    <a:pt x="4675" y="3545"/>
                  </a:cubicBezTo>
                  <a:cubicBezTo>
                    <a:pt x="4775" y="3301"/>
                    <a:pt x="5032" y="3030"/>
                    <a:pt x="5432" y="3030"/>
                  </a:cubicBezTo>
                  <a:lnTo>
                    <a:pt x="5447" y="3030"/>
                  </a:lnTo>
                  <a:lnTo>
                    <a:pt x="5447" y="2459"/>
                  </a:lnTo>
                  <a:cubicBezTo>
                    <a:pt x="5032" y="2459"/>
                    <a:pt x="4775" y="2187"/>
                    <a:pt x="4660" y="1929"/>
                  </a:cubicBezTo>
                  <a:cubicBezTo>
                    <a:pt x="4561" y="1687"/>
                    <a:pt x="4561" y="1300"/>
                    <a:pt x="4847" y="1014"/>
                  </a:cubicBezTo>
                  <a:lnTo>
                    <a:pt x="4446" y="601"/>
                  </a:lnTo>
                  <a:cubicBezTo>
                    <a:pt x="4262" y="785"/>
                    <a:pt x="4050" y="850"/>
                    <a:pt x="3855" y="850"/>
                  </a:cubicBezTo>
                  <a:cubicBezTo>
                    <a:pt x="3732" y="850"/>
                    <a:pt x="3616" y="825"/>
                    <a:pt x="3517" y="786"/>
                  </a:cubicBezTo>
                  <a:cubicBezTo>
                    <a:pt x="3262" y="687"/>
                    <a:pt x="2994" y="420"/>
                    <a:pt x="2989" y="14"/>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63"/>
            <p:cNvSpPr/>
            <p:nvPr/>
          </p:nvSpPr>
          <p:spPr>
            <a:xfrm>
              <a:off x="1319963" y="2067722"/>
              <a:ext cx="393644" cy="393120"/>
            </a:xfrm>
            <a:custGeom>
              <a:avLst/>
              <a:gdLst/>
              <a:ahLst/>
              <a:cxnLst/>
              <a:rect l="l" t="t" r="r" b="b"/>
              <a:pathLst>
                <a:path w="9763" h="9750" extrusionOk="0">
                  <a:moveTo>
                    <a:pt x="4603" y="1"/>
                  </a:moveTo>
                  <a:lnTo>
                    <a:pt x="4603" y="4189"/>
                  </a:lnTo>
                  <a:lnTo>
                    <a:pt x="1630" y="1230"/>
                  </a:lnTo>
                  <a:lnTo>
                    <a:pt x="1230" y="1630"/>
                  </a:lnTo>
                  <a:lnTo>
                    <a:pt x="4188" y="4590"/>
                  </a:lnTo>
                  <a:lnTo>
                    <a:pt x="1" y="4590"/>
                  </a:lnTo>
                  <a:lnTo>
                    <a:pt x="1" y="5161"/>
                  </a:lnTo>
                  <a:lnTo>
                    <a:pt x="4188" y="5161"/>
                  </a:lnTo>
                  <a:lnTo>
                    <a:pt x="1230" y="8120"/>
                  </a:lnTo>
                  <a:lnTo>
                    <a:pt x="1630" y="8535"/>
                  </a:lnTo>
                  <a:lnTo>
                    <a:pt x="4603" y="5562"/>
                  </a:lnTo>
                  <a:lnTo>
                    <a:pt x="4603" y="9749"/>
                  </a:lnTo>
                  <a:lnTo>
                    <a:pt x="5175" y="9749"/>
                  </a:lnTo>
                  <a:lnTo>
                    <a:pt x="5175" y="5562"/>
                  </a:lnTo>
                  <a:lnTo>
                    <a:pt x="8133" y="8535"/>
                  </a:lnTo>
                  <a:lnTo>
                    <a:pt x="8533" y="8120"/>
                  </a:lnTo>
                  <a:lnTo>
                    <a:pt x="5575" y="5161"/>
                  </a:lnTo>
                  <a:lnTo>
                    <a:pt x="9763" y="5161"/>
                  </a:lnTo>
                  <a:lnTo>
                    <a:pt x="9763" y="4590"/>
                  </a:lnTo>
                  <a:lnTo>
                    <a:pt x="5575" y="4590"/>
                  </a:lnTo>
                  <a:lnTo>
                    <a:pt x="8533" y="1630"/>
                  </a:lnTo>
                  <a:lnTo>
                    <a:pt x="8133" y="1230"/>
                  </a:lnTo>
                  <a:lnTo>
                    <a:pt x="5175" y="4189"/>
                  </a:lnTo>
                  <a:lnTo>
                    <a:pt x="51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5" name="Google Shape;2605;p63"/>
          <p:cNvGrpSpPr/>
          <p:nvPr/>
        </p:nvGrpSpPr>
        <p:grpSpPr>
          <a:xfrm>
            <a:off x="2271002" y="2284600"/>
            <a:ext cx="255670" cy="359502"/>
            <a:chOff x="2055862" y="2067722"/>
            <a:chExt cx="279573" cy="393113"/>
          </a:xfrm>
        </p:grpSpPr>
        <p:sp>
          <p:nvSpPr>
            <p:cNvPr id="2606" name="Google Shape;2606;p63"/>
            <p:cNvSpPr/>
            <p:nvPr/>
          </p:nvSpPr>
          <p:spPr>
            <a:xfrm>
              <a:off x="2096221" y="2366848"/>
              <a:ext cx="198294" cy="93986"/>
            </a:xfrm>
            <a:custGeom>
              <a:avLst/>
              <a:gdLst/>
              <a:ahLst/>
              <a:cxnLst/>
              <a:rect l="l" t="t" r="r" b="b"/>
              <a:pathLst>
                <a:path w="4918" h="2331" extrusionOk="0">
                  <a:moveTo>
                    <a:pt x="0" y="1"/>
                  </a:moveTo>
                  <a:lnTo>
                    <a:pt x="0" y="744"/>
                  </a:lnTo>
                  <a:cubicBezTo>
                    <a:pt x="0" y="1615"/>
                    <a:pt x="715" y="2330"/>
                    <a:pt x="1588" y="2330"/>
                  </a:cubicBezTo>
                  <a:lnTo>
                    <a:pt x="3331" y="2330"/>
                  </a:lnTo>
                  <a:cubicBezTo>
                    <a:pt x="4203" y="2330"/>
                    <a:pt x="4917" y="1615"/>
                    <a:pt x="4917" y="744"/>
                  </a:cubicBezTo>
                  <a:lnTo>
                    <a:pt x="4917" y="1"/>
                  </a:lnTo>
                  <a:lnTo>
                    <a:pt x="3760" y="1"/>
                  </a:lnTo>
                  <a:cubicBezTo>
                    <a:pt x="3217" y="1"/>
                    <a:pt x="2745" y="272"/>
                    <a:pt x="2459" y="687"/>
                  </a:cubicBezTo>
                  <a:cubicBezTo>
                    <a:pt x="2173" y="272"/>
                    <a:pt x="1702" y="1"/>
                    <a:pt x="1159"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63"/>
            <p:cNvSpPr/>
            <p:nvPr/>
          </p:nvSpPr>
          <p:spPr>
            <a:xfrm>
              <a:off x="2106583" y="2086188"/>
              <a:ext cx="91688" cy="92252"/>
            </a:xfrm>
            <a:custGeom>
              <a:avLst/>
              <a:gdLst/>
              <a:ahLst/>
              <a:cxnLst/>
              <a:rect l="l" t="t" r="r" b="b"/>
              <a:pathLst>
                <a:path w="2274" h="2288" extrusionOk="0">
                  <a:moveTo>
                    <a:pt x="473" y="0"/>
                  </a:moveTo>
                  <a:lnTo>
                    <a:pt x="387" y="158"/>
                  </a:lnTo>
                  <a:cubicBezTo>
                    <a:pt x="372" y="187"/>
                    <a:pt x="1" y="873"/>
                    <a:pt x="416" y="1601"/>
                  </a:cubicBezTo>
                  <a:lnTo>
                    <a:pt x="816" y="2287"/>
                  </a:lnTo>
                  <a:lnTo>
                    <a:pt x="2274" y="1430"/>
                  </a:lnTo>
                  <a:lnTo>
                    <a:pt x="1887" y="758"/>
                  </a:lnTo>
                  <a:cubicBezTo>
                    <a:pt x="1474" y="29"/>
                    <a:pt x="673" y="0"/>
                    <a:pt x="644"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63"/>
            <p:cNvSpPr/>
            <p:nvPr/>
          </p:nvSpPr>
          <p:spPr>
            <a:xfrm>
              <a:off x="2183834" y="2333988"/>
              <a:ext cx="23063" cy="126847"/>
            </a:xfrm>
            <a:custGeom>
              <a:avLst/>
              <a:gdLst/>
              <a:ahLst/>
              <a:cxnLst/>
              <a:rect l="l" t="t" r="r" b="b"/>
              <a:pathLst>
                <a:path w="572" h="3146" extrusionOk="0">
                  <a:moveTo>
                    <a:pt x="0" y="0"/>
                  </a:moveTo>
                  <a:lnTo>
                    <a:pt x="0" y="3145"/>
                  </a:lnTo>
                  <a:lnTo>
                    <a:pt x="572" y="3145"/>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63"/>
            <p:cNvSpPr/>
            <p:nvPr/>
          </p:nvSpPr>
          <p:spPr>
            <a:xfrm>
              <a:off x="2055862" y="2173237"/>
              <a:ext cx="86486" cy="68584"/>
            </a:xfrm>
            <a:custGeom>
              <a:avLst/>
              <a:gdLst/>
              <a:ahLst/>
              <a:cxnLst/>
              <a:rect l="l" t="t" r="r" b="b"/>
              <a:pathLst>
                <a:path w="2145" h="1701" extrusionOk="0">
                  <a:moveTo>
                    <a:pt x="1359" y="0"/>
                  </a:moveTo>
                  <a:cubicBezTo>
                    <a:pt x="530" y="0"/>
                    <a:pt x="115" y="671"/>
                    <a:pt x="87" y="700"/>
                  </a:cubicBezTo>
                  <a:lnTo>
                    <a:pt x="1" y="858"/>
                  </a:lnTo>
                  <a:lnTo>
                    <a:pt x="87" y="1001"/>
                  </a:lnTo>
                  <a:cubicBezTo>
                    <a:pt x="115" y="1029"/>
                    <a:pt x="530" y="1701"/>
                    <a:pt x="1359" y="1701"/>
                  </a:cubicBezTo>
                  <a:lnTo>
                    <a:pt x="2145" y="1701"/>
                  </a:lnTo>
                  <a:lnTo>
                    <a:pt x="214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63"/>
            <p:cNvSpPr/>
            <p:nvPr/>
          </p:nvSpPr>
          <p:spPr>
            <a:xfrm>
              <a:off x="2106583" y="2237183"/>
              <a:ext cx="91688" cy="91688"/>
            </a:xfrm>
            <a:custGeom>
              <a:avLst/>
              <a:gdLst/>
              <a:ahLst/>
              <a:cxnLst/>
              <a:rect l="l" t="t" r="r" b="b"/>
              <a:pathLst>
                <a:path w="2274" h="2274" extrusionOk="0">
                  <a:moveTo>
                    <a:pt x="816" y="0"/>
                  </a:moveTo>
                  <a:lnTo>
                    <a:pt x="416" y="673"/>
                  </a:lnTo>
                  <a:cubicBezTo>
                    <a:pt x="1" y="1401"/>
                    <a:pt x="372" y="2102"/>
                    <a:pt x="387" y="2130"/>
                  </a:cubicBezTo>
                  <a:lnTo>
                    <a:pt x="473" y="2273"/>
                  </a:lnTo>
                  <a:lnTo>
                    <a:pt x="644" y="2273"/>
                  </a:lnTo>
                  <a:cubicBezTo>
                    <a:pt x="673" y="2273"/>
                    <a:pt x="1474" y="2245"/>
                    <a:pt x="1887" y="1515"/>
                  </a:cubicBezTo>
                  <a:lnTo>
                    <a:pt x="2274" y="844"/>
                  </a:lnTo>
                  <a:lnTo>
                    <a:pt x="816"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63"/>
            <p:cNvSpPr/>
            <p:nvPr/>
          </p:nvSpPr>
          <p:spPr>
            <a:xfrm>
              <a:off x="2193027" y="2237183"/>
              <a:ext cx="91688" cy="91688"/>
            </a:xfrm>
            <a:custGeom>
              <a:avLst/>
              <a:gdLst/>
              <a:ahLst/>
              <a:cxnLst/>
              <a:rect l="l" t="t" r="r" b="b"/>
              <a:pathLst>
                <a:path w="2274" h="2274" extrusionOk="0">
                  <a:moveTo>
                    <a:pt x="1474" y="0"/>
                  </a:moveTo>
                  <a:lnTo>
                    <a:pt x="1" y="844"/>
                  </a:lnTo>
                  <a:lnTo>
                    <a:pt x="387" y="1515"/>
                  </a:lnTo>
                  <a:cubicBezTo>
                    <a:pt x="816" y="2245"/>
                    <a:pt x="1602" y="2273"/>
                    <a:pt x="1630" y="2273"/>
                  </a:cubicBezTo>
                  <a:lnTo>
                    <a:pt x="1802" y="2273"/>
                  </a:lnTo>
                  <a:lnTo>
                    <a:pt x="1887" y="2130"/>
                  </a:lnTo>
                  <a:cubicBezTo>
                    <a:pt x="1902" y="2102"/>
                    <a:pt x="2274" y="1401"/>
                    <a:pt x="1859" y="673"/>
                  </a:cubicBezTo>
                  <a:lnTo>
                    <a:pt x="147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63"/>
            <p:cNvSpPr/>
            <p:nvPr/>
          </p:nvSpPr>
          <p:spPr>
            <a:xfrm>
              <a:off x="2248949" y="2173237"/>
              <a:ext cx="86486" cy="68584"/>
            </a:xfrm>
            <a:custGeom>
              <a:avLst/>
              <a:gdLst/>
              <a:ahLst/>
              <a:cxnLst/>
              <a:rect l="l" t="t" r="r" b="b"/>
              <a:pathLst>
                <a:path w="2145" h="1701" extrusionOk="0">
                  <a:moveTo>
                    <a:pt x="1" y="0"/>
                  </a:moveTo>
                  <a:lnTo>
                    <a:pt x="1" y="1701"/>
                  </a:lnTo>
                  <a:lnTo>
                    <a:pt x="786" y="1701"/>
                  </a:lnTo>
                  <a:cubicBezTo>
                    <a:pt x="1630" y="1701"/>
                    <a:pt x="2044" y="1029"/>
                    <a:pt x="2059" y="1001"/>
                  </a:cubicBezTo>
                  <a:lnTo>
                    <a:pt x="2145" y="858"/>
                  </a:lnTo>
                  <a:lnTo>
                    <a:pt x="2059" y="700"/>
                  </a:lnTo>
                  <a:cubicBezTo>
                    <a:pt x="2044" y="671"/>
                    <a:pt x="1630" y="0"/>
                    <a:pt x="78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63"/>
            <p:cNvSpPr/>
            <p:nvPr/>
          </p:nvSpPr>
          <p:spPr>
            <a:xfrm>
              <a:off x="2193027" y="2086188"/>
              <a:ext cx="91688" cy="92252"/>
            </a:xfrm>
            <a:custGeom>
              <a:avLst/>
              <a:gdLst/>
              <a:ahLst/>
              <a:cxnLst/>
              <a:rect l="l" t="t" r="r" b="b"/>
              <a:pathLst>
                <a:path w="2274" h="2288" extrusionOk="0">
                  <a:moveTo>
                    <a:pt x="1630" y="0"/>
                  </a:moveTo>
                  <a:cubicBezTo>
                    <a:pt x="1602" y="0"/>
                    <a:pt x="816" y="29"/>
                    <a:pt x="387" y="758"/>
                  </a:cubicBezTo>
                  <a:lnTo>
                    <a:pt x="1" y="1430"/>
                  </a:lnTo>
                  <a:lnTo>
                    <a:pt x="1474" y="2287"/>
                  </a:lnTo>
                  <a:lnTo>
                    <a:pt x="1859" y="1601"/>
                  </a:lnTo>
                  <a:cubicBezTo>
                    <a:pt x="2274" y="873"/>
                    <a:pt x="1902" y="187"/>
                    <a:pt x="1887" y="158"/>
                  </a:cubicBezTo>
                  <a:lnTo>
                    <a:pt x="18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63"/>
            <p:cNvSpPr/>
            <p:nvPr/>
          </p:nvSpPr>
          <p:spPr>
            <a:xfrm>
              <a:off x="2161377" y="2067722"/>
              <a:ext cx="68584" cy="86486"/>
            </a:xfrm>
            <a:custGeom>
              <a:avLst/>
              <a:gdLst/>
              <a:ahLst/>
              <a:cxnLst/>
              <a:rect l="l" t="t" r="r" b="b"/>
              <a:pathLst>
                <a:path w="1701" h="2145" extrusionOk="0">
                  <a:moveTo>
                    <a:pt x="858" y="1"/>
                  </a:moveTo>
                  <a:lnTo>
                    <a:pt x="700" y="87"/>
                  </a:lnTo>
                  <a:cubicBezTo>
                    <a:pt x="671" y="102"/>
                    <a:pt x="0" y="530"/>
                    <a:pt x="0" y="1359"/>
                  </a:cubicBezTo>
                  <a:lnTo>
                    <a:pt x="0" y="2145"/>
                  </a:lnTo>
                  <a:lnTo>
                    <a:pt x="1701" y="2145"/>
                  </a:lnTo>
                  <a:lnTo>
                    <a:pt x="1701" y="1359"/>
                  </a:lnTo>
                  <a:cubicBezTo>
                    <a:pt x="1701" y="530"/>
                    <a:pt x="1029" y="102"/>
                    <a:pt x="1001" y="87"/>
                  </a:cubicBezTo>
                  <a:lnTo>
                    <a:pt x="858"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63"/>
            <p:cNvSpPr/>
            <p:nvPr/>
          </p:nvSpPr>
          <p:spPr>
            <a:xfrm>
              <a:off x="2074328" y="2127112"/>
              <a:ext cx="92252" cy="83019"/>
            </a:xfrm>
            <a:custGeom>
              <a:avLst/>
              <a:gdLst/>
              <a:ahLst/>
              <a:cxnLst/>
              <a:rect l="l" t="t" r="r" b="b"/>
              <a:pathLst>
                <a:path w="2288" h="2059" extrusionOk="0">
                  <a:moveTo>
                    <a:pt x="858" y="1"/>
                  </a:moveTo>
                  <a:cubicBezTo>
                    <a:pt x="473" y="1"/>
                    <a:pt x="187" y="157"/>
                    <a:pt x="158" y="172"/>
                  </a:cubicBezTo>
                  <a:lnTo>
                    <a:pt x="0" y="258"/>
                  </a:lnTo>
                  <a:lnTo>
                    <a:pt x="0" y="429"/>
                  </a:lnTo>
                  <a:cubicBezTo>
                    <a:pt x="0" y="458"/>
                    <a:pt x="29" y="1259"/>
                    <a:pt x="758" y="1672"/>
                  </a:cubicBezTo>
                  <a:lnTo>
                    <a:pt x="1430" y="2059"/>
                  </a:lnTo>
                  <a:lnTo>
                    <a:pt x="2287" y="601"/>
                  </a:lnTo>
                  <a:lnTo>
                    <a:pt x="1601" y="201"/>
                  </a:lnTo>
                  <a:cubicBezTo>
                    <a:pt x="1372" y="72"/>
                    <a:pt x="1130" y="1"/>
                    <a:pt x="85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63"/>
            <p:cNvSpPr/>
            <p:nvPr/>
          </p:nvSpPr>
          <p:spPr>
            <a:xfrm>
              <a:off x="2074328" y="2204887"/>
              <a:ext cx="92252" cy="83019"/>
            </a:xfrm>
            <a:custGeom>
              <a:avLst/>
              <a:gdLst/>
              <a:ahLst/>
              <a:cxnLst/>
              <a:rect l="l" t="t" r="r" b="b"/>
              <a:pathLst>
                <a:path w="2288" h="2059" extrusionOk="0">
                  <a:moveTo>
                    <a:pt x="1430" y="1"/>
                  </a:moveTo>
                  <a:lnTo>
                    <a:pt x="758" y="387"/>
                  </a:lnTo>
                  <a:cubicBezTo>
                    <a:pt x="29" y="816"/>
                    <a:pt x="0" y="1602"/>
                    <a:pt x="0" y="1630"/>
                  </a:cubicBezTo>
                  <a:lnTo>
                    <a:pt x="0" y="1802"/>
                  </a:lnTo>
                  <a:lnTo>
                    <a:pt x="158" y="1887"/>
                  </a:lnTo>
                  <a:cubicBezTo>
                    <a:pt x="187" y="1902"/>
                    <a:pt x="473" y="2059"/>
                    <a:pt x="858" y="2059"/>
                  </a:cubicBezTo>
                  <a:cubicBezTo>
                    <a:pt x="1130" y="2059"/>
                    <a:pt x="1372" y="1988"/>
                    <a:pt x="1601" y="1859"/>
                  </a:cubicBezTo>
                  <a:lnTo>
                    <a:pt x="2287" y="1474"/>
                  </a:lnTo>
                  <a:lnTo>
                    <a:pt x="1430"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63"/>
            <p:cNvSpPr/>
            <p:nvPr/>
          </p:nvSpPr>
          <p:spPr>
            <a:xfrm>
              <a:off x="2161377" y="2260810"/>
              <a:ext cx="68584" cy="86486"/>
            </a:xfrm>
            <a:custGeom>
              <a:avLst/>
              <a:gdLst/>
              <a:ahLst/>
              <a:cxnLst/>
              <a:rect l="l" t="t" r="r" b="b"/>
              <a:pathLst>
                <a:path w="1701" h="2145" extrusionOk="0">
                  <a:moveTo>
                    <a:pt x="0" y="1"/>
                  </a:moveTo>
                  <a:lnTo>
                    <a:pt x="0" y="786"/>
                  </a:lnTo>
                  <a:cubicBezTo>
                    <a:pt x="0" y="1630"/>
                    <a:pt x="671" y="2044"/>
                    <a:pt x="700" y="2059"/>
                  </a:cubicBezTo>
                  <a:lnTo>
                    <a:pt x="858" y="2145"/>
                  </a:lnTo>
                  <a:lnTo>
                    <a:pt x="1001" y="2059"/>
                  </a:lnTo>
                  <a:cubicBezTo>
                    <a:pt x="1029" y="2044"/>
                    <a:pt x="1701" y="1630"/>
                    <a:pt x="1701" y="786"/>
                  </a:cubicBezTo>
                  <a:lnTo>
                    <a:pt x="17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63"/>
            <p:cNvSpPr/>
            <p:nvPr/>
          </p:nvSpPr>
          <p:spPr>
            <a:xfrm>
              <a:off x="2225322" y="2204887"/>
              <a:ext cx="91688" cy="83019"/>
            </a:xfrm>
            <a:custGeom>
              <a:avLst/>
              <a:gdLst/>
              <a:ahLst/>
              <a:cxnLst/>
              <a:rect l="l" t="t" r="r" b="b"/>
              <a:pathLst>
                <a:path w="2274" h="2059" extrusionOk="0">
                  <a:moveTo>
                    <a:pt x="844" y="1"/>
                  </a:moveTo>
                  <a:lnTo>
                    <a:pt x="0" y="1474"/>
                  </a:lnTo>
                  <a:lnTo>
                    <a:pt x="673" y="1859"/>
                  </a:lnTo>
                  <a:cubicBezTo>
                    <a:pt x="901" y="1988"/>
                    <a:pt x="1144" y="2059"/>
                    <a:pt x="1416" y="2059"/>
                  </a:cubicBezTo>
                  <a:cubicBezTo>
                    <a:pt x="1801" y="2059"/>
                    <a:pt x="2087" y="1902"/>
                    <a:pt x="2130" y="1887"/>
                  </a:cubicBezTo>
                  <a:lnTo>
                    <a:pt x="2273" y="1802"/>
                  </a:lnTo>
                  <a:lnTo>
                    <a:pt x="2273" y="1630"/>
                  </a:lnTo>
                  <a:cubicBezTo>
                    <a:pt x="2273" y="1602"/>
                    <a:pt x="2245" y="816"/>
                    <a:pt x="1515" y="387"/>
                  </a:cubicBezTo>
                  <a:lnTo>
                    <a:pt x="84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63"/>
            <p:cNvSpPr/>
            <p:nvPr/>
          </p:nvSpPr>
          <p:spPr>
            <a:xfrm>
              <a:off x="2225322" y="2127112"/>
              <a:ext cx="91688" cy="83019"/>
            </a:xfrm>
            <a:custGeom>
              <a:avLst/>
              <a:gdLst/>
              <a:ahLst/>
              <a:cxnLst/>
              <a:rect l="l" t="t" r="r" b="b"/>
              <a:pathLst>
                <a:path w="2274" h="2059" extrusionOk="0">
                  <a:moveTo>
                    <a:pt x="1416" y="1"/>
                  </a:moveTo>
                  <a:cubicBezTo>
                    <a:pt x="1144" y="1"/>
                    <a:pt x="901" y="72"/>
                    <a:pt x="673" y="201"/>
                  </a:cubicBezTo>
                  <a:lnTo>
                    <a:pt x="0" y="601"/>
                  </a:lnTo>
                  <a:lnTo>
                    <a:pt x="844" y="2059"/>
                  </a:lnTo>
                  <a:lnTo>
                    <a:pt x="1515" y="1672"/>
                  </a:lnTo>
                  <a:cubicBezTo>
                    <a:pt x="2245" y="1259"/>
                    <a:pt x="2273" y="458"/>
                    <a:pt x="2273" y="429"/>
                  </a:cubicBezTo>
                  <a:lnTo>
                    <a:pt x="2273" y="258"/>
                  </a:lnTo>
                  <a:lnTo>
                    <a:pt x="2130" y="172"/>
                  </a:lnTo>
                  <a:cubicBezTo>
                    <a:pt x="2087" y="157"/>
                    <a:pt x="1801" y="1"/>
                    <a:pt x="1416"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63"/>
            <p:cNvSpPr/>
            <p:nvPr/>
          </p:nvSpPr>
          <p:spPr>
            <a:xfrm>
              <a:off x="2115252" y="2127112"/>
              <a:ext cx="160796" cy="160796"/>
            </a:xfrm>
            <a:custGeom>
              <a:avLst/>
              <a:gdLst/>
              <a:ahLst/>
              <a:cxnLst/>
              <a:rect l="l" t="t" r="r" b="b"/>
              <a:pathLst>
                <a:path w="3988" h="3988" extrusionOk="0">
                  <a:moveTo>
                    <a:pt x="2002" y="1"/>
                  </a:moveTo>
                  <a:cubicBezTo>
                    <a:pt x="887" y="1"/>
                    <a:pt x="1" y="887"/>
                    <a:pt x="1" y="2002"/>
                  </a:cubicBezTo>
                  <a:cubicBezTo>
                    <a:pt x="1" y="3102"/>
                    <a:pt x="887" y="3988"/>
                    <a:pt x="2002" y="3988"/>
                  </a:cubicBezTo>
                  <a:cubicBezTo>
                    <a:pt x="3102" y="3988"/>
                    <a:pt x="3988" y="3102"/>
                    <a:pt x="3988" y="2002"/>
                  </a:cubicBezTo>
                  <a:cubicBezTo>
                    <a:pt x="3988" y="887"/>
                    <a:pt x="3102" y="1"/>
                    <a:pt x="2002"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63"/>
            <p:cNvSpPr/>
            <p:nvPr/>
          </p:nvSpPr>
          <p:spPr>
            <a:xfrm>
              <a:off x="2183834" y="2218717"/>
              <a:ext cx="23063" cy="23103"/>
            </a:xfrm>
            <a:custGeom>
              <a:avLst/>
              <a:gdLst/>
              <a:ahLst/>
              <a:cxnLst/>
              <a:rect l="l" t="t" r="r" b="b"/>
              <a:pathLst>
                <a:path w="572" h="573" extrusionOk="0">
                  <a:moveTo>
                    <a:pt x="0" y="1"/>
                  </a:moveTo>
                  <a:lnTo>
                    <a:pt x="0" y="573"/>
                  </a:lnTo>
                  <a:lnTo>
                    <a:pt x="572" y="573"/>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63"/>
            <p:cNvSpPr/>
            <p:nvPr/>
          </p:nvSpPr>
          <p:spPr>
            <a:xfrm>
              <a:off x="2206856" y="2195694"/>
              <a:ext cx="23103" cy="23063"/>
            </a:xfrm>
            <a:custGeom>
              <a:avLst/>
              <a:gdLst/>
              <a:ahLst/>
              <a:cxnLst/>
              <a:rect l="l" t="t" r="r" b="b"/>
              <a:pathLst>
                <a:path w="573" h="572" extrusionOk="0">
                  <a:moveTo>
                    <a:pt x="1" y="0"/>
                  </a:moveTo>
                  <a:lnTo>
                    <a:pt x="1" y="572"/>
                  </a:lnTo>
                  <a:lnTo>
                    <a:pt x="573" y="572"/>
                  </a:lnTo>
                  <a:lnTo>
                    <a:pt x="57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63"/>
            <p:cNvSpPr/>
            <p:nvPr/>
          </p:nvSpPr>
          <p:spPr>
            <a:xfrm>
              <a:off x="2160772" y="2195694"/>
              <a:ext cx="23103" cy="23063"/>
            </a:xfrm>
            <a:custGeom>
              <a:avLst/>
              <a:gdLst/>
              <a:ahLst/>
              <a:cxnLst/>
              <a:rect l="l" t="t" r="r" b="b"/>
              <a:pathLst>
                <a:path w="573" h="572" extrusionOk="0">
                  <a:moveTo>
                    <a:pt x="0" y="0"/>
                  </a:moveTo>
                  <a:lnTo>
                    <a:pt x="0" y="572"/>
                  </a:lnTo>
                  <a:lnTo>
                    <a:pt x="572" y="572"/>
                  </a:lnTo>
                  <a:lnTo>
                    <a:pt x="57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63"/>
            <p:cNvSpPr/>
            <p:nvPr/>
          </p:nvSpPr>
          <p:spPr>
            <a:xfrm>
              <a:off x="2183834" y="2172632"/>
              <a:ext cx="23063" cy="23103"/>
            </a:xfrm>
            <a:custGeom>
              <a:avLst/>
              <a:gdLst/>
              <a:ahLst/>
              <a:cxnLst/>
              <a:rect l="l" t="t" r="r" b="b"/>
              <a:pathLst>
                <a:path w="572" h="573" extrusionOk="0">
                  <a:moveTo>
                    <a:pt x="0" y="0"/>
                  </a:moveTo>
                  <a:lnTo>
                    <a:pt x="0" y="572"/>
                  </a:lnTo>
                  <a:lnTo>
                    <a:pt x="572" y="572"/>
                  </a:lnTo>
                  <a:lnTo>
                    <a:pt x="57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5" name="Google Shape;2625;p63"/>
          <p:cNvGrpSpPr/>
          <p:nvPr/>
        </p:nvGrpSpPr>
        <p:grpSpPr>
          <a:xfrm>
            <a:off x="2839709" y="2310963"/>
            <a:ext cx="359951" cy="306777"/>
            <a:chOff x="2677740" y="2096550"/>
            <a:chExt cx="393604" cy="335459"/>
          </a:xfrm>
        </p:grpSpPr>
        <p:sp>
          <p:nvSpPr>
            <p:cNvPr id="2626" name="Google Shape;2626;p63"/>
            <p:cNvSpPr/>
            <p:nvPr/>
          </p:nvSpPr>
          <p:spPr>
            <a:xfrm>
              <a:off x="2677740" y="2096550"/>
              <a:ext cx="393604" cy="236316"/>
            </a:xfrm>
            <a:custGeom>
              <a:avLst/>
              <a:gdLst/>
              <a:ahLst/>
              <a:cxnLst/>
              <a:rect l="l" t="t" r="r" b="b"/>
              <a:pathLst>
                <a:path w="9762" h="5861" extrusionOk="0">
                  <a:moveTo>
                    <a:pt x="3501" y="1"/>
                  </a:moveTo>
                  <a:cubicBezTo>
                    <a:pt x="2844" y="1"/>
                    <a:pt x="2230" y="258"/>
                    <a:pt x="1758" y="730"/>
                  </a:cubicBezTo>
                  <a:cubicBezTo>
                    <a:pt x="1329" y="1144"/>
                    <a:pt x="1086" y="1687"/>
                    <a:pt x="1029" y="2274"/>
                  </a:cubicBezTo>
                  <a:cubicBezTo>
                    <a:pt x="757" y="2417"/>
                    <a:pt x="515" y="2631"/>
                    <a:pt x="343" y="2888"/>
                  </a:cubicBezTo>
                  <a:cubicBezTo>
                    <a:pt x="114" y="3217"/>
                    <a:pt x="0" y="3617"/>
                    <a:pt x="14" y="4018"/>
                  </a:cubicBezTo>
                  <a:cubicBezTo>
                    <a:pt x="42" y="5047"/>
                    <a:pt x="900" y="5861"/>
                    <a:pt x="1929" y="5861"/>
                  </a:cubicBezTo>
                  <a:lnTo>
                    <a:pt x="8262" y="5861"/>
                  </a:lnTo>
                  <a:cubicBezTo>
                    <a:pt x="9091" y="5861"/>
                    <a:pt x="9762" y="5190"/>
                    <a:pt x="9762" y="4361"/>
                  </a:cubicBezTo>
                  <a:cubicBezTo>
                    <a:pt x="9762" y="3688"/>
                    <a:pt x="9319" y="3103"/>
                    <a:pt x="8690" y="2916"/>
                  </a:cubicBezTo>
                  <a:cubicBezTo>
                    <a:pt x="8605" y="1802"/>
                    <a:pt x="7675" y="930"/>
                    <a:pt x="6546" y="930"/>
                  </a:cubicBezTo>
                  <a:cubicBezTo>
                    <a:pt x="6217" y="930"/>
                    <a:pt x="5889" y="1001"/>
                    <a:pt x="5588" y="1144"/>
                  </a:cubicBezTo>
                  <a:cubicBezTo>
                    <a:pt x="5403" y="844"/>
                    <a:pt x="5146" y="587"/>
                    <a:pt x="4845" y="401"/>
                  </a:cubicBezTo>
                  <a:cubicBezTo>
                    <a:pt x="4445" y="143"/>
                    <a:pt x="3987" y="1"/>
                    <a:pt x="3501"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63"/>
            <p:cNvSpPr/>
            <p:nvPr/>
          </p:nvSpPr>
          <p:spPr>
            <a:xfrm>
              <a:off x="2696166" y="2237021"/>
              <a:ext cx="339454" cy="194988"/>
            </a:xfrm>
            <a:custGeom>
              <a:avLst/>
              <a:gdLst/>
              <a:ahLst/>
              <a:cxnLst/>
              <a:rect l="l" t="t" r="r" b="b"/>
              <a:pathLst>
                <a:path w="8419" h="4836" extrusionOk="0">
                  <a:moveTo>
                    <a:pt x="5546" y="0"/>
                  </a:moveTo>
                  <a:cubicBezTo>
                    <a:pt x="4996" y="0"/>
                    <a:pt x="4485" y="208"/>
                    <a:pt x="4102" y="591"/>
                  </a:cubicBezTo>
                  <a:cubicBezTo>
                    <a:pt x="3802" y="391"/>
                    <a:pt x="3459" y="290"/>
                    <a:pt x="3088" y="290"/>
                  </a:cubicBezTo>
                  <a:cubicBezTo>
                    <a:pt x="2087" y="290"/>
                    <a:pt x="1272" y="1105"/>
                    <a:pt x="1272" y="2106"/>
                  </a:cubicBezTo>
                  <a:lnTo>
                    <a:pt x="1272" y="2134"/>
                  </a:lnTo>
                  <a:cubicBezTo>
                    <a:pt x="357" y="2535"/>
                    <a:pt x="0" y="3850"/>
                    <a:pt x="1186" y="4822"/>
                  </a:cubicBezTo>
                  <a:cubicBezTo>
                    <a:pt x="1201" y="4822"/>
                    <a:pt x="1201" y="4835"/>
                    <a:pt x="1215" y="4835"/>
                  </a:cubicBezTo>
                  <a:lnTo>
                    <a:pt x="6818" y="4835"/>
                  </a:lnTo>
                  <a:cubicBezTo>
                    <a:pt x="7704" y="4835"/>
                    <a:pt x="8419" y="4121"/>
                    <a:pt x="8419" y="3249"/>
                  </a:cubicBezTo>
                  <a:cubicBezTo>
                    <a:pt x="8419" y="2663"/>
                    <a:pt x="8104" y="2134"/>
                    <a:pt x="7590" y="1849"/>
                  </a:cubicBezTo>
                  <a:cubicBezTo>
                    <a:pt x="7519" y="1119"/>
                    <a:pt x="7061" y="462"/>
                    <a:pt x="6318" y="147"/>
                  </a:cubicBezTo>
                  <a:lnTo>
                    <a:pt x="6318" y="133"/>
                  </a:lnTo>
                  <a:cubicBezTo>
                    <a:pt x="6058" y="44"/>
                    <a:pt x="5798" y="0"/>
                    <a:pt x="55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8" name="Google Shape;2628;p63"/>
          <p:cNvGrpSpPr/>
          <p:nvPr/>
        </p:nvGrpSpPr>
        <p:grpSpPr>
          <a:xfrm>
            <a:off x="3497904" y="2284600"/>
            <a:ext cx="285685" cy="360019"/>
            <a:chOff x="3397472" y="2067722"/>
            <a:chExt cx="312395" cy="393679"/>
          </a:xfrm>
        </p:grpSpPr>
        <p:sp>
          <p:nvSpPr>
            <p:cNvPr id="2629" name="Google Shape;2629;p63"/>
            <p:cNvSpPr/>
            <p:nvPr/>
          </p:nvSpPr>
          <p:spPr>
            <a:xfrm>
              <a:off x="3516211" y="2067722"/>
              <a:ext cx="109549" cy="94591"/>
            </a:xfrm>
            <a:custGeom>
              <a:avLst/>
              <a:gdLst/>
              <a:ahLst/>
              <a:cxnLst/>
              <a:rect l="l" t="t" r="r" b="b"/>
              <a:pathLst>
                <a:path w="2717" h="2346" extrusionOk="0">
                  <a:moveTo>
                    <a:pt x="0" y="1"/>
                  </a:moveTo>
                  <a:lnTo>
                    <a:pt x="0" y="788"/>
                  </a:lnTo>
                  <a:cubicBezTo>
                    <a:pt x="0" y="1645"/>
                    <a:pt x="686" y="2345"/>
                    <a:pt x="1544" y="2345"/>
                  </a:cubicBezTo>
                  <a:lnTo>
                    <a:pt x="2716" y="2345"/>
                  </a:lnTo>
                  <a:lnTo>
                    <a:pt x="2716" y="1545"/>
                  </a:lnTo>
                  <a:cubicBezTo>
                    <a:pt x="2716" y="687"/>
                    <a:pt x="2030" y="1"/>
                    <a:pt x="1172"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63"/>
            <p:cNvSpPr/>
            <p:nvPr/>
          </p:nvSpPr>
          <p:spPr>
            <a:xfrm>
              <a:off x="3480488" y="2139812"/>
              <a:ext cx="183900" cy="142934"/>
            </a:xfrm>
            <a:custGeom>
              <a:avLst/>
              <a:gdLst/>
              <a:ahLst/>
              <a:cxnLst/>
              <a:rect l="l" t="t" r="r" b="b"/>
              <a:pathLst>
                <a:path w="4561" h="3545" extrusionOk="0">
                  <a:moveTo>
                    <a:pt x="3088" y="0"/>
                  </a:moveTo>
                  <a:cubicBezTo>
                    <a:pt x="1387" y="0"/>
                    <a:pt x="0" y="1386"/>
                    <a:pt x="0" y="3088"/>
                  </a:cubicBezTo>
                  <a:lnTo>
                    <a:pt x="0" y="3530"/>
                  </a:lnTo>
                  <a:lnTo>
                    <a:pt x="572" y="3530"/>
                  </a:lnTo>
                  <a:lnTo>
                    <a:pt x="572" y="3073"/>
                  </a:lnTo>
                  <a:cubicBezTo>
                    <a:pt x="587" y="1715"/>
                    <a:pt x="1687" y="600"/>
                    <a:pt x="3030" y="557"/>
                  </a:cubicBezTo>
                  <a:lnTo>
                    <a:pt x="3030" y="3545"/>
                  </a:lnTo>
                  <a:lnTo>
                    <a:pt x="3602" y="3545"/>
                  </a:lnTo>
                  <a:lnTo>
                    <a:pt x="3602" y="572"/>
                  </a:lnTo>
                  <a:lnTo>
                    <a:pt x="4560" y="572"/>
                  </a:lnTo>
                  <a:lnTo>
                    <a:pt x="4560"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63"/>
            <p:cNvSpPr/>
            <p:nvPr/>
          </p:nvSpPr>
          <p:spPr>
            <a:xfrm>
              <a:off x="3542176" y="2271212"/>
              <a:ext cx="167691" cy="190189"/>
            </a:xfrm>
            <a:custGeom>
              <a:avLst/>
              <a:gdLst/>
              <a:ahLst/>
              <a:cxnLst/>
              <a:rect l="l" t="t" r="r" b="b"/>
              <a:pathLst>
                <a:path w="4159" h="4717" extrusionOk="0">
                  <a:moveTo>
                    <a:pt x="1801" y="0"/>
                  </a:moveTo>
                  <a:cubicBezTo>
                    <a:pt x="1144" y="0"/>
                    <a:pt x="515" y="271"/>
                    <a:pt x="71" y="743"/>
                  </a:cubicBezTo>
                  <a:lnTo>
                    <a:pt x="0" y="829"/>
                  </a:lnTo>
                  <a:lnTo>
                    <a:pt x="0" y="3888"/>
                  </a:lnTo>
                  <a:lnTo>
                    <a:pt x="71" y="3959"/>
                  </a:lnTo>
                  <a:cubicBezTo>
                    <a:pt x="515" y="4445"/>
                    <a:pt x="1144" y="4717"/>
                    <a:pt x="1801" y="4717"/>
                  </a:cubicBezTo>
                  <a:cubicBezTo>
                    <a:pt x="3101" y="4717"/>
                    <a:pt x="4159" y="3659"/>
                    <a:pt x="4159" y="2358"/>
                  </a:cubicBezTo>
                  <a:cubicBezTo>
                    <a:pt x="4159" y="1058"/>
                    <a:pt x="3101" y="0"/>
                    <a:pt x="1801"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63"/>
            <p:cNvSpPr/>
            <p:nvPr/>
          </p:nvSpPr>
          <p:spPr>
            <a:xfrm>
              <a:off x="3397472" y="2271212"/>
              <a:ext cx="190230" cy="190189"/>
            </a:xfrm>
            <a:custGeom>
              <a:avLst/>
              <a:gdLst/>
              <a:ahLst/>
              <a:cxnLst/>
              <a:rect l="l" t="t" r="r" b="b"/>
              <a:pathLst>
                <a:path w="4718" h="4717" extrusionOk="0">
                  <a:moveTo>
                    <a:pt x="2360" y="0"/>
                  </a:moveTo>
                  <a:cubicBezTo>
                    <a:pt x="1059" y="0"/>
                    <a:pt x="1" y="1058"/>
                    <a:pt x="1" y="2358"/>
                  </a:cubicBezTo>
                  <a:cubicBezTo>
                    <a:pt x="1" y="3659"/>
                    <a:pt x="1059" y="4717"/>
                    <a:pt x="2360" y="4717"/>
                  </a:cubicBezTo>
                  <a:cubicBezTo>
                    <a:pt x="3660" y="4717"/>
                    <a:pt x="4718" y="3659"/>
                    <a:pt x="4718" y="2358"/>
                  </a:cubicBezTo>
                  <a:cubicBezTo>
                    <a:pt x="4718" y="1058"/>
                    <a:pt x="3660" y="0"/>
                    <a:pt x="2360"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3" name="Google Shape;2633;p63"/>
          <p:cNvGrpSpPr/>
          <p:nvPr/>
        </p:nvGrpSpPr>
        <p:grpSpPr>
          <a:xfrm>
            <a:off x="4081839" y="2284600"/>
            <a:ext cx="359500" cy="359499"/>
            <a:chOff x="4036001" y="2067722"/>
            <a:chExt cx="393111" cy="393110"/>
          </a:xfrm>
        </p:grpSpPr>
        <p:sp>
          <p:nvSpPr>
            <p:cNvPr id="2634" name="Google Shape;2634;p63"/>
            <p:cNvSpPr/>
            <p:nvPr/>
          </p:nvSpPr>
          <p:spPr>
            <a:xfrm>
              <a:off x="4337989" y="2393902"/>
              <a:ext cx="91123" cy="23103"/>
            </a:xfrm>
            <a:custGeom>
              <a:avLst/>
              <a:gdLst/>
              <a:ahLst/>
              <a:cxnLst/>
              <a:rect l="l" t="t" r="r" b="b"/>
              <a:pathLst>
                <a:path w="2260" h="573" extrusionOk="0">
                  <a:moveTo>
                    <a:pt x="1" y="1"/>
                  </a:moveTo>
                  <a:lnTo>
                    <a:pt x="1" y="573"/>
                  </a:lnTo>
                  <a:lnTo>
                    <a:pt x="2259" y="573"/>
                  </a:lnTo>
                  <a:lnTo>
                    <a:pt x="22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63"/>
            <p:cNvSpPr/>
            <p:nvPr/>
          </p:nvSpPr>
          <p:spPr>
            <a:xfrm>
              <a:off x="4036001" y="2393902"/>
              <a:ext cx="91123" cy="23103"/>
            </a:xfrm>
            <a:custGeom>
              <a:avLst/>
              <a:gdLst/>
              <a:ahLst/>
              <a:cxnLst/>
              <a:rect l="l" t="t" r="r" b="b"/>
              <a:pathLst>
                <a:path w="2260" h="573" extrusionOk="0">
                  <a:moveTo>
                    <a:pt x="1" y="1"/>
                  </a:moveTo>
                  <a:lnTo>
                    <a:pt x="1" y="573"/>
                  </a:lnTo>
                  <a:lnTo>
                    <a:pt x="2259" y="573"/>
                  </a:lnTo>
                  <a:lnTo>
                    <a:pt x="22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63"/>
            <p:cNvSpPr/>
            <p:nvPr/>
          </p:nvSpPr>
          <p:spPr>
            <a:xfrm>
              <a:off x="4274044" y="2121911"/>
              <a:ext cx="119307" cy="69189"/>
            </a:xfrm>
            <a:custGeom>
              <a:avLst/>
              <a:gdLst/>
              <a:ahLst/>
              <a:cxnLst/>
              <a:rect l="l" t="t" r="r" b="b"/>
              <a:pathLst>
                <a:path w="2959" h="1716" extrusionOk="0">
                  <a:moveTo>
                    <a:pt x="1" y="0"/>
                  </a:moveTo>
                  <a:lnTo>
                    <a:pt x="1" y="1716"/>
                  </a:lnTo>
                  <a:lnTo>
                    <a:pt x="2959" y="1716"/>
                  </a:lnTo>
                  <a:lnTo>
                    <a:pt x="2959" y="1430"/>
                  </a:lnTo>
                  <a:cubicBezTo>
                    <a:pt x="2959" y="644"/>
                    <a:pt x="2316" y="0"/>
                    <a:pt x="1530"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63"/>
            <p:cNvSpPr/>
            <p:nvPr/>
          </p:nvSpPr>
          <p:spPr>
            <a:xfrm>
              <a:off x="4071764" y="2121911"/>
              <a:ext cx="119347" cy="69189"/>
            </a:xfrm>
            <a:custGeom>
              <a:avLst/>
              <a:gdLst/>
              <a:ahLst/>
              <a:cxnLst/>
              <a:rect l="l" t="t" r="r" b="b"/>
              <a:pathLst>
                <a:path w="2960" h="1716" extrusionOk="0">
                  <a:moveTo>
                    <a:pt x="1430" y="0"/>
                  </a:moveTo>
                  <a:cubicBezTo>
                    <a:pt x="644" y="0"/>
                    <a:pt x="0" y="644"/>
                    <a:pt x="0" y="1430"/>
                  </a:cubicBezTo>
                  <a:lnTo>
                    <a:pt x="0" y="1716"/>
                  </a:lnTo>
                  <a:lnTo>
                    <a:pt x="2959" y="1716"/>
                  </a:lnTo>
                  <a:lnTo>
                    <a:pt x="2959"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63"/>
            <p:cNvSpPr/>
            <p:nvPr/>
          </p:nvSpPr>
          <p:spPr>
            <a:xfrm>
              <a:off x="4088496" y="2067722"/>
              <a:ext cx="288167" cy="106082"/>
            </a:xfrm>
            <a:custGeom>
              <a:avLst/>
              <a:gdLst/>
              <a:ahLst/>
              <a:cxnLst/>
              <a:rect l="l" t="t" r="r" b="b"/>
              <a:pathLst>
                <a:path w="7147" h="2631" extrusionOk="0">
                  <a:moveTo>
                    <a:pt x="1372" y="1"/>
                  </a:moveTo>
                  <a:cubicBezTo>
                    <a:pt x="872" y="1"/>
                    <a:pt x="400" y="273"/>
                    <a:pt x="143" y="702"/>
                  </a:cubicBezTo>
                  <a:lnTo>
                    <a:pt x="0" y="959"/>
                  </a:lnTo>
                  <a:lnTo>
                    <a:pt x="2873" y="2631"/>
                  </a:lnTo>
                  <a:lnTo>
                    <a:pt x="3574" y="1788"/>
                  </a:lnTo>
                  <a:lnTo>
                    <a:pt x="4260" y="2631"/>
                  </a:lnTo>
                  <a:lnTo>
                    <a:pt x="7147" y="959"/>
                  </a:lnTo>
                  <a:lnTo>
                    <a:pt x="7004" y="702"/>
                  </a:lnTo>
                  <a:cubicBezTo>
                    <a:pt x="6747" y="273"/>
                    <a:pt x="6274" y="1"/>
                    <a:pt x="5775" y="1"/>
                  </a:cubicBezTo>
                  <a:cubicBezTo>
                    <a:pt x="5518" y="1"/>
                    <a:pt x="5274" y="58"/>
                    <a:pt x="5060" y="187"/>
                  </a:cubicBezTo>
                  <a:lnTo>
                    <a:pt x="4102" y="744"/>
                  </a:lnTo>
                  <a:cubicBezTo>
                    <a:pt x="3873" y="873"/>
                    <a:pt x="3702" y="1059"/>
                    <a:pt x="3574" y="1287"/>
                  </a:cubicBezTo>
                  <a:cubicBezTo>
                    <a:pt x="3444" y="1059"/>
                    <a:pt x="3259" y="873"/>
                    <a:pt x="3030" y="744"/>
                  </a:cubicBezTo>
                  <a:lnTo>
                    <a:pt x="2087" y="187"/>
                  </a:lnTo>
                  <a:cubicBezTo>
                    <a:pt x="1872" y="58"/>
                    <a:pt x="1615" y="1"/>
                    <a:pt x="1372"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63"/>
            <p:cNvSpPr/>
            <p:nvPr/>
          </p:nvSpPr>
          <p:spPr>
            <a:xfrm>
              <a:off x="4257311" y="2154771"/>
              <a:ext cx="129750" cy="118783"/>
            </a:xfrm>
            <a:custGeom>
              <a:avLst/>
              <a:gdLst/>
              <a:ahLst/>
              <a:cxnLst/>
              <a:rect l="l" t="t" r="r" b="b"/>
              <a:pathLst>
                <a:path w="3218" h="2946" extrusionOk="0">
                  <a:moveTo>
                    <a:pt x="644" y="1"/>
                  </a:moveTo>
                  <a:cubicBezTo>
                    <a:pt x="601" y="1"/>
                    <a:pt x="572" y="14"/>
                    <a:pt x="530" y="14"/>
                  </a:cubicBezTo>
                  <a:lnTo>
                    <a:pt x="315" y="29"/>
                  </a:lnTo>
                  <a:lnTo>
                    <a:pt x="1" y="1402"/>
                  </a:lnTo>
                  <a:lnTo>
                    <a:pt x="2674" y="2945"/>
                  </a:lnTo>
                  <a:lnTo>
                    <a:pt x="2817" y="2688"/>
                  </a:lnTo>
                  <a:cubicBezTo>
                    <a:pt x="3217" y="2016"/>
                    <a:pt x="2974" y="1144"/>
                    <a:pt x="2302" y="744"/>
                  </a:cubicBezTo>
                  <a:lnTo>
                    <a:pt x="1344" y="201"/>
                  </a:lnTo>
                  <a:cubicBezTo>
                    <a:pt x="1130" y="72"/>
                    <a:pt x="887" y="1"/>
                    <a:pt x="6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63"/>
            <p:cNvSpPr/>
            <p:nvPr/>
          </p:nvSpPr>
          <p:spPr>
            <a:xfrm>
              <a:off x="4078094" y="2155093"/>
              <a:ext cx="129145" cy="118460"/>
            </a:xfrm>
            <a:custGeom>
              <a:avLst/>
              <a:gdLst/>
              <a:ahLst/>
              <a:cxnLst/>
              <a:rect l="l" t="t" r="r" b="b"/>
              <a:pathLst>
                <a:path w="3203" h="2938" extrusionOk="0">
                  <a:moveTo>
                    <a:pt x="2564" y="0"/>
                  </a:moveTo>
                  <a:cubicBezTo>
                    <a:pt x="2320" y="0"/>
                    <a:pt x="2079" y="71"/>
                    <a:pt x="1859" y="193"/>
                  </a:cubicBezTo>
                  <a:lnTo>
                    <a:pt x="916" y="736"/>
                  </a:lnTo>
                  <a:cubicBezTo>
                    <a:pt x="230" y="1136"/>
                    <a:pt x="1" y="2008"/>
                    <a:pt x="386" y="2680"/>
                  </a:cubicBezTo>
                  <a:lnTo>
                    <a:pt x="544" y="2937"/>
                  </a:lnTo>
                  <a:lnTo>
                    <a:pt x="3203" y="1394"/>
                  </a:lnTo>
                  <a:lnTo>
                    <a:pt x="2888" y="21"/>
                  </a:lnTo>
                  <a:lnTo>
                    <a:pt x="2688" y="6"/>
                  </a:lnTo>
                  <a:cubicBezTo>
                    <a:pt x="2647" y="2"/>
                    <a:pt x="2605" y="0"/>
                    <a:pt x="2564"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63"/>
            <p:cNvSpPr/>
            <p:nvPr/>
          </p:nvSpPr>
          <p:spPr>
            <a:xfrm>
              <a:off x="4197962" y="2187590"/>
              <a:ext cx="69229" cy="209825"/>
            </a:xfrm>
            <a:custGeom>
              <a:avLst/>
              <a:gdLst/>
              <a:ahLst/>
              <a:cxnLst/>
              <a:rect l="l" t="t" r="r" b="b"/>
              <a:pathLst>
                <a:path w="1717" h="5204" extrusionOk="0">
                  <a:moveTo>
                    <a:pt x="1" y="1"/>
                  </a:moveTo>
                  <a:lnTo>
                    <a:pt x="1" y="5204"/>
                  </a:lnTo>
                  <a:lnTo>
                    <a:pt x="1716" y="5204"/>
                  </a:lnTo>
                  <a:lnTo>
                    <a:pt x="1716"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63"/>
            <p:cNvSpPr/>
            <p:nvPr/>
          </p:nvSpPr>
          <p:spPr>
            <a:xfrm>
              <a:off x="4197962" y="2278671"/>
              <a:ext cx="69229" cy="23103"/>
            </a:xfrm>
            <a:custGeom>
              <a:avLst/>
              <a:gdLst/>
              <a:ahLst/>
              <a:cxnLst/>
              <a:rect l="l" t="t" r="r" b="b"/>
              <a:pathLst>
                <a:path w="1717" h="573"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63"/>
            <p:cNvSpPr/>
            <p:nvPr/>
          </p:nvSpPr>
          <p:spPr>
            <a:xfrm>
              <a:off x="4197962" y="2328828"/>
              <a:ext cx="69229" cy="23103"/>
            </a:xfrm>
            <a:custGeom>
              <a:avLst/>
              <a:gdLst/>
              <a:ahLst/>
              <a:cxnLst/>
              <a:rect l="l" t="t" r="r" b="b"/>
              <a:pathLst>
                <a:path w="1717" h="573"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63"/>
            <p:cNvSpPr/>
            <p:nvPr/>
          </p:nvSpPr>
          <p:spPr>
            <a:xfrm>
              <a:off x="4197962" y="2229119"/>
              <a:ext cx="69229" cy="23063"/>
            </a:xfrm>
            <a:custGeom>
              <a:avLst/>
              <a:gdLst/>
              <a:ahLst/>
              <a:cxnLst/>
              <a:rect l="l" t="t" r="r" b="b"/>
              <a:pathLst>
                <a:path w="1717" h="572"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63"/>
            <p:cNvSpPr/>
            <p:nvPr/>
          </p:nvSpPr>
          <p:spPr>
            <a:xfrm>
              <a:off x="4099423" y="2373178"/>
              <a:ext cx="266273" cy="76124"/>
            </a:xfrm>
            <a:custGeom>
              <a:avLst/>
              <a:gdLst/>
              <a:ahLst/>
              <a:cxnLst/>
              <a:rect l="l" t="t" r="r" b="b"/>
              <a:pathLst>
                <a:path w="6604" h="1888" extrusionOk="0">
                  <a:moveTo>
                    <a:pt x="1830" y="0"/>
                  </a:moveTo>
                  <a:cubicBezTo>
                    <a:pt x="816" y="0"/>
                    <a:pt x="0" y="816"/>
                    <a:pt x="0" y="1830"/>
                  </a:cubicBezTo>
                  <a:lnTo>
                    <a:pt x="0" y="1887"/>
                  </a:lnTo>
                  <a:lnTo>
                    <a:pt x="6604" y="1887"/>
                  </a:lnTo>
                  <a:lnTo>
                    <a:pt x="6604" y="1830"/>
                  </a:lnTo>
                  <a:cubicBezTo>
                    <a:pt x="6604" y="829"/>
                    <a:pt x="5775" y="0"/>
                    <a:pt x="477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63"/>
            <p:cNvSpPr/>
            <p:nvPr/>
          </p:nvSpPr>
          <p:spPr>
            <a:xfrm>
              <a:off x="4075796" y="2437729"/>
              <a:ext cx="313569" cy="23103"/>
            </a:xfrm>
            <a:custGeom>
              <a:avLst/>
              <a:gdLst/>
              <a:ahLst/>
              <a:cxnLst/>
              <a:rect l="l" t="t" r="r" b="b"/>
              <a:pathLst>
                <a:path w="7777" h="573" extrusionOk="0">
                  <a:moveTo>
                    <a:pt x="1" y="0"/>
                  </a:moveTo>
                  <a:lnTo>
                    <a:pt x="1" y="572"/>
                  </a:lnTo>
                  <a:lnTo>
                    <a:pt x="7776" y="572"/>
                  </a:lnTo>
                  <a:lnTo>
                    <a:pt x="7776"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63"/>
            <p:cNvSpPr/>
            <p:nvPr/>
          </p:nvSpPr>
          <p:spPr>
            <a:xfrm>
              <a:off x="4174335" y="2143240"/>
              <a:ext cx="116444" cy="65157"/>
            </a:xfrm>
            <a:custGeom>
              <a:avLst/>
              <a:gdLst/>
              <a:ahLst/>
              <a:cxnLst/>
              <a:rect l="l" t="t" r="r" b="b"/>
              <a:pathLst>
                <a:path w="2888" h="1616" extrusionOk="0">
                  <a:moveTo>
                    <a:pt x="801" y="1"/>
                  </a:moveTo>
                  <a:cubicBezTo>
                    <a:pt x="358" y="1"/>
                    <a:pt x="0" y="373"/>
                    <a:pt x="0" y="815"/>
                  </a:cubicBezTo>
                  <a:cubicBezTo>
                    <a:pt x="0" y="1259"/>
                    <a:pt x="358" y="1615"/>
                    <a:pt x="801" y="1615"/>
                  </a:cubicBezTo>
                  <a:cubicBezTo>
                    <a:pt x="1058" y="1615"/>
                    <a:pt x="1287" y="1501"/>
                    <a:pt x="1445" y="1316"/>
                  </a:cubicBezTo>
                  <a:cubicBezTo>
                    <a:pt x="1588" y="1501"/>
                    <a:pt x="1816" y="1615"/>
                    <a:pt x="2074" y="1615"/>
                  </a:cubicBezTo>
                  <a:cubicBezTo>
                    <a:pt x="2531" y="1615"/>
                    <a:pt x="2888" y="1259"/>
                    <a:pt x="2888" y="815"/>
                  </a:cubicBezTo>
                  <a:cubicBezTo>
                    <a:pt x="2888" y="373"/>
                    <a:pt x="2531" y="1"/>
                    <a:pt x="2074" y="1"/>
                  </a:cubicBezTo>
                  <a:cubicBezTo>
                    <a:pt x="2016" y="1"/>
                    <a:pt x="1959" y="15"/>
                    <a:pt x="1902" y="29"/>
                  </a:cubicBezTo>
                  <a:lnTo>
                    <a:pt x="1816" y="43"/>
                  </a:lnTo>
                  <a:lnTo>
                    <a:pt x="1445" y="415"/>
                  </a:lnTo>
                  <a:lnTo>
                    <a:pt x="1058" y="43"/>
                  </a:lnTo>
                  <a:lnTo>
                    <a:pt x="987" y="29"/>
                  </a:lnTo>
                  <a:cubicBezTo>
                    <a:pt x="930" y="15"/>
                    <a:pt x="873" y="1"/>
                    <a:pt x="8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63"/>
            <p:cNvSpPr/>
            <p:nvPr/>
          </p:nvSpPr>
          <p:spPr>
            <a:xfrm>
              <a:off x="4199696" y="2117314"/>
              <a:ext cx="65722" cy="65722"/>
            </a:xfrm>
            <a:custGeom>
              <a:avLst/>
              <a:gdLst/>
              <a:ahLst/>
              <a:cxnLst/>
              <a:rect l="l" t="t" r="r" b="b"/>
              <a:pathLst>
                <a:path w="1630" h="1630" extrusionOk="0">
                  <a:moveTo>
                    <a:pt x="816" y="0"/>
                  </a:moveTo>
                  <a:cubicBezTo>
                    <a:pt x="372" y="0"/>
                    <a:pt x="0" y="372"/>
                    <a:pt x="0" y="815"/>
                  </a:cubicBezTo>
                  <a:cubicBezTo>
                    <a:pt x="0" y="1258"/>
                    <a:pt x="372" y="1630"/>
                    <a:pt x="816" y="1630"/>
                  </a:cubicBezTo>
                  <a:cubicBezTo>
                    <a:pt x="1258" y="1630"/>
                    <a:pt x="1630" y="1258"/>
                    <a:pt x="1630" y="815"/>
                  </a:cubicBezTo>
                  <a:cubicBezTo>
                    <a:pt x="1630" y="372"/>
                    <a:pt x="1258" y="0"/>
                    <a:pt x="816"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9" name="Google Shape;2649;p63"/>
          <p:cNvGrpSpPr/>
          <p:nvPr/>
        </p:nvGrpSpPr>
        <p:grpSpPr>
          <a:xfrm>
            <a:off x="4702167" y="2305174"/>
            <a:ext cx="360541" cy="318389"/>
            <a:chOff x="4714326" y="2090220"/>
            <a:chExt cx="394249" cy="348156"/>
          </a:xfrm>
        </p:grpSpPr>
        <p:sp>
          <p:nvSpPr>
            <p:cNvPr id="2650" name="Google Shape;2650;p63"/>
            <p:cNvSpPr/>
            <p:nvPr/>
          </p:nvSpPr>
          <p:spPr>
            <a:xfrm>
              <a:off x="4899913" y="2325925"/>
              <a:ext cx="23103" cy="50763"/>
            </a:xfrm>
            <a:custGeom>
              <a:avLst/>
              <a:gdLst/>
              <a:ahLst/>
              <a:cxnLst/>
              <a:rect l="l" t="t" r="r" b="b"/>
              <a:pathLst>
                <a:path w="573"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63"/>
            <p:cNvSpPr/>
            <p:nvPr/>
          </p:nvSpPr>
          <p:spPr>
            <a:xfrm>
              <a:off x="5002484" y="2325925"/>
              <a:ext cx="23103" cy="50763"/>
            </a:xfrm>
            <a:custGeom>
              <a:avLst/>
              <a:gdLst/>
              <a:ahLst/>
              <a:cxnLst/>
              <a:rect l="l" t="t" r="r" b="b"/>
              <a:pathLst>
                <a:path w="573" h="1259" extrusionOk="0">
                  <a:moveTo>
                    <a:pt x="1" y="0"/>
                  </a:moveTo>
                  <a:lnTo>
                    <a:pt x="1"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63"/>
            <p:cNvSpPr/>
            <p:nvPr/>
          </p:nvSpPr>
          <p:spPr>
            <a:xfrm>
              <a:off x="4797342" y="2325925"/>
              <a:ext cx="23063" cy="50763"/>
            </a:xfrm>
            <a:custGeom>
              <a:avLst/>
              <a:gdLst/>
              <a:ahLst/>
              <a:cxnLst/>
              <a:rect l="l" t="t" r="r" b="b"/>
              <a:pathLst>
                <a:path w="572"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63"/>
            <p:cNvSpPr/>
            <p:nvPr/>
          </p:nvSpPr>
          <p:spPr>
            <a:xfrm>
              <a:off x="4950634" y="2090220"/>
              <a:ext cx="157329" cy="247283"/>
            </a:xfrm>
            <a:custGeom>
              <a:avLst/>
              <a:gdLst/>
              <a:ahLst/>
              <a:cxnLst/>
              <a:rect l="l" t="t" r="r" b="b"/>
              <a:pathLst>
                <a:path w="3902" h="6133" extrusionOk="0">
                  <a:moveTo>
                    <a:pt x="1572" y="1"/>
                  </a:moveTo>
                  <a:lnTo>
                    <a:pt x="0" y="3359"/>
                  </a:lnTo>
                  <a:lnTo>
                    <a:pt x="686" y="6132"/>
                  </a:lnTo>
                  <a:lnTo>
                    <a:pt x="3902" y="6132"/>
                  </a:lnTo>
                  <a:lnTo>
                    <a:pt x="3373" y="4989"/>
                  </a:lnTo>
                  <a:lnTo>
                    <a:pt x="3902" y="4989"/>
                  </a:lnTo>
                  <a:lnTo>
                    <a:pt x="1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63"/>
            <p:cNvSpPr/>
            <p:nvPr/>
          </p:nvSpPr>
          <p:spPr>
            <a:xfrm>
              <a:off x="4714326" y="2090220"/>
              <a:ext cx="157974" cy="247283"/>
            </a:xfrm>
            <a:custGeom>
              <a:avLst/>
              <a:gdLst/>
              <a:ahLst/>
              <a:cxnLst/>
              <a:rect l="l" t="t" r="r" b="b"/>
              <a:pathLst>
                <a:path w="3918" h="6133" extrusionOk="0">
                  <a:moveTo>
                    <a:pt x="2345" y="1"/>
                  </a:moveTo>
                  <a:lnTo>
                    <a:pt x="1" y="4989"/>
                  </a:lnTo>
                  <a:lnTo>
                    <a:pt x="544" y="4989"/>
                  </a:lnTo>
                  <a:lnTo>
                    <a:pt x="1" y="6132"/>
                  </a:lnTo>
                  <a:lnTo>
                    <a:pt x="3216" y="6132"/>
                  </a:lnTo>
                  <a:lnTo>
                    <a:pt x="3917" y="3359"/>
                  </a:lnTo>
                  <a:lnTo>
                    <a:pt x="23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63"/>
            <p:cNvSpPr/>
            <p:nvPr/>
          </p:nvSpPr>
          <p:spPr>
            <a:xfrm>
              <a:off x="4820364" y="2090220"/>
              <a:ext cx="182166" cy="247283"/>
            </a:xfrm>
            <a:custGeom>
              <a:avLst/>
              <a:gdLst/>
              <a:ahLst/>
              <a:cxnLst/>
              <a:rect l="l" t="t" r="r" b="b"/>
              <a:pathLst>
                <a:path w="4518" h="6133" extrusionOk="0">
                  <a:moveTo>
                    <a:pt x="2259" y="1"/>
                  </a:moveTo>
                  <a:lnTo>
                    <a:pt x="1" y="4989"/>
                  </a:lnTo>
                  <a:lnTo>
                    <a:pt x="529" y="4989"/>
                  </a:lnTo>
                  <a:lnTo>
                    <a:pt x="1" y="6132"/>
                  </a:lnTo>
                  <a:lnTo>
                    <a:pt x="4518" y="6132"/>
                  </a:lnTo>
                  <a:lnTo>
                    <a:pt x="3974" y="4989"/>
                  </a:lnTo>
                  <a:lnTo>
                    <a:pt x="4518" y="4989"/>
                  </a:lnTo>
                  <a:lnTo>
                    <a:pt x="2259"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63"/>
            <p:cNvSpPr/>
            <p:nvPr/>
          </p:nvSpPr>
          <p:spPr>
            <a:xfrm>
              <a:off x="4714890" y="2365115"/>
              <a:ext cx="393684" cy="73261"/>
            </a:xfrm>
            <a:custGeom>
              <a:avLst/>
              <a:gdLst/>
              <a:ahLst/>
              <a:cxnLst/>
              <a:rect l="l" t="t" r="r" b="b"/>
              <a:pathLst>
                <a:path w="9764" h="1817" extrusionOk="0">
                  <a:moveTo>
                    <a:pt x="1" y="0"/>
                  </a:moveTo>
                  <a:lnTo>
                    <a:pt x="1" y="1816"/>
                  </a:lnTo>
                  <a:lnTo>
                    <a:pt x="9764" y="1816"/>
                  </a:lnTo>
                  <a:lnTo>
                    <a:pt x="976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7" name="Google Shape;2657;p63"/>
          <p:cNvGrpSpPr/>
          <p:nvPr/>
        </p:nvGrpSpPr>
        <p:grpSpPr>
          <a:xfrm>
            <a:off x="5323527" y="2340461"/>
            <a:ext cx="359471" cy="247746"/>
            <a:chOff x="5393779" y="2128805"/>
            <a:chExt cx="393080" cy="270908"/>
          </a:xfrm>
        </p:grpSpPr>
        <p:sp>
          <p:nvSpPr>
            <p:cNvPr id="2658" name="Google Shape;2658;p63"/>
            <p:cNvSpPr/>
            <p:nvPr/>
          </p:nvSpPr>
          <p:spPr>
            <a:xfrm>
              <a:off x="5393779" y="2128805"/>
              <a:ext cx="393080" cy="109549"/>
            </a:xfrm>
            <a:custGeom>
              <a:avLst/>
              <a:gdLst/>
              <a:ahLst/>
              <a:cxnLst/>
              <a:rect l="l" t="t" r="r" b="b"/>
              <a:pathLst>
                <a:path w="9749" h="2717" extrusionOk="0">
                  <a:moveTo>
                    <a:pt x="4860" y="1"/>
                  </a:moveTo>
                  <a:cubicBezTo>
                    <a:pt x="4703" y="1"/>
                    <a:pt x="4546" y="87"/>
                    <a:pt x="4446" y="201"/>
                  </a:cubicBezTo>
                  <a:cubicBezTo>
                    <a:pt x="4317" y="359"/>
                    <a:pt x="4145" y="430"/>
                    <a:pt x="3945" y="430"/>
                  </a:cubicBezTo>
                  <a:cubicBezTo>
                    <a:pt x="3760" y="430"/>
                    <a:pt x="3574" y="359"/>
                    <a:pt x="3459" y="216"/>
                  </a:cubicBezTo>
                  <a:cubicBezTo>
                    <a:pt x="3345" y="87"/>
                    <a:pt x="3188" y="16"/>
                    <a:pt x="3030" y="16"/>
                  </a:cubicBezTo>
                  <a:cubicBezTo>
                    <a:pt x="2874" y="16"/>
                    <a:pt x="2716" y="87"/>
                    <a:pt x="2602" y="216"/>
                  </a:cubicBezTo>
                  <a:cubicBezTo>
                    <a:pt x="2474" y="359"/>
                    <a:pt x="2302" y="430"/>
                    <a:pt x="2116" y="430"/>
                  </a:cubicBezTo>
                  <a:cubicBezTo>
                    <a:pt x="1916" y="430"/>
                    <a:pt x="1744" y="359"/>
                    <a:pt x="1616" y="216"/>
                  </a:cubicBezTo>
                  <a:cubicBezTo>
                    <a:pt x="1515" y="87"/>
                    <a:pt x="1359" y="16"/>
                    <a:pt x="1187" y="16"/>
                  </a:cubicBezTo>
                  <a:cubicBezTo>
                    <a:pt x="1029" y="16"/>
                    <a:pt x="873" y="87"/>
                    <a:pt x="772" y="216"/>
                  </a:cubicBezTo>
                  <a:cubicBezTo>
                    <a:pt x="644" y="359"/>
                    <a:pt x="272" y="445"/>
                    <a:pt x="272" y="445"/>
                  </a:cubicBezTo>
                  <a:lnTo>
                    <a:pt x="0" y="445"/>
                  </a:lnTo>
                  <a:lnTo>
                    <a:pt x="0" y="2717"/>
                  </a:lnTo>
                  <a:lnTo>
                    <a:pt x="286" y="2717"/>
                  </a:lnTo>
                  <a:cubicBezTo>
                    <a:pt x="629" y="2717"/>
                    <a:pt x="972" y="2574"/>
                    <a:pt x="1201" y="2303"/>
                  </a:cubicBezTo>
                  <a:cubicBezTo>
                    <a:pt x="1430" y="2574"/>
                    <a:pt x="1773" y="2717"/>
                    <a:pt x="2116" y="2717"/>
                  </a:cubicBezTo>
                  <a:cubicBezTo>
                    <a:pt x="2474" y="2717"/>
                    <a:pt x="2802" y="2574"/>
                    <a:pt x="3045" y="2303"/>
                  </a:cubicBezTo>
                  <a:cubicBezTo>
                    <a:pt x="3274" y="2574"/>
                    <a:pt x="3602" y="2717"/>
                    <a:pt x="3960" y="2717"/>
                  </a:cubicBezTo>
                  <a:cubicBezTo>
                    <a:pt x="4317" y="2717"/>
                    <a:pt x="4646" y="2574"/>
                    <a:pt x="4875" y="2303"/>
                  </a:cubicBezTo>
                  <a:cubicBezTo>
                    <a:pt x="5104" y="2574"/>
                    <a:pt x="5447" y="2717"/>
                    <a:pt x="5790" y="2717"/>
                  </a:cubicBezTo>
                  <a:cubicBezTo>
                    <a:pt x="6146" y="2717"/>
                    <a:pt x="6476" y="2574"/>
                    <a:pt x="6718" y="2303"/>
                  </a:cubicBezTo>
                  <a:cubicBezTo>
                    <a:pt x="6947" y="2574"/>
                    <a:pt x="7276" y="2717"/>
                    <a:pt x="7633" y="2717"/>
                  </a:cubicBezTo>
                  <a:cubicBezTo>
                    <a:pt x="7991" y="2717"/>
                    <a:pt x="8319" y="2574"/>
                    <a:pt x="8548" y="2303"/>
                  </a:cubicBezTo>
                  <a:cubicBezTo>
                    <a:pt x="8776" y="2574"/>
                    <a:pt x="9119" y="2717"/>
                    <a:pt x="9462" y="2717"/>
                  </a:cubicBezTo>
                  <a:lnTo>
                    <a:pt x="9748" y="2717"/>
                  </a:lnTo>
                  <a:lnTo>
                    <a:pt x="9748" y="430"/>
                  </a:lnTo>
                  <a:lnTo>
                    <a:pt x="9462" y="430"/>
                  </a:lnTo>
                  <a:cubicBezTo>
                    <a:pt x="9262" y="430"/>
                    <a:pt x="9091" y="359"/>
                    <a:pt x="8963" y="201"/>
                  </a:cubicBezTo>
                  <a:cubicBezTo>
                    <a:pt x="8862" y="87"/>
                    <a:pt x="8705" y="1"/>
                    <a:pt x="8548" y="1"/>
                  </a:cubicBezTo>
                  <a:cubicBezTo>
                    <a:pt x="8376" y="1"/>
                    <a:pt x="8233" y="87"/>
                    <a:pt x="8119" y="201"/>
                  </a:cubicBezTo>
                  <a:cubicBezTo>
                    <a:pt x="7991" y="359"/>
                    <a:pt x="7819" y="430"/>
                    <a:pt x="7619" y="430"/>
                  </a:cubicBezTo>
                  <a:cubicBezTo>
                    <a:pt x="7433" y="430"/>
                    <a:pt x="7248" y="359"/>
                    <a:pt x="7133" y="201"/>
                  </a:cubicBezTo>
                  <a:cubicBezTo>
                    <a:pt x="7019" y="87"/>
                    <a:pt x="6861" y="1"/>
                    <a:pt x="6704" y="1"/>
                  </a:cubicBezTo>
                  <a:cubicBezTo>
                    <a:pt x="6547" y="1"/>
                    <a:pt x="6390" y="87"/>
                    <a:pt x="6276" y="201"/>
                  </a:cubicBezTo>
                  <a:cubicBezTo>
                    <a:pt x="6161" y="359"/>
                    <a:pt x="5975" y="430"/>
                    <a:pt x="5790" y="430"/>
                  </a:cubicBezTo>
                  <a:cubicBezTo>
                    <a:pt x="5589" y="430"/>
                    <a:pt x="5418" y="359"/>
                    <a:pt x="5289" y="201"/>
                  </a:cubicBezTo>
                  <a:cubicBezTo>
                    <a:pt x="5174" y="87"/>
                    <a:pt x="5031" y="1"/>
                    <a:pt x="4860"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63"/>
            <p:cNvSpPr/>
            <p:nvPr/>
          </p:nvSpPr>
          <p:spPr>
            <a:xfrm>
              <a:off x="5393779" y="2197993"/>
              <a:ext cx="393080" cy="201721"/>
            </a:xfrm>
            <a:custGeom>
              <a:avLst/>
              <a:gdLst/>
              <a:ahLst/>
              <a:cxnLst/>
              <a:rect l="l" t="t" r="r" b="b"/>
              <a:pathLst>
                <a:path w="9749" h="5003" extrusionOk="0">
                  <a:moveTo>
                    <a:pt x="4860" y="0"/>
                  </a:moveTo>
                  <a:cubicBezTo>
                    <a:pt x="4703" y="0"/>
                    <a:pt x="4546" y="86"/>
                    <a:pt x="4446" y="200"/>
                  </a:cubicBezTo>
                  <a:cubicBezTo>
                    <a:pt x="4317" y="358"/>
                    <a:pt x="4145" y="429"/>
                    <a:pt x="3945" y="429"/>
                  </a:cubicBezTo>
                  <a:cubicBezTo>
                    <a:pt x="3760" y="429"/>
                    <a:pt x="3574" y="358"/>
                    <a:pt x="3459" y="215"/>
                  </a:cubicBezTo>
                  <a:cubicBezTo>
                    <a:pt x="3345" y="86"/>
                    <a:pt x="3188" y="15"/>
                    <a:pt x="3030" y="15"/>
                  </a:cubicBezTo>
                  <a:cubicBezTo>
                    <a:pt x="2874" y="15"/>
                    <a:pt x="2716" y="86"/>
                    <a:pt x="2602" y="215"/>
                  </a:cubicBezTo>
                  <a:cubicBezTo>
                    <a:pt x="2474" y="358"/>
                    <a:pt x="2302" y="429"/>
                    <a:pt x="2116" y="429"/>
                  </a:cubicBezTo>
                  <a:cubicBezTo>
                    <a:pt x="1916" y="429"/>
                    <a:pt x="1744" y="358"/>
                    <a:pt x="1616" y="215"/>
                  </a:cubicBezTo>
                  <a:cubicBezTo>
                    <a:pt x="1515" y="86"/>
                    <a:pt x="1359" y="15"/>
                    <a:pt x="1187" y="15"/>
                  </a:cubicBezTo>
                  <a:cubicBezTo>
                    <a:pt x="1029" y="15"/>
                    <a:pt x="873" y="86"/>
                    <a:pt x="772" y="215"/>
                  </a:cubicBezTo>
                  <a:cubicBezTo>
                    <a:pt x="644" y="358"/>
                    <a:pt x="272" y="444"/>
                    <a:pt x="272" y="444"/>
                  </a:cubicBezTo>
                  <a:lnTo>
                    <a:pt x="0" y="444"/>
                  </a:lnTo>
                  <a:lnTo>
                    <a:pt x="0" y="5003"/>
                  </a:lnTo>
                  <a:lnTo>
                    <a:pt x="9748" y="5003"/>
                  </a:lnTo>
                  <a:lnTo>
                    <a:pt x="9748" y="429"/>
                  </a:lnTo>
                  <a:lnTo>
                    <a:pt x="9462" y="429"/>
                  </a:lnTo>
                  <a:cubicBezTo>
                    <a:pt x="9262" y="429"/>
                    <a:pt x="9091" y="358"/>
                    <a:pt x="8963" y="200"/>
                  </a:cubicBezTo>
                  <a:cubicBezTo>
                    <a:pt x="8862" y="86"/>
                    <a:pt x="8705" y="0"/>
                    <a:pt x="8548" y="0"/>
                  </a:cubicBezTo>
                  <a:cubicBezTo>
                    <a:pt x="8376" y="0"/>
                    <a:pt x="8233" y="86"/>
                    <a:pt x="8119" y="200"/>
                  </a:cubicBezTo>
                  <a:cubicBezTo>
                    <a:pt x="7991" y="358"/>
                    <a:pt x="7819" y="429"/>
                    <a:pt x="7619" y="429"/>
                  </a:cubicBezTo>
                  <a:cubicBezTo>
                    <a:pt x="7433" y="429"/>
                    <a:pt x="7248" y="358"/>
                    <a:pt x="7133" y="200"/>
                  </a:cubicBezTo>
                  <a:cubicBezTo>
                    <a:pt x="7019" y="86"/>
                    <a:pt x="6861" y="0"/>
                    <a:pt x="6704" y="0"/>
                  </a:cubicBezTo>
                  <a:cubicBezTo>
                    <a:pt x="6547" y="0"/>
                    <a:pt x="6390" y="86"/>
                    <a:pt x="6276" y="200"/>
                  </a:cubicBezTo>
                  <a:cubicBezTo>
                    <a:pt x="6161" y="358"/>
                    <a:pt x="5975" y="429"/>
                    <a:pt x="5790" y="429"/>
                  </a:cubicBezTo>
                  <a:cubicBezTo>
                    <a:pt x="5589" y="429"/>
                    <a:pt x="5418" y="358"/>
                    <a:pt x="5289" y="200"/>
                  </a:cubicBezTo>
                  <a:cubicBezTo>
                    <a:pt x="5174" y="86"/>
                    <a:pt x="5031" y="0"/>
                    <a:pt x="4860"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63"/>
            <p:cNvSpPr/>
            <p:nvPr/>
          </p:nvSpPr>
          <p:spPr>
            <a:xfrm>
              <a:off x="5578762" y="2309233"/>
              <a:ext cx="23103" cy="23103"/>
            </a:xfrm>
            <a:custGeom>
              <a:avLst/>
              <a:gdLst/>
              <a:ahLst/>
              <a:cxnLst/>
              <a:rect l="l" t="t" r="r" b="b"/>
              <a:pathLst>
                <a:path w="573" h="573" extrusionOk="0">
                  <a:moveTo>
                    <a:pt x="1" y="0"/>
                  </a:moveTo>
                  <a:lnTo>
                    <a:pt x="1" y="572"/>
                  </a:lnTo>
                  <a:lnTo>
                    <a:pt x="573" y="572"/>
                  </a:lnTo>
                  <a:lnTo>
                    <a:pt x="57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63"/>
            <p:cNvSpPr/>
            <p:nvPr/>
          </p:nvSpPr>
          <p:spPr>
            <a:xfrm>
              <a:off x="5516550" y="2265446"/>
              <a:ext cx="23063" cy="23063"/>
            </a:xfrm>
            <a:custGeom>
              <a:avLst/>
              <a:gdLst/>
              <a:ahLst/>
              <a:cxnLst/>
              <a:rect l="l" t="t" r="r" b="b"/>
              <a:pathLst>
                <a:path w="572" h="572"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63"/>
            <p:cNvSpPr/>
            <p:nvPr/>
          </p:nvSpPr>
          <p:spPr>
            <a:xfrm>
              <a:off x="5641014" y="2265446"/>
              <a:ext cx="23103" cy="23063"/>
            </a:xfrm>
            <a:custGeom>
              <a:avLst/>
              <a:gdLst/>
              <a:ahLst/>
              <a:cxnLst/>
              <a:rect l="l" t="t" r="r" b="b"/>
              <a:pathLst>
                <a:path w="573" h="572"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63"/>
            <p:cNvSpPr/>
            <p:nvPr/>
          </p:nvSpPr>
          <p:spPr>
            <a:xfrm>
              <a:off x="5704960" y="2321328"/>
              <a:ext cx="23103" cy="23063"/>
            </a:xfrm>
            <a:custGeom>
              <a:avLst/>
              <a:gdLst/>
              <a:ahLst/>
              <a:cxnLst/>
              <a:rect l="l" t="t" r="r" b="b"/>
              <a:pathLst>
                <a:path w="573" h="572"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63"/>
            <p:cNvSpPr/>
            <p:nvPr/>
          </p:nvSpPr>
          <p:spPr>
            <a:xfrm>
              <a:off x="5452564" y="2321328"/>
              <a:ext cx="23063" cy="23063"/>
            </a:xfrm>
            <a:custGeom>
              <a:avLst/>
              <a:gdLst/>
              <a:ahLst/>
              <a:cxnLst/>
              <a:rect l="l" t="t" r="r" b="b"/>
              <a:pathLst>
                <a:path w="572" h="572"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5" name="Google Shape;2665;p63"/>
          <p:cNvGrpSpPr/>
          <p:nvPr/>
        </p:nvGrpSpPr>
        <p:grpSpPr>
          <a:xfrm>
            <a:off x="5951708" y="2284600"/>
            <a:ext cx="343690" cy="359499"/>
            <a:chOff x="6080691" y="2067722"/>
            <a:chExt cx="375823" cy="393110"/>
          </a:xfrm>
        </p:grpSpPr>
        <p:sp>
          <p:nvSpPr>
            <p:cNvPr id="2666" name="Google Shape;2666;p63"/>
            <p:cNvSpPr/>
            <p:nvPr/>
          </p:nvSpPr>
          <p:spPr>
            <a:xfrm>
              <a:off x="6165441" y="2260205"/>
              <a:ext cx="207527" cy="189101"/>
            </a:xfrm>
            <a:custGeom>
              <a:avLst/>
              <a:gdLst/>
              <a:ahLst/>
              <a:cxnLst/>
              <a:rect l="l" t="t" r="r" b="b"/>
              <a:pathLst>
                <a:path w="5147" h="4690" extrusionOk="0">
                  <a:moveTo>
                    <a:pt x="1" y="1"/>
                  </a:moveTo>
                  <a:lnTo>
                    <a:pt x="1" y="387"/>
                  </a:lnTo>
                  <a:cubicBezTo>
                    <a:pt x="1" y="1059"/>
                    <a:pt x="544" y="1602"/>
                    <a:pt x="1215" y="1602"/>
                  </a:cubicBezTo>
                  <a:lnTo>
                    <a:pt x="1329" y="1602"/>
                  </a:lnTo>
                  <a:lnTo>
                    <a:pt x="1329" y="4689"/>
                  </a:lnTo>
                  <a:lnTo>
                    <a:pt x="3816" y="4689"/>
                  </a:lnTo>
                  <a:lnTo>
                    <a:pt x="3816" y="1602"/>
                  </a:lnTo>
                  <a:lnTo>
                    <a:pt x="3931" y="1602"/>
                  </a:lnTo>
                  <a:cubicBezTo>
                    <a:pt x="4603" y="1602"/>
                    <a:pt x="5146" y="1059"/>
                    <a:pt x="5146" y="387"/>
                  </a:cubicBezTo>
                  <a:lnTo>
                    <a:pt x="5146" y="1"/>
                  </a:lnTo>
                  <a:lnTo>
                    <a:pt x="4575" y="1"/>
                  </a:lnTo>
                  <a:lnTo>
                    <a:pt x="4575" y="373"/>
                  </a:lnTo>
                  <a:cubicBezTo>
                    <a:pt x="4575" y="730"/>
                    <a:pt x="4289" y="1016"/>
                    <a:pt x="3931" y="1016"/>
                  </a:cubicBezTo>
                  <a:lnTo>
                    <a:pt x="3816" y="1016"/>
                  </a:lnTo>
                  <a:lnTo>
                    <a:pt x="3816" y="1030"/>
                  </a:lnTo>
                  <a:lnTo>
                    <a:pt x="3788" y="1030"/>
                  </a:lnTo>
                  <a:cubicBezTo>
                    <a:pt x="3917" y="830"/>
                    <a:pt x="4003" y="587"/>
                    <a:pt x="4003" y="330"/>
                  </a:cubicBezTo>
                  <a:lnTo>
                    <a:pt x="4003" y="1"/>
                  </a:lnTo>
                  <a:lnTo>
                    <a:pt x="3431" y="1"/>
                  </a:lnTo>
                  <a:lnTo>
                    <a:pt x="3431" y="330"/>
                  </a:lnTo>
                  <a:cubicBezTo>
                    <a:pt x="3431" y="673"/>
                    <a:pt x="3187" y="959"/>
                    <a:pt x="2859" y="1016"/>
                  </a:cubicBezTo>
                  <a:lnTo>
                    <a:pt x="2859" y="1"/>
                  </a:lnTo>
                  <a:lnTo>
                    <a:pt x="2288" y="1"/>
                  </a:lnTo>
                  <a:lnTo>
                    <a:pt x="2288" y="1030"/>
                  </a:lnTo>
                  <a:cubicBezTo>
                    <a:pt x="1958" y="959"/>
                    <a:pt x="1716" y="673"/>
                    <a:pt x="1716" y="330"/>
                  </a:cubicBezTo>
                  <a:lnTo>
                    <a:pt x="1716" y="1"/>
                  </a:lnTo>
                  <a:lnTo>
                    <a:pt x="1144" y="1"/>
                  </a:lnTo>
                  <a:lnTo>
                    <a:pt x="1144" y="330"/>
                  </a:lnTo>
                  <a:cubicBezTo>
                    <a:pt x="1144" y="587"/>
                    <a:pt x="1215" y="830"/>
                    <a:pt x="1358" y="1030"/>
                  </a:cubicBezTo>
                  <a:lnTo>
                    <a:pt x="1215" y="1030"/>
                  </a:lnTo>
                  <a:cubicBezTo>
                    <a:pt x="858" y="1030"/>
                    <a:pt x="572" y="744"/>
                    <a:pt x="572" y="387"/>
                  </a:cubicBez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63"/>
            <p:cNvSpPr/>
            <p:nvPr/>
          </p:nvSpPr>
          <p:spPr>
            <a:xfrm>
              <a:off x="6080691" y="2067722"/>
              <a:ext cx="375823" cy="204060"/>
            </a:xfrm>
            <a:custGeom>
              <a:avLst/>
              <a:gdLst/>
              <a:ahLst/>
              <a:cxnLst/>
              <a:rect l="l" t="t" r="r" b="b"/>
              <a:pathLst>
                <a:path w="9321" h="5061" extrusionOk="0">
                  <a:moveTo>
                    <a:pt x="4675" y="1"/>
                  </a:moveTo>
                  <a:cubicBezTo>
                    <a:pt x="4247" y="1"/>
                    <a:pt x="3846" y="115"/>
                    <a:pt x="3503" y="344"/>
                  </a:cubicBezTo>
                  <a:cubicBezTo>
                    <a:pt x="3218" y="515"/>
                    <a:pt x="2974" y="759"/>
                    <a:pt x="2802" y="1045"/>
                  </a:cubicBezTo>
                  <a:lnTo>
                    <a:pt x="2789" y="1045"/>
                  </a:lnTo>
                  <a:cubicBezTo>
                    <a:pt x="1931" y="1045"/>
                    <a:pt x="1230" y="1688"/>
                    <a:pt x="1131" y="2517"/>
                  </a:cubicBezTo>
                  <a:cubicBezTo>
                    <a:pt x="487" y="2602"/>
                    <a:pt x="1" y="3160"/>
                    <a:pt x="30" y="3832"/>
                  </a:cubicBezTo>
                  <a:cubicBezTo>
                    <a:pt x="44" y="4518"/>
                    <a:pt x="630" y="5061"/>
                    <a:pt x="1331" y="5061"/>
                  </a:cubicBezTo>
                  <a:lnTo>
                    <a:pt x="8049" y="5061"/>
                  </a:lnTo>
                  <a:cubicBezTo>
                    <a:pt x="8748" y="5061"/>
                    <a:pt x="9320" y="4489"/>
                    <a:pt x="9320" y="3789"/>
                  </a:cubicBezTo>
                  <a:cubicBezTo>
                    <a:pt x="9320" y="3132"/>
                    <a:pt x="8834" y="2589"/>
                    <a:pt x="8205" y="2503"/>
                  </a:cubicBezTo>
                  <a:cubicBezTo>
                    <a:pt x="8106" y="1688"/>
                    <a:pt x="7405" y="1045"/>
                    <a:pt x="6562" y="1045"/>
                  </a:cubicBezTo>
                  <a:lnTo>
                    <a:pt x="6534" y="1045"/>
                  </a:lnTo>
                  <a:cubicBezTo>
                    <a:pt x="6362" y="759"/>
                    <a:pt x="6118" y="515"/>
                    <a:pt x="5847" y="344"/>
                  </a:cubicBezTo>
                  <a:cubicBezTo>
                    <a:pt x="5490" y="115"/>
                    <a:pt x="5089" y="1"/>
                    <a:pt x="4675"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63"/>
            <p:cNvSpPr/>
            <p:nvPr/>
          </p:nvSpPr>
          <p:spPr>
            <a:xfrm>
              <a:off x="6219025" y="2347253"/>
              <a:ext cx="34070" cy="23103"/>
            </a:xfrm>
            <a:custGeom>
              <a:avLst/>
              <a:gdLst/>
              <a:ahLst/>
              <a:cxnLst/>
              <a:rect l="l" t="t" r="r" b="b"/>
              <a:pathLst>
                <a:path w="845" h="573" extrusionOk="0">
                  <a:moveTo>
                    <a:pt x="0" y="1"/>
                  </a:moveTo>
                  <a:lnTo>
                    <a:pt x="0" y="573"/>
                  </a:lnTo>
                  <a:lnTo>
                    <a:pt x="844" y="573"/>
                  </a:lnTo>
                  <a:lnTo>
                    <a:pt x="844"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63"/>
            <p:cNvSpPr/>
            <p:nvPr/>
          </p:nvSpPr>
          <p:spPr>
            <a:xfrm>
              <a:off x="6284704" y="2391604"/>
              <a:ext cx="34635" cy="23103"/>
            </a:xfrm>
            <a:custGeom>
              <a:avLst/>
              <a:gdLst/>
              <a:ahLst/>
              <a:cxnLst/>
              <a:rect l="l" t="t" r="r" b="b"/>
              <a:pathLst>
                <a:path w="859" h="573" extrusionOk="0">
                  <a:moveTo>
                    <a:pt x="1" y="1"/>
                  </a:moveTo>
                  <a:lnTo>
                    <a:pt x="1" y="573"/>
                  </a:lnTo>
                  <a:lnTo>
                    <a:pt x="858" y="573"/>
                  </a:lnTo>
                  <a:lnTo>
                    <a:pt x="858"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63"/>
            <p:cNvSpPr/>
            <p:nvPr/>
          </p:nvSpPr>
          <p:spPr>
            <a:xfrm>
              <a:off x="6142943" y="2437729"/>
              <a:ext cx="253048" cy="23103"/>
            </a:xfrm>
            <a:custGeom>
              <a:avLst/>
              <a:gdLst/>
              <a:ahLst/>
              <a:cxnLst/>
              <a:rect l="l" t="t" r="r" b="b"/>
              <a:pathLst>
                <a:path w="6276" h="573" extrusionOk="0">
                  <a:moveTo>
                    <a:pt x="1" y="0"/>
                  </a:moveTo>
                  <a:lnTo>
                    <a:pt x="1" y="572"/>
                  </a:lnTo>
                  <a:lnTo>
                    <a:pt x="6276" y="572"/>
                  </a:lnTo>
                  <a:lnTo>
                    <a:pt x="62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1" name="Google Shape;2671;p63"/>
          <p:cNvGrpSpPr/>
          <p:nvPr/>
        </p:nvGrpSpPr>
        <p:grpSpPr>
          <a:xfrm>
            <a:off x="6565177" y="2284305"/>
            <a:ext cx="360021" cy="359800"/>
            <a:chOff x="6751516" y="2067400"/>
            <a:chExt cx="393681" cy="393439"/>
          </a:xfrm>
        </p:grpSpPr>
        <p:sp>
          <p:nvSpPr>
            <p:cNvPr id="2672" name="Google Shape;2672;p63"/>
            <p:cNvSpPr/>
            <p:nvPr/>
          </p:nvSpPr>
          <p:spPr>
            <a:xfrm>
              <a:off x="6811430" y="2067400"/>
              <a:ext cx="84188" cy="76850"/>
            </a:xfrm>
            <a:custGeom>
              <a:avLst/>
              <a:gdLst/>
              <a:ahLst/>
              <a:cxnLst/>
              <a:rect l="l" t="t" r="r" b="b"/>
              <a:pathLst>
                <a:path w="2088" h="1906" extrusionOk="0">
                  <a:moveTo>
                    <a:pt x="1029" y="0"/>
                  </a:moveTo>
                  <a:cubicBezTo>
                    <a:pt x="959" y="0"/>
                    <a:pt x="887" y="8"/>
                    <a:pt x="816" y="24"/>
                  </a:cubicBezTo>
                  <a:cubicBezTo>
                    <a:pt x="315" y="152"/>
                    <a:pt x="1" y="666"/>
                    <a:pt x="115" y="1167"/>
                  </a:cubicBezTo>
                  <a:cubicBezTo>
                    <a:pt x="214" y="1611"/>
                    <a:pt x="609" y="1905"/>
                    <a:pt x="1046" y="1905"/>
                  </a:cubicBezTo>
                  <a:cubicBezTo>
                    <a:pt x="1116" y="1905"/>
                    <a:pt x="1188" y="1898"/>
                    <a:pt x="1259" y="1882"/>
                  </a:cubicBezTo>
                  <a:cubicBezTo>
                    <a:pt x="1773" y="1753"/>
                    <a:pt x="2088" y="1238"/>
                    <a:pt x="1960" y="738"/>
                  </a:cubicBezTo>
                  <a:cubicBezTo>
                    <a:pt x="1861" y="295"/>
                    <a:pt x="1466" y="0"/>
                    <a:pt x="1029"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63"/>
            <p:cNvSpPr/>
            <p:nvPr/>
          </p:nvSpPr>
          <p:spPr>
            <a:xfrm>
              <a:off x="6930169" y="2114452"/>
              <a:ext cx="161401" cy="182125"/>
            </a:xfrm>
            <a:custGeom>
              <a:avLst/>
              <a:gdLst/>
              <a:ahLst/>
              <a:cxnLst/>
              <a:rect l="l" t="t" r="r" b="b"/>
              <a:pathLst>
                <a:path w="4003" h="4517" extrusionOk="0">
                  <a:moveTo>
                    <a:pt x="1816" y="0"/>
                  </a:moveTo>
                  <a:lnTo>
                    <a:pt x="0" y="2259"/>
                  </a:lnTo>
                  <a:lnTo>
                    <a:pt x="1058" y="3859"/>
                  </a:lnTo>
                  <a:lnTo>
                    <a:pt x="1816" y="3145"/>
                  </a:lnTo>
                  <a:lnTo>
                    <a:pt x="3259" y="4517"/>
                  </a:lnTo>
                  <a:lnTo>
                    <a:pt x="4003" y="2730"/>
                  </a:lnTo>
                  <a:lnTo>
                    <a:pt x="181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63"/>
            <p:cNvSpPr/>
            <p:nvPr/>
          </p:nvSpPr>
          <p:spPr>
            <a:xfrm>
              <a:off x="6874851" y="2187066"/>
              <a:ext cx="270346" cy="273773"/>
            </a:xfrm>
            <a:custGeom>
              <a:avLst/>
              <a:gdLst/>
              <a:ahLst/>
              <a:cxnLst/>
              <a:rect l="l" t="t" r="r" b="b"/>
              <a:pathLst>
                <a:path w="6705" h="6790" extrusionOk="0">
                  <a:moveTo>
                    <a:pt x="1744" y="0"/>
                  </a:moveTo>
                  <a:lnTo>
                    <a:pt x="0" y="2173"/>
                  </a:lnTo>
                  <a:lnTo>
                    <a:pt x="3716" y="6789"/>
                  </a:lnTo>
                  <a:lnTo>
                    <a:pt x="6704" y="6789"/>
                  </a:lnTo>
                  <a:lnTo>
                    <a:pt x="6704" y="2573"/>
                  </a:lnTo>
                  <a:lnTo>
                    <a:pt x="4961" y="414"/>
                  </a:lnTo>
                  <a:lnTo>
                    <a:pt x="4417" y="1729"/>
                  </a:lnTo>
                  <a:lnTo>
                    <a:pt x="3188" y="557"/>
                  </a:lnTo>
                  <a:lnTo>
                    <a:pt x="2531" y="1172"/>
                  </a:lnTo>
                  <a:lnTo>
                    <a:pt x="174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63"/>
            <p:cNvSpPr/>
            <p:nvPr/>
          </p:nvSpPr>
          <p:spPr>
            <a:xfrm>
              <a:off x="6751516" y="2210653"/>
              <a:ext cx="302642" cy="250186"/>
            </a:xfrm>
            <a:custGeom>
              <a:avLst/>
              <a:gdLst/>
              <a:ahLst/>
              <a:cxnLst/>
              <a:rect l="l" t="t" r="r" b="b"/>
              <a:pathLst>
                <a:path w="7506" h="6205" extrusionOk="0">
                  <a:moveTo>
                    <a:pt x="2516" y="1"/>
                  </a:moveTo>
                  <a:lnTo>
                    <a:pt x="0" y="3131"/>
                  </a:lnTo>
                  <a:lnTo>
                    <a:pt x="0" y="6204"/>
                  </a:lnTo>
                  <a:lnTo>
                    <a:pt x="7505" y="6204"/>
                  </a:lnTo>
                  <a:lnTo>
                    <a:pt x="251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6" name="Google Shape;2676;p63"/>
          <p:cNvGrpSpPr/>
          <p:nvPr/>
        </p:nvGrpSpPr>
        <p:grpSpPr>
          <a:xfrm>
            <a:off x="7186021" y="2284600"/>
            <a:ext cx="359988" cy="359500"/>
            <a:chOff x="7430405" y="2067722"/>
            <a:chExt cx="393644" cy="393111"/>
          </a:xfrm>
        </p:grpSpPr>
        <p:sp>
          <p:nvSpPr>
            <p:cNvPr id="2677" name="Google Shape;2677;p63"/>
            <p:cNvSpPr/>
            <p:nvPr/>
          </p:nvSpPr>
          <p:spPr>
            <a:xfrm>
              <a:off x="7430405" y="2391604"/>
              <a:ext cx="393644" cy="69229"/>
            </a:xfrm>
            <a:custGeom>
              <a:avLst/>
              <a:gdLst/>
              <a:ahLst/>
              <a:cxnLst/>
              <a:rect l="l" t="t" r="r" b="b"/>
              <a:pathLst>
                <a:path w="9763" h="1717" extrusionOk="0">
                  <a:moveTo>
                    <a:pt x="0" y="1"/>
                  </a:moveTo>
                  <a:lnTo>
                    <a:pt x="0" y="1716"/>
                  </a:lnTo>
                  <a:lnTo>
                    <a:pt x="9763" y="1716"/>
                  </a:lnTo>
                  <a:lnTo>
                    <a:pt x="976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63"/>
            <p:cNvSpPr/>
            <p:nvPr/>
          </p:nvSpPr>
          <p:spPr>
            <a:xfrm>
              <a:off x="7430405" y="2171463"/>
              <a:ext cx="139507" cy="153337"/>
            </a:xfrm>
            <a:custGeom>
              <a:avLst/>
              <a:gdLst/>
              <a:ahLst/>
              <a:cxnLst/>
              <a:rect l="l" t="t" r="r" b="b"/>
              <a:pathLst>
                <a:path w="3460" h="3803" extrusionOk="0">
                  <a:moveTo>
                    <a:pt x="2045" y="1"/>
                  </a:moveTo>
                  <a:lnTo>
                    <a:pt x="0" y="2245"/>
                  </a:lnTo>
                  <a:lnTo>
                    <a:pt x="0" y="3803"/>
                  </a:lnTo>
                  <a:lnTo>
                    <a:pt x="1515" y="3803"/>
                  </a:lnTo>
                  <a:lnTo>
                    <a:pt x="3459" y="1559"/>
                  </a:lnTo>
                  <a:lnTo>
                    <a:pt x="20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63"/>
            <p:cNvSpPr/>
            <p:nvPr/>
          </p:nvSpPr>
          <p:spPr>
            <a:xfrm>
              <a:off x="7684534" y="2171463"/>
              <a:ext cx="139507" cy="153337"/>
            </a:xfrm>
            <a:custGeom>
              <a:avLst/>
              <a:gdLst/>
              <a:ahLst/>
              <a:cxnLst/>
              <a:rect l="l" t="t" r="r" b="b"/>
              <a:pathLst>
                <a:path w="3460" h="3803" extrusionOk="0">
                  <a:moveTo>
                    <a:pt x="1415" y="1"/>
                  </a:moveTo>
                  <a:lnTo>
                    <a:pt x="1" y="1559"/>
                  </a:lnTo>
                  <a:lnTo>
                    <a:pt x="1930" y="3803"/>
                  </a:lnTo>
                  <a:lnTo>
                    <a:pt x="3460" y="3803"/>
                  </a:lnTo>
                  <a:lnTo>
                    <a:pt x="3460" y="2245"/>
                  </a:lnTo>
                  <a:lnTo>
                    <a:pt x="141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63"/>
            <p:cNvSpPr/>
            <p:nvPr/>
          </p:nvSpPr>
          <p:spPr>
            <a:xfrm>
              <a:off x="7567005" y="2131749"/>
              <a:ext cx="120436" cy="116444"/>
            </a:xfrm>
            <a:custGeom>
              <a:avLst/>
              <a:gdLst/>
              <a:ahLst/>
              <a:cxnLst/>
              <a:rect l="l" t="t" r="r" b="b"/>
              <a:pathLst>
                <a:path w="2987" h="2888" extrusionOk="0">
                  <a:moveTo>
                    <a:pt x="1487" y="0"/>
                  </a:moveTo>
                  <a:lnTo>
                    <a:pt x="0" y="1729"/>
                  </a:lnTo>
                  <a:lnTo>
                    <a:pt x="1487" y="2887"/>
                  </a:lnTo>
                  <a:lnTo>
                    <a:pt x="2987" y="1744"/>
                  </a:lnTo>
                  <a:lnTo>
                    <a:pt x="148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63"/>
            <p:cNvSpPr/>
            <p:nvPr/>
          </p:nvSpPr>
          <p:spPr>
            <a:xfrm>
              <a:off x="7461490" y="2183599"/>
              <a:ext cx="331471" cy="141201"/>
            </a:xfrm>
            <a:custGeom>
              <a:avLst/>
              <a:gdLst/>
              <a:ahLst/>
              <a:cxnLst/>
              <a:rect l="l" t="t" r="r" b="b"/>
              <a:pathLst>
                <a:path w="8221" h="3502" extrusionOk="0">
                  <a:moveTo>
                    <a:pt x="3002" y="0"/>
                  </a:moveTo>
                  <a:lnTo>
                    <a:pt x="1" y="3502"/>
                  </a:lnTo>
                  <a:lnTo>
                    <a:pt x="8220" y="3502"/>
                  </a:lnTo>
                  <a:lnTo>
                    <a:pt x="5232" y="29"/>
                  </a:lnTo>
                  <a:lnTo>
                    <a:pt x="4104" y="887"/>
                  </a:lnTo>
                  <a:lnTo>
                    <a:pt x="30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63"/>
            <p:cNvSpPr/>
            <p:nvPr/>
          </p:nvSpPr>
          <p:spPr>
            <a:xfrm>
              <a:off x="7430405" y="2301733"/>
              <a:ext cx="393644" cy="112977"/>
            </a:xfrm>
            <a:custGeom>
              <a:avLst/>
              <a:gdLst/>
              <a:ahLst/>
              <a:cxnLst/>
              <a:rect l="l" t="t" r="r" b="b"/>
              <a:pathLst>
                <a:path w="9763" h="2802" extrusionOk="0">
                  <a:moveTo>
                    <a:pt x="0" y="0"/>
                  </a:moveTo>
                  <a:lnTo>
                    <a:pt x="0" y="2802"/>
                  </a:lnTo>
                  <a:lnTo>
                    <a:pt x="9763" y="280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63"/>
            <p:cNvSpPr/>
            <p:nvPr/>
          </p:nvSpPr>
          <p:spPr>
            <a:xfrm>
              <a:off x="7561239" y="2346648"/>
              <a:ext cx="102614" cy="23103"/>
            </a:xfrm>
            <a:custGeom>
              <a:avLst/>
              <a:gdLst/>
              <a:ahLst/>
              <a:cxnLst/>
              <a:rect l="l" t="t" r="r" b="b"/>
              <a:pathLst>
                <a:path w="2545" h="573" extrusionOk="0">
                  <a:moveTo>
                    <a:pt x="0" y="1"/>
                  </a:moveTo>
                  <a:lnTo>
                    <a:pt x="0" y="573"/>
                  </a:lnTo>
                  <a:lnTo>
                    <a:pt x="2544" y="573"/>
                  </a:lnTo>
                  <a:lnTo>
                    <a:pt x="2544"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63"/>
            <p:cNvSpPr/>
            <p:nvPr/>
          </p:nvSpPr>
          <p:spPr>
            <a:xfrm>
              <a:off x="7702396" y="23466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63"/>
            <p:cNvSpPr/>
            <p:nvPr/>
          </p:nvSpPr>
          <p:spPr>
            <a:xfrm>
              <a:off x="7748480" y="2346648"/>
              <a:ext cx="23103" cy="23103"/>
            </a:xfrm>
            <a:custGeom>
              <a:avLst/>
              <a:gdLst/>
              <a:ahLst/>
              <a:cxnLst/>
              <a:rect l="l" t="t" r="r" b="b"/>
              <a:pathLst>
                <a:path w="573" h="573" extrusionOk="0">
                  <a:moveTo>
                    <a:pt x="1" y="1"/>
                  </a:moveTo>
                  <a:lnTo>
                    <a:pt x="1" y="573"/>
                  </a:lnTo>
                  <a:lnTo>
                    <a:pt x="573" y="573"/>
                  </a:lnTo>
                  <a:lnTo>
                    <a:pt x="5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63"/>
            <p:cNvSpPr/>
            <p:nvPr/>
          </p:nvSpPr>
          <p:spPr>
            <a:xfrm>
              <a:off x="7496689" y="2346648"/>
              <a:ext cx="41530" cy="23103"/>
            </a:xfrm>
            <a:custGeom>
              <a:avLst/>
              <a:gdLst/>
              <a:ahLst/>
              <a:cxnLst/>
              <a:rect l="l" t="t" r="r" b="b"/>
              <a:pathLst>
                <a:path w="1030" h="573" extrusionOk="0">
                  <a:moveTo>
                    <a:pt x="0" y="1"/>
                  </a:moveTo>
                  <a:lnTo>
                    <a:pt x="0" y="573"/>
                  </a:lnTo>
                  <a:lnTo>
                    <a:pt x="1029" y="573"/>
                  </a:lnTo>
                  <a:lnTo>
                    <a:pt x="1029"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63"/>
            <p:cNvSpPr/>
            <p:nvPr/>
          </p:nvSpPr>
          <p:spPr>
            <a:xfrm>
              <a:off x="7473022" y="2067722"/>
              <a:ext cx="79027" cy="79027"/>
            </a:xfrm>
            <a:custGeom>
              <a:avLst/>
              <a:gdLst/>
              <a:ahLst/>
              <a:cxnLst/>
              <a:rect l="l" t="t" r="r" b="b"/>
              <a:pathLst>
                <a:path w="1960" h="1960" extrusionOk="0">
                  <a:moveTo>
                    <a:pt x="988" y="1"/>
                  </a:moveTo>
                  <a:cubicBezTo>
                    <a:pt x="444" y="1"/>
                    <a:pt x="1" y="430"/>
                    <a:pt x="1" y="973"/>
                  </a:cubicBezTo>
                  <a:cubicBezTo>
                    <a:pt x="1" y="1516"/>
                    <a:pt x="444" y="1960"/>
                    <a:pt x="988" y="1960"/>
                  </a:cubicBezTo>
                  <a:cubicBezTo>
                    <a:pt x="1531" y="1960"/>
                    <a:pt x="1960" y="1516"/>
                    <a:pt x="1960" y="973"/>
                  </a:cubicBezTo>
                  <a:cubicBezTo>
                    <a:pt x="1960" y="430"/>
                    <a:pt x="1531" y="1"/>
                    <a:pt x="98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88" name="Google Shape;2688;p63"/>
          <p:cNvGrpSpPr/>
          <p:nvPr/>
        </p:nvGrpSpPr>
        <p:grpSpPr>
          <a:xfrm>
            <a:off x="1598538" y="2937634"/>
            <a:ext cx="358950" cy="359466"/>
            <a:chOff x="1320527" y="2781811"/>
            <a:chExt cx="392509" cy="393074"/>
          </a:xfrm>
        </p:grpSpPr>
        <p:sp>
          <p:nvSpPr>
            <p:cNvPr id="2689" name="Google Shape;2689;p63"/>
            <p:cNvSpPr/>
            <p:nvPr/>
          </p:nvSpPr>
          <p:spPr>
            <a:xfrm>
              <a:off x="1453660" y="2928733"/>
              <a:ext cx="126847" cy="134346"/>
            </a:xfrm>
            <a:custGeom>
              <a:avLst/>
              <a:gdLst/>
              <a:ahLst/>
              <a:cxnLst/>
              <a:rect l="l" t="t" r="r" b="b"/>
              <a:pathLst>
                <a:path w="3146" h="3332" extrusionOk="0">
                  <a:moveTo>
                    <a:pt x="1573" y="0"/>
                  </a:moveTo>
                  <a:lnTo>
                    <a:pt x="1" y="2016"/>
                  </a:lnTo>
                  <a:lnTo>
                    <a:pt x="1573" y="3331"/>
                  </a:lnTo>
                  <a:lnTo>
                    <a:pt x="3145" y="2016"/>
                  </a:lnTo>
                  <a:lnTo>
                    <a:pt x="157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63"/>
            <p:cNvSpPr/>
            <p:nvPr/>
          </p:nvSpPr>
          <p:spPr>
            <a:xfrm>
              <a:off x="1407575" y="2992114"/>
              <a:ext cx="219018" cy="182771"/>
            </a:xfrm>
            <a:custGeom>
              <a:avLst/>
              <a:gdLst/>
              <a:ahLst/>
              <a:cxnLst/>
              <a:rect l="l" t="t" r="r" b="b"/>
              <a:pathLst>
                <a:path w="5432" h="4533" extrusionOk="0">
                  <a:moveTo>
                    <a:pt x="1487" y="1"/>
                  </a:moveTo>
                  <a:lnTo>
                    <a:pt x="0" y="1902"/>
                  </a:lnTo>
                  <a:lnTo>
                    <a:pt x="1815" y="4532"/>
                  </a:lnTo>
                  <a:lnTo>
                    <a:pt x="3602" y="4532"/>
                  </a:lnTo>
                  <a:lnTo>
                    <a:pt x="5432" y="1902"/>
                  </a:lnTo>
                  <a:lnTo>
                    <a:pt x="3931" y="1"/>
                  </a:lnTo>
                  <a:lnTo>
                    <a:pt x="2716" y="1016"/>
                  </a:lnTo>
                  <a:lnTo>
                    <a:pt x="14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63"/>
            <p:cNvSpPr/>
            <p:nvPr/>
          </p:nvSpPr>
          <p:spPr>
            <a:xfrm>
              <a:off x="1320527" y="2999613"/>
              <a:ext cx="188536" cy="175271"/>
            </a:xfrm>
            <a:custGeom>
              <a:avLst/>
              <a:gdLst/>
              <a:ahLst/>
              <a:cxnLst/>
              <a:rect l="l" t="t" r="r" b="b"/>
              <a:pathLst>
                <a:path w="4676" h="4347" extrusionOk="0">
                  <a:moveTo>
                    <a:pt x="1673" y="1"/>
                  </a:moveTo>
                  <a:lnTo>
                    <a:pt x="1" y="2545"/>
                  </a:lnTo>
                  <a:lnTo>
                    <a:pt x="1" y="4346"/>
                  </a:lnTo>
                  <a:lnTo>
                    <a:pt x="4675" y="4346"/>
                  </a:lnTo>
                  <a:lnTo>
                    <a:pt x="16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63"/>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BEEB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63"/>
            <p:cNvSpPr/>
            <p:nvPr/>
          </p:nvSpPr>
          <p:spPr>
            <a:xfrm>
              <a:off x="1370684" y="2781811"/>
              <a:ext cx="164868" cy="115275"/>
            </a:xfrm>
            <a:custGeom>
              <a:avLst/>
              <a:gdLst/>
              <a:ahLst/>
              <a:cxnLst/>
              <a:rect l="l" t="t" r="r" b="b"/>
              <a:pathLst>
                <a:path w="4089" h="2859" extrusionOk="0">
                  <a:moveTo>
                    <a:pt x="1" y="0"/>
                  </a:moveTo>
                  <a:lnTo>
                    <a:pt x="1" y="572"/>
                  </a:lnTo>
                  <a:lnTo>
                    <a:pt x="1672" y="572"/>
                  </a:lnTo>
                  <a:cubicBezTo>
                    <a:pt x="1844" y="572"/>
                    <a:pt x="1987" y="728"/>
                    <a:pt x="1958" y="900"/>
                  </a:cubicBezTo>
                  <a:cubicBezTo>
                    <a:pt x="1930" y="1043"/>
                    <a:pt x="1802" y="1144"/>
                    <a:pt x="1672" y="1144"/>
                  </a:cubicBezTo>
                  <a:lnTo>
                    <a:pt x="1387" y="1144"/>
                  </a:lnTo>
                  <a:cubicBezTo>
                    <a:pt x="887" y="1144"/>
                    <a:pt x="487" y="1572"/>
                    <a:pt x="529" y="2072"/>
                  </a:cubicBezTo>
                  <a:cubicBezTo>
                    <a:pt x="572" y="2501"/>
                    <a:pt x="973" y="2859"/>
                    <a:pt x="1401" y="2859"/>
                  </a:cubicBezTo>
                  <a:lnTo>
                    <a:pt x="4089" y="2859"/>
                  </a:lnTo>
                  <a:lnTo>
                    <a:pt x="4089" y="2287"/>
                  </a:lnTo>
                  <a:lnTo>
                    <a:pt x="1387" y="2287"/>
                  </a:lnTo>
                  <a:cubicBezTo>
                    <a:pt x="1215" y="2287"/>
                    <a:pt x="1072" y="2129"/>
                    <a:pt x="1101" y="1944"/>
                  </a:cubicBezTo>
                  <a:cubicBezTo>
                    <a:pt x="1129" y="1801"/>
                    <a:pt x="1258" y="1715"/>
                    <a:pt x="1401" y="1715"/>
                  </a:cubicBezTo>
                  <a:lnTo>
                    <a:pt x="1672" y="1715"/>
                  </a:lnTo>
                  <a:cubicBezTo>
                    <a:pt x="2173" y="1715"/>
                    <a:pt x="2573" y="1286"/>
                    <a:pt x="2530" y="772"/>
                  </a:cubicBezTo>
                  <a:cubicBezTo>
                    <a:pt x="2488" y="343"/>
                    <a:pt x="2087" y="0"/>
                    <a:pt x="16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63"/>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63"/>
            <p:cNvSpPr/>
            <p:nvPr/>
          </p:nvSpPr>
          <p:spPr>
            <a:xfrm>
              <a:off x="1494019" y="2827895"/>
              <a:ext cx="23103" cy="23103"/>
            </a:xfrm>
            <a:custGeom>
              <a:avLst/>
              <a:gdLst/>
              <a:ahLst/>
              <a:cxnLst/>
              <a:rect l="l" t="t" r="r" b="b"/>
              <a:pathLst>
                <a:path w="573" h="573" extrusionOk="0">
                  <a:moveTo>
                    <a:pt x="0" y="1"/>
                  </a:moveTo>
                  <a:lnTo>
                    <a:pt x="0" y="572"/>
                  </a:lnTo>
                  <a:lnTo>
                    <a:pt x="572" y="572"/>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63"/>
            <p:cNvSpPr/>
            <p:nvPr/>
          </p:nvSpPr>
          <p:spPr>
            <a:xfrm>
              <a:off x="1359152" y="2916032"/>
              <a:ext cx="23103" cy="23103"/>
            </a:xfrm>
            <a:custGeom>
              <a:avLst/>
              <a:gdLst/>
              <a:ahLst/>
              <a:cxnLst/>
              <a:rect l="l" t="t" r="r" b="b"/>
              <a:pathLst>
                <a:path w="573" h="573" extrusionOk="0">
                  <a:moveTo>
                    <a:pt x="1" y="1"/>
                  </a:moveTo>
                  <a:lnTo>
                    <a:pt x="1" y="573"/>
                  </a:lnTo>
                  <a:lnTo>
                    <a:pt x="573" y="573"/>
                  </a:lnTo>
                  <a:lnTo>
                    <a:pt x="57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63"/>
            <p:cNvSpPr/>
            <p:nvPr/>
          </p:nvSpPr>
          <p:spPr>
            <a:xfrm>
              <a:off x="1404108" y="2939095"/>
              <a:ext cx="23103" cy="23103"/>
            </a:xfrm>
            <a:custGeom>
              <a:avLst/>
              <a:gdLst/>
              <a:ahLst/>
              <a:cxnLst/>
              <a:rect l="l" t="t" r="r" b="b"/>
              <a:pathLst>
                <a:path w="573" h="573" extrusionOk="0">
                  <a:moveTo>
                    <a:pt x="1" y="1"/>
                  </a:moveTo>
                  <a:lnTo>
                    <a:pt x="1" y="572"/>
                  </a:lnTo>
                  <a:lnTo>
                    <a:pt x="572" y="572"/>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63"/>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63"/>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63"/>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63"/>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63"/>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63"/>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04" name="Google Shape;2704;p63"/>
          <p:cNvGrpSpPr/>
          <p:nvPr/>
        </p:nvGrpSpPr>
        <p:grpSpPr>
          <a:xfrm>
            <a:off x="2218865" y="2952862"/>
            <a:ext cx="359988" cy="328934"/>
            <a:chOff x="1998851" y="2798462"/>
            <a:chExt cx="393644" cy="359687"/>
          </a:xfrm>
        </p:grpSpPr>
        <p:sp>
          <p:nvSpPr>
            <p:cNvPr id="2705" name="Google Shape;2705;p63"/>
            <p:cNvSpPr/>
            <p:nvPr/>
          </p:nvSpPr>
          <p:spPr>
            <a:xfrm>
              <a:off x="2214920" y="2798462"/>
              <a:ext cx="177569" cy="306109"/>
            </a:xfrm>
            <a:custGeom>
              <a:avLst/>
              <a:gdLst/>
              <a:ahLst/>
              <a:cxnLst/>
              <a:rect l="l" t="t" r="r" b="b"/>
              <a:pathLst>
                <a:path w="4404" h="7592" extrusionOk="0">
                  <a:moveTo>
                    <a:pt x="2116" y="1"/>
                  </a:moveTo>
                  <a:lnTo>
                    <a:pt x="1" y="1645"/>
                  </a:lnTo>
                  <a:lnTo>
                    <a:pt x="1" y="7591"/>
                  </a:lnTo>
                  <a:lnTo>
                    <a:pt x="4403" y="7591"/>
                  </a:lnTo>
                  <a:lnTo>
                    <a:pt x="4403" y="2131"/>
                  </a:lnTo>
                  <a:lnTo>
                    <a:pt x="2116"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63"/>
            <p:cNvSpPr/>
            <p:nvPr/>
          </p:nvSpPr>
          <p:spPr>
            <a:xfrm>
              <a:off x="1998851" y="2798462"/>
              <a:ext cx="177529" cy="306109"/>
            </a:xfrm>
            <a:custGeom>
              <a:avLst/>
              <a:gdLst/>
              <a:ahLst/>
              <a:cxnLst/>
              <a:rect l="l" t="t" r="r" b="b"/>
              <a:pathLst>
                <a:path w="4403" h="7592" extrusionOk="0">
                  <a:moveTo>
                    <a:pt x="2287" y="1"/>
                  </a:moveTo>
                  <a:lnTo>
                    <a:pt x="0" y="2131"/>
                  </a:lnTo>
                  <a:lnTo>
                    <a:pt x="0" y="7591"/>
                  </a:lnTo>
                  <a:lnTo>
                    <a:pt x="4403" y="7591"/>
                  </a:lnTo>
                  <a:lnTo>
                    <a:pt x="4403" y="1645"/>
                  </a:lnTo>
                  <a:lnTo>
                    <a:pt x="2287"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63"/>
            <p:cNvSpPr/>
            <p:nvPr/>
          </p:nvSpPr>
          <p:spPr>
            <a:xfrm>
              <a:off x="2041509" y="2836523"/>
              <a:ext cx="307763" cy="268047"/>
            </a:xfrm>
            <a:custGeom>
              <a:avLst/>
              <a:gdLst/>
              <a:ahLst/>
              <a:cxnLst/>
              <a:rect l="l" t="t" r="r" b="b"/>
              <a:pathLst>
                <a:path w="7633" h="6648" extrusionOk="0">
                  <a:moveTo>
                    <a:pt x="3816" y="0"/>
                  </a:moveTo>
                  <a:lnTo>
                    <a:pt x="1944" y="1230"/>
                  </a:lnTo>
                  <a:lnTo>
                    <a:pt x="1487" y="2487"/>
                  </a:lnTo>
                  <a:lnTo>
                    <a:pt x="557" y="2859"/>
                  </a:lnTo>
                  <a:lnTo>
                    <a:pt x="0" y="6647"/>
                  </a:lnTo>
                  <a:lnTo>
                    <a:pt x="2129" y="6647"/>
                  </a:lnTo>
                  <a:lnTo>
                    <a:pt x="2544" y="4546"/>
                  </a:lnTo>
                  <a:lnTo>
                    <a:pt x="3831" y="4046"/>
                  </a:lnTo>
                  <a:lnTo>
                    <a:pt x="5102" y="4546"/>
                  </a:lnTo>
                  <a:lnTo>
                    <a:pt x="5517" y="6647"/>
                  </a:lnTo>
                  <a:lnTo>
                    <a:pt x="7633" y="6647"/>
                  </a:lnTo>
                  <a:lnTo>
                    <a:pt x="7418" y="3802"/>
                  </a:lnTo>
                  <a:lnTo>
                    <a:pt x="5918" y="2430"/>
                  </a:lnTo>
                  <a:lnTo>
                    <a:pt x="5417" y="1058"/>
                  </a:lnTo>
                  <a:lnTo>
                    <a:pt x="38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63"/>
            <p:cNvSpPr/>
            <p:nvPr/>
          </p:nvSpPr>
          <p:spPr>
            <a:xfrm>
              <a:off x="2104285" y="2974817"/>
              <a:ext cx="183295" cy="129750"/>
            </a:xfrm>
            <a:custGeom>
              <a:avLst/>
              <a:gdLst/>
              <a:ahLst/>
              <a:cxnLst/>
              <a:rect l="l" t="t" r="r" b="b"/>
              <a:pathLst>
                <a:path w="4546" h="3218" extrusionOk="0">
                  <a:moveTo>
                    <a:pt x="2274" y="1"/>
                  </a:moveTo>
                  <a:lnTo>
                    <a:pt x="487" y="702"/>
                  </a:lnTo>
                  <a:lnTo>
                    <a:pt x="1" y="3217"/>
                  </a:lnTo>
                  <a:lnTo>
                    <a:pt x="4546" y="3217"/>
                  </a:lnTo>
                  <a:lnTo>
                    <a:pt x="4046" y="702"/>
                  </a:lnTo>
                  <a:lnTo>
                    <a:pt x="2274"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63"/>
            <p:cNvSpPr/>
            <p:nvPr/>
          </p:nvSpPr>
          <p:spPr>
            <a:xfrm>
              <a:off x="1998851" y="3081461"/>
              <a:ext cx="393644" cy="76689"/>
            </a:xfrm>
            <a:custGeom>
              <a:avLst/>
              <a:gdLst/>
              <a:ahLst/>
              <a:cxnLst/>
              <a:rect l="l" t="t" r="r" b="b"/>
              <a:pathLst>
                <a:path w="9763" h="1902" extrusionOk="0">
                  <a:moveTo>
                    <a:pt x="0" y="1"/>
                  </a:moveTo>
                  <a:lnTo>
                    <a:pt x="0" y="1901"/>
                  </a:lnTo>
                  <a:lnTo>
                    <a:pt x="9762" y="1901"/>
                  </a:lnTo>
                  <a:lnTo>
                    <a:pt x="976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0" name="Google Shape;2710;p63"/>
          <p:cNvGrpSpPr/>
          <p:nvPr/>
        </p:nvGrpSpPr>
        <p:grpSpPr>
          <a:xfrm>
            <a:off x="2839709" y="2974505"/>
            <a:ext cx="359944" cy="285684"/>
            <a:chOff x="2677740" y="2822130"/>
            <a:chExt cx="393597" cy="312393"/>
          </a:xfrm>
        </p:grpSpPr>
        <p:sp>
          <p:nvSpPr>
            <p:cNvPr id="2711" name="Google Shape;2711;p63"/>
            <p:cNvSpPr/>
            <p:nvPr/>
          </p:nvSpPr>
          <p:spPr>
            <a:xfrm>
              <a:off x="2820630" y="2844587"/>
              <a:ext cx="121081" cy="80156"/>
            </a:xfrm>
            <a:custGeom>
              <a:avLst/>
              <a:gdLst/>
              <a:ahLst/>
              <a:cxnLst/>
              <a:rect l="l" t="t" r="r" b="b"/>
              <a:pathLst>
                <a:path w="3003" h="1988" extrusionOk="0">
                  <a:moveTo>
                    <a:pt x="1" y="0"/>
                  </a:moveTo>
                  <a:lnTo>
                    <a:pt x="1" y="572"/>
                  </a:lnTo>
                  <a:cubicBezTo>
                    <a:pt x="487" y="572"/>
                    <a:pt x="887" y="959"/>
                    <a:pt x="887" y="1445"/>
                  </a:cubicBezTo>
                  <a:lnTo>
                    <a:pt x="887" y="1988"/>
                  </a:lnTo>
                  <a:lnTo>
                    <a:pt x="3002" y="1616"/>
                  </a:lnTo>
                  <a:lnTo>
                    <a:pt x="3002" y="1315"/>
                  </a:lnTo>
                  <a:cubicBezTo>
                    <a:pt x="3002" y="587"/>
                    <a:pt x="2402" y="0"/>
                    <a:pt x="1673"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63"/>
            <p:cNvSpPr/>
            <p:nvPr/>
          </p:nvSpPr>
          <p:spPr>
            <a:xfrm>
              <a:off x="2820630" y="3054366"/>
              <a:ext cx="121081" cy="80156"/>
            </a:xfrm>
            <a:custGeom>
              <a:avLst/>
              <a:gdLst/>
              <a:ahLst/>
              <a:cxnLst/>
              <a:rect l="l" t="t" r="r" b="b"/>
              <a:pathLst>
                <a:path w="3003" h="1988" extrusionOk="0">
                  <a:moveTo>
                    <a:pt x="887" y="0"/>
                  </a:moveTo>
                  <a:lnTo>
                    <a:pt x="887" y="543"/>
                  </a:lnTo>
                  <a:cubicBezTo>
                    <a:pt x="887" y="1016"/>
                    <a:pt x="487" y="1416"/>
                    <a:pt x="1" y="1416"/>
                  </a:cubicBezTo>
                  <a:lnTo>
                    <a:pt x="1" y="1988"/>
                  </a:lnTo>
                  <a:lnTo>
                    <a:pt x="1673" y="1988"/>
                  </a:lnTo>
                  <a:cubicBezTo>
                    <a:pt x="2402" y="1988"/>
                    <a:pt x="3002" y="1387"/>
                    <a:pt x="3002" y="658"/>
                  </a:cubicBezTo>
                  <a:lnTo>
                    <a:pt x="3002" y="372"/>
                  </a:lnTo>
                  <a:lnTo>
                    <a:pt x="88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63"/>
            <p:cNvSpPr/>
            <p:nvPr/>
          </p:nvSpPr>
          <p:spPr>
            <a:xfrm>
              <a:off x="2677740" y="2917806"/>
              <a:ext cx="96849" cy="144104"/>
            </a:xfrm>
            <a:custGeom>
              <a:avLst/>
              <a:gdLst/>
              <a:ahLst/>
              <a:cxnLst/>
              <a:rect l="l" t="t" r="r" b="b"/>
              <a:pathLst>
                <a:path w="2402" h="3574" extrusionOk="0">
                  <a:moveTo>
                    <a:pt x="0" y="0"/>
                  </a:moveTo>
                  <a:lnTo>
                    <a:pt x="0" y="814"/>
                  </a:lnTo>
                  <a:cubicBezTo>
                    <a:pt x="0" y="1201"/>
                    <a:pt x="185" y="1558"/>
                    <a:pt x="471" y="1786"/>
                  </a:cubicBezTo>
                  <a:cubicBezTo>
                    <a:pt x="185" y="2015"/>
                    <a:pt x="0" y="2373"/>
                    <a:pt x="0" y="2758"/>
                  </a:cubicBezTo>
                  <a:lnTo>
                    <a:pt x="0" y="3574"/>
                  </a:lnTo>
                  <a:lnTo>
                    <a:pt x="1144" y="3574"/>
                  </a:lnTo>
                  <a:cubicBezTo>
                    <a:pt x="1843" y="3574"/>
                    <a:pt x="2401" y="3016"/>
                    <a:pt x="2401" y="2316"/>
                  </a:cubicBezTo>
                  <a:lnTo>
                    <a:pt x="2401" y="1258"/>
                  </a:lnTo>
                  <a:cubicBezTo>
                    <a:pt x="2401" y="557"/>
                    <a:pt x="1843" y="0"/>
                    <a:pt x="114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63"/>
            <p:cNvSpPr/>
            <p:nvPr/>
          </p:nvSpPr>
          <p:spPr>
            <a:xfrm>
              <a:off x="2931305" y="2890672"/>
              <a:ext cx="140031" cy="197770"/>
            </a:xfrm>
            <a:custGeom>
              <a:avLst/>
              <a:gdLst/>
              <a:ahLst/>
              <a:cxnLst/>
              <a:rect l="l" t="t" r="r" b="b"/>
              <a:pathLst>
                <a:path w="3473" h="4905" extrusionOk="0">
                  <a:moveTo>
                    <a:pt x="443" y="1"/>
                  </a:moveTo>
                  <a:cubicBezTo>
                    <a:pt x="157" y="816"/>
                    <a:pt x="0" y="1645"/>
                    <a:pt x="0" y="2459"/>
                  </a:cubicBezTo>
                  <a:cubicBezTo>
                    <a:pt x="0" y="3260"/>
                    <a:pt x="157" y="4089"/>
                    <a:pt x="443" y="4904"/>
                  </a:cubicBezTo>
                  <a:cubicBezTo>
                    <a:pt x="1144" y="4761"/>
                    <a:pt x="1830" y="4375"/>
                    <a:pt x="2459" y="3774"/>
                  </a:cubicBezTo>
                  <a:cubicBezTo>
                    <a:pt x="3044" y="3189"/>
                    <a:pt x="3387" y="2617"/>
                    <a:pt x="3387" y="2602"/>
                  </a:cubicBezTo>
                  <a:lnTo>
                    <a:pt x="3473" y="2459"/>
                  </a:lnTo>
                  <a:lnTo>
                    <a:pt x="3387" y="2316"/>
                  </a:lnTo>
                  <a:cubicBezTo>
                    <a:pt x="3387" y="2288"/>
                    <a:pt x="3044" y="1716"/>
                    <a:pt x="2459" y="1144"/>
                  </a:cubicBezTo>
                  <a:cubicBezTo>
                    <a:pt x="1830" y="530"/>
                    <a:pt x="1144" y="144"/>
                    <a:pt x="443"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63"/>
            <p:cNvSpPr/>
            <p:nvPr/>
          </p:nvSpPr>
          <p:spPr>
            <a:xfrm>
              <a:off x="2748580" y="2888373"/>
              <a:ext cx="223091" cy="202366"/>
            </a:xfrm>
            <a:custGeom>
              <a:avLst/>
              <a:gdLst/>
              <a:ahLst/>
              <a:cxnLst/>
              <a:rect l="l" t="t" r="r" b="b"/>
              <a:pathLst>
                <a:path w="5533" h="5019" extrusionOk="0">
                  <a:moveTo>
                    <a:pt x="4403" y="1"/>
                  </a:moveTo>
                  <a:cubicBezTo>
                    <a:pt x="3360" y="1"/>
                    <a:pt x="2287" y="401"/>
                    <a:pt x="1316" y="1173"/>
                  </a:cubicBezTo>
                  <a:cubicBezTo>
                    <a:pt x="572" y="1745"/>
                    <a:pt x="143" y="2316"/>
                    <a:pt x="130" y="2345"/>
                  </a:cubicBezTo>
                  <a:lnTo>
                    <a:pt x="1" y="2516"/>
                  </a:lnTo>
                  <a:lnTo>
                    <a:pt x="130" y="2688"/>
                  </a:lnTo>
                  <a:cubicBezTo>
                    <a:pt x="143" y="2703"/>
                    <a:pt x="572" y="3275"/>
                    <a:pt x="1316" y="3846"/>
                  </a:cubicBezTo>
                  <a:cubicBezTo>
                    <a:pt x="2287" y="4618"/>
                    <a:pt x="3360" y="5018"/>
                    <a:pt x="4403" y="5018"/>
                  </a:cubicBezTo>
                  <a:cubicBezTo>
                    <a:pt x="4775" y="5018"/>
                    <a:pt x="5161" y="4946"/>
                    <a:pt x="5533" y="4803"/>
                  </a:cubicBezTo>
                  <a:cubicBezTo>
                    <a:pt x="5247" y="4032"/>
                    <a:pt x="5104" y="3275"/>
                    <a:pt x="5104" y="2516"/>
                  </a:cubicBezTo>
                  <a:cubicBezTo>
                    <a:pt x="5104" y="1759"/>
                    <a:pt x="5247" y="988"/>
                    <a:pt x="5533" y="216"/>
                  </a:cubicBezTo>
                  <a:cubicBezTo>
                    <a:pt x="5161" y="73"/>
                    <a:pt x="4775" y="1"/>
                    <a:pt x="44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63"/>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63"/>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63"/>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63"/>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63"/>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63"/>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63"/>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63"/>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4" name="Google Shape;2724;p63"/>
          <p:cNvGrpSpPr/>
          <p:nvPr/>
        </p:nvGrpSpPr>
        <p:grpSpPr>
          <a:xfrm>
            <a:off x="3461032" y="2940215"/>
            <a:ext cx="359471" cy="354235"/>
            <a:chOff x="3357153" y="2784633"/>
            <a:chExt cx="393080" cy="387354"/>
          </a:xfrm>
        </p:grpSpPr>
        <p:sp>
          <p:nvSpPr>
            <p:cNvPr id="2725" name="Google Shape;2725;p63"/>
            <p:cNvSpPr/>
            <p:nvPr/>
          </p:nvSpPr>
          <p:spPr>
            <a:xfrm>
              <a:off x="3362354" y="2784633"/>
              <a:ext cx="387878" cy="387354"/>
            </a:xfrm>
            <a:custGeom>
              <a:avLst/>
              <a:gdLst/>
              <a:ahLst/>
              <a:cxnLst/>
              <a:rect l="l" t="t" r="r" b="b"/>
              <a:pathLst>
                <a:path w="9620" h="9607" extrusionOk="0">
                  <a:moveTo>
                    <a:pt x="4918" y="1"/>
                  </a:moveTo>
                  <a:lnTo>
                    <a:pt x="4689" y="601"/>
                  </a:lnTo>
                  <a:cubicBezTo>
                    <a:pt x="4474" y="1173"/>
                    <a:pt x="3931" y="1545"/>
                    <a:pt x="3317" y="1545"/>
                  </a:cubicBezTo>
                  <a:cubicBezTo>
                    <a:pt x="3002" y="1545"/>
                    <a:pt x="2716" y="1445"/>
                    <a:pt x="2459" y="1274"/>
                  </a:cubicBezTo>
                  <a:lnTo>
                    <a:pt x="1815" y="816"/>
                  </a:lnTo>
                  <a:lnTo>
                    <a:pt x="1958" y="2188"/>
                  </a:lnTo>
                  <a:cubicBezTo>
                    <a:pt x="2073" y="3231"/>
                    <a:pt x="1516" y="4232"/>
                    <a:pt x="586" y="4689"/>
                  </a:cubicBezTo>
                  <a:lnTo>
                    <a:pt x="1" y="4975"/>
                  </a:lnTo>
                  <a:lnTo>
                    <a:pt x="3117" y="6505"/>
                  </a:lnTo>
                  <a:lnTo>
                    <a:pt x="4632" y="9606"/>
                  </a:lnTo>
                  <a:lnTo>
                    <a:pt x="4918" y="9034"/>
                  </a:lnTo>
                  <a:cubicBezTo>
                    <a:pt x="5118" y="8606"/>
                    <a:pt x="5432" y="8263"/>
                    <a:pt x="5832" y="8020"/>
                  </a:cubicBezTo>
                  <a:cubicBezTo>
                    <a:pt x="6233" y="7763"/>
                    <a:pt x="6675" y="7634"/>
                    <a:pt x="7147" y="7634"/>
                  </a:cubicBezTo>
                  <a:cubicBezTo>
                    <a:pt x="7233" y="7634"/>
                    <a:pt x="7319" y="7649"/>
                    <a:pt x="7405" y="7649"/>
                  </a:cubicBezTo>
                  <a:lnTo>
                    <a:pt x="8805" y="7805"/>
                  </a:lnTo>
                  <a:lnTo>
                    <a:pt x="8348" y="7163"/>
                  </a:lnTo>
                  <a:cubicBezTo>
                    <a:pt x="8076" y="6776"/>
                    <a:pt x="8005" y="6319"/>
                    <a:pt x="8133" y="5876"/>
                  </a:cubicBezTo>
                  <a:cubicBezTo>
                    <a:pt x="8276" y="5432"/>
                    <a:pt x="8590" y="5089"/>
                    <a:pt x="9019" y="4918"/>
                  </a:cubicBezTo>
                  <a:lnTo>
                    <a:pt x="9619" y="4689"/>
                  </a:lnTo>
                  <a:lnTo>
                    <a:pt x="9133" y="4346"/>
                  </a:lnTo>
                  <a:cubicBezTo>
                    <a:pt x="8819" y="4117"/>
                    <a:pt x="8590" y="3803"/>
                    <a:pt x="8491" y="3431"/>
                  </a:cubicBezTo>
                  <a:cubicBezTo>
                    <a:pt x="8377" y="3060"/>
                    <a:pt x="8405" y="2660"/>
                    <a:pt x="8548" y="2316"/>
                  </a:cubicBezTo>
                  <a:lnTo>
                    <a:pt x="9419" y="187"/>
                  </a:lnTo>
                  <a:lnTo>
                    <a:pt x="7304" y="1074"/>
                  </a:lnTo>
                  <a:cubicBezTo>
                    <a:pt x="7104" y="1159"/>
                    <a:pt x="6875" y="1202"/>
                    <a:pt x="6661" y="1202"/>
                  </a:cubicBezTo>
                  <a:cubicBezTo>
                    <a:pt x="6103" y="1202"/>
                    <a:pt x="5589" y="931"/>
                    <a:pt x="5274" y="487"/>
                  </a:cubicBezTo>
                  <a:lnTo>
                    <a:pt x="4918"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63"/>
            <p:cNvSpPr/>
            <p:nvPr/>
          </p:nvSpPr>
          <p:spPr>
            <a:xfrm>
              <a:off x="3357153" y="2784633"/>
              <a:ext cx="393080" cy="327398"/>
            </a:xfrm>
            <a:custGeom>
              <a:avLst/>
              <a:gdLst/>
              <a:ahLst/>
              <a:cxnLst/>
              <a:rect l="l" t="t" r="r" b="b"/>
              <a:pathLst>
                <a:path w="9749" h="8120" extrusionOk="0">
                  <a:moveTo>
                    <a:pt x="5047" y="1"/>
                  </a:moveTo>
                  <a:lnTo>
                    <a:pt x="4832" y="559"/>
                  </a:lnTo>
                  <a:lnTo>
                    <a:pt x="5390" y="3946"/>
                  </a:lnTo>
                  <a:lnTo>
                    <a:pt x="4288" y="5047"/>
                  </a:lnTo>
                  <a:lnTo>
                    <a:pt x="2531" y="1230"/>
                  </a:lnTo>
                  <a:lnTo>
                    <a:pt x="1944" y="816"/>
                  </a:lnTo>
                  <a:lnTo>
                    <a:pt x="2016" y="1487"/>
                  </a:lnTo>
                  <a:lnTo>
                    <a:pt x="3860" y="5476"/>
                  </a:lnTo>
                  <a:lnTo>
                    <a:pt x="2159" y="7176"/>
                  </a:lnTo>
                  <a:cubicBezTo>
                    <a:pt x="1916" y="7419"/>
                    <a:pt x="1598" y="7541"/>
                    <a:pt x="1280" y="7541"/>
                  </a:cubicBezTo>
                  <a:cubicBezTo>
                    <a:pt x="962" y="7541"/>
                    <a:pt x="644" y="7419"/>
                    <a:pt x="401" y="7176"/>
                  </a:cubicBezTo>
                  <a:lnTo>
                    <a:pt x="0" y="7591"/>
                  </a:lnTo>
                  <a:cubicBezTo>
                    <a:pt x="343" y="7934"/>
                    <a:pt x="816" y="8120"/>
                    <a:pt x="1273" y="8120"/>
                  </a:cubicBezTo>
                  <a:cubicBezTo>
                    <a:pt x="1744" y="8120"/>
                    <a:pt x="2216" y="7934"/>
                    <a:pt x="2559" y="7591"/>
                  </a:cubicBezTo>
                  <a:lnTo>
                    <a:pt x="4260" y="5890"/>
                  </a:lnTo>
                  <a:lnTo>
                    <a:pt x="8262" y="7734"/>
                  </a:lnTo>
                  <a:lnTo>
                    <a:pt x="8934" y="7805"/>
                  </a:lnTo>
                  <a:lnTo>
                    <a:pt x="8519" y="7220"/>
                  </a:lnTo>
                  <a:lnTo>
                    <a:pt x="4703" y="5447"/>
                  </a:lnTo>
                  <a:lnTo>
                    <a:pt x="5790" y="4361"/>
                  </a:lnTo>
                  <a:lnTo>
                    <a:pt x="9177" y="4918"/>
                  </a:lnTo>
                  <a:lnTo>
                    <a:pt x="9748" y="4689"/>
                  </a:lnTo>
                  <a:lnTo>
                    <a:pt x="9262" y="4346"/>
                  </a:lnTo>
                  <a:lnTo>
                    <a:pt x="6289" y="3860"/>
                  </a:lnTo>
                  <a:lnTo>
                    <a:pt x="9262" y="887"/>
                  </a:lnTo>
                  <a:lnTo>
                    <a:pt x="9548" y="187"/>
                  </a:lnTo>
                  <a:lnTo>
                    <a:pt x="8862" y="473"/>
                  </a:lnTo>
                  <a:lnTo>
                    <a:pt x="5889" y="3460"/>
                  </a:lnTo>
                  <a:lnTo>
                    <a:pt x="5403" y="487"/>
                  </a:lnTo>
                  <a:lnTo>
                    <a:pt x="5047"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7" name="Google Shape;2727;p63"/>
          <p:cNvGrpSpPr/>
          <p:nvPr/>
        </p:nvGrpSpPr>
        <p:grpSpPr>
          <a:xfrm>
            <a:off x="4094523" y="2937081"/>
            <a:ext cx="334170" cy="360495"/>
            <a:chOff x="4049871" y="2781206"/>
            <a:chExt cx="365413" cy="394199"/>
          </a:xfrm>
        </p:grpSpPr>
        <p:sp>
          <p:nvSpPr>
            <p:cNvPr id="2728" name="Google Shape;2728;p63"/>
            <p:cNvSpPr/>
            <p:nvPr/>
          </p:nvSpPr>
          <p:spPr>
            <a:xfrm>
              <a:off x="4056765" y="2781206"/>
              <a:ext cx="348728" cy="208656"/>
            </a:xfrm>
            <a:custGeom>
              <a:avLst/>
              <a:gdLst/>
              <a:ahLst/>
              <a:cxnLst/>
              <a:rect l="l" t="t" r="r" b="b"/>
              <a:pathLst>
                <a:path w="8649" h="5175" extrusionOk="0">
                  <a:moveTo>
                    <a:pt x="5546" y="0"/>
                  </a:moveTo>
                  <a:cubicBezTo>
                    <a:pt x="5118" y="0"/>
                    <a:pt x="4717" y="129"/>
                    <a:pt x="4361" y="358"/>
                  </a:cubicBezTo>
                  <a:cubicBezTo>
                    <a:pt x="4103" y="515"/>
                    <a:pt x="3888" y="743"/>
                    <a:pt x="3717" y="987"/>
                  </a:cubicBezTo>
                  <a:cubicBezTo>
                    <a:pt x="3460" y="873"/>
                    <a:pt x="3189" y="815"/>
                    <a:pt x="2903" y="815"/>
                  </a:cubicBezTo>
                  <a:cubicBezTo>
                    <a:pt x="1902" y="815"/>
                    <a:pt x="1073" y="1572"/>
                    <a:pt x="987" y="2559"/>
                  </a:cubicBezTo>
                  <a:cubicBezTo>
                    <a:pt x="416" y="2745"/>
                    <a:pt x="1" y="3303"/>
                    <a:pt x="58" y="3945"/>
                  </a:cubicBezTo>
                  <a:cubicBezTo>
                    <a:pt x="115" y="4646"/>
                    <a:pt x="715" y="5174"/>
                    <a:pt x="1416" y="5174"/>
                  </a:cubicBezTo>
                  <a:lnTo>
                    <a:pt x="6919" y="5174"/>
                  </a:lnTo>
                  <a:cubicBezTo>
                    <a:pt x="7833" y="5174"/>
                    <a:pt x="8620" y="4431"/>
                    <a:pt x="8634" y="3516"/>
                  </a:cubicBezTo>
                  <a:cubicBezTo>
                    <a:pt x="8649" y="2874"/>
                    <a:pt x="8291" y="2302"/>
                    <a:pt x="7734" y="2001"/>
                  </a:cubicBezTo>
                  <a:cubicBezTo>
                    <a:pt x="7690" y="1487"/>
                    <a:pt x="7462" y="1016"/>
                    <a:pt x="7090" y="644"/>
                  </a:cubicBezTo>
                  <a:cubicBezTo>
                    <a:pt x="6676" y="229"/>
                    <a:pt x="6133" y="0"/>
                    <a:pt x="55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63"/>
            <p:cNvSpPr/>
            <p:nvPr/>
          </p:nvSpPr>
          <p:spPr>
            <a:xfrm>
              <a:off x="4106922" y="3014007"/>
              <a:ext cx="179263" cy="23103"/>
            </a:xfrm>
            <a:custGeom>
              <a:avLst/>
              <a:gdLst/>
              <a:ahLst/>
              <a:cxnLst/>
              <a:rect l="l" t="t" r="r" b="b"/>
              <a:pathLst>
                <a:path w="4446" h="573" extrusionOk="0">
                  <a:moveTo>
                    <a:pt x="1" y="1"/>
                  </a:moveTo>
                  <a:lnTo>
                    <a:pt x="1" y="572"/>
                  </a:lnTo>
                  <a:lnTo>
                    <a:pt x="4445" y="572"/>
                  </a:lnTo>
                  <a:lnTo>
                    <a:pt x="44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63"/>
            <p:cNvSpPr/>
            <p:nvPr/>
          </p:nvSpPr>
          <p:spPr>
            <a:xfrm>
              <a:off x="4143209" y="3106217"/>
              <a:ext cx="183900" cy="55964"/>
            </a:xfrm>
            <a:custGeom>
              <a:avLst/>
              <a:gdLst/>
              <a:ahLst/>
              <a:cxnLst/>
              <a:rect l="l" t="t" r="r" b="b"/>
              <a:pathLst>
                <a:path w="4561" h="1388" extrusionOk="0">
                  <a:moveTo>
                    <a:pt x="1" y="1"/>
                  </a:moveTo>
                  <a:lnTo>
                    <a:pt x="1" y="572"/>
                  </a:lnTo>
                  <a:lnTo>
                    <a:pt x="3160" y="572"/>
                  </a:lnTo>
                  <a:cubicBezTo>
                    <a:pt x="3617" y="572"/>
                    <a:pt x="3989" y="930"/>
                    <a:pt x="3989" y="1388"/>
                  </a:cubicBezTo>
                  <a:lnTo>
                    <a:pt x="4561" y="1388"/>
                  </a:lnTo>
                  <a:cubicBezTo>
                    <a:pt x="4561" y="616"/>
                    <a:pt x="3932" y="1"/>
                    <a:pt x="31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63"/>
            <p:cNvSpPr/>
            <p:nvPr/>
          </p:nvSpPr>
          <p:spPr>
            <a:xfrm>
              <a:off x="4068297" y="3106217"/>
              <a:ext cx="45602" cy="23103"/>
            </a:xfrm>
            <a:custGeom>
              <a:avLst/>
              <a:gdLst/>
              <a:ahLst/>
              <a:cxnLst/>
              <a:rect l="l" t="t" r="r" b="b"/>
              <a:pathLst>
                <a:path w="1131" h="573" extrusionOk="0">
                  <a:moveTo>
                    <a:pt x="0" y="1"/>
                  </a:moveTo>
                  <a:lnTo>
                    <a:pt x="0" y="572"/>
                  </a:lnTo>
                  <a:lnTo>
                    <a:pt x="1130" y="572"/>
                  </a:lnTo>
                  <a:lnTo>
                    <a:pt x="113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63"/>
            <p:cNvSpPr/>
            <p:nvPr/>
          </p:nvSpPr>
          <p:spPr>
            <a:xfrm>
              <a:off x="4100552" y="3152341"/>
              <a:ext cx="108380" cy="23063"/>
            </a:xfrm>
            <a:custGeom>
              <a:avLst/>
              <a:gdLst/>
              <a:ahLst/>
              <a:cxnLst/>
              <a:rect l="l" t="t" r="r" b="b"/>
              <a:pathLst>
                <a:path w="2688" h="572" extrusionOk="0">
                  <a:moveTo>
                    <a:pt x="1" y="0"/>
                  </a:moveTo>
                  <a:lnTo>
                    <a:pt x="1" y="572"/>
                  </a:lnTo>
                  <a:lnTo>
                    <a:pt x="2688" y="572"/>
                  </a:lnTo>
                  <a:lnTo>
                    <a:pt x="268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63"/>
            <p:cNvSpPr/>
            <p:nvPr/>
          </p:nvSpPr>
          <p:spPr>
            <a:xfrm>
              <a:off x="4231951" y="3152341"/>
              <a:ext cx="23103" cy="23063"/>
            </a:xfrm>
            <a:custGeom>
              <a:avLst/>
              <a:gdLst/>
              <a:ahLst/>
              <a:cxnLst/>
              <a:rect l="l" t="t" r="r" b="b"/>
              <a:pathLst>
                <a:path w="573" h="572"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63"/>
            <p:cNvSpPr/>
            <p:nvPr/>
          </p:nvSpPr>
          <p:spPr>
            <a:xfrm>
              <a:off x="4049871" y="3060132"/>
              <a:ext cx="182125" cy="23063"/>
            </a:xfrm>
            <a:custGeom>
              <a:avLst/>
              <a:gdLst/>
              <a:ahLst/>
              <a:cxnLst/>
              <a:rect l="l" t="t" r="r" b="b"/>
              <a:pathLst>
                <a:path w="4517" h="572" extrusionOk="0">
                  <a:moveTo>
                    <a:pt x="0" y="0"/>
                  </a:moveTo>
                  <a:lnTo>
                    <a:pt x="0" y="572"/>
                  </a:lnTo>
                  <a:lnTo>
                    <a:pt x="4517" y="572"/>
                  </a:lnTo>
                  <a:lnTo>
                    <a:pt x="45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63"/>
            <p:cNvSpPr/>
            <p:nvPr/>
          </p:nvSpPr>
          <p:spPr>
            <a:xfrm>
              <a:off x="4263077" y="3060132"/>
              <a:ext cx="46166" cy="23063"/>
            </a:xfrm>
            <a:custGeom>
              <a:avLst/>
              <a:gdLst/>
              <a:ahLst/>
              <a:cxnLst/>
              <a:rect l="l" t="t" r="r" b="b"/>
              <a:pathLst>
                <a:path w="1145" h="572" extrusionOk="0">
                  <a:moveTo>
                    <a:pt x="1" y="0"/>
                  </a:moveTo>
                  <a:lnTo>
                    <a:pt x="1" y="572"/>
                  </a:lnTo>
                  <a:lnTo>
                    <a:pt x="1144" y="572"/>
                  </a:lnTo>
                  <a:lnTo>
                    <a:pt x="11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63"/>
            <p:cNvSpPr/>
            <p:nvPr/>
          </p:nvSpPr>
          <p:spPr>
            <a:xfrm>
              <a:off x="4309202" y="2993888"/>
              <a:ext cx="106082" cy="43223"/>
            </a:xfrm>
            <a:custGeom>
              <a:avLst/>
              <a:gdLst/>
              <a:ahLst/>
              <a:cxnLst/>
              <a:rect l="l" t="t" r="r" b="b"/>
              <a:pathLst>
                <a:path w="2631" h="1072" extrusionOk="0">
                  <a:moveTo>
                    <a:pt x="2073" y="0"/>
                  </a:moveTo>
                  <a:cubicBezTo>
                    <a:pt x="2073" y="271"/>
                    <a:pt x="1844" y="500"/>
                    <a:pt x="1572" y="500"/>
                  </a:cubicBezTo>
                  <a:lnTo>
                    <a:pt x="0" y="500"/>
                  </a:lnTo>
                  <a:lnTo>
                    <a:pt x="0" y="1071"/>
                  </a:lnTo>
                  <a:lnTo>
                    <a:pt x="1559" y="1071"/>
                  </a:lnTo>
                  <a:cubicBezTo>
                    <a:pt x="2144" y="1071"/>
                    <a:pt x="2630" y="585"/>
                    <a:pt x="263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7" name="Google Shape;2737;p63"/>
          <p:cNvGrpSpPr/>
          <p:nvPr/>
        </p:nvGrpSpPr>
        <p:grpSpPr>
          <a:xfrm>
            <a:off x="4702683" y="2949728"/>
            <a:ext cx="359466" cy="335207"/>
            <a:chOff x="4714890" y="2795035"/>
            <a:chExt cx="393074" cy="366547"/>
          </a:xfrm>
        </p:grpSpPr>
        <p:sp>
          <p:nvSpPr>
            <p:cNvPr id="2738" name="Google Shape;2738;p63"/>
            <p:cNvSpPr/>
            <p:nvPr/>
          </p:nvSpPr>
          <p:spPr>
            <a:xfrm>
              <a:off x="4847458" y="2876318"/>
              <a:ext cx="158538" cy="285264"/>
            </a:xfrm>
            <a:custGeom>
              <a:avLst/>
              <a:gdLst/>
              <a:ahLst/>
              <a:cxnLst/>
              <a:rect l="l" t="t" r="r" b="b"/>
              <a:pathLst>
                <a:path w="3932" h="7075" extrusionOk="0">
                  <a:moveTo>
                    <a:pt x="2731" y="0"/>
                  </a:moveTo>
                  <a:lnTo>
                    <a:pt x="315" y="643"/>
                  </a:lnTo>
                  <a:lnTo>
                    <a:pt x="0" y="1487"/>
                  </a:lnTo>
                  <a:lnTo>
                    <a:pt x="543" y="2687"/>
                  </a:lnTo>
                  <a:lnTo>
                    <a:pt x="257" y="4145"/>
                  </a:lnTo>
                  <a:lnTo>
                    <a:pt x="815" y="5031"/>
                  </a:lnTo>
                  <a:lnTo>
                    <a:pt x="1587" y="7075"/>
                  </a:lnTo>
                  <a:lnTo>
                    <a:pt x="2687" y="4130"/>
                  </a:lnTo>
                  <a:lnTo>
                    <a:pt x="2687" y="3044"/>
                  </a:lnTo>
                  <a:lnTo>
                    <a:pt x="3931" y="1586"/>
                  </a:lnTo>
                  <a:lnTo>
                    <a:pt x="273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63"/>
            <p:cNvSpPr/>
            <p:nvPr/>
          </p:nvSpPr>
          <p:spPr>
            <a:xfrm>
              <a:off x="4714890" y="2795035"/>
              <a:ext cx="253048" cy="273813"/>
            </a:xfrm>
            <a:custGeom>
              <a:avLst/>
              <a:gdLst/>
              <a:ahLst/>
              <a:cxnLst/>
              <a:rect l="l" t="t" r="r" b="b"/>
              <a:pathLst>
                <a:path w="6276" h="6791" extrusionOk="0">
                  <a:moveTo>
                    <a:pt x="1" y="0"/>
                  </a:moveTo>
                  <a:lnTo>
                    <a:pt x="1" y="1502"/>
                  </a:lnTo>
                  <a:lnTo>
                    <a:pt x="572" y="4360"/>
                  </a:lnTo>
                  <a:lnTo>
                    <a:pt x="1316" y="3688"/>
                  </a:lnTo>
                  <a:lnTo>
                    <a:pt x="2102" y="6790"/>
                  </a:lnTo>
                  <a:lnTo>
                    <a:pt x="2859" y="4746"/>
                  </a:lnTo>
                  <a:lnTo>
                    <a:pt x="3431" y="4746"/>
                  </a:lnTo>
                  <a:lnTo>
                    <a:pt x="4031" y="3131"/>
                  </a:lnTo>
                  <a:lnTo>
                    <a:pt x="6276" y="2544"/>
                  </a:lnTo>
                  <a:lnTo>
                    <a:pt x="5361"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63"/>
            <p:cNvSpPr/>
            <p:nvPr/>
          </p:nvSpPr>
          <p:spPr>
            <a:xfrm>
              <a:off x="4911444" y="2795035"/>
              <a:ext cx="196520" cy="207487"/>
            </a:xfrm>
            <a:custGeom>
              <a:avLst/>
              <a:gdLst/>
              <a:ahLst/>
              <a:cxnLst/>
              <a:rect l="l" t="t" r="r" b="b"/>
              <a:pathLst>
                <a:path w="4874" h="5146" extrusionOk="0">
                  <a:moveTo>
                    <a:pt x="0" y="0"/>
                  </a:moveTo>
                  <a:lnTo>
                    <a:pt x="0" y="1473"/>
                  </a:lnTo>
                  <a:lnTo>
                    <a:pt x="2830" y="5146"/>
                  </a:lnTo>
                  <a:lnTo>
                    <a:pt x="3259" y="3945"/>
                  </a:lnTo>
                  <a:lnTo>
                    <a:pt x="3745" y="3945"/>
                  </a:lnTo>
                  <a:lnTo>
                    <a:pt x="3902" y="2859"/>
                  </a:lnTo>
                  <a:lnTo>
                    <a:pt x="4874" y="3431"/>
                  </a:lnTo>
                  <a:lnTo>
                    <a:pt x="4874"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1" name="Google Shape;2741;p63"/>
          <p:cNvGrpSpPr/>
          <p:nvPr/>
        </p:nvGrpSpPr>
        <p:grpSpPr>
          <a:xfrm>
            <a:off x="5367772" y="2937634"/>
            <a:ext cx="270940" cy="359462"/>
            <a:chOff x="5442161" y="2781811"/>
            <a:chExt cx="296271" cy="393070"/>
          </a:xfrm>
        </p:grpSpPr>
        <p:sp>
          <p:nvSpPr>
            <p:cNvPr id="2742" name="Google Shape;2742;p63"/>
            <p:cNvSpPr/>
            <p:nvPr/>
          </p:nvSpPr>
          <p:spPr>
            <a:xfrm>
              <a:off x="5677906" y="2924701"/>
              <a:ext cx="23103" cy="25966"/>
            </a:xfrm>
            <a:custGeom>
              <a:avLst/>
              <a:gdLst/>
              <a:ahLst/>
              <a:cxnLst/>
              <a:rect l="l" t="t" r="r" b="b"/>
              <a:pathLst>
                <a:path w="573" h="644" extrusionOk="0">
                  <a:moveTo>
                    <a:pt x="0" y="1"/>
                  </a:moveTo>
                  <a:lnTo>
                    <a:pt x="0" y="643"/>
                  </a:lnTo>
                  <a:lnTo>
                    <a:pt x="572" y="643"/>
                  </a:lnTo>
                  <a:lnTo>
                    <a:pt x="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63"/>
            <p:cNvSpPr/>
            <p:nvPr/>
          </p:nvSpPr>
          <p:spPr>
            <a:xfrm>
              <a:off x="5477924" y="2841725"/>
              <a:ext cx="23063" cy="25402"/>
            </a:xfrm>
            <a:custGeom>
              <a:avLst/>
              <a:gdLst/>
              <a:ahLst/>
              <a:cxnLst/>
              <a:rect l="l" t="t" r="r" b="b"/>
              <a:pathLst>
                <a:path w="572" h="630" extrusionOk="0">
                  <a:moveTo>
                    <a:pt x="0" y="1"/>
                  </a:moveTo>
                  <a:lnTo>
                    <a:pt x="0" y="629"/>
                  </a:lnTo>
                  <a:lnTo>
                    <a:pt x="572" y="629"/>
                  </a:lnTo>
                  <a:lnTo>
                    <a:pt x="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63"/>
            <p:cNvSpPr/>
            <p:nvPr/>
          </p:nvSpPr>
          <p:spPr>
            <a:xfrm>
              <a:off x="5442161" y="2880914"/>
              <a:ext cx="25402" cy="23103"/>
            </a:xfrm>
            <a:custGeom>
              <a:avLst/>
              <a:gdLst/>
              <a:ahLst/>
              <a:cxnLst/>
              <a:rect l="l" t="t" r="r" b="b"/>
              <a:pathLst>
                <a:path w="630" h="573" extrusionOk="0">
                  <a:moveTo>
                    <a:pt x="1" y="1"/>
                  </a:moveTo>
                  <a:lnTo>
                    <a:pt x="1" y="572"/>
                  </a:lnTo>
                  <a:lnTo>
                    <a:pt x="630" y="572"/>
                  </a:lnTo>
                  <a:lnTo>
                    <a:pt x="630"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63"/>
            <p:cNvSpPr/>
            <p:nvPr/>
          </p:nvSpPr>
          <p:spPr>
            <a:xfrm>
              <a:off x="5700968" y="2932200"/>
              <a:ext cx="36328" cy="36369"/>
            </a:xfrm>
            <a:custGeom>
              <a:avLst/>
              <a:gdLst/>
              <a:ahLst/>
              <a:cxnLst/>
              <a:rect l="l" t="t" r="r" b="b"/>
              <a:pathLst>
                <a:path w="901" h="902" extrusionOk="0">
                  <a:moveTo>
                    <a:pt x="486" y="0"/>
                  </a:moveTo>
                  <a:lnTo>
                    <a:pt x="0" y="501"/>
                  </a:lnTo>
                  <a:lnTo>
                    <a:pt x="400" y="901"/>
                  </a:lnTo>
                  <a:lnTo>
                    <a:pt x="900" y="400"/>
                  </a:lnTo>
                  <a:lnTo>
                    <a:pt x="48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63"/>
            <p:cNvSpPr/>
            <p:nvPr/>
          </p:nvSpPr>
          <p:spPr>
            <a:xfrm>
              <a:off x="5454862" y="2854425"/>
              <a:ext cx="92857" cy="146966"/>
            </a:xfrm>
            <a:custGeom>
              <a:avLst/>
              <a:gdLst/>
              <a:ahLst/>
              <a:cxnLst/>
              <a:rect l="l" t="t" r="r" b="b"/>
              <a:pathLst>
                <a:path w="2303" h="3645" extrusionOk="0">
                  <a:moveTo>
                    <a:pt x="1087" y="0"/>
                  </a:moveTo>
                  <a:cubicBezTo>
                    <a:pt x="801" y="0"/>
                    <a:pt x="530" y="114"/>
                    <a:pt x="315" y="314"/>
                  </a:cubicBezTo>
                  <a:cubicBezTo>
                    <a:pt x="115" y="515"/>
                    <a:pt x="0" y="786"/>
                    <a:pt x="0" y="1086"/>
                  </a:cubicBezTo>
                  <a:cubicBezTo>
                    <a:pt x="0" y="1372"/>
                    <a:pt x="115" y="1643"/>
                    <a:pt x="315" y="1843"/>
                  </a:cubicBezTo>
                  <a:lnTo>
                    <a:pt x="2302" y="3644"/>
                  </a:lnTo>
                  <a:lnTo>
                    <a:pt x="2144" y="629"/>
                  </a:lnTo>
                  <a:lnTo>
                    <a:pt x="1873" y="328"/>
                  </a:lnTo>
                  <a:lnTo>
                    <a:pt x="1858" y="314"/>
                  </a:lnTo>
                  <a:cubicBezTo>
                    <a:pt x="1645" y="114"/>
                    <a:pt x="1372" y="0"/>
                    <a:pt x="1087"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63"/>
            <p:cNvSpPr/>
            <p:nvPr/>
          </p:nvSpPr>
          <p:spPr>
            <a:xfrm>
              <a:off x="5627185" y="2938530"/>
              <a:ext cx="103784" cy="161441"/>
            </a:xfrm>
            <a:custGeom>
              <a:avLst/>
              <a:gdLst/>
              <a:ahLst/>
              <a:cxnLst/>
              <a:rect l="l" t="t" r="r" b="b"/>
              <a:pathLst>
                <a:path w="2574" h="4004" extrusionOk="0">
                  <a:moveTo>
                    <a:pt x="1401" y="1"/>
                  </a:moveTo>
                  <a:cubicBezTo>
                    <a:pt x="1087" y="1"/>
                    <a:pt x="801" y="115"/>
                    <a:pt x="572" y="344"/>
                  </a:cubicBezTo>
                  <a:lnTo>
                    <a:pt x="172" y="786"/>
                  </a:lnTo>
                  <a:lnTo>
                    <a:pt x="1" y="4003"/>
                  </a:lnTo>
                  <a:lnTo>
                    <a:pt x="2216" y="2002"/>
                  </a:lnTo>
                  <a:lnTo>
                    <a:pt x="2230" y="1987"/>
                  </a:lnTo>
                  <a:cubicBezTo>
                    <a:pt x="2444" y="1773"/>
                    <a:pt x="2573" y="1473"/>
                    <a:pt x="2573" y="1173"/>
                  </a:cubicBezTo>
                  <a:cubicBezTo>
                    <a:pt x="2573" y="858"/>
                    <a:pt x="2444" y="558"/>
                    <a:pt x="2230" y="344"/>
                  </a:cubicBezTo>
                  <a:cubicBezTo>
                    <a:pt x="2015" y="115"/>
                    <a:pt x="1716" y="1"/>
                    <a:pt x="1401"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63"/>
            <p:cNvSpPr/>
            <p:nvPr/>
          </p:nvSpPr>
          <p:spPr>
            <a:xfrm>
              <a:off x="5516550" y="2781811"/>
              <a:ext cx="146966" cy="381548"/>
            </a:xfrm>
            <a:custGeom>
              <a:avLst/>
              <a:gdLst/>
              <a:ahLst/>
              <a:cxnLst/>
              <a:rect l="l" t="t" r="r" b="b"/>
              <a:pathLst>
                <a:path w="3645" h="9463" extrusionOk="0">
                  <a:moveTo>
                    <a:pt x="1830" y="0"/>
                  </a:moveTo>
                  <a:cubicBezTo>
                    <a:pt x="829" y="0"/>
                    <a:pt x="0" y="814"/>
                    <a:pt x="0" y="1815"/>
                  </a:cubicBezTo>
                  <a:lnTo>
                    <a:pt x="429" y="9462"/>
                  </a:lnTo>
                  <a:lnTo>
                    <a:pt x="3231" y="9462"/>
                  </a:lnTo>
                  <a:lnTo>
                    <a:pt x="3645" y="1830"/>
                  </a:lnTo>
                  <a:lnTo>
                    <a:pt x="3645" y="1815"/>
                  </a:lnTo>
                  <a:cubicBezTo>
                    <a:pt x="3645" y="814"/>
                    <a:pt x="2830" y="0"/>
                    <a:pt x="1830"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63"/>
            <p:cNvSpPr/>
            <p:nvPr/>
          </p:nvSpPr>
          <p:spPr>
            <a:xfrm>
              <a:off x="5442161" y="3151777"/>
              <a:ext cx="296271" cy="23103"/>
            </a:xfrm>
            <a:custGeom>
              <a:avLst/>
              <a:gdLst/>
              <a:ahLst/>
              <a:cxnLst/>
              <a:rect l="l" t="t" r="r" b="b"/>
              <a:pathLst>
                <a:path w="7348" h="573" extrusionOk="0">
                  <a:moveTo>
                    <a:pt x="1" y="0"/>
                  </a:moveTo>
                  <a:lnTo>
                    <a:pt x="1" y="572"/>
                  </a:lnTo>
                  <a:lnTo>
                    <a:pt x="7348" y="572"/>
                  </a:lnTo>
                  <a:lnTo>
                    <a:pt x="7348"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63"/>
            <p:cNvSpPr/>
            <p:nvPr/>
          </p:nvSpPr>
          <p:spPr>
            <a:xfrm>
              <a:off x="5559731" y="2854425"/>
              <a:ext cx="23103" cy="23063"/>
            </a:xfrm>
            <a:custGeom>
              <a:avLst/>
              <a:gdLst/>
              <a:ahLst/>
              <a:cxnLst/>
              <a:rect l="l" t="t" r="r" b="b"/>
              <a:pathLst>
                <a:path w="573" h="572" extrusionOk="0">
                  <a:moveTo>
                    <a:pt x="1" y="0"/>
                  </a:moveTo>
                  <a:lnTo>
                    <a:pt x="1" y="572"/>
                  </a:lnTo>
                  <a:lnTo>
                    <a:pt x="572" y="572"/>
                  </a:lnTo>
                  <a:lnTo>
                    <a:pt x="572"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63"/>
            <p:cNvSpPr/>
            <p:nvPr/>
          </p:nvSpPr>
          <p:spPr>
            <a:xfrm>
              <a:off x="5597792" y="2904501"/>
              <a:ext cx="23063" cy="23103"/>
            </a:xfrm>
            <a:custGeom>
              <a:avLst/>
              <a:gdLst/>
              <a:ahLst/>
              <a:cxnLst/>
              <a:rect l="l" t="t" r="r" b="b"/>
              <a:pathLst>
                <a:path w="572" h="573" extrusionOk="0">
                  <a:moveTo>
                    <a:pt x="0" y="1"/>
                  </a:moveTo>
                  <a:lnTo>
                    <a:pt x="0" y="573"/>
                  </a:lnTo>
                  <a:lnTo>
                    <a:pt x="572" y="573"/>
                  </a:lnTo>
                  <a:lnTo>
                    <a:pt x="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2" name="Google Shape;2752;p63"/>
          <p:cNvGrpSpPr/>
          <p:nvPr/>
        </p:nvGrpSpPr>
        <p:grpSpPr>
          <a:xfrm>
            <a:off x="6025008" y="2937597"/>
            <a:ext cx="198188" cy="359499"/>
            <a:chOff x="6160845" y="2781770"/>
            <a:chExt cx="216717" cy="393110"/>
          </a:xfrm>
        </p:grpSpPr>
        <p:sp>
          <p:nvSpPr>
            <p:cNvPr id="2753" name="Google Shape;2753;p63"/>
            <p:cNvSpPr/>
            <p:nvPr/>
          </p:nvSpPr>
          <p:spPr>
            <a:xfrm>
              <a:off x="6269182" y="3008846"/>
              <a:ext cx="80116" cy="71528"/>
            </a:xfrm>
            <a:custGeom>
              <a:avLst/>
              <a:gdLst/>
              <a:ahLst/>
              <a:cxnLst/>
              <a:rect l="l" t="t" r="r" b="b"/>
              <a:pathLst>
                <a:path w="1987" h="1774" extrusionOk="0">
                  <a:moveTo>
                    <a:pt x="872" y="1"/>
                  </a:moveTo>
                  <a:cubicBezTo>
                    <a:pt x="529" y="1"/>
                    <a:pt x="214" y="157"/>
                    <a:pt x="0" y="401"/>
                  </a:cubicBezTo>
                  <a:lnTo>
                    <a:pt x="0" y="1773"/>
                  </a:lnTo>
                  <a:lnTo>
                    <a:pt x="829" y="1773"/>
                  </a:lnTo>
                  <a:cubicBezTo>
                    <a:pt x="1472" y="1773"/>
                    <a:pt x="1987" y="1258"/>
                    <a:pt x="1987" y="630"/>
                  </a:cubicBezTo>
                  <a:lnTo>
                    <a:pt x="1987"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63"/>
            <p:cNvSpPr/>
            <p:nvPr/>
          </p:nvSpPr>
          <p:spPr>
            <a:xfrm>
              <a:off x="6189632" y="3054971"/>
              <a:ext cx="79592" cy="71487"/>
            </a:xfrm>
            <a:custGeom>
              <a:avLst/>
              <a:gdLst/>
              <a:ahLst/>
              <a:cxnLst/>
              <a:rect l="l" t="t" r="r" b="b"/>
              <a:pathLst>
                <a:path w="1974" h="1773" extrusionOk="0">
                  <a:moveTo>
                    <a:pt x="1" y="0"/>
                  </a:moveTo>
                  <a:lnTo>
                    <a:pt x="1" y="629"/>
                  </a:lnTo>
                  <a:cubicBezTo>
                    <a:pt x="1" y="1258"/>
                    <a:pt x="516" y="1773"/>
                    <a:pt x="1144" y="1773"/>
                  </a:cubicBezTo>
                  <a:lnTo>
                    <a:pt x="1973" y="1773"/>
                  </a:lnTo>
                  <a:lnTo>
                    <a:pt x="1973" y="400"/>
                  </a:lnTo>
                  <a:cubicBezTo>
                    <a:pt x="1758" y="157"/>
                    <a:pt x="1459" y="0"/>
                    <a:pt x="1116"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63"/>
            <p:cNvSpPr/>
            <p:nvPr/>
          </p:nvSpPr>
          <p:spPr>
            <a:xfrm>
              <a:off x="6257650" y="2978285"/>
              <a:ext cx="23103" cy="185069"/>
            </a:xfrm>
            <a:custGeom>
              <a:avLst/>
              <a:gdLst/>
              <a:ahLst/>
              <a:cxnLst/>
              <a:rect l="l" t="t" r="r" b="b"/>
              <a:pathLst>
                <a:path w="573" h="4590" extrusionOk="0">
                  <a:moveTo>
                    <a:pt x="1" y="1"/>
                  </a:moveTo>
                  <a:lnTo>
                    <a:pt x="1" y="4589"/>
                  </a:lnTo>
                  <a:lnTo>
                    <a:pt x="572" y="4589"/>
                  </a:lnTo>
                  <a:lnTo>
                    <a:pt x="572"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63"/>
            <p:cNvSpPr/>
            <p:nvPr/>
          </p:nvSpPr>
          <p:spPr>
            <a:xfrm>
              <a:off x="6172376" y="3151777"/>
              <a:ext cx="193657" cy="23103"/>
            </a:xfrm>
            <a:custGeom>
              <a:avLst/>
              <a:gdLst/>
              <a:ahLst/>
              <a:cxnLst/>
              <a:rect l="l" t="t" r="r" b="b"/>
              <a:pathLst>
                <a:path w="4803" h="573" extrusionOk="0">
                  <a:moveTo>
                    <a:pt x="0" y="0"/>
                  </a:moveTo>
                  <a:lnTo>
                    <a:pt x="0" y="572"/>
                  </a:lnTo>
                  <a:lnTo>
                    <a:pt x="4803" y="572"/>
                  </a:lnTo>
                  <a:lnTo>
                    <a:pt x="480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63"/>
            <p:cNvSpPr/>
            <p:nvPr/>
          </p:nvSpPr>
          <p:spPr>
            <a:xfrm>
              <a:off x="6225395" y="2918371"/>
              <a:ext cx="87615" cy="65157"/>
            </a:xfrm>
            <a:custGeom>
              <a:avLst/>
              <a:gdLst/>
              <a:ahLst/>
              <a:cxnLst/>
              <a:rect l="l" t="t" r="r" b="b"/>
              <a:pathLst>
                <a:path w="2173" h="1616" extrusionOk="0">
                  <a:moveTo>
                    <a:pt x="0" y="0"/>
                  </a:moveTo>
                  <a:lnTo>
                    <a:pt x="0" y="529"/>
                  </a:lnTo>
                  <a:cubicBezTo>
                    <a:pt x="0" y="1130"/>
                    <a:pt x="500" y="1616"/>
                    <a:pt x="1100" y="1616"/>
                  </a:cubicBezTo>
                  <a:cubicBezTo>
                    <a:pt x="1700" y="1601"/>
                    <a:pt x="2173" y="1101"/>
                    <a:pt x="2173" y="515"/>
                  </a:cubicBezTo>
                  <a:lnTo>
                    <a:pt x="217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63"/>
            <p:cNvSpPr/>
            <p:nvPr/>
          </p:nvSpPr>
          <p:spPr>
            <a:xfrm>
              <a:off x="6160845" y="2781770"/>
              <a:ext cx="108380" cy="146442"/>
            </a:xfrm>
            <a:custGeom>
              <a:avLst/>
              <a:gdLst/>
              <a:ahLst/>
              <a:cxnLst/>
              <a:rect l="l" t="t" r="r" b="b"/>
              <a:pathLst>
                <a:path w="2688" h="3632" extrusionOk="0">
                  <a:moveTo>
                    <a:pt x="1098" y="1"/>
                  </a:moveTo>
                  <a:cubicBezTo>
                    <a:pt x="1089" y="1"/>
                    <a:pt x="1080" y="1"/>
                    <a:pt x="1072" y="1"/>
                  </a:cubicBezTo>
                  <a:cubicBezTo>
                    <a:pt x="486" y="15"/>
                    <a:pt x="0" y="516"/>
                    <a:pt x="0" y="1101"/>
                  </a:cubicBezTo>
                  <a:lnTo>
                    <a:pt x="0" y="1273"/>
                  </a:lnTo>
                  <a:cubicBezTo>
                    <a:pt x="0" y="2302"/>
                    <a:pt x="614" y="3216"/>
                    <a:pt x="1558" y="3617"/>
                  </a:cubicBezTo>
                  <a:lnTo>
                    <a:pt x="1601" y="3632"/>
                  </a:lnTo>
                  <a:lnTo>
                    <a:pt x="2687" y="3632"/>
                  </a:lnTo>
                  <a:lnTo>
                    <a:pt x="2687" y="3060"/>
                  </a:lnTo>
                  <a:cubicBezTo>
                    <a:pt x="2516" y="3060"/>
                    <a:pt x="2173" y="2574"/>
                    <a:pt x="2173" y="1673"/>
                  </a:cubicBezTo>
                  <a:lnTo>
                    <a:pt x="2173" y="1087"/>
                  </a:lnTo>
                  <a:cubicBezTo>
                    <a:pt x="2173" y="496"/>
                    <a:pt x="1686" y="1"/>
                    <a:pt x="109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63"/>
            <p:cNvSpPr/>
            <p:nvPr/>
          </p:nvSpPr>
          <p:spPr>
            <a:xfrm>
              <a:off x="6269182" y="2781770"/>
              <a:ext cx="108380" cy="146442"/>
            </a:xfrm>
            <a:custGeom>
              <a:avLst/>
              <a:gdLst/>
              <a:ahLst/>
              <a:cxnLst/>
              <a:rect l="l" t="t" r="r" b="b"/>
              <a:pathLst>
                <a:path w="2688" h="3632" extrusionOk="0">
                  <a:moveTo>
                    <a:pt x="1603" y="1"/>
                  </a:moveTo>
                  <a:cubicBezTo>
                    <a:pt x="1000" y="1"/>
                    <a:pt x="515" y="496"/>
                    <a:pt x="515" y="1087"/>
                  </a:cubicBezTo>
                  <a:lnTo>
                    <a:pt x="515" y="1673"/>
                  </a:lnTo>
                  <a:cubicBezTo>
                    <a:pt x="515" y="2574"/>
                    <a:pt x="172" y="3060"/>
                    <a:pt x="0" y="3060"/>
                  </a:cubicBezTo>
                  <a:lnTo>
                    <a:pt x="0" y="3632"/>
                  </a:lnTo>
                  <a:lnTo>
                    <a:pt x="1087" y="3632"/>
                  </a:lnTo>
                  <a:lnTo>
                    <a:pt x="1144" y="3617"/>
                  </a:lnTo>
                  <a:cubicBezTo>
                    <a:pt x="2087" y="3216"/>
                    <a:pt x="2688" y="2302"/>
                    <a:pt x="2688" y="1273"/>
                  </a:cubicBezTo>
                  <a:lnTo>
                    <a:pt x="2688" y="1101"/>
                  </a:lnTo>
                  <a:cubicBezTo>
                    <a:pt x="2688" y="516"/>
                    <a:pt x="2215" y="15"/>
                    <a:pt x="1630" y="1"/>
                  </a:cubicBezTo>
                  <a:cubicBezTo>
                    <a:pt x="1621" y="1"/>
                    <a:pt x="1612" y="1"/>
                    <a:pt x="1603" y="1"/>
                  </a:cubicBez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63"/>
            <p:cNvSpPr/>
            <p:nvPr/>
          </p:nvSpPr>
          <p:spPr>
            <a:xfrm>
              <a:off x="6269182" y="2781770"/>
              <a:ext cx="108380" cy="146442"/>
            </a:xfrm>
            <a:custGeom>
              <a:avLst/>
              <a:gdLst/>
              <a:ahLst/>
              <a:cxnLst/>
              <a:rect l="l" t="t" r="r" b="b"/>
              <a:pathLst>
                <a:path w="2688" h="3632" extrusionOk="0">
                  <a:moveTo>
                    <a:pt x="1603" y="1"/>
                  </a:moveTo>
                  <a:cubicBezTo>
                    <a:pt x="1000" y="1"/>
                    <a:pt x="515" y="496"/>
                    <a:pt x="515" y="1087"/>
                  </a:cubicBezTo>
                  <a:lnTo>
                    <a:pt x="515" y="1673"/>
                  </a:lnTo>
                  <a:cubicBezTo>
                    <a:pt x="515" y="2574"/>
                    <a:pt x="172" y="3060"/>
                    <a:pt x="0" y="3060"/>
                  </a:cubicBezTo>
                  <a:lnTo>
                    <a:pt x="0" y="3632"/>
                  </a:lnTo>
                  <a:lnTo>
                    <a:pt x="1087" y="3632"/>
                  </a:lnTo>
                  <a:lnTo>
                    <a:pt x="1144" y="3617"/>
                  </a:lnTo>
                  <a:cubicBezTo>
                    <a:pt x="2087" y="3216"/>
                    <a:pt x="2688" y="2302"/>
                    <a:pt x="2688" y="1273"/>
                  </a:cubicBezTo>
                  <a:lnTo>
                    <a:pt x="2688" y="1101"/>
                  </a:lnTo>
                  <a:cubicBezTo>
                    <a:pt x="2688" y="516"/>
                    <a:pt x="2215" y="15"/>
                    <a:pt x="1630" y="1"/>
                  </a:cubicBezTo>
                  <a:cubicBezTo>
                    <a:pt x="1621" y="1"/>
                    <a:pt x="1612" y="1"/>
                    <a:pt x="16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63"/>
            <p:cNvSpPr/>
            <p:nvPr/>
          </p:nvSpPr>
          <p:spPr>
            <a:xfrm>
              <a:off x="6225395" y="2781811"/>
              <a:ext cx="87615" cy="146402"/>
            </a:xfrm>
            <a:custGeom>
              <a:avLst/>
              <a:gdLst/>
              <a:ahLst/>
              <a:cxnLst/>
              <a:rect l="l" t="t" r="r" b="b"/>
              <a:pathLst>
                <a:path w="2173" h="3631" extrusionOk="0">
                  <a:moveTo>
                    <a:pt x="1086" y="0"/>
                  </a:moveTo>
                  <a:cubicBezTo>
                    <a:pt x="486" y="0"/>
                    <a:pt x="0" y="486"/>
                    <a:pt x="0" y="1086"/>
                  </a:cubicBezTo>
                  <a:lnTo>
                    <a:pt x="0" y="1672"/>
                  </a:lnTo>
                  <a:cubicBezTo>
                    <a:pt x="0" y="2158"/>
                    <a:pt x="100" y="2615"/>
                    <a:pt x="271" y="2973"/>
                  </a:cubicBezTo>
                  <a:cubicBezTo>
                    <a:pt x="543" y="3545"/>
                    <a:pt x="900" y="3631"/>
                    <a:pt x="1086" y="3631"/>
                  </a:cubicBezTo>
                  <a:cubicBezTo>
                    <a:pt x="1287" y="3631"/>
                    <a:pt x="1643" y="3545"/>
                    <a:pt x="1915" y="2973"/>
                  </a:cubicBezTo>
                  <a:cubicBezTo>
                    <a:pt x="2087" y="2615"/>
                    <a:pt x="2173" y="2158"/>
                    <a:pt x="2173" y="1672"/>
                  </a:cubicBezTo>
                  <a:lnTo>
                    <a:pt x="2173" y="1086"/>
                  </a:lnTo>
                  <a:cubicBezTo>
                    <a:pt x="2173" y="486"/>
                    <a:pt x="1687" y="0"/>
                    <a:pt x="1086"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2" name="Google Shape;2762;p63"/>
          <p:cNvGrpSpPr/>
          <p:nvPr/>
        </p:nvGrpSpPr>
        <p:grpSpPr>
          <a:xfrm>
            <a:off x="6585752" y="2937634"/>
            <a:ext cx="318358" cy="359462"/>
            <a:chOff x="6774014" y="2781811"/>
            <a:chExt cx="348123" cy="393070"/>
          </a:xfrm>
        </p:grpSpPr>
        <p:sp>
          <p:nvSpPr>
            <p:cNvPr id="2763" name="Google Shape;2763;p63"/>
            <p:cNvSpPr/>
            <p:nvPr/>
          </p:nvSpPr>
          <p:spPr>
            <a:xfrm>
              <a:off x="6973955" y="2948328"/>
              <a:ext cx="123984" cy="143539"/>
            </a:xfrm>
            <a:custGeom>
              <a:avLst/>
              <a:gdLst/>
              <a:ahLst/>
              <a:cxnLst/>
              <a:rect l="l" t="t" r="r" b="b"/>
              <a:pathLst>
                <a:path w="3075" h="3560" extrusionOk="0">
                  <a:moveTo>
                    <a:pt x="1" y="0"/>
                  </a:moveTo>
                  <a:lnTo>
                    <a:pt x="1" y="2531"/>
                  </a:lnTo>
                  <a:lnTo>
                    <a:pt x="1531" y="3560"/>
                  </a:lnTo>
                  <a:lnTo>
                    <a:pt x="3074" y="2531"/>
                  </a:lnTo>
                  <a:lnTo>
                    <a:pt x="3074" y="0"/>
                  </a:lnTo>
                  <a:lnTo>
                    <a:pt x="1531" y="1016"/>
                  </a:lnTo>
                  <a:lnTo>
                    <a:pt x="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63"/>
            <p:cNvSpPr/>
            <p:nvPr/>
          </p:nvSpPr>
          <p:spPr>
            <a:xfrm>
              <a:off x="6973955" y="2781811"/>
              <a:ext cx="123984" cy="159627"/>
            </a:xfrm>
            <a:custGeom>
              <a:avLst/>
              <a:gdLst/>
              <a:ahLst/>
              <a:cxnLst/>
              <a:rect l="l" t="t" r="r" b="b"/>
              <a:pathLst>
                <a:path w="3075" h="3959" extrusionOk="0">
                  <a:moveTo>
                    <a:pt x="1" y="0"/>
                  </a:moveTo>
                  <a:lnTo>
                    <a:pt x="1" y="2930"/>
                  </a:lnTo>
                  <a:lnTo>
                    <a:pt x="1531" y="3959"/>
                  </a:lnTo>
                  <a:lnTo>
                    <a:pt x="3074" y="2930"/>
                  </a:lnTo>
                  <a:lnTo>
                    <a:pt x="3074" y="0"/>
                  </a:lnTo>
                  <a:lnTo>
                    <a:pt x="2503" y="0"/>
                  </a:lnTo>
                  <a:lnTo>
                    <a:pt x="2503" y="728"/>
                  </a:lnTo>
                  <a:lnTo>
                    <a:pt x="1531" y="1372"/>
                  </a:lnTo>
                  <a:lnTo>
                    <a:pt x="572" y="728"/>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63"/>
            <p:cNvSpPr/>
            <p:nvPr/>
          </p:nvSpPr>
          <p:spPr>
            <a:xfrm>
              <a:off x="6973955" y="2872246"/>
              <a:ext cx="123984" cy="144708"/>
            </a:xfrm>
            <a:custGeom>
              <a:avLst/>
              <a:gdLst/>
              <a:ahLst/>
              <a:cxnLst/>
              <a:rect l="l" t="t" r="r" b="b"/>
              <a:pathLst>
                <a:path w="3075" h="3589" extrusionOk="0">
                  <a:moveTo>
                    <a:pt x="1" y="1"/>
                  </a:moveTo>
                  <a:lnTo>
                    <a:pt x="1" y="2560"/>
                  </a:lnTo>
                  <a:lnTo>
                    <a:pt x="1531" y="3589"/>
                  </a:lnTo>
                  <a:lnTo>
                    <a:pt x="3074" y="2560"/>
                  </a:lnTo>
                  <a:lnTo>
                    <a:pt x="3074" y="1"/>
                  </a:lnTo>
                  <a:lnTo>
                    <a:pt x="1531" y="1030"/>
                  </a:lnTo>
                  <a:lnTo>
                    <a:pt x="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63"/>
            <p:cNvSpPr/>
            <p:nvPr/>
          </p:nvSpPr>
          <p:spPr>
            <a:xfrm>
              <a:off x="7024676" y="2781811"/>
              <a:ext cx="23103" cy="381548"/>
            </a:xfrm>
            <a:custGeom>
              <a:avLst/>
              <a:gdLst/>
              <a:ahLst/>
              <a:cxnLst/>
              <a:rect l="l" t="t" r="r" b="b"/>
              <a:pathLst>
                <a:path w="573" h="9463" extrusionOk="0">
                  <a:moveTo>
                    <a:pt x="0" y="0"/>
                  </a:moveTo>
                  <a:lnTo>
                    <a:pt x="0" y="9462"/>
                  </a:lnTo>
                  <a:lnTo>
                    <a:pt x="572" y="9462"/>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63"/>
            <p:cNvSpPr/>
            <p:nvPr/>
          </p:nvSpPr>
          <p:spPr>
            <a:xfrm>
              <a:off x="6798205" y="2948328"/>
              <a:ext cx="123379" cy="143539"/>
            </a:xfrm>
            <a:custGeom>
              <a:avLst/>
              <a:gdLst/>
              <a:ahLst/>
              <a:cxnLst/>
              <a:rect l="l" t="t" r="r" b="b"/>
              <a:pathLst>
                <a:path w="3060" h="3560" extrusionOk="0">
                  <a:moveTo>
                    <a:pt x="1" y="0"/>
                  </a:moveTo>
                  <a:lnTo>
                    <a:pt x="1" y="2531"/>
                  </a:lnTo>
                  <a:lnTo>
                    <a:pt x="1530" y="3560"/>
                  </a:lnTo>
                  <a:lnTo>
                    <a:pt x="3060" y="2531"/>
                  </a:lnTo>
                  <a:lnTo>
                    <a:pt x="3060" y="0"/>
                  </a:lnTo>
                  <a:lnTo>
                    <a:pt x="1530" y="1016"/>
                  </a:lnTo>
                  <a:lnTo>
                    <a:pt x="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63"/>
            <p:cNvSpPr/>
            <p:nvPr/>
          </p:nvSpPr>
          <p:spPr>
            <a:xfrm>
              <a:off x="6798205" y="2781811"/>
              <a:ext cx="123379" cy="159627"/>
            </a:xfrm>
            <a:custGeom>
              <a:avLst/>
              <a:gdLst/>
              <a:ahLst/>
              <a:cxnLst/>
              <a:rect l="l" t="t" r="r" b="b"/>
              <a:pathLst>
                <a:path w="3060" h="3959" extrusionOk="0">
                  <a:moveTo>
                    <a:pt x="1" y="0"/>
                  </a:moveTo>
                  <a:lnTo>
                    <a:pt x="1" y="2930"/>
                  </a:lnTo>
                  <a:lnTo>
                    <a:pt x="1530" y="3959"/>
                  </a:lnTo>
                  <a:lnTo>
                    <a:pt x="3060" y="2930"/>
                  </a:lnTo>
                  <a:lnTo>
                    <a:pt x="3060" y="0"/>
                  </a:lnTo>
                  <a:lnTo>
                    <a:pt x="2488" y="0"/>
                  </a:lnTo>
                  <a:lnTo>
                    <a:pt x="2488" y="728"/>
                  </a:lnTo>
                  <a:lnTo>
                    <a:pt x="1530" y="1372"/>
                  </a:lnTo>
                  <a:lnTo>
                    <a:pt x="572" y="728"/>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63"/>
            <p:cNvSpPr/>
            <p:nvPr/>
          </p:nvSpPr>
          <p:spPr>
            <a:xfrm>
              <a:off x="6798205" y="2872246"/>
              <a:ext cx="123379" cy="144708"/>
            </a:xfrm>
            <a:custGeom>
              <a:avLst/>
              <a:gdLst/>
              <a:ahLst/>
              <a:cxnLst/>
              <a:rect l="l" t="t" r="r" b="b"/>
              <a:pathLst>
                <a:path w="3060" h="3589" extrusionOk="0">
                  <a:moveTo>
                    <a:pt x="1" y="1"/>
                  </a:moveTo>
                  <a:lnTo>
                    <a:pt x="1" y="2560"/>
                  </a:lnTo>
                  <a:lnTo>
                    <a:pt x="1530" y="3589"/>
                  </a:lnTo>
                  <a:lnTo>
                    <a:pt x="3060" y="2560"/>
                  </a:lnTo>
                  <a:lnTo>
                    <a:pt x="3060" y="1"/>
                  </a:lnTo>
                  <a:lnTo>
                    <a:pt x="1530" y="1030"/>
                  </a:lnTo>
                  <a:lnTo>
                    <a:pt x="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63"/>
            <p:cNvSpPr/>
            <p:nvPr/>
          </p:nvSpPr>
          <p:spPr>
            <a:xfrm>
              <a:off x="6847757" y="2781811"/>
              <a:ext cx="23103" cy="381548"/>
            </a:xfrm>
            <a:custGeom>
              <a:avLst/>
              <a:gdLst/>
              <a:ahLst/>
              <a:cxnLst/>
              <a:rect l="l" t="t" r="r" b="b"/>
              <a:pathLst>
                <a:path w="573" h="9463" extrusionOk="0">
                  <a:moveTo>
                    <a:pt x="1" y="0"/>
                  </a:moveTo>
                  <a:lnTo>
                    <a:pt x="1" y="9462"/>
                  </a:lnTo>
                  <a:lnTo>
                    <a:pt x="573" y="9462"/>
                  </a:lnTo>
                  <a:lnTo>
                    <a:pt x="5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63"/>
            <p:cNvSpPr/>
            <p:nvPr/>
          </p:nvSpPr>
          <p:spPr>
            <a:xfrm>
              <a:off x="6774014" y="3151777"/>
              <a:ext cx="348123" cy="23103"/>
            </a:xfrm>
            <a:custGeom>
              <a:avLst/>
              <a:gdLst/>
              <a:ahLst/>
              <a:cxnLst/>
              <a:rect l="l" t="t" r="r" b="b"/>
              <a:pathLst>
                <a:path w="8634" h="573" extrusionOk="0">
                  <a:moveTo>
                    <a:pt x="0" y="0"/>
                  </a:moveTo>
                  <a:lnTo>
                    <a:pt x="0" y="572"/>
                  </a:lnTo>
                  <a:lnTo>
                    <a:pt x="8634" y="572"/>
                  </a:lnTo>
                  <a:lnTo>
                    <a:pt x="8634"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72" name="Google Shape;2772;p63"/>
          <p:cNvGrpSpPr/>
          <p:nvPr/>
        </p:nvGrpSpPr>
        <p:grpSpPr>
          <a:xfrm>
            <a:off x="7186021" y="2977676"/>
            <a:ext cx="359988" cy="279340"/>
            <a:chOff x="7430405" y="2825597"/>
            <a:chExt cx="393644" cy="305457"/>
          </a:xfrm>
        </p:grpSpPr>
        <p:sp>
          <p:nvSpPr>
            <p:cNvPr id="2773" name="Google Shape;2773;p63"/>
            <p:cNvSpPr/>
            <p:nvPr/>
          </p:nvSpPr>
          <p:spPr>
            <a:xfrm>
              <a:off x="7714532" y="2950061"/>
              <a:ext cx="108945" cy="169465"/>
            </a:xfrm>
            <a:custGeom>
              <a:avLst/>
              <a:gdLst/>
              <a:ahLst/>
              <a:cxnLst/>
              <a:rect l="l" t="t" r="r" b="b"/>
              <a:pathLst>
                <a:path w="2702" h="4203" extrusionOk="0">
                  <a:moveTo>
                    <a:pt x="2701" y="1"/>
                  </a:moveTo>
                  <a:lnTo>
                    <a:pt x="2087" y="157"/>
                  </a:lnTo>
                  <a:cubicBezTo>
                    <a:pt x="858" y="487"/>
                    <a:pt x="0" y="1602"/>
                    <a:pt x="0" y="2873"/>
                  </a:cubicBezTo>
                  <a:lnTo>
                    <a:pt x="0" y="4203"/>
                  </a:lnTo>
                  <a:lnTo>
                    <a:pt x="1715" y="4203"/>
                  </a:lnTo>
                  <a:lnTo>
                    <a:pt x="1715" y="2816"/>
                  </a:lnTo>
                  <a:cubicBezTo>
                    <a:pt x="1715" y="2516"/>
                    <a:pt x="1786" y="2216"/>
                    <a:pt x="1901" y="1930"/>
                  </a:cubicBezTo>
                  <a:lnTo>
                    <a:pt x="2701"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63"/>
            <p:cNvSpPr/>
            <p:nvPr/>
          </p:nvSpPr>
          <p:spPr>
            <a:xfrm>
              <a:off x="7430969" y="2950061"/>
              <a:ext cx="108420" cy="169465"/>
            </a:xfrm>
            <a:custGeom>
              <a:avLst/>
              <a:gdLst/>
              <a:ahLst/>
              <a:cxnLst/>
              <a:rect l="l" t="t" r="r" b="b"/>
              <a:pathLst>
                <a:path w="2689" h="4203" extrusionOk="0">
                  <a:moveTo>
                    <a:pt x="1" y="1"/>
                  </a:moveTo>
                  <a:lnTo>
                    <a:pt x="801" y="1930"/>
                  </a:lnTo>
                  <a:cubicBezTo>
                    <a:pt x="916" y="2216"/>
                    <a:pt x="973" y="2516"/>
                    <a:pt x="973" y="2816"/>
                  </a:cubicBezTo>
                  <a:lnTo>
                    <a:pt x="973" y="4203"/>
                  </a:lnTo>
                  <a:lnTo>
                    <a:pt x="2688" y="4203"/>
                  </a:lnTo>
                  <a:lnTo>
                    <a:pt x="2688" y="2873"/>
                  </a:lnTo>
                  <a:cubicBezTo>
                    <a:pt x="2688" y="1602"/>
                    <a:pt x="1830" y="487"/>
                    <a:pt x="615" y="157"/>
                  </a:cubicBezTo>
                  <a:lnTo>
                    <a:pt x="1"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63"/>
            <p:cNvSpPr/>
            <p:nvPr/>
          </p:nvSpPr>
          <p:spPr>
            <a:xfrm>
              <a:off x="7667278" y="2896437"/>
              <a:ext cx="111243" cy="223091"/>
            </a:xfrm>
            <a:custGeom>
              <a:avLst/>
              <a:gdLst/>
              <a:ahLst/>
              <a:cxnLst/>
              <a:rect l="l" t="t" r="r" b="b"/>
              <a:pathLst>
                <a:path w="2759" h="5533" extrusionOk="0">
                  <a:moveTo>
                    <a:pt x="2758" y="1"/>
                  </a:moveTo>
                  <a:lnTo>
                    <a:pt x="2129" y="159"/>
                  </a:lnTo>
                  <a:cubicBezTo>
                    <a:pt x="872" y="487"/>
                    <a:pt x="0" y="1630"/>
                    <a:pt x="0" y="2917"/>
                  </a:cubicBezTo>
                  <a:lnTo>
                    <a:pt x="0" y="5533"/>
                  </a:lnTo>
                  <a:lnTo>
                    <a:pt x="1744" y="5533"/>
                  </a:lnTo>
                  <a:lnTo>
                    <a:pt x="1744" y="2860"/>
                  </a:lnTo>
                  <a:cubicBezTo>
                    <a:pt x="1744" y="2545"/>
                    <a:pt x="1815" y="2246"/>
                    <a:pt x="1929" y="1945"/>
                  </a:cubicBezTo>
                  <a:lnTo>
                    <a:pt x="2758"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63"/>
            <p:cNvSpPr/>
            <p:nvPr/>
          </p:nvSpPr>
          <p:spPr>
            <a:xfrm>
              <a:off x="7475925" y="2895308"/>
              <a:ext cx="111243" cy="224220"/>
            </a:xfrm>
            <a:custGeom>
              <a:avLst/>
              <a:gdLst/>
              <a:ahLst/>
              <a:cxnLst/>
              <a:rect l="l" t="t" r="r" b="b"/>
              <a:pathLst>
                <a:path w="2759" h="5561" extrusionOk="0">
                  <a:moveTo>
                    <a:pt x="1" y="0"/>
                  </a:moveTo>
                  <a:lnTo>
                    <a:pt x="815" y="1973"/>
                  </a:lnTo>
                  <a:cubicBezTo>
                    <a:pt x="944" y="2259"/>
                    <a:pt x="1001" y="2559"/>
                    <a:pt x="1001" y="2888"/>
                  </a:cubicBezTo>
                  <a:lnTo>
                    <a:pt x="1001" y="5561"/>
                  </a:lnTo>
                  <a:lnTo>
                    <a:pt x="2759" y="5561"/>
                  </a:lnTo>
                  <a:lnTo>
                    <a:pt x="2759" y="2945"/>
                  </a:lnTo>
                  <a:cubicBezTo>
                    <a:pt x="2759" y="1645"/>
                    <a:pt x="1873" y="501"/>
                    <a:pt x="615" y="172"/>
                  </a:cubicBezTo>
                  <a:lnTo>
                    <a:pt x="1"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63"/>
            <p:cNvSpPr/>
            <p:nvPr/>
          </p:nvSpPr>
          <p:spPr>
            <a:xfrm>
              <a:off x="7519751" y="2825597"/>
              <a:ext cx="213817" cy="293933"/>
            </a:xfrm>
            <a:custGeom>
              <a:avLst/>
              <a:gdLst/>
              <a:ahLst/>
              <a:cxnLst/>
              <a:rect l="l" t="t" r="r" b="b"/>
              <a:pathLst>
                <a:path w="5303" h="7290" extrusionOk="0">
                  <a:moveTo>
                    <a:pt x="0" y="0"/>
                  </a:moveTo>
                  <a:lnTo>
                    <a:pt x="871" y="2101"/>
                  </a:lnTo>
                  <a:cubicBezTo>
                    <a:pt x="1014" y="2415"/>
                    <a:pt x="1086" y="2758"/>
                    <a:pt x="1086" y="3101"/>
                  </a:cubicBezTo>
                  <a:lnTo>
                    <a:pt x="1086" y="7290"/>
                  </a:lnTo>
                  <a:lnTo>
                    <a:pt x="4231" y="7290"/>
                  </a:lnTo>
                  <a:lnTo>
                    <a:pt x="4231" y="3101"/>
                  </a:lnTo>
                  <a:cubicBezTo>
                    <a:pt x="4231" y="2758"/>
                    <a:pt x="4288" y="2415"/>
                    <a:pt x="4431" y="2101"/>
                  </a:cubicBezTo>
                  <a:lnTo>
                    <a:pt x="5302" y="0"/>
                  </a:lnTo>
                  <a:lnTo>
                    <a:pt x="4745" y="157"/>
                  </a:lnTo>
                  <a:cubicBezTo>
                    <a:pt x="3802" y="401"/>
                    <a:pt x="3044" y="1058"/>
                    <a:pt x="2659" y="1916"/>
                  </a:cubicBezTo>
                  <a:cubicBezTo>
                    <a:pt x="2272" y="1058"/>
                    <a:pt x="1515" y="401"/>
                    <a:pt x="557" y="157"/>
                  </a:cubicBezTo>
                  <a:lnTo>
                    <a:pt x="0"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63"/>
            <p:cNvSpPr/>
            <p:nvPr/>
          </p:nvSpPr>
          <p:spPr>
            <a:xfrm>
              <a:off x="7430405" y="3107991"/>
              <a:ext cx="393644" cy="23063"/>
            </a:xfrm>
            <a:custGeom>
              <a:avLst/>
              <a:gdLst/>
              <a:ahLst/>
              <a:cxnLst/>
              <a:rect l="l" t="t" r="r" b="b"/>
              <a:pathLst>
                <a:path w="9763" h="572" extrusionOk="0">
                  <a:moveTo>
                    <a:pt x="0" y="0"/>
                  </a:moveTo>
                  <a:lnTo>
                    <a:pt x="0" y="572"/>
                  </a:lnTo>
                  <a:lnTo>
                    <a:pt x="9763" y="572"/>
                  </a:lnTo>
                  <a:lnTo>
                    <a:pt x="976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79" name="Google Shape;2779;p63"/>
          <p:cNvGrpSpPr/>
          <p:nvPr/>
        </p:nvGrpSpPr>
        <p:grpSpPr>
          <a:xfrm>
            <a:off x="1614356" y="3590594"/>
            <a:ext cx="327355" cy="359462"/>
            <a:chOff x="1337824" y="3495818"/>
            <a:chExt cx="357961" cy="393070"/>
          </a:xfrm>
        </p:grpSpPr>
        <p:sp>
          <p:nvSpPr>
            <p:cNvPr id="2780" name="Google Shape;2780;p63"/>
            <p:cNvSpPr/>
            <p:nvPr/>
          </p:nvSpPr>
          <p:spPr>
            <a:xfrm>
              <a:off x="1582156" y="3645643"/>
              <a:ext cx="102614" cy="135475"/>
            </a:xfrm>
            <a:custGeom>
              <a:avLst/>
              <a:gdLst/>
              <a:ahLst/>
              <a:cxnLst/>
              <a:rect l="l" t="t" r="r" b="b"/>
              <a:pathLst>
                <a:path w="2545" h="3360" extrusionOk="0">
                  <a:moveTo>
                    <a:pt x="1" y="0"/>
                  </a:moveTo>
                  <a:lnTo>
                    <a:pt x="1" y="3360"/>
                  </a:lnTo>
                  <a:lnTo>
                    <a:pt x="2488" y="2059"/>
                  </a:lnTo>
                  <a:lnTo>
                    <a:pt x="2545" y="1515"/>
                  </a:lnTo>
                  <a:lnTo>
                    <a:pt x="1" y="0"/>
                  </a:lnTo>
                  <a:close/>
                </a:path>
              </a:pathLst>
            </a:custGeom>
            <a:solidFill>
              <a:srgbClr val="4895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63"/>
            <p:cNvSpPr/>
            <p:nvPr/>
          </p:nvSpPr>
          <p:spPr>
            <a:xfrm>
              <a:off x="1582156" y="3645643"/>
              <a:ext cx="102614" cy="135475"/>
            </a:xfrm>
            <a:custGeom>
              <a:avLst/>
              <a:gdLst/>
              <a:ahLst/>
              <a:cxnLst/>
              <a:rect l="l" t="t" r="r" b="b"/>
              <a:pathLst>
                <a:path w="2545" h="3360" extrusionOk="0">
                  <a:moveTo>
                    <a:pt x="1" y="0"/>
                  </a:moveTo>
                  <a:lnTo>
                    <a:pt x="1" y="3360"/>
                  </a:lnTo>
                  <a:lnTo>
                    <a:pt x="2488" y="2059"/>
                  </a:lnTo>
                  <a:lnTo>
                    <a:pt x="2545" y="1515"/>
                  </a:lnTo>
                  <a:lnTo>
                    <a:pt x="1"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63"/>
            <p:cNvSpPr/>
            <p:nvPr/>
          </p:nvSpPr>
          <p:spPr>
            <a:xfrm>
              <a:off x="1348790" y="3614517"/>
              <a:ext cx="102010" cy="135516"/>
            </a:xfrm>
            <a:custGeom>
              <a:avLst/>
              <a:gdLst/>
              <a:ahLst/>
              <a:cxnLst/>
              <a:rect l="l" t="t" r="r" b="b"/>
              <a:pathLst>
                <a:path w="2530" h="3361" extrusionOk="0">
                  <a:moveTo>
                    <a:pt x="2530" y="1"/>
                  </a:moveTo>
                  <a:lnTo>
                    <a:pt x="0" y="1530"/>
                  </a:lnTo>
                  <a:lnTo>
                    <a:pt x="29" y="2059"/>
                  </a:lnTo>
                  <a:lnTo>
                    <a:pt x="2530" y="3360"/>
                  </a:lnTo>
                  <a:lnTo>
                    <a:pt x="2530"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63"/>
            <p:cNvSpPr/>
            <p:nvPr/>
          </p:nvSpPr>
          <p:spPr>
            <a:xfrm>
              <a:off x="1427735" y="3495818"/>
              <a:ext cx="177529" cy="138943"/>
            </a:xfrm>
            <a:custGeom>
              <a:avLst/>
              <a:gdLst/>
              <a:ahLst/>
              <a:cxnLst/>
              <a:rect l="l" t="t" r="r" b="b"/>
              <a:pathLst>
                <a:path w="4403" h="3446" extrusionOk="0">
                  <a:moveTo>
                    <a:pt x="2201" y="0"/>
                  </a:moveTo>
                  <a:lnTo>
                    <a:pt x="0" y="1559"/>
                  </a:lnTo>
                  <a:lnTo>
                    <a:pt x="0" y="2102"/>
                  </a:lnTo>
                  <a:lnTo>
                    <a:pt x="2201" y="3445"/>
                  </a:lnTo>
                  <a:lnTo>
                    <a:pt x="4402" y="2102"/>
                  </a:lnTo>
                  <a:lnTo>
                    <a:pt x="4402" y="1559"/>
                  </a:lnTo>
                  <a:lnTo>
                    <a:pt x="2201"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63"/>
            <p:cNvSpPr/>
            <p:nvPr/>
          </p:nvSpPr>
          <p:spPr>
            <a:xfrm>
              <a:off x="1582156" y="3706727"/>
              <a:ext cx="102614" cy="170634"/>
            </a:xfrm>
            <a:custGeom>
              <a:avLst/>
              <a:gdLst/>
              <a:ahLst/>
              <a:cxnLst/>
              <a:rect l="l" t="t" r="r" b="b"/>
              <a:pathLst>
                <a:path w="2545" h="4232" extrusionOk="0">
                  <a:moveTo>
                    <a:pt x="2545" y="0"/>
                  </a:moveTo>
                  <a:lnTo>
                    <a:pt x="1" y="1187"/>
                  </a:lnTo>
                  <a:lnTo>
                    <a:pt x="1" y="4231"/>
                  </a:lnTo>
                  <a:lnTo>
                    <a:pt x="2145" y="4231"/>
                  </a:lnTo>
                  <a:lnTo>
                    <a:pt x="2545" y="0"/>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63"/>
            <p:cNvSpPr/>
            <p:nvPr/>
          </p:nvSpPr>
          <p:spPr>
            <a:xfrm>
              <a:off x="1582156" y="3706727"/>
              <a:ext cx="102614" cy="170634"/>
            </a:xfrm>
            <a:custGeom>
              <a:avLst/>
              <a:gdLst/>
              <a:ahLst/>
              <a:cxnLst/>
              <a:rect l="l" t="t" r="r" b="b"/>
              <a:pathLst>
                <a:path w="2545" h="4232" extrusionOk="0">
                  <a:moveTo>
                    <a:pt x="2545" y="0"/>
                  </a:moveTo>
                  <a:lnTo>
                    <a:pt x="1" y="1187"/>
                  </a:lnTo>
                  <a:lnTo>
                    <a:pt x="1" y="4231"/>
                  </a:lnTo>
                  <a:lnTo>
                    <a:pt x="2145" y="4231"/>
                  </a:lnTo>
                  <a:lnTo>
                    <a:pt x="2545"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63"/>
            <p:cNvSpPr/>
            <p:nvPr/>
          </p:nvSpPr>
          <p:spPr>
            <a:xfrm>
              <a:off x="1348790" y="3676205"/>
              <a:ext cx="102010" cy="201156"/>
            </a:xfrm>
            <a:custGeom>
              <a:avLst/>
              <a:gdLst/>
              <a:ahLst/>
              <a:cxnLst/>
              <a:rect l="l" t="t" r="r" b="b"/>
              <a:pathLst>
                <a:path w="2530" h="4989" extrusionOk="0">
                  <a:moveTo>
                    <a:pt x="0" y="0"/>
                  </a:moveTo>
                  <a:lnTo>
                    <a:pt x="386" y="4988"/>
                  </a:lnTo>
                  <a:lnTo>
                    <a:pt x="2530" y="4988"/>
                  </a:lnTo>
                  <a:lnTo>
                    <a:pt x="2530" y="1186"/>
                  </a:lnTo>
                  <a:lnTo>
                    <a:pt x="0"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63"/>
            <p:cNvSpPr/>
            <p:nvPr/>
          </p:nvSpPr>
          <p:spPr>
            <a:xfrm>
              <a:off x="1427735" y="3558635"/>
              <a:ext cx="177529" cy="318730"/>
            </a:xfrm>
            <a:custGeom>
              <a:avLst/>
              <a:gdLst/>
              <a:ahLst/>
              <a:cxnLst/>
              <a:rect l="l" t="t" r="r" b="b"/>
              <a:pathLst>
                <a:path w="4403" h="7905" extrusionOk="0">
                  <a:moveTo>
                    <a:pt x="0" y="1"/>
                  </a:moveTo>
                  <a:lnTo>
                    <a:pt x="0" y="7904"/>
                  </a:lnTo>
                  <a:lnTo>
                    <a:pt x="4402" y="7904"/>
                  </a:lnTo>
                  <a:lnTo>
                    <a:pt x="4402" y="1"/>
                  </a:lnTo>
                  <a:lnTo>
                    <a:pt x="2201" y="1215"/>
                  </a:lnTo>
                  <a:lnTo>
                    <a:pt x="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63"/>
            <p:cNvSpPr/>
            <p:nvPr/>
          </p:nvSpPr>
          <p:spPr>
            <a:xfrm>
              <a:off x="1337824" y="3865785"/>
              <a:ext cx="357961" cy="23103"/>
            </a:xfrm>
            <a:custGeom>
              <a:avLst/>
              <a:gdLst/>
              <a:ahLst/>
              <a:cxnLst/>
              <a:rect l="l" t="t" r="r" b="b"/>
              <a:pathLst>
                <a:path w="8878" h="573" extrusionOk="0">
                  <a:moveTo>
                    <a:pt x="0" y="0"/>
                  </a:moveTo>
                  <a:lnTo>
                    <a:pt x="0" y="572"/>
                  </a:lnTo>
                  <a:lnTo>
                    <a:pt x="8877" y="572"/>
                  </a:lnTo>
                  <a:lnTo>
                    <a:pt x="8877"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89" name="Google Shape;2789;p63"/>
          <p:cNvGrpSpPr/>
          <p:nvPr/>
        </p:nvGrpSpPr>
        <p:grpSpPr>
          <a:xfrm>
            <a:off x="2265729" y="3590594"/>
            <a:ext cx="266733" cy="359465"/>
            <a:chOff x="2050096" y="3495818"/>
            <a:chExt cx="291671" cy="393073"/>
          </a:xfrm>
        </p:grpSpPr>
        <p:sp>
          <p:nvSpPr>
            <p:cNvPr id="2790" name="Google Shape;2790;p63"/>
            <p:cNvSpPr/>
            <p:nvPr/>
          </p:nvSpPr>
          <p:spPr>
            <a:xfrm>
              <a:off x="2136540" y="3737288"/>
              <a:ext cx="71528" cy="151603"/>
            </a:xfrm>
            <a:custGeom>
              <a:avLst/>
              <a:gdLst/>
              <a:ahLst/>
              <a:cxnLst/>
              <a:rect l="l" t="t" r="r" b="b"/>
              <a:pathLst>
                <a:path w="1774" h="3760" extrusionOk="0">
                  <a:moveTo>
                    <a:pt x="1202" y="1"/>
                  </a:moveTo>
                  <a:lnTo>
                    <a:pt x="1202" y="2002"/>
                  </a:lnTo>
                  <a:cubicBezTo>
                    <a:pt x="1202" y="2659"/>
                    <a:pt x="658" y="3187"/>
                    <a:pt x="1" y="3187"/>
                  </a:cubicBezTo>
                  <a:lnTo>
                    <a:pt x="1" y="3759"/>
                  </a:lnTo>
                  <a:cubicBezTo>
                    <a:pt x="973" y="3759"/>
                    <a:pt x="1773" y="2974"/>
                    <a:pt x="1773" y="2002"/>
                  </a:cubicBezTo>
                  <a:lnTo>
                    <a:pt x="1773"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63"/>
            <p:cNvSpPr/>
            <p:nvPr/>
          </p:nvSpPr>
          <p:spPr>
            <a:xfrm>
              <a:off x="2050096" y="3495818"/>
              <a:ext cx="145878" cy="145837"/>
            </a:xfrm>
            <a:custGeom>
              <a:avLst/>
              <a:gdLst/>
              <a:ahLst/>
              <a:cxnLst/>
              <a:rect l="l" t="t" r="r" b="b"/>
              <a:pathLst>
                <a:path w="3618" h="3617" extrusionOk="0">
                  <a:moveTo>
                    <a:pt x="2459" y="0"/>
                  </a:moveTo>
                  <a:cubicBezTo>
                    <a:pt x="2160" y="0"/>
                    <a:pt x="1888" y="114"/>
                    <a:pt x="1659" y="315"/>
                  </a:cubicBezTo>
                  <a:cubicBezTo>
                    <a:pt x="1430" y="529"/>
                    <a:pt x="1302" y="829"/>
                    <a:pt x="1287" y="1158"/>
                  </a:cubicBezTo>
                  <a:cubicBezTo>
                    <a:pt x="1287" y="1201"/>
                    <a:pt x="1287" y="1244"/>
                    <a:pt x="1302" y="1301"/>
                  </a:cubicBezTo>
                  <a:cubicBezTo>
                    <a:pt x="1259" y="1286"/>
                    <a:pt x="1216" y="1286"/>
                    <a:pt x="1173" y="1286"/>
                  </a:cubicBezTo>
                  <a:cubicBezTo>
                    <a:pt x="873" y="1286"/>
                    <a:pt x="573" y="1401"/>
                    <a:pt x="359" y="1616"/>
                  </a:cubicBezTo>
                  <a:cubicBezTo>
                    <a:pt x="130" y="1830"/>
                    <a:pt x="1" y="2130"/>
                    <a:pt x="1" y="2445"/>
                  </a:cubicBezTo>
                  <a:cubicBezTo>
                    <a:pt x="1" y="2773"/>
                    <a:pt x="115" y="3074"/>
                    <a:pt x="344" y="3288"/>
                  </a:cubicBezTo>
                  <a:lnTo>
                    <a:pt x="373" y="3316"/>
                  </a:lnTo>
                  <a:cubicBezTo>
                    <a:pt x="573" y="3503"/>
                    <a:pt x="845" y="3617"/>
                    <a:pt x="1131" y="3617"/>
                  </a:cubicBezTo>
                  <a:lnTo>
                    <a:pt x="3618" y="3617"/>
                  </a:lnTo>
                  <a:lnTo>
                    <a:pt x="3618" y="1130"/>
                  </a:lnTo>
                  <a:cubicBezTo>
                    <a:pt x="3618" y="829"/>
                    <a:pt x="3503" y="558"/>
                    <a:pt x="3303" y="358"/>
                  </a:cubicBezTo>
                  <a:cubicBezTo>
                    <a:pt x="3288" y="343"/>
                    <a:pt x="3288" y="329"/>
                    <a:pt x="3275" y="329"/>
                  </a:cubicBezTo>
                  <a:cubicBezTo>
                    <a:pt x="3060" y="114"/>
                    <a:pt x="2774" y="0"/>
                    <a:pt x="245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63"/>
            <p:cNvSpPr/>
            <p:nvPr/>
          </p:nvSpPr>
          <p:spPr>
            <a:xfrm>
              <a:off x="2050096" y="3641612"/>
              <a:ext cx="145878" cy="145273"/>
            </a:xfrm>
            <a:custGeom>
              <a:avLst/>
              <a:gdLst/>
              <a:ahLst/>
              <a:cxnLst/>
              <a:rect l="l" t="t" r="r" b="b"/>
              <a:pathLst>
                <a:path w="3618" h="3603" extrusionOk="0">
                  <a:moveTo>
                    <a:pt x="1131" y="1"/>
                  </a:moveTo>
                  <a:cubicBezTo>
                    <a:pt x="845" y="1"/>
                    <a:pt x="559" y="100"/>
                    <a:pt x="359" y="300"/>
                  </a:cubicBezTo>
                  <a:cubicBezTo>
                    <a:pt x="344" y="315"/>
                    <a:pt x="344" y="329"/>
                    <a:pt x="330" y="329"/>
                  </a:cubicBezTo>
                  <a:cubicBezTo>
                    <a:pt x="115" y="558"/>
                    <a:pt x="1" y="844"/>
                    <a:pt x="1" y="1144"/>
                  </a:cubicBezTo>
                  <a:cubicBezTo>
                    <a:pt x="1" y="1444"/>
                    <a:pt x="115" y="1730"/>
                    <a:pt x="315" y="1945"/>
                  </a:cubicBezTo>
                  <a:cubicBezTo>
                    <a:pt x="530" y="2187"/>
                    <a:pt x="830" y="2316"/>
                    <a:pt x="1159" y="2316"/>
                  </a:cubicBezTo>
                  <a:lnTo>
                    <a:pt x="1302" y="2316"/>
                  </a:lnTo>
                  <a:cubicBezTo>
                    <a:pt x="1287" y="2359"/>
                    <a:pt x="1287" y="2402"/>
                    <a:pt x="1287" y="2431"/>
                  </a:cubicBezTo>
                  <a:cubicBezTo>
                    <a:pt x="1287" y="2745"/>
                    <a:pt x="1402" y="3031"/>
                    <a:pt x="1617" y="3245"/>
                  </a:cubicBezTo>
                  <a:cubicBezTo>
                    <a:pt x="1845" y="3474"/>
                    <a:pt x="2131" y="3603"/>
                    <a:pt x="2459" y="3603"/>
                  </a:cubicBezTo>
                  <a:cubicBezTo>
                    <a:pt x="2774" y="3603"/>
                    <a:pt x="3075" y="3488"/>
                    <a:pt x="3288" y="3260"/>
                  </a:cubicBezTo>
                  <a:cubicBezTo>
                    <a:pt x="3303" y="3245"/>
                    <a:pt x="3317" y="3245"/>
                    <a:pt x="3317" y="3231"/>
                  </a:cubicBezTo>
                  <a:cubicBezTo>
                    <a:pt x="3517" y="3031"/>
                    <a:pt x="3618" y="2759"/>
                    <a:pt x="3618" y="2473"/>
                  </a:cubicBezTo>
                  <a:lnTo>
                    <a:pt x="3618"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63"/>
            <p:cNvSpPr/>
            <p:nvPr/>
          </p:nvSpPr>
          <p:spPr>
            <a:xfrm>
              <a:off x="2195930" y="3641612"/>
              <a:ext cx="145837" cy="145273"/>
            </a:xfrm>
            <a:custGeom>
              <a:avLst/>
              <a:gdLst/>
              <a:ahLst/>
              <a:cxnLst/>
              <a:rect l="l" t="t" r="r" b="b"/>
              <a:pathLst>
                <a:path w="3617" h="3603" extrusionOk="0">
                  <a:moveTo>
                    <a:pt x="1" y="1"/>
                  </a:moveTo>
                  <a:lnTo>
                    <a:pt x="1" y="2473"/>
                  </a:lnTo>
                  <a:cubicBezTo>
                    <a:pt x="1" y="2774"/>
                    <a:pt x="100" y="3045"/>
                    <a:pt x="300" y="3245"/>
                  </a:cubicBezTo>
                  <a:lnTo>
                    <a:pt x="344" y="3288"/>
                  </a:lnTo>
                  <a:cubicBezTo>
                    <a:pt x="558" y="3488"/>
                    <a:pt x="844" y="3603"/>
                    <a:pt x="1144" y="3603"/>
                  </a:cubicBezTo>
                  <a:cubicBezTo>
                    <a:pt x="1444" y="3603"/>
                    <a:pt x="1730" y="3488"/>
                    <a:pt x="1945" y="3288"/>
                  </a:cubicBezTo>
                  <a:cubicBezTo>
                    <a:pt x="2187" y="3073"/>
                    <a:pt x="2316" y="2774"/>
                    <a:pt x="2316" y="2459"/>
                  </a:cubicBezTo>
                  <a:lnTo>
                    <a:pt x="2316" y="2316"/>
                  </a:lnTo>
                  <a:lnTo>
                    <a:pt x="2444" y="2316"/>
                  </a:lnTo>
                  <a:cubicBezTo>
                    <a:pt x="2745" y="2316"/>
                    <a:pt x="3031" y="2202"/>
                    <a:pt x="3245" y="1987"/>
                  </a:cubicBezTo>
                  <a:cubicBezTo>
                    <a:pt x="3473" y="1773"/>
                    <a:pt x="3603" y="1473"/>
                    <a:pt x="3603" y="1158"/>
                  </a:cubicBezTo>
                  <a:cubicBezTo>
                    <a:pt x="3616" y="844"/>
                    <a:pt x="3488" y="544"/>
                    <a:pt x="3260" y="315"/>
                  </a:cubicBezTo>
                  <a:cubicBezTo>
                    <a:pt x="3260" y="300"/>
                    <a:pt x="3245" y="300"/>
                    <a:pt x="3231" y="287"/>
                  </a:cubicBezTo>
                  <a:cubicBezTo>
                    <a:pt x="3031" y="100"/>
                    <a:pt x="2759" y="1"/>
                    <a:pt x="2473" y="1"/>
                  </a:cubicBezTo>
                  <a:close/>
                </a:path>
              </a:pathLst>
            </a:custGeom>
            <a:solidFill>
              <a:srgbClr val="00AA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63"/>
            <p:cNvSpPr/>
            <p:nvPr/>
          </p:nvSpPr>
          <p:spPr>
            <a:xfrm>
              <a:off x="2195930" y="3495818"/>
              <a:ext cx="145273" cy="145837"/>
            </a:xfrm>
            <a:custGeom>
              <a:avLst/>
              <a:gdLst/>
              <a:ahLst/>
              <a:cxnLst/>
              <a:rect l="l" t="t" r="r" b="b"/>
              <a:pathLst>
                <a:path w="3603" h="3617" extrusionOk="0">
                  <a:moveTo>
                    <a:pt x="1158" y="0"/>
                  </a:moveTo>
                  <a:cubicBezTo>
                    <a:pt x="844" y="0"/>
                    <a:pt x="544" y="114"/>
                    <a:pt x="315" y="343"/>
                  </a:cubicBezTo>
                  <a:lnTo>
                    <a:pt x="287" y="372"/>
                  </a:lnTo>
                  <a:cubicBezTo>
                    <a:pt x="100" y="572"/>
                    <a:pt x="1" y="844"/>
                    <a:pt x="1" y="1130"/>
                  </a:cubicBezTo>
                  <a:lnTo>
                    <a:pt x="1" y="3617"/>
                  </a:lnTo>
                  <a:lnTo>
                    <a:pt x="2473" y="3617"/>
                  </a:lnTo>
                  <a:cubicBezTo>
                    <a:pt x="2774" y="3617"/>
                    <a:pt x="3045" y="3503"/>
                    <a:pt x="3260" y="3302"/>
                  </a:cubicBezTo>
                  <a:cubicBezTo>
                    <a:pt x="3260" y="3288"/>
                    <a:pt x="3273" y="3288"/>
                    <a:pt x="3288" y="3274"/>
                  </a:cubicBezTo>
                  <a:cubicBezTo>
                    <a:pt x="3488" y="3059"/>
                    <a:pt x="3603" y="2759"/>
                    <a:pt x="3603" y="2459"/>
                  </a:cubicBezTo>
                  <a:cubicBezTo>
                    <a:pt x="3603" y="2159"/>
                    <a:pt x="3502" y="1873"/>
                    <a:pt x="3288" y="1658"/>
                  </a:cubicBezTo>
                  <a:cubicBezTo>
                    <a:pt x="3073" y="1429"/>
                    <a:pt x="2774" y="1286"/>
                    <a:pt x="2459" y="1286"/>
                  </a:cubicBezTo>
                  <a:lnTo>
                    <a:pt x="2316" y="1286"/>
                  </a:lnTo>
                  <a:lnTo>
                    <a:pt x="2316" y="1172"/>
                  </a:lnTo>
                  <a:cubicBezTo>
                    <a:pt x="2316" y="858"/>
                    <a:pt x="2202" y="572"/>
                    <a:pt x="1987" y="358"/>
                  </a:cubicBezTo>
                  <a:cubicBezTo>
                    <a:pt x="1773" y="129"/>
                    <a:pt x="1472" y="0"/>
                    <a:pt x="1158"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63"/>
            <p:cNvSpPr/>
            <p:nvPr/>
          </p:nvSpPr>
          <p:spPr>
            <a:xfrm>
              <a:off x="2195930" y="3641612"/>
              <a:ext cx="145837" cy="145273"/>
            </a:xfrm>
            <a:custGeom>
              <a:avLst/>
              <a:gdLst/>
              <a:ahLst/>
              <a:cxnLst/>
              <a:rect l="l" t="t" r="r" b="b"/>
              <a:pathLst>
                <a:path w="3617" h="3603" extrusionOk="0">
                  <a:moveTo>
                    <a:pt x="1" y="1"/>
                  </a:moveTo>
                  <a:lnTo>
                    <a:pt x="1" y="2473"/>
                  </a:lnTo>
                  <a:cubicBezTo>
                    <a:pt x="1" y="2774"/>
                    <a:pt x="100" y="3045"/>
                    <a:pt x="300" y="3245"/>
                  </a:cubicBezTo>
                  <a:lnTo>
                    <a:pt x="344" y="3288"/>
                  </a:lnTo>
                  <a:cubicBezTo>
                    <a:pt x="558" y="3488"/>
                    <a:pt x="844" y="3603"/>
                    <a:pt x="1144" y="3603"/>
                  </a:cubicBezTo>
                  <a:cubicBezTo>
                    <a:pt x="1444" y="3603"/>
                    <a:pt x="1730" y="3488"/>
                    <a:pt x="1945" y="3288"/>
                  </a:cubicBezTo>
                  <a:cubicBezTo>
                    <a:pt x="2187" y="3073"/>
                    <a:pt x="2316" y="2774"/>
                    <a:pt x="2316" y="2459"/>
                  </a:cubicBezTo>
                  <a:lnTo>
                    <a:pt x="2316" y="2316"/>
                  </a:lnTo>
                  <a:lnTo>
                    <a:pt x="2444" y="2316"/>
                  </a:lnTo>
                  <a:cubicBezTo>
                    <a:pt x="2745" y="2316"/>
                    <a:pt x="3031" y="2202"/>
                    <a:pt x="3245" y="1987"/>
                  </a:cubicBezTo>
                  <a:cubicBezTo>
                    <a:pt x="3473" y="1773"/>
                    <a:pt x="3603" y="1473"/>
                    <a:pt x="3603" y="1158"/>
                  </a:cubicBezTo>
                  <a:cubicBezTo>
                    <a:pt x="3616" y="844"/>
                    <a:pt x="3488" y="544"/>
                    <a:pt x="3260" y="315"/>
                  </a:cubicBezTo>
                  <a:cubicBezTo>
                    <a:pt x="3260" y="300"/>
                    <a:pt x="3245" y="300"/>
                    <a:pt x="3231" y="287"/>
                  </a:cubicBezTo>
                  <a:cubicBezTo>
                    <a:pt x="3031" y="100"/>
                    <a:pt x="2759" y="1"/>
                    <a:pt x="2473"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63"/>
            <p:cNvSpPr/>
            <p:nvPr/>
          </p:nvSpPr>
          <p:spPr>
            <a:xfrm>
              <a:off x="2195930" y="3495818"/>
              <a:ext cx="145273" cy="145837"/>
            </a:xfrm>
            <a:custGeom>
              <a:avLst/>
              <a:gdLst/>
              <a:ahLst/>
              <a:cxnLst/>
              <a:rect l="l" t="t" r="r" b="b"/>
              <a:pathLst>
                <a:path w="3603" h="3617" extrusionOk="0">
                  <a:moveTo>
                    <a:pt x="1158" y="0"/>
                  </a:moveTo>
                  <a:cubicBezTo>
                    <a:pt x="844" y="0"/>
                    <a:pt x="544" y="114"/>
                    <a:pt x="315" y="343"/>
                  </a:cubicBezTo>
                  <a:lnTo>
                    <a:pt x="287" y="372"/>
                  </a:lnTo>
                  <a:cubicBezTo>
                    <a:pt x="100" y="572"/>
                    <a:pt x="1" y="844"/>
                    <a:pt x="1" y="1130"/>
                  </a:cubicBezTo>
                  <a:lnTo>
                    <a:pt x="1" y="3617"/>
                  </a:lnTo>
                  <a:lnTo>
                    <a:pt x="2473" y="3617"/>
                  </a:lnTo>
                  <a:cubicBezTo>
                    <a:pt x="2774" y="3617"/>
                    <a:pt x="3045" y="3503"/>
                    <a:pt x="3260" y="3302"/>
                  </a:cubicBezTo>
                  <a:cubicBezTo>
                    <a:pt x="3260" y="3288"/>
                    <a:pt x="3273" y="3288"/>
                    <a:pt x="3288" y="3274"/>
                  </a:cubicBezTo>
                  <a:cubicBezTo>
                    <a:pt x="3488" y="3059"/>
                    <a:pt x="3603" y="2759"/>
                    <a:pt x="3603" y="2459"/>
                  </a:cubicBezTo>
                  <a:cubicBezTo>
                    <a:pt x="3603" y="2159"/>
                    <a:pt x="3502" y="1873"/>
                    <a:pt x="3288" y="1658"/>
                  </a:cubicBezTo>
                  <a:cubicBezTo>
                    <a:pt x="3073" y="1429"/>
                    <a:pt x="2774" y="1286"/>
                    <a:pt x="2459" y="1286"/>
                  </a:cubicBezTo>
                  <a:lnTo>
                    <a:pt x="2316" y="1286"/>
                  </a:lnTo>
                  <a:lnTo>
                    <a:pt x="2316" y="1172"/>
                  </a:lnTo>
                  <a:cubicBezTo>
                    <a:pt x="2316" y="858"/>
                    <a:pt x="2202" y="572"/>
                    <a:pt x="1987" y="358"/>
                  </a:cubicBezTo>
                  <a:cubicBezTo>
                    <a:pt x="1773" y="129"/>
                    <a:pt x="1472" y="0"/>
                    <a:pt x="115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97" name="Google Shape;2797;p63"/>
          <p:cNvGrpSpPr/>
          <p:nvPr/>
        </p:nvGrpSpPr>
        <p:grpSpPr>
          <a:xfrm>
            <a:off x="2877097" y="3590594"/>
            <a:ext cx="285689" cy="359462"/>
            <a:chOff x="2718623" y="3495818"/>
            <a:chExt cx="312399" cy="393070"/>
          </a:xfrm>
        </p:grpSpPr>
        <p:sp>
          <p:nvSpPr>
            <p:cNvPr id="2798" name="Google Shape;2798;p63"/>
            <p:cNvSpPr/>
            <p:nvPr/>
          </p:nvSpPr>
          <p:spPr>
            <a:xfrm>
              <a:off x="2828129" y="3828328"/>
              <a:ext cx="23063" cy="49029"/>
            </a:xfrm>
            <a:custGeom>
              <a:avLst/>
              <a:gdLst/>
              <a:ahLst/>
              <a:cxnLst/>
              <a:rect l="l" t="t" r="r" b="b"/>
              <a:pathLst>
                <a:path w="572" h="1216" extrusionOk="0">
                  <a:moveTo>
                    <a:pt x="0" y="1"/>
                  </a:moveTo>
                  <a:lnTo>
                    <a:pt x="0" y="1215"/>
                  </a:lnTo>
                  <a:lnTo>
                    <a:pt x="572" y="1215"/>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63"/>
            <p:cNvSpPr/>
            <p:nvPr/>
          </p:nvSpPr>
          <p:spPr>
            <a:xfrm>
              <a:off x="2877117" y="3818531"/>
              <a:ext cx="23103" cy="58827"/>
            </a:xfrm>
            <a:custGeom>
              <a:avLst/>
              <a:gdLst/>
              <a:ahLst/>
              <a:cxnLst/>
              <a:rect l="l" t="t" r="r" b="b"/>
              <a:pathLst>
                <a:path w="573" h="1459" extrusionOk="0">
                  <a:moveTo>
                    <a:pt x="1" y="0"/>
                  </a:moveTo>
                  <a:lnTo>
                    <a:pt x="1" y="1458"/>
                  </a:lnTo>
                  <a:lnTo>
                    <a:pt x="572" y="1458"/>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63"/>
            <p:cNvSpPr/>
            <p:nvPr/>
          </p:nvSpPr>
          <p:spPr>
            <a:xfrm>
              <a:off x="2877117" y="3818531"/>
              <a:ext cx="23103" cy="58827"/>
            </a:xfrm>
            <a:custGeom>
              <a:avLst/>
              <a:gdLst/>
              <a:ahLst/>
              <a:cxnLst/>
              <a:rect l="l" t="t" r="r" b="b"/>
              <a:pathLst>
                <a:path w="573" h="1459" extrusionOk="0">
                  <a:moveTo>
                    <a:pt x="1" y="0"/>
                  </a:moveTo>
                  <a:lnTo>
                    <a:pt x="1" y="1458"/>
                  </a:lnTo>
                  <a:lnTo>
                    <a:pt x="572" y="1458"/>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63"/>
            <p:cNvSpPr/>
            <p:nvPr/>
          </p:nvSpPr>
          <p:spPr>
            <a:xfrm>
              <a:off x="2996985" y="3558635"/>
              <a:ext cx="34030" cy="23103"/>
            </a:xfrm>
            <a:custGeom>
              <a:avLst/>
              <a:gdLst/>
              <a:ahLst/>
              <a:cxnLst/>
              <a:rect l="l" t="t" r="r" b="b"/>
              <a:pathLst>
                <a:path w="844" h="573" extrusionOk="0">
                  <a:moveTo>
                    <a:pt x="1" y="1"/>
                  </a:moveTo>
                  <a:lnTo>
                    <a:pt x="1" y="572"/>
                  </a:lnTo>
                  <a:lnTo>
                    <a:pt x="843" y="572"/>
                  </a:lnTo>
                  <a:lnTo>
                    <a:pt x="84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63"/>
            <p:cNvSpPr/>
            <p:nvPr/>
          </p:nvSpPr>
          <p:spPr>
            <a:xfrm>
              <a:off x="2996985" y="3558635"/>
              <a:ext cx="34030" cy="23103"/>
            </a:xfrm>
            <a:custGeom>
              <a:avLst/>
              <a:gdLst/>
              <a:ahLst/>
              <a:cxnLst/>
              <a:rect l="l" t="t" r="r" b="b"/>
              <a:pathLst>
                <a:path w="844" h="573" extrusionOk="0">
                  <a:moveTo>
                    <a:pt x="1" y="1"/>
                  </a:moveTo>
                  <a:lnTo>
                    <a:pt x="1" y="572"/>
                  </a:lnTo>
                  <a:lnTo>
                    <a:pt x="843" y="572"/>
                  </a:lnTo>
                  <a:lnTo>
                    <a:pt x="84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63"/>
            <p:cNvSpPr/>
            <p:nvPr/>
          </p:nvSpPr>
          <p:spPr>
            <a:xfrm>
              <a:off x="2817203" y="3495818"/>
              <a:ext cx="191359" cy="344091"/>
            </a:xfrm>
            <a:custGeom>
              <a:avLst/>
              <a:gdLst/>
              <a:ahLst/>
              <a:cxnLst/>
              <a:rect l="l" t="t" r="r" b="b"/>
              <a:pathLst>
                <a:path w="4746" h="8534" extrusionOk="0">
                  <a:moveTo>
                    <a:pt x="2544" y="0"/>
                  </a:moveTo>
                  <a:cubicBezTo>
                    <a:pt x="1815" y="0"/>
                    <a:pt x="1157" y="429"/>
                    <a:pt x="858" y="1086"/>
                  </a:cubicBezTo>
                  <a:lnTo>
                    <a:pt x="0" y="3017"/>
                  </a:lnTo>
                  <a:lnTo>
                    <a:pt x="0" y="8534"/>
                  </a:lnTo>
                  <a:lnTo>
                    <a:pt x="572" y="8534"/>
                  </a:lnTo>
                  <a:cubicBezTo>
                    <a:pt x="2472" y="8534"/>
                    <a:pt x="4002" y="6990"/>
                    <a:pt x="4002" y="5089"/>
                  </a:cubicBezTo>
                  <a:lnTo>
                    <a:pt x="4002" y="3331"/>
                  </a:lnTo>
                  <a:lnTo>
                    <a:pt x="4202" y="3131"/>
                  </a:lnTo>
                  <a:cubicBezTo>
                    <a:pt x="4545" y="2788"/>
                    <a:pt x="4745" y="2330"/>
                    <a:pt x="4745" y="1830"/>
                  </a:cubicBezTo>
                  <a:cubicBezTo>
                    <a:pt x="4745" y="815"/>
                    <a:pt x="3916" y="0"/>
                    <a:pt x="2901"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63"/>
            <p:cNvSpPr/>
            <p:nvPr/>
          </p:nvSpPr>
          <p:spPr>
            <a:xfrm>
              <a:off x="2928967" y="3545370"/>
              <a:ext cx="23103" cy="23103"/>
            </a:xfrm>
            <a:custGeom>
              <a:avLst/>
              <a:gdLst/>
              <a:ahLst/>
              <a:cxnLst/>
              <a:rect l="l" t="t" r="r" b="b"/>
              <a:pathLst>
                <a:path w="573" h="573" extrusionOk="0">
                  <a:moveTo>
                    <a:pt x="1" y="0"/>
                  </a:moveTo>
                  <a:lnTo>
                    <a:pt x="1" y="572"/>
                  </a:lnTo>
                  <a:lnTo>
                    <a:pt x="573" y="572"/>
                  </a:lnTo>
                  <a:lnTo>
                    <a:pt x="57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63"/>
            <p:cNvSpPr/>
            <p:nvPr/>
          </p:nvSpPr>
          <p:spPr>
            <a:xfrm>
              <a:off x="2718623" y="3608752"/>
              <a:ext cx="187367" cy="231719"/>
            </a:xfrm>
            <a:custGeom>
              <a:avLst/>
              <a:gdLst/>
              <a:ahLst/>
              <a:cxnLst/>
              <a:rect l="l" t="t" r="r" b="b"/>
              <a:pathLst>
                <a:path w="4647" h="5747" extrusionOk="0">
                  <a:moveTo>
                    <a:pt x="2545" y="1"/>
                  </a:moveTo>
                  <a:lnTo>
                    <a:pt x="0" y="5747"/>
                  </a:lnTo>
                  <a:lnTo>
                    <a:pt x="2602" y="5747"/>
                  </a:lnTo>
                  <a:cubicBezTo>
                    <a:pt x="3731" y="5747"/>
                    <a:pt x="4646" y="4847"/>
                    <a:pt x="4646" y="3717"/>
                  </a:cubicBezTo>
                  <a:lnTo>
                    <a:pt x="4646" y="2030"/>
                  </a:lnTo>
                  <a:cubicBezTo>
                    <a:pt x="4646" y="902"/>
                    <a:pt x="3731" y="1"/>
                    <a:pt x="2602"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63"/>
            <p:cNvSpPr/>
            <p:nvPr/>
          </p:nvSpPr>
          <p:spPr>
            <a:xfrm>
              <a:off x="2719228" y="3865785"/>
              <a:ext cx="311795" cy="23103"/>
            </a:xfrm>
            <a:custGeom>
              <a:avLst/>
              <a:gdLst/>
              <a:ahLst/>
              <a:cxnLst/>
              <a:rect l="l" t="t" r="r" b="b"/>
              <a:pathLst>
                <a:path w="7733" h="573" extrusionOk="0">
                  <a:moveTo>
                    <a:pt x="0" y="0"/>
                  </a:moveTo>
                  <a:lnTo>
                    <a:pt x="0" y="572"/>
                  </a:lnTo>
                  <a:lnTo>
                    <a:pt x="7732" y="572"/>
                  </a:lnTo>
                  <a:lnTo>
                    <a:pt x="773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63"/>
            <p:cNvSpPr/>
            <p:nvPr/>
          </p:nvSpPr>
          <p:spPr>
            <a:xfrm>
              <a:off x="2928967" y="3545370"/>
              <a:ext cx="23103" cy="23103"/>
            </a:xfrm>
            <a:custGeom>
              <a:avLst/>
              <a:gdLst/>
              <a:ahLst/>
              <a:cxnLst/>
              <a:rect l="l" t="t" r="r" b="b"/>
              <a:pathLst>
                <a:path w="573" h="573" extrusionOk="0">
                  <a:moveTo>
                    <a:pt x="1" y="0"/>
                  </a:moveTo>
                  <a:lnTo>
                    <a:pt x="1" y="572"/>
                  </a:lnTo>
                  <a:lnTo>
                    <a:pt x="573" y="572"/>
                  </a:lnTo>
                  <a:lnTo>
                    <a:pt x="573"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08" name="Google Shape;2808;p63"/>
          <p:cNvGrpSpPr/>
          <p:nvPr/>
        </p:nvGrpSpPr>
        <p:grpSpPr>
          <a:xfrm>
            <a:off x="3461032" y="3590594"/>
            <a:ext cx="359463" cy="359463"/>
            <a:chOff x="3357153" y="3495818"/>
            <a:chExt cx="393071" cy="393071"/>
          </a:xfrm>
        </p:grpSpPr>
        <p:sp>
          <p:nvSpPr>
            <p:cNvPr id="2809" name="Google Shape;2809;p63"/>
            <p:cNvSpPr/>
            <p:nvPr/>
          </p:nvSpPr>
          <p:spPr>
            <a:xfrm>
              <a:off x="3668938" y="3568997"/>
              <a:ext cx="81285" cy="44392"/>
            </a:xfrm>
            <a:custGeom>
              <a:avLst/>
              <a:gdLst/>
              <a:ahLst/>
              <a:cxnLst/>
              <a:rect l="l" t="t" r="r" b="b"/>
              <a:pathLst>
                <a:path w="2016" h="1101" extrusionOk="0">
                  <a:moveTo>
                    <a:pt x="1178" y="1"/>
                  </a:moveTo>
                  <a:cubicBezTo>
                    <a:pt x="883" y="1"/>
                    <a:pt x="586" y="115"/>
                    <a:pt x="357" y="344"/>
                  </a:cubicBezTo>
                  <a:lnTo>
                    <a:pt x="1" y="701"/>
                  </a:lnTo>
                  <a:lnTo>
                    <a:pt x="401" y="1101"/>
                  </a:lnTo>
                  <a:lnTo>
                    <a:pt x="758" y="744"/>
                  </a:lnTo>
                  <a:cubicBezTo>
                    <a:pt x="872" y="630"/>
                    <a:pt x="1022" y="573"/>
                    <a:pt x="1172" y="573"/>
                  </a:cubicBezTo>
                  <a:cubicBezTo>
                    <a:pt x="1322" y="573"/>
                    <a:pt x="1472" y="630"/>
                    <a:pt x="1587" y="744"/>
                  </a:cubicBezTo>
                  <a:lnTo>
                    <a:pt x="1615" y="773"/>
                  </a:lnTo>
                  <a:lnTo>
                    <a:pt x="2015" y="373"/>
                  </a:lnTo>
                  <a:lnTo>
                    <a:pt x="1987" y="344"/>
                  </a:lnTo>
                  <a:cubicBezTo>
                    <a:pt x="1766" y="115"/>
                    <a:pt x="1473" y="1"/>
                    <a:pt x="11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63"/>
            <p:cNvSpPr/>
            <p:nvPr/>
          </p:nvSpPr>
          <p:spPr>
            <a:xfrm>
              <a:off x="3632611" y="3495818"/>
              <a:ext cx="49069" cy="81285"/>
            </a:xfrm>
            <a:custGeom>
              <a:avLst/>
              <a:gdLst/>
              <a:ahLst/>
              <a:cxnLst/>
              <a:rect l="l" t="t" r="r" b="b"/>
              <a:pathLst>
                <a:path w="1217" h="2016" extrusionOk="0">
                  <a:moveTo>
                    <a:pt x="730" y="0"/>
                  </a:moveTo>
                  <a:lnTo>
                    <a:pt x="330" y="400"/>
                  </a:lnTo>
                  <a:lnTo>
                    <a:pt x="359" y="429"/>
                  </a:lnTo>
                  <a:cubicBezTo>
                    <a:pt x="587" y="658"/>
                    <a:pt x="587" y="1029"/>
                    <a:pt x="359" y="1258"/>
                  </a:cubicBezTo>
                  <a:lnTo>
                    <a:pt x="1" y="1616"/>
                  </a:lnTo>
                  <a:lnTo>
                    <a:pt x="401" y="2016"/>
                  </a:lnTo>
                  <a:lnTo>
                    <a:pt x="759" y="1658"/>
                  </a:lnTo>
                  <a:cubicBezTo>
                    <a:pt x="1216" y="1201"/>
                    <a:pt x="1216" y="472"/>
                    <a:pt x="759" y="29"/>
                  </a:cubicBezTo>
                  <a:lnTo>
                    <a:pt x="730"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63"/>
            <p:cNvSpPr/>
            <p:nvPr/>
          </p:nvSpPr>
          <p:spPr>
            <a:xfrm>
              <a:off x="3553667" y="3552265"/>
              <a:ext cx="140072" cy="134346"/>
            </a:xfrm>
            <a:custGeom>
              <a:avLst/>
              <a:gdLst/>
              <a:ahLst/>
              <a:cxnLst/>
              <a:rect l="l" t="t" r="r" b="b"/>
              <a:pathLst>
                <a:path w="3474" h="3332" extrusionOk="0">
                  <a:moveTo>
                    <a:pt x="1630" y="1"/>
                  </a:moveTo>
                  <a:cubicBezTo>
                    <a:pt x="1230" y="1"/>
                    <a:pt x="859" y="159"/>
                    <a:pt x="573" y="444"/>
                  </a:cubicBezTo>
                  <a:cubicBezTo>
                    <a:pt x="1" y="1016"/>
                    <a:pt x="1" y="1960"/>
                    <a:pt x="573" y="2545"/>
                  </a:cubicBezTo>
                  <a:lnTo>
                    <a:pt x="929" y="2903"/>
                  </a:lnTo>
                  <a:cubicBezTo>
                    <a:pt x="1215" y="3174"/>
                    <a:pt x="1587" y="3332"/>
                    <a:pt x="1987" y="3332"/>
                  </a:cubicBezTo>
                  <a:cubicBezTo>
                    <a:pt x="2387" y="3332"/>
                    <a:pt x="2759" y="3174"/>
                    <a:pt x="3031" y="2903"/>
                  </a:cubicBezTo>
                  <a:cubicBezTo>
                    <a:pt x="3317" y="2617"/>
                    <a:pt x="3474" y="2245"/>
                    <a:pt x="3474" y="1845"/>
                  </a:cubicBezTo>
                  <a:cubicBezTo>
                    <a:pt x="3474" y="1459"/>
                    <a:pt x="3317" y="1087"/>
                    <a:pt x="3031" y="801"/>
                  </a:cubicBezTo>
                  <a:lnTo>
                    <a:pt x="2673" y="444"/>
                  </a:lnTo>
                  <a:cubicBezTo>
                    <a:pt x="2387" y="159"/>
                    <a:pt x="2016" y="1"/>
                    <a:pt x="163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63"/>
            <p:cNvSpPr/>
            <p:nvPr/>
          </p:nvSpPr>
          <p:spPr>
            <a:xfrm>
              <a:off x="3357153" y="3835263"/>
              <a:ext cx="53666" cy="53626"/>
            </a:xfrm>
            <a:custGeom>
              <a:avLst/>
              <a:gdLst/>
              <a:ahLst/>
              <a:cxnLst/>
              <a:rect l="l" t="t" r="r" b="b"/>
              <a:pathLst>
                <a:path w="1331" h="1330" extrusionOk="0">
                  <a:moveTo>
                    <a:pt x="915" y="0"/>
                  </a:moveTo>
                  <a:lnTo>
                    <a:pt x="0" y="929"/>
                  </a:lnTo>
                  <a:lnTo>
                    <a:pt x="401" y="1329"/>
                  </a:lnTo>
                  <a:lnTo>
                    <a:pt x="1330" y="401"/>
                  </a:lnTo>
                  <a:lnTo>
                    <a:pt x="915"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63"/>
            <p:cNvSpPr/>
            <p:nvPr/>
          </p:nvSpPr>
          <p:spPr>
            <a:xfrm>
              <a:off x="3378482" y="3663545"/>
              <a:ext cx="204060" cy="201721"/>
            </a:xfrm>
            <a:custGeom>
              <a:avLst/>
              <a:gdLst/>
              <a:ahLst/>
              <a:cxnLst/>
              <a:rect l="l" t="t" r="r" b="b"/>
              <a:pathLst>
                <a:path w="5061" h="5003" extrusionOk="0">
                  <a:moveTo>
                    <a:pt x="2173" y="0"/>
                  </a:moveTo>
                  <a:lnTo>
                    <a:pt x="929" y="1243"/>
                  </a:lnTo>
                  <a:cubicBezTo>
                    <a:pt x="487" y="1672"/>
                    <a:pt x="215" y="2230"/>
                    <a:pt x="100" y="2830"/>
                  </a:cubicBezTo>
                  <a:cubicBezTo>
                    <a:pt x="1" y="3430"/>
                    <a:pt x="72" y="4031"/>
                    <a:pt x="344" y="4588"/>
                  </a:cubicBezTo>
                  <a:lnTo>
                    <a:pt x="386" y="4673"/>
                  </a:lnTo>
                  <a:lnTo>
                    <a:pt x="472" y="4717"/>
                  </a:lnTo>
                  <a:cubicBezTo>
                    <a:pt x="872" y="4902"/>
                    <a:pt x="1287" y="5003"/>
                    <a:pt x="1730" y="5003"/>
                  </a:cubicBezTo>
                  <a:cubicBezTo>
                    <a:pt x="2516" y="5003"/>
                    <a:pt x="3260" y="4688"/>
                    <a:pt x="3817" y="4130"/>
                  </a:cubicBezTo>
                  <a:lnTo>
                    <a:pt x="5061" y="2887"/>
                  </a:lnTo>
                  <a:lnTo>
                    <a:pt x="4846" y="214"/>
                  </a:lnTo>
                  <a:lnTo>
                    <a:pt x="21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63"/>
            <p:cNvSpPr/>
            <p:nvPr/>
          </p:nvSpPr>
          <p:spPr>
            <a:xfrm>
              <a:off x="3382513" y="3553434"/>
              <a:ext cx="310101" cy="310101"/>
            </a:xfrm>
            <a:custGeom>
              <a:avLst/>
              <a:gdLst/>
              <a:ahLst/>
              <a:cxnLst/>
              <a:rect l="l" t="t" r="r" b="b"/>
              <a:pathLst>
                <a:path w="7691" h="7691" extrusionOk="0">
                  <a:moveTo>
                    <a:pt x="2201" y="0"/>
                  </a:moveTo>
                  <a:cubicBezTo>
                    <a:pt x="1601" y="0"/>
                    <a:pt x="1029" y="244"/>
                    <a:pt x="615" y="658"/>
                  </a:cubicBezTo>
                  <a:lnTo>
                    <a:pt x="0" y="1273"/>
                  </a:lnTo>
                  <a:lnTo>
                    <a:pt x="2144" y="3402"/>
                  </a:lnTo>
                  <a:cubicBezTo>
                    <a:pt x="2487" y="3745"/>
                    <a:pt x="2931" y="3932"/>
                    <a:pt x="3417" y="3932"/>
                  </a:cubicBezTo>
                  <a:cubicBezTo>
                    <a:pt x="3545" y="3932"/>
                    <a:pt x="3674" y="3917"/>
                    <a:pt x="3802" y="3888"/>
                  </a:cubicBezTo>
                  <a:lnTo>
                    <a:pt x="3802" y="3888"/>
                  </a:lnTo>
                  <a:cubicBezTo>
                    <a:pt x="3674" y="4475"/>
                    <a:pt x="3831" y="5089"/>
                    <a:pt x="4275" y="5546"/>
                  </a:cubicBezTo>
                  <a:lnTo>
                    <a:pt x="6419" y="7690"/>
                  </a:lnTo>
                  <a:lnTo>
                    <a:pt x="7033" y="7076"/>
                  </a:lnTo>
                  <a:cubicBezTo>
                    <a:pt x="7448" y="6661"/>
                    <a:pt x="7690" y="6089"/>
                    <a:pt x="7690" y="5489"/>
                  </a:cubicBezTo>
                  <a:cubicBezTo>
                    <a:pt x="7690" y="4889"/>
                    <a:pt x="7448" y="4332"/>
                    <a:pt x="7033" y="3903"/>
                  </a:cubicBezTo>
                  <a:lnTo>
                    <a:pt x="3789" y="658"/>
                  </a:lnTo>
                  <a:cubicBezTo>
                    <a:pt x="3360" y="244"/>
                    <a:pt x="2802" y="0"/>
                    <a:pt x="22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63"/>
            <p:cNvSpPr/>
            <p:nvPr/>
          </p:nvSpPr>
          <p:spPr>
            <a:xfrm>
              <a:off x="3418841" y="3694631"/>
              <a:ext cx="132572" cy="132612"/>
            </a:xfrm>
            <a:custGeom>
              <a:avLst/>
              <a:gdLst/>
              <a:ahLst/>
              <a:cxnLst/>
              <a:rect l="l" t="t" r="r" b="b"/>
              <a:pathLst>
                <a:path w="3288" h="3289" extrusionOk="0">
                  <a:moveTo>
                    <a:pt x="401" y="1"/>
                  </a:moveTo>
                  <a:lnTo>
                    <a:pt x="0" y="401"/>
                  </a:lnTo>
                  <a:lnTo>
                    <a:pt x="2888" y="3288"/>
                  </a:lnTo>
                  <a:lnTo>
                    <a:pt x="3288" y="2888"/>
                  </a:lnTo>
                  <a:lnTo>
                    <a:pt x="401"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63"/>
            <p:cNvSpPr/>
            <p:nvPr/>
          </p:nvSpPr>
          <p:spPr>
            <a:xfrm>
              <a:off x="3384812" y="3744223"/>
              <a:ext cx="117049" cy="117009"/>
            </a:xfrm>
            <a:custGeom>
              <a:avLst/>
              <a:gdLst/>
              <a:ahLst/>
              <a:cxnLst/>
              <a:rect l="l" t="t" r="r" b="b"/>
              <a:pathLst>
                <a:path w="2903" h="2902" extrusionOk="0">
                  <a:moveTo>
                    <a:pt x="215" y="0"/>
                  </a:moveTo>
                  <a:cubicBezTo>
                    <a:pt x="130" y="185"/>
                    <a:pt x="44" y="385"/>
                    <a:pt x="0" y="586"/>
                  </a:cubicBezTo>
                  <a:lnTo>
                    <a:pt x="2316" y="2901"/>
                  </a:lnTo>
                  <a:cubicBezTo>
                    <a:pt x="2516" y="2859"/>
                    <a:pt x="2716" y="2773"/>
                    <a:pt x="2903" y="2687"/>
                  </a:cubicBezTo>
                  <a:lnTo>
                    <a:pt x="215"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7" name="Google Shape;2817;p63"/>
          <p:cNvGrpSpPr/>
          <p:nvPr/>
        </p:nvGrpSpPr>
        <p:grpSpPr>
          <a:xfrm>
            <a:off x="4081839" y="3637495"/>
            <a:ext cx="359508" cy="265661"/>
            <a:chOff x="4036001" y="3547104"/>
            <a:chExt cx="393120" cy="290498"/>
          </a:xfrm>
        </p:grpSpPr>
        <p:sp>
          <p:nvSpPr>
            <p:cNvPr id="2818" name="Google Shape;2818;p63"/>
            <p:cNvSpPr/>
            <p:nvPr/>
          </p:nvSpPr>
          <p:spPr>
            <a:xfrm>
              <a:off x="4059668" y="3594358"/>
              <a:ext cx="345825" cy="231719"/>
            </a:xfrm>
            <a:custGeom>
              <a:avLst/>
              <a:gdLst/>
              <a:ahLst/>
              <a:cxnLst/>
              <a:rect l="l" t="t" r="r" b="b"/>
              <a:pathLst>
                <a:path w="8577" h="5747" extrusionOk="0">
                  <a:moveTo>
                    <a:pt x="1244" y="1"/>
                  </a:moveTo>
                  <a:lnTo>
                    <a:pt x="1244" y="2816"/>
                  </a:lnTo>
                  <a:lnTo>
                    <a:pt x="601" y="2288"/>
                  </a:lnTo>
                  <a:lnTo>
                    <a:pt x="229" y="2730"/>
                  </a:lnTo>
                  <a:lnTo>
                    <a:pt x="1244" y="3559"/>
                  </a:lnTo>
                  <a:lnTo>
                    <a:pt x="1244" y="4232"/>
                  </a:lnTo>
                  <a:cubicBezTo>
                    <a:pt x="1244" y="4903"/>
                    <a:pt x="687" y="5461"/>
                    <a:pt x="1" y="5461"/>
                  </a:cubicBezTo>
                  <a:lnTo>
                    <a:pt x="1" y="5747"/>
                  </a:lnTo>
                  <a:lnTo>
                    <a:pt x="8577" y="5747"/>
                  </a:lnTo>
                  <a:lnTo>
                    <a:pt x="8577" y="5461"/>
                  </a:lnTo>
                  <a:cubicBezTo>
                    <a:pt x="7891" y="5461"/>
                    <a:pt x="7333" y="4903"/>
                    <a:pt x="7333" y="4232"/>
                  </a:cubicBezTo>
                  <a:lnTo>
                    <a:pt x="7333" y="1958"/>
                  </a:lnTo>
                  <a:lnTo>
                    <a:pt x="7976" y="1444"/>
                  </a:lnTo>
                  <a:lnTo>
                    <a:pt x="7605" y="1001"/>
                  </a:lnTo>
                  <a:lnTo>
                    <a:pt x="7333" y="1215"/>
                  </a:lnTo>
                  <a:lnTo>
                    <a:pt x="7333"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63"/>
            <p:cNvSpPr/>
            <p:nvPr/>
          </p:nvSpPr>
          <p:spPr>
            <a:xfrm>
              <a:off x="4197962" y="3724023"/>
              <a:ext cx="23103" cy="102050"/>
            </a:xfrm>
            <a:custGeom>
              <a:avLst/>
              <a:gdLst/>
              <a:ahLst/>
              <a:cxnLst/>
              <a:rect l="l" t="t" r="r" b="b"/>
              <a:pathLst>
                <a:path w="573" h="2531" extrusionOk="0">
                  <a:moveTo>
                    <a:pt x="1" y="0"/>
                  </a:moveTo>
                  <a:lnTo>
                    <a:pt x="1" y="2531"/>
                  </a:lnTo>
                  <a:lnTo>
                    <a:pt x="573" y="2531"/>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63"/>
            <p:cNvSpPr/>
            <p:nvPr/>
          </p:nvSpPr>
          <p:spPr>
            <a:xfrm>
              <a:off x="4244087" y="3699268"/>
              <a:ext cx="23103" cy="75519"/>
            </a:xfrm>
            <a:custGeom>
              <a:avLst/>
              <a:gdLst/>
              <a:ahLst/>
              <a:cxnLst/>
              <a:rect l="l" t="t" r="r" b="b"/>
              <a:pathLst>
                <a:path w="573" h="1873" extrusionOk="0">
                  <a:moveTo>
                    <a:pt x="0" y="0"/>
                  </a:moveTo>
                  <a:lnTo>
                    <a:pt x="0" y="1872"/>
                  </a:lnTo>
                  <a:lnTo>
                    <a:pt x="572" y="18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63"/>
            <p:cNvSpPr/>
            <p:nvPr/>
          </p:nvSpPr>
          <p:spPr>
            <a:xfrm>
              <a:off x="4151878" y="3671609"/>
              <a:ext cx="23103" cy="47295"/>
            </a:xfrm>
            <a:custGeom>
              <a:avLst/>
              <a:gdLst/>
              <a:ahLst/>
              <a:cxnLst/>
              <a:rect l="l" t="t" r="r" b="b"/>
              <a:pathLst>
                <a:path w="573" h="1173" extrusionOk="0">
                  <a:moveTo>
                    <a:pt x="1" y="0"/>
                  </a:moveTo>
                  <a:lnTo>
                    <a:pt x="1" y="1172"/>
                  </a:lnTo>
                  <a:lnTo>
                    <a:pt x="572" y="11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63"/>
            <p:cNvSpPr/>
            <p:nvPr/>
          </p:nvSpPr>
          <p:spPr>
            <a:xfrm>
              <a:off x="4290171" y="3684833"/>
              <a:ext cx="23103" cy="45602"/>
            </a:xfrm>
            <a:custGeom>
              <a:avLst/>
              <a:gdLst/>
              <a:ahLst/>
              <a:cxnLst/>
              <a:rect l="l" t="t" r="r" b="b"/>
              <a:pathLst>
                <a:path w="573" h="1131" extrusionOk="0">
                  <a:moveTo>
                    <a:pt x="1" y="0"/>
                  </a:moveTo>
                  <a:lnTo>
                    <a:pt x="1" y="1130"/>
                  </a:lnTo>
                  <a:lnTo>
                    <a:pt x="573" y="1130"/>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63"/>
            <p:cNvSpPr/>
            <p:nvPr/>
          </p:nvSpPr>
          <p:spPr>
            <a:xfrm>
              <a:off x="4290171" y="3773011"/>
              <a:ext cx="23103" cy="53061"/>
            </a:xfrm>
            <a:custGeom>
              <a:avLst/>
              <a:gdLst/>
              <a:ahLst/>
              <a:cxnLst/>
              <a:rect l="l" t="t" r="r" b="b"/>
              <a:pathLst>
                <a:path w="573" h="1316" extrusionOk="0">
                  <a:moveTo>
                    <a:pt x="1" y="1"/>
                  </a:moveTo>
                  <a:lnTo>
                    <a:pt x="1" y="1316"/>
                  </a:lnTo>
                  <a:lnTo>
                    <a:pt x="573" y="1316"/>
                  </a:lnTo>
                  <a:lnTo>
                    <a:pt x="573"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63"/>
            <p:cNvSpPr/>
            <p:nvPr/>
          </p:nvSpPr>
          <p:spPr>
            <a:xfrm>
              <a:off x="4151878" y="3739587"/>
              <a:ext cx="23103" cy="23103"/>
            </a:xfrm>
            <a:custGeom>
              <a:avLst/>
              <a:gdLst/>
              <a:ahLst/>
              <a:cxnLst/>
              <a:rect l="l" t="t" r="r" b="b"/>
              <a:pathLst>
                <a:path w="573" h="573" extrusionOk="0">
                  <a:moveTo>
                    <a:pt x="1" y="1"/>
                  </a:moveTo>
                  <a:lnTo>
                    <a:pt x="1" y="572"/>
                  </a:lnTo>
                  <a:lnTo>
                    <a:pt x="572" y="572"/>
                  </a:lnTo>
                  <a:lnTo>
                    <a:pt x="572"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63"/>
            <p:cNvSpPr/>
            <p:nvPr/>
          </p:nvSpPr>
          <p:spPr>
            <a:xfrm>
              <a:off x="4244087" y="3660078"/>
              <a:ext cx="23103" cy="23063"/>
            </a:xfrm>
            <a:custGeom>
              <a:avLst/>
              <a:gdLst/>
              <a:ahLst/>
              <a:cxnLst/>
              <a:rect l="l" t="t" r="r" b="b"/>
              <a:pathLst>
                <a:path w="573" h="572" extrusionOk="0">
                  <a:moveTo>
                    <a:pt x="0" y="0"/>
                  </a:moveTo>
                  <a:lnTo>
                    <a:pt x="0" y="572"/>
                  </a:lnTo>
                  <a:lnTo>
                    <a:pt x="572" y="5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63"/>
            <p:cNvSpPr/>
            <p:nvPr/>
          </p:nvSpPr>
          <p:spPr>
            <a:xfrm>
              <a:off x="4120751" y="3558635"/>
              <a:ext cx="223050" cy="71487"/>
            </a:xfrm>
            <a:custGeom>
              <a:avLst/>
              <a:gdLst/>
              <a:ahLst/>
              <a:cxnLst/>
              <a:rect l="l" t="t" r="r" b="b"/>
              <a:pathLst>
                <a:path w="5532" h="1773" extrusionOk="0">
                  <a:moveTo>
                    <a:pt x="2774" y="1"/>
                  </a:moveTo>
                  <a:cubicBezTo>
                    <a:pt x="1244" y="1"/>
                    <a:pt x="1" y="386"/>
                    <a:pt x="1" y="887"/>
                  </a:cubicBezTo>
                  <a:cubicBezTo>
                    <a:pt x="1" y="1373"/>
                    <a:pt x="1244" y="1773"/>
                    <a:pt x="2774" y="1773"/>
                  </a:cubicBezTo>
                  <a:cubicBezTo>
                    <a:pt x="4289" y="1773"/>
                    <a:pt x="5532" y="1373"/>
                    <a:pt x="5532" y="887"/>
                  </a:cubicBezTo>
                  <a:cubicBezTo>
                    <a:pt x="5532" y="386"/>
                    <a:pt x="4289" y="1"/>
                    <a:pt x="2774"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63"/>
            <p:cNvSpPr/>
            <p:nvPr/>
          </p:nvSpPr>
          <p:spPr>
            <a:xfrm>
              <a:off x="4109220" y="3547104"/>
              <a:ext cx="246113" cy="94550"/>
            </a:xfrm>
            <a:custGeom>
              <a:avLst/>
              <a:gdLst/>
              <a:ahLst/>
              <a:cxnLst/>
              <a:rect l="l" t="t" r="r" b="b"/>
              <a:pathLst>
                <a:path w="6104" h="2345" extrusionOk="0">
                  <a:moveTo>
                    <a:pt x="3060" y="572"/>
                  </a:moveTo>
                  <a:cubicBezTo>
                    <a:pt x="3759" y="572"/>
                    <a:pt x="4432" y="658"/>
                    <a:pt x="4918" y="815"/>
                  </a:cubicBezTo>
                  <a:cubicBezTo>
                    <a:pt x="5432" y="973"/>
                    <a:pt x="5532" y="1144"/>
                    <a:pt x="5532" y="1173"/>
                  </a:cubicBezTo>
                  <a:cubicBezTo>
                    <a:pt x="5532" y="1201"/>
                    <a:pt x="5432" y="1358"/>
                    <a:pt x="4918" y="1530"/>
                  </a:cubicBezTo>
                  <a:cubicBezTo>
                    <a:pt x="4432" y="1687"/>
                    <a:pt x="3759" y="1773"/>
                    <a:pt x="3060" y="1773"/>
                  </a:cubicBezTo>
                  <a:cubicBezTo>
                    <a:pt x="2345" y="1773"/>
                    <a:pt x="1687" y="1687"/>
                    <a:pt x="1187" y="1530"/>
                  </a:cubicBezTo>
                  <a:cubicBezTo>
                    <a:pt x="687" y="1358"/>
                    <a:pt x="573" y="1201"/>
                    <a:pt x="573" y="1173"/>
                  </a:cubicBezTo>
                  <a:cubicBezTo>
                    <a:pt x="573" y="1144"/>
                    <a:pt x="687" y="973"/>
                    <a:pt x="1187" y="815"/>
                  </a:cubicBezTo>
                  <a:cubicBezTo>
                    <a:pt x="1687" y="658"/>
                    <a:pt x="2345" y="572"/>
                    <a:pt x="3060" y="572"/>
                  </a:cubicBezTo>
                  <a:close/>
                  <a:moveTo>
                    <a:pt x="3060" y="1"/>
                  </a:moveTo>
                  <a:cubicBezTo>
                    <a:pt x="1587" y="1"/>
                    <a:pt x="1" y="358"/>
                    <a:pt x="1" y="1173"/>
                  </a:cubicBezTo>
                  <a:cubicBezTo>
                    <a:pt x="1" y="1973"/>
                    <a:pt x="1587" y="2345"/>
                    <a:pt x="3060" y="2345"/>
                  </a:cubicBezTo>
                  <a:cubicBezTo>
                    <a:pt x="4518" y="2345"/>
                    <a:pt x="6104" y="1973"/>
                    <a:pt x="6104" y="1173"/>
                  </a:cubicBezTo>
                  <a:cubicBezTo>
                    <a:pt x="6104" y="358"/>
                    <a:pt x="4518" y="1"/>
                    <a:pt x="306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63"/>
            <p:cNvSpPr/>
            <p:nvPr/>
          </p:nvSpPr>
          <p:spPr>
            <a:xfrm>
              <a:off x="4036001" y="3814499"/>
              <a:ext cx="393120" cy="23103"/>
            </a:xfrm>
            <a:custGeom>
              <a:avLst/>
              <a:gdLst/>
              <a:ahLst/>
              <a:cxnLst/>
              <a:rect l="l" t="t" r="r" b="b"/>
              <a:pathLst>
                <a:path w="9750" h="573" extrusionOk="0">
                  <a:moveTo>
                    <a:pt x="1" y="1"/>
                  </a:moveTo>
                  <a:lnTo>
                    <a:pt x="1" y="573"/>
                  </a:lnTo>
                  <a:lnTo>
                    <a:pt x="9749" y="573"/>
                  </a:lnTo>
                  <a:lnTo>
                    <a:pt x="9749"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29" name="Google Shape;2829;p63"/>
          <p:cNvGrpSpPr/>
          <p:nvPr/>
        </p:nvGrpSpPr>
        <p:grpSpPr>
          <a:xfrm>
            <a:off x="4702683" y="3617990"/>
            <a:ext cx="363194" cy="304640"/>
            <a:chOff x="4714890" y="3525775"/>
            <a:chExt cx="397150" cy="333121"/>
          </a:xfrm>
        </p:grpSpPr>
        <p:sp>
          <p:nvSpPr>
            <p:cNvPr id="2830" name="Google Shape;2830;p63"/>
            <p:cNvSpPr/>
            <p:nvPr/>
          </p:nvSpPr>
          <p:spPr>
            <a:xfrm>
              <a:off x="4775409" y="3525775"/>
              <a:ext cx="336632" cy="331430"/>
            </a:xfrm>
            <a:custGeom>
              <a:avLst/>
              <a:gdLst/>
              <a:ahLst/>
              <a:cxnLst/>
              <a:rect l="l" t="t" r="r" b="b"/>
              <a:pathLst>
                <a:path w="8349" h="8220" extrusionOk="0">
                  <a:moveTo>
                    <a:pt x="6761" y="0"/>
                  </a:moveTo>
                  <a:cubicBezTo>
                    <a:pt x="6233" y="0"/>
                    <a:pt x="5718" y="200"/>
                    <a:pt x="5332" y="543"/>
                  </a:cubicBezTo>
                  <a:cubicBezTo>
                    <a:pt x="5075" y="343"/>
                    <a:pt x="4760" y="229"/>
                    <a:pt x="4417" y="229"/>
                  </a:cubicBezTo>
                  <a:cubicBezTo>
                    <a:pt x="3902" y="229"/>
                    <a:pt x="3431" y="486"/>
                    <a:pt x="3159" y="930"/>
                  </a:cubicBezTo>
                  <a:lnTo>
                    <a:pt x="2988" y="1216"/>
                  </a:lnTo>
                  <a:cubicBezTo>
                    <a:pt x="2730" y="1044"/>
                    <a:pt x="2445" y="959"/>
                    <a:pt x="2130" y="959"/>
                  </a:cubicBezTo>
                  <a:cubicBezTo>
                    <a:pt x="1616" y="959"/>
                    <a:pt x="1116" y="1216"/>
                    <a:pt x="815" y="1645"/>
                  </a:cubicBezTo>
                  <a:cubicBezTo>
                    <a:pt x="358" y="2316"/>
                    <a:pt x="100" y="3088"/>
                    <a:pt x="43" y="3888"/>
                  </a:cubicBezTo>
                  <a:cubicBezTo>
                    <a:pt x="1" y="4689"/>
                    <a:pt x="172" y="5489"/>
                    <a:pt x="544" y="6204"/>
                  </a:cubicBezTo>
                  <a:lnTo>
                    <a:pt x="1059" y="7190"/>
                  </a:lnTo>
                  <a:lnTo>
                    <a:pt x="2059" y="7705"/>
                  </a:lnTo>
                  <a:cubicBezTo>
                    <a:pt x="2673" y="8048"/>
                    <a:pt x="3388" y="8220"/>
                    <a:pt x="4103" y="8220"/>
                  </a:cubicBezTo>
                  <a:cubicBezTo>
                    <a:pt x="5004" y="8220"/>
                    <a:pt x="5861" y="7947"/>
                    <a:pt x="6605" y="7433"/>
                  </a:cubicBezTo>
                  <a:cubicBezTo>
                    <a:pt x="6990" y="7162"/>
                    <a:pt x="7247" y="6733"/>
                    <a:pt x="7291" y="6261"/>
                  </a:cubicBezTo>
                  <a:cubicBezTo>
                    <a:pt x="7319" y="5904"/>
                    <a:pt x="7233" y="5561"/>
                    <a:pt x="7047" y="5260"/>
                  </a:cubicBezTo>
                  <a:lnTo>
                    <a:pt x="7319" y="5089"/>
                  </a:lnTo>
                  <a:cubicBezTo>
                    <a:pt x="7705" y="4860"/>
                    <a:pt x="7962" y="4460"/>
                    <a:pt x="8019" y="4017"/>
                  </a:cubicBezTo>
                  <a:cubicBezTo>
                    <a:pt x="8062" y="3617"/>
                    <a:pt x="7948" y="3231"/>
                    <a:pt x="7705" y="2916"/>
                  </a:cubicBezTo>
                  <a:cubicBezTo>
                    <a:pt x="8148" y="2416"/>
                    <a:pt x="8348" y="1730"/>
                    <a:pt x="8205" y="1073"/>
                  </a:cubicBezTo>
                  <a:lnTo>
                    <a:pt x="8034" y="215"/>
                  </a:lnTo>
                  <a:lnTo>
                    <a:pt x="7190" y="44"/>
                  </a:lnTo>
                  <a:cubicBezTo>
                    <a:pt x="7047" y="15"/>
                    <a:pt x="6904" y="0"/>
                    <a:pt x="676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63"/>
            <p:cNvSpPr/>
            <p:nvPr/>
          </p:nvSpPr>
          <p:spPr>
            <a:xfrm>
              <a:off x="4818066" y="3534444"/>
              <a:ext cx="293973" cy="322762"/>
            </a:xfrm>
            <a:custGeom>
              <a:avLst/>
              <a:gdLst/>
              <a:ahLst/>
              <a:cxnLst/>
              <a:rect l="l" t="t" r="r" b="b"/>
              <a:pathLst>
                <a:path w="7291" h="8005" extrusionOk="0">
                  <a:moveTo>
                    <a:pt x="6976" y="0"/>
                  </a:moveTo>
                  <a:lnTo>
                    <a:pt x="1" y="6975"/>
                  </a:lnTo>
                  <a:lnTo>
                    <a:pt x="1001" y="7490"/>
                  </a:lnTo>
                  <a:cubicBezTo>
                    <a:pt x="1615" y="7833"/>
                    <a:pt x="2330" y="8005"/>
                    <a:pt x="3045" y="8005"/>
                  </a:cubicBezTo>
                  <a:cubicBezTo>
                    <a:pt x="3946" y="8005"/>
                    <a:pt x="4803" y="7732"/>
                    <a:pt x="5547" y="7218"/>
                  </a:cubicBezTo>
                  <a:cubicBezTo>
                    <a:pt x="5932" y="6947"/>
                    <a:pt x="6189" y="6518"/>
                    <a:pt x="6233" y="6046"/>
                  </a:cubicBezTo>
                  <a:cubicBezTo>
                    <a:pt x="6261" y="5689"/>
                    <a:pt x="6175" y="5346"/>
                    <a:pt x="5989" y="5045"/>
                  </a:cubicBezTo>
                  <a:lnTo>
                    <a:pt x="6261" y="4874"/>
                  </a:lnTo>
                  <a:cubicBezTo>
                    <a:pt x="6647" y="4645"/>
                    <a:pt x="6904" y="4245"/>
                    <a:pt x="6961" y="3802"/>
                  </a:cubicBezTo>
                  <a:cubicBezTo>
                    <a:pt x="7004" y="3402"/>
                    <a:pt x="6890" y="3016"/>
                    <a:pt x="6647" y="2701"/>
                  </a:cubicBezTo>
                  <a:cubicBezTo>
                    <a:pt x="7090" y="2201"/>
                    <a:pt x="7290" y="1515"/>
                    <a:pt x="7147" y="858"/>
                  </a:cubicBezTo>
                  <a:lnTo>
                    <a:pt x="69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63"/>
            <p:cNvSpPr/>
            <p:nvPr/>
          </p:nvSpPr>
          <p:spPr>
            <a:xfrm>
              <a:off x="4714890" y="3616815"/>
              <a:ext cx="301473" cy="242081"/>
            </a:xfrm>
            <a:custGeom>
              <a:avLst/>
              <a:gdLst/>
              <a:ahLst/>
              <a:cxnLst/>
              <a:rect l="l" t="t" r="r" b="b"/>
              <a:pathLst>
                <a:path w="7477" h="6004" extrusionOk="0">
                  <a:moveTo>
                    <a:pt x="7076" y="1"/>
                  </a:moveTo>
                  <a:lnTo>
                    <a:pt x="6375" y="715"/>
                  </a:lnTo>
                  <a:lnTo>
                    <a:pt x="6375" y="29"/>
                  </a:lnTo>
                  <a:lnTo>
                    <a:pt x="5775" y="29"/>
                  </a:lnTo>
                  <a:lnTo>
                    <a:pt x="5775" y="1302"/>
                  </a:lnTo>
                  <a:lnTo>
                    <a:pt x="5203" y="1887"/>
                  </a:lnTo>
                  <a:lnTo>
                    <a:pt x="5203" y="644"/>
                  </a:lnTo>
                  <a:lnTo>
                    <a:pt x="4632" y="644"/>
                  </a:lnTo>
                  <a:lnTo>
                    <a:pt x="4632" y="2459"/>
                  </a:lnTo>
                  <a:lnTo>
                    <a:pt x="4060" y="3031"/>
                  </a:lnTo>
                  <a:lnTo>
                    <a:pt x="4060" y="1416"/>
                  </a:lnTo>
                  <a:lnTo>
                    <a:pt x="3488" y="1416"/>
                  </a:lnTo>
                  <a:lnTo>
                    <a:pt x="3488" y="3589"/>
                  </a:lnTo>
                  <a:lnTo>
                    <a:pt x="1973" y="5104"/>
                  </a:lnTo>
                  <a:cubicBezTo>
                    <a:pt x="1759" y="5325"/>
                    <a:pt x="1473" y="5436"/>
                    <a:pt x="1187" y="5436"/>
                  </a:cubicBezTo>
                  <a:cubicBezTo>
                    <a:pt x="901" y="5436"/>
                    <a:pt x="615" y="5325"/>
                    <a:pt x="401" y="5104"/>
                  </a:cubicBezTo>
                  <a:lnTo>
                    <a:pt x="1" y="5518"/>
                  </a:lnTo>
                  <a:cubicBezTo>
                    <a:pt x="330" y="5847"/>
                    <a:pt x="759" y="6004"/>
                    <a:pt x="1188" y="6004"/>
                  </a:cubicBezTo>
                  <a:cubicBezTo>
                    <a:pt x="1616" y="6004"/>
                    <a:pt x="2045" y="5847"/>
                    <a:pt x="2373" y="5518"/>
                  </a:cubicBezTo>
                  <a:lnTo>
                    <a:pt x="3903" y="3989"/>
                  </a:lnTo>
                  <a:lnTo>
                    <a:pt x="6061" y="3989"/>
                  </a:lnTo>
                  <a:lnTo>
                    <a:pt x="6061" y="3417"/>
                  </a:lnTo>
                  <a:lnTo>
                    <a:pt x="4446" y="3417"/>
                  </a:lnTo>
                  <a:lnTo>
                    <a:pt x="5032" y="2846"/>
                  </a:lnTo>
                  <a:lnTo>
                    <a:pt x="6848" y="2846"/>
                  </a:lnTo>
                  <a:lnTo>
                    <a:pt x="6848" y="2274"/>
                  </a:lnTo>
                  <a:lnTo>
                    <a:pt x="5618" y="2274"/>
                  </a:lnTo>
                  <a:lnTo>
                    <a:pt x="6190" y="1702"/>
                  </a:lnTo>
                  <a:lnTo>
                    <a:pt x="7462" y="1702"/>
                  </a:lnTo>
                  <a:lnTo>
                    <a:pt x="7462" y="1130"/>
                  </a:lnTo>
                  <a:lnTo>
                    <a:pt x="6762" y="1130"/>
                  </a:lnTo>
                  <a:lnTo>
                    <a:pt x="7477" y="416"/>
                  </a:lnTo>
                  <a:lnTo>
                    <a:pt x="707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33" name="Google Shape;2833;p63"/>
          <p:cNvGrpSpPr/>
          <p:nvPr/>
        </p:nvGrpSpPr>
        <p:grpSpPr>
          <a:xfrm>
            <a:off x="5323527" y="3590594"/>
            <a:ext cx="360015" cy="359462"/>
            <a:chOff x="5393779" y="3495818"/>
            <a:chExt cx="393674" cy="393070"/>
          </a:xfrm>
        </p:grpSpPr>
        <p:sp>
          <p:nvSpPr>
            <p:cNvPr id="2834" name="Google Shape;2834;p63"/>
            <p:cNvSpPr/>
            <p:nvPr/>
          </p:nvSpPr>
          <p:spPr>
            <a:xfrm>
              <a:off x="5495181" y="3597220"/>
              <a:ext cx="190230" cy="190230"/>
            </a:xfrm>
            <a:custGeom>
              <a:avLst/>
              <a:gdLst/>
              <a:ahLst/>
              <a:cxnLst/>
              <a:rect l="l" t="t" r="r" b="b"/>
              <a:pathLst>
                <a:path w="4718" h="4718" extrusionOk="0">
                  <a:moveTo>
                    <a:pt x="2360" y="1"/>
                  </a:moveTo>
                  <a:cubicBezTo>
                    <a:pt x="1059" y="1"/>
                    <a:pt x="1" y="1058"/>
                    <a:pt x="1" y="2360"/>
                  </a:cubicBezTo>
                  <a:cubicBezTo>
                    <a:pt x="1" y="3660"/>
                    <a:pt x="1059" y="4718"/>
                    <a:pt x="2360" y="4718"/>
                  </a:cubicBezTo>
                  <a:cubicBezTo>
                    <a:pt x="3660" y="4718"/>
                    <a:pt x="4718" y="3660"/>
                    <a:pt x="4718" y="2360"/>
                  </a:cubicBezTo>
                  <a:cubicBezTo>
                    <a:pt x="4718" y="1058"/>
                    <a:pt x="3660" y="1"/>
                    <a:pt x="2360"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63"/>
            <p:cNvSpPr/>
            <p:nvPr/>
          </p:nvSpPr>
          <p:spPr>
            <a:xfrm>
              <a:off x="5579326" y="3526904"/>
              <a:ext cx="23103" cy="49634"/>
            </a:xfrm>
            <a:custGeom>
              <a:avLst/>
              <a:gdLst/>
              <a:ahLst/>
              <a:cxnLst/>
              <a:rect l="l" t="t" r="r" b="b"/>
              <a:pathLst>
                <a:path w="573" h="1231" extrusionOk="0">
                  <a:moveTo>
                    <a:pt x="1" y="1"/>
                  </a:moveTo>
                  <a:lnTo>
                    <a:pt x="1" y="1230"/>
                  </a:lnTo>
                  <a:lnTo>
                    <a:pt x="572" y="1230"/>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63"/>
            <p:cNvSpPr/>
            <p:nvPr/>
          </p:nvSpPr>
          <p:spPr>
            <a:xfrm>
              <a:off x="5440468" y="3542508"/>
              <a:ext cx="32861" cy="32861"/>
            </a:xfrm>
            <a:custGeom>
              <a:avLst/>
              <a:gdLst/>
              <a:ahLst/>
              <a:cxnLst/>
              <a:rect l="l" t="t" r="r" b="b"/>
              <a:pathLst>
                <a:path w="815" h="815" extrusionOk="0">
                  <a:moveTo>
                    <a:pt x="401" y="0"/>
                  </a:moveTo>
                  <a:lnTo>
                    <a:pt x="1" y="401"/>
                  </a:lnTo>
                  <a:lnTo>
                    <a:pt x="414" y="815"/>
                  </a:lnTo>
                  <a:lnTo>
                    <a:pt x="815" y="414"/>
                  </a:lnTo>
                  <a:lnTo>
                    <a:pt x="4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63"/>
            <p:cNvSpPr/>
            <p:nvPr/>
          </p:nvSpPr>
          <p:spPr>
            <a:xfrm>
              <a:off x="5497519" y="3543072"/>
              <a:ext cx="44433" cy="54190"/>
            </a:xfrm>
            <a:custGeom>
              <a:avLst/>
              <a:gdLst/>
              <a:ahLst/>
              <a:cxnLst/>
              <a:rect l="l" t="t" r="r" b="b"/>
              <a:pathLst>
                <a:path w="1102" h="1344" extrusionOk="0">
                  <a:moveTo>
                    <a:pt x="501" y="0"/>
                  </a:moveTo>
                  <a:lnTo>
                    <a:pt x="0" y="286"/>
                  </a:lnTo>
                  <a:lnTo>
                    <a:pt x="615" y="1344"/>
                  </a:lnTo>
                  <a:lnTo>
                    <a:pt x="1101" y="1058"/>
                  </a:lnTo>
                  <a:lnTo>
                    <a:pt x="5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63"/>
            <p:cNvSpPr/>
            <p:nvPr/>
          </p:nvSpPr>
          <p:spPr>
            <a:xfrm>
              <a:off x="5393779" y="3629516"/>
              <a:ext cx="28305" cy="28305"/>
            </a:xfrm>
            <a:custGeom>
              <a:avLst/>
              <a:gdLst/>
              <a:ahLst/>
              <a:cxnLst/>
              <a:rect l="l" t="t" r="r" b="b"/>
              <a:pathLst>
                <a:path w="702" h="702" extrusionOk="0">
                  <a:moveTo>
                    <a:pt x="143" y="0"/>
                  </a:moveTo>
                  <a:lnTo>
                    <a:pt x="0" y="543"/>
                  </a:lnTo>
                  <a:lnTo>
                    <a:pt x="558" y="701"/>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63"/>
            <p:cNvSpPr/>
            <p:nvPr/>
          </p:nvSpPr>
          <p:spPr>
            <a:xfrm>
              <a:off x="5441032" y="3599519"/>
              <a:ext cx="54190" cy="44473"/>
            </a:xfrm>
            <a:custGeom>
              <a:avLst/>
              <a:gdLst/>
              <a:ahLst/>
              <a:cxnLst/>
              <a:rect l="l" t="t" r="r" b="b"/>
              <a:pathLst>
                <a:path w="1344" h="1103" extrusionOk="0">
                  <a:moveTo>
                    <a:pt x="286" y="1"/>
                  </a:moveTo>
                  <a:lnTo>
                    <a:pt x="0" y="502"/>
                  </a:lnTo>
                  <a:lnTo>
                    <a:pt x="1058" y="1102"/>
                  </a:lnTo>
                  <a:lnTo>
                    <a:pt x="1344" y="616"/>
                  </a:lnTo>
                  <a:lnTo>
                    <a:pt x="2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63"/>
            <p:cNvSpPr/>
            <p:nvPr/>
          </p:nvSpPr>
          <p:spPr>
            <a:xfrm>
              <a:off x="5393779" y="3726926"/>
              <a:ext cx="28829" cy="28264"/>
            </a:xfrm>
            <a:custGeom>
              <a:avLst/>
              <a:gdLst/>
              <a:ahLst/>
              <a:cxnLst/>
              <a:rect l="l" t="t" r="r" b="b"/>
              <a:pathLst>
                <a:path w="715" h="701" extrusionOk="0">
                  <a:moveTo>
                    <a:pt x="558" y="0"/>
                  </a:moveTo>
                  <a:lnTo>
                    <a:pt x="0" y="157"/>
                  </a:lnTo>
                  <a:lnTo>
                    <a:pt x="143" y="700"/>
                  </a:lnTo>
                  <a:lnTo>
                    <a:pt x="715" y="557"/>
                  </a:lnTo>
                  <a:lnTo>
                    <a:pt x="558"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63"/>
            <p:cNvSpPr/>
            <p:nvPr/>
          </p:nvSpPr>
          <p:spPr>
            <a:xfrm>
              <a:off x="5424905" y="3680802"/>
              <a:ext cx="49029" cy="23103"/>
            </a:xfrm>
            <a:custGeom>
              <a:avLst/>
              <a:gdLst/>
              <a:ahLst/>
              <a:cxnLst/>
              <a:rect l="l" t="t" r="r" b="b"/>
              <a:pathLst>
                <a:path w="1216" h="573" extrusionOk="0">
                  <a:moveTo>
                    <a:pt x="0" y="1"/>
                  </a:moveTo>
                  <a:lnTo>
                    <a:pt x="0" y="573"/>
                  </a:lnTo>
                  <a:lnTo>
                    <a:pt x="1216" y="573"/>
                  </a:lnTo>
                  <a:lnTo>
                    <a:pt x="121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63"/>
            <p:cNvSpPr/>
            <p:nvPr/>
          </p:nvSpPr>
          <p:spPr>
            <a:xfrm>
              <a:off x="5440468" y="3809298"/>
              <a:ext cx="32861" cy="32901"/>
            </a:xfrm>
            <a:custGeom>
              <a:avLst/>
              <a:gdLst/>
              <a:ahLst/>
              <a:cxnLst/>
              <a:rect l="l" t="t" r="r" b="b"/>
              <a:pathLst>
                <a:path w="815" h="816" extrusionOk="0">
                  <a:moveTo>
                    <a:pt x="414" y="1"/>
                  </a:moveTo>
                  <a:lnTo>
                    <a:pt x="1" y="416"/>
                  </a:lnTo>
                  <a:lnTo>
                    <a:pt x="401" y="816"/>
                  </a:lnTo>
                  <a:lnTo>
                    <a:pt x="815" y="401"/>
                  </a:lnTo>
                  <a:lnTo>
                    <a:pt x="41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63"/>
            <p:cNvSpPr/>
            <p:nvPr/>
          </p:nvSpPr>
          <p:spPr>
            <a:xfrm>
              <a:off x="5441032" y="3740756"/>
              <a:ext cx="54190" cy="44392"/>
            </a:xfrm>
            <a:custGeom>
              <a:avLst/>
              <a:gdLst/>
              <a:ahLst/>
              <a:cxnLst/>
              <a:rect l="l" t="t" r="r" b="b"/>
              <a:pathLst>
                <a:path w="1344" h="1101" extrusionOk="0">
                  <a:moveTo>
                    <a:pt x="1058" y="0"/>
                  </a:moveTo>
                  <a:lnTo>
                    <a:pt x="0" y="601"/>
                  </a:lnTo>
                  <a:lnTo>
                    <a:pt x="286" y="1100"/>
                  </a:lnTo>
                  <a:lnTo>
                    <a:pt x="1344" y="486"/>
                  </a:lnTo>
                  <a:lnTo>
                    <a:pt x="10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63"/>
            <p:cNvSpPr/>
            <p:nvPr/>
          </p:nvSpPr>
          <p:spPr>
            <a:xfrm>
              <a:off x="5527476" y="3860624"/>
              <a:ext cx="28305" cy="28264"/>
            </a:xfrm>
            <a:custGeom>
              <a:avLst/>
              <a:gdLst/>
              <a:ahLst/>
              <a:cxnLst/>
              <a:rect l="l" t="t" r="r" b="b"/>
              <a:pathLst>
                <a:path w="702" h="701" extrusionOk="0">
                  <a:moveTo>
                    <a:pt x="143" y="0"/>
                  </a:moveTo>
                  <a:lnTo>
                    <a:pt x="0" y="557"/>
                  </a:lnTo>
                  <a:lnTo>
                    <a:pt x="543" y="700"/>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63"/>
            <p:cNvSpPr/>
            <p:nvPr/>
          </p:nvSpPr>
          <p:spPr>
            <a:xfrm>
              <a:off x="5497519" y="3787405"/>
              <a:ext cx="44433" cy="54230"/>
            </a:xfrm>
            <a:custGeom>
              <a:avLst/>
              <a:gdLst/>
              <a:ahLst/>
              <a:cxnLst/>
              <a:rect l="l" t="t" r="r" b="b"/>
              <a:pathLst>
                <a:path w="1102" h="1345" extrusionOk="0">
                  <a:moveTo>
                    <a:pt x="615" y="1"/>
                  </a:moveTo>
                  <a:lnTo>
                    <a:pt x="0" y="1058"/>
                  </a:lnTo>
                  <a:lnTo>
                    <a:pt x="501" y="1344"/>
                  </a:lnTo>
                  <a:lnTo>
                    <a:pt x="1101" y="286"/>
                  </a:lnTo>
                  <a:lnTo>
                    <a:pt x="615"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63"/>
            <p:cNvSpPr/>
            <p:nvPr/>
          </p:nvSpPr>
          <p:spPr>
            <a:xfrm>
              <a:off x="5624886" y="3860624"/>
              <a:ext cx="28869" cy="28264"/>
            </a:xfrm>
            <a:custGeom>
              <a:avLst/>
              <a:gdLst/>
              <a:ahLst/>
              <a:cxnLst/>
              <a:rect l="l" t="t" r="r" b="b"/>
              <a:pathLst>
                <a:path w="716" h="701" extrusionOk="0">
                  <a:moveTo>
                    <a:pt x="557" y="0"/>
                  </a:moveTo>
                  <a:lnTo>
                    <a:pt x="0" y="143"/>
                  </a:lnTo>
                  <a:lnTo>
                    <a:pt x="157" y="700"/>
                  </a:lnTo>
                  <a:lnTo>
                    <a:pt x="715"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63"/>
            <p:cNvSpPr/>
            <p:nvPr/>
          </p:nvSpPr>
          <p:spPr>
            <a:xfrm>
              <a:off x="5579326" y="3809298"/>
              <a:ext cx="23103" cy="49069"/>
            </a:xfrm>
            <a:custGeom>
              <a:avLst/>
              <a:gdLst/>
              <a:ahLst/>
              <a:cxnLst/>
              <a:rect l="l" t="t" r="r" b="b"/>
              <a:pathLst>
                <a:path w="573" h="1217" extrusionOk="0">
                  <a:moveTo>
                    <a:pt x="1" y="1"/>
                  </a:moveTo>
                  <a:lnTo>
                    <a:pt x="1" y="1216"/>
                  </a:lnTo>
                  <a:lnTo>
                    <a:pt x="572" y="1216"/>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63"/>
            <p:cNvSpPr/>
            <p:nvPr/>
          </p:nvSpPr>
          <p:spPr>
            <a:xfrm>
              <a:off x="5707258" y="3809298"/>
              <a:ext cx="32941" cy="32901"/>
            </a:xfrm>
            <a:custGeom>
              <a:avLst/>
              <a:gdLst/>
              <a:ahLst/>
              <a:cxnLst/>
              <a:rect l="l" t="t" r="r" b="b"/>
              <a:pathLst>
                <a:path w="817" h="816" extrusionOk="0">
                  <a:moveTo>
                    <a:pt x="401" y="1"/>
                  </a:moveTo>
                  <a:lnTo>
                    <a:pt x="1" y="401"/>
                  </a:lnTo>
                  <a:lnTo>
                    <a:pt x="416" y="816"/>
                  </a:lnTo>
                  <a:lnTo>
                    <a:pt x="816" y="416"/>
                  </a:lnTo>
                  <a:lnTo>
                    <a:pt x="4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63"/>
            <p:cNvSpPr/>
            <p:nvPr/>
          </p:nvSpPr>
          <p:spPr>
            <a:xfrm>
              <a:off x="5638716" y="3787405"/>
              <a:ext cx="44392" cy="54230"/>
            </a:xfrm>
            <a:custGeom>
              <a:avLst/>
              <a:gdLst/>
              <a:ahLst/>
              <a:cxnLst/>
              <a:rect l="l" t="t" r="r" b="b"/>
              <a:pathLst>
                <a:path w="1101" h="1345" extrusionOk="0">
                  <a:moveTo>
                    <a:pt x="486" y="1"/>
                  </a:moveTo>
                  <a:lnTo>
                    <a:pt x="0" y="286"/>
                  </a:lnTo>
                  <a:lnTo>
                    <a:pt x="601" y="1344"/>
                  </a:lnTo>
                  <a:lnTo>
                    <a:pt x="1100" y="1058"/>
                  </a:lnTo>
                  <a:lnTo>
                    <a:pt x="4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63"/>
            <p:cNvSpPr/>
            <p:nvPr/>
          </p:nvSpPr>
          <p:spPr>
            <a:xfrm>
              <a:off x="5758584" y="3726926"/>
              <a:ext cx="28869" cy="28264"/>
            </a:xfrm>
            <a:custGeom>
              <a:avLst/>
              <a:gdLst/>
              <a:ahLst/>
              <a:cxnLst/>
              <a:rect l="l" t="t" r="r" b="b"/>
              <a:pathLst>
                <a:path w="716" h="701" extrusionOk="0">
                  <a:moveTo>
                    <a:pt x="143" y="0"/>
                  </a:moveTo>
                  <a:lnTo>
                    <a:pt x="0" y="557"/>
                  </a:lnTo>
                  <a:lnTo>
                    <a:pt x="557" y="700"/>
                  </a:lnTo>
                  <a:lnTo>
                    <a:pt x="715" y="157"/>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63"/>
            <p:cNvSpPr/>
            <p:nvPr/>
          </p:nvSpPr>
          <p:spPr>
            <a:xfrm>
              <a:off x="5685365" y="3740756"/>
              <a:ext cx="54230" cy="44392"/>
            </a:xfrm>
            <a:custGeom>
              <a:avLst/>
              <a:gdLst/>
              <a:ahLst/>
              <a:cxnLst/>
              <a:rect l="l" t="t" r="r" b="b"/>
              <a:pathLst>
                <a:path w="1345" h="1101" extrusionOk="0">
                  <a:moveTo>
                    <a:pt x="287" y="0"/>
                  </a:moveTo>
                  <a:lnTo>
                    <a:pt x="1" y="486"/>
                  </a:lnTo>
                  <a:lnTo>
                    <a:pt x="1058" y="1100"/>
                  </a:lnTo>
                  <a:lnTo>
                    <a:pt x="1344" y="601"/>
                  </a:lnTo>
                  <a:lnTo>
                    <a:pt x="287"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63"/>
            <p:cNvSpPr/>
            <p:nvPr/>
          </p:nvSpPr>
          <p:spPr>
            <a:xfrm>
              <a:off x="5758584" y="3628951"/>
              <a:ext cx="28264" cy="28869"/>
            </a:xfrm>
            <a:custGeom>
              <a:avLst/>
              <a:gdLst/>
              <a:ahLst/>
              <a:cxnLst/>
              <a:rect l="l" t="t" r="r" b="b"/>
              <a:pathLst>
                <a:path w="701" h="716" extrusionOk="0">
                  <a:moveTo>
                    <a:pt x="557" y="0"/>
                  </a:moveTo>
                  <a:lnTo>
                    <a:pt x="0" y="157"/>
                  </a:lnTo>
                  <a:lnTo>
                    <a:pt x="143" y="715"/>
                  </a:lnTo>
                  <a:lnTo>
                    <a:pt x="700"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63"/>
            <p:cNvSpPr/>
            <p:nvPr/>
          </p:nvSpPr>
          <p:spPr>
            <a:xfrm>
              <a:off x="5706734" y="3680802"/>
              <a:ext cx="48989" cy="23103"/>
            </a:xfrm>
            <a:custGeom>
              <a:avLst/>
              <a:gdLst/>
              <a:ahLst/>
              <a:cxnLst/>
              <a:rect l="l" t="t" r="r" b="b"/>
              <a:pathLst>
                <a:path w="1215" h="573" extrusionOk="0">
                  <a:moveTo>
                    <a:pt x="0" y="1"/>
                  </a:moveTo>
                  <a:lnTo>
                    <a:pt x="0" y="573"/>
                  </a:lnTo>
                  <a:lnTo>
                    <a:pt x="1214" y="573"/>
                  </a:lnTo>
                  <a:lnTo>
                    <a:pt x="121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63"/>
            <p:cNvSpPr/>
            <p:nvPr/>
          </p:nvSpPr>
          <p:spPr>
            <a:xfrm>
              <a:off x="5707258" y="3542508"/>
              <a:ext cx="32941" cy="32861"/>
            </a:xfrm>
            <a:custGeom>
              <a:avLst/>
              <a:gdLst/>
              <a:ahLst/>
              <a:cxnLst/>
              <a:rect l="l" t="t" r="r" b="b"/>
              <a:pathLst>
                <a:path w="817" h="815" extrusionOk="0">
                  <a:moveTo>
                    <a:pt x="416" y="0"/>
                  </a:moveTo>
                  <a:lnTo>
                    <a:pt x="1" y="414"/>
                  </a:lnTo>
                  <a:lnTo>
                    <a:pt x="401" y="815"/>
                  </a:lnTo>
                  <a:lnTo>
                    <a:pt x="816" y="401"/>
                  </a:lnTo>
                  <a:lnTo>
                    <a:pt x="4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63"/>
            <p:cNvSpPr/>
            <p:nvPr/>
          </p:nvSpPr>
          <p:spPr>
            <a:xfrm>
              <a:off x="5685365" y="3599519"/>
              <a:ext cx="54230" cy="44473"/>
            </a:xfrm>
            <a:custGeom>
              <a:avLst/>
              <a:gdLst/>
              <a:ahLst/>
              <a:cxnLst/>
              <a:rect l="l" t="t" r="r" b="b"/>
              <a:pathLst>
                <a:path w="1345" h="1103" extrusionOk="0">
                  <a:moveTo>
                    <a:pt x="1058" y="1"/>
                  </a:moveTo>
                  <a:lnTo>
                    <a:pt x="1" y="616"/>
                  </a:lnTo>
                  <a:lnTo>
                    <a:pt x="287" y="1102"/>
                  </a:lnTo>
                  <a:lnTo>
                    <a:pt x="1344" y="502"/>
                  </a:lnTo>
                  <a:lnTo>
                    <a:pt x="1058"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63"/>
            <p:cNvSpPr/>
            <p:nvPr/>
          </p:nvSpPr>
          <p:spPr>
            <a:xfrm>
              <a:off x="5624886" y="3495818"/>
              <a:ext cx="28264" cy="28305"/>
            </a:xfrm>
            <a:custGeom>
              <a:avLst/>
              <a:gdLst/>
              <a:ahLst/>
              <a:cxnLst/>
              <a:rect l="l" t="t" r="r" b="b"/>
              <a:pathLst>
                <a:path w="701" h="702" extrusionOk="0">
                  <a:moveTo>
                    <a:pt x="157" y="0"/>
                  </a:moveTo>
                  <a:lnTo>
                    <a:pt x="0" y="558"/>
                  </a:lnTo>
                  <a:lnTo>
                    <a:pt x="557" y="701"/>
                  </a:lnTo>
                  <a:lnTo>
                    <a:pt x="700" y="143"/>
                  </a:lnTo>
                  <a:lnTo>
                    <a:pt x="1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63"/>
            <p:cNvSpPr/>
            <p:nvPr/>
          </p:nvSpPr>
          <p:spPr>
            <a:xfrm>
              <a:off x="5638716" y="3543072"/>
              <a:ext cx="44392" cy="54190"/>
            </a:xfrm>
            <a:custGeom>
              <a:avLst/>
              <a:gdLst/>
              <a:ahLst/>
              <a:cxnLst/>
              <a:rect l="l" t="t" r="r" b="b"/>
              <a:pathLst>
                <a:path w="1101" h="1344" extrusionOk="0">
                  <a:moveTo>
                    <a:pt x="601" y="0"/>
                  </a:moveTo>
                  <a:lnTo>
                    <a:pt x="0" y="1058"/>
                  </a:lnTo>
                  <a:lnTo>
                    <a:pt x="486" y="1344"/>
                  </a:lnTo>
                  <a:lnTo>
                    <a:pt x="1100" y="286"/>
                  </a:lnTo>
                  <a:lnTo>
                    <a:pt x="6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63"/>
            <p:cNvSpPr/>
            <p:nvPr/>
          </p:nvSpPr>
          <p:spPr>
            <a:xfrm>
              <a:off x="5527476" y="3495818"/>
              <a:ext cx="28305" cy="28305"/>
            </a:xfrm>
            <a:custGeom>
              <a:avLst/>
              <a:gdLst/>
              <a:ahLst/>
              <a:cxnLst/>
              <a:rect l="l" t="t" r="r" b="b"/>
              <a:pathLst>
                <a:path w="702" h="702" extrusionOk="0">
                  <a:moveTo>
                    <a:pt x="543" y="0"/>
                  </a:moveTo>
                  <a:lnTo>
                    <a:pt x="0" y="143"/>
                  </a:lnTo>
                  <a:lnTo>
                    <a:pt x="143" y="701"/>
                  </a:lnTo>
                  <a:lnTo>
                    <a:pt x="701" y="558"/>
                  </a:lnTo>
                  <a:lnTo>
                    <a:pt x="5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9" name="Google Shape;2859;p63"/>
          <p:cNvGrpSpPr/>
          <p:nvPr/>
        </p:nvGrpSpPr>
        <p:grpSpPr>
          <a:xfrm>
            <a:off x="5944333" y="3642767"/>
            <a:ext cx="360024" cy="255122"/>
            <a:chOff x="6072627" y="3552870"/>
            <a:chExt cx="393684" cy="278974"/>
          </a:xfrm>
        </p:grpSpPr>
        <p:sp>
          <p:nvSpPr>
            <p:cNvPr id="2860" name="Google Shape;2860;p63"/>
            <p:cNvSpPr/>
            <p:nvPr/>
          </p:nvSpPr>
          <p:spPr>
            <a:xfrm>
              <a:off x="6162538" y="3643345"/>
              <a:ext cx="213857" cy="188496"/>
            </a:xfrm>
            <a:custGeom>
              <a:avLst/>
              <a:gdLst/>
              <a:ahLst/>
              <a:cxnLst/>
              <a:rect l="l" t="t" r="r" b="b"/>
              <a:pathLst>
                <a:path w="5304" h="4675" extrusionOk="0">
                  <a:moveTo>
                    <a:pt x="2645" y="0"/>
                  </a:moveTo>
                  <a:cubicBezTo>
                    <a:pt x="1188" y="0"/>
                    <a:pt x="1" y="1187"/>
                    <a:pt x="15" y="2630"/>
                  </a:cubicBezTo>
                  <a:lnTo>
                    <a:pt x="15" y="4660"/>
                  </a:lnTo>
                  <a:lnTo>
                    <a:pt x="1702" y="4660"/>
                  </a:lnTo>
                  <a:lnTo>
                    <a:pt x="1702" y="2630"/>
                  </a:lnTo>
                  <a:cubicBezTo>
                    <a:pt x="1702" y="2116"/>
                    <a:pt x="2131" y="1687"/>
                    <a:pt x="2645" y="1687"/>
                  </a:cubicBezTo>
                  <a:cubicBezTo>
                    <a:pt x="3174" y="1687"/>
                    <a:pt x="3603" y="2116"/>
                    <a:pt x="3603" y="2630"/>
                  </a:cubicBezTo>
                  <a:lnTo>
                    <a:pt x="3603" y="4675"/>
                  </a:lnTo>
                  <a:lnTo>
                    <a:pt x="5304" y="4675"/>
                  </a:lnTo>
                  <a:lnTo>
                    <a:pt x="5304" y="2630"/>
                  </a:lnTo>
                  <a:cubicBezTo>
                    <a:pt x="5289" y="1187"/>
                    <a:pt x="4103" y="0"/>
                    <a:pt x="2645"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63"/>
            <p:cNvSpPr/>
            <p:nvPr/>
          </p:nvSpPr>
          <p:spPr>
            <a:xfrm>
              <a:off x="6072627" y="3552870"/>
              <a:ext cx="393684" cy="278974"/>
            </a:xfrm>
            <a:custGeom>
              <a:avLst/>
              <a:gdLst/>
              <a:ahLst/>
              <a:cxnLst/>
              <a:rect l="l" t="t" r="r" b="b"/>
              <a:pathLst>
                <a:path w="9764" h="6919" extrusionOk="0">
                  <a:moveTo>
                    <a:pt x="4875" y="1"/>
                  </a:moveTo>
                  <a:cubicBezTo>
                    <a:pt x="3574" y="1"/>
                    <a:pt x="2345" y="515"/>
                    <a:pt x="1430" y="1430"/>
                  </a:cubicBezTo>
                  <a:cubicBezTo>
                    <a:pt x="502" y="2359"/>
                    <a:pt x="1" y="3574"/>
                    <a:pt x="1" y="4874"/>
                  </a:cubicBezTo>
                  <a:lnTo>
                    <a:pt x="1" y="6904"/>
                  </a:lnTo>
                  <a:lnTo>
                    <a:pt x="1702" y="6904"/>
                  </a:lnTo>
                  <a:lnTo>
                    <a:pt x="1702" y="4874"/>
                  </a:lnTo>
                  <a:cubicBezTo>
                    <a:pt x="1687" y="3117"/>
                    <a:pt x="3117" y="1687"/>
                    <a:pt x="4875" y="1687"/>
                  </a:cubicBezTo>
                  <a:cubicBezTo>
                    <a:pt x="6633" y="1687"/>
                    <a:pt x="8062" y="3117"/>
                    <a:pt x="8077" y="4874"/>
                  </a:cubicBezTo>
                  <a:lnTo>
                    <a:pt x="8077" y="6919"/>
                  </a:lnTo>
                  <a:lnTo>
                    <a:pt x="9764" y="6919"/>
                  </a:lnTo>
                  <a:lnTo>
                    <a:pt x="9764" y="4874"/>
                  </a:lnTo>
                  <a:cubicBezTo>
                    <a:pt x="9764" y="3574"/>
                    <a:pt x="9249" y="2359"/>
                    <a:pt x="8334" y="1430"/>
                  </a:cubicBezTo>
                  <a:cubicBezTo>
                    <a:pt x="7405" y="515"/>
                    <a:pt x="6176" y="1"/>
                    <a:pt x="487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63"/>
            <p:cNvSpPr/>
            <p:nvPr/>
          </p:nvSpPr>
          <p:spPr>
            <a:xfrm>
              <a:off x="6121655" y="3601857"/>
              <a:ext cx="296271" cy="229985"/>
            </a:xfrm>
            <a:custGeom>
              <a:avLst/>
              <a:gdLst/>
              <a:ahLst/>
              <a:cxnLst/>
              <a:rect l="l" t="t" r="r" b="b"/>
              <a:pathLst>
                <a:path w="7348" h="5704" extrusionOk="0">
                  <a:moveTo>
                    <a:pt x="3659" y="0"/>
                  </a:moveTo>
                  <a:cubicBezTo>
                    <a:pt x="1643" y="0"/>
                    <a:pt x="0" y="1644"/>
                    <a:pt x="0" y="3659"/>
                  </a:cubicBezTo>
                  <a:lnTo>
                    <a:pt x="0" y="5689"/>
                  </a:lnTo>
                  <a:lnTo>
                    <a:pt x="1515" y="5689"/>
                  </a:lnTo>
                  <a:lnTo>
                    <a:pt x="1515" y="3659"/>
                  </a:lnTo>
                  <a:cubicBezTo>
                    <a:pt x="1501" y="2473"/>
                    <a:pt x="2473" y="1501"/>
                    <a:pt x="3659" y="1501"/>
                  </a:cubicBezTo>
                  <a:cubicBezTo>
                    <a:pt x="4860" y="1501"/>
                    <a:pt x="5832" y="2473"/>
                    <a:pt x="5832" y="3659"/>
                  </a:cubicBezTo>
                  <a:lnTo>
                    <a:pt x="5832" y="5704"/>
                  </a:lnTo>
                  <a:lnTo>
                    <a:pt x="7347" y="5704"/>
                  </a:lnTo>
                  <a:lnTo>
                    <a:pt x="7347" y="3659"/>
                  </a:lnTo>
                  <a:cubicBezTo>
                    <a:pt x="7332" y="1644"/>
                    <a:pt x="5689" y="0"/>
                    <a:pt x="3659"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63" name="Google Shape;2863;p63"/>
          <p:cNvGrpSpPr/>
          <p:nvPr/>
        </p:nvGrpSpPr>
        <p:grpSpPr>
          <a:xfrm>
            <a:off x="6565177" y="3620644"/>
            <a:ext cx="360024" cy="299398"/>
            <a:chOff x="6751516" y="3528678"/>
            <a:chExt cx="393684" cy="327390"/>
          </a:xfrm>
        </p:grpSpPr>
        <p:sp>
          <p:nvSpPr>
            <p:cNvPr id="2864" name="Google Shape;2864;p63"/>
            <p:cNvSpPr/>
            <p:nvPr/>
          </p:nvSpPr>
          <p:spPr>
            <a:xfrm>
              <a:off x="6936539" y="3528678"/>
              <a:ext cx="23063" cy="44392"/>
            </a:xfrm>
            <a:custGeom>
              <a:avLst/>
              <a:gdLst/>
              <a:ahLst/>
              <a:cxnLst/>
              <a:rect l="l" t="t" r="r" b="b"/>
              <a:pathLst>
                <a:path w="572" h="1101" extrusionOk="0">
                  <a:moveTo>
                    <a:pt x="0" y="0"/>
                  </a:moveTo>
                  <a:lnTo>
                    <a:pt x="0" y="1100"/>
                  </a:lnTo>
                  <a:lnTo>
                    <a:pt x="572" y="1100"/>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63"/>
            <p:cNvSpPr/>
            <p:nvPr/>
          </p:nvSpPr>
          <p:spPr>
            <a:xfrm>
              <a:off x="6852958" y="3545370"/>
              <a:ext cx="42659" cy="50198"/>
            </a:xfrm>
            <a:custGeom>
              <a:avLst/>
              <a:gdLst/>
              <a:ahLst/>
              <a:cxnLst/>
              <a:rect l="l" t="t" r="r" b="b"/>
              <a:pathLst>
                <a:path w="1058" h="1245" extrusionOk="0">
                  <a:moveTo>
                    <a:pt x="501" y="0"/>
                  </a:moveTo>
                  <a:lnTo>
                    <a:pt x="0" y="286"/>
                  </a:lnTo>
                  <a:lnTo>
                    <a:pt x="558" y="1244"/>
                  </a:lnTo>
                  <a:lnTo>
                    <a:pt x="1058" y="959"/>
                  </a:lnTo>
                  <a:lnTo>
                    <a:pt x="5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63"/>
            <p:cNvSpPr/>
            <p:nvPr/>
          </p:nvSpPr>
          <p:spPr>
            <a:xfrm>
              <a:off x="6795302" y="3603591"/>
              <a:ext cx="50198" cy="42094"/>
            </a:xfrm>
            <a:custGeom>
              <a:avLst/>
              <a:gdLst/>
              <a:ahLst/>
              <a:cxnLst/>
              <a:rect l="l" t="t" r="r" b="b"/>
              <a:pathLst>
                <a:path w="1245" h="1044" extrusionOk="0">
                  <a:moveTo>
                    <a:pt x="287" y="1"/>
                  </a:moveTo>
                  <a:lnTo>
                    <a:pt x="1" y="500"/>
                  </a:lnTo>
                  <a:lnTo>
                    <a:pt x="959" y="1043"/>
                  </a:lnTo>
                  <a:lnTo>
                    <a:pt x="1245" y="557"/>
                  </a:lnTo>
                  <a:lnTo>
                    <a:pt x="287"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63"/>
            <p:cNvSpPr/>
            <p:nvPr/>
          </p:nvSpPr>
          <p:spPr>
            <a:xfrm>
              <a:off x="6778610" y="3687132"/>
              <a:ext cx="44392" cy="23103"/>
            </a:xfrm>
            <a:custGeom>
              <a:avLst/>
              <a:gdLst/>
              <a:ahLst/>
              <a:cxnLst/>
              <a:rect l="l" t="t" r="r" b="b"/>
              <a:pathLst>
                <a:path w="1101" h="573" extrusionOk="0">
                  <a:moveTo>
                    <a:pt x="1" y="0"/>
                  </a:moveTo>
                  <a:lnTo>
                    <a:pt x="1" y="572"/>
                  </a:lnTo>
                  <a:lnTo>
                    <a:pt x="1101" y="572"/>
                  </a:lnTo>
                  <a:lnTo>
                    <a:pt x="11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63"/>
            <p:cNvSpPr/>
            <p:nvPr/>
          </p:nvSpPr>
          <p:spPr>
            <a:xfrm>
              <a:off x="7073704" y="3687132"/>
              <a:ext cx="44392" cy="23103"/>
            </a:xfrm>
            <a:custGeom>
              <a:avLst/>
              <a:gdLst/>
              <a:ahLst/>
              <a:cxnLst/>
              <a:rect l="l" t="t" r="r" b="b"/>
              <a:pathLst>
                <a:path w="1101" h="573" extrusionOk="0">
                  <a:moveTo>
                    <a:pt x="0" y="0"/>
                  </a:moveTo>
                  <a:lnTo>
                    <a:pt x="0" y="572"/>
                  </a:lnTo>
                  <a:lnTo>
                    <a:pt x="1100" y="572"/>
                  </a:lnTo>
                  <a:lnTo>
                    <a:pt x="1100"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63"/>
            <p:cNvSpPr/>
            <p:nvPr/>
          </p:nvSpPr>
          <p:spPr>
            <a:xfrm>
              <a:off x="7051166" y="3603591"/>
              <a:ext cx="50239" cy="42094"/>
            </a:xfrm>
            <a:custGeom>
              <a:avLst/>
              <a:gdLst/>
              <a:ahLst/>
              <a:cxnLst/>
              <a:rect l="l" t="t" r="r" b="b"/>
              <a:pathLst>
                <a:path w="1246" h="1044" extrusionOk="0">
                  <a:moveTo>
                    <a:pt x="959" y="1"/>
                  </a:moveTo>
                  <a:lnTo>
                    <a:pt x="1" y="557"/>
                  </a:lnTo>
                  <a:lnTo>
                    <a:pt x="287" y="1043"/>
                  </a:lnTo>
                  <a:lnTo>
                    <a:pt x="1245" y="500"/>
                  </a:lnTo>
                  <a:lnTo>
                    <a:pt x="959"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63"/>
            <p:cNvSpPr/>
            <p:nvPr/>
          </p:nvSpPr>
          <p:spPr>
            <a:xfrm>
              <a:off x="7001090" y="3545370"/>
              <a:ext cx="42054" cy="50198"/>
            </a:xfrm>
            <a:custGeom>
              <a:avLst/>
              <a:gdLst/>
              <a:ahLst/>
              <a:cxnLst/>
              <a:rect l="l" t="t" r="r" b="b"/>
              <a:pathLst>
                <a:path w="1043" h="1245" extrusionOk="0">
                  <a:moveTo>
                    <a:pt x="543" y="0"/>
                  </a:moveTo>
                  <a:lnTo>
                    <a:pt x="0" y="959"/>
                  </a:lnTo>
                  <a:lnTo>
                    <a:pt x="486" y="1244"/>
                  </a:lnTo>
                  <a:lnTo>
                    <a:pt x="1043" y="286"/>
                  </a:lnTo>
                  <a:lnTo>
                    <a:pt x="5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63"/>
            <p:cNvSpPr/>
            <p:nvPr/>
          </p:nvSpPr>
          <p:spPr>
            <a:xfrm>
              <a:off x="6844854" y="3597220"/>
              <a:ext cx="204664" cy="155111"/>
            </a:xfrm>
            <a:custGeom>
              <a:avLst/>
              <a:gdLst/>
              <a:ahLst/>
              <a:cxnLst/>
              <a:rect l="l" t="t" r="r" b="b"/>
              <a:pathLst>
                <a:path w="5076" h="3847" extrusionOk="0">
                  <a:moveTo>
                    <a:pt x="2557" y="1"/>
                  </a:moveTo>
                  <a:cubicBezTo>
                    <a:pt x="2548" y="1"/>
                    <a:pt x="2540" y="1"/>
                    <a:pt x="2531" y="1"/>
                  </a:cubicBezTo>
                  <a:cubicBezTo>
                    <a:pt x="1116" y="29"/>
                    <a:pt x="1" y="1216"/>
                    <a:pt x="44" y="2617"/>
                  </a:cubicBezTo>
                  <a:cubicBezTo>
                    <a:pt x="58" y="3060"/>
                    <a:pt x="187" y="3475"/>
                    <a:pt x="430" y="3846"/>
                  </a:cubicBezTo>
                  <a:lnTo>
                    <a:pt x="4704" y="3846"/>
                  </a:lnTo>
                  <a:cubicBezTo>
                    <a:pt x="4946" y="3446"/>
                    <a:pt x="5076" y="2989"/>
                    <a:pt x="5076" y="2516"/>
                  </a:cubicBezTo>
                  <a:cubicBezTo>
                    <a:pt x="5076" y="1124"/>
                    <a:pt x="3946" y="1"/>
                    <a:pt x="2557"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63"/>
            <p:cNvSpPr/>
            <p:nvPr/>
          </p:nvSpPr>
          <p:spPr>
            <a:xfrm>
              <a:off x="6751516" y="3740756"/>
              <a:ext cx="393684" cy="23103"/>
            </a:xfrm>
            <a:custGeom>
              <a:avLst/>
              <a:gdLst/>
              <a:ahLst/>
              <a:cxnLst/>
              <a:rect l="l" t="t" r="r" b="b"/>
              <a:pathLst>
                <a:path w="9764" h="573" extrusionOk="0">
                  <a:moveTo>
                    <a:pt x="0" y="0"/>
                  </a:moveTo>
                  <a:lnTo>
                    <a:pt x="0" y="572"/>
                  </a:lnTo>
                  <a:lnTo>
                    <a:pt x="9763" y="57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63"/>
            <p:cNvSpPr/>
            <p:nvPr/>
          </p:nvSpPr>
          <p:spPr>
            <a:xfrm>
              <a:off x="6799939" y="3786840"/>
              <a:ext cx="52497" cy="23103"/>
            </a:xfrm>
            <a:custGeom>
              <a:avLst/>
              <a:gdLst/>
              <a:ahLst/>
              <a:cxnLst/>
              <a:rect l="l" t="t" r="r" b="b"/>
              <a:pathLst>
                <a:path w="1302" h="573" extrusionOk="0">
                  <a:moveTo>
                    <a:pt x="0" y="1"/>
                  </a:moveTo>
                  <a:lnTo>
                    <a:pt x="0" y="573"/>
                  </a:lnTo>
                  <a:lnTo>
                    <a:pt x="1301" y="573"/>
                  </a:lnTo>
                  <a:lnTo>
                    <a:pt x="1301"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63"/>
            <p:cNvSpPr/>
            <p:nvPr/>
          </p:nvSpPr>
          <p:spPr>
            <a:xfrm>
              <a:off x="6875456" y="3786840"/>
              <a:ext cx="122734" cy="23103"/>
            </a:xfrm>
            <a:custGeom>
              <a:avLst/>
              <a:gdLst/>
              <a:ahLst/>
              <a:cxnLst/>
              <a:rect l="l" t="t" r="r" b="b"/>
              <a:pathLst>
                <a:path w="3044" h="573" extrusionOk="0">
                  <a:moveTo>
                    <a:pt x="0" y="1"/>
                  </a:moveTo>
                  <a:lnTo>
                    <a:pt x="0" y="573"/>
                  </a:lnTo>
                  <a:lnTo>
                    <a:pt x="3044" y="573"/>
                  </a:lnTo>
                  <a:lnTo>
                    <a:pt x="3044"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63"/>
            <p:cNvSpPr/>
            <p:nvPr/>
          </p:nvSpPr>
          <p:spPr>
            <a:xfrm>
              <a:off x="7021209" y="3786840"/>
              <a:ext cx="27176" cy="23103"/>
            </a:xfrm>
            <a:custGeom>
              <a:avLst/>
              <a:gdLst/>
              <a:ahLst/>
              <a:cxnLst/>
              <a:rect l="l" t="t" r="r" b="b"/>
              <a:pathLst>
                <a:path w="674" h="573" extrusionOk="0">
                  <a:moveTo>
                    <a:pt x="1" y="1"/>
                  </a:moveTo>
                  <a:lnTo>
                    <a:pt x="1" y="573"/>
                  </a:lnTo>
                  <a:lnTo>
                    <a:pt x="673" y="573"/>
                  </a:lnTo>
                  <a:lnTo>
                    <a:pt x="673"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63"/>
            <p:cNvSpPr/>
            <p:nvPr/>
          </p:nvSpPr>
          <p:spPr>
            <a:xfrm>
              <a:off x="6863925" y="3832965"/>
              <a:ext cx="26531" cy="23103"/>
            </a:xfrm>
            <a:custGeom>
              <a:avLst/>
              <a:gdLst/>
              <a:ahLst/>
              <a:cxnLst/>
              <a:rect l="l" t="t" r="r" b="b"/>
              <a:pathLst>
                <a:path w="658" h="573" extrusionOk="0">
                  <a:moveTo>
                    <a:pt x="0" y="0"/>
                  </a:moveTo>
                  <a:lnTo>
                    <a:pt x="0" y="572"/>
                  </a:lnTo>
                  <a:lnTo>
                    <a:pt x="658" y="572"/>
                  </a:lnTo>
                  <a:lnTo>
                    <a:pt x="658"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63"/>
            <p:cNvSpPr/>
            <p:nvPr/>
          </p:nvSpPr>
          <p:spPr>
            <a:xfrm>
              <a:off x="6913477" y="3832965"/>
              <a:ext cx="115315" cy="23103"/>
            </a:xfrm>
            <a:custGeom>
              <a:avLst/>
              <a:gdLst/>
              <a:ahLst/>
              <a:cxnLst/>
              <a:rect l="l" t="t" r="r" b="b"/>
              <a:pathLst>
                <a:path w="2860" h="573" extrusionOk="0">
                  <a:moveTo>
                    <a:pt x="0" y="0"/>
                  </a:moveTo>
                  <a:lnTo>
                    <a:pt x="0" y="572"/>
                  </a:lnTo>
                  <a:lnTo>
                    <a:pt x="2859" y="572"/>
                  </a:lnTo>
                  <a:lnTo>
                    <a:pt x="2859"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63"/>
            <p:cNvSpPr/>
            <p:nvPr/>
          </p:nvSpPr>
          <p:spPr>
            <a:xfrm>
              <a:off x="7051770" y="3832965"/>
              <a:ext cx="42699" cy="23103"/>
            </a:xfrm>
            <a:custGeom>
              <a:avLst/>
              <a:gdLst/>
              <a:ahLst/>
              <a:cxnLst/>
              <a:rect l="l" t="t" r="r" b="b"/>
              <a:pathLst>
                <a:path w="1059" h="573" extrusionOk="0">
                  <a:moveTo>
                    <a:pt x="1" y="0"/>
                  </a:moveTo>
                  <a:lnTo>
                    <a:pt x="1" y="572"/>
                  </a:lnTo>
                  <a:lnTo>
                    <a:pt x="1059" y="572"/>
                  </a:lnTo>
                  <a:lnTo>
                    <a:pt x="1059"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79" name="Google Shape;2879;p63"/>
          <p:cNvGrpSpPr/>
          <p:nvPr/>
        </p:nvGrpSpPr>
        <p:grpSpPr>
          <a:xfrm>
            <a:off x="7186021" y="3622193"/>
            <a:ext cx="359988" cy="296229"/>
            <a:chOff x="7430405" y="3530372"/>
            <a:chExt cx="393644" cy="323924"/>
          </a:xfrm>
        </p:grpSpPr>
        <p:sp>
          <p:nvSpPr>
            <p:cNvPr id="2880" name="Google Shape;2880;p63"/>
            <p:cNvSpPr/>
            <p:nvPr/>
          </p:nvSpPr>
          <p:spPr>
            <a:xfrm>
              <a:off x="7615387" y="3594358"/>
              <a:ext cx="23103" cy="147007"/>
            </a:xfrm>
            <a:custGeom>
              <a:avLst/>
              <a:gdLst/>
              <a:ahLst/>
              <a:cxnLst/>
              <a:rect l="l" t="t" r="r" b="b"/>
              <a:pathLst>
                <a:path w="573" h="3646" extrusionOk="0">
                  <a:moveTo>
                    <a:pt x="1" y="1"/>
                  </a:moveTo>
                  <a:lnTo>
                    <a:pt x="1" y="3645"/>
                  </a:lnTo>
                  <a:lnTo>
                    <a:pt x="573" y="3645"/>
                  </a:lnTo>
                  <a:lnTo>
                    <a:pt x="57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63"/>
            <p:cNvSpPr/>
            <p:nvPr/>
          </p:nvSpPr>
          <p:spPr>
            <a:xfrm>
              <a:off x="7741585" y="3688301"/>
              <a:ext cx="23103" cy="53061"/>
            </a:xfrm>
            <a:custGeom>
              <a:avLst/>
              <a:gdLst/>
              <a:ahLst/>
              <a:cxnLst/>
              <a:rect l="l" t="t" r="r" b="b"/>
              <a:pathLst>
                <a:path w="573" h="1316" extrusionOk="0">
                  <a:moveTo>
                    <a:pt x="0" y="0"/>
                  </a:moveTo>
                  <a:lnTo>
                    <a:pt x="0" y="1315"/>
                  </a:lnTo>
                  <a:lnTo>
                    <a:pt x="572" y="1315"/>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63"/>
            <p:cNvSpPr/>
            <p:nvPr/>
          </p:nvSpPr>
          <p:spPr>
            <a:xfrm>
              <a:off x="7741585" y="3688301"/>
              <a:ext cx="23103" cy="53061"/>
            </a:xfrm>
            <a:custGeom>
              <a:avLst/>
              <a:gdLst/>
              <a:ahLst/>
              <a:cxnLst/>
              <a:rect l="l" t="t" r="r" b="b"/>
              <a:pathLst>
                <a:path w="573" h="1316" extrusionOk="0">
                  <a:moveTo>
                    <a:pt x="0" y="0"/>
                  </a:moveTo>
                  <a:lnTo>
                    <a:pt x="0" y="1315"/>
                  </a:lnTo>
                  <a:lnTo>
                    <a:pt x="572" y="1315"/>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63"/>
            <p:cNvSpPr/>
            <p:nvPr/>
          </p:nvSpPr>
          <p:spPr>
            <a:xfrm>
              <a:off x="7489754" y="3688301"/>
              <a:ext cx="23103" cy="53061"/>
            </a:xfrm>
            <a:custGeom>
              <a:avLst/>
              <a:gdLst/>
              <a:ahLst/>
              <a:cxnLst/>
              <a:rect l="l" t="t" r="r" b="b"/>
              <a:pathLst>
                <a:path w="573" h="1316" extrusionOk="0">
                  <a:moveTo>
                    <a:pt x="1" y="0"/>
                  </a:moveTo>
                  <a:lnTo>
                    <a:pt x="1" y="1315"/>
                  </a:lnTo>
                  <a:lnTo>
                    <a:pt x="573" y="1315"/>
                  </a:lnTo>
                  <a:lnTo>
                    <a:pt x="573"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63"/>
            <p:cNvSpPr/>
            <p:nvPr/>
          </p:nvSpPr>
          <p:spPr>
            <a:xfrm>
              <a:off x="7556603" y="3530372"/>
              <a:ext cx="141241" cy="75560"/>
            </a:xfrm>
            <a:custGeom>
              <a:avLst/>
              <a:gdLst/>
              <a:ahLst/>
              <a:cxnLst/>
              <a:rect l="l" t="t" r="r" b="b"/>
              <a:pathLst>
                <a:path w="3503" h="1874" extrusionOk="0">
                  <a:moveTo>
                    <a:pt x="1" y="1"/>
                  </a:moveTo>
                  <a:lnTo>
                    <a:pt x="1" y="744"/>
                  </a:lnTo>
                  <a:cubicBezTo>
                    <a:pt x="1" y="1373"/>
                    <a:pt x="501" y="1874"/>
                    <a:pt x="1129" y="1874"/>
                  </a:cubicBezTo>
                  <a:lnTo>
                    <a:pt x="2374" y="1874"/>
                  </a:lnTo>
                  <a:cubicBezTo>
                    <a:pt x="3002" y="1874"/>
                    <a:pt x="3502" y="1373"/>
                    <a:pt x="3502" y="744"/>
                  </a:cubicBezTo>
                  <a:lnTo>
                    <a:pt x="3502" y="1"/>
                  </a:lnTo>
                  <a:lnTo>
                    <a:pt x="2587" y="1"/>
                  </a:lnTo>
                  <a:cubicBezTo>
                    <a:pt x="2259" y="1"/>
                    <a:pt x="1958" y="158"/>
                    <a:pt x="1745" y="387"/>
                  </a:cubicBezTo>
                  <a:cubicBezTo>
                    <a:pt x="1545" y="158"/>
                    <a:pt x="1244" y="1"/>
                    <a:pt x="901"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63"/>
            <p:cNvSpPr/>
            <p:nvPr/>
          </p:nvSpPr>
          <p:spPr>
            <a:xfrm>
              <a:off x="7430405" y="3624355"/>
              <a:ext cx="141241" cy="75479"/>
            </a:xfrm>
            <a:custGeom>
              <a:avLst/>
              <a:gdLst/>
              <a:ahLst/>
              <a:cxnLst/>
              <a:rect l="l" t="t" r="r" b="b"/>
              <a:pathLst>
                <a:path w="3503" h="1872" extrusionOk="0">
                  <a:moveTo>
                    <a:pt x="0" y="0"/>
                  </a:moveTo>
                  <a:lnTo>
                    <a:pt x="0" y="743"/>
                  </a:lnTo>
                  <a:cubicBezTo>
                    <a:pt x="0" y="1357"/>
                    <a:pt x="501" y="1872"/>
                    <a:pt x="1130" y="1872"/>
                  </a:cubicBezTo>
                  <a:lnTo>
                    <a:pt x="2373" y="1872"/>
                  </a:lnTo>
                  <a:cubicBezTo>
                    <a:pt x="3002" y="1872"/>
                    <a:pt x="3502" y="1357"/>
                    <a:pt x="3502" y="743"/>
                  </a:cubicBezTo>
                  <a:lnTo>
                    <a:pt x="3502" y="0"/>
                  </a:lnTo>
                  <a:lnTo>
                    <a:pt x="2601" y="0"/>
                  </a:lnTo>
                  <a:cubicBezTo>
                    <a:pt x="2258" y="0"/>
                    <a:pt x="1959" y="143"/>
                    <a:pt x="1759" y="372"/>
                  </a:cubicBezTo>
                  <a:cubicBezTo>
                    <a:pt x="1544" y="143"/>
                    <a:pt x="1244" y="0"/>
                    <a:pt x="915"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63"/>
            <p:cNvSpPr/>
            <p:nvPr/>
          </p:nvSpPr>
          <p:spPr>
            <a:xfrm>
              <a:off x="7430405" y="3785107"/>
              <a:ext cx="393644" cy="69189"/>
            </a:xfrm>
            <a:custGeom>
              <a:avLst/>
              <a:gdLst/>
              <a:ahLst/>
              <a:cxnLst/>
              <a:rect l="l" t="t" r="r" b="b"/>
              <a:pathLst>
                <a:path w="9763" h="1716" extrusionOk="0">
                  <a:moveTo>
                    <a:pt x="0" y="0"/>
                  </a:moveTo>
                  <a:lnTo>
                    <a:pt x="0" y="1716"/>
                  </a:lnTo>
                  <a:lnTo>
                    <a:pt x="9763" y="1716"/>
                  </a:lnTo>
                  <a:lnTo>
                    <a:pt x="976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63"/>
            <p:cNvSpPr/>
            <p:nvPr/>
          </p:nvSpPr>
          <p:spPr>
            <a:xfrm>
              <a:off x="7430405" y="3729789"/>
              <a:ext cx="393644" cy="78422"/>
            </a:xfrm>
            <a:custGeom>
              <a:avLst/>
              <a:gdLst/>
              <a:ahLst/>
              <a:cxnLst/>
              <a:rect l="l" t="t" r="r" b="b"/>
              <a:pathLst>
                <a:path w="9763" h="1945" extrusionOk="0">
                  <a:moveTo>
                    <a:pt x="0" y="0"/>
                  </a:moveTo>
                  <a:lnTo>
                    <a:pt x="0" y="1944"/>
                  </a:lnTo>
                  <a:lnTo>
                    <a:pt x="9763" y="1944"/>
                  </a:lnTo>
                  <a:lnTo>
                    <a:pt x="976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63"/>
            <p:cNvSpPr/>
            <p:nvPr/>
          </p:nvSpPr>
          <p:spPr>
            <a:xfrm>
              <a:off x="7682236" y="3624355"/>
              <a:ext cx="141805" cy="75479"/>
            </a:xfrm>
            <a:custGeom>
              <a:avLst/>
              <a:gdLst/>
              <a:ahLst/>
              <a:cxnLst/>
              <a:rect l="l" t="t" r="r" b="b"/>
              <a:pathLst>
                <a:path w="3517" h="1872" extrusionOk="0">
                  <a:moveTo>
                    <a:pt x="1" y="0"/>
                  </a:moveTo>
                  <a:lnTo>
                    <a:pt x="1" y="743"/>
                  </a:lnTo>
                  <a:cubicBezTo>
                    <a:pt x="1" y="1357"/>
                    <a:pt x="515" y="1872"/>
                    <a:pt x="1129" y="1872"/>
                  </a:cubicBezTo>
                  <a:lnTo>
                    <a:pt x="2387" y="1872"/>
                  </a:lnTo>
                  <a:cubicBezTo>
                    <a:pt x="3002" y="1872"/>
                    <a:pt x="3517" y="1357"/>
                    <a:pt x="3517" y="743"/>
                  </a:cubicBezTo>
                  <a:lnTo>
                    <a:pt x="3517" y="0"/>
                  </a:lnTo>
                  <a:lnTo>
                    <a:pt x="2602" y="0"/>
                  </a:lnTo>
                  <a:cubicBezTo>
                    <a:pt x="2273" y="0"/>
                    <a:pt x="1958" y="143"/>
                    <a:pt x="1758" y="372"/>
                  </a:cubicBezTo>
                  <a:cubicBezTo>
                    <a:pt x="1558" y="143"/>
                    <a:pt x="1244" y="0"/>
                    <a:pt x="916"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9" name="Google Shape;2889;p63"/>
          <p:cNvGrpSpPr/>
          <p:nvPr/>
        </p:nvGrpSpPr>
        <p:grpSpPr>
          <a:xfrm>
            <a:off x="1598022" y="4243038"/>
            <a:ext cx="359981" cy="360541"/>
            <a:chOff x="1319963" y="4209262"/>
            <a:chExt cx="393637" cy="394249"/>
          </a:xfrm>
        </p:grpSpPr>
        <p:sp>
          <p:nvSpPr>
            <p:cNvPr id="2890" name="Google Shape;2890;p63"/>
            <p:cNvSpPr/>
            <p:nvPr/>
          </p:nvSpPr>
          <p:spPr>
            <a:xfrm>
              <a:off x="1422574" y="4209866"/>
              <a:ext cx="189060" cy="393644"/>
            </a:xfrm>
            <a:custGeom>
              <a:avLst/>
              <a:gdLst/>
              <a:ahLst/>
              <a:cxnLst/>
              <a:rect l="l" t="t" r="r" b="b"/>
              <a:pathLst>
                <a:path w="4689" h="9763" extrusionOk="0">
                  <a:moveTo>
                    <a:pt x="0" y="0"/>
                  </a:moveTo>
                  <a:lnTo>
                    <a:pt x="0" y="9762"/>
                  </a:lnTo>
                  <a:lnTo>
                    <a:pt x="4688" y="9762"/>
                  </a:lnTo>
                  <a:lnTo>
                    <a:pt x="4688"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63"/>
            <p:cNvSpPr/>
            <p:nvPr/>
          </p:nvSpPr>
          <p:spPr>
            <a:xfrm>
              <a:off x="1319963" y="4209866"/>
              <a:ext cx="125677" cy="179827"/>
            </a:xfrm>
            <a:custGeom>
              <a:avLst/>
              <a:gdLst/>
              <a:ahLst/>
              <a:cxnLst/>
              <a:rect l="l" t="t" r="r" b="b"/>
              <a:pathLst>
                <a:path w="3117" h="4460" extrusionOk="0">
                  <a:moveTo>
                    <a:pt x="1787" y="0"/>
                  </a:moveTo>
                  <a:lnTo>
                    <a:pt x="1129" y="743"/>
                  </a:lnTo>
                  <a:lnTo>
                    <a:pt x="1" y="743"/>
                  </a:lnTo>
                  <a:lnTo>
                    <a:pt x="1" y="4460"/>
                  </a:lnTo>
                  <a:lnTo>
                    <a:pt x="3117" y="4460"/>
                  </a:lnTo>
                  <a:lnTo>
                    <a:pt x="3117"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63"/>
            <p:cNvSpPr/>
            <p:nvPr/>
          </p:nvSpPr>
          <p:spPr>
            <a:xfrm>
              <a:off x="1319963" y="4328565"/>
              <a:ext cx="125677" cy="231114"/>
            </a:xfrm>
            <a:custGeom>
              <a:avLst/>
              <a:gdLst/>
              <a:ahLst/>
              <a:cxnLst/>
              <a:rect l="l" t="t" r="r" b="b"/>
              <a:pathLst>
                <a:path w="3117" h="5732" extrusionOk="0">
                  <a:moveTo>
                    <a:pt x="1" y="1"/>
                  </a:moveTo>
                  <a:lnTo>
                    <a:pt x="1" y="5732"/>
                  </a:lnTo>
                  <a:lnTo>
                    <a:pt x="3117" y="5732"/>
                  </a:lnTo>
                  <a:lnTo>
                    <a:pt x="3117" y="1101"/>
                  </a:lnTo>
                  <a:lnTo>
                    <a:pt x="1745"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63"/>
            <p:cNvSpPr/>
            <p:nvPr/>
          </p:nvSpPr>
          <p:spPr>
            <a:xfrm>
              <a:off x="1588526" y="4209262"/>
              <a:ext cx="125073" cy="180432"/>
            </a:xfrm>
            <a:custGeom>
              <a:avLst/>
              <a:gdLst/>
              <a:ahLst/>
              <a:cxnLst/>
              <a:rect l="l" t="t" r="r" b="b"/>
              <a:pathLst>
                <a:path w="3102" h="4475" extrusionOk="0">
                  <a:moveTo>
                    <a:pt x="1" y="0"/>
                  </a:moveTo>
                  <a:lnTo>
                    <a:pt x="1" y="4475"/>
                  </a:lnTo>
                  <a:lnTo>
                    <a:pt x="3102" y="4475"/>
                  </a:lnTo>
                  <a:lnTo>
                    <a:pt x="3102" y="758"/>
                  </a:lnTo>
                  <a:lnTo>
                    <a:pt x="1973" y="758"/>
                  </a:lnTo>
                  <a:lnTo>
                    <a:pt x="1301"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63"/>
            <p:cNvSpPr/>
            <p:nvPr/>
          </p:nvSpPr>
          <p:spPr>
            <a:xfrm>
              <a:off x="1588526" y="4328565"/>
              <a:ext cx="125073" cy="231114"/>
            </a:xfrm>
            <a:custGeom>
              <a:avLst/>
              <a:gdLst/>
              <a:ahLst/>
              <a:cxnLst/>
              <a:rect l="l" t="t" r="r" b="b"/>
              <a:pathLst>
                <a:path w="3102" h="5732" extrusionOk="0">
                  <a:moveTo>
                    <a:pt x="1373" y="1"/>
                  </a:moveTo>
                  <a:lnTo>
                    <a:pt x="1" y="1101"/>
                  </a:lnTo>
                  <a:lnTo>
                    <a:pt x="1" y="5732"/>
                  </a:lnTo>
                  <a:lnTo>
                    <a:pt x="3102" y="5732"/>
                  </a:lnTo>
                  <a:lnTo>
                    <a:pt x="310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63"/>
            <p:cNvSpPr/>
            <p:nvPr/>
          </p:nvSpPr>
          <p:spPr>
            <a:xfrm>
              <a:off x="1319963" y="4473794"/>
              <a:ext cx="156200" cy="129709"/>
            </a:xfrm>
            <a:custGeom>
              <a:avLst/>
              <a:gdLst/>
              <a:ahLst/>
              <a:cxnLst/>
              <a:rect l="l" t="t" r="r" b="b"/>
              <a:pathLst>
                <a:path w="3874" h="3217" extrusionOk="0">
                  <a:moveTo>
                    <a:pt x="1" y="1"/>
                  </a:moveTo>
                  <a:lnTo>
                    <a:pt x="1" y="3216"/>
                  </a:lnTo>
                  <a:lnTo>
                    <a:pt x="3874" y="3216"/>
                  </a:lnTo>
                  <a:lnTo>
                    <a:pt x="3874" y="2616"/>
                  </a:lnTo>
                  <a:cubicBezTo>
                    <a:pt x="3874" y="2030"/>
                    <a:pt x="3403" y="1558"/>
                    <a:pt x="2831" y="1558"/>
                  </a:cubicBezTo>
                  <a:lnTo>
                    <a:pt x="2774" y="1558"/>
                  </a:lnTo>
                  <a:cubicBezTo>
                    <a:pt x="2659" y="1173"/>
                    <a:pt x="2345" y="887"/>
                    <a:pt x="1945" y="815"/>
                  </a:cubicBezTo>
                  <a:cubicBezTo>
                    <a:pt x="1844" y="344"/>
                    <a:pt x="1430" y="1"/>
                    <a:pt x="9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63"/>
            <p:cNvSpPr/>
            <p:nvPr/>
          </p:nvSpPr>
          <p:spPr>
            <a:xfrm>
              <a:off x="1557400" y="4473794"/>
              <a:ext cx="156200" cy="129709"/>
            </a:xfrm>
            <a:custGeom>
              <a:avLst/>
              <a:gdLst/>
              <a:ahLst/>
              <a:cxnLst/>
              <a:rect l="l" t="t" r="r" b="b"/>
              <a:pathLst>
                <a:path w="3874" h="3217" extrusionOk="0">
                  <a:moveTo>
                    <a:pt x="2959" y="1"/>
                  </a:moveTo>
                  <a:cubicBezTo>
                    <a:pt x="2459" y="1"/>
                    <a:pt x="2030" y="344"/>
                    <a:pt x="1930" y="815"/>
                  </a:cubicBezTo>
                  <a:cubicBezTo>
                    <a:pt x="1530" y="887"/>
                    <a:pt x="1215" y="1173"/>
                    <a:pt x="1101" y="1558"/>
                  </a:cubicBezTo>
                  <a:lnTo>
                    <a:pt x="1058" y="1558"/>
                  </a:lnTo>
                  <a:cubicBezTo>
                    <a:pt x="472" y="1558"/>
                    <a:pt x="1" y="2030"/>
                    <a:pt x="1" y="2602"/>
                  </a:cubicBezTo>
                  <a:lnTo>
                    <a:pt x="1" y="3216"/>
                  </a:lnTo>
                  <a:lnTo>
                    <a:pt x="3874" y="3216"/>
                  </a:lnTo>
                  <a:lnTo>
                    <a:pt x="387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63"/>
            <p:cNvSpPr/>
            <p:nvPr/>
          </p:nvSpPr>
          <p:spPr>
            <a:xfrm>
              <a:off x="1505550" y="4353926"/>
              <a:ext cx="23103" cy="37498"/>
            </a:xfrm>
            <a:custGeom>
              <a:avLst/>
              <a:gdLst/>
              <a:ahLst/>
              <a:cxnLst/>
              <a:rect l="l" t="t" r="r" b="b"/>
              <a:pathLst>
                <a:path w="573" h="930" extrusionOk="0">
                  <a:moveTo>
                    <a:pt x="0" y="1"/>
                  </a:moveTo>
                  <a:lnTo>
                    <a:pt x="0" y="929"/>
                  </a:lnTo>
                  <a:lnTo>
                    <a:pt x="572" y="929"/>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63"/>
            <p:cNvSpPr/>
            <p:nvPr/>
          </p:nvSpPr>
          <p:spPr>
            <a:xfrm>
              <a:off x="1543571" y="4280707"/>
              <a:ext cx="23103" cy="45602"/>
            </a:xfrm>
            <a:custGeom>
              <a:avLst/>
              <a:gdLst/>
              <a:ahLst/>
              <a:cxnLst/>
              <a:rect l="l" t="t" r="r" b="b"/>
              <a:pathLst>
                <a:path w="573" h="1131" extrusionOk="0">
                  <a:moveTo>
                    <a:pt x="1" y="1"/>
                  </a:moveTo>
                  <a:lnTo>
                    <a:pt x="1" y="1130"/>
                  </a:lnTo>
                  <a:lnTo>
                    <a:pt x="572" y="1130"/>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63"/>
            <p:cNvSpPr/>
            <p:nvPr/>
          </p:nvSpPr>
          <p:spPr>
            <a:xfrm>
              <a:off x="1466925" y="4280707"/>
              <a:ext cx="23063" cy="45602"/>
            </a:xfrm>
            <a:custGeom>
              <a:avLst/>
              <a:gdLst/>
              <a:ahLst/>
              <a:cxnLst/>
              <a:rect l="l" t="t" r="r" b="b"/>
              <a:pathLst>
                <a:path w="572" h="1131" extrusionOk="0">
                  <a:moveTo>
                    <a:pt x="0" y="1"/>
                  </a:moveTo>
                  <a:lnTo>
                    <a:pt x="0" y="1130"/>
                  </a:lnTo>
                  <a:lnTo>
                    <a:pt x="572" y="1130"/>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63"/>
            <p:cNvSpPr/>
            <p:nvPr/>
          </p:nvSpPr>
          <p:spPr>
            <a:xfrm>
              <a:off x="1543571" y="4417307"/>
              <a:ext cx="23103" cy="45562"/>
            </a:xfrm>
            <a:custGeom>
              <a:avLst/>
              <a:gdLst/>
              <a:ahLst/>
              <a:cxnLst/>
              <a:rect l="l" t="t" r="r" b="b"/>
              <a:pathLst>
                <a:path w="573" h="1130" extrusionOk="0">
                  <a:moveTo>
                    <a:pt x="1" y="1"/>
                  </a:moveTo>
                  <a:lnTo>
                    <a:pt x="1" y="1129"/>
                  </a:lnTo>
                  <a:lnTo>
                    <a:pt x="572" y="1129"/>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63"/>
            <p:cNvSpPr/>
            <p:nvPr/>
          </p:nvSpPr>
          <p:spPr>
            <a:xfrm>
              <a:off x="1505550" y="4489922"/>
              <a:ext cx="23103" cy="37498"/>
            </a:xfrm>
            <a:custGeom>
              <a:avLst/>
              <a:gdLst/>
              <a:ahLst/>
              <a:cxnLst/>
              <a:rect l="l" t="t" r="r" b="b"/>
              <a:pathLst>
                <a:path w="573" h="930" extrusionOk="0">
                  <a:moveTo>
                    <a:pt x="0" y="1"/>
                  </a:moveTo>
                  <a:lnTo>
                    <a:pt x="0" y="929"/>
                  </a:lnTo>
                  <a:lnTo>
                    <a:pt x="572" y="929"/>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63"/>
            <p:cNvSpPr/>
            <p:nvPr/>
          </p:nvSpPr>
          <p:spPr>
            <a:xfrm>
              <a:off x="1466925" y="4417307"/>
              <a:ext cx="23063" cy="45562"/>
            </a:xfrm>
            <a:custGeom>
              <a:avLst/>
              <a:gdLst/>
              <a:ahLst/>
              <a:cxnLst/>
              <a:rect l="l" t="t" r="r" b="b"/>
              <a:pathLst>
                <a:path w="572" h="1130" extrusionOk="0">
                  <a:moveTo>
                    <a:pt x="0" y="1"/>
                  </a:moveTo>
                  <a:lnTo>
                    <a:pt x="0" y="1129"/>
                  </a:lnTo>
                  <a:lnTo>
                    <a:pt x="572" y="1129"/>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3" name="Google Shape;2903;p63"/>
          <p:cNvGrpSpPr/>
          <p:nvPr/>
        </p:nvGrpSpPr>
        <p:grpSpPr>
          <a:xfrm>
            <a:off x="2218865" y="4243591"/>
            <a:ext cx="359988" cy="359463"/>
            <a:chOff x="1998851" y="4209866"/>
            <a:chExt cx="393644" cy="393071"/>
          </a:xfrm>
        </p:grpSpPr>
        <p:sp>
          <p:nvSpPr>
            <p:cNvPr id="2904" name="Google Shape;2904;p63"/>
            <p:cNvSpPr/>
            <p:nvPr/>
          </p:nvSpPr>
          <p:spPr>
            <a:xfrm>
              <a:off x="2117550" y="4408115"/>
              <a:ext cx="155676" cy="149265"/>
            </a:xfrm>
            <a:custGeom>
              <a:avLst/>
              <a:gdLst/>
              <a:ahLst/>
              <a:cxnLst/>
              <a:rect l="l" t="t" r="r" b="b"/>
              <a:pathLst>
                <a:path w="3861" h="3702" extrusionOk="0">
                  <a:moveTo>
                    <a:pt x="916" y="0"/>
                  </a:moveTo>
                  <a:cubicBezTo>
                    <a:pt x="430" y="0"/>
                    <a:pt x="15" y="400"/>
                    <a:pt x="1" y="886"/>
                  </a:cubicBezTo>
                  <a:cubicBezTo>
                    <a:pt x="1" y="1386"/>
                    <a:pt x="401" y="1801"/>
                    <a:pt x="901" y="1801"/>
                  </a:cubicBezTo>
                  <a:lnTo>
                    <a:pt x="944" y="1801"/>
                  </a:lnTo>
                  <a:lnTo>
                    <a:pt x="1158" y="3702"/>
                  </a:lnTo>
                  <a:lnTo>
                    <a:pt x="2702" y="3702"/>
                  </a:lnTo>
                  <a:lnTo>
                    <a:pt x="2917" y="1801"/>
                  </a:lnTo>
                  <a:lnTo>
                    <a:pt x="2959" y="1801"/>
                  </a:lnTo>
                  <a:cubicBezTo>
                    <a:pt x="3460" y="1801"/>
                    <a:pt x="3860" y="1401"/>
                    <a:pt x="3860" y="900"/>
                  </a:cubicBezTo>
                  <a:cubicBezTo>
                    <a:pt x="3860" y="400"/>
                    <a:pt x="3460" y="0"/>
                    <a:pt x="2959"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63"/>
            <p:cNvSpPr/>
            <p:nvPr/>
          </p:nvSpPr>
          <p:spPr>
            <a:xfrm>
              <a:off x="2092754" y="4358522"/>
              <a:ext cx="205229" cy="72092"/>
            </a:xfrm>
            <a:custGeom>
              <a:avLst/>
              <a:gdLst/>
              <a:ahLst/>
              <a:cxnLst/>
              <a:rect l="l" t="t" r="r" b="b"/>
              <a:pathLst>
                <a:path w="5090" h="1788" extrusionOk="0">
                  <a:moveTo>
                    <a:pt x="930" y="1"/>
                  </a:moveTo>
                  <a:cubicBezTo>
                    <a:pt x="429" y="1"/>
                    <a:pt x="29" y="386"/>
                    <a:pt x="16" y="872"/>
                  </a:cubicBezTo>
                  <a:cubicBezTo>
                    <a:pt x="1" y="1373"/>
                    <a:pt x="416" y="1787"/>
                    <a:pt x="915" y="1787"/>
                  </a:cubicBezTo>
                  <a:lnTo>
                    <a:pt x="4174" y="1787"/>
                  </a:lnTo>
                  <a:cubicBezTo>
                    <a:pt x="4660" y="1787"/>
                    <a:pt x="5075" y="1402"/>
                    <a:pt x="5075" y="901"/>
                  </a:cubicBezTo>
                  <a:cubicBezTo>
                    <a:pt x="5089" y="401"/>
                    <a:pt x="4689" y="1"/>
                    <a:pt x="418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63"/>
            <p:cNvSpPr/>
            <p:nvPr/>
          </p:nvSpPr>
          <p:spPr>
            <a:xfrm>
              <a:off x="2068563" y="4308970"/>
              <a:ext cx="254218" cy="72657"/>
            </a:xfrm>
            <a:custGeom>
              <a:avLst/>
              <a:gdLst/>
              <a:ahLst/>
              <a:cxnLst/>
              <a:rect l="l" t="t" r="r" b="b"/>
              <a:pathLst>
                <a:path w="6305" h="1802" extrusionOk="0">
                  <a:moveTo>
                    <a:pt x="915" y="1"/>
                  </a:moveTo>
                  <a:cubicBezTo>
                    <a:pt x="429" y="1"/>
                    <a:pt x="15" y="401"/>
                    <a:pt x="0" y="887"/>
                  </a:cubicBezTo>
                  <a:cubicBezTo>
                    <a:pt x="0" y="1387"/>
                    <a:pt x="401" y="1802"/>
                    <a:pt x="901" y="1802"/>
                  </a:cubicBezTo>
                  <a:lnTo>
                    <a:pt x="5375" y="1802"/>
                  </a:lnTo>
                  <a:cubicBezTo>
                    <a:pt x="5876" y="1802"/>
                    <a:pt x="6289" y="1401"/>
                    <a:pt x="6289" y="915"/>
                  </a:cubicBezTo>
                  <a:cubicBezTo>
                    <a:pt x="6304" y="415"/>
                    <a:pt x="5889" y="1"/>
                    <a:pt x="5403"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63"/>
            <p:cNvSpPr/>
            <p:nvPr/>
          </p:nvSpPr>
          <p:spPr>
            <a:xfrm>
              <a:off x="2043807" y="4259418"/>
              <a:ext cx="303731" cy="72052"/>
            </a:xfrm>
            <a:custGeom>
              <a:avLst/>
              <a:gdLst/>
              <a:ahLst/>
              <a:cxnLst/>
              <a:rect l="l" t="t" r="r" b="b"/>
              <a:pathLst>
                <a:path w="7533" h="1787" extrusionOk="0">
                  <a:moveTo>
                    <a:pt x="915" y="0"/>
                  </a:moveTo>
                  <a:cubicBezTo>
                    <a:pt x="429" y="0"/>
                    <a:pt x="14" y="386"/>
                    <a:pt x="0" y="872"/>
                  </a:cubicBezTo>
                  <a:cubicBezTo>
                    <a:pt x="0" y="1373"/>
                    <a:pt x="401" y="1787"/>
                    <a:pt x="900" y="1787"/>
                  </a:cubicBezTo>
                  <a:lnTo>
                    <a:pt x="6604" y="1787"/>
                  </a:lnTo>
                  <a:cubicBezTo>
                    <a:pt x="7104" y="1787"/>
                    <a:pt x="7504" y="1401"/>
                    <a:pt x="7519" y="900"/>
                  </a:cubicBezTo>
                  <a:cubicBezTo>
                    <a:pt x="7532" y="401"/>
                    <a:pt x="7118" y="0"/>
                    <a:pt x="661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63"/>
            <p:cNvSpPr/>
            <p:nvPr/>
          </p:nvSpPr>
          <p:spPr>
            <a:xfrm>
              <a:off x="2018446" y="4209866"/>
              <a:ext cx="353889" cy="72657"/>
            </a:xfrm>
            <a:custGeom>
              <a:avLst/>
              <a:gdLst/>
              <a:ahLst/>
              <a:cxnLst/>
              <a:rect l="l" t="t" r="r" b="b"/>
              <a:pathLst>
                <a:path w="8777" h="1802" extrusionOk="0">
                  <a:moveTo>
                    <a:pt x="0" y="0"/>
                  </a:moveTo>
                  <a:lnTo>
                    <a:pt x="0" y="900"/>
                  </a:lnTo>
                  <a:cubicBezTo>
                    <a:pt x="0" y="1386"/>
                    <a:pt x="401" y="1801"/>
                    <a:pt x="900" y="1801"/>
                  </a:cubicBezTo>
                  <a:lnTo>
                    <a:pt x="7875" y="1801"/>
                  </a:lnTo>
                  <a:cubicBezTo>
                    <a:pt x="8376" y="1801"/>
                    <a:pt x="8777" y="1386"/>
                    <a:pt x="8777" y="900"/>
                  </a:cubicBezTo>
                  <a:lnTo>
                    <a:pt x="8777"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63"/>
            <p:cNvSpPr/>
            <p:nvPr/>
          </p:nvSpPr>
          <p:spPr>
            <a:xfrm>
              <a:off x="1998851" y="4533748"/>
              <a:ext cx="393644" cy="69189"/>
            </a:xfrm>
            <a:custGeom>
              <a:avLst/>
              <a:gdLst/>
              <a:ahLst/>
              <a:cxnLst/>
              <a:rect l="l" t="t" r="r" b="b"/>
              <a:pathLst>
                <a:path w="9763" h="1716" extrusionOk="0">
                  <a:moveTo>
                    <a:pt x="0" y="0"/>
                  </a:moveTo>
                  <a:lnTo>
                    <a:pt x="0" y="1715"/>
                  </a:lnTo>
                  <a:lnTo>
                    <a:pt x="9762" y="1715"/>
                  </a:lnTo>
                  <a:lnTo>
                    <a:pt x="9762"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63"/>
            <p:cNvSpPr/>
            <p:nvPr/>
          </p:nvSpPr>
          <p:spPr>
            <a:xfrm>
              <a:off x="2344021" y="4449603"/>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63"/>
            <p:cNvSpPr/>
            <p:nvPr/>
          </p:nvSpPr>
          <p:spPr>
            <a:xfrm>
              <a:off x="2313500" y="441154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63"/>
            <p:cNvSpPr/>
            <p:nvPr/>
          </p:nvSpPr>
          <p:spPr>
            <a:xfrm>
              <a:off x="2297936" y="4488188"/>
              <a:ext cx="23063" cy="23103"/>
            </a:xfrm>
            <a:custGeom>
              <a:avLst/>
              <a:gdLst/>
              <a:ahLst/>
              <a:cxnLst/>
              <a:rect l="l" t="t" r="r" b="b"/>
              <a:pathLst>
                <a:path w="572" h="573"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63"/>
            <p:cNvSpPr/>
            <p:nvPr/>
          </p:nvSpPr>
          <p:spPr>
            <a:xfrm>
              <a:off x="2023607" y="4449603"/>
              <a:ext cx="23103" cy="23103"/>
            </a:xfrm>
            <a:custGeom>
              <a:avLst/>
              <a:gdLst/>
              <a:ahLst/>
              <a:cxnLst/>
              <a:rect l="l" t="t" r="r" b="b"/>
              <a:pathLst>
                <a:path w="573" h="573"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63"/>
            <p:cNvSpPr/>
            <p:nvPr/>
          </p:nvSpPr>
          <p:spPr>
            <a:xfrm>
              <a:off x="2054169" y="441154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63"/>
            <p:cNvSpPr/>
            <p:nvPr/>
          </p:nvSpPr>
          <p:spPr>
            <a:xfrm>
              <a:off x="2069691" y="4488188"/>
              <a:ext cx="23103" cy="23103"/>
            </a:xfrm>
            <a:custGeom>
              <a:avLst/>
              <a:gdLst/>
              <a:ahLst/>
              <a:cxnLst/>
              <a:rect l="l" t="t" r="r" b="b"/>
              <a:pathLst>
                <a:path w="573" h="573" extrusionOk="0">
                  <a:moveTo>
                    <a:pt x="1" y="0"/>
                  </a:moveTo>
                  <a:lnTo>
                    <a:pt x="1" y="572"/>
                  </a:lnTo>
                  <a:lnTo>
                    <a:pt x="573" y="572"/>
                  </a:lnTo>
                  <a:lnTo>
                    <a:pt x="57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63"/>
            <p:cNvSpPr/>
            <p:nvPr/>
          </p:nvSpPr>
          <p:spPr>
            <a:xfrm>
              <a:off x="2344021" y="4449603"/>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63"/>
            <p:cNvSpPr/>
            <p:nvPr/>
          </p:nvSpPr>
          <p:spPr>
            <a:xfrm>
              <a:off x="2313500" y="441154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63"/>
            <p:cNvSpPr/>
            <p:nvPr/>
          </p:nvSpPr>
          <p:spPr>
            <a:xfrm>
              <a:off x="2297936" y="4488188"/>
              <a:ext cx="23063" cy="23103"/>
            </a:xfrm>
            <a:custGeom>
              <a:avLst/>
              <a:gdLst/>
              <a:ahLst/>
              <a:cxnLst/>
              <a:rect l="l" t="t" r="r" b="b"/>
              <a:pathLst>
                <a:path w="572" h="573"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9" name="Google Shape;2919;p63"/>
          <p:cNvGrpSpPr/>
          <p:nvPr/>
        </p:nvGrpSpPr>
        <p:grpSpPr>
          <a:xfrm>
            <a:off x="2860210" y="4243038"/>
            <a:ext cx="318904" cy="360534"/>
            <a:chOff x="2700157" y="4209262"/>
            <a:chExt cx="348720" cy="394242"/>
          </a:xfrm>
        </p:grpSpPr>
        <p:sp>
          <p:nvSpPr>
            <p:cNvPr id="2920" name="Google Shape;2920;p63"/>
            <p:cNvSpPr/>
            <p:nvPr/>
          </p:nvSpPr>
          <p:spPr>
            <a:xfrm>
              <a:off x="2771643" y="4480124"/>
              <a:ext cx="206358" cy="123379"/>
            </a:xfrm>
            <a:custGeom>
              <a:avLst/>
              <a:gdLst/>
              <a:ahLst/>
              <a:cxnLst/>
              <a:rect l="l" t="t" r="r" b="b"/>
              <a:pathLst>
                <a:path w="5118" h="3060" extrusionOk="0">
                  <a:moveTo>
                    <a:pt x="2274" y="0"/>
                  </a:moveTo>
                  <a:cubicBezTo>
                    <a:pt x="2274" y="886"/>
                    <a:pt x="1544" y="1616"/>
                    <a:pt x="644" y="1616"/>
                  </a:cubicBezTo>
                  <a:lnTo>
                    <a:pt x="0" y="1616"/>
                  </a:lnTo>
                  <a:cubicBezTo>
                    <a:pt x="101" y="1788"/>
                    <a:pt x="229" y="1944"/>
                    <a:pt x="358" y="2102"/>
                  </a:cubicBezTo>
                  <a:cubicBezTo>
                    <a:pt x="930" y="2702"/>
                    <a:pt x="1730" y="3059"/>
                    <a:pt x="2559" y="3059"/>
                  </a:cubicBezTo>
                  <a:cubicBezTo>
                    <a:pt x="3388" y="3059"/>
                    <a:pt x="4189" y="2702"/>
                    <a:pt x="4746" y="2102"/>
                  </a:cubicBezTo>
                  <a:cubicBezTo>
                    <a:pt x="4889" y="1944"/>
                    <a:pt x="5018" y="1788"/>
                    <a:pt x="5117" y="1616"/>
                  </a:cubicBezTo>
                  <a:lnTo>
                    <a:pt x="4460" y="1616"/>
                  </a:lnTo>
                  <a:cubicBezTo>
                    <a:pt x="3574" y="1616"/>
                    <a:pt x="2845" y="886"/>
                    <a:pt x="284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63"/>
            <p:cNvSpPr/>
            <p:nvPr/>
          </p:nvSpPr>
          <p:spPr>
            <a:xfrm>
              <a:off x="2700157" y="4443232"/>
              <a:ext cx="66367" cy="35199"/>
            </a:xfrm>
            <a:custGeom>
              <a:avLst/>
              <a:gdLst/>
              <a:ahLst/>
              <a:cxnLst/>
              <a:rect l="l" t="t" r="r" b="b"/>
              <a:pathLst>
                <a:path w="1646" h="873" extrusionOk="0">
                  <a:moveTo>
                    <a:pt x="487" y="0"/>
                  </a:moveTo>
                  <a:lnTo>
                    <a:pt x="1" y="473"/>
                  </a:lnTo>
                  <a:lnTo>
                    <a:pt x="416" y="873"/>
                  </a:lnTo>
                  <a:lnTo>
                    <a:pt x="716" y="572"/>
                  </a:lnTo>
                  <a:lnTo>
                    <a:pt x="1645" y="572"/>
                  </a:lnTo>
                  <a:lnTo>
                    <a:pt x="1645"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63"/>
            <p:cNvSpPr/>
            <p:nvPr/>
          </p:nvSpPr>
          <p:spPr>
            <a:xfrm>
              <a:off x="2743419" y="4525684"/>
              <a:ext cx="43828" cy="54190"/>
            </a:xfrm>
            <a:custGeom>
              <a:avLst/>
              <a:gdLst/>
              <a:ahLst/>
              <a:cxnLst/>
              <a:rect l="l" t="t" r="r" b="b"/>
              <a:pathLst>
                <a:path w="1087" h="1344" extrusionOk="0">
                  <a:moveTo>
                    <a:pt x="715" y="0"/>
                  </a:moveTo>
                  <a:lnTo>
                    <a:pt x="0" y="614"/>
                  </a:lnTo>
                  <a:lnTo>
                    <a:pt x="0" y="1344"/>
                  </a:lnTo>
                  <a:lnTo>
                    <a:pt x="572" y="1344"/>
                  </a:lnTo>
                  <a:lnTo>
                    <a:pt x="572" y="871"/>
                  </a:lnTo>
                  <a:lnTo>
                    <a:pt x="1087" y="443"/>
                  </a:lnTo>
                  <a:lnTo>
                    <a:pt x="715"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63"/>
            <p:cNvSpPr/>
            <p:nvPr/>
          </p:nvSpPr>
          <p:spPr>
            <a:xfrm>
              <a:off x="2730154" y="4341790"/>
              <a:ext cx="57658" cy="42134"/>
            </a:xfrm>
            <a:custGeom>
              <a:avLst/>
              <a:gdLst/>
              <a:ahLst/>
              <a:cxnLst/>
              <a:rect l="l" t="t" r="r" b="b"/>
              <a:pathLst>
                <a:path w="1430" h="1045" extrusionOk="0">
                  <a:moveTo>
                    <a:pt x="0" y="1"/>
                  </a:moveTo>
                  <a:lnTo>
                    <a:pt x="0" y="573"/>
                  </a:lnTo>
                  <a:lnTo>
                    <a:pt x="501" y="573"/>
                  </a:lnTo>
                  <a:lnTo>
                    <a:pt x="1058" y="1045"/>
                  </a:lnTo>
                  <a:lnTo>
                    <a:pt x="1430" y="601"/>
                  </a:lnTo>
                  <a:lnTo>
                    <a:pt x="701"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63"/>
            <p:cNvSpPr/>
            <p:nvPr/>
          </p:nvSpPr>
          <p:spPr>
            <a:xfrm>
              <a:off x="2983155" y="4443232"/>
              <a:ext cx="65722" cy="35199"/>
            </a:xfrm>
            <a:custGeom>
              <a:avLst/>
              <a:gdLst/>
              <a:ahLst/>
              <a:cxnLst/>
              <a:rect l="l" t="t" r="r" b="b"/>
              <a:pathLst>
                <a:path w="1630" h="873" extrusionOk="0">
                  <a:moveTo>
                    <a:pt x="1" y="0"/>
                  </a:moveTo>
                  <a:lnTo>
                    <a:pt x="1" y="572"/>
                  </a:lnTo>
                  <a:lnTo>
                    <a:pt x="915" y="572"/>
                  </a:lnTo>
                  <a:lnTo>
                    <a:pt x="1230" y="873"/>
                  </a:lnTo>
                  <a:lnTo>
                    <a:pt x="1630" y="473"/>
                  </a:lnTo>
                  <a:lnTo>
                    <a:pt x="1158"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63"/>
            <p:cNvSpPr/>
            <p:nvPr/>
          </p:nvSpPr>
          <p:spPr>
            <a:xfrm>
              <a:off x="2962391" y="4525684"/>
              <a:ext cx="43868" cy="54190"/>
            </a:xfrm>
            <a:custGeom>
              <a:avLst/>
              <a:gdLst/>
              <a:ahLst/>
              <a:cxnLst/>
              <a:rect l="l" t="t" r="r" b="b"/>
              <a:pathLst>
                <a:path w="1088" h="1344" extrusionOk="0">
                  <a:moveTo>
                    <a:pt x="358" y="0"/>
                  </a:moveTo>
                  <a:lnTo>
                    <a:pt x="1" y="443"/>
                  </a:lnTo>
                  <a:lnTo>
                    <a:pt x="516" y="871"/>
                  </a:lnTo>
                  <a:lnTo>
                    <a:pt x="516" y="1344"/>
                  </a:lnTo>
                  <a:lnTo>
                    <a:pt x="1087" y="1344"/>
                  </a:lnTo>
                  <a:lnTo>
                    <a:pt x="1087" y="614"/>
                  </a:lnTo>
                  <a:lnTo>
                    <a:pt x="358"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63"/>
            <p:cNvSpPr/>
            <p:nvPr/>
          </p:nvSpPr>
          <p:spPr>
            <a:xfrm>
              <a:off x="2961262" y="4341790"/>
              <a:ext cx="57658" cy="42134"/>
            </a:xfrm>
            <a:custGeom>
              <a:avLst/>
              <a:gdLst/>
              <a:ahLst/>
              <a:cxnLst/>
              <a:rect l="l" t="t" r="r" b="b"/>
              <a:pathLst>
                <a:path w="1430" h="1045" extrusionOk="0">
                  <a:moveTo>
                    <a:pt x="729" y="1"/>
                  </a:moveTo>
                  <a:lnTo>
                    <a:pt x="0" y="601"/>
                  </a:lnTo>
                  <a:lnTo>
                    <a:pt x="372" y="1045"/>
                  </a:lnTo>
                  <a:lnTo>
                    <a:pt x="944" y="573"/>
                  </a:lnTo>
                  <a:lnTo>
                    <a:pt x="1430" y="573"/>
                  </a:lnTo>
                  <a:lnTo>
                    <a:pt x="1430"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63"/>
            <p:cNvSpPr/>
            <p:nvPr/>
          </p:nvSpPr>
          <p:spPr>
            <a:xfrm>
              <a:off x="2886874" y="4209262"/>
              <a:ext cx="39231" cy="56529"/>
            </a:xfrm>
            <a:custGeom>
              <a:avLst/>
              <a:gdLst/>
              <a:ahLst/>
              <a:cxnLst/>
              <a:rect l="l" t="t" r="r" b="b"/>
              <a:pathLst>
                <a:path w="973" h="1402" extrusionOk="0">
                  <a:moveTo>
                    <a:pt x="973" y="0"/>
                  </a:moveTo>
                  <a:cubicBezTo>
                    <a:pt x="445" y="0"/>
                    <a:pt x="1" y="444"/>
                    <a:pt x="1" y="972"/>
                  </a:cubicBezTo>
                  <a:lnTo>
                    <a:pt x="1" y="1401"/>
                  </a:lnTo>
                  <a:lnTo>
                    <a:pt x="573" y="1401"/>
                  </a:lnTo>
                  <a:lnTo>
                    <a:pt x="573" y="972"/>
                  </a:lnTo>
                  <a:cubicBezTo>
                    <a:pt x="573" y="758"/>
                    <a:pt x="759" y="572"/>
                    <a:pt x="973" y="572"/>
                  </a:cubicBezTo>
                  <a:lnTo>
                    <a:pt x="9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63"/>
            <p:cNvSpPr/>
            <p:nvPr/>
          </p:nvSpPr>
          <p:spPr>
            <a:xfrm>
              <a:off x="2822928" y="4209262"/>
              <a:ext cx="39231" cy="56529"/>
            </a:xfrm>
            <a:custGeom>
              <a:avLst/>
              <a:gdLst/>
              <a:ahLst/>
              <a:cxnLst/>
              <a:rect l="l" t="t" r="r" b="b"/>
              <a:pathLst>
                <a:path w="973" h="1402" extrusionOk="0">
                  <a:moveTo>
                    <a:pt x="1" y="0"/>
                  </a:moveTo>
                  <a:lnTo>
                    <a:pt x="1" y="572"/>
                  </a:lnTo>
                  <a:cubicBezTo>
                    <a:pt x="230" y="572"/>
                    <a:pt x="401" y="758"/>
                    <a:pt x="401" y="972"/>
                  </a:cubicBezTo>
                  <a:lnTo>
                    <a:pt x="401" y="1401"/>
                  </a:lnTo>
                  <a:lnTo>
                    <a:pt x="973" y="1401"/>
                  </a:lnTo>
                  <a:lnTo>
                    <a:pt x="973" y="972"/>
                  </a:lnTo>
                  <a:cubicBezTo>
                    <a:pt x="973" y="444"/>
                    <a:pt x="544" y="0"/>
                    <a:pt x="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63"/>
            <p:cNvSpPr/>
            <p:nvPr/>
          </p:nvSpPr>
          <p:spPr>
            <a:xfrm>
              <a:off x="2813735" y="4247282"/>
              <a:ext cx="121605" cy="96889"/>
            </a:xfrm>
            <a:custGeom>
              <a:avLst/>
              <a:gdLst/>
              <a:ahLst/>
              <a:cxnLst/>
              <a:rect l="l" t="t" r="r" b="b"/>
              <a:pathLst>
                <a:path w="3016" h="2403" extrusionOk="0">
                  <a:moveTo>
                    <a:pt x="1515" y="1"/>
                  </a:moveTo>
                  <a:cubicBezTo>
                    <a:pt x="686" y="1"/>
                    <a:pt x="0" y="673"/>
                    <a:pt x="0" y="1502"/>
                  </a:cubicBezTo>
                  <a:lnTo>
                    <a:pt x="0" y="2402"/>
                  </a:lnTo>
                  <a:lnTo>
                    <a:pt x="3016" y="2402"/>
                  </a:lnTo>
                  <a:lnTo>
                    <a:pt x="3016" y="1502"/>
                  </a:lnTo>
                  <a:cubicBezTo>
                    <a:pt x="3016" y="673"/>
                    <a:pt x="2344" y="1"/>
                    <a:pt x="1515"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63"/>
            <p:cNvSpPr/>
            <p:nvPr/>
          </p:nvSpPr>
          <p:spPr>
            <a:xfrm>
              <a:off x="2754951" y="4309817"/>
              <a:ext cx="239783" cy="258532"/>
            </a:xfrm>
            <a:custGeom>
              <a:avLst/>
              <a:gdLst/>
              <a:ahLst/>
              <a:cxnLst/>
              <a:rect l="l" t="t" r="r" b="b"/>
              <a:pathLst>
                <a:path w="5947" h="6412" extrusionOk="0">
                  <a:moveTo>
                    <a:pt x="2967" y="0"/>
                  </a:moveTo>
                  <a:cubicBezTo>
                    <a:pt x="2051" y="0"/>
                    <a:pt x="1041" y="415"/>
                    <a:pt x="115" y="1423"/>
                  </a:cubicBezTo>
                  <a:cubicBezTo>
                    <a:pt x="43" y="1509"/>
                    <a:pt x="0" y="1623"/>
                    <a:pt x="0" y="1737"/>
                  </a:cubicBezTo>
                  <a:lnTo>
                    <a:pt x="0" y="5282"/>
                  </a:lnTo>
                  <a:cubicBezTo>
                    <a:pt x="0" y="5396"/>
                    <a:pt x="43" y="5511"/>
                    <a:pt x="115" y="5596"/>
                  </a:cubicBezTo>
                  <a:lnTo>
                    <a:pt x="872" y="6412"/>
                  </a:lnTo>
                  <a:lnTo>
                    <a:pt x="1072" y="6412"/>
                  </a:lnTo>
                  <a:cubicBezTo>
                    <a:pt x="1887" y="6412"/>
                    <a:pt x="2587" y="5968"/>
                    <a:pt x="2973" y="5311"/>
                  </a:cubicBezTo>
                  <a:cubicBezTo>
                    <a:pt x="3345" y="5968"/>
                    <a:pt x="4060" y="6412"/>
                    <a:pt x="4874" y="6412"/>
                  </a:cubicBezTo>
                  <a:lnTo>
                    <a:pt x="5074" y="6412"/>
                  </a:lnTo>
                  <a:lnTo>
                    <a:pt x="5817" y="5596"/>
                  </a:lnTo>
                  <a:cubicBezTo>
                    <a:pt x="5903" y="5511"/>
                    <a:pt x="5946" y="5396"/>
                    <a:pt x="5946" y="5282"/>
                  </a:cubicBezTo>
                  <a:lnTo>
                    <a:pt x="5946" y="2966"/>
                  </a:lnTo>
                  <a:cubicBezTo>
                    <a:pt x="5946" y="1333"/>
                    <a:pt x="4609" y="0"/>
                    <a:pt x="29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63"/>
            <p:cNvSpPr/>
            <p:nvPr/>
          </p:nvSpPr>
          <p:spPr>
            <a:xfrm>
              <a:off x="2923241" y="4453070"/>
              <a:ext cx="23063" cy="23063"/>
            </a:xfrm>
            <a:custGeom>
              <a:avLst/>
              <a:gdLst/>
              <a:ahLst/>
              <a:cxnLst/>
              <a:rect l="l" t="t" r="r" b="b"/>
              <a:pathLst>
                <a:path w="572" h="572" extrusionOk="0">
                  <a:moveTo>
                    <a:pt x="0" y="0"/>
                  </a:moveTo>
                  <a:lnTo>
                    <a:pt x="0" y="572"/>
                  </a:lnTo>
                  <a:lnTo>
                    <a:pt x="572" y="5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63"/>
            <p:cNvSpPr/>
            <p:nvPr/>
          </p:nvSpPr>
          <p:spPr>
            <a:xfrm>
              <a:off x="2911710" y="4404042"/>
              <a:ext cx="23063" cy="23103"/>
            </a:xfrm>
            <a:custGeom>
              <a:avLst/>
              <a:gdLst/>
              <a:ahLst/>
              <a:cxnLst/>
              <a:rect l="l" t="t" r="r" b="b"/>
              <a:pathLst>
                <a:path w="572" h="573" extrusionOk="0">
                  <a:moveTo>
                    <a:pt x="0" y="1"/>
                  </a:moveTo>
                  <a:lnTo>
                    <a:pt x="0" y="572"/>
                  </a:lnTo>
                  <a:lnTo>
                    <a:pt x="572" y="572"/>
                  </a:lnTo>
                  <a:lnTo>
                    <a:pt x="572"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63"/>
            <p:cNvSpPr/>
            <p:nvPr/>
          </p:nvSpPr>
          <p:spPr>
            <a:xfrm>
              <a:off x="2803333" y="4453070"/>
              <a:ext cx="23103" cy="23063"/>
            </a:xfrm>
            <a:custGeom>
              <a:avLst/>
              <a:gdLst/>
              <a:ahLst/>
              <a:cxnLst/>
              <a:rect l="l" t="t" r="r" b="b"/>
              <a:pathLst>
                <a:path w="573" h="572" extrusionOk="0">
                  <a:moveTo>
                    <a:pt x="1" y="0"/>
                  </a:moveTo>
                  <a:lnTo>
                    <a:pt x="1" y="572"/>
                  </a:lnTo>
                  <a:lnTo>
                    <a:pt x="573" y="572"/>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63"/>
            <p:cNvSpPr/>
            <p:nvPr/>
          </p:nvSpPr>
          <p:spPr>
            <a:xfrm>
              <a:off x="2814864" y="4404042"/>
              <a:ext cx="23103" cy="23103"/>
            </a:xfrm>
            <a:custGeom>
              <a:avLst/>
              <a:gdLst/>
              <a:ahLst/>
              <a:cxnLst/>
              <a:rect l="l" t="t" r="r" b="b"/>
              <a:pathLst>
                <a:path w="573" h="573" extrusionOk="0">
                  <a:moveTo>
                    <a:pt x="1" y="1"/>
                  </a:moveTo>
                  <a:lnTo>
                    <a:pt x="1" y="572"/>
                  </a:lnTo>
                  <a:lnTo>
                    <a:pt x="573" y="572"/>
                  </a:lnTo>
                  <a:lnTo>
                    <a:pt x="573"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5" name="Google Shape;2935;p63"/>
          <p:cNvGrpSpPr/>
          <p:nvPr/>
        </p:nvGrpSpPr>
        <p:grpSpPr>
          <a:xfrm>
            <a:off x="3460516" y="4266783"/>
            <a:ext cx="360541" cy="313086"/>
            <a:chOff x="3356588" y="4235227"/>
            <a:chExt cx="394249" cy="342357"/>
          </a:xfrm>
        </p:grpSpPr>
        <p:sp>
          <p:nvSpPr>
            <p:cNvPr id="2936" name="Google Shape;2936;p63"/>
            <p:cNvSpPr/>
            <p:nvPr/>
          </p:nvSpPr>
          <p:spPr>
            <a:xfrm>
              <a:off x="3445330" y="4489922"/>
              <a:ext cx="217284" cy="87656"/>
            </a:xfrm>
            <a:custGeom>
              <a:avLst/>
              <a:gdLst/>
              <a:ahLst/>
              <a:cxnLst/>
              <a:rect l="l" t="t" r="r" b="b"/>
              <a:pathLst>
                <a:path w="5389" h="2174" extrusionOk="0">
                  <a:moveTo>
                    <a:pt x="1" y="1"/>
                  </a:moveTo>
                  <a:lnTo>
                    <a:pt x="1" y="2173"/>
                  </a:lnTo>
                  <a:lnTo>
                    <a:pt x="5389" y="2173"/>
                  </a:lnTo>
                  <a:lnTo>
                    <a:pt x="5389"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63"/>
            <p:cNvSpPr/>
            <p:nvPr/>
          </p:nvSpPr>
          <p:spPr>
            <a:xfrm>
              <a:off x="3553667" y="4489922"/>
              <a:ext cx="108945" cy="87656"/>
            </a:xfrm>
            <a:custGeom>
              <a:avLst/>
              <a:gdLst/>
              <a:ahLst/>
              <a:cxnLst/>
              <a:rect l="l" t="t" r="r" b="b"/>
              <a:pathLst>
                <a:path w="2702" h="2174" extrusionOk="0">
                  <a:moveTo>
                    <a:pt x="1" y="1"/>
                  </a:moveTo>
                  <a:lnTo>
                    <a:pt x="1" y="2173"/>
                  </a:lnTo>
                  <a:lnTo>
                    <a:pt x="2702" y="2173"/>
                  </a:lnTo>
                  <a:lnTo>
                    <a:pt x="2702"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63"/>
            <p:cNvSpPr/>
            <p:nvPr/>
          </p:nvSpPr>
          <p:spPr>
            <a:xfrm>
              <a:off x="3356588" y="4340097"/>
              <a:ext cx="394249" cy="237485"/>
            </a:xfrm>
            <a:custGeom>
              <a:avLst/>
              <a:gdLst/>
              <a:ahLst/>
              <a:cxnLst/>
              <a:rect l="l" t="t" r="r" b="b"/>
              <a:pathLst>
                <a:path w="9778" h="5890" extrusionOk="0">
                  <a:moveTo>
                    <a:pt x="1501" y="1"/>
                  </a:moveTo>
                  <a:cubicBezTo>
                    <a:pt x="1144" y="1"/>
                    <a:pt x="815" y="129"/>
                    <a:pt x="544" y="344"/>
                  </a:cubicBezTo>
                  <a:cubicBezTo>
                    <a:pt x="214" y="629"/>
                    <a:pt x="14" y="1030"/>
                    <a:pt x="14" y="1458"/>
                  </a:cubicBezTo>
                  <a:cubicBezTo>
                    <a:pt x="1" y="1887"/>
                    <a:pt x="186" y="2301"/>
                    <a:pt x="500" y="2602"/>
                  </a:cubicBezTo>
                  <a:lnTo>
                    <a:pt x="4074" y="5889"/>
                  </a:lnTo>
                  <a:lnTo>
                    <a:pt x="5703" y="5889"/>
                  </a:lnTo>
                  <a:lnTo>
                    <a:pt x="9276" y="2602"/>
                  </a:lnTo>
                  <a:cubicBezTo>
                    <a:pt x="9591" y="2301"/>
                    <a:pt x="9777" y="1887"/>
                    <a:pt x="9762" y="1458"/>
                  </a:cubicBezTo>
                  <a:cubicBezTo>
                    <a:pt x="9749" y="1030"/>
                    <a:pt x="9562" y="629"/>
                    <a:pt x="9234" y="344"/>
                  </a:cubicBezTo>
                  <a:cubicBezTo>
                    <a:pt x="8962" y="129"/>
                    <a:pt x="8619" y="1"/>
                    <a:pt x="8276"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63"/>
            <p:cNvSpPr/>
            <p:nvPr/>
          </p:nvSpPr>
          <p:spPr>
            <a:xfrm>
              <a:off x="3401544" y="4272078"/>
              <a:ext cx="304335" cy="305505"/>
            </a:xfrm>
            <a:custGeom>
              <a:avLst/>
              <a:gdLst/>
              <a:ahLst/>
              <a:cxnLst/>
              <a:rect l="l" t="t" r="r" b="b"/>
              <a:pathLst>
                <a:path w="7548" h="7577" extrusionOk="0">
                  <a:moveTo>
                    <a:pt x="1744" y="1"/>
                  </a:moveTo>
                  <a:cubicBezTo>
                    <a:pt x="1544" y="1"/>
                    <a:pt x="1358" y="43"/>
                    <a:pt x="1173" y="115"/>
                  </a:cubicBezTo>
                  <a:cubicBezTo>
                    <a:pt x="715" y="272"/>
                    <a:pt x="357" y="630"/>
                    <a:pt x="172" y="1087"/>
                  </a:cubicBezTo>
                  <a:cubicBezTo>
                    <a:pt x="1" y="1530"/>
                    <a:pt x="29" y="2044"/>
                    <a:pt x="258" y="2473"/>
                  </a:cubicBezTo>
                  <a:lnTo>
                    <a:pt x="2945" y="7576"/>
                  </a:lnTo>
                  <a:lnTo>
                    <a:pt x="4588" y="7576"/>
                  </a:lnTo>
                  <a:lnTo>
                    <a:pt x="7290" y="2473"/>
                  </a:lnTo>
                  <a:cubicBezTo>
                    <a:pt x="7519" y="2044"/>
                    <a:pt x="7547" y="1530"/>
                    <a:pt x="7361" y="1087"/>
                  </a:cubicBezTo>
                  <a:cubicBezTo>
                    <a:pt x="7190" y="630"/>
                    <a:pt x="6833" y="272"/>
                    <a:pt x="6375" y="115"/>
                  </a:cubicBezTo>
                  <a:cubicBezTo>
                    <a:pt x="6189" y="43"/>
                    <a:pt x="6004" y="1"/>
                    <a:pt x="5804" y="1"/>
                  </a:cubicBezTo>
                  <a:cubicBezTo>
                    <a:pt x="5575" y="1"/>
                    <a:pt x="5360" y="58"/>
                    <a:pt x="5146" y="144"/>
                  </a:cubicBezTo>
                  <a:lnTo>
                    <a:pt x="2402" y="144"/>
                  </a:lnTo>
                  <a:cubicBezTo>
                    <a:pt x="2187" y="58"/>
                    <a:pt x="1958" y="1"/>
                    <a:pt x="1744"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63"/>
            <p:cNvSpPr/>
            <p:nvPr/>
          </p:nvSpPr>
          <p:spPr>
            <a:xfrm>
              <a:off x="3479319" y="4235227"/>
              <a:ext cx="148740" cy="342357"/>
            </a:xfrm>
            <a:custGeom>
              <a:avLst/>
              <a:gdLst/>
              <a:ahLst/>
              <a:cxnLst/>
              <a:rect l="l" t="t" r="r" b="b"/>
              <a:pathLst>
                <a:path w="3689" h="8491" extrusionOk="0">
                  <a:moveTo>
                    <a:pt x="1845" y="0"/>
                  </a:moveTo>
                  <a:cubicBezTo>
                    <a:pt x="1330" y="0"/>
                    <a:pt x="830" y="229"/>
                    <a:pt x="501" y="614"/>
                  </a:cubicBezTo>
                  <a:cubicBezTo>
                    <a:pt x="158" y="1001"/>
                    <a:pt x="1" y="1529"/>
                    <a:pt x="73" y="2044"/>
                  </a:cubicBezTo>
                  <a:lnTo>
                    <a:pt x="1030" y="8490"/>
                  </a:lnTo>
                  <a:lnTo>
                    <a:pt x="2659" y="8490"/>
                  </a:lnTo>
                  <a:lnTo>
                    <a:pt x="3617" y="2044"/>
                  </a:lnTo>
                  <a:cubicBezTo>
                    <a:pt x="3688" y="1529"/>
                    <a:pt x="3532" y="1001"/>
                    <a:pt x="3189" y="614"/>
                  </a:cubicBezTo>
                  <a:cubicBezTo>
                    <a:pt x="2846" y="229"/>
                    <a:pt x="2360" y="0"/>
                    <a:pt x="1845"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1" name="Google Shape;2941;p63"/>
          <p:cNvGrpSpPr/>
          <p:nvPr/>
        </p:nvGrpSpPr>
        <p:grpSpPr>
          <a:xfrm>
            <a:off x="4105584" y="4243591"/>
            <a:ext cx="310431" cy="359469"/>
            <a:chOff x="4061967" y="4209866"/>
            <a:chExt cx="339454" cy="393077"/>
          </a:xfrm>
        </p:grpSpPr>
        <p:sp>
          <p:nvSpPr>
            <p:cNvPr id="2942" name="Google Shape;2942;p63"/>
            <p:cNvSpPr/>
            <p:nvPr/>
          </p:nvSpPr>
          <p:spPr>
            <a:xfrm>
              <a:off x="4061967" y="4209866"/>
              <a:ext cx="339454" cy="203455"/>
            </a:xfrm>
            <a:custGeom>
              <a:avLst/>
              <a:gdLst/>
              <a:ahLst/>
              <a:cxnLst/>
              <a:rect l="l" t="t" r="r" b="b"/>
              <a:pathLst>
                <a:path w="8419" h="5046" extrusionOk="0">
                  <a:moveTo>
                    <a:pt x="5404" y="0"/>
                  </a:moveTo>
                  <a:cubicBezTo>
                    <a:pt x="4989" y="0"/>
                    <a:pt x="4588" y="115"/>
                    <a:pt x="4245" y="343"/>
                  </a:cubicBezTo>
                  <a:cubicBezTo>
                    <a:pt x="3988" y="500"/>
                    <a:pt x="3774" y="700"/>
                    <a:pt x="3616" y="957"/>
                  </a:cubicBezTo>
                  <a:cubicBezTo>
                    <a:pt x="3374" y="843"/>
                    <a:pt x="3102" y="772"/>
                    <a:pt x="2831" y="772"/>
                  </a:cubicBezTo>
                  <a:cubicBezTo>
                    <a:pt x="1844" y="772"/>
                    <a:pt x="1044" y="1529"/>
                    <a:pt x="958" y="2472"/>
                  </a:cubicBezTo>
                  <a:cubicBezTo>
                    <a:pt x="401" y="2659"/>
                    <a:pt x="1" y="3216"/>
                    <a:pt x="58" y="3845"/>
                  </a:cubicBezTo>
                  <a:cubicBezTo>
                    <a:pt x="115" y="4531"/>
                    <a:pt x="701" y="5045"/>
                    <a:pt x="1387" y="5045"/>
                  </a:cubicBezTo>
                  <a:lnTo>
                    <a:pt x="6732" y="5045"/>
                  </a:lnTo>
                  <a:cubicBezTo>
                    <a:pt x="7619" y="5045"/>
                    <a:pt x="8390" y="4317"/>
                    <a:pt x="8405" y="3431"/>
                  </a:cubicBezTo>
                  <a:cubicBezTo>
                    <a:pt x="8419" y="2802"/>
                    <a:pt x="8091" y="2230"/>
                    <a:pt x="7548" y="1944"/>
                  </a:cubicBezTo>
                  <a:cubicBezTo>
                    <a:pt x="7490" y="1443"/>
                    <a:pt x="7276" y="972"/>
                    <a:pt x="6919" y="614"/>
                  </a:cubicBezTo>
                  <a:cubicBezTo>
                    <a:pt x="6504" y="214"/>
                    <a:pt x="5975" y="0"/>
                    <a:pt x="54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63"/>
            <p:cNvSpPr/>
            <p:nvPr/>
          </p:nvSpPr>
          <p:spPr>
            <a:xfrm>
              <a:off x="4159941" y="4305503"/>
              <a:ext cx="144668" cy="297441"/>
            </a:xfrm>
            <a:custGeom>
              <a:avLst/>
              <a:gdLst/>
              <a:ahLst/>
              <a:cxnLst/>
              <a:rect l="l" t="t" r="r" b="b"/>
              <a:pathLst>
                <a:path w="3588" h="7377" extrusionOk="0">
                  <a:moveTo>
                    <a:pt x="2616" y="1"/>
                  </a:moveTo>
                  <a:lnTo>
                    <a:pt x="1" y="3788"/>
                  </a:lnTo>
                  <a:lnTo>
                    <a:pt x="1272" y="4388"/>
                  </a:lnTo>
                  <a:lnTo>
                    <a:pt x="973" y="7376"/>
                  </a:lnTo>
                  <a:lnTo>
                    <a:pt x="3588" y="3603"/>
                  </a:lnTo>
                  <a:lnTo>
                    <a:pt x="2316" y="2988"/>
                  </a:lnTo>
                  <a:lnTo>
                    <a:pt x="2616"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4" name="Google Shape;2944;p63"/>
          <p:cNvGrpSpPr/>
          <p:nvPr/>
        </p:nvGrpSpPr>
        <p:grpSpPr>
          <a:xfrm>
            <a:off x="4726944" y="4243038"/>
            <a:ext cx="309915" cy="360538"/>
            <a:chOff x="4741420" y="4209262"/>
            <a:chExt cx="338890" cy="394246"/>
          </a:xfrm>
        </p:grpSpPr>
        <p:sp>
          <p:nvSpPr>
            <p:cNvPr id="2945" name="Google Shape;2945;p63"/>
            <p:cNvSpPr/>
            <p:nvPr/>
          </p:nvSpPr>
          <p:spPr>
            <a:xfrm>
              <a:off x="4910840" y="4209262"/>
              <a:ext cx="77253" cy="73261"/>
            </a:xfrm>
            <a:custGeom>
              <a:avLst/>
              <a:gdLst/>
              <a:ahLst/>
              <a:cxnLst/>
              <a:rect l="l" t="t" r="r" b="b"/>
              <a:pathLst>
                <a:path w="1916" h="1817" extrusionOk="0">
                  <a:moveTo>
                    <a:pt x="987" y="0"/>
                  </a:moveTo>
                  <a:cubicBezTo>
                    <a:pt x="444" y="0"/>
                    <a:pt x="0" y="444"/>
                    <a:pt x="0" y="987"/>
                  </a:cubicBezTo>
                  <a:lnTo>
                    <a:pt x="0" y="1816"/>
                  </a:lnTo>
                  <a:lnTo>
                    <a:pt x="915" y="1816"/>
                  </a:lnTo>
                  <a:cubicBezTo>
                    <a:pt x="1473" y="1816"/>
                    <a:pt x="1916" y="1373"/>
                    <a:pt x="1916" y="829"/>
                  </a:cubicBezTo>
                  <a:lnTo>
                    <a:pt x="191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63"/>
            <p:cNvSpPr/>
            <p:nvPr/>
          </p:nvSpPr>
          <p:spPr>
            <a:xfrm>
              <a:off x="4854353" y="4209866"/>
              <a:ext cx="68060" cy="133137"/>
            </a:xfrm>
            <a:custGeom>
              <a:avLst/>
              <a:gdLst/>
              <a:ahLst/>
              <a:cxnLst/>
              <a:rect l="l" t="t" r="r" b="b"/>
              <a:pathLst>
                <a:path w="1688" h="3302" extrusionOk="0">
                  <a:moveTo>
                    <a:pt x="1" y="0"/>
                  </a:moveTo>
                  <a:lnTo>
                    <a:pt x="1" y="572"/>
                  </a:lnTo>
                  <a:cubicBezTo>
                    <a:pt x="616" y="572"/>
                    <a:pt x="1115" y="1087"/>
                    <a:pt x="1115" y="1701"/>
                  </a:cubicBezTo>
                  <a:lnTo>
                    <a:pt x="1115" y="3301"/>
                  </a:lnTo>
                  <a:lnTo>
                    <a:pt x="1687" y="3301"/>
                  </a:lnTo>
                  <a:lnTo>
                    <a:pt x="1687" y="1701"/>
                  </a:lnTo>
                  <a:cubicBezTo>
                    <a:pt x="1687" y="757"/>
                    <a:pt x="930" y="0"/>
                    <a:pt x="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63"/>
            <p:cNvSpPr/>
            <p:nvPr/>
          </p:nvSpPr>
          <p:spPr>
            <a:xfrm>
              <a:off x="4741420" y="4313607"/>
              <a:ext cx="338890" cy="289901"/>
            </a:xfrm>
            <a:custGeom>
              <a:avLst/>
              <a:gdLst/>
              <a:ahLst/>
              <a:cxnLst/>
              <a:rect l="l" t="t" r="r" b="b"/>
              <a:pathLst>
                <a:path w="8405" h="7190" extrusionOk="0">
                  <a:moveTo>
                    <a:pt x="2459" y="0"/>
                  </a:moveTo>
                  <a:cubicBezTo>
                    <a:pt x="2245" y="0"/>
                    <a:pt x="2045" y="29"/>
                    <a:pt x="1845" y="86"/>
                  </a:cubicBezTo>
                  <a:cubicBezTo>
                    <a:pt x="1187" y="257"/>
                    <a:pt x="644" y="700"/>
                    <a:pt x="329" y="1315"/>
                  </a:cubicBezTo>
                  <a:cubicBezTo>
                    <a:pt x="29" y="1915"/>
                    <a:pt x="0" y="2615"/>
                    <a:pt x="244" y="3244"/>
                  </a:cubicBezTo>
                  <a:lnTo>
                    <a:pt x="1273" y="5874"/>
                  </a:lnTo>
                  <a:cubicBezTo>
                    <a:pt x="1429" y="6274"/>
                    <a:pt x="1687" y="6604"/>
                    <a:pt x="2045" y="6832"/>
                  </a:cubicBezTo>
                  <a:cubicBezTo>
                    <a:pt x="2388" y="7061"/>
                    <a:pt x="2773" y="7189"/>
                    <a:pt x="3188" y="7189"/>
                  </a:cubicBezTo>
                  <a:cubicBezTo>
                    <a:pt x="3373" y="7189"/>
                    <a:pt x="3545" y="7160"/>
                    <a:pt x="3716" y="7118"/>
                  </a:cubicBezTo>
                  <a:cubicBezTo>
                    <a:pt x="3888" y="7075"/>
                    <a:pt x="4046" y="7004"/>
                    <a:pt x="4202" y="6918"/>
                  </a:cubicBezTo>
                  <a:cubicBezTo>
                    <a:pt x="4345" y="7004"/>
                    <a:pt x="4517" y="7075"/>
                    <a:pt x="4675" y="7118"/>
                  </a:cubicBezTo>
                  <a:cubicBezTo>
                    <a:pt x="4846" y="7160"/>
                    <a:pt x="5031" y="7189"/>
                    <a:pt x="5218" y="7189"/>
                  </a:cubicBezTo>
                  <a:cubicBezTo>
                    <a:pt x="5618" y="7189"/>
                    <a:pt x="6018" y="7061"/>
                    <a:pt x="6361" y="6832"/>
                  </a:cubicBezTo>
                  <a:cubicBezTo>
                    <a:pt x="6704" y="6604"/>
                    <a:pt x="6975" y="6274"/>
                    <a:pt x="7133" y="5874"/>
                  </a:cubicBezTo>
                  <a:lnTo>
                    <a:pt x="8162" y="3244"/>
                  </a:lnTo>
                  <a:cubicBezTo>
                    <a:pt x="8405" y="2615"/>
                    <a:pt x="8376" y="1915"/>
                    <a:pt x="8062" y="1315"/>
                  </a:cubicBezTo>
                  <a:cubicBezTo>
                    <a:pt x="7762" y="700"/>
                    <a:pt x="7219" y="257"/>
                    <a:pt x="6561" y="86"/>
                  </a:cubicBezTo>
                  <a:cubicBezTo>
                    <a:pt x="6361" y="29"/>
                    <a:pt x="6146" y="0"/>
                    <a:pt x="5946" y="0"/>
                  </a:cubicBezTo>
                  <a:cubicBezTo>
                    <a:pt x="5561" y="0"/>
                    <a:pt x="5174" y="100"/>
                    <a:pt x="4831" y="286"/>
                  </a:cubicBezTo>
                  <a:cubicBezTo>
                    <a:pt x="4631" y="385"/>
                    <a:pt x="4417" y="443"/>
                    <a:pt x="4202" y="443"/>
                  </a:cubicBezTo>
                  <a:cubicBezTo>
                    <a:pt x="3989" y="443"/>
                    <a:pt x="3760" y="385"/>
                    <a:pt x="3573" y="286"/>
                  </a:cubicBezTo>
                  <a:cubicBezTo>
                    <a:pt x="3230" y="100"/>
                    <a:pt x="2845" y="0"/>
                    <a:pt x="245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8" name="Google Shape;2948;p63"/>
          <p:cNvGrpSpPr/>
          <p:nvPr/>
        </p:nvGrpSpPr>
        <p:grpSpPr>
          <a:xfrm>
            <a:off x="5348820" y="4243480"/>
            <a:ext cx="309435" cy="359573"/>
            <a:chOff x="5421437" y="4209745"/>
            <a:chExt cx="338365" cy="393191"/>
          </a:xfrm>
        </p:grpSpPr>
        <p:sp>
          <p:nvSpPr>
            <p:cNvPr id="2949" name="Google Shape;2949;p63"/>
            <p:cNvSpPr/>
            <p:nvPr/>
          </p:nvSpPr>
          <p:spPr>
            <a:xfrm>
              <a:off x="5421437" y="4209745"/>
              <a:ext cx="338365" cy="296392"/>
            </a:xfrm>
            <a:custGeom>
              <a:avLst/>
              <a:gdLst/>
              <a:ahLst/>
              <a:cxnLst/>
              <a:rect l="l" t="t" r="r" b="b"/>
              <a:pathLst>
                <a:path w="8392" h="7351" extrusionOk="0">
                  <a:moveTo>
                    <a:pt x="4189" y="0"/>
                  </a:moveTo>
                  <a:cubicBezTo>
                    <a:pt x="4156" y="0"/>
                    <a:pt x="4122" y="1"/>
                    <a:pt x="4088" y="3"/>
                  </a:cubicBezTo>
                  <a:cubicBezTo>
                    <a:pt x="3688" y="32"/>
                    <a:pt x="3303" y="188"/>
                    <a:pt x="3002" y="474"/>
                  </a:cubicBezTo>
                  <a:cubicBezTo>
                    <a:pt x="2702" y="746"/>
                    <a:pt x="2516" y="1103"/>
                    <a:pt x="2459" y="1490"/>
                  </a:cubicBezTo>
                  <a:cubicBezTo>
                    <a:pt x="2045" y="1604"/>
                    <a:pt x="1658" y="1846"/>
                    <a:pt x="1387" y="2176"/>
                  </a:cubicBezTo>
                  <a:cubicBezTo>
                    <a:pt x="1044" y="2576"/>
                    <a:pt x="858" y="3076"/>
                    <a:pt x="858" y="3605"/>
                  </a:cubicBezTo>
                  <a:cubicBezTo>
                    <a:pt x="858" y="3819"/>
                    <a:pt x="886" y="4034"/>
                    <a:pt x="944" y="4234"/>
                  </a:cubicBezTo>
                  <a:cubicBezTo>
                    <a:pt x="715" y="4334"/>
                    <a:pt x="515" y="4491"/>
                    <a:pt x="358" y="4691"/>
                  </a:cubicBezTo>
                  <a:cubicBezTo>
                    <a:pt x="129" y="4977"/>
                    <a:pt x="0" y="5349"/>
                    <a:pt x="0" y="5721"/>
                  </a:cubicBezTo>
                  <a:cubicBezTo>
                    <a:pt x="0" y="6621"/>
                    <a:pt x="730" y="7350"/>
                    <a:pt x="1630" y="7350"/>
                  </a:cubicBezTo>
                  <a:lnTo>
                    <a:pt x="6747" y="7350"/>
                  </a:lnTo>
                  <a:cubicBezTo>
                    <a:pt x="7648" y="7350"/>
                    <a:pt x="8391" y="6621"/>
                    <a:pt x="8391" y="5721"/>
                  </a:cubicBezTo>
                  <a:cubicBezTo>
                    <a:pt x="8391" y="5349"/>
                    <a:pt x="8262" y="4977"/>
                    <a:pt x="8019" y="4691"/>
                  </a:cubicBezTo>
                  <a:cubicBezTo>
                    <a:pt x="7862" y="4491"/>
                    <a:pt x="7662" y="4334"/>
                    <a:pt x="7433" y="4234"/>
                  </a:cubicBezTo>
                  <a:cubicBezTo>
                    <a:pt x="7490" y="4034"/>
                    <a:pt x="7519" y="3819"/>
                    <a:pt x="7519" y="3605"/>
                  </a:cubicBezTo>
                  <a:cubicBezTo>
                    <a:pt x="7519" y="3076"/>
                    <a:pt x="7333" y="2576"/>
                    <a:pt x="7004" y="2176"/>
                  </a:cubicBezTo>
                  <a:cubicBezTo>
                    <a:pt x="6718" y="1846"/>
                    <a:pt x="6333" y="1604"/>
                    <a:pt x="5918" y="1490"/>
                  </a:cubicBezTo>
                  <a:cubicBezTo>
                    <a:pt x="5861" y="1118"/>
                    <a:pt x="5689" y="775"/>
                    <a:pt x="5418" y="503"/>
                  </a:cubicBezTo>
                  <a:cubicBezTo>
                    <a:pt x="5084" y="183"/>
                    <a:pt x="4652" y="0"/>
                    <a:pt x="418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63"/>
            <p:cNvSpPr/>
            <p:nvPr/>
          </p:nvSpPr>
          <p:spPr>
            <a:xfrm>
              <a:off x="5536669" y="4310140"/>
              <a:ext cx="107251" cy="281272"/>
            </a:xfrm>
            <a:custGeom>
              <a:avLst/>
              <a:gdLst/>
              <a:ahLst/>
              <a:cxnLst/>
              <a:rect l="l" t="t" r="r" b="b"/>
              <a:pathLst>
                <a:path w="2660" h="6976" extrusionOk="0">
                  <a:moveTo>
                    <a:pt x="1045" y="0"/>
                  </a:moveTo>
                  <a:lnTo>
                    <a:pt x="1045" y="858"/>
                  </a:lnTo>
                  <a:lnTo>
                    <a:pt x="401" y="229"/>
                  </a:lnTo>
                  <a:lnTo>
                    <a:pt x="1" y="629"/>
                  </a:lnTo>
                  <a:lnTo>
                    <a:pt x="1045" y="1672"/>
                  </a:lnTo>
                  <a:lnTo>
                    <a:pt x="1045" y="2916"/>
                  </a:lnTo>
                  <a:lnTo>
                    <a:pt x="401" y="2287"/>
                  </a:lnTo>
                  <a:lnTo>
                    <a:pt x="1" y="2687"/>
                  </a:lnTo>
                  <a:lnTo>
                    <a:pt x="1045" y="3730"/>
                  </a:lnTo>
                  <a:lnTo>
                    <a:pt x="1045" y="6975"/>
                  </a:lnTo>
                  <a:lnTo>
                    <a:pt x="1617" y="6975"/>
                  </a:lnTo>
                  <a:lnTo>
                    <a:pt x="1617" y="2701"/>
                  </a:lnTo>
                  <a:lnTo>
                    <a:pt x="2660" y="1658"/>
                  </a:lnTo>
                  <a:lnTo>
                    <a:pt x="2259" y="1258"/>
                  </a:lnTo>
                  <a:lnTo>
                    <a:pt x="1617" y="1887"/>
                  </a:lnTo>
                  <a:lnTo>
                    <a:pt x="1617"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63"/>
            <p:cNvSpPr/>
            <p:nvPr/>
          </p:nvSpPr>
          <p:spPr>
            <a:xfrm>
              <a:off x="5484254" y="4579833"/>
              <a:ext cx="212688" cy="23103"/>
            </a:xfrm>
            <a:custGeom>
              <a:avLst/>
              <a:gdLst/>
              <a:ahLst/>
              <a:cxnLst/>
              <a:rect l="l" t="t" r="r" b="b"/>
              <a:pathLst>
                <a:path w="5275" h="573" extrusionOk="0">
                  <a:moveTo>
                    <a:pt x="1" y="1"/>
                  </a:moveTo>
                  <a:lnTo>
                    <a:pt x="1" y="572"/>
                  </a:lnTo>
                  <a:lnTo>
                    <a:pt x="5275" y="572"/>
                  </a:lnTo>
                  <a:lnTo>
                    <a:pt x="527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2" name="Google Shape;2952;p63"/>
          <p:cNvGrpSpPr/>
          <p:nvPr/>
        </p:nvGrpSpPr>
        <p:grpSpPr>
          <a:xfrm>
            <a:off x="5942232" y="4243591"/>
            <a:ext cx="362126" cy="359463"/>
            <a:chOff x="6070329" y="4209866"/>
            <a:chExt cx="395983" cy="393071"/>
          </a:xfrm>
        </p:grpSpPr>
        <p:sp>
          <p:nvSpPr>
            <p:cNvPr id="2953" name="Google Shape;2953;p63"/>
            <p:cNvSpPr/>
            <p:nvPr/>
          </p:nvSpPr>
          <p:spPr>
            <a:xfrm>
              <a:off x="6070329" y="4209866"/>
              <a:ext cx="395983" cy="235711"/>
            </a:xfrm>
            <a:custGeom>
              <a:avLst/>
              <a:gdLst/>
              <a:ahLst/>
              <a:cxnLst/>
              <a:rect l="l" t="t" r="r" b="b"/>
              <a:pathLst>
                <a:path w="9821" h="5846" extrusionOk="0">
                  <a:moveTo>
                    <a:pt x="6318" y="0"/>
                  </a:moveTo>
                  <a:cubicBezTo>
                    <a:pt x="5832" y="0"/>
                    <a:pt x="5375" y="128"/>
                    <a:pt x="4975" y="386"/>
                  </a:cubicBezTo>
                  <a:cubicBezTo>
                    <a:pt x="4675" y="586"/>
                    <a:pt x="4418" y="843"/>
                    <a:pt x="4231" y="1144"/>
                  </a:cubicBezTo>
                  <a:cubicBezTo>
                    <a:pt x="3932" y="986"/>
                    <a:pt x="3603" y="915"/>
                    <a:pt x="3274" y="915"/>
                  </a:cubicBezTo>
                  <a:cubicBezTo>
                    <a:pt x="2145" y="915"/>
                    <a:pt x="1216" y="1801"/>
                    <a:pt x="1130" y="2901"/>
                  </a:cubicBezTo>
                  <a:cubicBezTo>
                    <a:pt x="473" y="3101"/>
                    <a:pt x="1" y="3745"/>
                    <a:pt x="58" y="4460"/>
                  </a:cubicBezTo>
                  <a:cubicBezTo>
                    <a:pt x="130" y="5245"/>
                    <a:pt x="787" y="5846"/>
                    <a:pt x="1573" y="5846"/>
                  </a:cubicBezTo>
                  <a:lnTo>
                    <a:pt x="7891" y="5846"/>
                  </a:lnTo>
                  <a:cubicBezTo>
                    <a:pt x="8920" y="5846"/>
                    <a:pt x="9777" y="5032"/>
                    <a:pt x="9806" y="4016"/>
                  </a:cubicBezTo>
                  <a:cubicBezTo>
                    <a:pt x="9821" y="3602"/>
                    <a:pt x="9706" y="3202"/>
                    <a:pt x="9478" y="2873"/>
                  </a:cubicBezTo>
                  <a:cubicBezTo>
                    <a:pt x="9306" y="2615"/>
                    <a:pt x="9063" y="2415"/>
                    <a:pt x="8792" y="2272"/>
                  </a:cubicBezTo>
                  <a:cubicBezTo>
                    <a:pt x="8734" y="1672"/>
                    <a:pt x="8491" y="1129"/>
                    <a:pt x="8062" y="715"/>
                  </a:cubicBezTo>
                  <a:cubicBezTo>
                    <a:pt x="7591" y="243"/>
                    <a:pt x="6976" y="0"/>
                    <a:pt x="6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63"/>
            <p:cNvSpPr/>
            <p:nvPr/>
          </p:nvSpPr>
          <p:spPr>
            <a:xfrm>
              <a:off x="6257650" y="4465730"/>
              <a:ext cx="23103" cy="61125"/>
            </a:xfrm>
            <a:custGeom>
              <a:avLst/>
              <a:gdLst/>
              <a:ahLst/>
              <a:cxnLst/>
              <a:rect l="l" t="t" r="r" b="b"/>
              <a:pathLst>
                <a:path w="573" h="1516" extrusionOk="0">
                  <a:moveTo>
                    <a:pt x="1" y="1"/>
                  </a:moveTo>
                  <a:lnTo>
                    <a:pt x="1" y="1516"/>
                  </a:lnTo>
                  <a:lnTo>
                    <a:pt x="572" y="1516"/>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63"/>
            <p:cNvSpPr/>
            <p:nvPr/>
          </p:nvSpPr>
          <p:spPr>
            <a:xfrm>
              <a:off x="6303775" y="4480729"/>
              <a:ext cx="23063" cy="34595"/>
            </a:xfrm>
            <a:custGeom>
              <a:avLst/>
              <a:gdLst/>
              <a:ahLst/>
              <a:cxnLst/>
              <a:rect l="l" t="t" r="r" b="b"/>
              <a:pathLst>
                <a:path w="572" h="858" extrusionOk="0">
                  <a:moveTo>
                    <a:pt x="0" y="0"/>
                  </a:moveTo>
                  <a:lnTo>
                    <a:pt x="0" y="858"/>
                  </a:lnTo>
                  <a:lnTo>
                    <a:pt x="572" y="858"/>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63"/>
            <p:cNvSpPr/>
            <p:nvPr/>
          </p:nvSpPr>
          <p:spPr>
            <a:xfrm>
              <a:off x="6349860" y="4473189"/>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63"/>
            <p:cNvSpPr/>
            <p:nvPr/>
          </p:nvSpPr>
          <p:spPr>
            <a:xfrm>
              <a:off x="6349860" y="4519314"/>
              <a:ext cx="23103" cy="61730"/>
            </a:xfrm>
            <a:custGeom>
              <a:avLst/>
              <a:gdLst/>
              <a:ahLst/>
              <a:cxnLst/>
              <a:rect l="l" t="t" r="r" b="b"/>
              <a:pathLst>
                <a:path w="573" h="1531" extrusionOk="0">
                  <a:moveTo>
                    <a:pt x="1" y="0"/>
                  </a:moveTo>
                  <a:lnTo>
                    <a:pt x="1" y="1530"/>
                  </a:lnTo>
                  <a:lnTo>
                    <a:pt x="572" y="1530"/>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63"/>
            <p:cNvSpPr/>
            <p:nvPr/>
          </p:nvSpPr>
          <p:spPr>
            <a:xfrm>
              <a:off x="6395944" y="4465730"/>
              <a:ext cx="23103" cy="23103"/>
            </a:xfrm>
            <a:custGeom>
              <a:avLst/>
              <a:gdLst/>
              <a:ahLst/>
              <a:cxnLst/>
              <a:rect l="l" t="t" r="r" b="b"/>
              <a:pathLst>
                <a:path w="573" h="573" extrusionOk="0">
                  <a:moveTo>
                    <a:pt x="1" y="1"/>
                  </a:moveTo>
                  <a:lnTo>
                    <a:pt x="1" y="572"/>
                  </a:lnTo>
                  <a:lnTo>
                    <a:pt x="573" y="572"/>
                  </a:lnTo>
                  <a:lnTo>
                    <a:pt x="573"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63"/>
            <p:cNvSpPr/>
            <p:nvPr/>
          </p:nvSpPr>
          <p:spPr>
            <a:xfrm>
              <a:off x="6395944" y="4511815"/>
              <a:ext cx="23103" cy="23103"/>
            </a:xfrm>
            <a:custGeom>
              <a:avLst/>
              <a:gdLst/>
              <a:ahLst/>
              <a:cxnLst/>
              <a:rect l="l" t="t" r="r" b="b"/>
              <a:pathLst>
                <a:path w="573" h="573" extrusionOk="0">
                  <a:moveTo>
                    <a:pt x="1" y="1"/>
                  </a:moveTo>
                  <a:lnTo>
                    <a:pt x="1" y="573"/>
                  </a:lnTo>
                  <a:lnTo>
                    <a:pt x="573" y="573"/>
                  </a:lnTo>
                  <a:lnTo>
                    <a:pt x="573"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63"/>
            <p:cNvSpPr/>
            <p:nvPr/>
          </p:nvSpPr>
          <p:spPr>
            <a:xfrm>
              <a:off x="6119357" y="4465730"/>
              <a:ext cx="23063" cy="23103"/>
            </a:xfrm>
            <a:custGeom>
              <a:avLst/>
              <a:gdLst/>
              <a:ahLst/>
              <a:cxnLst/>
              <a:rect l="l" t="t" r="r" b="b"/>
              <a:pathLst>
                <a:path w="572" h="573" extrusionOk="0">
                  <a:moveTo>
                    <a:pt x="0" y="1"/>
                  </a:moveTo>
                  <a:lnTo>
                    <a:pt x="0"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63"/>
            <p:cNvSpPr/>
            <p:nvPr/>
          </p:nvSpPr>
          <p:spPr>
            <a:xfrm>
              <a:off x="6119357" y="4511815"/>
              <a:ext cx="23063" cy="23103"/>
            </a:xfrm>
            <a:custGeom>
              <a:avLst/>
              <a:gdLst/>
              <a:ahLst/>
              <a:cxnLst/>
              <a:rect l="l" t="t" r="r" b="b"/>
              <a:pathLst>
                <a:path w="572" h="573" extrusionOk="0">
                  <a:moveTo>
                    <a:pt x="0" y="1"/>
                  </a:moveTo>
                  <a:lnTo>
                    <a:pt x="0" y="573"/>
                  </a:lnTo>
                  <a:lnTo>
                    <a:pt x="572" y="573"/>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63"/>
            <p:cNvSpPr/>
            <p:nvPr/>
          </p:nvSpPr>
          <p:spPr>
            <a:xfrm>
              <a:off x="6303775" y="4539514"/>
              <a:ext cx="23063" cy="63423"/>
            </a:xfrm>
            <a:custGeom>
              <a:avLst/>
              <a:gdLst/>
              <a:ahLst/>
              <a:cxnLst/>
              <a:rect l="l" t="t" r="r" b="b"/>
              <a:pathLst>
                <a:path w="572" h="1573" extrusionOk="0">
                  <a:moveTo>
                    <a:pt x="0" y="0"/>
                  </a:moveTo>
                  <a:lnTo>
                    <a:pt x="0" y="1572"/>
                  </a:lnTo>
                  <a:lnTo>
                    <a:pt x="572" y="1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63"/>
            <p:cNvSpPr/>
            <p:nvPr/>
          </p:nvSpPr>
          <p:spPr>
            <a:xfrm>
              <a:off x="6257650" y="4551005"/>
              <a:ext cx="23103" cy="23103"/>
            </a:xfrm>
            <a:custGeom>
              <a:avLst/>
              <a:gdLst/>
              <a:ahLst/>
              <a:cxnLst/>
              <a:rect l="l" t="t" r="r" b="b"/>
              <a:pathLst>
                <a:path w="573" h="573" extrusionOk="0">
                  <a:moveTo>
                    <a:pt x="1" y="1"/>
                  </a:moveTo>
                  <a:lnTo>
                    <a:pt x="1" y="573"/>
                  </a:lnTo>
                  <a:lnTo>
                    <a:pt x="572" y="573"/>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63"/>
            <p:cNvSpPr/>
            <p:nvPr/>
          </p:nvSpPr>
          <p:spPr>
            <a:xfrm>
              <a:off x="6211566" y="4480729"/>
              <a:ext cx="23063" cy="34595"/>
            </a:xfrm>
            <a:custGeom>
              <a:avLst/>
              <a:gdLst/>
              <a:ahLst/>
              <a:cxnLst/>
              <a:rect l="l" t="t" r="r" b="b"/>
              <a:pathLst>
                <a:path w="572" h="858" extrusionOk="0">
                  <a:moveTo>
                    <a:pt x="0" y="0"/>
                  </a:moveTo>
                  <a:lnTo>
                    <a:pt x="0" y="858"/>
                  </a:lnTo>
                  <a:lnTo>
                    <a:pt x="572" y="858"/>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63"/>
            <p:cNvSpPr/>
            <p:nvPr/>
          </p:nvSpPr>
          <p:spPr>
            <a:xfrm>
              <a:off x="6165441" y="4473189"/>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63"/>
            <p:cNvSpPr/>
            <p:nvPr/>
          </p:nvSpPr>
          <p:spPr>
            <a:xfrm>
              <a:off x="6165441" y="4519314"/>
              <a:ext cx="23103" cy="61730"/>
            </a:xfrm>
            <a:custGeom>
              <a:avLst/>
              <a:gdLst/>
              <a:ahLst/>
              <a:cxnLst/>
              <a:rect l="l" t="t" r="r" b="b"/>
              <a:pathLst>
                <a:path w="573" h="1531" extrusionOk="0">
                  <a:moveTo>
                    <a:pt x="1" y="0"/>
                  </a:moveTo>
                  <a:lnTo>
                    <a:pt x="1" y="1530"/>
                  </a:lnTo>
                  <a:lnTo>
                    <a:pt x="572" y="1530"/>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63"/>
            <p:cNvSpPr/>
            <p:nvPr/>
          </p:nvSpPr>
          <p:spPr>
            <a:xfrm>
              <a:off x="6211566" y="4539514"/>
              <a:ext cx="23063" cy="63423"/>
            </a:xfrm>
            <a:custGeom>
              <a:avLst/>
              <a:gdLst/>
              <a:ahLst/>
              <a:cxnLst/>
              <a:rect l="l" t="t" r="r" b="b"/>
              <a:pathLst>
                <a:path w="572" h="1573" extrusionOk="0">
                  <a:moveTo>
                    <a:pt x="0" y="0"/>
                  </a:moveTo>
                  <a:lnTo>
                    <a:pt x="0" y="1572"/>
                  </a:lnTo>
                  <a:lnTo>
                    <a:pt x="572" y="1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8" name="Google Shape;2968;p63"/>
          <p:cNvGrpSpPr/>
          <p:nvPr/>
        </p:nvGrpSpPr>
        <p:grpSpPr>
          <a:xfrm>
            <a:off x="6563629" y="4258856"/>
            <a:ext cx="366841" cy="328896"/>
            <a:chOff x="6749822" y="4226558"/>
            <a:chExt cx="401138" cy="359645"/>
          </a:xfrm>
        </p:grpSpPr>
        <p:sp>
          <p:nvSpPr>
            <p:cNvPr id="2969" name="Google Shape;2969;p63"/>
            <p:cNvSpPr/>
            <p:nvPr/>
          </p:nvSpPr>
          <p:spPr>
            <a:xfrm>
              <a:off x="6849491" y="4374690"/>
              <a:ext cx="75560" cy="199987"/>
            </a:xfrm>
            <a:custGeom>
              <a:avLst/>
              <a:gdLst/>
              <a:ahLst/>
              <a:cxnLst/>
              <a:rect l="l" t="t" r="r" b="b"/>
              <a:pathLst>
                <a:path w="1874" h="4960" extrusionOk="0">
                  <a:moveTo>
                    <a:pt x="0" y="0"/>
                  </a:moveTo>
                  <a:lnTo>
                    <a:pt x="0" y="4959"/>
                  </a:lnTo>
                  <a:lnTo>
                    <a:pt x="1873" y="4959"/>
                  </a:lnTo>
                  <a:lnTo>
                    <a:pt x="18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63"/>
            <p:cNvSpPr/>
            <p:nvPr/>
          </p:nvSpPr>
          <p:spPr>
            <a:xfrm>
              <a:off x="6749822" y="4226558"/>
              <a:ext cx="274337" cy="171199"/>
            </a:xfrm>
            <a:custGeom>
              <a:avLst/>
              <a:gdLst/>
              <a:ahLst/>
              <a:cxnLst/>
              <a:rect l="l" t="t" r="r" b="b"/>
              <a:pathLst>
                <a:path w="6804" h="4246" extrusionOk="0">
                  <a:moveTo>
                    <a:pt x="3416" y="0"/>
                  </a:moveTo>
                  <a:cubicBezTo>
                    <a:pt x="2558" y="0"/>
                    <a:pt x="1786" y="543"/>
                    <a:pt x="1500" y="1344"/>
                  </a:cubicBezTo>
                  <a:lnTo>
                    <a:pt x="1300" y="1887"/>
                  </a:lnTo>
                  <a:cubicBezTo>
                    <a:pt x="1258" y="1988"/>
                    <a:pt x="1186" y="2073"/>
                    <a:pt x="1086" y="2116"/>
                  </a:cubicBezTo>
                  <a:lnTo>
                    <a:pt x="600" y="2359"/>
                  </a:lnTo>
                  <a:cubicBezTo>
                    <a:pt x="286" y="2516"/>
                    <a:pt x="57" y="2830"/>
                    <a:pt x="42" y="3188"/>
                  </a:cubicBezTo>
                  <a:cubicBezTo>
                    <a:pt x="0" y="3774"/>
                    <a:pt x="458" y="4246"/>
                    <a:pt x="1029" y="4246"/>
                  </a:cubicBezTo>
                  <a:lnTo>
                    <a:pt x="5788" y="4246"/>
                  </a:lnTo>
                  <a:cubicBezTo>
                    <a:pt x="6318" y="4246"/>
                    <a:pt x="6775" y="3817"/>
                    <a:pt x="6789" y="3288"/>
                  </a:cubicBezTo>
                  <a:cubicBezTo>
                    <a:pt x="6804" y="2902"/>
                    <a:pt x="6589" y="2544"/>
                    <a:pt x="6246" y="2373"/>
                  </a:cubicBezTo>
                  <a:lnTo>
                    <a:pt x="5746" y="2116"/>
                  </a:lnTo>
                  <a:cubicBezTo>
                    <a:pt x="5645" y="2073"/>
                    <a:pt x="5575" y="1988"/>
                    <a:pt x="5531" y="1887"/>
                  </a:cubicBezTo>
                  <a:lnTo>
                    <a:pt x="5346" y="1344"/>
                  </a:lnTo>
                  <a:cubicBezTo>
                    <a:pt x="5045" y="543"/>
                    <a:pt x="4273" y="0"/>
                    <a:pt x="3416"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63"/>
            <p:cNvSpPr/>
            <p:nvPr/>
          </p:nvSpPr>
          <p:spPr>
            <a:xfrm>
              <a:off x="7014919" y="4501453"/>
              <a:ext cx="69713" cy="73221"/>
            </a:xfrm>
            <a:custGeom>
              <a:avLst/>
              <a:gdLst/>
              <a:ahLst/>
              <a:cxnLst/>
              <a:rect l="l" t="t" r="r" b="b"/>
              <a:pathLst>
                <a:path w="1729" h="1816" extrusionOk="0">
                  <a:moveTo>
                    <a:pt x="0" y="1"/>
                  </a:moveTo>
                  <a:lnTo>
                    <a:pt x="0" y="1815"/>
                  </a:lnTo>
                  <a:lnTo>
                    <a:pt x="1729" y="1815"/>
                  </a:lnTo>
                  <a:lnTo>
                    <a:pt x="1729"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63"/>
            <p:cNvSpPr/>
            <p:nvPr/>
          </p:nvSpPr>
          <p:spPr>
            <a:xfrm>
              <a:off x="6946901" y="4402430"/>
              <a:ext cx="204060" cy="122129"/>
            </a:xfrm>
            <a:custGeom>
              <a:avLst/>
              <a:gdLst/>
              <a:ahLst/>
              <a:cxnLst/>
              <a:rect l="l" t="t" r="r" b="b"/>
              <a:pathLst>
                <a:path w="5061" h="3029" extrusionOk="0">
                  <a:moveTo>
                    <a:pt x="2553" y="1"/>
                  </a:moveTo>
                  <a:cubicBezTo>
                    <a:pt x="1941" y="1"/>
                    <a:pt x="1385" y="365"/>
                    <a:pt x="1144" y="927"/>
                  </a:cubicBezTo>
                  <a:lnTo>
                    <a:pt x="1072" y="1098"/>
                  </a:lnTo>
                  <a:cubicBezTo>
                    <a:pt x="1043" y="1155"/>
                    <a:pt x="1001" y="1213"/>
                    <a:pt x="944" y="1241"/>
                  </a:cubicBezTo>
                  <a:lnTo>
                    <a:pt x="658" y="1384"/>
                  </a:lnTo>
                  <a:cubicBezTo>
                    <a:pt x="500" y="1456"/>
                    <a:pt x="372" y="1584"/>
                    <a:pt x="300" y="1756"/>
                  </a:cubicBezTo>
                  <a:cubicBezTo>
                    <a:pt x="0" y="2400"/>
                    <a:pt x="472" y="3028"/>
                    <a:pt x="1087" y="3028"/>
                  </a:cubicBezTo>
                  <a:lnTo>
                    <a:pt x="4102" y="3028"/>
                  </a:lnTo>
                  <a:cubicBezTo>
                    <a:pt x="4374" y="3028"/>
                    <a:pt x="4617" y="2899"/>
                    <a:pt x="4760" y="2671"/>
                  </a:cubicBezTo>
                  <a:cubicBezTo>
                    <a:pt x="5060" y="2156"/>
                    <a:pt x="4874" y="1584"/>
                    <a:pt x="4417" y="1370"/>
                  </a:cubicBezTo>
                  <a:lnTo>
                    <a:pt x="4159" y="1241"/>
                  </a:lnTo>
                  <a:cubicBezTo>
                    <a:pt x="4102" y="1213"/>
                    <a:pt x="4060" y="1155"/>
                    <a:pt x="4045" y="1098"/>
                  </a:cubicBezTo>
                  <a:lnTo>
                    <a:pt x="3931" y="856"/>
                  </a:lnTo>
                  <a:cubicBezTo>
                    <a:pt x="3816" y="584"/>
                    <a:pt x="3616" y="355"/>
                    <a:pt x="3345" y="212"/>
                  </a:cubicBezTo>
                  <a:cubicBezTo>
                    <a:pt x="3085" y="67"/>
                    <a:pt x="2814" y="1"/>
                    <a:pt x="2553"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63"/>
            <p:cNvSpPr/>
            <p:nvPr/>
          </p:nvSpPr>
          <p:spPr>
            <a:xfrm>
              <a:off x="6855256" y="4300302"/>
              <a:ext cx="23063" cy="23103"/>
            </a:xfrm>
            <a:custGeom>
              <a:avLst/>
              <a:gdLst/>
              <a:ahLst/>
              <a:cxnLst/>
              <a:rect l="l" t="t" r="r" b="b"/>
              <a:pathLst>
                <a:path w="572" h="573" extrusionOk="0">
                  <a:moveTo>
                    <a:pt x="0" y="1"/>
                  </a:moveTo>
                  <a:lnTo>
                    <a:pt x="0" y="572"/>
                  </a:lnTo>
                  <a:lnTo>
                    <a:pt x="572" y="572"/>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63"/>
            <p:cNvSpPr/>
            <p:nvPr/>
          </p:nvSpPr>
          <p:spPr>
            <a:xfrm>
              <a:off x="6903639" y="4309535"/>
              <a:ext cx="23103" cy="23103"/>
            </a:xfrm>
            <a:custGeom>
              <a:avLst/>
              <a:gdLst/>
              <a:ahLst/>
              <a:cxnLst/>
              <a:rect l="l" t="t" r="r" b="b"/>
              <a:pathLst>
                <a:path w="573" h="573" extrusionOk="0">
                  <a:moveTo>
                    <a:pt x="1" y="0"/>
                  </a:moveTo>
                  <a:lnTo>
                    <a:pt x="1" y="572"/>
                  </a:lnTo>
                  <a:lnTo>
                    <a:pt x="573" y="572"/>
                  </a:lnTo>
                  <a:lnTo>
                    <a:pt x="573" y="0"/>
                  </a:lnTo>
                  <a:close/>
                </a:path>
              </a:pathLst>
            </a:custGeom>
            <a:solidFill>
              <a:srgbClr val="FFD7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63"/>
            <p:cNvSpPr/>
            <p:nvPr/>
          </p:nvSpPr>
          <p:spPr>
            <a:xfrm>
              <a:off x="7050037" y="4459360"/>
              <a:ext cx="23103" cy="23103"/>
            </a:xfrm>
            <a:custGeom>
              <a:avLst/>
              <a:gdLst/>
              <a:ahLst/>
              <a:cxnLst/>
              <a:rect l="l" t="t" r="r" b="b"/>
              <a:pathLst>
                <a:path w="573" h="573" extrusionOk="0">
                  <a:moveTo>
                    <a:pt x="0" y="1"/>
                  </a:moveTo>
                  <a:lnTo>
                    <a:pt x="0" y="572"/>
                  </a:lnTo>
                  <a:lnTo>
                    <a:pt x="572" y="572"/>
                  </a:lnTo>
                  <a:lnTo>
                    <a:pt x="572" y="1"/>
                  </a:lnTo>
                  <a:close/>
                </a:path>
              </a:pathLst>
            </a:custGeom>
            <a:solidFill>
              <a:srgbClr val="FFD7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63"/>
            <p:cNvSpPr/>
            <p:nvPr/>
          </p:nvSpPr>
          <p:spPr>
            <a:xfrm>
              <a:off x="6751516" y="4563100"/>
              <a:ext cx="393080" cy="23103"/>
            </a:xfrm>
            <a:custGeom>
              <a:avLst/>
              <a:gdLst/>
              <a:ahLst/>
              <a:cxnLst/>
              <a:rect l="l" t="t" r="r" b="b"/>
              <a:pathLst>
                <a:path w="9749" h="573" extrusionOk="0">
                  <a:moveTo>
                    <a:pt x="0" y="1"/>
                  </a:moveTo>
                  <a:lnTo>
                    <a:pt x="0" y="572"/>
                  </a:lnTo>
                  <a:lnTo>
                    <a:pt x="9749" y="572"/>
                  </a:lnTo>
                  <a:lnTo>
                    <a:pt x="9749"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63"/>
            <p:cNvSpPr/>
            <p:nvPr/>
          </p:nvSpPr>
          <p:spPr>
            <a:xfrm>
              <a:off x="6903639" y="4309535"/>
              <a:ext cx="23103" cy="23103"/>
            </a:xfrm>
            <a:custGeom>
              <a:avLst/>
              <a:gdLst/>
              <a:ahLst/>
              <a:cxnLst/>
              <a:rect l="l" t="t" r="r" b="b"/>
              <a:pathLst>
                <a:path w="573" h="573" extrusionOk="0">
                  <a:moveTo>
                    <a:pt x="1" y="0"/>
                  </a:moveTo>
                  <a:lnTo>
                    <a:pt x="1" y="572"/>
                  </a:lnTo>
                  <a:lnTo>
                    <a:pt x="573" y="572"/>
                  </a:lnTo>
                  <a:lnTo>
                    <a:pt x="57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63"/>
            <p:cNvSpPr/>
            <p:nvPr/>
          </p:nvSpPr>
          <p:spPr>
            <a:xfrm>
              <a:off x="7050037" y="4459360"/>
              <a:ext cx="23103" cy="23103"/>
            </a:xfrm>
            <a:custGeom>
              <a:avLst/>
              <a:gdLst/>
              <a:ahLst/>
              <a:cxnLst/>
              <a:rect l="l" t="t" r="r" b="b"/>
              <a:pathLst>
                <a:path w="573" h="573" extrusionOk="0">
                  <a:moveTo>
                    <a:pt x="0" y="1"/>
                  </a:moveTo>
                  <a:lnTo>
                    <a:pt x="0" y="572"/>
                  </a:lnTo>
                  <a:lnTo>
                    <a:pt x="572" y="572"/>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9" name="Google Shape;2979;p63"/>
          <p:cNvGrpSpPr/>
          <p:nvPr/>
        </p:nvGrpSpPr>
        <p:grpSpPr>
          <a:xfrm>
            <a:off x="7186021" y="4243591"/>
            <a:ext cx="359982" cy="359466"/>
            <a:chOff x="7430405" y="4209866"/>
            <a:chExt cx="393638" cy="393074"/>
          </a:xfrm>
        </p:grpSpPr>
        <p:sp>
          <p:nvSpPr>
            <p:cNvPr id="2980" name="Google Shape;2980;p63"/>
            <p:cNvSpPr/>
            <p:nvPr/>
          </p:nvSpPr>
          <p:spPr>
            <a:xfrm>
              <a:off x="7637845" y="4209866"/>
              <a:ext cx="186198" cy="240912"/>
            </a:xfrm>
            <a:custGeom>
              <a:avLst/>
              <a:gdLst/>
              <a:ahLst/>
              <a:cxnLst/>
              <a:rect l="l" t="t" r="r" b="b"/>
              <a:pathLst>
                <a:path w="4618" h="5975" extrusionOk="0">
                  <a:moveTo>
                    <a:pt x="2230" y="0"/>
                  </a:moveTo>
                  <a:cubicBezTo>
                    <a:pt x="1001" y="0"/>
                    <a:pt x="1" y="986"/>
                    <a:pt x="1" y="2215"/>
                  </a:cubicBezTo>
                  <a:lnTo>
                    <a:pt x="1" y="5975"/>
                  </a:lnTo>
                  <a:lnTo>
                    <a:pt x="2388" y="5975"/>
                  </a:lnTo>
                  <a:cubicBezTo>
                    <a:pt x="3617" y="5975"/>
                    <a:pt x="4618" y="4988"/>
                    <a:pt x="4618" y="3759"/>
                  </a:cubicBezTo>
                  <a:lnTo>
                    <a:pt x="4618"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63"/>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63"/>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63"/>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63"/>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63"/>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63"/>
            <p:cNvSpPr/>
            <p:nvPr/>
          </p:nvSpPr>
          <p:spPr>
            <a:xfrm>
              <a:off x="7430405" y="4209866"/>
              <a:ext cx="186198" cy="240912"/>
            </a:xfrm>
            <a:custGeom>
              <a:avLst/>
              <a:gdLst/>
              <a:ahLst/>
              <a:cxnLst/>
              <a:rect l="l" t="t" r="r" b="b"/>
              <a:pathLst>
                <a:path w="4618" h="5975" extrusionOk="0">
                  <a:moveTo>
                    <a:pt x="0" y="0"/>
                  </a:moveTo>
                  <a:lnTo>
                    <a:pt x="0" y="3759"/>
                  </a:lnTo>
                  <a:cubicBezTo>
                    <a:pt x="0" y="4988"/>
                    <a:pt x="1001" y="5975"/>
                    <a:pt x="2230" y="5975"/>
                  </a:cubicBezTo>
                  <a:lnTo>
                    <a:pt x="4617" y="5975"/>
                  </a:lnTo>
                  <a:lnTo>
                    <a:pt x="4617" y="2230"/>
                  </a:lnTo>
                  <a:cubicBezTo>
                    <a:pt x="4617" y="1001"/>
                    <a:pt x="3617" y="0"/>
                    <a:pt x="238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63"/>
            <p:cNvSpPr/>
            <p:nvPr/>
          </p:nvSpPr>
          <p:spPr>
            <a:xfrm>
              <a:off x="7486327" y="4439241"/>
              <a:ext cx="118742" cy="117573"/>
            </a:xfrm>
            <a:custGeom>
              <a:avLst/>
              <a:gdLst/>
              <a:ahLst/>
              <a:cxnLst/>
              <a:rect l="l" t="t" r="r" b="b"/>
              <a:pathLst>
                <a:path w="2945" h="2916" extrusionOk="0">
                  <a:moveTo>
                    <a:pt x="1500" y="0"/>
                  </a:moveTo>
                  <a:cubicBezTo>
                    <a:pt x="715" y="0"/>
                    <a:pt x="57" y="629"/>
                    <a:pt x="29" y="1414"/>
                  </a:cubicBezTo>
                  <a:cubicBezTo>
                    <a:pt x="0" y="2244"/>
                    <a:pt x="658" y="2916"/>
                    <a:pt x="1487" y="2916"/>
                  </a:cubicBezTo>
                  <a:cubicBezTo>
                    <a:pt x="2287" y="2916"/>
                    <a:pt x="2945" y="2272"/>
                    <a:pt x="2945" y="1458"/>
                  </a:cubicBezTo>
                  <a:lnTo>
                    <a:pt x="29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63"/>
            <p:cNvSpPr/>
            <p:nvPr/>
          </p:nvSpPr>
          <p:spPr>
            <a:xfrm>
              <a:off x="7475320" y="4427710"/>
              <a:ext cx="140112" cy="175231"/>
            </a:xfrm>
            <a:custGeom>
              <a:avLst/>
              <a:gdLst/>
              <a:ahLst/>
              <a:cxnLst/>
              <a:rect l="l" t="t" r="r" b="b"/>
              <a:pathLst>
                <a:path w="3475" h="4346" extrusionOk="0">
                  <a:moveTo>
                    <a:pt x="2932" y="572"/>
                  </a:moveTo>
                  <a:lnTo>
                    <a:pt x="2932" y="1744"/>
                  </a:lnTo>
                  <a:cubicBezTo>
                    <a:pt x="2932" y="2398"/>
                    <a:pt x="2402" y="2917"/>
                    <a:pt x="1754" y="2917"/>
                  </a:cubicBezTo>
                  <a:cubicBezTo>
                    <a:pt x="1737" y="2917"/>
                    <a:pt x="1720" y="2917"/>
                    <a:pt x="1702" y="2916"/>
                  </a:cubicBezTo>
                  <a:cubicBezTo>
                    <a:pt x="1102" y="2887"/>
                    <a:pt x="616" y="2401"/>
                    <a:pt x="588" y="1801"/>
                  </a:cubicBezTo>
                  <a:cubicBezTo>
                    <a:pt x="559" y="1129"/>
                    <a:pt x="1087" y="572"/>
                    <a:pt x="1760" y="572"/>
                  </a:cubicBezTo>
                  <a:close/>
                  <a:moveTo>
                    <a:pt x="1773" y="0"/>
                  </a:moveTo>
                  <a:cubicBezTo>
                    <a:pt x="801" y="0"/>
                    <a:pt x="1" y="801"/>
                    <a:pt x="16" y="1758"/>
                  </a:cubicBezTo>
                  <a:cubicBezTo>
                    <a:pt x="16" y="2615"/>
                    <a:pt x="645" y="3330"/>
                    <a:pt x="1459" y="3459"/>
                  </a:cubicBezTo>
                  <a:lnTo>
                    <a:pt x="1459" y="4345"/>
                  </a:lnTo>
                  <a:lnTo>
                    <a:pt x="2031" y="4345"/>
                  </a:lnTo>
                  <a:lnTo>
                    <a:pt x="2031" y="3459"/>
                  </a:lnTo>
                  <a:cubicBezTo>
                    <a:pt x="2846" y="3330"/>
                    <a:pt x="3475" y="2615"/>
                    <a:pt x="3475" y="1744"/>
                  </a:cubicBezTo>
                  <a:lnTo>
                    <a:pt x="347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63"/>
            <p:cNvSpPr/>
            <p:nvPr/>
          </p:nvSpPr>
          <p:spPr>
            <a:xfrm>
              <a:off x="7481085" y="4260588"/>
              <a:ext cx="84793" cy="139507"/>
            </a:xfrm>
            <a:custGeom>
              <a:avLst/>
              <a:gdLst/>
              <a:ahLst/>
              <a:cxnLst/>
              <a:rect l="l" t="t" r="r" b="b"/>
              <a:pathLst>
                <a:path w="2103" h="3460" extrusionOk="0">
                  <a:moveTo>
                    <a:pt x="1" y="0"/>
                  </a:moveTo>
                  <a:lnTo>
                    <a:pt x="1" y="2272"/>
                  </a:lnTo>
                  <a:cubicBezTo>
                    <a:pt x="1" y="2930"/>
                    <a:pt x="530" y="3459"/>
                    <a:pt x="1201" y="3459"/>
                  </a:cubicBezTo>
                  <a:lnTo>
                    <a:pt x="2103" y="3459"/>
                  </a:lnTo>
                  <a:lnTo>
                    <a:pt x="2103" y="1186"/>
                  </a:lnTo>
                  <a:cubicBezTo>
                    <a:pt x="2103" y="528"/>
                    <a:pt x="1559" y="0"/>
                    <a:pt x="902"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63"/>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63"/>
            <p:cNvSpPr/>
            <p:nvPr/>
          </p:nvSpPr>
          <p:spPr>
            <a:xfrm>
              <a:off x="7525517" y="4477826"/>
              <a:ext cx="40360" cy="40360"/>
            </a:xfrm>
            <a:custGeom>
              <a:avLst/>
              <a:gdLst/>
              <a:ahLst/>
              <a:cxnLst/>
              <a:rect l="l" t="t" r="r" b="b"/>
              <a:pathLst>
                <a:path w="1001" h="1001" extrusionOk="0">
                  <a:moveTo>
                    <a:pt x="500" y="0"/>
                  </a:moveTo>
                  <a:cubicBezTo>
                    <a:pt x="229" y="0"/>
                    <a:pt x="0" y="229"/>
                    <a:pt x="0" y="501"/>
                  </a:cubicBezTo>
                  <a:cubicBezTo>
                    <a:pt x="0" y="772"/>
                    <a:pt x="229" y="1001"/>
                    <a:pt x="500" y="1001"/>
                  </a:cubicBezTo>
                  <a:cubicBezTo>
                    <a:pt x="786" y="1001"/>
                    <a:pt x="1001" y="772"/>
                    <a:pt x="1001" y="501"/>
                  </a:cubicBezTo>
                  <a:cubicBezTo>
                    <a:pt x="1001"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63"/>
            <p:cNvSpPr/>
            <p:nvPr/>
          </p:nvSpPr>
          <p:spPr>
            <a:xfrm>
              <a:off x="7603856" y="4293689"/>
              <a:ext cx="45562" cy="222204"/>
            </a:xfrm>
            <a:custGeom>
              <a:avLst/>
              <a:gdLst/>
              <a:ahLst/>
              <a:cxnLst/>
              <a:rect l="l" t="t" r="r" b="b"/>
              <a:pathLst>
                <a:path w="1130" h="5511" extrusionOk="0">
                  <a:moveTo>
                    <a:pt x="567" y="0"/>
                  </a:moveTo>
                  <a:cubicBezTo>
                    <a:pt x="536" y="0"/>
                    <a:pt x="504" y="3"/>
                    <a:pt x="472" y="8"/>
                  </a:cubicBezTo>
                  <a:cubicBezTo>
                    <a:pt x="201" y="50"/>
                    <a:pt x="1" y="294"/>
                    <a:pt x="1" y="580"/>
                  </a:cubicBezTo>
                  <a:lnTo>
                    <a:pt x="1" y="4954"/>
                  </a:lnTo>
                  <a:cubicBezTo>
                    <a:pt x="1" y="5253"/>
                    <a:pt x="258" y="5510"/>
                    <a:pt x="573" y="5510"/>
                  </a:cubicBezTo>
                  <a:cubicBezTo>
                    <a:pt x="872" y="5510"/>
                    <a:pt x="1130" y="5253"/>
                    <a:pt x="1130" y="4954"/>
                  </a:cubicBezTo>
                  <a:lnTo>
                    <a:pt x="1130" y="565"/>
                  </a:lnTo>
                  <a:cubicBezTo>
                    <a:pt x="1130" y="253"/>
                    <a:pt x="882" y="0"/>
                    <a:pt x="5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63"/>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63"/>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95" name="Google Shape;2995;p6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Nature Icon Pack</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999"/>
        <p:cNvGrpSpPr/>
        <p:nvPr/>
      </p:nvGrpSpPr>
      <p:grpSpPr>
        <a:xfrm>
          <a:off x="0" y="0"/>
          <a:ext cx="0" cy="0"/>
          <a:chOff x="0" y="0"/>
          <a:chExt cx="0" cy="0"/>
        </a:xfrm>
      </p:grpSpPr>
      <p:sp>
        <p:nvSpPr>
          <p:cNvPr id="3000" name="Google Shape;3000;p64"/>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3001" name="Google Shape;3001;p6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Resources</a:t>
            </a:r>
            <a:endParaRPr>
              <a:solidFill>
                <a:schemeClr val="lt1"/>
              </a:solidFill>
            </a:endParaRPr>
          </a:p>
        </p:txBody>
      </p:sp>
      <p:sp>
        <p:nvSpPr>
          <p:cNvPr id="3002" name="Google Shape;3002;p64"/>
          <p:cNvSpPr txBox="1">
            <a:spLocks noGrp="1"/>
          </p:cNvSpPr>
          <p:nvPr>
            <p:ph type="body" idx="1"/>
          </p:nvPr>
        </p:nvSpPr>
        <p:spPr>
          <a:xfrm>
            <a:off x="720000" y="1354250"/>
            <a:ext cx="7704000" cy="3214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u="none">
                <a:latin typeface="Freckle Face"/>
                <a:ea typeface="Freckle Face"/>
                <a:cs typeface="Freckle Face"/>
                <a:sym typeface="Freckle Face"/>
              </a:rPr>
              <a:t>Vectors</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3"/>
              </a:rPr>
              <a:t>Hand-drawn bigfoot sasquatch and yeti abominable snowman illustration</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4"/>
              </a:rPr>
              <a:t>Cartoon bigfoot sasquatch character pack</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5"/>
              </a:rPr>
              <a:t>Cartoon bigfoot sasquatch character collection </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6"/>
              </a:rPr>
              <a:t>Cartoon bigfoot sasquatch character collection</a:t>
            </a:r>
            <a:endParaRPr u="none"/>
          </a:p>
          <a:p>
            <a:pPr marL="0" lvl="0" indent="0" algn="l" rtl="0">
              <a:spcBef>
                <a:spcPts val="0"/>
              </a:spcBef>
              <a:spcAft>
                <a:spcPts val="0"/>
              </a:spcAft>
              <a:buNone/>
            </a:pPr>
            <a:endParaRPr u="none"/>
          </a:p>
          <a:p>
            <a:pPr marL="0" lvl="0" indent="0" algn="l" rtl="0">
              <a:spcBef>
                <a:spcPts val="0"/>
              </a:spcBef>
              <a:spcAft>
                <a:spcPts val="0"/>
              </a:spcAft>
              <a:buNone/>
            </a:pPr>
            <a:r>
              <a:rPr lang="en" sz="2000" u="none">
                <a:latin typeface="Freckle Face"/>
                <a:ea typeface="Freckle Face"/>
                <a:cs typeface="Freckle Face"/>
                <a:sym typeface="Freckle Face"/>
              </a:rPr>
              <a:t>Icons</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7"/>
              </a:rPr>
              <a:t>Nature Icon Pack</a:t>
            </a:r>
            <a:endParaRPr u="none"/>
          </a:p>
          <a:p>
            <a:pPr marL="0" lvl="0" indent="0" algn="l" rtl="0">
              <a:spcBef>
                <a:spcPts val="0"/>
              </a:spcBef>
              <a:spcAft>
                <a:spcPts val="0"/>
              </a:spcAft>
              <a:buNone/>
            </a:pPr>
            <a:endParaRPr u="none"/>
          </a:p>
          <a:p>
            <a:pPr marL="0" lvl="0" indent="0" algn="l" rtl="0">
              <a:spcBef>
                <a:spcPts val="0"/>
              </a:spcBef>
              <a:spcAft>
                <a:spcPts val="0"/>
              </a:spcAft>
              <a:buNone/>
            </a:pPr>
            <a:r>
              <a:rPr lang="en" sz="2000" u="none">
                <a:latin typeface="Freckle Face"/>
                <a:ea typeface="Freckle Face"/>
                <a:cs typeface="Freckle Face"/>
                <a:sym typeface="Freckle Face"/>
              </a:rPr>
              <a:t>Photos</a:t>
            </a:r>
            <a:endParaRPr sz="2000" u="none">
              <a:latin typeface="Freckle Face"/>
              <a:ea typeface="Freckle Face"/>
              <a:cs typeface="Freckle Face"/>
              <a:sym typeface="Freckle Face"/>
            </a:endParaRPr>
          </a:p>
          <a:p>
            <a:pPr marL="457200" lvl="0" indent="-304800" algn="l" rtl="0">
              <a:spcBef>
                <a:spcPts val="0"/>
              </a:spcBef>
              <a:spcAft>
                <a:spcPts val="0"/>
              </a:spcAft>
              <a:buSzPts val="1200"/>
              <a:buAutoNum type="arabicPeriod"/>
            </a:pPr>
            <a:r>
              <a:rPr lang="en" u="none">
                <a:solidFill>
                  <a:schemeClr val="hlink"/>
                </a:solidFill>
                <a:uFill>
                  <a:noFill/>
                </a:uFill>
                <a:hlinkClick r:id="rId8"/>
              </a:rPr>
              <a:t>Vegetation natural plants in the park</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9"/>
              </a:rPr>
              <a:t>Vegetation natural plants in the park</a:t>
            </a:r>
            <a:endParaRPr u="none"/>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006"/>
        <p:cNvGrpSpPr/>
        <p:nvPr/>
      </p:nvGrpSpPr>
      <p:grpSpPr>
        <a:xfrm>
          <a:off x="0" y="0"/>
          <a:ext cx="0" cy="0"/>
          <a:chOff x="0" y="0"/>
          <a:chExt cx="0" cy="0"/>
        </a:xfrm>
      </p:grpSpPr>
      <p:sp>
        <p:nvSpPr>
          <p:cNvPr id="3007" name="Google Shape;3007;p65"/>
          <p:cNvSpPr txBox="1">
            <a:spLocks noGrp="1"/>
          </p:cNvSpPr>
          <p:nvPr>
            <p:ph type="title" idx="4294967295"/>
          </p:nvPr>
        </p:nvSpPr>
        <p:spPr>
          <a:xfrm>
            <a:off x="1048350" y="95440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Fonts &amp; colors used</a:t>
            </a:r>
            <a:endParaRPr>
              <a:solidFill>
                <a:srgbClr val="FFFFFF"/>
              </a:solidFill>
              <a:latin typeface="Arial"/>
              <a:ea typeface="Arial"/>
              <a:cs typeface="Arial"/>
              <a:sym typeface="Arial"/>
            </a:endParaRPr>
          </a:p>
        </p:txBody>
      </p:sp>
      <p:sp>
        <p:nvSpPr>
          <p:cNvPr id="3008" name="Google Shape;3008;p65"/>
          <p:cNvSpPr txBox="1">
            <a:spLocks noGrp="1"/>
          </p:cNvSpPr>
          <p:nvPr>
            <p:ph type="body" idx="4294967295"/>
          </p:nvPr>
        </p:nvSpPr>
        <p:spPr>
          <a:xfrm>
            <a:off x="1068100" y="145787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This presentation has been made using the following fonts:</a:t>
            </a:r>
            <a:endParaRPr sz="1200">
              <a:solidFill>
                <a:srgbClr val="FFFFFF"/>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3009" name="Google Shape;3009;p65"/>
          <p:cNvSpPr txBox="1">
            <a:spLocks noGrp="1"/>
          </p:cNvSpPr>
          <p:nvPr>
            <p:ph type="body" idx="4294967295"/>
          </p:nvPr>
        </p:nvSpPr>
        <p:spPr>
          <a:xfrm>
            <a:off x="1068100" y="1919049"/>
            <a:ext cx="7047300" cy="12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lt1"/>
                </a:solidFill>
                <a:latin typeface="Arial"/>
                <a:ea typeface="Arial"/>
                <a:cs typeface="Arial"/>
                <a:sym typeface="Arial"/>
              </a:rPr>
              <a:t>Freckle Face</a:t>
            </a:r>
            <a:endParaRPr b="1">
              <a:solidFill>
                <a:schemeClr val="lt1"/>
              </a:solidFill>
              <a:latin typeface="Arial"/>
              <a:ea typeface="Arial"/>
              <a:cs typeface="Arial"/>
              <a:sym typeface="Arial"/>
            </a:endParaRPr>
          </a:p>
          <a:p>
            <a:pPr marL="0" lvl="0" indent="0" algn="ctr" rtl="0">
              <a:spcBef>
                <a:spcPts val="0"/>
              </a:spcBef>
              <a:spcAft>
                <a:spcPts val="0"/>
              </a:spcAft>
              <a:buNone/>
            </a:pPr>
            <a:r>
              <a:rPr lang="en">
                <a:solidFill>
                  <a:schemeClr val="lt1"/>
                </a:solidFill>
                <a:latin typeface="Arial"/>
                <a:ea typeface="Arial"/>
                <a:cs typeface="Arial"/>
                <a:sym typeface="Arial"/>
              </a:rPr>
              <a:t>(</a:t>
            </a:r>
            <a:r>
              <a:rPr lang="en">
                <a:solidFill>
                  <a:schemeClr val="lt1"/>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https://fonts.google.com/specimen/Freckle+Face</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a:p>
            <a:pPr marL="0" lvl="0" indent="0" algn="ctr" rtl="0">
              <a:spcBef>
                <a:spcPts val="0"/>
              </a:spcBef>
              <a:spcAft>
                <a:spcPts val="0"/>
              </a:spcAft>
              <a:buNone/>
            </a:pPr>
            <a:endParaRPr sz="800">
              <a:solidFill>
                <a:schemeClr val="lt1"/>
              </a:solidFill>
              <a:latin typeface="Arial"/>
              <a:ea typeface="Arial"/>
              <a:cs typeface="Arial"/>
              <a:sym typeface="Arial"/>
            </a:endParaRPr>
          </a:p>
          <a:p>
            <a:pPr marL="0" lvl="0" indent="0" algn="ctr" rtl="0">
              <a:spcBef>
                <a:spcPts val="0"/>
              </a:spcBef>
              <a:spcAft>
                <a:spcPts val="0"/>
              </a:spcAft>
              <a:buNone/>
            </a:pPr>
            <a:r>
              <a:rPr lang="en" b="1">
                <a:solidFill>
                  <a:schemeClr val="lt1"/>
                </a:solidFill>
                <a:latin typeface="Arial"/>
                <a:ea typeface="Arial"/>
                <a:cs typeface="Arial"/>
                <a:sym typeface="Arial"/>
              </a:rPr>
              <a:t>Coda</a:t>
            </a:r>
            <a:endParaRPr b="1">
              <a:solidFill>
                <a:schemeClr val="lt1"/>
              </a:solidFill>
              <a:latin typeface="Arial"/>
              <a:ea typeface="Arial"/>
              <a:cs typeface="Arial"/>
              <a:sym typeface="Arial"/>
            </a:endParaRPr>
          </a:p>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t>
            </a:r>
            <a:r>
              <a:rPr lang="en">
                <a:solidFill>
                  <a:schemeClr val="lt1"/>
                </a:solidFill>
                <a:uFill>
                  <a:noFill/>
                </a:uFill>
                <a:latin typeface="Arial"/>
                <a:ea typeface="Arial"/>
                <a:cs typeface="Arial"/>
                <a:sym typeface="Arial"/>
                <a:hlinkClick r:id="rId4">
                  <a:extLst>
                    <a:ext uri="{A12FA001-AC4F-418D-AE19-62706E023703}">
                      <ahyp:hlinkClr xmlns:ahyp="http://schemas.microsoft.com/office/drawing/2018/hyperlinkcolor" val="tx"/>
                    </a:ext>
                  </a:extLst>
                </a:hlinkClick>
              </a:rPr>
              <a:t>https://fonts.google.com/specimen/Coda</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p:txBody>
      </p:sp>
      <p:sp>
        <p:nvSpPr>
          <p:cNvPr id="3010" name="Google Shape;3010;p65"/>
          <p:cNvSpPr/>
          <p:nvPr/>
        </p:nvSpPr>
        <p:spPr>
          <a:xfrm>
            <a:off x="3114463" y="3195025"/>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65"/>
          <p:cNvSpPr/>
          <p:nvPr/>
        </p:nvSpPr>
        <p:spPr>
          <a:xfrm>
            <a:off x="4176282" y="3195025"/>
            <a:ext cx="791400" cy="754200"/>
          </a:xfrm>
          <a:prstGeom prst="roundRect">
            <a:avLst>
              <a:gd name="adj" fmla="val 16667"/>
            </a:avLst>
          </a:prstGeom>
          <a:solidFill>
            <a:srgbClr val="683735"/>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65"/>
          <p:cNvSpPr/>
          <p:nvPr/>
        </p:nvSpPr>
        <p:spPr>
          <a:xfrm>
            <a:off x="5238102" y="3195025"/>
            <a:ext cx="791400" cy="754200"/>
          </a:xfrm>
          <a:prstGeom prst="roundRect">
            <a:avLst>
              <a:gd name="adj" fmla="val 16667"/>
            </a:avLst>
          </a:prstGeom>
          <a:solidFill>
            <a:srgbClr val="77413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65"/>
          <p:cNvSpPr/>
          <p:nvPr/>
        </p:nvSpPr>
        <p:spPr>
          <a:xfrm>
            <a:off x="2052638" y="3195025"/>
            <a:ext cx="791400" cy="754200"/>
          </a:xfrm>
          <a:prstGeom prst="roundRect">
            <a:avLst>
              <a:gd name="adj" fmla="val 16667"/>
            </a:avLst>
          </a:prstGeom>
          <a:solidFill>
            <a:srgbClr val="093156"/>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65"/>
          <p:cNvSpPr txBox="1"/>
          <p:nvPr/>
        </p:nvSpPr>
        <p:spPr>
          <a:xfrm>
            <a:off x="3114463"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#ffffff</a:t>
            </a:r>
            <a:endParaRPr sz="1000">
              <a:solidFill>
                <a:schemeClr val="dk1"/>
              </a:solidFill>
            </a:endParaRPr>
          </a:p>
        </p:txBody>
      </p:sp>
      <p:sp>
        <p:nvSpPr>
          <p:cNvPr id="3015" name="Google Shape;3015;p65"/>
          <p:cNvSpPr txBox="1"/>
          <p:nvPr/>
        </p:nvSpPr>
        <p:spPr>
          <a:xfrm>
            <a:off x="4176288"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#683735</a:t>
            </a:r>
            <a:endParaRPr sz="1000">
              <a:solidFill>
                <a:srgbClr val="FFFFFF"/>
              </a:solidFill>
            </a:endParaRPr>
          </a:p>
        </p:txBody>
      </p:sp>
      <p:sp>
        <p:nvSpPr>
          <p:cNvPr id="3016" name="Google Shape;3016;p65"/>
          <p:cNvSpPr txBox="1"/>
          <p:nvPr/>
        </p:nvSpPr>
        <p:spPr>
          <a:xfrm>
            <a:off x="5238113"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#77413e</a:t>
            </a:r>
            <a:endParaRPr sz="1000">
              <a:solidFill>
                <a:srgbClr val="FFFFFF"/>
              </a:solidFill>
            </a:endParaRPr>
          </a:p>
        </p:txBody>
      </p:sp>
      <p:sp>
        <p:nvSpPr>
          <p:cNvPr id="3017" name="Google Shape;3017;p65"/>
          <p:cNvSpPr txBox="1"/>
          <p:nvPr/>
        </p:nvSpPr>
        <p:spPr>
          <a:xfrm>
            <a:off x="2052638"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#093156</a:t>
            </a:r>
            <a:endParaRPr sz="1000">
              <a:solidFill>
                <a:srgbClr val="FFFFFF"/>
              </a:solidFill>
            </a:endParaRPr>
          </a:p>
        </p:txBody>
      </p:sp>
      <p:sp>
        <p:nvSpPr>
          <p:cNvPr id="3018" name="Google Shape;3018;p65"/>
          <p:cNvSpPr/>
          <p:nvPr/>
        </p:nvSpPr>
        <p:spPr>
          <a:xfrm>
            <a:off x="6299927" y="3195025"/>
            <a:ext cx="791400" cy="754200"/>
          </a:xfrm>
          <a:prstGeom prst="roundRect">
            <a:avLst>
              <a:gd name="adj" fmla="val 16667"/>
            </a:avLst>
          </a:prstGeom>
          <a:solidFill>
            <a:srgbClr val="2A567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65"/>
          <p:cNvSpPr txBox="1"/>
          <p:nvPr/>
        </p:nvSpPr>
        <p:spPr>
          <a:xfrm>
            <a:off x="6299938"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#2a5677</a:t>
            </a:r>
            <a:endParaRPr sz="1000">
              <a:solidFill>
                <a:srgbClr val="FFFFFF"/>
              </a:solidFill>
            </a:endParaRPr>
          </a:p>
        </p:txBody>
      </p:sp>
      <p:sp>
        <p:nvSpPr>
          <p:cNvPr id="3020" name="Google Shape;3020;p65"/>
          <p:cNvSpPr/>
          <p:nvPr/>
        </p:nvSpPr>
        <p:spPr>
          <a:xfrm>
            <a:off x="3114463" y="4056925"/>
            <a:ext cx="791400" cy="754200"/>
          </a:xfrm>
          <a:prstGeom prst="roundRect">
            <a:avLst>
              <a:gd name="adj" fmla="val 16667"/>
            </a:avLst>
          </a:prstGeom>
          <a:solidFill>
            <a:srgbClr val="536A6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65"/>
          <p:cNvSpPr/>
          <p:nvPr/>
        </p:nvSpPr>
        <p:spPr>
          <a:xfrm>
            <a:off x="4176282" y="4056925"/>
            <a:ext cx="791400" cy="754200"/>
          </a:xfrm>
          <a:prstGeom prst="roundRect">
            <a:avLst>
              <a:gd name="adj" fmla="val 16667"/>
            </a:avLst>
          </a:prstGeom>
          <a:solidFill>
            <a:srgbClr val="FFAC0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65"/>
          <p:cNvSpPr/>
          <p:nvPr/>
        </p:nvSpPr>
        <p:spPr>
          <a:xfrm>
            <a:off x="5238102" y="4056925"/>
            <a:ext cx="791400" cy="754200"/>
          </a:xfrm>
          <a:prstGeom prst="roundRect">
            <a:avLst>
              <a:gd name="adj" fmla="val 16667"/>
            </a:avLst>
          </a:prstGeom>
          <a:solidFill>
            <a:srgbClr val="FFCC7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65"/>
          <p:cNvSpPr/>
          <p:nvPr/>
        </p:nvSpPr>
        <p:spPr>
          <a:xfrm>
            <a:off x="2052638" y="4056925"/>
            <a:ext cx="791400" cy="754200"/>
          </a:xfrm>
          <a:prstGeom prst="roundRect">
            <a:avLst>
              <a:gd name="adj" fmla="val 16667"/>
            </a:avLst>
          </a:prstGeom>
          <a:solidFill>
            <a:srgbClr val="A2B9B6"/>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65"/>
          <p:cNvSpPr txBox="1"/>
          <p:nvPr/>
        </p:nvSpPr>
        <p:spPr>
          <a:xfrm>
            <a:off x="3114463"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#536a67</a:t>
            </a:r>
            <a:endParaRPr sz="1000">
              <a:solidFill>
                <a:srgbClr val="FFFFFF"/>
              </a:solidFill>
            </a:endParaRPr>
          </a:p>
        </p:txBody>
      </p:sp>
      <p:sp>
        <p:nvSpPr>
          <p:cNvPr id="3025" name="Google Shape;3025;p65"/>
          <p:cNvSpPr txBox="1"/>
          <p:nvPr/>
        </p:nvSpPr>
        <p:spPr>
          <a:xfrm>
            <a:off x="4176288"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#ffac00</a:t>
            </a:r>
            <a:endParaRPr sz="1000">
              <a:solidFill>
                <a:srgbClr val="FFFFFF"/>
              </a:solidFill>
            </a:endParaRPr>
          </a:p>
        </p:txBody>
      </p:sp>
      <p:sp>
        <p:nvSpPr>
          <p:cNvPr id="3026" name="Google Shape;3026;p65"/>
          <p:cNvSpPr txBox="1"/>
          <p:nvPr/>
        </p:nvSpPr>
        <p:spPr>
          <a:xfrm>
            <a:off x="5238113"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#ffcc71</a:t>
            </a:r>
            <a:endParaRPr sz="1000">
              <a:solidFill>
                <a:srgbClr val="FFFFFF"/>
              </a:solidFill>
            </a:endParaRPr>
          </a:p>
        </p:txBody>
      </p:sp>
      <p:sp>
        <p:nvSpPr>
          <p:cNvPr id="3027" name="Google Shape;3027;p65"/>
          <p:cNvSpPr txBox="1"/>
          <p:nvPr/>
        </p:nvSpPr>
        <p:spPr>
          <a:xfrm>
            <a:off x="2052638"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#a2b9b6</a:t>
            </a:r>
            <a:endParaRPr sz="1000">
              <a:solidFill>
                <a:srgbClr val="FFFFFF"/>
              </a:solidFill>
            </a:endParaRPr>
          </a:p>
        </p:txBody>
      </p:sp>
      <p:sp>
        <p:nvSpPr>
          <p:cNvPr id="3028" name="Google Shape;3028;p65"/>
          <p:cNvSpPr/>
          <p:nvPr/>
        </p:nvSpPr>
        <p:spPr>
          <a:xfrm>
            <a:off x="6299927" y="4056925"/>
            <a:ext cx="791400" cy="754200"/>
          </a:xfrm>
          <a:prstGeom prst="roundRect">
            <a:avLst>
              <a:gd name="adj" fmla="val 16667"/>
            </a:avLst>
          </a:prstGeom>
          <a:solidFill>
            <a:srgbClr val="9A80C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65"/>
          <p:cNvSpPr txBox="1"/>
          <p:nvPr/>
        </p:nvSpPr>
        <p:spPr>
          <a:xfrm>
            <a:off x="6299938"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#9a80c1</a:t>
            </a:r>
            <a:endParaRPr sz="1000">
              <a:solidFill>
                <a:srgbClr val="FFFFFF"/>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033"/>
        <p:cNvGrpSpPr/>
        <p:nvPr/>
      </p:nvGrpSpPr>
      <p:grpSpPr>
        <a:xfrm>
          <a:off x="0" y="0"/>
          <a:ext cx="0" cy="0"/>
          <a:chOff x="0" y="0"/>
          <a:chExt cx="0" cy="0"/>
        </a:xfrm>
      </p:grpSpPr>
      <p:sp>
        <p:nvSpPr>
          <p:cNvPr id="3034" name="Google Shape;3034;p66"/>
          <p:cNvSpPr txBox="1">
            <a:spLocks noGrp="1"/>
          </p:cNvSpPr>
          <p:nvPr>
            <p:ph type="title" idx="4294967295"/>
          </p:nvPr>
        </p:nvSpPr>
        <p:spPr>
          <a:xfrm>
            <a:off x="1048350" y="64960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Storyset</a:t>
            </a:r>
            <a:endParaRPr>
              <a:solidFill>
                <a:srgbClr val="FFFFFF"/>
              </a:solidFill>
              <a:latin typeface="Arial"/>
              <a:ea typeface="Arial"/>
              <a:cs typeface="Arial"/>
              <a:sym typeface="Arial"/>
            </a:endParaRPr>
          </a:p>
        </p:txBody>
      </p:sp>
      <p:sp>
        <p:nvSpPr>
          <p:cNvPr id="3035" name="Google Shape;3035;p66"/>
          <p:cNvSpPr txBox="1"/>
          <p:nvPr/>
        </p:nvSpPr>
        <p:spPr>
          <a:xfrm>
            <a:off x="1252436" y="1169999"/>
            <a:ext cx="6630900" cy="318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Create your Story with our illustrated concepts. Choose the style you like the most, edit its colors, pick the background and layers you want to show and bring them to life with the animator panel! It will boost your presentation. Check out</a:t>
            </a:r>
            <a:r>
              <a:rPr lang="en" sz="1100">
                <a:solidFill>
                  <a:srgbClr val="869FB2"/>
                </a:solidFill>
              </a:rPr>
              <a:t> </a:t>
            </a:r>
            <a:r>
              <a:rPr lang="en" sz="1100">
                <a:solidFill>
                  <a:srgbClr val="869FB2"/>
                </a:solidFill>
                <a:uFill>
                  <a:noFill/>
                </a:uFill>
                <a:hlinkClick r:id="rId3">
                  <a:extLst>
                    <a:ext uri="{A12FA001-AC4F-418D-AE19-62706E023703}">
                      <ahyp:hlinkClr xmlns:ahyp="http://schemas.microsoft.com/office/drawing/2018/hyperlinkcolor" val="tx"/>
                    </a:ext>
                  </a:extLst>
                </a:hlinkClick>
              </a:rPr>
              <a:t>How it Works.</a:t>
            </a:r>
            <a:endParaRPr sz="1100">
              <a:solidFill>
                <a:srgbClr val="869FB2"/>
              </a:solidFill>
            </a:endParaRPr>
          </a:p>
        </p:txBody>
      </p:sp>
      <p:pic>
        <p:nvPicPr>
          <p:cNvPr id="3036" name="Google Shape;3036;p66"/>
          <p:cNvPicPr preferRelativeResize="0"/>
          <p:nvPr/>
        </p:nvPicPr>
        <p:blipFill rotWithShape="1">
          <a:blip r:embed="rId4">
            <a:alphaModFix/>
          </a:blip>
          <a:srcRect t="16540" b="16547"/>
          <a:stretch/>
        </p:blipFill>
        <p:spPr>
          <a:xfrm>
            <a:off x="510820" y="2688639"/>
            <a:ext cx="1606719" cy="1075073"/>
          </a:xfrm>
          <a:prstGeom prst="rect">
            <a:avLst/>
          </a:prstGeom>
          <a:noFill/>
          <a:ln>
            <a:noFill/>
          </a:ln>
        </p:spPr>
      </p:pic>
      <p:sp>
        <p:nvSpPr>
          <p:cNvPr id="3037" name="Google Shape;3037;p66">
            <a:hlinkClick r:id="rId5"/>
          </p:cNvPr>
          <p:cNvSpPr txBox="1"/>
          <p:nvPr/>
        </p:nvSpPr>
        <p:spPr>
          <a:xfrm>
            <a:off x="678041"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5">
                  <a:extLst>
                    <a:ext uri="{A12FA001-AC4F-418D-AE19-62706E023703}">
                      <ahyp:hlinkClr xmlns:ahyp="http://schemas.microsoft.com/office/drawing/2018/hyperlinkcolor" val="tx"/>
                    </a:ext>
                  </a:extLst>
                </a:hlinkClick>
              </a:rPr>
              <a:t>Pana</a:t>
            </a:r>
            <a:endParaRPr>
              <a:solidFill>
                <a:srgbClr val="869FB2"/>
              </a:solidFill>
            </a:endParaRPr>
          </a:p>
        </p:txBody>
      </p:sp>
      <p:sp>
        <p:nvSpPr>
          <p:cNvPr id="3038" name="Google Shape;3038;p66">
            <a:hlinkClick r:id="rId6"/>
          </p:cNvPr>
          <p:cNvSpPr txBox="1"/>
          <p:nvPr/>
        </p:nvSpPr>
        <p:spPr>
          <a:xfrm>
            <a:off x="2289219"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6">
                  <a:extLst>
                    <a:ext uri="{A12FA001-AC4F-418D-AE19-62706E023703}">
                      <ahyp:hlinkClr xmlns:ahyp="http://schemas.microsoft.com/office/drawing/2018/hyperlinkcolor" val="tx"/>
                    </a:ext>
                  </a:extLst>
                </a:hlinkClick>
              </a:rPr>
              <a:t>Amico</a:t>
            </a:r>
            <a:endParaRPr>
              <a:solidFill>
                <a:srgbClr val="869FB2"/>
              </a:solidFill>
            </a:endParaRPr>
          </a:p>
        </p:txBody>
      </p:sp>
      <p:sp>
        <p:nvSpPr>
          <p:cNvPr id="3039" name="Google Shape;3039;p66">
            <a:hlinkClick r:id="rId7"/>
          </p:cNvPr>
          <p:cNvSpPr txBox="1"/>
          <p:nvPr/>
        </p:nvSpPr>
        <p:spPr>
          <a:xfrm>
            <a:off x="3900404"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7">
                  <a:extLst>
                    <a:ext uri="{A12FA001-AC4F-418D-AE19-62706E023703}">
                      <ahyp:hlinkClr xmlns:ahyp="http://schemas.microsoft.com/office/drawing/2018/hyperlinkcolor" val="tx"/>
                    </a:ext>
                  </a:extLst>
                </a:hlinkClick>
              </a:rPr>
              <a:t>Bro</a:t>
            </a:r>
            <a:endParaRPr>
              <a:solidFill>
                <a:srgbClr val="869FB2"/>
              </a:solidFill>
            </a:endParaRPr>
          </a:p>
        </p:txBody>
      </p:sp>
      <p:sp>
        <p:nvSpPr>
          <p:cNvPr id="3040" name="Google Shape;3040;p66">
            <a:hlinkClick r:id="rId8"/>
          </p:cNvPr>
          <p:cNvSpPr txBox="1"/>
          <p:nvPr/>
        </p:nvSpPr>
        <p:spPr>
          <a:xfrm>
            <a:off x="5511563"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8">
                  <a:extLst>
                    <a:ext uri="{A12FA001-AC4F-418D-AE19-62706E023703}">
                      <ahyp:hlinkClr xmlns:ahyp="http://schemas.microsoft.com/office/drawing/2018/hyperlinkcolor" val="tx"/>
                    </a:ext>
                  </a:extLst>
                </a:hlinkClick>
              </a:rPr>
              <a:t>Rafiki</a:t>
            </a:r>
            <a:endParaRPr>
              <a:solidFill>
                <a:srgbClr val="869FB2"/>
              </a:solidFill>
            </a:endParaRPr>
          </a:p>
        </p:txBody>
      </p:sp>
      <p:pic>
        <p:nvPicPr>
          <p:cNvPr id="3041" name="Google Shape;3041;p66"/>
          <p:cNvPicPr preferRelativeResize="0"/>
          <p:nvPr/>
        </p:nvPicPr>
        <p:blipFill rotWithShape="1">
          <a:blip r:embed="rId9">
            <a:alphaModFix/>
          </a:blip>
          <a:srcRect/>
          <a:stretch/>
        </p:blipFill>
        <p:spPr>
          <a:xfrm>
            <a:off x="2255077" y="2410850"/>
            <a:ext cx="1340595" cy="1340603"/>
          </a:xfrm>
          <a:prstGeom prst="rect">
            <a:avLst/>
          </a:prstGeom>
          <a:noFill/>
          <a:ln>
            <a:noFill/>
          </a:ln>
        </p:spPr>
      </p:pic>
      <p:pic>
        <p:nvPicPr>
          <p:cNvPr id="3042" name="Google Shape;3042;p66"/>
          <p:cNvPicPr preferRelativeResize="0"/>
          <p:nvPr/>
        </p:nvPicPr>
        <p:blipFill rotWithShape="1">
          <a:blip r:embed="rId10">
            <a:alphaModFix/>
          </a:blip>
          <a:srcRect l="4194" t="11228" r="4213" b="8854"/>
          <a:stretch/>
        </p:blipFill>
        <p:spPr>
          <a:xfrm>
            <a:off x="3774275" y="2532512"/>
            <a:ext cx="1448304" cy="1263588"/>
          </a:xfrm>
          <a:prstGeom prst="rect">
            <a:avLst/>
          </a:prstGeom>
          <a:noFill/>
          <a:ln>
            <a:noFill/>
          </a:ln>
        </p:spPr>
      </p:pic>
      <p:pic>
        <p:nvPicPr>
          <p:cNvPr id="3043" name="Google Shape;3043;p66"/>
          <p:cNvPicPr preferRelativeResize="0"/>
          <p:nvPr/>
        </p:nvPicPr>
        <p:blipFill rotWithShape="1">
          <a:blip r:embed="rId11">
            <a:alphaModFix/>
          </a:blip>
          <a:srcRect t="6567" b="11945"/>
          <a:stretch/>
        </p:blipFill>
        <p:spPr>
          <a:xfrm>
            <a:off x="5347337" y="2581527"/>
            <a:ext cx="1448284" cy="1180164"/>
          </a:xfrm>
          <a:prstGeom prst="rect">
            <a:avLst/>
          </a:prstGeom>
          <a:noFill/>
          <a:ln>
            <a:noFill/>
          </a:ln>
        </p:spPr>
      </p:pic>
      <p:pic>
        <p:nvPicPr>
          <p:cNvPr id="3044" name="Google Shape;3044;p66"/>
          <p:cNvPicPr preferRelativeResize="0"/>
          <p:nvPr/>
        </p:nvPicPr>
        <p:blipFill rotWithShape="1">
          <a:blip r:embed="rId12">
            <a:alphaModFix/>
          </a:blip>
          <a:srcRect t="11708" b="17967"/>
          <a:stretch/>
        </p:blipFill>
        <p:spPr>
          <a:xfrm>
            <a:off x="6836257" y="2523903"/>
            <a:ext cx="1796923" cy="1263600"/>
          </a:xfrm>
          <a:prstGeom prst="rect">
            <a:avLst/>
          </a:prstGeom>
          <a:noFill/>
          <a:ln>
            <a:noFill/>
          </a:ln>
        </p:spPr>
      </p:pic>
      <p:sp>
        <p:nvSpPr>
          <p:cNvPr id="3045" name="Google Shape;3045;p66">
            <a:hlinkClick r:id="rId13"/>
          </p:cNvPr>
          <p:cNvSpPr txBox="1"/>
          <p:nvPr/>
        </p:nvSpPr>
        <p:spPr>
          <a:xfrm>
            <a:off x="7122738"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13">
                  <a:extLst>
                    <a:ext uri="{A12FA001-AC4F-418D-AE19-62706E023703}">
                      <ahyp:hlinkClr xmlns:ahyp="http://schemas.microsoft.com/office/drawing/2018/hyperlinkcolor" val="tx"/>
                    </a:ext>
                  </a:extLst>
                </a:hlinkClick>
              </a:rPr>
              <a:t>Cuate</a:t>
            </a:r>
            <a:endParaRPr>
              <a:solidFill>
                <a:srgbClr val="869FB2"/>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049"/>
        <p:cNvGrpSpPr/>
        <p:nvPr/>
      </p:nvGrpSpPr>
      <p:grpSpPr>
        <a:xfrm>
          <a:off x="0" y="0"/>
          <a:ext cx="0" cy="0"/>
          <a:chOff x="0" y="0"/>
          <a:chExt cx="0" cy="0"/>
        </a:xfrm>
      </p:grpSpPr>
      <p:sp>
        <p:nvSpPr>
          <p:cNvPr id="3050" name="Google Shape;3050;p67"/>
          <p:cNvSpPr txBox="1"/>
          <p:nvPr/>
        </p:nvSpPr>
        <p:spPr>
          <a:xfrm>
            <a:off x="1068100" y="1534076"/>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grpSp>
        <p:nvGrpSpPr>
          <p:cNvPr id="3051" name="Google Shape;3051;p67"/>
          <p:cNvGrpSpPr/>
          <p:nvPr/>
        </p:nvGrpSpPr>
        <p:grpSpPr>
          <a:xfrm>
            <a:off x="5156078" y="3085736"/>
            <a:ext cx="474294" cy="551291"/>
            <a:chOff x="4727025" y="1332775"/>
            <a:chExt cx="59900" cy="69625"/>
          </a:xfrm>
        </p:grpSpPr>
        <p:sp>
          <p:nvSpPr>
            <p:cNvPr id="3052" name="Google Shape;3052;p67"/>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67"/>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4" name="Google Shape;3054;p67"/>
          <p:cNvGrpSpPr/>
          <p:nvPr/>
        </p:nvGrpSpPr>
        <p:grpSpPr>
          <a:xfrm>
            <a:off x="5769734" y="2314340"/>
            <a:ext cx="555653" cy="557031"/>
            <a:chOff x="4820425" y="1329900"/>
            <a:chExt cx="70175" cy="70350"/>
          </a:xfrm>
        </p:grpSpPr>
        <p:sp>
          <p:nvSpPr>
            <p:cNvPr id="3055" name="Google Shape;3055;p67"/>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67"/>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67"/>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67"/>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9" name="Google Shape;3059;p67"/>
          <p:cNvGrpSpPr/>
          <p:nvPr/>
        </p:nvGrpSpPr>
        <p:grpSpPr>
          <a:xfrm>
            <a:off x="6396103" y="2318845"/>
            <a:ext cx="582574" cy="533871"/>
            <a:chOff x="4903200" y="1331525"/>
            <a:chExt cx="73575" cy="67425"/>
          </a:xfrm>
        </p:grpSpPr>
        <p:sp>
          <p:nvSpPr>
            <p:cNvPr id="3060" name="Google Shape;3060;p67"/>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67"/>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2" name="Google Shape;3062;p67"/>
          <p:cNvGrpSpPr/>
          <p:nvPr/>
        </p:nvGrpSpPr>
        <p:grpSpPr>
          <a:xfrm>
            <a:off x="5755581" y="3078709"/>
            <a:ext cx="583960" cy="565345"/>
            <a:chOff x="4815575" y="1416800"/>
            <a:chExt cx="73750" cy="71400"/>
          </a:xfrm>
        </p:grpSpPr>
        <p:sp>
          <p:nvSpPr>
            <p:cNvPr id="3063" name="Google Shape;3063;p67"/>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67"/>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67"/>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6" name="Google Shape;3066;p67"/>
          <p:cNvGrpSpPr/>
          <p:nvPr/>
        </p:nvGrpSpPr>
        <p:grpSpPr>
          <a:xfrm>
            <a:off x="6390362" y="3108896"/>
            <a:ext cx="589898" cy="504970"/>
            <a:chOff x="4902475" y="1418875"/>
            <a:chExt cx="74500" cy="63775"/>
          </a:xfrm>
        </p:grpSpPr>
        <p:sp>
          <p:nvSpPr>
            <p:cNvPr id="3067" name="Google Shape;3067;p67"/>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67"/>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9" name="Google Shape;3069;p67"/>
          <p:cNvGrpSpPr/>
          <p:nvPr/>
        </p:nvGrpSpPr>
        <p:grpSpPr>
          <a:xfrm>
            <a:off x="5765577" y="3826000"/>
            <a:ext cx="563967" cy="567127"/>
            <a:chOff x="4818100" y="1507675"/>
            <a:chExt cx="71225" cy="71625"/>
          </a:xfrm>
        </p:grpSpPr>
        <p:sp>
          <p:nvSpPr>
            <p:cNvPr id="3070" name="Google Shape;3070;p67"/>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67"/>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67"/>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67"/>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4" name="Google Shape;3074;p67"/>
          <p:cNvGrpSpPr/>
          <p:nvPr/>
        </p:nvGrpSpPr>
        <p:grpSpPr>
          <a:xfrm>
            <a:off x="5079075" y="3829461"/>
            <a:ext cx="628301" cy="588505"/>
            <a:chOff x="4721450" y="1509475"/>
            <a:chExt cx="79350" cy="74325"/>
          </a:xfrm>
        </p:grpSpPr>
        <p:sp>
          <p:nvSpPr>
            <p:cNvPr id="3075" name="Google Shape;3075;p67"/>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67"/>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67"/>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67"/>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9" name="Google Shape;3079;p67"/>
          <p:cNvGrpSpPr/>
          <p:nvPr/>
        </p:nvGrpSpPr>
        <p:grpSpPr>
          <a:xfrm>
            <a:off x="6424608" y="3814027"/>
            <a:ext cx="557038" cy="562772"/>
            <a:chOff x="4906800" y="1507500"/>
            <a:chExt cx="70350" cy="71075"/>
          </a:xfrm>
        </p:grpSpPr>
        <p:sp>
          <p:nvSpPr>
            <p:cNvPr id="3080" name="Google Shape;3080;p67"/>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67"/>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67"/>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67"/>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67"/>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85" name="Google Shape;3085;p67"/>
          <p:cNvGrpSpPr/>
          <p:nvPr/>
        </p:nvGrpSpPr>
        <p:grpSpPr>
          <a:xfrm>
            <a:off x="4462216" y="2340963"/>
            <a:ext cx="517934" cy="517934"/>
            <a:chOff x="3736598" y="2170606"/>
            <a:chExt cx="404889" cy="404889"/>
          </a:xfrm>
        </p:grpSpPr>
        <p:sp>
          <p:nvSpPr>
            <p:cNvPr id="3086" name="Google Shape;3086;p67"/>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67"/>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67"/>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67"/>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90" name="Google Shape;3090;p67"/>
          <p:cNvGrpSpPr/>
          <p:nvPr/>
        </p:nvGrpSpPr>
        <p:grpSpPr>
          <a:xfrm>
            <a:off x="3729277" y="2341061"/>
            <a:ext cx="586986" cy="517740"/>
            <a:chOff x="3161917" y="2170682"/>
            <a:chExt cx="458870" cy="404737"/>
          </a:xfrm>
        </p:grpSpPr>
        <p:sp>
          <p:nvSpPr>
            <p:cNvPr id="3091" name="Google Shape;3091;p67"/>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67"/>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67"/>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94" name="Google Shape;3094;p67"/>
          <p:cNvGrpSpPr/>
          <p:nvPr/>
        </p:nvGrpSpPr>
        <p:grpSpPr>
          <a:xfrm>
            <a:off x="3752299" y="3102400"/>
            <a:ext cx="540943" cy="517963"/>
            <a:chOff x="3179914" y="2889488"/>
            <a:chExt cx="422876" cy="404911"/>
          </a:xfrm>
        </p:grpSpPr>
        <p:sp>
          <p:nvSpPr>
            <p:cNvPr id="3095" name="Google Shape;3095;p67"/>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67"/>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67"/>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67"/>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67"/>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67"/>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01" name="Google Shape;3101;p67"/>
          <p:cNvGrpSpPr/>
          <p:nvPr/>
        </p:nvGrpSpPr>
        <p:grpSpPr>
          <a:xfrm>
            <a:off x="4453093" y="3102358"/>
            <a:ext cx="536180" cy="518047"/>
            <a:chOff x="3729467" y="2889422"/>
            <a:chExt cx="419153" cy="404977"/>
          </a:xfrm>
        </p:grpSpPr>
        <p:sp>
          <p:nvSpPr>
            <p:cNvPr id="3102" name="Google Shape;3102;p67"/>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67"/>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67"/>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67"/>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67"/>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67"/>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67"/>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09" name="Google Shape;3109;p67"/>
          <p:cNvGrpSpPr/>
          <p:nvPr/>
        </p:nvGrpSpPr>
        <p:grpSpPr>
          <a:xfrm>
            <a:off x="1990126" y="3445787"/>
            <a:ext cx="965351" cy="134611"/>
            <a:chOff x="4411970" y="2962952"/>
            <a:chExt cx="706544" cy="104212"/>
          </a:xfrm>
        </p:grpSpPr>
        <p:sp>
          <p:nvSpPr>
            <p:cNvPr id="3110" name="Google Shape;3110;p67"/>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67"/>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67"/>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67"/>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4" name="Google Shape;3114;p67"/>
          <p:cNvGrpSpPr/>
          <p:nvPr/>
        </p:nvGrpSpPr>
        <p:grpSpPr>
          <a:xfrm>
            <a:off x="1990126" y="3041077"/>
            <a:ext cx="960158" cy="289172"/>
            <a:chOff x="4411970" y="2726085"/>
            <a:chExt cx="643107" cy="193659"/>
          </a:xfrm>
        </p:grpSpPr>
        <p:sp>
          <p:nvSpPr>
            <p:cNvPr id="3115" name="Google Shape;3115;p67"/>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67"/>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67"/>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8" name="Google Shape;3118;p67"/>
          <p:cNvGrpSpPr/>
          <p:nvPr/>
        </p:nvGrpSpPr>
        <p:grpSpPr>
          <a:xfrm>
            <a:off x="998624" y="3295400"/>
            <a:ext cx="811503" cy="252584"/>
            <a:chOff x="4411970" y="4340222"/>
            <a:chExt cx="779467" cy="242683"/>
          </a:xfrm>
        </p:grpSpPr>
        <p:sp>
          <p:nvSpPr>
            <p:cNvPr id="3119" name="Google Shape;3119;p67"/>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67"/>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67"/>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22" name="Google Shape;3122;p67"/>
          <p:cNvGrpSpPr/>
          <p:nvPr/>
        </p:nvGrpSpPr>
        <p:grpSpPr>
          <a:xfrm>
            <a:off x="1990126" y="2709308"/>
            <a:ext cx="965160" cy="216230"/>
            <a:chOff x="4411970" y="2468674"/>
            <a:chExt cx="747317" cy="167425"/>
          </a:xfrm>
        </p:grpSpPr>
        <p:sp>
          <p:nvSpPr>
            <p:cNvPr id="3123" name="Google Shape;3123;p67"/>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67"/>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25" name="Google Shape;3125;p67"/>
          <p:cNvSpPr/>
          <p:nvPr/>
        </p:nvSpPr>
        <p:spPr>
          <a:xfrm>
            <a:off x="996874"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26" name="Google Shape;3126;p67"/>
          <p:cNvGrpSpPr/>
          <p:nvPr/>
        </p:nvGrpSpPr>
        <p:grpSpPr>
          <a:xfrm>
            <a:off x="997692" y="2334687"/>
            <a:ext cx="1959041" cy="208784"/>
            <a:chOff x="6336019" y="3733725"/>
            <a:chExt cx="2566206" cy="351310"/>
          </a:xfrm>
        </p:grpSpPr>
        <p:sp>
          <p:nvSpPr>
            <p:cNvPr id="3127" name="Google Shape;3127;p67"/>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67"/>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67"/>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67"/>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1" name="Google Shape;3131;p67"/>
          <p:cNvGrpSpPr/>
          <p:nvPr/>
        </p:nvGrpSpPr>
        <p:grpSpPr>
          <a:xfrm>
            <a:off x="1990126" y="3950602"/>
            <a:ext cx="946551" cy="153200"/>
            <a:chOff x="4404545" y="3301592"/>
            <a:chExt cx="782403" cy="129272"/>
          </a:xfrm>
        </p:grpSpPr>
        <p:sp>
          <p:nvSpPr>
            <p:cNvPr id="3132" name="Google Shape;3132;p67"/>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67"/>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4" name="Google Shape;3134;p67"/>
          <p:cNvGrpSpPr/>
          <p:nvPr/>
        </p:nvGrpSpPr>
        <p:grpSpPr>
          <a:xfrm>
            <a:off x="1990126" y="3695937"/>
            <a:ext cx="962257" cy="139127"/>
            <a:chOff x="4411970" y="3131459"/>
            <a:chExt cx="710520" cy="117397"/>
          </a:xfrm>
        </p:grpSpPr>
        <p:sp>
          <p:nvSpPr>
            <p:cNvPr id="3135" name="Google Shape;3135;p67"/>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67"/>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37" name="Google Shape;3137;p67" descr="Timeline background shape"/>
          <p:cNvSpPr/>
          <p:nvPr/>
        </p:nvSpPr>
        <p:spPr>
          <a:xfrm>
            <a:off x="1990126"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38" name="Google Shape;3138;p67"/>
          <p:cNvGrpSpPr/>
          <p:nvPr/>
        </p:nvGrpSpPr>
        <p:grpSpPr>
          <a:xfrm>
            <a:off x="990271" y="3621603"/>
            <a:ext cx="823838" cy="458988"/>
            <a:chOff x="4411970" y="1801825"/>
            <a:chExt cx="734586" cy="409262"/>
          </a:xfrm>
        </p:grpSpPr>
        <p:sp>
          <p:nvSpPr>
            <p:cNvPr id="3139" name="Google Shape;3139;p67"/>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67"/>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1" name="Google Shape;3141;p67"/>
          <p:cNvGrpSpPr/>
          <p:nvPr/>
        </p:nvGrpSpPr>
        <p:grpSpPr>
          <a:xfrm>
            <a:off x="3095243" y="2339173"/>
            <a:ext cx="521514" cy="521514"/>
            <a:chOff x="5681300" y="2527788"/>
            <a:chExt cx="805800" cy="805800"/>
          </a:xfrm>
        </p:grpSpPr>
        <p:sp>
          <p:nvSpPr>
            <p:cNvPr id="3142" name="Google Shape;3142;p67"/>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67"/>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4" name="Google Shape;3144;p67"/>
          <p:cNvGrpSpPr/>
          <p:nvPr/>
        </p:nvGrpSpPr>
        <p:grpSpPr>
          <a:xfrm>
            <a:off x="3089483" y="3094865"/>
            <a:ext cx="533033" cy="533033"/>
            <a:chOff x="4049800" y="640400"/>
            <a:chExt cx="858900" cy="858900"/>
          </a:xfrm>
        </p:grpSpPr>
        <p:sp>
          <p:nvSpPr>
            <p:cNvPr id="3145" name="Google Shape;3145;p67"/>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67"/>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7" name="Google Shape;3147;p67"/>
          <p:cNvGrpSpPr/>
          <p:nvPr/>
        </p:nvGrpSpPr>
        <p:grpSpPr>
          <a:xfrm>
            <a:off x="3014966" y="3772543"/>
            <a:ext cx="682068" cy="682068"/>
            <a:chOff x="5080188" y="927900"/>
            <a:chExt cx="961200" cy="961200"/>
          </a:xfrm>
        </p:grpSpPr>
        <p:sp>
          <p:nvSpPr>
            <p:cNvPr id="3148" name="Google Shape;3148;p67"/>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67"/>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67"/>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67"/>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67"/>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67"/>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67"/>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67"/>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6" name="Google Shape;3156;p67"/>
          <p:cNvGrpSpPr/>
          <p:nvPr/>
        </p:nvGrpSpPr>
        <p:grpSpPr>
          <a:xfrm>
            <a:off x="4478465" y="3869234"/>
            <a:ext cx="505650" cy="504006"/>
            <a:chOff x="6039282" y="1042577"/>
            <a:chExt cx="734315" cy="731929"/>
          </a:xfrm>
        </p:grpSpPr>
        <p:sp>
          <p:nvSpPr>
            <p:cNvPr id="3157" name="Google Shape;3157;p67"/>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67"/>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67"/>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67"/>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67"/>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67"/>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67"/>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67"/>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67"/>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67"/>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67"/>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67"/>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67"/>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67"/>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67"/>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67"/>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67"/>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67"/>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67"/>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67"/>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67"/>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8" name="Google Shape;3178;p67"/>
          <p:cNvGrpSpPr/>
          <p:nvPr/>
        </p:nvGrpSpPr>
        <p:grpSpPr>
          <a:xfrm>
            <a:off x="5091067" y="2298862"/>
            <a:ext cx="567744" cy="602136"/>
            <a:chOff x="1825800" y="1651625"/>
            <a:chExt cx="539989" cy="571775"/>
          </a:xfrm>
        </p:grpSpPr>
        <p:sp>
          <p:nvSpPr>
            <p:cNvPr id="3179" name="Google Shape;3179;p67"/>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67"/>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67"/>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67"/>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3" name="Google Shape;3183;p67"/>
          <p:cNvGrpSpPr/>
          <p:nvPr/>
        </p:nvGrpSpPr>
        <p:grpSpPr>
          <a:xfrm>
            <a:off x="3765995" y="3855579"/>
            <a:ext cx="508123" cy="507955"/>
            <a:chOff x="1897577" y="2802432"/>
            <a:chExt cx="492176" cy="492014"/>
          </a:xfrm>
        </p:grpSpPr>
        <p:sp>
          <p:nvSpPr>
            <p:cNvPr id="3184" name="Google Shape;3184;p67"/>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67"/>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67"/>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67"/>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67"/>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67"/>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67"/>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67"/>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67"/>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67"/>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67"/>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67"/>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6" name="Google Shape;3196;p67"/>
          <p:cNvGrpSpPr/>
          <p:nvPr/>
        </p:nvGrpSpPr>
        <p:grpSpPr>
          <a:xfrm>
            <a:off x="997525" y="4169123"/>
            <a:ext cx="809227" cy="200842"/>
            <a:chOff x="2013045" y="4813233"/>
            <a:chExt cx="921986" cy="228854"/>
          </a:xfrm>
        </p:grpSpPr>
        <p:sp>
          <p:nvSpPr>
            <p:cNvPr id="3197" name="Google Shape;3197;p67"/>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67"/>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9" name="Google Shape;3199;p67"/>
          <p:cNvGrpSpPr/>
          <p:nvPr/>
        </p:nvGrpSpPr>
        <p:grpSpPr>
          <a:xfrm>
            <a:off x="1005985" y="2656004"/>
            <a:ext cx="792421" cy="269941"/>
            <a:chOff x="1046767" y="4756633"/>
            <a:chExt cx="859646" cy="292841"/>
          </a:xfrm>
        </p:grpSpPr>
        <p:sp>
          <p:nvSpPr>
            <p:cNvPr id="3200" name="Google Shape;3200;p67"/>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67"/>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67"/>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03" name="Google Shape;3203;p67"/>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67"/>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67"/>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67"/>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07" name="Google Shape;3207;p67"/>
          <p:cNvGrpSpPr/>
          <p:nvPr/>
        </p:nvGrpSpPr>
        <p:grpSpPr>
          <a:xfrm>
            <a:off x="7141841" y="2550562"/>
            <a:ext cx="166473" cy="141497"/>
            <a:chOff x="4660325" y="1866850"/>
            <a:chExt cx="68350" cy="58100"/>
          </a:xfrm>
        </p:grpSpPr>
        <p:sp>
          <p:nvSpPr>
            <p:cNvPr id="3208" name="Google Shape;3208;p67"/>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67"/>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0" name="Google Shape;3210;p67"/>
          <p:cNvGrpSpPr/>
          <p:nvPr/>
        </p:nvGrpSpPr>
        <p:grpSpPr>
          <a:xfrm>
            <a:off x="7451186" y="2576286"/>
            <a:ext cx="162515" cy="90049"/>
            <a:chOff x="4791775" y="1877500"/>
            <a:chExt cx="66725" cy="36975"/>
          </a:xfrm>
        </p:grpSpPr>
        <p:sp>
          <p:nvSpPr>
            <p:cNvPr id="3211" name="Google Shape;3211;p67"/>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67"/>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3" name="Google Shape;3213;p67"/>
          <p:cNvGrpSpPr/>
          <p:nvPr/>
        </p:nvGrpSpPr>
        <p:grpSpPr>
          <a:xfrm>
            <a:off x="7772899" y="2576286"/>
            <a:ext cx="144979" cy="90049"/>
            <a:chOff x="4923925" y="1877500"/>
            <a:chExt cx="59525" cy="36975"/>
          </a:xfrm>
        </p:grpSpPr>
        <p:sp>
          <p:nvSpPr>
            <p:cNvPr id="3214" name="Google Shape;3214;p67"/>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67"/>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6" name="Google Shape;3216;p67"/>
          <p:cNvGrpSpPr/>
          <p:nvPr/>
        </p:nvGrpSpPr>
        <p:grpSpPr>
          <a:xfrm>
            <a:off x="8067390" y="2558477"/>
            <a:ext cx="141447" cy="125667"/>
            <a:chOff x="5058450" y="1870100"/>
            <a:chExt cx="58075" cy="51600"/>
          </a:xfrm>
        </p:grpSpPr>
        <p:sp>
          <p:nvSpPr>
            <p:cNvPr id="3217" name="Google Shape;3217;p67"/>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67"/>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9" name="Google Shape;3219;p67"/>
          <p:cNvGrpSpPr/>
          <p:nvPr/>
        </p:nvGrpSpPr>
        <p:grpSpPr>
          <a:xfrm>
            <a:off x="7481905" y="2980885"/>
            <a:ext cx="101077" cy="107645"/>
            <a:chOff x="4811425" y="2065025"/>
            <a:chExt cx="41500" cy="44200"/>
          </a:xfrm>
        </p:grpSpPr>
        <p:sp>
          <p:nvSpPr>
            <p:cNvPr id="3220" name="Google Shape;3220;p67"/>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67"/>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2" name="Google Shape;3222;p67"/>
          <p:cNvGrpSpPr/>
          <p:nvPr/>
        </p:nvGrpSpPr>
        <p:grpSpPr>
          <a:xfrm>
            <a:off x="7774342" y="2981098"/>
            <a:ext cx="120867" cy="107218"/>
            <a:chOff x="4929875" y="2065025"/>
            <a:chExt cx="49625" cy="44025"/>
          </a:xfrm>
        </p:grpSpPr>
        <p:sp>
          <p:nvSpPr>
            <p:cNvPr id="3223" name="Google Shape;3223;p67"/>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67"/>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5" name="Google Shape;3225;p67"/>
          <p:cNvGrpSpPr/>
          <p:nvPr/>
        </p:nvGrpSpPr>
        <p:grpSpPr>
          <a:xfrm>
            <a:off x="8103011" y="2984112"/>
            <a:ext cx="70206" cy="101191"/>
            <a:chOff x="5083925" y="2066350"/>
            <a:chExt cx="28825" cy="41550"/>
          </a:xfrm>
        </p:grpSpPr>
        <p:sp>
          <p:nvSpPr>
            <p:cNvPr id="3226" name="Google Shape;3226;p67"/>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67"/>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8" name="Google Shape;3228;p67"/>
          <p:cNvGrpSpPr/>
          <p:nvPr/>
        </p:nvGrpSpPr>
        <p:grpSpPr>
          <a:xfrm>
            <a:off x="7134565" y="2999759"/>
            <a:ext cx="181026" cy="69896"/>
            <a:chOff x="4659775" y="2072775"/>
            <a:chExt cx="74325" cy="28700"/>
          </a:xfrm>
        </p:grpSpPr>
        <p:sp>
          <p:nvSpPr>
            <p:cNvPr id="3229" name="Google Shape;3229;p67"/>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67"/>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67"/>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2" name="Google Shape;3232;p67"/>
          <p:cNvGrpSpPr/>
          <p:nvPr/>
        </p:nvGrpSpPr>
        <p:grpSpPr>
          <a:xfrm>
            <a:off x="8054421" y="2790324"/>
            <a:ext cx="167387" cy="89197"/>
            <a:chOff x="4662475" y="1976500"/>
            <a:chExt cx="68725" cy="36625"/>
          </a:xfrm>
        </p:grpSpPr>
        <p:sp>
          <p:nvSpPr>
            <p:cNvPr id="3233" name="Google Shape;3233;p67"/>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67"/>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67"/>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6" name="Google Shape;3236;p67"/>
          <p:cNvGrpSpPr/>
          <p:nvPr/>
        </p:nvGrpSpPr>
        <p:grpSpPr>
          <a:xfrm>
            <a:off x="7751326" y="2793764"/>
            <a:ext cx="166899" cy="82317"/>
            <a:chOff x="4920150" y="1977875"/>
            <a:chExt cx="68525" cy="33800"/>
          </a:xfrm>
        </p:grpSpPr>
        <p:sp>
          <p:nvSpPr>
            <p:cNvPr id="3237" name="Google Shape;3237;p67"/>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67"/>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67"/>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0" name="Google Shape;3240;p67"/>
          <p:cNvGrpSpPr/>
          <p:nvPr/>
        </p:nvGrpSpPr>
        <p:grpSpPr>
          <a:xfrm>
            <a:off x="7162483" y="3197682"/>
            <a:ext cx="125190" cy="127859"/>
            <a:chOff x="4676550" y="2160575"/>
            <a:chExt cx="51400" cy="52500"/>
          </a:xfrm>
        </p:grpSpPr>
        <p:sp>
          <p:nvSpPr>
            <p:cNvPr id="3241" name="Google Shape;3241;p67"/>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67"/>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67"/>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4" name="Google Shape;3244;p67"/>
          <p:cNvGrpSpPr/>
          <p:nvPr/>
        </p:nvGrpSpPr>
        <p:grpSpPr>
          <a:xfrm>
            <a:off x="7459741" y="3204714"/>
            <a:ext cx="145405" cy="113794"/>
            <a:chOff x="4768325" y="2163475"/>
            <a:chExt cx="59700" cy="46725"/>
          </a:xfrm>
        </p:grpSpPr>
        <p:sp>
          <p:nvSpPr>
            <p:cNvPr id="3245" name="Google Shape;3245;p67"/>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67"/>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47" name="Google Shape;3247;p67"/>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67"/>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67"/>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67"/>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67"/>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67"/>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53" name="Google Shape;3253;p67"/>
          <p:cNvGrpSpPr/>
          <p:nvPr/>
        </p:nvGrpSpPr>
        <p:grpSpPr>
          <a:xfrm>
            <a:off x="7476059" y="3459808"/>
            <a:ext cx="112768" cy="106853"/>
            <a:chOff x="4768575" y="2253950"/>
            <a:chExt cx="46300" cy="43875"/>
          </a:xfrm>
        </p:grpSpPr>
        <p:sp>
          <p:nvSpPr>
            <p:cNvPr id="3254" name="Google Shape;3254;p67"/>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67"/>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6" name="Google Shape;3256;p67"/>
          <p:cNvGrpSpPr/>
          <p:nvPr/>
        </p:nvGrpSpPr>
        <p:grpSpPr>
          <a:xfrm>
            <a:off x="7775682" y="3948834"/>
            <a:ext cx="118187" cy="146246"/>
            <a:chOff x="4960900" y="2433225"/>
            <a:chExt cx="48525" cy="60050"/>
          </a:xfrm>
        </p:grpSpPr>
        <p:sp>
          <p:nvSpPr>
            <p:cNvPr id="3257" name="Google Shape;3257;p67"/>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67"/>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9" name="Google Shape;3259;p67"/>
          <p:cNvGrpSpPr/>
          <p:nvPr/>
        </p:nvGrpSpPr>
        <p:grpSpPr>
          <a:xfrm>
            <a:off x="7464247" y="4212895"/>
            <a:ext cx="136394" cy="143810"/>
            <a:chOff x="4854075" y="2527625"/>
            <a:chExt cx="56000" cy="59050"/>
          </a:xfrm>
        </p:grpSpPr>
        <p:sp>
          <p:nvSpPr>
            <p:cNvPr id="3260" name="Google Shape;3260;p67"/>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67"/>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62" name="Google Shape;3262;p67"/>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67"/>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67"/>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65" name="Google Shape;3265;p67"/>
          <p:cNvGrpSpPr/>
          <p:nvPr/>
        </p:nvGrpSpPr>
        <p:grpSpPr>
          <a:xfrm>
            <a:off x="8088458" y="3676639"/>
            <a:ext cx="99312" cy="160797"/>
            <a:chOff x="5059700" y="2334775"/>
            <a:chExt cx="40775" cy="66025"/>
          </a:xfrm>
        </p:grpSpPr>
        <p:sp>
          <p:nvSpPr>
            <p:cNvPr id="3266" name="Google Shape;3266;p67"/>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67"/>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67"/>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67"/>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67"/>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67"/>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67"/>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67"/>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67"/>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5" name="Google Shape;3275;p67"/>
          <p:cNvGrpSpPr/>
          <p:nvPr/>
        </p:nvGrpSpPr>
        <p:grpSpPr>
          <a:xfrm>
            <a:off x="8045622" y="3941771"/>
            <a:ext cx="184984" cy="160371"/>
            <a:chOff x="5037700" y="2430325"/>
            <a:chExt cx="75950" cy="65850"/>
          </a:xfrm>
        </p:grpSpPr>
        <p:sp>
          <p:nvSpPr>
            <p:cNvPr id="3276" name="Google Shape;3276;p67"/>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67"/>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8" name="Google Shape;3278;p67"/>
          <p:cNvGrpSpPr/>
          <p:nvPr/>
        </p:nvGrpSpPr>
        <p:grpSpPr>
          <a:xfrm>
            <a:off x="7465128" y="3708223"/>
            <a:ext cx="173014" cy="97629"/>
            <a:chOff x="4756975" y="2341800"/>
            <a:chExt cx="91975" cy="51925"/>
          </a:xfrm>
        </p:grpSpPr>
        <p:sp>
          <p:nvSpPr>
            <p:cNvPr id="3279" name="Google Shape;3279;p67"/>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67"/>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67"/>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67"/>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67"/>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67"/>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67"/>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67"/>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67"/>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67"/>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67"/>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67"/>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67"/>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67"/>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67"/>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67"/>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67"/>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67"/>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67"/>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67"/>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9" name="Google Shape;3299;p67"/>
          <p:cNvGrpSpPr/>
          <p:nvPr/>
        </p:nvGrpSpPr>
        <p:grpSpPr>
          <a:xfrm>
            <a:off x="7732065" y="4196920"/>
            <a:ext cx="212497" cy="175761"/>
            <a:chOff x="4943575" y="2516350"/>
            <a:chExt cx="98675" cy="81700"/>
          </a:xfrm>
        </p:grpSpPr>
        <p:sp>
          <p:nvSpPr>
            <p:cNvPr id="3300" name="Google Shape;3300;p67"/>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67"/>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67"/>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67"/>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67"/>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67"/>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67"/>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67"/>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67"/>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67"/>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67"/>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67"/>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67"/>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67"/>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67"/>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67"/>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67"/>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67"/>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67"/>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67"/>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67"/>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67"/>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67"/>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67"/>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67"/>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67"/>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67"/>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67"/>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67"/>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67"/>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67"/>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67"/>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67"/>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67"/>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67"/>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67"/>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67"/>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67"/>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67"/>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67"/>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67"/>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67"/>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67"/>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67"/>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67"/>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67"/>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67"/>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67"/>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67"/>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67"/>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67"/>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67"/>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67"/>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67"/>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67"/>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67"/>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67"/>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67"/>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67"/>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67"/>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67"/>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67"/>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67"/>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67"/>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67"/>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67"/>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67"/>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67"/>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67"/>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67"/>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67"/>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67"/>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67"/>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67"/>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67"/>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67"/>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67"/>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67"/>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78" name="Google Shape;3378;p67"/>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67"/>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67"/>
          <p:cNvSpPr/>
          <p:nvPr/>
        </p:nvSpPr>
        <p:spPr>
          <a:xfrm>
            <a:off x="7165978"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67"/>
          <p:cNvSpPr/>
          <p:nvPr/>
        </p:nvSpPr>
        <p:spPr>
          <a:xfrm flipH="1">
            <a:off x="7473344"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67"/>
          <p:cNvSpPr txBox="1">
            <a:spLocks noGrp="1"/>
          </p:cNvSpPr>
          <p:nvPr>
            <p:ph type="title" idx="4294967295"/>
          </p:nvPr>
        </p:nvSpPr>
        <p:spPr>
          <a:xfrm>
            <a:off x="1068100" y="937076"/>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386"/>
        <p:cNvGrpSpPr/>
        <p:nvPr/>
      </p:nvGrpSpPr>
      <p:grpSpPr>
        <a:xfrm>
          <a:off x="0" y="0"/>
          <a:ext cx="0" cy="0"/>
          <a:chOff x="0" y="0"/>
          <a:chExt cx="0" cy="0"/>
        </a:xfrm>
      </p:grpSpPr>
      <p:grpSp>
        <p:nvGrpSpPr>
          <p:cNvPr id="3387" name="Google Shape;3387;p68"/>
          <p:cNvGrpSpPr/>
          <p:nvPr/>
        </p:nvGrpSpPr>
        <p:grpSpPr>
          <a:xfrm>
            <a:off x="745571" y="1168666"/>
            <a:ext cx="2492868" cy="1379876"/>
            <a:chOff x="2654821" y="2311071"/>
            <a:chExt cx="2279715" cy="1262120"/>
          </a:xfrm>
        </p:grpSpPr>
        <p:grpSp>
          <p:nvGrpSpPr>
            <p:cNvPr id="3388" name="Google Shape;3388;p68"/>
            <p:cNvGrpSpPr/>
            <p:nvPr/>
          </p:nvGrpSpPr>
          <p:grpSpPr>
            <a:xfrm>
              <a:off x="4034269" y="2840745"/>
              <a:ext cx="40212" cy="36437"/>
              <a:chOff x="4293400" y="2574725"/>
              <a:chExt cx="84425" cy="80100"/>
            </a:xfrm>
          </p:grpSpPr>
          <p:sp>
            <p:nvSpPr>
              <p:cNvPr id="3389" name="Google Shape;3389;p68"/>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pl-PL"/>
              </a:p>
            </p:txBody>
          </p:sp>
          <p:sp>
            <p:nvSpPr>
              <p:cNvPr id="3390" name="Google Shape;3390;p68"/>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91" name="Google Shape;3391;p68"/>
            <p:cNvGrpSpPr/>
            <p:nvPr/>
          </p:nvGrpSpPr>
          <p:grpSpPr>
            <a:xfrm>
              <a:off x="3894606" y="2334874"/>
              <a:ext cx="913198" cy="518984"/>
              <a:chOff x="4000175" y="1462675"/>
              <a:chExt cx="1917275" cy="1140875"/>
            </a:xfrm>
          </p:grpSpPr>
          <p:sp>
            <p:nvSpPr>
              <p:cNvPr id="3392" name="Google Shape;3392;p68"/>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pl-PL"/>
              </a:p>
            </p:txBody>
          </p:sp>
          <p:grpSp>
            <p:nvGrpSpPr>
              <p:cNvPr id="3393" name="Google Shape;3393;p68"/>
              <p:cNvGrpSpPr/>
              <p:nvPr/>
            </p:nvGrpSpPr>
            <p:grpSpPr>
              <a:xfrm>
                <a:off x="4000175" y="1462675"/>
                <a:ext cx="1917275" cy="1140875"/>
                <a:chOff x="4000175" y="1462675"/>
                <a:chExt cx="1917275" cy="1140875"/>
              </a:xfrm>
            </p:grpSpPr>
            <p:sp>
              <p:nvSpPr>
                <p:cNvPr id="3394" name="Google Shape;3394;p68"/>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pl-PL"/>
                </a:p>
              </p:txBody>
            </p:sp>
            <p:sp>
              <p:nvSpPr>
                <p:cNvPr id="3395" name="Google Shape;3395;p68"/>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68"/>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68"/>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68"/>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399" name="Google Shape;3399;p68"/>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00" name="Google Shape;3400;p68"/>
            <p:cNvGrpSpPr/>
            <p:nvPr/>
          </p:nvGrpSpPr>
          <p:grpSpPr>
            <a:xfrm>
              <a:off x="3875768" y="2846704"/>
              <a:ext cx="44796" cy="47366"/>
              <a:chOff x="3960625" y="2587825"/>
              <a:chExt cx="94050" cy="104125"/>
            </a:xfrm>
          </p:grpSpPr>
          <p:sp>
            <p:nvSpPr>
              <p:cNvPr id="3401" name="Google Shape;3401;p68"/>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pl-PL"/>
              </a:p>
            </p:txBody>
          </p:sp>
          <p:sp>
            <p:nvSpPr>
              <p:cNvPr id="3402" name="Google Shape;3402;p68"/>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03" name="Google Shape;3403;p68"/>
            <p:cNvGrpSpPr/>
            <p:nvPr/>
          </p:nvGrpSpPr>
          <p:grpSpPr>
            <a:xfrm>
              <a:off x="3782759" y="2807162"/>
              <a:ext cx="82686" cy="85487"/>
              <a:chOff x="3765350" y="2500900"/>
              <a:chExt cx="173600" cy="187925"/>
            </a:xfrm>
          </p:grpSpPr>
          <p:sp>
            <p:nvSpPr>
              <p:cNvPr id="3404" name="Google Shape;3404;p68"/>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pl-PL"/>
              </a:p>
            </p:txBody>
          </p:sp>
          <p:sp>
            <p:nvSpPr>
              <p:cNvPr id="3405" name="Google Shape;3405;p68"/>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68"/>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68"/>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68"/>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68"/>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10" name="Google Shape;3410;p68"/>
            <p:cNvGrpSpPr/>
            <p:nvPr/>
          </p:nvGrpSpPr>
          <p:grpSpPr>
            <a:xfrm>
              <a:off x="3775674" y="2798496"/>
              <a:ext cx="40545" cy="23564"/>
              <a:chOff x="3750475" y="2481850"/>
              <a:chExt cx="85125" cy="51800"/>
            </a:xfrm>
          </p:grpSpPr>
          <p:sp>
            <p:nvSpPr>
              <p:cNvPr id="3411" name="Google Shape;3411;p68"/>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68"/>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pl-PL"/>
              </a:p>
            </p:txBody>
          </p:sp>
        </p:grpSp>
        <p:grpSp>
          <p:nvGrpSpPr>
            <p:cNvPr id="3413" name="Google Shape;3413;p68"/>
            <p:cNvGrpSpPr/>
            <p:nvPr/>
          </p:nvGrpSpPr>
          <p:grpSpPr>
            <a:xfrm>
              <a:off x="3716946" y="2776024"/>
              <a:ext cx="81971" cy="76912"/>
              <a:chOff x="3627175" y="2432450"/>
              <a:chExt cx="172100" cy="169075"/>
            </a:xfrm>
          </p:grpSpPr>
          <p:sp>
            <p:nvSpPr>
              <p:cNvPr id="3414" name="Google Shape;3414;p68"/>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68"/>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pl-PL"/>
              </a:p>
            </p:txBody>
          </p:sp>
          <p:sp>
            <p:nvSpPr>
              <p:cNvPr id="3416" name="Google Shape;3416;p68"/>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pl-PL"/>
              </a:p>
            </p:txBody>
          </p:sp>
        </p:grpSp>
        <p:grpSp>
          <p:nvGrpSpPr>
            <p:cNvPr id="3417" name="Google Shape;3417;p68"/>
            <p:cNvGrpSpPr/>
            <p:nvPr/>
          </p:nvGrpSpPr>
          <p:grpSpPr>
            <a:xfrm>
              <a:off x="3685682" y="2845624"/>
              <a:ext cx="29311" cy="45055"/>
              <a:chOff x="3561536" y="2585450"/>
              <a:chExt cx="61539" cy="99045"/>
            </a:xfrm>
          </p:grpSpPr>
          <p:sp>
            <p:nvSpPr>
              <p:cNvPr id="3418" name="Google Shape;3418;p68"/>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68"/>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pl-PL"/>
              </a:p>
            </p:txBody>
          </p:sp>
        </p:grpSp>
        <p:grpSp>
          <p:nvGrpSpPr>
            <p:cNvPr id="3420" name="Google Shape;3420;p68"/>
            <p:cNvGrpSpPr/>
            <p:nvPr/>
          </p:nvGrpSpPr>
          <p:grpSpPr>
            <a:xfrm>
              <a:off x="3849905" y="2572252"/>
              <a:ext cx="74339" cy="119559"/>
              <a:chOff x="3906325" y="1984500"/>
              <a:chExt cx="156075" cy="262825"/>
            </a:xfrm>
          </p:grpSpPr>
          <p:sp>
            <p:nvSpPr>
              <p:cNvPr id="3421" name="Google Shape;3421;p68"/>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pl-PL"/>
              </a:p>
            </p:txBody>
          </p:sp>
          <p:sp>
            <p:nvSpPr>
              <p:cNvPr id="3422" name="Google Shape;3422;p68"/>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23" name="Google Shape;3423;p68"/>
            <p:cNvGrpSpPr/>
            <p:nvPr/>
          </p:nvGrpSpPr>
          <p:grpSpPr>
            <a:xfrm>
              <a:off x="2654821" y="2414345"/>
              <a:ext cx="667570" cy="558731"/>
              <a:chOff x="1397225" y="1637375"/>
              <a:chExt cx="1401575" cy="1228250"/>
            </a:xfrm>
          </p:grpSpPr>
          <p:sp>
            <p:nvSpPr>
              <p:cNvPr id="3424" name="Google Shape;3424;p68"/>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pl-PL"/>
              </a:p>
            </p:txBody>
          </p:sp>
          <p:grpSp>
            <p:nvGrpSpPr>
              <p:cNvPr id="3425" name="Google Shape;3425;p68"/>
              <p:cNvGrpSpPr/>
              <p:nvPr/>
            </p:nvGrpSpPr>
            <p:grpSpPr>
              <a:xfrm>
                <a:off x="1397225" y="1637375"/>
                <a:ext cx="1398775" cy="1228250"/>
                <a:chOff x="1397225" y="1637375"/>
                <a:chExt cx="1398775" cy="1228250"/>
              </a:xfrm>
            </p:grpSpPr>
            <p:sp>
              <p:nvSpPr>
                <p:cNvPr id="3426" name="Google Shape;3426;p68"/>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68"/>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28" name="Google Shape;3428;p68"/>
            <p:cNvGrpSpPr/>
            <p:nvPr/>
          </p:nvGrpSpPr>
          <p:grpSpPr>
            <a:xfrm>
              <a:off x="3230417" y="3103734"/>
              <a:ext cx="282982" cy="280332"/>
              <a:chOff x="2605700" y="3152850"/>
              <a:chExt cx="594125" cy="616250"/>
            </a:xfrm>
          </p:grpSpPr>
          <p:sp>
            <p:nvSpPr>
              <p:cNvPr id="3429" name="Google Shape;3429;p68"/>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pl-PL"/>
              </a:p>
            </p:txBody>
          </p:sp>
          <p:sp>
            <p:nvSpPr>
              <p:cNvPr id="3430" name="Google Shape;3430;p68"/>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3431" name="Google Shape;3431;p68"/>
            <p:cNvGrpSpPr/>
            <p:nvPr/>
          </p:nvGrpSpPr>
          <p:grpSpPr>
            <a:xfrm>
              <a:off x="3265985" y="3226989"/>
              <a:ext cx="87151" cy="346202"/>
              <a:chOff x="2680375" y="3423800"/>
              <a:chExt cx="182975" cy="761050"/>
            </a:xfrm>
          </p:grpSpPr>
          <p:sp>
            <p:nvSpPr>
              <p:cNvPr id="3432" name="Google Shape;3432;p68"/>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pl-PL"/>
              </a:p>
            </p:txBody>
          </p:sp>
          <p:sp>
            <p:nvSpPr>
              <p:cNvPr id="3433" name="Google Shape;3433;p68"/>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34" name="Google Shape;3434;p68"/>
            <p:cNvGrpSpPr/>
            <p:nvPr/>
          </p:nvGrpSpPr>
          <p:grpSpPr>
            <a:xfrm>
              <a:off x="3855466" y="3289811"/>
              <a:ext cx="112514" cy="94210"/>
              <a:chOff x="3918000" y="3561900"/>
              <a:chExt cx="236225" cy="207100"/>
            </a:xfrm>
          </p:grpSpPr>
          <p:sp>
            <p:nvSpPr>
              <p:cNvPr id="3435" name="Google Shape;3435;p68"/>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pl-PL"/>
              </a:p>
            </p:txBody>
          </p:sp>
          <p:sp>
            <p:nvSpPr>
              <p:cNvPr id="3436" name="Google Shape;3436;p68"/>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37" name="Google Shape;3437;p68"/>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68"/>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68"/>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3440" name="Google Shape;3440;p68"/>
            <p:cNvGrpSpPr/>
            <p:nvPr/>
          </p:nvGrpSpPr>
          <p:grpSpPr>
            <a:xfrm>
              <a:off x="2905224" y="2311071"/>
              <a:ext cx="596721" cy="528992"/>
              <a:chOff x="1922950" y="1410350"/>
              <a:chExt cx="1252825" cy="1162875"/>
            </a:xfrm>
          </p:grpSpPr>
          <p:sp>
            <p:nvSpPr>
              <p:cNvPr id="3441" name="Google Shape;3441;p68"/>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68"/>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68"/>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68"/>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68"/>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68"/>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68"/>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68"/>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68"/>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68"/>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68"/>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68"/>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68"/>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68"/>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68"/>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68"/>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3457" name="Google Shape;3457;p68"/>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68"/>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68"/>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68"/>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68"/>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68"/>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68"/>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68"/>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68"/>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68"/>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68"/>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68"/>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68"/>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68"/>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68"/>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68"/>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68"/>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68"/>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68"/>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68"/>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3477" name="Google Shape;3477;p68"/>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478" name="Google Shape;3478;p68"/>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79" name="Google Shape;3479;p68"/>
            <p:cNvGrpSpPr/>
            <p:nvPr/>
          </p:nvGrpSpPr>
          <p:grpSpPr>
            <a:xfrm>
              <a:off x="3280929" y="3294542"/>
              <a:ext cx="109894" cy="272224"/>
              <a:chOff x="2711750" y="3572300"/>
              <a:chExt cx="230725" cy="598425"/>
            </a:xfrm>
          </p:grpSpPr>
          <p:sp>
            <p:nvSpPr>
              <p:cNvPr id="3480" name="Google Shape;3480;p68"/>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68"/>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82" name="Google Shape;3482;p68"/>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83" name="Google Shape;3483;p68"/>
            <p:cNvGrpSpPr/>
            <p:nvPr/>
          </p:nvGrpSpPr>
          <p:grpSpPr>
            <a:xfrm>
              <a:off x="3790439" y="2408636"/>
              <a:ext cx="73017" cy="75684"/>
              <a:chOff x="3781475" y="1624825"/>
              <a:chExt cx="153300" cy="166375"/>
            </a:xfrm>
          </p:grpSpPr>
          <p:sp>
            <p:nvSpPr>
              <p:cNvPr id="3484" name="Google Shape;3484;p68"/>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68"/>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68"/>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68"/>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88" name="Google Shape;3488;p68"/>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68"/>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68"/>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68"/>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68"/>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68"/>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68"/>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95" name="Google Shape;3495;p68"/>
            <p:cNvGrpSpPr/>
            <p:nvPr/>
          </p:nvGrpSpPr>
          <p:grpSpPr>
            <a:xfrm>
              <a:off x="4403342" y="3107749"/>
              <a:ext cx="316680" cy="101374"/>
              <a:chOff x="5068275" y="3161675"/>
              <a:chExt cx="664875" cy="222850"/>
            </a:xfrm>
          </p:grpSpPr>
          <p:sp>
            <p:nvSpPr>
              <p:cNvPr id="3496" name="Google Shape;3496;p68"/>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68"/>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68"/>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68"/>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00" name="Google Shape;3500;p68"/>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68"/>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68"/>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68"/>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68"/>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68"/>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68"/>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68"/>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68"/>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68"/>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68"/>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68"/>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68"/>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68"/>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68"/>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68"/>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68"/>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68"/>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68"/>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68"/>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68"/>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68"/>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68"/>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68"/>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68"/>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68"/>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68"/>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68"/>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68"/>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29" name="Google Shape;3529;p68"/>
            <p:cNvGrpSpPr/>
            <p:nvPr/>
          </p:nvGrpSpPr>
          <p:grpSpPr>
            <a:xfrm>
              <a:off x="3697513" y="2707266"/>
              <a:ext cx="59549" cy="79733"/>
              <a:chOff x="3586375" y="2281300"/>
              <a:chExt cx="125025" cy="175275"/>
            </a:xfrm>
          </p:grpSpPr>
          <p:sp>
            <p:nvSpPr>
              <p:cNvPr id="3530" name="Google Shape;3530;p68"/>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68"/>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32" name="Google Shape;3532;p68"/>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33" name="Google Shape;3533;p68"/>
            <p:cNvGrpSpPr/>
            <p:nvPr/>
          </p:nvGrpSpPr>
          <p:grpSpPr>
            <a:xfrm>
              <a:off x="4513224" y="3221724"/>
              <a:ext cx="274563" cy="280321"/>
              <a:chOff x="5298975" y="3412225"/>
              <a:chExt cx="576450" cy="616225"/>
            </a:xfrm>
          </p:grpSpPr>
          <p:sp>
            <p:nvSpPr>
              <p:cNvPr id="3534" name="Google Shape;3534;p68"/>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535" name="Google Shape;3535;p68"/>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6" name="Google Shape;3536;p68"/>
            <p:cNvGrpSpPr/>
            <p:nvPr/>
          </p:nvGrpSpPr>
          <p:grpSpPr>
            <a:xfrm>
              <a:off x="4824403" y="3421846"/>
              <a:ext cx="110132" cy="130647"/>
              <a:chOff x="5952300" y="3852150"/>
              <a:chExt cx="231225" cy="287200"/>
            </a:xfrm>
          </p:grpSpPr>
          <p:sp>
            <p:nvSpPr>
              <p:cNvPr id="3537" name="Google Shape;3537;p68"/>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68"/>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39" name="Google Shape;3539;p68"/>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68"/>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68"/>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68"/>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68"/>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68"/>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68"/>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68"/>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7" name="Google Shape;3547;p68"/>
            <p:cNvGrpSpPr/>
            <p:nvPr/>
          </p:nvGrpSpPr>
          <p:grpSpPr>
            <a:xfrm>
              <a:off x="4295710" y="3079670"/>
              <a:ext cx="14968" cy="27135"/>
              <a:chOff x="4842300" y="3099950"/>
              <a:chExt cx="31425" cy="59650"/>
            </a:xfrm>
          </p:grpSpPr>
          <p:sp>
            <p:nvSpPr>
              <p:cNvPr id="3548" name="Google Shape;3548;p68"/>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68"/>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68"/>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68"/>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52" name="Google Shape;3552;p68"/>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68"/>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68"/>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68"/>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68"/>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68"/>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68"/>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68"/>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60" name="Google Shape;3560;p68"/>
            <p:cNvGrpSpPr/>
            <p:nvPr/>
          </p:nvGrpSpPr>
          <p:grpSpPr>
            <a:xfrm>
              <a:off x="3831056" y="2816010"/>
              <a:ext cx="37378" cy="27612"/>
              <a:chOff x="3866750" y="2520350"/>
              <a:chExt cx="78475" cy="60700"/>
            </a:xfrm>
          </p:grpSpPr>
          <p:sp>
            <p:nvSpPr>
              <p:cNvPr id="3561" name="Google Shape;3561;p68"/>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68"/>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68"/>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68"/>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65" name="Google Shape;3565;p68"/>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68"/>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68"/>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68"/>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68"/>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68"/>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68"/>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68"/>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68"/>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68"/>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68"/>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68"/>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68"/>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68"/>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68"/>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68"/>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68"/>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3582" name="Google Shape;3582;p68"/>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68"/>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68"/>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68"/>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68"/>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68"/>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68"/>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68"/>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68"/>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68"/>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68"/>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68"/>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3594" name="Google Shape;3594;p68"/>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68"/>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68"/>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68"/>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68"/>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68"/>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68"/>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68"/>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68"/>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68"/>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68"/>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68"/>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68"/>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07" name="Google Shape;3607;p68"/>
            <p:cNvGrpSpPr/>
            <p:nvPr/>
          </p:nvGrpSpPr>
          <p:grpSpPr>
            <a:xfrm>
              <a:off x="3632736" y="3051591"/>
              <a:ext cx="63288" cy="45217"/>
              <a:chOff x="3450375" y="3038225"/>
              <a:chExt cx="132875" cy="99400"/>
            </a:xfrm>
          </p:grpSpPr>
          <p:sp>
            <p:nvSpPr>
              <p:cNvPr id="3608" name="Google Shape;3608;p68"/>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68"/>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10" name="Google Shape;3610;p68"/>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68"/>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68"/>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68"/>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68"/>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68"/>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68"/>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68"/>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68"/>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619" name="Google Shape;3619;p68"/>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68"/>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68"/>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68"/>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68"/>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68"/>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68"/>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68"/>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68"/>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68"/>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629" name="Google Shape;3629;p68"/>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68"/>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68"/>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68"/>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68"/>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68"/>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3635" name="Google Shape;3635;p68"/>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68"/>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68"/>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6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6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68"/>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68"/>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68"/>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68"/>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68"/>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5" name="Google Shape;3645;p68"/>
          <p:cNvGrpSpPr/>
          <p:nvPr/>
        </p:nvGrpSpPr>
        <p:grpSpPr>
          <a:xfrm>
            <a:off x="3554131" y="1233340"/>
            <a:ext cx="2078182" cy="1366558"/>
            <a:chOff x="235800" y="830650"/>
            <a:chExt cx="6978450" cy="4588844"/>
          </a:xfrm>
        </p:grpSpPr>
        <p:sp>
          <p:nvSpPr>
            <p:cNvPr id="3646" name="Google Shape;3646;p68"/>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68"/>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68"/>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68"/>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68"/>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68"/>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52" name="Google Shape;3652;p68"/>
          <p:cNvGrpSpPr/>
          <p:nvPr/>
        </p:nvGrpSpPr>
        <p:grpSpPr>
          <a:xfrm>
            <a:off x="742628" y="3064442"/>
            <a:ext cx="2622876" cy="1333540"/>
            <a:chOff x="238125" y="1038125"/>
            <a:chExt cx="7146800" cy="3633625"/>
          </a:xfrm>
        </p:grpSpPr>
        <p:sp>
          <p:nvSpPr>
            <p:cNvPr id="3653" name="Google Shape;3653;p68"/>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68"/>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68"/>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68"/>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68"/>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68"/>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68"/>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68"/>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68"/>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68"/>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68"/>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68"/>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68"/>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68"/>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68"/>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68"/>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68"/>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68"/>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68"/>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68"/>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68"/>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68"/>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68"/>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68"/>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68"/>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68"/>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68"/>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68"/>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68"/>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68"/>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68"/>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68"/>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68"/>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68"/>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68"/>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68"/>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68"/>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68"/>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68"/>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68"/>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68"/>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68"/>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68"/>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68"/>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68"/>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68"/>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68"/>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68"/>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68"/>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68"/>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68"/>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68"/>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68"/>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68"/>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68"/>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68"/>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68"/>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68"/>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68"/>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68"/>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68"/>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68"/>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68"/>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68"/>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68"/>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68"/>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68"/>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68"/>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68"/>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68"/>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68"/>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68"/>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68"/>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68"/>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68"/>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68"/>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68"/>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68"/>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68"/>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68"/>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68"/>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68"/>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68"/>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68"/>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68"/>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68"/>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68"/>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68"/>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68"/>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68"/>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68"/>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68"/>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68"/>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68"/>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68"/>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68"/>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68"/>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68"/>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68"/>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68"/>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68"/>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68"/>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68"/>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68"/>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68"/>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68"/>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68"/>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68"/>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68"/>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68"/>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68"/>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68"/>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68"/>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68"/>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68"/>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68"/>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68"/>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68"/>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68"/>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68"/>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68"/>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68"/>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68"/>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68"/>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68"/>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68"/>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68"/>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68"/>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68"/>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68"/>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68"/>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68"/>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68"/>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68"/>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68"/>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68"/>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68"/>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68"/>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68"/>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68"/>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68"/>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68"/>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68"/>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68"/>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68"/>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68"/>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68"/>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68"/>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68"/>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68"/>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68"/>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68"/>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68"/>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68"/>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68"/>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68"/>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68"/>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68"/>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68"/>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68"/>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68"/>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68"/>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68"/>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68"/>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68"/>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68"/>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68"/>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68"/>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68"/>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68"/>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68"/>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68"/>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68"/>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68"/>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68"/>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68"/>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68"/>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68"/>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68"/>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68"/>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68"/>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68"/>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68"/>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68"/>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68"/>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68"/>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68"/>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68"/>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68"/>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68"/>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68"/>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68"/>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68"/>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68"/>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68"/>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68"/>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68"/>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68"/>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68"/>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68"/>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68"/>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68"/>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68"/>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68"/>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68"/>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68"/>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68"/>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68"/>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68"/>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68"/>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68"/>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68"/>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68"/>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68"/>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68"/>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68"/>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68"/>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68"/>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68"/>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68"/>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68"/>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68"/>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68"/>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68"/>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68"/>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68"/>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68"/>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68"/>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68"/>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68"/>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68"/>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68"/>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68"/>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68"/>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68"/>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68"/>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68"/>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68"/>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68"/>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68"/>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68"/>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68"/>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68"/>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68"/>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68"/>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68"/>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68"/>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68"/>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68"/>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68"/>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68"/>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68"/>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68"/>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68"/>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68"/>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68"/>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68"/>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68"/>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68"/>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68"/>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68"/>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68"/>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68"/>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68"/>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68"/>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68"/>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68"/>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68"/>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68"/>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68"/>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68"/>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68"/>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68"/>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68"/>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68"/>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68"/>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68"/>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68"/>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68"/>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68"/>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68"/>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68"/>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68"/>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68"/>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68"/>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68"/>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68"/>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68"/>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68"/>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68"/>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68"/>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68"/>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68"/>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68"/>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68"/>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68"/>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68"/>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68"/>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68"/>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68"/>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68"/>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68"/>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68"/>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68"/>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68"/>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68"/>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68"/>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68"/>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68"/>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68"/>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68"/>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68"/>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68"/>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68"/>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68"/>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68"/>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68"/>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68"/>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68"/>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68"/>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68"/>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68"/>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68"/>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68"/>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68"/>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68"/>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68"/>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68"/>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68"/>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68"/>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68"/>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68"/>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68"/>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68"/>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68"/>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68"/>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68"/>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68"/>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68"/>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68"/>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68"/>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68"/>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68"/>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68"/>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68"/>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68"/>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68"/>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68"/>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68"/>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68"/>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68"/>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68"/>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68"/>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68"/>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68"/>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68"/>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68"/>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68"/>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68"/>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68"/>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68"/>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68"/>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68"/>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68"/>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68"/>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68"/>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68"/>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68"/>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68"/>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68"/>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68"/>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68"/>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68"/>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68"/>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68"/>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68"/>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68"/>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68"/>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68"/>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68"/>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68"/>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68"/>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68"/>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68"/>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68"/>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68"/>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68"/>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68"/>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68"/>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68"/>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68"/>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68"/>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68"/>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68"/>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68"/>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68"/>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68"/>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68"/>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68"/>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68"/>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68"/>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68"/>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68"/>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68"/>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68"/>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68"/>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68"/>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68"/>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68"/>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68"/>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68"/>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68"/>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68"/>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68"/>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68"/>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68"/>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68"/>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68"/>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68"/>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68"/>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68"/>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68"/>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68"/>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68"/>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68"/>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68"/>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68"/>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68"/>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68"/>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68"/>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68"/>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68"/>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68"/>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68"/>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68"/>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68"/>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68"/>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68"/>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68"/>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68"/>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68"/>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68"/>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68"/>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68"/>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68"/>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68"/>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68"/>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68"/>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68"/>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68"/>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68"/>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68"/>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68"/>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68"/>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68"/>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68"/>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68"/>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68"/>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68"/>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68"/>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68"/>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68"/>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68"/>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68"/>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68"/>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68"/>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68"/>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68"/>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68"/>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68"/>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68"/>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68"/>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68"/>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68"/>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68"/>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68"/>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68"/>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68"/>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68"/>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68"/>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68"/>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68"/>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68"/>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68"/>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68"/>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68"/>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68"/>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68"/>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68"/>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68"/>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68"/>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68"/>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68"/>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68"/>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68"/>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68"/>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68"/>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68"/>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68"/>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68"/>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68"/>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68"/>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68"/>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68"/>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68"/>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68"/>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68"/>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68"/>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68"/>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68"/>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68"/>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68"/>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68"/>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68"/>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68"/>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68"/>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68"/>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68"/>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68"/>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68"/>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68"/>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68"/>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68"/>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68"/>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68"/>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68"/>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68"/>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68"/>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68"/>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68"/>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68"/>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68"/>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68"/>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68"/>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68"/>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68"/>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68"/>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68"/>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68"/>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68"/>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68"/>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68"/>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68"/>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68"/>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68"/>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68"/>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68"/>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68"/>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68"/>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68"/>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68"/>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68"/>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68"/>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68"/>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68"/>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68"/>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68"/>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68"/>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68"/>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68"/>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68"/>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68"/>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68"/>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68"/>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68"/>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68"/>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68"/>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68"/>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68"/>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68"/>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68"/>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68"/>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68"/>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68"/>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68"/>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68"/>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68"/>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68"/>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68"/>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68"/>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68"/>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68"/>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68"/>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68"/>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68"/>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68"/>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68"/>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68"/>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68"/>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68"/>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68"/>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68"/>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68"/>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68"/>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68"/>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68"/>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68"/>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68"/>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68"/>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68"/>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68"/>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68"/>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68"/>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68"/>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68"/>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68"/>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68"/>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68"/>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68"/>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68"/>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68"/>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68"/>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68"/>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68"/>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68"/>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68"/>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68"/>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68"/>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68"/>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68"/>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68"/>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68"/>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68"/>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68"/>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68"/>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68"/>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68"/>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68"/>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68"/>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68"/>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68"/>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68"/>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68"/>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68"/>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68"/>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68"/>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68"/>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68"/>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68"/>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68"/>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68"/>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68"/>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68"/>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68"/>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68"/>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68"/>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68"/>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68"/>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68"/>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68"/>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68"/>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68"/>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68"/>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68"/>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68"/>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68"/>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68"/>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68"/>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68"/>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68"/>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68"/>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68"/>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68"/>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68"/>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68"/>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68"/>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68"/>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68"/>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68"/>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68"/>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68"/>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68"/>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68"/>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68"/>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68"/>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68"/>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68"/>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68"/>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68"/>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68"/>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68"/>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68"/>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68"/>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68"/>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68"/>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68"/>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68"/>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68"/>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68"/>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68"/>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68"/>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68"/>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68"/>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68"/>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68"/>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68"/>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68"/>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68"/>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68"/>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68"/>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68"/>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68"/>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68"/>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68"/>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68"/>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68"/>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68"/>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68"/>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68"/>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68"/>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68"/>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68"/>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68"/>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68"/>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68"/>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68"/>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68"/>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68"/>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68"/>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68"/>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68"/>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68"/>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68"/>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68"/>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68"/>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68"/>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68"/>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68"/>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68"/>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68"/>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68"/>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68"/>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68"/>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68"/>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68"/>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68"/>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68"/>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68"/>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68"/>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68"/>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68"/>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68"/>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68"/>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68"/>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68"/>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68"/>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68"/>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68"/>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68"/>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68"/>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68"/>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68"/>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68"/>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68"/>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68"/>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68"/>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68"/>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68"/>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68"/>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68"/>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68"/>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68"/>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68"/>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68"/>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68"/>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68"/>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68"/>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68"/>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68"/>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68"/>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68"/>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68"/>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68"/>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68"/>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68"/>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68"/>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68"/>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68"/>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68"/>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68"/>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68"/>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68"/>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68"/>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68"/>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68"/>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68"/>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68"/>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68"/>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68"/>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68"/>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68"/>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68"/>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68"/>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68"/>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68"/>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68"/>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68"/>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68"/>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68"/>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68"/>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68"/>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68"/>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68"/>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68"/>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68"/>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68"/>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68"/>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68"/>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68"/>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68"/>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68"/>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68"/>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68"/>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68"/>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68"/>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68"/>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68"/>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68"/>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68"/>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68"/>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68"/>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68"/>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68"/>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68"/>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68"/>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68"/>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68"/>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68"/>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68"/>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68"/>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68"/>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68"/>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68"/>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68"/>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68"/>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68"/>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68"/>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68"/>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68"/>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68"/>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68"/>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68"/>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68"/>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68"/>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68"/>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68"/>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68"/>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68"/>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68"/>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68"/>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68"/>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68"/>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68"/>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68"/>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68"/>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68"/>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68"/>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68"/>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68"/>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68"/>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68"/>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68"/>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68"/>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68"/>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68"/>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68"/>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68"/>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68"/>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68"/>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68"/>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68"/>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68"/>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68"/>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68"/>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68"/>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68"/>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68"/>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68"/>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68"/>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68"/>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68"/>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68"/>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68"/>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68"/>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68"/>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68"/>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68"/>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68"/>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68"/>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68"/>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68"/>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68"/>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68"/>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68"/>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68"/>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68"/>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68"/>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68"/>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68"/>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68"/>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68"/>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68"/>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68"/>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68"/>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68"/>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68"/>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68"/>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68"/>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68"/>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68"/>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68"/>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68"/>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68"/>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68"/>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68"/>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68"/>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68"/>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68"/>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68"/>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68"/>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68"/>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68"/>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68"/>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68"/>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68"/>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68"/>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68"/>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68"/>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68"/>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68"/>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68"/>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68"/>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68"/>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68"/>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68"/>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68"/>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68"/>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68"/>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68"/>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68"/>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68"/>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68"/>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68"/>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68"/>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68"/>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68"/>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68"/>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68"/>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68"/>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68"/>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68"/>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68"/>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68"/>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68"/>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68"/>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68"/>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68"/>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68"/>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68"/>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68"/>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68"/>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68"/>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68"/>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68"/>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68"/>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68"/>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68"/>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68"/>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68"/>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68"/>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68"/>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68"/>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68"/>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68"/>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68"/>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68"/>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68"/>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68"/>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68"/>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68"/>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68"/>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68"/>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68"/>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68"/>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68"/>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68"/>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68"/>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68"/>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68"/>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68"/>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68"/>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68"/>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68"/>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68"/>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68"/>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68"/>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68"/>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68"/>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68"/>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68"/>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68"/>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68"/>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68"/>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68"/>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68"/>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68"/>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68"/>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68"/>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68"/>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68"/>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68"/>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68"/>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68"/>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68"/>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68"/>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68"/>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68"/>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68"/>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68"/>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68"/>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68"/>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68"/>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68"/>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68"/>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68"/>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68"/>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68"/>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68"/>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68"/>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68"/>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68"/>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68"/>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68"/>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68"/>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68"/>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68"/>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68"/>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68"/>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68"/>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68"/>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68"/>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68"/>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68"/>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68"/>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68"/>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68"/>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68"/>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68"/>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68"/>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68"/>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68"/>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68"/>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68"/>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68"/>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68"/>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68"/>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68"/>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68"/>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68"/>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68"/>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68"/>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68"/>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68"/>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68"/>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68"/>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68"/>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68"/>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68"/>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68"/>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68"/>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68"/>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68"/>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68"/>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68"/>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68"/>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68"/>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68"/>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68"/>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68"/>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68"/>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68"/>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68"/>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68"/>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68"/>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68"/>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68"/>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68"/>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68"/>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68"/>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68"/>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68"/>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68"/>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68"/>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68"/>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68"/>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68"/>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68"/>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68"/>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68"/>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68"/>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68"/>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68"/>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68"/>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68"/>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68"/>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68"/>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68"/>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68"/>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68"/>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68"/>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68"/>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68"/>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68"/>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68"/>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68"/>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68"/>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68"/>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68"/>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68"/>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68"/>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68"/>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68"/>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68"/>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68"/>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68"/>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68"/>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68"/>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68"/>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68"/>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68"/>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68"/>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68"/>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68"/>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68"/>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68"/>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68"/>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68"/>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68"/>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68"/>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68"/>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68"/>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68"/>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68"/>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68"/>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68"/>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68"/>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68"/>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68"/>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68"/>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68"/>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68"/>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68"/>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68"/>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68"/>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68"/>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68"/>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68"/>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68"/>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68"/>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68"/>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68"/>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68"/>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68"/>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68"/>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68"/>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68"/>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68"/>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68"/>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68"/>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68"/>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68"/>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68"/>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68"/>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68"/>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68"/>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68"/>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68"/>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68"/>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68"/>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68"/>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68"/>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68"/>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68"/>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68"/>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68"/>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68"/>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68"/>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68"/>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68"/>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68"/>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68"/>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68"/>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68"/>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68"/>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68"/>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68"/>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68"/>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68"/>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68"/>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68"/>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68"/>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68"/>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68"/>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68"/>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68"/>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68"/>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68"/>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68"/>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68"/>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68"/>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68"/>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68"/>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68"/>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68"/>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68"/>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68"/>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68"/>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68"/>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68"/>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68"/>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68"/>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68"/>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68"/>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68"/>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68"/>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68"/>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68"/>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68"/>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68"/>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68"/>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68"/>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68"/>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68"/>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68"/>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68"/>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68"/>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68"/>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68"/>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68"/>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68"/>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68"/>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68"/>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68"/>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68"/>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68"/>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68"/>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68"/>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68"/>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68"/>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68"/>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68"/>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68"/>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68"/>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68"/>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68"/>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68"/>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68"/>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68"/>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68"/>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68"/>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68"/>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68"/>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68"/>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68"/>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68"/>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68"/>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68"/>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68"/>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68"/>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68"/>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68"/>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68"/>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68"/>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68"/>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68"/>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68"/>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68"/>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68"/>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68"/>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68"/>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68"/>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68"/>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68"/>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68"/>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68"/>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68"/>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68"/>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68"/>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68"/>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68"/>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68"/>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68"/>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68"/>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68"/>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68"/>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68"/>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68"/>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68"/>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68"/>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68"/>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68"/>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68"/>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68"/>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68"/>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68"/>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68"/>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68"/>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68"/>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68"/>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68"/>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68"/>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68"/>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68"/>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68"/>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68"/>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68"/>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68"/>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68"/>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68"/>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68"/>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68"/>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68"/>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68"/>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68"/>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68"/>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68"/>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68"/>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68"/>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68"/>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68"/>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68"/>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68"/>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68"/>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68"/>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68"/>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68"/>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68"/>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68"/>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68"/>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68"/>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68"/>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68"/>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68"/>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68"/>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68"/>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68"/>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68"/>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68"/>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68"/>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68"/>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68"/>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68"/>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68"/>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68"/>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68"/>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68"/>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68"/>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68"/>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68"/>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68"/>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68"/>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68"/>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68"/>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68"/>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68"/>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68"/>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68"/>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68"/>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68"/>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68"/>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68"/>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68"/>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68"/>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68"/>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68"/>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68"/>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68"/>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68"/>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68"/>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68"/>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68"/>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68"/>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68"/>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68"/>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68"/>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68"/>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68"/>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68"/>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68"/>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68"/>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68"/>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68"/>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68"/>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68"/>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68"/>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68"/>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68"/>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68"/>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68"/>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68"/>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68"/>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68"/>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68"/>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68"/>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68"/>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68"/>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68"/>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68"/>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68"/>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68"/>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68"/>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68"/>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68"/>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68"/>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68"/>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68"/>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68"/>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68"/>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68"/>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68"/>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68"/>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68"/>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68"/>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68"/>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68"/>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68"/>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68"/>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68"/>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68"/>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68"/>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68"/>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68"/>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68"/>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68"/>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68"/>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68"/>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68"/>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68"/>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68"/>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68"/>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68"/>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68"/>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68"/>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68"/>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68"/>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68"/>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68"/>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68"/>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68"/>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68"/>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68"/>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68"/>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68"/>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68"/>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68"/>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68"/>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68"/>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68"/>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68"/>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68"/>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68"/>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68"/>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68"/>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68"/>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68"/>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68"/>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68"/>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68"/>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68"/>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68"/>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68"/>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68"/>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68"/>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68"/>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68"/>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68"/>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68"/>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68"/>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68"/>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68"/>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68"/>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68"/>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68"/>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68"/>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68"/>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68"/>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68"/>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68"/>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68"/>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68"/>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68"/>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68"/>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68"/>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68"/>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68"/>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68"/>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68"/>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68"/>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68"/>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68"/>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68"/>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68"/>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68"/>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68"/>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68"/>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68"/>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68"/>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68"/>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68"/>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68"/>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68"/>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68"/>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68"/>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68"/>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68"/>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68"/>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68"/>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68"/>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68"/>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68"/>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68"/>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68"/>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68"/>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68"/>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68"/>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68"/>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68"/>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68"/>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68"/>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68"/>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68"/>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68"/>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68"/>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68"/>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68"/>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68"/>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68"/>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68"/>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68"/>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68"/>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68"/>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68"/>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68"/>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68"/>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68"/>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68"/>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68"/>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68"/>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68"/>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68"/>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68"/>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68"/>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68"/>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68"/>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68"/>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68"/>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68"/>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68"/>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68"/>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68"/>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68"/>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68"/>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68"/>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68"/>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68"/>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68"/>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68"/>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68"/>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68"/>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68"/>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68"/>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68"/>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5" name="Google Shape;5225;p68"/>
          <p:cNvGrpSpPr/>
          <p:nvPr/>
        </p:nvGrpSpPr>
        <p:grpSpPr>
          <a:xfrm>
            <a:off x="5857556" y="1206552"/>
            <a:ext cx="2590840" cy="1380235"/>
            <a:chOff x="233350" y="949250"/>
            <a:chExt cx="7137300" cy="3802300"/>
          </a:xfrm>
        </p:grpSpPr>
        <p:sp>
          <p:nvSpPr>
            <p:cNvPr id="5226" name="Google Shape;5226;p68"/>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68"/>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68"/>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68"/>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68"/>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68"/>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68"/>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68"/>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68"/>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68"/>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68"/>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68"/>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68"/>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68"/>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68"/>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68"/>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68"/>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68"/>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68"/>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68"/>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68"/>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68"/>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68"/>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68"/>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68"/>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68"/>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68"/>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68"/>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68"/>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68"/>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68"/>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68"/>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68"/>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68"/>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68"/>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68"/>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68"/>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68"/>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68"/>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68"/>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68"/>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68"/>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68"/>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68"/>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68"/>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68"/>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68"/>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68"/>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68"/>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68"/>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68"/>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7" name="Google Shape;5277;p68"/>
          <p:cNvGrpSpPr/>
          <p:nvPr/>
        </p:nvGrpSpPr>
        <p:grpSpPr>
          <a:xfrm>
            <a:off x="7671985" y="3251325"/>
            <a:ext cx="104231" cy="320340"/>
            <a:chOff x="7564426" y="3224343"/>
            <a:chExt cx="119985" cy="368801"/>
          </a:xfrm>
        </p:grpSpPr>
        <p:sp>
          <p:nvSpPr>
            <p:cNvPr id="5278" name="Google Shape;5278;p68"/>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68"/>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0" name="Google Shape;5280;p68"/>
          <p:cNvGrpSpPr/>
          <p:nvPr/>
        </p:nvGrpSpPr>
        <p:grpSpPr>
          <a:xfrm>
            <a:off x="7371473" y="3245427"/>
            <a:ext cx="189489" cy="332132"/>
            <a:chOff x="8370831" y="3202002"/>
            <a:chExt cx="218129" cy="382376"/>
          </a:xfrm>
        </p:grpSpPr>
        <p:sp>
          <p:nvSpPr>
            <p:cNvPr id="5281" name="Google Shape;5281;p68"/>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68"/>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3" name="Google Shape;5283;p68"/>
          <p:cNvGrpSpPr/>
          <p:nvPr/>
        </p:nvGrpSpPr>
        <p:grpSpPr>
          <a:xfrm>
            <a:off x="8094863" y="3656559"/>
            <a:ext cx="309429" cy="267000"/>
            <a:chOff x="6742064" y="3750480"/>
            <a:chExt cx="399315" cy="344560"/>
          </a:xfrm>
        </p:grpSpPr>
        <p:sp>
          <p:nvSpPr>
            <p:cNvPr id="5284" name="Google Shape;5284;p68"/>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68"/>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6" name="Google Shape;5286;p68"/>
          <p:cNvGrpSpPr/>
          <p:nvPr/>
        </p:nvGrpSpPr>
        <p:grpSpPr>
          <a:xfrm>
            <a:off x="7633882" y="4007606"/>
            <a:ext cx="180437" cy="281608"/>
            <a:chOff x="7248525" y="3739696"/>
            <a:chExt cx="230531" cy="359790"/>
          </a:xfrm>
        </p:grpSpPr>
        <p:sp>
          <p:nvSpPr>
            <p:cNvPr id="5287" name="Google Shape;5287;p68"/>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68"/>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9" name="Google Shape;5289;p68"/>
          <p:cNvGrpSpPr/>
          <p:nvPr/>
        </p:nvGrpSpPr>
        <p:grpSpPr>
          <a:xfrm>
            <a:off x="7879801" y="3650830"/>
            <a:ext cx="162896" cy="278710"/>
            <a:chOff x="7601242" y="3729267"/>
            <a:chExt cx="222566" cy="380803"/>
          </a:xfrm>
        </p:grpSpPr>
        <p:sp>
          <p:nvSpPr>
            <p:cNvPr id="5290" name="Google Shape;5290;p68"/>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68"/>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92" name="Google Shape;5292;p68"/>
          <p:cNvSpPr/>
          <p:nvPr/>
        </p:nvSpPr>
        <p:spPr>
          <a:xfrm>
            <a:off x="7845827" y="3263187"/>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3" name="Google Shape;5293;p68"/>
          <p:cNvGrpSpPr/>
          <p:nvPr/>
        </p:nvGrpSpPr>
        <p:grpSpPr>
          <a:xfrm>
            <a:off x="7369446" y="3651971"/>
            <a:ext cx="193543" cy="275990"/>
            <a:chOff x="8304647" y="3738687"/>
            <a:chExt cx="225076" cy="320956"/>
          </a:xfrm>
        </p:grpSpPr>
        <p:sp>
          <p:nvSpPr>
            <p:cNvPr id="5294" name="Google Shape;5294;p68"/>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68"/>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68"/>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7" name="Google Shape;5297;p68"/>
          <p:cNvGrpSpPr/>
          <p:nvPr/>
        </p:nvGrpSpPr>
        <p:grpSpPr>
          <a:xfrm>
            <a:off x="7641939" y="3651971"/>
            <a:ext cx="178492" cy="275990"/>
            <a:chOff x="8615101" y="3738687"/>
            <a:chExt cx="207573" cy="320956"/>
          </a:xfrm>
        </p:grpSpPr>
        <p:sp>
          <p:nvSpPr>
            <p:cNvPr id="5298" name="Google Shape;5298;p68"/>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68"/>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68"/>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01" name="Google Shape;5301;p68"/>
          <p:cNvSpPr/>
          <p:nvPr/>
        </p:nvSpPr>
        <p:spPr>
          <a:xfrm>
            <a:off x="8138379" y="3241854"/>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2" name="Google Shape;5302;p68"/>
          <p:cNvGrpSpPr/>
          <p:nvPr/>
        </p:nvGrpSpPr>
        <p:grpSpPr>
          <a:xfrm>
            <a:off x="6036644" y="3773459"/>
            <a:ext cx="557670" cy="511283"/>
            <a:chOff x="6015419" y="3716859"/>
            <a:chExt cx="557671" cy="511283"/>
          </a:xfrm>
        </p:grpSpPr>
        <p:sp>
          <p:nvSpPr>
            <p:cNvPr id="5303" name="Google Shape;5303;p68"/>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4" name="Google Shape;5304;p68"/>
            <p:cNvGrpSpPr/>
            <p:nvPr/>
          </p:nvGrpSpPr>
          <p:grpSpPr>
            <a:xfrm>
              <a:off x="6036094" y="3716980"/>
              <a:ext cx="529860" cy="510468"/>
              <a:chOff x="6036094" y="3716980"/>
              <a:chExt cx="529860" cy="510468"/>
            </a:xfrm>
          </p:grpSpPr>
          <p:sp>
            <p:nvSpPr>
              <p:cNvPr id="5305" name="Google Shape;5305;p68"/>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68"/>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68"/>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68"/>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68"/>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68"/>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68"/>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68"/>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68"/>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68"/>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15" name="Google Shape;5315;p68"/>
          <p:cNvGrpSpPr/>
          <p:nvPr/>
        </p:nvGrpSpPr>
        <p:grpSpPr>
          <a:xfrm>
            <a:off x="6665529" y="3130228"/>
            <a:ext cx="576302" cy="511871"/>
            <a:chOff x="6644304" y="3073628"/>
            <a:chExt cx="576302" cy="511871"/>
          </a:xfrm>
        </p:grpSpPr>
        <p:sp>
          <p:nvSpPr>
            <p:cNvPr id="5316" name="Google Shape;5316;p68"/>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17" name="Google Shape;5317;p68"/>
            <p:cNvGrpSpPr/>
            <p:nvPr/>
          </p:nvGrpSpPr>
          <p:grpSpPr>
            <a:xfrm>
              <a:off x="6712169" y="3085440"/>
              <a:ext cx="481622" cy="494913"/>
              <a:chOff x="6712169" y="3085440"/>
              <a:chExt cx="481622" cy="494913"/>
            </a:xfrm>
          </p:grpSpPr>
          <p:sp>
            <p:nvSpPr>
              <p:cNvPr id="5318" name="Google Shape;5318;p68"/>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68"/>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68"/>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68"/>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68"/>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23" name="Google Shape;5323;p68"/>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68"/>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68"/>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26" name="Google Shape;5326;p68"/>
          <p:cNvSpPr/>
          <p:nvPr/>
        </p:nvSpPr>
        <p:spPr>
          <a:xfrm>
            <a:off x="7009563" y="3146856"/>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27" name="Google Shape;5327;p68"/>
          <p:cNvGrpSpPr/>
          <p:nvPr/>
        </p:nvGrpSpPr>
        <p:grpSpPr>
          <a:xfrm>
            <a:off x="6673379" y="3773223"/>
            <a:ext cx="560631" cy="511352"/>
            <a:chOff x="6652154" y="3716623"/>
            <a:chExt cx="560631" cy="511352"/>
          </a:xfrm>
        </p:grpSpPr>
        <p:sp>
          <p:nvSpPr>
            <p:cNvPr id="5328" name="Google Shape;5328;p68"/>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29" name="Google Shape;5329;p68"/>
            <p:cNvGrpSpPr/>
            <p:nvPr/>
          </p:nvGrpSpPr>
          <p:grpSpPr>
            <a:xfrm>
              <a:off x="6669657" y="3716715"/>
              <a:ext cx="466779" cy="464290"/>
              <a:chOff x="6669657" y="3716715"/>
              <a:chExt cx="466779" cy="464290"/>
            </a:xfrm>
          </p:grpSpPr>
          <p:sp>
            <p:nvSpPr>
              <p:cNvPr id="5330" name="Google Shape;5330;p68"/>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68"/>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68"/>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68"/>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68"/>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68"/>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68"/>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68"/>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68"/>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68"/>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68"/>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68"/>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68"/>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43" name="Google Shape;5343;p68"/>
          <p:cNvGrpSpPr/>
          <p:nvPr/>
        </p:nvGrpSpPr>
        <p:grpSpPr>
          <a:xfrm>
            <a:off x="7867470" y="4054631"/>
            <a:ext cx="187557" cy="187557"/>
            <a:chOff x="8565775" y="671075"/>
            <a:chExt cx="441000" cy="441000"/>
          </a:xfrm>
        </p:grpSpPr>
        <p:sp>
          <p:nvSpPr>
            <p:cNvPr id="5344" name="Google Shape;5344;p68"/>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68"/>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46" name="Google Shape;5346;p68"/>
          <p:cNvSpPr/>
          <p:nvPr/>
        </p:nvSpPr>
        <p:spPr>
          <a:xfrm>
            <a:off x="8168685" y="4050552"/>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68"/>
          <p:cNvSpPr/>
          <p:nvPr/>
        </p:nvSpPr>
        <p:spPr>
          <a:xfrm flipH="1">
            <a:off x="7376923" y="4017007"/>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48" name="Google Shape;5348;p68"/>
          <p:cNvGrpSpPr/>
          <p:nvPr/>
        </p:nvGrpSpPr>
        <p:grpSpPr>
          <a:xfrm>
            <a:off x="6021325" y="3132850"/>
            <a:ext cx="587871" cy="512373"/>
            <a:chOff x="6000100" y="3076250"/>
            <a:chExt cx="587871" cy="512373"/>
          </a:xfrm>
        </p:grpSpPr>
        <p:sp>
          <p:nvSpPr>
            <p:cNvPr id="5349" name="Google Shape;5349;p68"/>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50" name="Google Shape;5350;p68"/>
            <p:cNvGrpSpPr/>
            <p:nvPr/>
          </p:nvGrpSpPr>
          <p:grpSpPr>
            <a:xfrm>
              <a:off x="6031360" y="3076713"/>
              <a:ext cx="539107" cy="480965"/>
              <a:chOff x="6031360" y="3076713"/>
              <a:chExt cx="539107" cy="480965"/>
            </a:xfrm>
          </p:grpSpPr>
          <p:sp>
            <p:nvSpPr>
              <p:cNvPr id="5351" name="Google Shape;5351;p68"/>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68"/>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68"/>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68"/>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68"/>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68"/>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68"/>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58" name="Google Shape;5358;p68"/>
          <p:cNvGrpSpPr/>
          <p:nvPr/>
        </p:nvGrpSpPr>
        <p:grpSpPr>
          <a:xfrm>
            <a:off x="3597785" y="3065882"/>
            <a:ext cx="2241344" cy="1330656"/>
            <a:chOff x="3597785" y="3065882"/>
            <a:chExt cx="2241344" cy="1330656"/>
          </a:xfrm>
        </p:grpSpPr>
        <p:grpSp>
          <p:nvGrpSpPr>
            <p:cNvPr id="5359" name="Google Shape;5359;p68"/>
            <p:cNvGrpSpPr/>
            <p:nvPr/>
          </p:nvGrpSpPr>
          <p:grpSpPr>
            <a:xfrm>
              <a:off x="5296908" y="3937355"/>
              <a:ext cx="143198" cy="32380"/>
              <a:chOff x="5296908" y="3937355"/>
              <a:chExt cx="143198" cy="32380"/>
            </a:xfrm>
          </p:grpSpPr>
          <p:sp>
            <p:nvSpPr>
              <p:cNvPr id="5360" name="Google Shape;5360;p68"/>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61" name="Google Shape;5361;p68"/>
              <p:cNvGrpSpPr/>
              <p:nvPr/>
            </p:nvGrpSpPr>
            <p:grpSpPr>
              <a:xfrm>
                <a:off x="5402331" y="3937355"/>
                <a:ext cx="37776" cy="32380"/>
                <a:chOff x="5402331" y="3937355"/>
                <a:chExt cx="37776" cy="32380"/>
              </a:xfrm>
            </p:grpSpPr>
            <p:sp>
              <p:nvSpPr>
                <p:cNvPr id="5362" name="Google Shape;5362;p68"/>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68"/>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64" name="Google Shape;5364;p68"/>
              <p:cNvGrpSpPr/>
              <p:nvPr/>
            </p:nvGrpSpPr>
            <p:grpSpPr>
              <a:xfrm>
                <a:off x="5296908" y="3937355"/>
                <a:ext cx="37783" cy="32380"/>
                <a:chOff x="5296908" y="3937355"/>
                <a:chExt cx="37783" cy="32380"/>
              </a:xfrm>
            </p:grpSpPr>
            <p:sp>
              <p:nvSpPr>
                <p:cNvPr id="5365" name="Google Shape;5365;p68"/>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68"/>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67" name="Google Shape;5367;p68"/>
            <p:cNvGrpSpPr/>
            <p:nvPr/>
          </p:nvGrpSpPr>
          <p:grpSpPr>
            <a:xfrm>
              <a:off x="4724163" y="3119631"/>
              <a:ext cx="120838" cy="84218"/>
              <a:chOff x="4724163" y="3119631"/>
              <a:chExt cx="120838" cy="84218"/>
            </a:xfrm>
          </p:grpSpPr>
          <p:grpSp>
            <p:nvGrpSpPr>
              <p:cNvPr id="5368" name="Google Shape;5368;p68"/>
              <p:cNvGrpSpPr/>
              <p:nvPr/>
            </p:nvGrpSpPr>
            <p:grpSpPr>
              <a:xfrm>
                <a:off x="4746712" y="3132773"/>
                <a:ext cx="86869" cy="56424"/>
                <a:chOff x="4746712" y="3132773"/>
                <a:chExt cx="86869" cy="56424"/>
              </a:xfrm>
            </p:grpSpPr>
            <p:sp>
              <p:nvSpPr>
                <p:cNvPr id="5369" name="Google Shape;5369;p68"/>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68"/>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1" name="Google Shape;5371;p68"/>
              <p:cNvGrpSpPr/>
              <p:nvPr/>
            </p:nvGrpSpPr>
            <p:grpSpPr>
              <a:xfrm>
                <a:off x="4773634" y="3143336"/>
                <a:ext cx="37776" cy="32451"/>
                <a:chOff x="4773634" y="3143336"/>
                <a:chExt cx="37776" cy="32451"/>
              </a:xfrm>
            </p:grpSpPr>
            <p:sp>
              <p:nvSpPr>
                <p:cNvPr id="5372" name="Google Shape;5372;p68"/>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68"/>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4" name="Google Shape;5374;p68"/>
              <p:cNvGrpSpPr/>
              <p:nvPr/>
            </p:nvGrpSpPr>
            <p:grpSpPr>
              <a:xfrm>
                <a:off x="4724163" y="3131248"/>
                <a:ext cx="37776" cy="32459"/>
                <a:chOff x="4724163" y="3131248"/>
                <a:chExt cx="37776" cy="32459"/>
              </a:xfrm>
            </p:grpSpPr>
            <p:sp>
              <p:nvSpPr>
                <p:cNvPr id="5375" name="Google Shape;5375;p68"/>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68"/>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7" name="Google Shape;5377;p68"/>
              <p:cNvGrpSpPr/>
              <p:nvPr/>
            </p:nvGrpSpPr>
            <p:grpSpPr>
              <a:xfrm>
                <a:off x="4755081" y="3176054"/>
                <a:ext cx="32357" cy="27795"/>
                <a:chOff x="4755081" y="3176054"/>
                <a:chExt cx="32357" cy="27795"/>
              </a:xfrm>
            </p:grpSpPr>
            <p:sp>
              <p:nvSpPr>
                <p:cNvPr id="5378" name="Google Shape;5378;p68"/>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68"/>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0" name="Google Shape;5380;p68"/>
              <p:cNvGrpSpPr/>
              <p:nvPr/>
            </p:nvGrpSpPr>
            <p:grpSpPr>
              <a:xfrm>
                <a:off x="4812550" y="3119631"/>
                <a:ext cx="32451" cy="27803"/>
                <a:chOff x="4812550" y="3119631"/>
                <a:chExt cx="32451" cy="27803"/>
              </a:xfrm>
            </p:grpSpPr>
            <p:sp>
              <p:nvSpPr>
                <p:cNvPr id="5381" name="Google Shape;5381;p68"/>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68"/>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83" name="Google Shape;5383;p68"/>
            <p:cNvGrpSpPr/>
            <p:nvPr/>
          </p:nvGrpSpPr>
          <p:grpSpPr>
            <a:xfrm>
              <a:off x="5382826" y="4027197"/>
              <a:ext cx="268967" cy="250422"/>
              <a:chOff x="5382826" y="4027197"/>
              <a:chExt cx="268967" cy="250422"/>
            </a:xfrm>
          </p:grpSpPr>
          <p:grpSp>
            <p:nvGrpSpPr>
              <p:cNvPr id="5384" name="Google Shape;5384;p68"/>
              <p:cNvGrpSpPr/>
              <p:nvPr/>
            </p:nvGrpSpPr>
            <p:grpSpPr>
              <a:xfrm>
                <a:off x="5405280" y="4042510"/>
                <a:ext cx="237570" cy="218647"/>
                <a:chOff x="5405280" y="4042510"/>
                <a:chExt cx="237570" cy="218647"/>
              </a:xfrm>
            </p:grpSpPr>
            <p:sp>
              <p:nvSpPr>
                <p:cNvPr id="5385" name="Google Shape;5385;p68"/>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68"/>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68"/>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68"/>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68"/>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68"/>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1" name="Google Shape;5391;p68"/>
              <p:cNvGrpSpPr/>
              <p:nvPr/>
            </p:nvGrpSpPr>
            <p:grpSpPr>
              <a:xfrm>
                <a:off x="5382826" y="4125549"/>
                <a:ext cx="37776" cy="32380"/>
                <a:chOff x="5382826" y="4125549"/>
                <a:chExt cx="37776" cy="32380"/>
              </a:xfrm>
            </p:grpSpPr>
            <p:sp>
              <p:nvSpPr>
                <p:cNvPr id="5392" name="Google Shape;5392;p68"/>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68"/>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4" name="Google Shape;5394;p68"/>
              <p:cNvGrpSpPr/>
              <p:nvPr/>
            </p:nvGrpSpPr>
            <p:grpSpPr>
              <a:xfrm>
                <a:off x="5475680" y="4195587"/>
                <a:ext cx="37783" cy="32364"/>
                <a:chOff x="5475680" y="4195587"/>
                <a:chExt cx="37783" cy="32364"/>
              </a:xfrm>
            </p:grpSpPr>
            <p:sp>
              <p:nvSpPr>
                <p:cNvPr id="5395" name="Google Shape;5395;p68"/>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68"/>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7" name="Google Shape;5397;p68"/>
              <p:cNvGrpSpPr/>
              <p:nvPr/>
            </p:nvGrpSpPr>
            <p:grpSpPr>
              <a:xfrm>
                <a:off x="5532575" y="4027197"/>
                <a:ext cx="33308" cy="32262"/>
                <a:chOff x="5532575" y="4027197"/>
                <a:chExt cx="33308" cy="32262"/>
              </a:xfrm>
            </p:grpSpPr>
            <p:sp>
              <p:nvSpPr>
                <p:cNvPr id="5398" name="Google Shape;5398;p68"/>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68"/>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0" name="Google Shape;5400;p68"/>
              <p:cNvGrpSpPr/>
              <p:nvPr/>
            </p:nvGrpSpPr>
            <p:grpSpPr>
              <a:xfrm>
                <a:off x="5590706" y="4245348"/>
                <a:ext cx="33497" cy="32270"/>
                <a:chOff x="5590706" y="4245348"/>
                <a:chExt cx="33497" cy="32270"/>
              </a:xfrm>
            </p:grpSpPr>
            <p:sp>
              <p:nvSpPr>
                <p:cNvPr id="5401" name="Google Shape;5401;p68"/>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68"/>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3" name="Google Shape;5403;p68"/>
              <p:cNvGrpSpPr/>
              <p:nvPr/>
            </p:nvGrpSpPr>
            <p:grpSpPr>
              <a:xfrm>
                <a:off x="5618681" y="4109677"/>
                <a:ext cx="33112" cy="32357"/>
                <a:chOff x="5618681" y="4109677"/>
                <a:chExt cx="33112" cy="32357"/>
              </a:xfrm>
            </p:grpSpPr>
            <p:sp>
              <p:nvSpPr>
                <p:cNvPr id="5404" name="Google Shape;5404;p68"/>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68"/>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6" name="Google Shape;5406;p68"/>
              <p:cNvGrpSpPr/>
              <p:nvPr/>
            </p:nvGrpSpPr>
            <p:grpSpPr>
              <a:xfrm>
                <a:off x="5479298" y="4128262"/>
                <a:ext cx="31405" cy="26906"/>
                <a:chOff x="5479298" y="4128262"/>
                <a:chExt cx="31405" cy="26906"/>
              </a:xfrm>
            </p:grpSpPr>
            <p:sp>
              <p:nvSpPr>
                <p:cNvPr id="5407" name="Google Shape;5407;p68"/>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68"/>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9" name="Google Shape;5409;p68"/>
              <p:cNvGrpSpPr/>
              <p:nvPr/>
            </p:nvGrpSpPr>
            <p:grpSpPr>
              <a:xfrm>
                <a:off x="5582903" y="4180116"/>
                <a:ext cx="31499" cy="26898"/>
                <a:chOff x="5582903" y="4180116"/>
                <a:chExt cx="31499" cy="26898"/>
              </a:xfrm>
            </p:grpSpPr>
            <p:sp>
              <p:nvSpPr>
                <p:cNvPr id="5410" name="Google Shape;5410;p68"/>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68"/>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12" name="Google Shape;5412;p68"/>
            <p:cNvGrpSpPr/>
            <p:nvPr/>
          </p:nvGrpSpPr>
          <p:grpSpPr>
            <a:xfrm>
              <a:off x="3977681" y="3230323"/>
              <a:ext cx="94584" cy="84085"/>
              <a:chOff x="3977681" y="3230323"/>
              <a:chExt cx="94584" cy="84085"/>
            </a:xfrm>
          </p:grpSpPr>
          <p:grpSp>
            <p:nvGrpSpPr>
              <p:cNvPr id="5413" name="Google Shape;5413;p68"/>
              <p:cNvGrpSpPr/>
              <p:nvPr/>
            </p:nvGrpSpPr>
            <p:grpSpPr>
              <a:xfrm>
                <a:off x="4000135" y="3243041"/>
                <a:ext cx="59570" cy="57186"/>
                <a:chOff x="4000135" y="3243041"/>
                <a:chExt cx="59570" cy="57186"/>
              </a:xfrm>
            </p:grpSpPr>
            <p:sp>
              <p:nvSpPr>
                <p:cNvPr id="5414" name="Google Shape;5414;p68"/>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68"/>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68"/>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7" name="Google Shape;5417;p68"/>
              <p:cNvGrpSpPr/>
              <p:nvPr/>
            </p:nvGrpSpPr>
            <p:grpSpPr>
              <a:xfrm>
                <a:off x="3977681" y="3245872"/>
                <a:ext cx="37783" cy="32380"/>
                <a:chOff x="3977681" y="3245872"/>
                <a:chExt cx="37783" cy="32380"/>
              </a:xfrm>
            </p:grpSpPr>
            <p:sp>
              <p:nvSpPr>
                <p:cNvPr id="5418" name="Google Shape;5418;p68"/>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68"/>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0" name="Google Shape;5420;p68"/>
              <p:cNvGrpSpPr/>
              <p:nvPr/>
            </p:nvGrpSpPr>
            <p:grpSpPr>
              <a:xfrm>
                <a:off x="4040860" y="3262672"/>
                <a:ext cx="31405" cy="27001"/>
                <a:chOff x="4040860" y="3262672"/>
                <a:chExt cx="31405" cy="27001"/>
              </a:xfrm>
            </p:grpSpPr>
            <p:sp>
              <p:nvSpPr>
                <p:cNvPr id="5421" name="Google Shape;5421;p68"/>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68"/>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3" name="Google Shape;5423;p68"/>
              <p:cNvGrpSpPr/>
              <p:nvPr/>
            </p:nvGrpSpPr>
            <p:grpSpPr>
              <a:xfrm>
                <a:off x="4021072" y="3230323"/>
                <a:ext cx="31397" cy="26906"/>
                <a:chOff x="4021072" y="3230323"/>
                <a:chExt cx="31397" cy="26906"/>
              </a:xfrm>
            </p:grpSpPr>
            <p:sp>
              <p:nvSpPr>
                <p:cNvPr id="5424" name="Google Shape;5424;p68"/>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68"/>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6" name="Google Shape;5426;p68"/>
              <p:cNvGrpSpPr/>
              <p:nvPr/>
            </p:nvGrpSpPr>
            <p:grpSpPr>
              <a:xfrm>
                <a:off x="4001472" y="3287462"/>
                <a:ext cx="31499" cy="26945"/>
                <a:chOff x="4001472" y="3287462"/>
                <a:chExt cx="31499" cy="26945"/>
              </a:xfrm>
            </p:grpSpPr>
            <p:sp>
              <p:nvSpPr>
                <p:cNvPr id="5427" name="Google Shape;5427;p68"/>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68"/>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29" name="Google Shape;5429;p68"/>
            <p:cNvGrpSpPr/>
            <p:nvPr/>
          </p:nvGrpSpPr>
          <p:grpSpPr>
            <a:xfrm>
              <a:off x="4084715" y="3258865"/>
              <a:ext cx="184961" cy="137268"/>
              <a:chOff x="4084715" y="3258865"/>
              <a:chExt cx="184961" cy="137268"/>
            </a:xfrm>
          </p:grpSpPr>
          <p:grpSp>
            <p:nvGrpSpPr>
              <p:cNvPr id="5430" name="Google Shape;5430;p68"/>
              <p:cNvGrpSpPr/>
              <p:nvPr/>
            </p:nvGrpSpPr>
            <p:grpSpPr>
              <a:xfrm>
                <a:off x="4107453" y="3271583"/>
                <a:ext cx="153470" cy="110275"/>
                <a:chOff x="4107453" y="3271583"/>
                <a:chExt cx="153470" cy="110275"/>
              </a:xfrm>
            </p:grpSpPr>
            <p:sp>
              <p:nvSpPr>
                <p:cNvPr id="5431" name="Google Shape;5431;p68"/>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68"/>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68"/>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68"/>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5" name="Google Shape;5435;p68"/>
              <p:cNvGrpSpPr/>
              <p:nvPr/>
            </p:nvGrpSpPr>
            <p:grpSpPr>
              <a:xfrm>
                <a:off x="4136947" y="3258865"/>
                <a:ext cx="31499" cy="27001"/>
                <a:chOff x="4136947" y="3258865"/>
                <a:chExt cx="31499" cy="27001"/>
              </a:xfrm>
            </p:grpSpPr>
            <p:sp>
              <p:nvSpPr>
                <p:cNvPr id="5436" name="Google Shape;5436;p68"/>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68"/>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8" name="Google Shape;5438;p68"/>
              <p:cNvGrpSpPr/>
              <p:nvPr/>
            </p:nvGrpSpPr>
            <p:grpSpPr>
              <a:xfrm>
                <a:off x="4084715" y="3266478"/>
                <a:ext cx="31468" cy="26898"/>
                <a:chOff x="4084715" y="3266478"/>
                <a:chExt cx="31468" cy="26898"/>
              </a:xfrm>
            </p:grpSpPr>
            <p:sp>
              <p:nvSpPr>
                <p:cNvPr id="5439" name="Google Shape;5439;p68"/>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68"/>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1" name="Google Shape;5441;p68"/>
              <p:cNvGrpSpPr/>
              <p:nvPr/>
            </p:nvGrpSpPr>
            <p:grpSpPr>
              <a:xfrm>
                <a:off x="4159213" y="3279849"/>
                <a:ext cx="31405" cy="26945"/>
                <a:chOff x="4159213" y="3279849"/>
                <a:chExt cx="31405" cy="26945"/>
              </a:xfrm>
            </p:grpSpPr>
            <p:sp>
              <p:nvSpPr>
                <p:cNvPr id="5442" name="Google Shape;5442;p68"/>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68"/>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4" name="Google Shape;5444;p68"/>
              <p:cNvGrpSpPr/>
              <p:nvPr/>
            </p:nvGrpSpPr>
            <p:grpSpPr>
              <a:xfrm>
                <a:off x="4201550" y="3266502"/>
                <a:ext cx="31405" cy="26883"/>
                <a:chOff x="4201550" y="3266502"/>
                <a:chExt cx="31405" cy="26883"/>
              </a:xfrm>
            </p:grpSpPr>
            <p:sp>
              <p:nvSpPr>
                <p:cNvPr id="5445" name="Google Shape;5445;p68"/>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68"/>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7" name="Google Shape;5447;p68"/>
              <p:cNvGrpSpPr/>
              <p:nvPr/>
            </p:nvGrpSpPr>
            <p:grpSpPr>
              <a:xfrm>
                <a:off x="4201550" y="3338278"/>
                <a:ext cx="31405" cy="26930"/>
                <a:chOff x="4201550" y="3338278"/>
                <a:chExt cx="31405" cy="26930"/>
              </a:xfrm>
            </p:grpSpPr>
            <p:sp>
              <p:nvSpPr>
                <p:cNvPr id="5448" name="Google Shape;5448;p68"/>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68"/>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0" name="Google Shape;5450;p68"/>
              <p:cNvGrpSpPr/>
              <p:nvPr/>
            </p:nvGrpSpPr>
            <p:grpSpPr>
              <a:xfrm>
                <a:off x="4238272" y="3369132"/>
                <a:ext cx="31405" cy="27001"/>
                <a:chOff x="4238272" y="3369132"/>
                <a:chExt cx="31405" cy="27001"/>
              </a:xfrm>
            </p:grpSpPr>
            <p:sp>
              <p:nvSpPr>
                <p:cNvPr id="5451" name="Google Shape;5451;p68"/>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68"/>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53" name="Google Shape;5453;p68"/>
            <p:cNvGrpSpPr/>
            <p:nvPr/>
          </p:nvGrpSpPr>
          <p:grpSpPr>
            <a:xfrm>
              <a:off x="4068639" y="3200169"/>
              <a:ext cx="77643" cy="37272"/>
              <a:chOff x="4068639" y="3200169"/>
              <a:chExt cx="77643" cy="37272"/>
            </a:xfrm>
          </p:grpSpPr>
          <p:sp>
            <p:nvSpPr>
              <p:cNvPr id="5454" name="Google Shape;5454;p68"/>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55" name="Google Shape;5455;p68"/>
              <p:cNvGrpSpPr/>
              <p:nvPr/>
            </p:nvGrpSpPr>
            <p:grpSpPr>
              <a:xfrm>
                <a:off x="4114878" y="3200169"/>
                <a:ext cx="31405" cy="26993"/>
                <a:chOff x="4114878" y="3200169"/>
                <a:chExt cx="31405" cy="26993"/>
              </a:xfrm>
            </p:grpSpPr>
            <p:sp>
              <p:nvSpPr>
                <p:cNvPr id="5456" name="Google Shape;5456;p68"/>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68"/>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8" name="Google Shape;5458;p68"/>
              <p:cNvGrpSpPr/>
              <p:nvPr/>
            </p:nvGrpSpPr>
            <p:grpSpPr>
              <a:xfrm>
                <a:off x="4068639" y="3210535"/>
                <a:ext cx="31499" cy="26906"/>
                <a:chOff x="4068639" y="3210535"/>
                <a:chExt cx="31499" cy="26906"/>
              </a:xfrm>
            </p:grpSpPr>
            <p:sp>
              <p:nvSpPr>
                <p:cNvPr id="5459" name="Google Shape;5459;p68"/>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68"/>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61" name="Google Shape;5461;p68"/>
            <p:cNvGrpSpPr/>
            <p:nvPr/>
          </p:nvGrpSpPr>
          <p:grpSpPr>
            <a:xfrm>
              <a:off x="3869702" y="3066935"/>
              <a:ext cx="382664" cy="190294"/>
              <a:chOff x="3869702" y="3066935"/>
              <a:chExt cx="382664" cy="190294"/>
            </a:xfrm>
          </p:grpSpPr>
          <p:grpSp>
            <p:nvGrpSpPr>
              <p:cNvPr id="5462" name="Google Shape;5462;p68"/>
              <p:cNvGrpSpPr/>
              <p:nvPr/>
            </p:nvGrpSpPr>
            <p:grpSpPr>
              <a:xfrm>
                <a:off x="3888633" y="3082351"/>
                <a:ext cx="351172" cy="160698"/>
                <a:chOff x="3888633" y="3082351"/>
                <a:chExt cx="351172" cy="160698"/>
              </a:xfrm>
            </p:grpSpPr>
            <p:sp>
              <p:nvSpPr>
                <p:cNvPr id="5463" name="Google Shape;5463;p68"/>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68"/>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68"/>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68"/>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68"/>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68"/>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69" name="Google Shape;5469;p68"/>
              <p:cNvGrpSpPr/>
              <p:nvPr/>
            </p:nvGrpSpPr>
            <p:grpSpPr>
              <a:xfrm>
                <a:off x="4143703" y="3066935"/>
                <a:ext cx="37783" cy="32357"/>
                <a:chOff x="4143703" y="3066935"/>
                <a:chExt cx="37783" cy="32357"/>
              </a:xfrm>
            </p:grpSpPr>
            <p:sp>
              <p:nvSpPr>
                <p:cNvPr id="5470" name="Google Shape;5470;p68"/>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68"/>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2" name="Google Shape;5472;p68"/>
              <p:cNvGrpSpPr/>
              <p:nvPr/>
            </p:nvGrpSpPr>
            <p:grpSpPr>
              <a:xfrm>
                <a:off x="4044565" y="3103563"/>
                <a:ext cx="37783" cy="32451"/>
                <a:chOff x="4044565" y="3103563"/>
                <a:chExt cx="37783" cy="32451"/>
              </a:xfrm>
            </p:grpSpPr>
            <p:sp>
              <p:nvSpPr>
                <p:cNvPr id="5473" name="Google Shape;5473;p68"/>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68"/>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5" name="Google Shape;5475;p68"/>
              <p:cNvGrpSpPr/>
              <p:nvPr/>
            </p:nvGrpSpPr>
            <p:grpSpPr>
              <a:xfrm>
                <a:off x="4017454" y="3188237"/>
                <a:ext cx="37776" cy="32357"/>
                <a:chOff x="4017454" y="3188237"/>
                <a:chExt cx="37776" cy="32357"/>
              </a:xfrm>
            </p:grpSpPr>
            <p:sp>
              <p:nvSpPr>
                <p:cNvPr id="5476" name="Google Shape;5476;p68"/>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68"/>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8" name="Google Shape;5478;p68"/>
              <p:cNvGrpSpPr/>
              <p:nvPr/>
            </p:nvGrpSpPr>
            <p:grpSpPr>
              <a:xfrm>
                <a:off x="3921548" y="3157509"/>
                <a:ext cx="37783" cy="32357"/>
                <a:chOff x="3921548" y="3157509"/>
                <a:chExt cx="37783" cy="32357"/>
              </a:xfrm>
            </p:grpSpPr>
            <p:sp>
              <p:nvSpPr>
                <p:cNvPr id="5479" name="Google Shape;5479;p68"/>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68"/>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1" name="Google Shape;5481;p68"/>
              <p:cNvGrpSpPr/>
              <p:nvPr/>
            </p:nvGrpSpPr>
            <p:grpSpPr>
              <a:xfrm>
                <a:off x="3939056" y="3211620"/>
                <a:ext cx="37783" cy="32380"/>
                <a:chOff x="3939056" y="3211620"/>
                <a:chExt cx="37783" cy="32380"/>
              </a:xfrm>
            </p:grpSpPr>
            <p:sp>
              <p:nvSpPr>
                <p:cNvPr id="5482" name="Google Shape;5482;p68"/>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68"/>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4" name="Google Shape;5484;p68"/>
              <p:cNvGrpSpPr/>
              <p:nvPr/>
            </p:nvGrpSpPr>
            <p:grpSpPr>
              <a:xfrm>
                <a:off x="4176240" y="3136965"/>
                <a:ext cx="31405" cy="26930"/>
                <a:chOff x="4176240" y="3136965"/>
                <a:chExt cx="31405" cy="26930"/>
              </a:xfrm>
            </p:grpSpPr>
            <p:sp>
              <p:nvSpPr>
                <p:cNvPr id="5485" name="Google Shape;5485;p68"/>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68"/>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7" name="Google Shape;5487;p68"/>
              <p:cNvGrpSpPr/>
              <p:nvPr/>
            </p:nvGrpSpPr>
            <p:grpSpPr>
              <a:xfrm>
                <a:off x="4133148" y="3152593"/>
                <a:ext cx="31499" cy="27001"/>
                <a:chOff x="4133148" y="3152593"/>
                <a:chExt cx="31499" cy="27001"/>
              </a:xfrm>
            </p:grpSpPr>
            <p:sp>
              <p:nvSpPr>
                <p:cNvPr id="5488" name="Google Shape;5488;p68"/>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68"/>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0" name="Google Shape;5490;p68"/>
              <p:cNvGrpSpPr/>
              <p:nvPr/>
            </p:nvGrpSpPr>
            <p:grpSpPr>
              <a:xfrm>
                <a:off x="4220866" y="3073534"/>
                <a:ext cx="31499" cy="26898"/>
                <a:chOff x="4220866" y="3073534"/>
                <a:chExt cx="31499" cy="26898"/>
              </a:xfrm>
            </p:grpSpPr>
            <p:sp>
              <p:nvSpPr>
                <p:cNvPr id="5491" name="Google Shape;5491;p68"/>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68"/>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3" name="Google Shape;5493;p68"/>
              <p:cNvGrpSpPr/>
              <p:nvPr/>
            </p:nvGrpSpPr>
            <p:grpSpPr>
              <a:xfrm>
                <a:off x="3869702" y="3230323"/>
                <a:ext cx="31499" cy="26906"/>
                <a:chOff x="3869702" y="3230323"/>
                <a:chExt cx="31499" cy="26906"/>
              </a:xfrm>
            </p:grpSpPr>
            <p:sp>
              <p:nvSpPr>
                <p:cNvPr id="5494" name="Google Shape;5494;p68"/>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68"/>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96" name="Google Shape;5496;p68"/>
            <p:cNvGrpSpPr/>
            <p:nvPr/>
          </p:nvGrpSpPr>
          <p:grpSpPr>
            <a:xfrm>
              <a:off x="4271383" y="3065882"/>
              <a:ext cx="304556" cy="341663"/>
              <a:chOff x="4271383" y="3065882"/>
              <a:chExt cx="304556" cy="341663"/>
            </a:xfrm>
          </p:grpSpPr>
          <p:grpSp>
            <p:nvGrpSpPr>
              <p:cNvPr id="5497" name="Google Shape;5497;p68"/>
              <p:cNvGrpSpPr/>
              <p:nvPr/>
            </p:nvGrpSpPr>
            <p:grpSpPr>
              <a:xfrm>
                <a:off x="4293838" y="3078639"/>
                <a:ext cx="269353" cy="311973"/>
                <a:chOff x="4293838" y="3078639"/>
                <a:chExt cx="269353" cy="311973"/>
              </a:xfrm>
            </p:grpSpPr>
            <p:sp>
              <p:nvSpPr>
                <p:cNvPr id="5498" name="Google Shape;5498;p68"/>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68"/>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68"/>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68"/>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68"/>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68"/>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68"/>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68"/>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68"/>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68"/>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68"/>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68"/>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68"/>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68"/>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68"/>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68"/>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68"/>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5" name="Google Shape;5515;p68"/>
              <p:cNvGrpSpPr/>
              <p:nvPr/>
            </p:nvGrpSpPr>
            <p:grpSpPr>
              <a:xfrm>
                <a:off x="4538164" y="3342061"/>
                <a:ext cx="37776" cy="32380"/>
                <a:chOff x="4538164" y="3342061"/>
                <a:chExt cx="37776" cy="32380"/>
              </a:xfrm>
            </p:grpSpPr>
            <p:sp>
              <p:nvSpPr>
                <p:cNvPr id="5516" name="Google Shape;5516;p68"/>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68"/>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8" name="Google Shape;5518;p68"/>
              <p:cNvGrpSpPr/>
              <p:nvPr/>
            </p:nvGrpSpPr>
            <p:grpSpPr>
              <a:xfrm>
                <a:off x="4271383" y="3194742"/>
                <a:ext cx="37783" cy="32420"/>
                <a:chOff x="4271383" y="3194742"/>
                <a:chExt cx="37783" cy="32420"/>
              </a:xfrm>
            </p:grpSpPr>
            <p:sp>
              <p:nvSpPr>
                <p:cNvPr id="5519" name="Google Shape;5519;p68"/>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68"/>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1" name="Google Shape;5521;p68"/>
              <p:cNvGrpSpPr/>
              <p:nvPr/>
            </p:nvGrpSpPr>
            <p:grpSpPr>
              <a:xfrm>
                <a:off x="4284416" y="3084058"/>
                <a:ext cx="37783" cy="32357"/>
                <a:chOff x="4284416" y="3084058"/>
                <a:chExt cx="37783" cy="32357"/>
              </a:xfrm>
            </p:grpSpPr>
            <p:sp>
              <p:nvSpPr>
                <p:cNvPr id="5522" name="Google Shape;5522;p68"/>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68"/>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4" name="Google Shape;5524;p68"/>
              <p:cNvGrpSpPr/>
              <p:nvPr/>
            </p:nvGrpSpPr>
            <p:grpSpPr>
              <a:xfrm>
                <a:off x="4478697" y="3297561"/>
                <a:ext cx="37776" cy="32451"/>
                <a:chOff x="4478697" y="3297561"/>
                <a:chExt cx="37776" cy="32451"/>
              </a:xfrm>
            </p:grpSpPr>
            <p:sp>
              <p:nvSpPr>
                <p:cNvPr id="5525" name="Google Shape;5525;p68"/>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68"/>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7" name="Google Shape;5527;p68"/>
              <p:cNvGrpSpPr/>
              <p:nvPr/>
            </p:nvGrpSpPr>
            <p:grpSpPr>
              <a:xfrm>
                <a:off x="4411813" y="3331711"/>
                <a:ext cx="37776" cy="32451"/>
                <a:chOff x="4411813" y="3331711"/>
                <a:chExt cx="37776" cy="32451"/>
              </a:xfrm>
            </p:grpSpPr>
            <p:sp>
              <p:nvSpPr>
                <p:cNvPr id="5528" name="Google Shape;5528;p68"/>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68"/>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0" name="Google Shape;5530;p68"/>
              <p:cNvGrpSpPr/>
              <p:nvPr/>
            </p:nvGrpSpPr>
            <p:grpSpPr>
              <a:xfrm>
                <a:off x="4337984" y="3375188"/>
                <a:ext cx="37776" cy="32357"/>
                <a:chOff x="4337984" y="3375188"/>
                <a:chExt cx="37776" cy="32357"/>
              </a:xfrm>
            </p:grpSpPr>
            <p:sp>
              <p:nvSpPr>
                <p:cNvPr id="5531" name="Google Shape;5531;p68"/>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68"/>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3" name="Google Shape;5533;p68"/>
              <p:cNvGrpSpPr/>
              <p:nvPr/>
            </p:nvGrpSpPr>
            <p:grpSpPr>
              <a:xfrm>
                <a:off x="4494867" y="3090530"/>
                <a:ext cx="37878" cy="32451"/>
                <a:chOff x="4494867" y="3090530"/>
                <a:chExt cx="37878" cy="32451"/>
              </a:xfrm>
            </p:grpSpPr>
            <p:sp>
              <p:nvSpPr>
                <p:cNvPr id="5534" name="Google Shape;5534;p68"/>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68"/>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6" name="Google Shape;5536;p68"/>
              <p:cNvGrpSpPr/>
              <p:nvPr/>
            </p:nvGrpSpPr>
            <p:grpSpPr>
              <a:xfrm>
                <a:off x="4525124" y="3207774"/>
                <a:ext cx="37783" cy="32420"/>
                <a:chOff x="4525124" y="3207774"/>
                <a:chExt cx="37783" cy="32420"/>
              </a:xfrm>
            </p:grpSpPr>
            <p:sp>
              <p:nvSpPr>
                <p:cNvPr id="5537" name="Google Shape;5537;p68"/>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68"/>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9" name="Google Shape;5539;p68"/>
              <p:cNvGrpSpPr/>
              <p:nvPr/>
            </p:nvGrpSpPr>
            <p:grpSpPr>
              <a:xfrm>
                <a:off x="4440544" y="3176479"/>
                <a:ext cx="31499" cy="26898"/>
                <a:chOff x="4440544" y="3176479"/>
                <a:chExt cx="31499" cy="26898"/>
              </a:xfrm>
            </p:grpSpPr>
            <p:sp>
              <p:nvSpPr>
                <p:cNvPr id="5540" name="Google Shape;5540;p68"/>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68"/>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2" name="Google Shape;5542;p68"/>
              <p:cNvGrpSpPr/>
              <p:nvPr/>
            </p:nvGrpSpPr>
            <p:grpSpPr>
              <a:xfrm>
                <a:off x="4350545" y="3156400"/>
                <a:ext cx="31405" cy="27001"/>
                <a:chOff x="4350545" y="3156400"/>
                <a:chExt cx="31405" cy="27001"/>
              </a:xfrm>
            </p:grpSpPr>
            <p:sp>
              <p:nvSpPr>
                <p:cNvPr id="5543" name="Google Shape;5543;p68"/>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68"/>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5" name="Google Shape;5545;p68"/>
              <p:cNvGrpSpPr/>
              <p:nvPr/>
            </p:nvGrpSpPr>
            <p:grpSpPr>
              <a:xfrm>
                <a:off x="4376703" y="3255058"/>
                <a:ext cx="31405" cy="27001"/>
                <a:chOff x="4376703" y="3255058"/>
                <a:chExt cx="31405" cy="27001"/>
              </a:xfrm>
            </p:grpSpPr>
            <p:sp>
              <p:nvSpPr>
                <p:cNvPr id="5546" name="Google Shape;5546;p68"/>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68"/>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8" name="Google Shape;5548;p68"/>
              <p:cNvGrpSpPr/>
              <p:nvPr/>
            </p:nvGrpSpPr>
            <p:grpSpPr>
              <a:xfrm>
                <a:off x="4331322" y="3283656"/>
                <a:ext cx="31405" cy="26945"/>
                <a:chOff x="4331322" y="3283656"/>
                <a:chExt cx="31405" cy="26945"/>
              </a:xfrm>
            </p:grpSpPr>
            <p:sp>
              <p:nvSpPr>
                <p:cNvPr id="5549" name="Google Shape;5549;p68"/>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68"/>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1" name="Google Shape;5551;p68"/>
              <p:cNvGrpSpPr/>
              <p:nvPr/>
            </p:nvGrpSpPr>
            <p:grpSpPr>
              <a:xfrm>
                <a:off x="4380510" y="3065882"/>
                <a:ext cx="31405" cy="26938"/>
                <a:chOff x="4380510" y="3065882"/>
                <a:chExt cx="31405" cy="26938"/>
              </a:xfrm>
            </p:grpSpPr>
            <p:sp>
              <p:nvSpPr>
                <p:cNvPr id="5552" name="Google Shape;5552;p68"/>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68"/>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54" name="Google Shape;5554;p68"/>
            <p:cNvGrpSpPr/>
            <p:nvPr/>
          </p:nvGrpSpPr>
          <p:grpSpPr>
            <a:xfrm>
              <a:off x="4558998" y="3188237"/>
              <a:ext cx="1280131" cy="1052746"/>
              <a:chOff x="4558998" y="3188237"/>
              <a:chExt cx="1280131" cy="1052746"/>
            </a:xfrm>
          </p:grpSpPr>
          <p:sp>
            <p:nvSpPr>
              <p:cNvPr id="5555" name="Google Shape;5555;p68"/>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6" name="Google Shape;5556;p68"/>
              <p:cNvGrpSpPr/>
              <p:nvPr/>
            </p:nvGrpSpPr>
            <p:grpSpPr>
              <a:xfrm>
                <a:off x="4579164" y="3203653"/>
                <a:ext cx="1244833" cy="1020397"/>
                <a:chOff x="4579164" y="3203653"/>
                <a:chExt cx="1244833" cy="1020397"/>
              </a:xfrm>
            </p:grpSpPr>
            <p:sp>
              <p:nvSpPr>
                <p:cNvPr id="5557" name="Google Shape;5557;p68"/>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68"/>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9" name="Google Shape;5559;p68"/>
                <p:cNvGrpSpPr/>
                <p:nvPr/>
              </p:nvGrpSpPr>
              <p:grpSpPr>
                <a:xfrm>
                  <a:off x="4579164" y="3203653"/>
                  <a:ext cx="1244833" cy="1020397"/>
                  <a:chOff x="4579164" y="3203653"/>
                  <a:chExt cx="1244833" cy="1020397"/>
                </a:xfrm>
              </p:grpSpPr>
              <p:sp>
                <p:nvSpPr>
                  <p:cNvPr id="5560" name="Google Shape;5560;p68"/>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68"/>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2" name="Google Shape;5562;p68"/>
                  <p:cNvGrpSpPr/>
                  <p:nvPr/>
                </p:nvGrpSpPr>
                <p:grpSpPr>
                  <a:xfrm>
                    <a:off x="4579164" y="3203653"/>
                    <a:ext cx="1244833" cy="1020397"/>
                    <a:chOff x="4579164" y="3203653"/>
                    <a:chExt cx="1244833" cy="1020397"/>
                  </a:xfrm>
                </p:grpSpPr>
                <p:sp>
                  <p:nvSpPr>
                    <p:cNvPr id="5563" name="Google Shape;5563;p68"/>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68"/>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68"/>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68"/>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68"/>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68"/>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68"/>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68"/>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71" name="Google Shape;5571;p68"/>
                    <p:cNvGrpSpPr/>
                    <p:nvPr/>
                  </p:nvGrpSpPr>
                  <p:grpSpPr>
                    <a:xfrm>
                      <a:off x="4579164" y="3203653"/>
                      <a:ext cx="1244833" cy="1020397"/>
                      <a:chOff x="4579164" y="3203653"/>
                      <a:chExt cx="1244833" cy="1020397"/>
                    </a:xfrm>
                  </p:grpSpPr>
                  <p:sp>
                    <p:nvSpPr>
                      <p:cNvPr id="5572" name="Google Shape;5572;p68"/>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68"/>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68"/>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68"/>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68"/>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68"/>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68"/>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68"/>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68"/>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68"/>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68"/>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68"/>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68"/>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68"/>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86" name="Google Shape;5586;p68"/>
                      <p:cNvGrpSpPr/>
                      <p:nvPr/>
                    </p:nvGrpSpPr>
                    <p:grpSpPr>
                      <a:xfrm>
                        <a:off x="4579164" y="3203653"/>
                        <a:ext cx="1244833" cy="1020397"/>
                        <a:chOff x="4579164" y="3203653"/>
                        <a:chExt cx="1244833" cy="1020397"/>
                      </a:xfrm>
                    </p:grpSpPr>
                    <p:sp>
                      <p:nvSpPr>
                        <p:cNvPr id="5587" name="Google Shape;5587;p68"/>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68"/>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68"/>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68"/>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68"/>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68"/>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68"/>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68"/>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68"/>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68"/>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68"/>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68"/>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68"/>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68"/>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68"/>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68"/>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68"/>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68"/>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68"/>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68"/>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68"/>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68"/>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68"/>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68"/>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11" name="Google Shape;5611;p68"/>
                        <p:cNvGrpSpPr/>
                        <p:nvPr/>
                      </p:nvGrpSpPr>
                      <p:grpSpPr>
                        <a:xfrm>
                          <a:off x="4579164" y="3203653"/>
                          <a:ext cx="1244833" cy="1020397"/>
                          <a:chOff x="4579164" y="3203653"/>
                          <a:chExt cx="1244833" cy="1020397"/>
                        </a:xfrm>
                      </p:grpSpPr>
                      <p:sp>
                        <p:nvSpPr>
                          <p:cNvPr id="5612" name="Google Shape;5612;p68"/>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13" name="Google Shape;5613;p68"/>
                          <p:cNvGrpSpPr/>
                          <p:nvPr/>
                        </p:nvGrpSpPr>
                        <p:grpSpPr>
                          <a:xfrm>
                            <a:off x="4579164" y="3203653"/>
                            <a:ext cx="1244833" cy="1020397"/>
                            <a:chOff x="4579164" y="3203653"/>
                            <a:chExt cx="1244833" cy="1020397"/>
                          </a:xfrm>
                        </p:grpSpPr>
                        <p:sp>
                          <p:nvSpPr>
                            <p:cNvPr id="5614" name="Google Shape;5614;p68"/>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68"/>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68"/>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68"/>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68"/>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68"/>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68"/>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21" name="Google Shape;5621;p68"/>
                            <p:cNvGrpSpPr/>
                            <p:nvPr/>
                          </p:nvGrpSpPr>
                          <p:grpSpPr>
                            <a:xfrm>
                              <a:off x="4579164" y="3203653"/>
                              <a:ext cx="1244833" cy="1020397"/>
                              <a:chOff x="4579164" y="3203653"/>
                              <a:chExt cx="1244833" cy="1020397"/>
                            </a:xfrm>
                          </p:grpSpPr>
                          <p:sp>
                            <p:nvSpPr>
                              <p:cNvPr id="5622" name="Google Shape;5622;p68"/>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68"/>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68"/>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68"/>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68"/>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68"/>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68"/>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68"/>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68"/>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68"/>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68"/>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68"/>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68"/>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35" name="Google Shape;5635;p68"/>
                              <p:cNvGrpSpPr/>
                              <p:nvPr/>
                            </p:nvGrpSpPr>
                            <p:grpSpPr>
                              <a:xfrm>
                                <a:off x="4579164" y="3203653"/>
                                <a:ext cx="1244833" cy="1020397"/>
                                <a:chOff x="4579164" y="3203653"/>
                                <a:chExt cx="1244833" cy="1020397"/>
                              </a:xfrm>
                            </p:grpSpPr>
                            <p:sp>
                              <p:nvSpPr>
                                <p:cNvPr id="5636" name="Google Shape;5636;p68"/>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68"/>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68"/>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68"/>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68"/>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68"/>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68"/>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3" name="Google Shape;5643;p68"/>
                                <p:cNvGrpSpPr/>
                                <p:nvPr/>
                              </p:nvGrpSpPr>
                              <p:grpSpPr>
                                <a:xfrm>
                                  <a:off x="4579164" y="3203653"/>
                                  <a:ext cx="1244833" cy="1020397"/>
                                  <a:chOff x="4579164" y="3203653"/>
                                  <a:chExt cx="1244833" cy="1020397"/>
                                </a:xfrm>
                              </p:grpSpPr>
                              <p:sp>
                                <p:nvSpPr>
                                  <p:cNvPr id="5644" name="Google Shape;5644;p68"/>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68"/>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68"/>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68"/>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68"/>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9" name="Google Shape;5649;p68"/>
                                  <p:cNvGrpSpPr/>
                                  <p:nvPr/>
                                </p:nvGrpSpPr>
                                <p:grpSpPr>
                                  <a:xfrm>
                                    <a:off x="4579164" y="3203653"/>
                                    <a:ext cx="1244833" cy="1020397"/>
                                    <a:chOff x="4579164" y="3203653"/>
                                    <a:chExt cx="1244833" cy="1020397"/>
                                  </a:xfrm>
                                </p:grpSpPr>
                                <p:sp>
                                  <p:nvSpPr>
                                    <p:cNvPr id="5650" name="Google Shape;5650;p68"/>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68"/>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68"/>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68"/>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654" name="Google Shape;5654;p68"/>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68"/>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68"/>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657" name="Google Shape;5657;p68"/>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5658" name="Google Shape;5658;p68"/>
              <p:cNvGrpSpPr/>
              <p:nvPr/>
            </p:nvGrpSpPr>
            <p:grpSpPr>
              <a:xfrm>
                <a:off x="4595437" y="3598775"/>
                <a:ext cx="37776" cy="32451"/>
                <a:chOff x="4595437" y="3598775"/>
                <a:chExt cx="37776" cy="32451"/>
              </a:xfrm>
            </p:grpSpPr>
            <p:sp>
              <p:nvSpPr>
                <p:cNvPr id="5659" name="Google Shape;5659;p68"/>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68"/>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1" name="Google Shape;5661;p68"/>
              <p:cNvGrpSpPr/>
              <p:nvPr/>
            </p:nvGrpSpPr>
            <p:grpSpPr>
              <a:xfrm>
                <a:off x="4641864" y="3524443"/>
                <a:ext cx="37776" cy="32380"/>
                <a:chOff x="4641864" y="3524443"/>
                <a:chExt cx="37776" cy="32380"/>
              </a:xfrm>
            </p:grpSpPr>
            <p:sp>
              <p:nvSpPr>
                <p:cNvPr id="5662" name="Google Shape;5662;p68"/>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68"/>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4" name="Google Shape;5664;p68"/>
              <p:cNvGrpSpPr/>
              <p:nvPr/>
            </p:nvGrpSpPr>
            <p:grpSpPr>
              <a:xfrm>
                <a:off x="4648431" y="3893901"/>
                <a:ext cx="37776" cy="32357"/>
                <a:chOff x="4648431" y="3893901"/>
                <a:chExt cx="37776" cy="32357"/>
              </a:xfrm>
            </p:grpSpPr>
            <p:sp>
              <p:nvSpPr>
                <p:cNvPr id="5665" name="Google Shape;5665;p68"/>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68"/>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7" name="Google Shape;5667;p68"/>
              <p:cNvGrpSpPr/>
              <p:nvPr/>
            </p:nvGrpSpPr>
            <p:grpSpPr>
              <a:xfrm>
                <a:off x="4567752" y="3722908"/>
                <a:ext cx="37870" cy="32380"/>
                <a:chOff x="4567752" y="3722908"/>
                <a:chExt cx="37870" cy="32380"/>
              </a:xfrm>
            </p:grpSpPr>
            <p:sp>
              <p:nvSpPr>
                <p:cNvPr id="5668" name="Google Shape;5668;p68"/>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68"/>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0" name="Google Shape;5670;p68"/>
              <p:cNvGrpSpPr/>
              <p:nvPr/>
            </p:nvGrpSpPr>
            <p:grpSpPr>
              <a:xfrm>
                <a:off x="4617506" y="3652052"/>
                <a:ext cx="37783" cy="32357"/>
                <a:chOff x="4617506" y="3652052"/>
                <a:chExt cx="37783" cy="32357"/>
              </a:xfrm>
            </p:grpSpPr>
            <p:sp>
              <p:nvSpPr>
                <p:cNvPr id="5671" name="Google Shape;5671;p68"/>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68"/>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3" name="Google Shape;5673;p68"/>
              <p:cNvGrpSpPr/>
              <p:nvPr/>
            </p:nvGrpSpPr>
            <p:grpSpPr>
              <a:xfrm>
                <a:off x="4739005" y="3554149"/>
                <a:ext cx="37870" cy="32357"/>
                <a:chOff x="4739005" y="3554149"/>
                <a:chExt cx="37870" cy="32357"/>
              </a:xfrm>
            </p:grpSpPr>
            <p:sp>
              <p:nvSpPr>
                <p:cNvPr id="5674" name="Google Shape;5674;p68"/>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68"/>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6" name="Google Shape;5676;p68"/>
              <p:cNvGrpSpPr/>
              <p:nvPr/>
            </p:nvGrpSpPr>
            <p:grpSpPr>
              <a:xfrm>
                <a:off x="4806557" y="3630258"/>
                <a:ext cx="37776" cy="32364"/>
                <a:chOff x="4806557" y="3630258"/>
                <a:chExt cx="37776" cy="32364"/>
              </a:xfrm>
            </p:grpSpPr>
            <p:sp>
              <p:nvSpPr>
                <p:cNvPr id="5677" name="Google Shape;5677;p68"/>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68"/>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9" name="Google Shape;5679;p68"/>
              <p:cNvGrpSpPr/>
              <p:nvPr/>
            </p:nvGrpSpPr>
            <p:grpSpPr>
              <a:xfrm>
                <a:off x="4737007" y="4004357"/>
                <a:ext cx="37870" cy="32357"/>
                <a:chOff x="4737007" y="4004357"/>
                <a:chExt cx="37870" cy="32357"/>
              </a:xfrm>
            </p:grpSpPr>
            <p:sp>
              <p:nvSpPr>
                <p:cNvPr id="5680" name="Google Shape;5680;p68"/>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68"/>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2" name="Google Shape;5682;p68"/>
              <p:cNvGrpSpPr/>
              <p:nvPr/>
            </p:nvGrpSpPr>
            <p:grpSpPr>
              <a:xfrm>
                <a:off x="4773634" y="4208627"/>
                <a:ext cx="37776" cy="32357"/>
                <a:chOff x="4773634" y="4208627"/>
                <a:chExt cx="37776" cy="32357"/>
              </a:xfrm>
            </p:grpSpPr>
            <p:sp>
              <p:nvSpPr>
                <p:cNvPr id="5683" name="Google Shape;5683;p68"/>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68"/>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5" name="Google Shape;5685;p68"/>
              <p:cNvGrpSpPr/>
              <p:nvPr/>
            </p:nvGrpSpPr>
            <p:grpSpPr>
              <a:xfrm>
                <a:off x="4888282" y="4074764"/>
                <a:ext cx="37776" cy="32451"/>
                <a:chOff x="4888282" y="4074764"/>
                <a:chExt cx="37776" cy="32451"/>
              </a:xfrm>
            </p:grpSpPr>
            <p:sp>
              <p:nvSpPr>
                <p:cNvPr id="5686" name="Google Shape;5686;p68"/>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68"/>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8" name="Google Shape;5688;p68"/>
              <p:cNvGrpSpPr/>
              <p:nvPr/>
            </p:nvGrpSpPr>
            <p:grpSpPr>
              <a:xfrm>
                <a:off x="4901315" y="3804271"/>
                <a:ext cx="37776" cy="32364"/>
                <a:chOff x="4901315" y="3804271"/>
                <a:chExt cx="37776" cy="32364"/>
              </a:xfrm>
            </p:grpSpPr>
            <p:sp>
              <p:nvSpPr>
                <p:cNvPr id="5689" name="Google Shape;5689;p68"/>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68"/>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1" name="Google Shape;5691;p68"/>
              <p:cNvGrpSpPr/>
              <p:nvPr/>
            </p:nvGrpSpPr>
            <p:grpSpPr>
              <a:xfrm>
                <a:off x="4866394" y="3715035"/>
                <a:ext cx="37846" cy="32357"/>
                <a:chOff x="4866394" y="3715035"/>
                <a:chExt cx="37846" cy="32357"/>
              </a:xfrm>
            </p:grpSpPr>
            <p:sp>
              <p:nvSpPr>
                <p:cNvPr id="5692" name="Google Shape;5692;p68"/>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68"/>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4" name="Google Shape;5694;p68"/>
              <p:cNvGrpSpPr/>
              <p:nvPr/>
            </p:nvGrpSpPr>
            <p:grpSpPr>
              <a:xfrm>
                <a:off x="4979233" y="3839798"/>
                <a:ext cx="37878" cy="32420"/>
                <a:chOff x="4979233" y="3839798"/>
                <a:chExt cx="37878" cy="32420"/>
              </a:xfrm>
            </p:grpSpPr>
            <p:sp>
              <p:nvSpPr>
                <p:cNvPr id="5695" name="Google Shape;5695;p68"/>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68"/>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7" name="Google Shape;5697;p68"/>
              <p:cNvGrpSpPr/>
              <p:nvPr/>
            </p:nvGrpSpPr>
            <p:grpSpPr>
              <a:xfrm>
                <a:off x="4790662" y="3679147"/>
                <a:ext cx="37783" cy="32380"/>
                <a:chOff x="4790662" y="3679147"/>
                <a:chExt cx="37783" cy="32380"/>
              </a:xfrm>
            </p:grpSpPr>
            <p:sp>
              <p:nvSpPr>
                <p:cNvPr id="5698" name="Google Shape;5698;p68"/>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68"/>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0" name="Google Shape;5700;p68"/>
              <p:cNvGrpSpPr/>
              <p:nvPr/>
            </p:nvGrpSpPr>
            <p:grpSpPr>
              <a:xfrm>
                <a:off x="4857263" y="3557861"/>
                <a:ext cx="37776" cy="32357"/>
                <a:chOff x="4857263" y="3557861"/>
                <a:chExt cx="37776" cy="32357"/>
              </a:xfrm>
            </p:grpSpPr>
            <p:sp>
              <p:nvSpPr>
                <p:cNvPr id="5701" name="Google Shape;5701;p68"/>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68"/>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3" name="Google Shape;5703;p68"/>
              <p:cNvGrpSpPr/>
              <p:nvPr/>
            </p:nvGrpSpPr>
            <p:grpSpPr>
              <a:xfrm>
                <a:off x="4883902" y="3648033"/>
                <a:ext cx="37783" cy="32380"/>
                <a:chOff x="4883902" y="3648033"/>
                <a:chExt cx="37783" cy="32380"/>
              </a:xfrm>
            </p:grpSpPr>
            <p:sp>
              <p:nvSpPr>
                <p:cNvPr id="5704" name="Google Shape;5704;p68"/>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68"/>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6" name="Google Shape;5706;p68"/>
              <p:cNvGrpSpPr/>
              <p:nvPr/>
            </p:nvGrpSpPr>
            <p:grpSpPr>
              <a:xfrm>
                <a:off x="4907780" y="3347220"/>
                <a:ext cx="37878" cy="32357"/>
                <a:chOff x="4907780" y="3347220"/>
                <a:chExt cx="37878" cy="32357"/>
              </a:xfrm>
            </p:grpSpPr>
            <p:sp>
              <p:nvSpPr>
                <p:cNvPr id="5707" name="Google Shape;5707;p68"/>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68"/>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9" name="Google Shape;5709;p68"/>
              <p:cNvGrpSpPr/>
              <p:nvPr/>
            </p:nvGrpSpPr>
            <p:grpSpPr>
              <a:xfrm>
                <a:off x="5065048" y="3738150"/>
                <a:ext cx="37783" cy="32364"/>
                <a:chOff x="5065048" y="3738150"/>
                <a:chExt cx="37783" cy="32364"/>
              </a:xfrm>
            </p:grpSpPr>
            <p:sp>
              <p:nvSpPr>
                <p:cNvPr id="5710" name="Google Shape;5710;p68"/>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68"/>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2" name="Google Shape;5712;p68"/>
              <p:cNvGrpSpPr/>
              <p:nvPr/>
            </p:nvGrpSpPr>
            <p:grpSpPr>
              <a:xfrm>
                <a:off x="5071616" y="3284615"/>
                <a:ext cx="37783" cy="32357"/>
                <a:chOff x="5071616" y="3284615"/>
                <a:chExt cx="37783" cy="32357"/>
              </a:xfrm>
            </p:grpSpPr>
            <p:sp>
              <p:nvSpPr>
                <p:cNvPr id="5713" name="Google Shape;5713;p68"/>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68"/>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5" name="Google Shape;5715;p68"/>
              <p:cNvGrpSpPr/>
              <p:nvPr/>
            </p:nvGrpSpPr>
            <p:grpSpPr>
              <a:xfrm>
                <a:off x="5389291" y="3759921"/>
                <a:ext cx="37783" cy="32380"/>
                <a:chOff x="5389291" y="3759921"/>
                <a:chExt cx="37783" cy="32380"/>
              </a:xfrm>
            </p:grpSpPr>
            <p:sp>
              <p:nvSpPr>
                <p:cNvPr id="5716" name="Google Shape;5716;p68"/>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68"/>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8" name="Google Shape;5718;p68"/>
              <p:cNvGrpSpPr/>
              <p:nvPr/>
            </p:nvGrpSpPr>
            <p:grpSpPr>
              <a:xfrm>
                <a:off x="5431534" y="3632932"/>
                <a:ext cx="37878" cy="32451"/>
                <a:chOff x="5431534" y="3632932"/>
                <a:chExt cx="37878" cy="32451"/>
              </a:xfrm>
            </p:grpSpPr>
            <p:sp>
              <p:nvSpPr>
                <p:cNvPr id="5719" name="Google Shape;5719;p68"/>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68"/>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1" name="Google Shape;5721;p68"/>
              <p:cNvGrpSpPr/>
              <p:nvPr/>
            </p:nvGrpSpPr>
            <p:grpSpPr>
              <a:xfrm>
                <a:off x="5540755" y="3544829"/>
                <a:ext cx="37783" cy="32357"/>
                <a:chOff x="5540755" y="3544829"/>
                <a:chExt cx="37783" cy="32357"/>
              </a:xfrm>
            </p:grpSpPr>
            <p:sp>
              <p:nvSpPr>
                <p:cNvPr id="5722" name="Google Shape;5722;p68"/>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68"/>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4" name="Google Shape;5724;p68"/>
              <p:cNvGrpSpPr/>
              <p:nvPr/>
            </p:nvGrpSpPr>
            <p:grpSpPr>
              <a:xfrm>
                <a:off x="5579293" y="3412107"/>
                <a:ext cx="37776" cy="32357"/>
                <a:chOff x="5579293" y="3412107"/>
                <a:chExt cx="37776" cy="32357"/>
              </a:xfrm>
            </p:grpSpPr>
            <p:sp>
              <p:nvSpPr>
                <p:cNvPr id="5725" name="Google Shape;5725;p68"/>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68"/>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7" name="Google Shape;5727;p68"/>
              <p:cNvGrpSpPr/>
              <p:nvPr/>
            </p:nvGrpSpPr>
            <p:grpSpPr>
              <a:xfrm>
                <a:off x="5801346" y="3284615"/>
                <a:ext cx="37783" cy="32357"/>
                <a:chOff x="5801346" y="3284615"/>
                <a:chExt cx="37783" cy="32357"/>
              </a:xfrm>
            </p:grpSpPr>
            <p:sp>
              <p:nvSpPr>
                <p:cNvPr id="5728" name="Google Shape;5728;p68"/>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68"/>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0" name="Google Shape;5730;p68"/>
              <p:cNvGrpSpPr/>
              <p:nvPr/>
            </p:nvGrpSpPr>
            <p:grpSpPr>
              <a:xfrm>
                <a:off x="5763578" y="3399067"/>
                <a:ext cx="37776" cy="32364"/>
                <a:chOff x="5763578" y="3399067"/>
                <a:chExt cx="37776" cy="32364"/>
              </a:xfrm>
            </p:grpSpPr>
            <p:sp>
              <p:nvSpPr>
                <p:cNvPr id="5731" name="Google Shape;5731;p68"/>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68"/>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3" name="Google Shape;5733;p68"/>
              <p:cNvGrpSpPr/>
              <p:nvPr/>
            </p:nvGrpSpPr>
            <p:grpSpPr>
              <a:xfrm>
                <a:off x="5395858" y="3230952"/>
                <a:ext cx="37776" cy="32364"/>
                <a:chOff x="5395858" y="3230952"/>
                <a:chExt cx="37776" cy="32364"/>
              </a:xfrm>
            </p:grpSpPr>
            <p:sp>
              <p:nvSpPr>
                <p:cNvPr id="5734" name="Google Shape;5734;p68"/>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68"/>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6" name="Google Shape;5736;p68"/>
              <p:cNvGrpSpPr/>
              <p:nvPr/>
            </p:nvGrpSpPr>
            <p:grpSpPr>
              <a:xfrm>
                <a:off x="5264088" y="3188237"/>
                <a:ext cx="37776" cy="32357"/>
                <a:chOff x="5264088" y="3188237"/>
                <a:chExt cx="37776" cy="32357"/>
              </a:xfrm>
            </p:grpSpPr>
            <p:sp>
              <p:nvSpPr>
                <p:cNvPr id="5737" name="Google Shape;5737;p68"/>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68"/>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9" name="Google Shape;5739;p68"/>
              <p:cNvGrpSpPr/>
              <p:nvPr/>
            </p:nvGrpSpPr>
            <p:grpSpPr>
              <a:xfrm>
                <a:off x="5585758" y="3237425"/>
                <a:ext cx="37878" cy="32357"/>
                <a:chOff x="5585758" y="3237425"/>
                <a:chExt cx="37878" cy="32357"/>
              </a:xfrm>
            </p:grpSpPr>
            <p:sp>
              <p:nvSpPr>
                <p:cNvPr id="5740" name="Google Shape;5740;p68"/>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68"/>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2" name="Google Shape;5742;p68"/>
              <p:cNvGrpSpPr/>
              <p:nvPr/>
            </p:nvGrpSpPr>
            <p:grpSpPr>
              <a:xfrm>
                <a:off x="4874196" y="3291088"/>
                <a:ext cx="37878" cy="32451"/>
                <a:chOff x="4874196" y="3291088"/>
                <a:chExt cx="37878" cy="32451"/>
              </a:xfrm>
            </p:grpSpPr>
            <p:sp>
              <p:nvSpPr>
                <p:cNvPr id="5743" name="Google Shape;5743;p68"/>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68"/>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5" name="Google Shape;5745;p68"/>
              <p:cNvGrpSpPr/>
              <p:nvPr/>
            </p:nvGrpSpPr>
            <p:grpSpPr>
              <a:xfrm>
                <a:off x="5197770" y="3785466"/>
                <a:ext cx="37783" cy="32427"/>
                <a:chOff x="5197770" y="3785466"/>
                <a:chExt cx="37783" cy="32427"/>
              </a:xfrm>
            </p:grpSpPr>
            <p:sp>
              <p:nvSpPr>
                <p:cNvPr id="5746" name="Google Shape;5746;p68"/>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68"/>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8" name="Google Shape;5748;p68"/>
              <p:cNvGrpSpPr/>
              <p:nvPr/>
            </p:nvGrpSpPr>
            <p:grpSpPr>
              <a:xfrm>
                <a:off x="5177699" y="3492117"/>
                <a:ext cx="37776" cy="32357"/>
                <a:chOff x="5177699" y="3492117"/>
                <a:chExt cx="37776" cy="32357"/>
              </a:xfrm>
            </p:grpSpPr>
            <p:sp>
              <p:nvSpPr>
                <p:cNvPr id="5749" name="Google Shape;5749;p68"/>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68"/>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1" name="Google Shape;5751;p68"/>
              <p:cNvGrpSpPr/>
              <p:nvPr/>
            </p:nvGrpSpPr>
            <p:grpSpPr>
              <a:xfrm>
                <a:off x="5349431" y="3622346"/>
                <a:ext cx="37870" cy="32380"/>
                <a:chOff x="5349431" y="3622346"/>
                <a:chExt cx="37870" cy="32380"/>
              </a:xfrm>
            </p:grpSpPr>
            <p:sp>
              <p:nvSpPr>
                <p:cNvPr id="5752" name="Google Shape;5752;p68"/>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68"/>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4" name="Google Shape;5754;p68"/>
              <p:cNvGrpSpPr/>
              <p:nvPr/>
            </p:nvGrpSpPr>
            <p:grpSpPr>
              <a:xfrm>
                <a:off x="5068855" y="3563980"/>
                <a:ext cx="53954" cy="46223"/>
                <a:chOff x="5068855" y="3563980"/>
                <a:chExt cx="53954" cy="46223"/>
              </a:xfrm>
            </p:grpSpPr>
            <p:sp>
              <p:nvSpPr>
                <p:cNvPr id="5755" name="Google Shape;5755;p68"/>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68"/>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7" name="Google Shape;5757;p68"/>
              <p:cNvGrpSpPr/>
              <p:nvPr/>
            </p:nvGrpSpPr>
            <p:grpSpPr>
              <a:xfrm>
                <a:off x="5037654" y="3392507"/>
                <a:ext cx="37870" cy="32451"/>
                <a:chOff x="5037654" y="3392507"/>
                <a:chExt cx="37870" cy="32451"/>
              </a:xfrm>
            </p:grpSpPr>
            <p:sp>
              <p:nvSpPr>
                <p:cNvPr id="5758" name="Google Shape;5758;p68"/>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68"/>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0" name="Google Shape;5760;p68"/>
              <p:cNvGrpSpPr/>
              <p:nvPr/>
            </p:nvGrpSpPr>
            <p:grpSpPr>
              <a:xfrm>
                <a:off x="5456560" y="3368629"/>
                <a:ext cx="37870" cy="32451"/>
                <a:chOff x="5456560" y="3368629"/>
                <a:chExt cx="37870" cy="32451"/>
              </a:xfrm>
            </p:grpSpPr>
            <p:sp>
              <p:nvSpPr>
                <p:cNvPr id="5761" name="Google Shape;5761;p68"/>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68"/>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3" name="Google Shape;5763;p68"/>
              <p:cNvGrpSpPr/>
              <p:nvPr/>
            </p:nvGrpSpPr>
            <p:grpSpPr>
              <a:xfrm>
                <a:off x="4755749" y="3501516"/>
                <a:ext cx="46246" cy="39608"/>
                <a:chOff x="4755749" y="3501516"/>
                <a:chExt cx="46246" cy="39608"/>
              </a:xfrm>
            </p:grpSpPr>
            <p:sp>
              <p:nvSpPr>
                <p:cNvPr id="5764" name="Google Shape;5764;p68"/>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68"/>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6" name="Google Shape;5766;p68"/>
              <p:cNvGrpSpPr/>
              <p:nvPr/>
            </p:nvGrpSpPr>
            <p:grpSpPr>
              <a:xfrm>
                <a:off x="4681346" y="3485582"/>
                <a:ext cx="37783" cy="32427"/>
                <a:chOff x="4681346" y="3485582"/>
                <a:chExt cx="37783" cy="32427"/>
              </a:xfrm>
            </p:grpSpPr>
            <p:sp>
              <p:nvSpPr>
                <p:cNvPr id="5767" name="Google Shape;5767;p68"/>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68"/>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9" name="Google Shape;5769;p68"/>
              <p:cNvGrpSpPr/>
              <p:nvPr/>
            </p:nvGrpSpPr>
            <p:grpSpPr>
              <a:xfrm>
                <a:off x="4767067" y="3291088"/>
                <a:ext cx="37878" cy="32451"/>
                <a:chOff x="4767067" y="3291088"/>
                <a:chExt cx="37878" cy="32451"/>
              </a:xfrm>
            </p:grpSpPr>
            <p:sp>
              <p:nvSpPr>
                <p:cNvPr id="5770" name="Google Shape;5770;p68"/>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68"/>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2" name="Google Shape;5772;p68"/>
              <p:cNvGrpSpPr/>
              <p:nvPr/>
            </p:nvGrpSpPr>
            <p:grpSpPr>
              <a:xfrm>
                <a:off x="4687819" y="3405539"/>
                <a:ext cx="37776" cy="32451"/>
                <a:chOff x="4687819" y="3405539"/>
                <a:chExt cx="37776" cy="32451"/>
              </a:xfrm>
            </p:grpSpPr>
            <p:sp>
              <p:nvSpPr>
                <p:cNvPr id="5773" name="Google Shape;5773;p68"/>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68"/>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5" name="Google Shape;5775;p68"/>
              <p:cNvGrpSpPr/>
              <p:nvPr/>
            </p:nvGrpSpPr>
            <p:grpSpPr>
              <a:xfrm>
                <a:off x="4923101" y="3444809"/>
                <a:ext cx="52813" cy="45318"/>
                <a:chOff x="4923101" y="3444809"/>
                <a:chExt cx="52813" cy="45318"/>
              </a:xfrm>
            </p:grpSpPr>
            <p:sp>
              <p:nvSpPr>
                <p:cNvPr id="5776" name="Google Shape;5776;p68"/>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68"/>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8" name="Google Shape;5778;p68"/>
              <p:cNvGrpSpPr/>
              <p:nvPr/>
            </p:nvGrpSpPr>
            <p:grpSpPr>
              <a:xfrm>
                <a:off x="4846040" y="3654750"/>
                <a:ext cx="31405" cy="26993"/>
                <a:chOff x="4846040" y="3654750"/>
                <a:chExt cx="31405" cy="26993"/>
              </a:xfrm>
            </p:grpSpPr>
            <p:sp>
              <p:nvSpPr>
                <p:cNvPr id="5779" name="Google Shape;5779;p68"/>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68"/>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1" name="Google Shape;5781;p68"/>
              <p:cNvGrpSpPr/>
              <p:nvPr/>
            </p:nvGrpSpPr>
            <p:grpSpPr>
              <a:xfrm>
                <a:off x="4925673" y="3691700"/>
                <a:ext cx="40253" cy="34472"/>
                <a:chOff x="4925673" y="3691700"/>
                <a:chExt cx="40253" cy="34472"/>
              </a:xfrm>
            </p:grpSpPr>
            <p:sp>
              <p:nvSpPr>
                <p:cNvPr id="5782" name="Google Shape;5782;p68"/>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68"/>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4" name="Google Shape;5784;p68"/>
              <p:cNvGrpSpPr/>
              <p:nvPr/>
            </p:nvGrpSpPr>
            <p:grpSpPr>
              <a:xfrm>
                <a:off x="4894653" y="3740848"/>
                <a:ext cx="31405" cy="26906"/>
                <a:chOff x="4894653" y="3740848"/>
                <a:chExt cx="31405" cy="26906"/>
              </a:xfrm>
            </p:grpSpPr>
            <p:sp>
              <p:nvSpPr>
                <p:cNvPr id="5785" name="Google Shape;5785;p68"/>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68"/>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7" name="Google Shape;5787;p68"/>
              <p:cNvGrpSpPr/>
              <p:nvPr/>
            </p:nvGrpSpPr>
            <p:grpSpPr>
              <a:xfrm>
                <a:off x="4962300" y="3696348"/>
                <a:ext cx="38255" cy="32773"/>
                <a:chOff x="4962300" y="3696348"/>
                <a:chExt cx="38255" cy="32773"/>
              </a:xfrm>
            </p:grpSpPr>
            <p:sp>
              <p:nvSpPr>
                <p:cNvPr id="5788" name="Google Shape;5788;p68"/>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68"/>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0" name="Google Shape;5790;p68"/>
              <p:cNvGrpSpPr/>
              <p:nvPr/>
            </p:nvGrpSpPr>
            <p:grpSpPr>
              <a:xfrm>
                <a:off x="4980185" y="3743349"/>
                <a:ext cx="31499" cy="26969"/>
                <a:chOff x="4980185" y="3743349"/>
                <a:chExt cx="31499" cy="26969"/>
              </a:xfrm>
            </p:grpSpPr>
            <p:sp>
              <p:nvSpPr>
                <p:cNvPr id="5791" name="Google Shape;5791;p68"/>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68"/>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3" name="Google Shape;5793;p68"/>
              <p:cNvGrpSpPr/>
              <p:nvPr/>
            </p:nvGrpSpPr>
            <p:grpSpPr>
              <a:xfrm>
                <a:off x="5013768" y="3734312"/>
                <a:ext cx="31499" cy="26969"/>
                <a:chOff x="5013768" y="3734312"/>
                <a:chExt cx="31499" cy="26969"/>
              </a:xfrm>
            </p:grpSpPr>
            <p:sp>
              <p:nvSpPr>
                <p:cNvPr id="5794" name="Google Shape;5794;p68"/>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68"/>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6" name="Google Shape;5796;p68"/>
              <p:cNvGrpSpPr/>
              <p:nvPr/>
            </p:nvGrpSpPr>
            <p:grpSpPr>
              <a:xfrm>
                <a:off x="5036703" y="3764545"/>
                <a:ext cx="31499" cy="26898"/>
                <a:chOff x="5036703" y="3764545"/>
                <a:chExt cx="31499" cy="26898"/>
              </a:xfrm>
            </p:grpSpPr>
            <p:sp>
              <p:nvSpPr>
                <p:cNvPr id="5797" name="Google Shape;5797;p68"/>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68"/>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9" name="Google Shape;5799;p68"/>
              <p:cNvGrpSpPr/>
              <p:nvPr/>
            </p:nvGrpSpPr>
            <p:grpSpPr>
              <a:xfrm>
                <a:off x="4953546" y="3768352"/>
                <a:ext cx="31405" cy="26898"/>
                <a:chOff x="4953546" y="3768352"/>
                <a:chExt cx="31405" cy="26898"/>
              </a:xfrm>
            </p:grpSpPr>
            <p:sp>
              <p:nvSpPr>
                <p:cNvPr id="5800" name="Google Shape;5800;p68"/>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68"/>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2" name="Google Shape;5802;p68"/>
              <p:cNvGrpSpPr/>
              <p:nvPr/>
            </p:nvGrpSpPr>
            <p:grpSpPr>
              <a:xfrm>
                <a:off x="4964770" y="3814016"/>
                <a:ext cx="31499" cy="26993"/>
                <a:chOff x="4964770" y="3814016"/>
                <a:chExt cx="31499" cy="26993"/>
              </a:xfrm>
            </p:grpSpPr>
            <p:sp>
              <p:nvSpPr>
                <p:cNvPr id="5803" name="Google Shape;5803;p68"/>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68"/>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5" name="Google Shape;5805;p68"/>
              <p:cNvGrpSpPr/>
              <p:nvPr/>
            </p:nvGrpSpPr>
            <p:grpSpPr>
              <a:xfrm>
                <a:off x="4923290" y="3800504"/>
                <a:ext cx="31468" cy="26898"/>
                <a:chOff x="4923290" y="3800504"/>
                <a:chExt cx="31468" cy="26898"/>
              </a:xfrm>
            </p:grpSpPr>
            <p:sp>
              <p:nvSpPr>
                <p:cNvPr id="5806" name="Google Shape;5806;p68"/>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68"/>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8" name="Google Shape;5808;p68"/>
              <p:cNvGrpSpPr/>
              <p:nvPr/>
            </p:nvGrpSpPr>
            <p:grpSpPr>
              <a:xfrm>
                <a:off x="5108534" y="3650943"/>
                <a:ext cx="31405" cy="26993"/>
                <a:chOff x="5108534" y="3650943"/>
                <a:chExt cx="31405" cy="26993"/>
              </a:xfrm>
            </p:grpSpPr>
            <p:sp>
              <p:nvSpPr>
                <p:cNvPr id="5809" name="Google Shape;5809;p68"/>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68"/>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1" name="Google Shape;5811;p68"/>
              <p:cNvGrpSpPr/>
              <p:nvPr/>
            </p:nvGrpSpPr>
            <p:grpSpPr>
              <a:xfrm>
                <a:off x="5119380" y="3760739"/>
                <a:ext cx="31499" cy="26993"/>
                <a:chOff x="5119380" y="3760739"/>
                <a:chExt cx="31499" cy="26993"/>
              </a:xfrm>
            </p:grpSpPr>
            <p:sp>
              <p:nvSpPr>
                <p:cNvPr id="5812" name="Google Shape;5812;p68"/>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68"/>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4" name="Google Shape;5814;p68"/>
              <p:cNvGrpSpPr/>
              <p:nvPr/>
            </p:nvGrpSpPr>
            <p:grpSpPr>
              <a:xfrm>
                <a:off x="5119380" y="3788235"/>
                <a:ext cx="31499" cy="26993"/>
                <a:chOff x="5119380" y="3788235"/>
                <a:chExt cx="31499" cy="26993"/>
              </a:xfrm>
            </p:grpSpPr>
            <p:sp>
              <p:nvSpPr>
                <p:cNvPr id="5815" name="Google Shape;5815;p68"/>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68"/>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7" name="Google Shape;5817;p68"/>
              <p:cNvGrpSpPr/>
              <p:nvPr/>
            </p:nvGrpSpPr>
            <p:grpSpPr>
              <a:xfrm>
                <a:off x="5158005" y="3875284"/>
                <a:ext cx="31405" cy="27001"/>
                <a:chOff x="5158005" y="3875284"/>
                <a:chExt cx="31405" cy="27001"/>
              </a:xfrm>
            </p:grpSpPr>
            <p:sp>
              <p:nvSpPr>
                <p:cNvPr id="5818" name="Google Shape;5818;p68"/>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68"/>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0" name="Google Shape;5820;p68"/>
              <p:cNvGrpSpPr/>
              <p:nvPr/>
            </p:nvGrpSpPr>
            <p:grpSpPr>
              <a:xfrm>
                <a:off x="5233163" y="3764545"/>
                <a:ext cx="31499" cy="26898"/>
                <a:chOff x="5233163" y="3764545"/>
                <a:chExt cx="31499" cy="26898"/>
              </a:xfrm>
            </p:grpSpPr>
            <p:sp>
              <p:nvSpPr>
                <p:cNvPr id="5821" name="Google Shape;5821;p68"/>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68"/>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3" name="Google Shape;5823;p68"/>
              <p:cNvGrpSpPr/>
              <p:nvPr/>
            </p:nvGrpSpPr>
            <p:grpSpPr>
              <a:xfrm>
                <a:off x="5276168" y="3805545"/>
                <a:ext cx="31499" cy="26906"/>
                <a:chOff x="5276168" y="3805545"/>
                <a:chExt cx="31499" cy="26906"/>
              </a:xfrm>
            </p:grpSpPr>
            <p:sp>
              <p:nvSpPr>
                <p:cNvPr id="5824" name="Google Shape;5824;p68"/>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68"/>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6" name="Google Shape;5826;p68"/>
              <p:cNvGrpSpPr/>
              <p:nvPr/>
            </p:nvGrpSpPr>
            <p:grpSpPr>
              <a:xfrm>
                <a:off x="5294053" y="3851933"/>
                <a:ext cx="31405" cy="26945"/>
                <a:chOff x="5294053" y="3851933"/>
                <a:chExt cx="31405" cy="26945"/>
              </a:xfrm>
            </p:grpSpPr>
            <p:sp>
              <p:nvSpPr>
                <p:cNvPr id="5827" name="Google Shape;5827;p68"/>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68"/>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9" name="Google Shape;5829;p68"/>
              <p:cNvGrpSpPr/>
              <p:nvPr/>
            </p:nvGrpSpPr>
            <p:grpSpPr>
              <a:xfrm>
                <a:off x="5341723" y="3851902"/>
                <a:ext cx="31405" cy="26977"/>
                <a:chOff x="5341723" y="3851902"/>
                <a:chExt cx="31405" cy="26977"/>
              </a:xfrm>
            </p:grpSpPr>
            <p:sp>
              <p:nvSpPr>
                <p:cNvPr id="5830" name="Google Shape;5830;p68"/>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68"/>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2" name="Google Shape;5832;p68"/>
              <p:cNvGrpSpPr/>
              <p:nvPr/>
            </p:nvGrpSpPr>
            <p:grpSpPr>
              <a:xfrm>
                <a:off x="5054871" y="3507855"/>
                <a:ext cx="31405" cy="26993"/>
                <a:chOff x="5054871" y="3507855"/>
                <a:chExt cx="31405" cy="26993"/>
              </a:xfrm>
            </p:grpSpPr>
            <p:sp>
              <p:nvSpPr>
                <p:cNvPr id="5833" name="Google Shape;5833;p68"/>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68"/>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5" name="Google Shape;5835;p68"/>
              <p:cNvGrpSpPr/>
              <p:nvPr/>
            </p:nvGrpSpPr>
            <p:grpSpPr>
              <a:xfrm>
                <a:off x="4876579" y="3675325"/>
                <a:ext cx="31405" cy="26969"/>
                <a:chOff x="4876579" y="3675325"/>
                <a:chExt cx="31405" cy="26969"/>
              </a:xfrm>
            </p:grpSpPr>
            <p:sp>
              <p:nvSpPr>
                <p:cNvPr id="5836" name="Google Shape;5836;p68"/>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68"/>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8" name="Google Shape;5838;p68"/>
              <p:cNvGrpSpPr/>
              <p:nvPr/>
            </p:nvGrpSpPr>
            <p:grpSpPr>
              <a:xfrm>
                <a:off x="4842233" y="3688333"/>
                <a:ext cx="31405" cy="26993"/>
                <a:chOff x="4842233" y="3688333"/>
                <a:chExt cx="31405" cy="26993"/>
              </a:xfrm>
            </p:grpSpPr>
            <p:sp>
              <p:nvSpPr>
                <p:cNvPr id="5839" name="Google Shape;5839;p68"/>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68"/>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1" name="Google Shape;5841;p68"/>
              <p:cNvGrpSpPr/>
              <p:nvPr/>
            </p:nvGrpSpPr>
            <p:grpSpPr>
              <a:xfrm>
                <a:off x="5187876" y="3608032"/>
                <a:ext cx="31405" cy="27001"/>
                <a:chOff x="5187876" y="3608032"/>
                <a:chExt cx="31405" cy="27001"/>
              </a:xfrm>
            </p:grpSpPr>
            <p:sp>
              <p:nvSpPr>
                <p:cNvPr id="5842" name="Google Shape;5842;p68"/>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68"/>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44" name="Google Shape;5844;p68"/>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68"/>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46" name="Google Shape;5846;p68"/>
              <p:cNvGrpSpPr/>
              <p:nvPr/>
            </p:nvGrpSpPr>
            <p:grpSpPr>
              <a:xfrm>
                <a:off x="5269224" y="3304167"/>
                <a:ext cx="40253" cy="34402"/>
                <a:chOff x="5269224" y="3304167"/>
                <a:chExt cx="40253" cy="34402"/>
              </a:xfrm>
            </p:grpSpPr>
            <p:sp>
              <p:nvSpPr>
                <p:cNvPr id="5847" name="Google Shape;5847;p68"/>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68"/>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9" name="Google Shape;5849;p68"/>
              <p:cNvGrpSpPr/>
              <p:nvPr/>
            </p:nvGrpSpPr>
            <p:grpSpPr>
              <a:xfrm>
                <a:off x="5327354" y="3476615"/>
                <a:ext cx="49864" cy="42723"/>
                <a:chOff x="5327354" y="3476615"/>
                <a:chExt cx="49864" cy="42723"/>
              </a:xfrm>
            </p:grpSpPr>
            <p:sp>
              <p:nvSpPr>
                <p:cNvPr id="5850" name="Google Shape;5850;p68"/>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68"/>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52" name="Google Shape;5852;p68"/>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68"/>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54" name="Google Shape;5854;p68"/>
              <p:cNvGrpSpPr/>
              <p:nvPr/>
            </p:nvGrpSpPr>
            <p:grpSpPr>
              <a:xfrm>
                <a:off x="5341723" y="3775957"/>
                <a:ext cx="31405" cy="26898"/>
                <a:chOff x="5341723" y="3775957"/>
                <a:chExt cx="31405" cy="26898"/>
              </a:xfrm>
            </p:grpSpPr>
            <p:sp>
              <p:nvSpPr>
                <p:cNvPr id="5855" name="Google Shape;5855;p68"/>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68"/>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7" name="Google Shape;5857;p68"/>
              <p:cNvGrpSpPr/>
              <p:nvPr/>
            </p:nvGrpSpPr>
            <p:grpSpPr>
              <a:xfrm>
                <a:off x="5439053" y="3699274"/>
                <a:ext cx="31405" cy="26898"/>
                <a:chOff x="5439053" y="3699274"/>
                <a:chExt cx="31405" cy="26898"/>
              </a:xfrm>
            </p:grpSpPr>
            <p:sp>
              <p:nvSpPr>
                <p:cNvPr id="5858" name="Google Shape;5858;p68"/>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68"/>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0" name="Google Shape;5860;p68"/>
              <p:cNvGrpSpPr/>
              <p:nvPr/>
            </p:nvGrpSpPr>
            <p:grpSpPr>
              <a:xfrm>
                <a:off x="5412414" y="3622307"/>
                <a:ext cx="31499" cy="26993"/>
                <a:chOff x="5412414" y="3622307"/>
                <a:chExt cx="31499" cy="26993"/>
              </a:xfrm>
            </p:grpSpPr>
            <p:sp>
              <p:nvSpPr>
                <p:cNvPr id="5861" name="Google Shape;5861;p68"/>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68"/>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3" name="Google Shape;5863;p68"/>
              <p:cNvGrpSpPr/>
              <p:nvPr/>
            </p:nvGrpSpPr>
            <p:grpSpPr>
              <a:xfrm>
                <a:off x="5476254" y="3473949"/>
                <a:ext cx="26835" cy="26930"/>
                <a:chOff x="5476254" y="3473949"/>
                <a:chExt cx="26835" cy="26930"/>
              </a:xfrm>
            </p:grpSpPr>
            <p:sp>
              <p:nvSpPr>
                <p:cNvPr id="5864" name="Google Shape;5864;p68"/>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68"/>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6" name="Google Shape;5866;p68"/>
              <p:cNvGrpSpPr/>
              <p:nvPr/>
            </p:nvGrpSpPr>
            <p:grpSpPr>
              <a:xfrm>
                <a:off x="5564547" y="3481594"/>
                <a:ext cx="31397" cy="26898"/>
                <a:chOff x="5564547" y="3481594"/>
                <a:chExt cx="31397" cy="26898"/>
              </a:xfrm>
            </p:grpSpPr>
            <p:sp>
              <p:nvSpPr>
                <p:cNvPr id="5867" name="Google Shape;5867;p68"/>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68"/>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9" name="Google Shape;5869;p68"/>
              <p:cNvGrpSpPr/>
              <p:nvPr/>
            </p:nvGrpSpPr>
            <p:grpSpPr>
              <a:xfrm>
                <a:off x="5534101" y="3470174"/>
                <a:ext cx="31397" cy="26906"/>
                <a:chOff x="5534101" y="3470174"/>
                <a:chExt cx="31397" cy="26906"/>
              </a:xfrm>
            </p:grpSpPr>
            <p:sp>
              <p:nvSpPr>
                <p:cNvPr id="5870" name="Google Shape;5870;p68"/>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68"/>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2" name="Google Shape;5872;p68"/>
              <p:cNvGrpSpPr/>
              <p:nvPr/>
            </p:nvGrpSpPr>
            <p:grpSpPr>
              <a:xfrm>
                <a:off x="5610879" y="3314486"/>
                <a:ext cx="31499" cy="26938"/>
                <a:chOff x="5610879" y="3314486"/>
                <a:chExt cx="31499" cy="26938"/>
              </a:xfrm>
            </p:grpSpPr>
            <p:sp>
              <p:nvSpPr>
                <p:cNvPr id="5873" name="Google Shape;5873;p68"/>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68"/>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5" name="Google Shape;5875;p68"/>
              <p:cNvGrpSpPr/>
              <p:nvPr/>
            </p:nvGrpSpPr>
            <p:grpSpPr>
              <a:xfrm>
                <a:off x="4834525" y="3501382"/>
                <a:ext cx="31499" cy="26898"/>
                <a:chOff x="4834525" y="3501382"/>
                <a:chExt cx="31499" cy="26898"/>
              </a:xfrm>
            </p:grpSpPr>
            <p:sp>
              <p:nvSpPr>
                <p:cNvPr id="5876" name="Google Shape;5876;p68"/>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68"/>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8" name="Google Shape;5878;p68"/>
              <p:cNvGrpSpPr/>
              <p:nvPr/>
            </p:nvGrpSpPr>
            <p:grpSpPr>
              <a:xfrm>
                <a:off x="4898460" y="3580158"/>
                <a:ext cx="31405" cy="26898"/>
                <a:chOff x="4898460" y="3580158"/>
                <a:chExt cx="31405" cy="26898"/>
              </a:xfrm>
            </p:grpSpPr>
            <p:sp>
              <p:nvSpPr>
                <p:cNvPr id="5879" name="Google Shape;5879;p68"/>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68"/>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1" name="Google Shape;5881;p68"/>
              <p:cNvGrpSpPr/>
              <p:nvPr/>
            </p:nvGrpSpPr>
            <p:grpSpPr>
              <a:xfrm>
                <a:off x="4882667" y="3608032"/>
                <a:ext cx="31499" cy="27001"/>
                <a:chOff x="4882667" y="3608032"/>
                <a:chExt cx="31499" cy="27001"/>
              </a:xfrm>
            </p:grpSpPr>
            <p:sp>
              <p:nvSpPr>
                <p:cNvPr id="5882" name="Google Shape;5882;p68"/>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68"/>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4" name="Google Shape;5884;p68"/>
              <p:cNvGrpSpPr/>
              <p:nvPr/>
            </p:nvGrpSpPr>
            <p:grpSpPr>
              <a:xfrm>
                <a:off x="4843373" y="3631407"/>
                <a:ext cx="16273" cy="16186"/>
                <a:chOff x="4843373" y="3631407"/>
                <a:chExt cx="16273" cy="16186"/>
              </a:xfrm>
            </p:grpSpPr>
            <p:sp>
              <p:nvSpPr>
                <p:cNvPr id="5885" name="Google Shape;5885;p68"/>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68"/>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7" name="Google Shape;5887;p68"/>
              <p:cNvGrpSpPr/>
              <p:nvPr/>
            </p:nvGrpSpPr>
            <p:grpSpPr>
              <a:xfrm>
                <a:off x="4727773" y="3591578"/>
                <a:ext cx="31499" cy="26898"/>
                <a:chOff x="4727773" y="3591578"/>
                <a:chExt cx="31499" cy="26898"/>
              </a:xfrm>
            </p:grpSpPr>
            <p:sp>
              <p:nvSpPr>
                <p:cNvPr id="5888" name="Google Shape;5888;p68"/>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68"/>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90" name="Google Shape;5890;p68"/>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68"/>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92" name="Google Shape;5892;p68"/>
              <p:cNvGrpSpPr/>
              <p:nvPr/>
            </p:nvGrpSpPr>
            <p:grpSpPr>
              <a:xfrm>
                <a:off x="4609421" y="3577398"/>
                <a:ext cx="31499" cy="27001"/>
                <a:chOff x="4609421" y="3577398"/>
                <a:chExt cx="31499" cy="27001"/>
              </a:xfrm>
            </p:grpSpPr>
            <p:sp>
              <p:nvSpPr>
                <p:cNvPr id="5893" name="Google Shape;5893;p68"/>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68"/>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5" name="Google Shape;5895;p68"/>
              <p:cNvGrpSpPr/>
              <p:nvPr/>
            </p:nvGrpSpPr>
            <p:grpSpPr>
              <a:xfrm>
                <a:off x="4649289" y="3577398"/>
                <a:ext cx="31499" cy="27001"/>
                <a:chOff x="4649289" y="3577398"/>
                <a:chExt cx="31499" cy="27001"/>
              </a:xfrm>
            </p:grpSpPr>
            <p:sp>
              <p:nvSpPr>
                <p:cNvPr id="5896" name="Google Shape;5896;p68"/>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68"/>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8" name="Google Shape;5898;p68"/>
              <p:cNvGrpSpPr/>
              <p:nvPr/>
            </p:nvGrpSpPr>
            <p:grpSpPr>
              <a:xfrm>
                <a:off x="4605614" y="3639523"/>
                <a:ext cx="31499" cy="26906"/>
                <a:chOff x="4605614" y="3639523"/>
                <a:chExt cx="31499" cy="26906"/>
              </a:xfrm>
            </p:grpSpPr>
            <p:sp>
              <p:nvSpPr>
                <p:cNvPr id="5899" name="Google Shape;5899;p68"/>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68"/>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1" name="Google Shape;5901;p68"/>
              <p:cNvGrpSpPr/>
              <p:nvPr/>
            </p:nvGrpSpPr>
            <p:grpSpPr>
              <a:xfrm>
                <a:off x="4785149" y="3618846"/>
                <a:ext cx="26930" cy="26843"/>
                <a:chOff x="4785149" y="3618846"/>
                <a:chExt cx="26930" cy="26843"/>
              </a:xfrm>
            </p:grpSpPr>
            <p:sp>
              <p:nvSpPr>
                <p:cNvPr id="5902" name="Google Shape;5902;p68"/>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68"/>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4" name="Google Shape;5904;p68"/>
              <p:cNvGrpSpPr/>
              <p:nvPr/>
            </p:nvGrpSpPr>
            <p:grpSpPr>
              <a:xfrm>
                <a:off x="4810167" y="3601567"/>
                <a:ext cx="31405" cy="26898"/>
                <a:chOff x="4810167" y="3601567"/>
                <a:chExt cx="31405" cy="26898"/>
              </a:xfrm>
            </p:grpSpPr>
            <p:sp>
              <p:nvSpPr>
                <p:cNvPr id="5905" name="Google Shape;5905;p68"/>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68"/>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7" name="Google Shape;5907;p68"/>
              <p:cNvGrpSpPr/>
              <p:nvPr/>
            </p:nvGrpSpPr>
            <p:grpSpPr>
              <a:xfrm>
                <a:off x="4831002" y="3373230"/>
                <a:ext cx="31405" cy="26898"/>
                <a:chOff x="4831002" y="3373230"/>
                <a:chExt cx="31405" cy="26898"/>
              </a:xfrm>
            </p:grpSpPr>
            <p:sp>
              <p:nvSpPr>
                <p:cNvPr id="5908" name="Google Shape;5908;p68"/>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68"/>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0" name="Google Shape;5910;p68"/>
              <p:cNvGrpSpPr/>
              <p:nvPr/>
            </p:nvGrpSpPr>
            <p:grpSpPr>
              <a:xfrm>
                <a:off x="4719311" y="3355054"/>
                <a:ext cx="31499" cy="27001"/>
                <a:chOff x="4719311" y="3355054"/>
                <a:chExt cx="31499" cy="27001"/>
              </a:xfrm>
            </p:grpSpPr>
            <p:sp>
              <p:nvSpPr>
                <p:cNvPr id="5911" name="Google Shape;5911;p68"/>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68"/>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3" name="Google Shape;5913;p68"/>
              <p:cNvGrpSpPr/>
              <p:nvPr/>
            </p:nvGrpSpPr>
            <p:grpSpPr>
              <a:xfrm>
                <a:off x="4798755" y="3450260"/>
                <a:ext cx="26930" cy="26930"/>
                <a:chOff x="4798755" y="3450260"/>
                <a:chExt cx="26930" cy="26930"/>
              </a:xfrm>
            </p:grpSpPr>
            <p:sp>
              <p:nvSpPr>
                <p:cNvPr id="5914" name="Google Shape;5914;p68"/>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68"/>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6" name="Google Shape;5916;p68"/>
              <p:cNvGrpSpPr/>
              <p:nvPr/>
            </p:nvGrpSpPr>
            <p:grpSpPr>
              <a:xfrm>
                <a:off x="4645576" y="3467555"/>
                <a:ext cx="31405" cy="26953"/>
                <a:chOff x="4645576" y="3467555"/>
                <a:chExt cx="31405" cy="26953"/>
              </a:xfrm>
            </p:grpSpPr>
            <p:sp>
              <p:nvSpPr>
                <p:cNvPr id="5917" name="Google Shape;5917;p68"/>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68"/>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9" name="Google Shape;5919;p68"/>
              <p:cNvGrpSpPr/>
              <p:nvPr/>
            </p:nvGrpSpPr>
            <p:grpSpPr>
              <a:xfrm>
                <a:off x="4687631" y="3583965"/>
                <a:ext cx="31499" cy="26898"/>
                <a:chOff x="4687631" y="3583965"/>
                <a:chExt cx="31499" cy="26898"/>
              </a:xfrm>
            </p:grpSpPr>
            <p:sp>
              <p:nvSpPr>
                <p:cNvPr id="5920" name="Google Shape;5920;p68"/>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68"/>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2" name="Google Shape;5922;p68"/>
              <p:cNvGrpSpPr/>
              <p:nvPr/>
            </p:nvGrpSpPr>
            <p:grpSpPr>
              <a:xfrm>
                <a:off x="4719311" y="3471314"/>
                <a:ext cx="31499" cy="27001"/>
                <a:chOff x="4719311" y="3471314"/>
                <a:chExt cx="31499" cy="27001"/>
              </a:xfrm>
            </p:grpSpPr>
            <p:sp>
              <p:nvSpPr>
                <p:cNvPr id="5923" name="Google Shape;5923;p68"/>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68"/>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5" name="Google Shape;5925;p68"/>
              <p:cNvGrpSpPr/>
              <p:nvPr/>
            </p:nvGrpSpPr>
            <p:grpSpPr>
              <a:xfrm>
                <a:off x="4719311" y="3434404"/>
                <a:ext cx="31499" cy="26898"/>
                <a:chOff x="4719311" y="3434404"/>
                <a:chExt cx="31499" cy="26898"/>
              </a:xfrm>
            </p:grpSpPr>
            <p:sp>
              <p:nvSpPr>
                <p:cNvPr id="5926" name="Google Shape;5926;p68"/>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68"/>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8" name="Google Shape;5928;p68"/>
              <p:cNvGrpSpPr/>
              <p:nvPr/>
            </p:nvGrpSpPr>
            <p:grpSpPr>
              <a:xfrm>
                <a:off x="4768876" y="3401772"/>
                <a:ext cx="31499" cy="26898"/>
                <a:chOff x="4768876" y="3401772"/>
                <a:chExt cx="31499" cy="26898"/>
              </a:xfrm>
            </p:grpSpPr>
            <p:sp>
              <p:nvSpPr>
                <p:cNvPr id="5929" name="Google Shape;5929;p68"/>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68"/>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1" name="Google Shape;5931;p68"/>
              <p:cNvGrpSpPr/>
              <p:nvPr/>
            </p:nvGrpSpPr>
            <p:grpSpPr>
              <a:xfrm>
                <a:off x="4762214" y="3471377"/>
                <a:ext cx="26938" cy="26938"/>
                <a:chOff x="4762214" y="3471377"/>
                <a:chExt cx="26938" cy="26938"/>
              </a:xfrm>
            </p:grpSpPr>
            <p:sp>
              <p:nvSpPr>
                <p:cNvPr id="5932" name="Google Shape;5932;p68"/>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68"/>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4" name="Google Shape;5934;p68"/>
              <p:cNvGrpSpPr/>
              <p:nvPr/>
            </p:nvGrpSpPr>
            <p:grpSpPr>
              <a:xfrm>
                <a:off x="4790473" y="3344782"/>
                <a:ext cx="31405" cy="26898"/>
                <a:chOff x="4790473" y="3344782"/>
                <a:chExt cx="31405" cy="26898"/>
              </a:xfrm>
            </p:grpSpPr>
            <p:sp>
              <p:nvSpPr>
                <p:cNvPr id="5935" name="Google Shape;5935;p68"/>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68"/>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7" name="Google Shape;5937;p68"/>
              <p:cNvGrpSpPr/>
              <p:nvPr/>
            </p:nvGrpSpPr>
            <p:grpSpPr>
              <a:xfrm>
                <a:off x="4823774" y="3950733"/>
                <a:ext cx="37398" cy="32034"/>
                <a:chOff x="4823774" y="3950733"/>
                <a:chExt cx="37398" cy="32034"/>
              </a:xfrm>
            </p:grpSpPr>
            <p:sp>
              <p:nvSpPr>
                <p:cNvPr id="5938" name="Google Shape;5938;p68"/>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68"/>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0" name="Google Shape;5940;p68"/>
              <p:cNvGrpSpPr/>
              <p:nvPr/>
            </p:nvGrpSpPr>
            <p:grpSpPr>
              <a:xfrm>
                <a:off x="4823396" y="4110566"/>
                <a:ext cx="31405" cy="26906"/>
                <a:chOff x="4823396" y="4110566"/>
                <a:chExt cx="31405" cy="26906"/>
              </a:xfrm>
            </p:grpSpPr>
            <p:sp>
              <p:nvSpPr>
                <p:cNvPr id="5941" name="Google Shape;5941;p68"/>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68"/>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3" name="Google Shape;5943;p68"/>
              <p:cNvGrpSpPr/>
              <p:nvPr/>
            </p:nvGrpSpPr>
            <p:grpSpPr>
              <a:xfrm>
                <a:off x="4838332" y="3821150"/>
                <a:ext cx="31499" cy="26898"/>
                <a:chOff x="4838332" y="3821150"/>
                <a:chExt cx="31499" cy="26898"/>
              </a:xfrm>
            </p:grpSpPr>
            <p:sp>
              <p:nvSpPr>
                <p:cNvPr id="5944" name="Google Shape;5944;p68"/>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68"/>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6" name="Google Shape;5946;p68"/>
              <p:cNvGrpSpPr/>
              <p:nvPr/>
            </p:nvGrpSpPr>
            <p:grpSpPr>
              <a:xfrm>
                <a:off x="4661275" y="3815007"/>
                <a:ext cx="36824" cy="31523"/>
                <a:chOff x="4661275" y="3815007"/>
                <a:chExt cx="36824" cy="31523"/>
              </a:xfrm>
            </p:grpSpPr>
            <p:sp>
              <p:nvSpPr>
                <p:cNvPr id="5947" name="Google Shape;5947;p68"/>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68"/>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9" name="Google Shape;5949;p68"/>
              <p:cNvGrpSpPr/>
              <p:nvPr/>
            </p:nvGrpSpPr>
            <p:grpSpPr>
              <a:xfrm>
                <a:off x="4558998" y="3851037"/>
                <a:ext cx="33591" cy="28699"/>
                <a:chOff x="4558998" y="3851037"/>
                <a:chExt cx="33591" cy="28699"/>
              </a:xfrm>
            </p:grpSpPr>
            <p:sp>
              <p:nvSpPr>
                <p:cNvPr id="5950" name="Google Shape;5950;p68"/>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68"/>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2" name="Google Shape;5952;p68"/>
              <p:cNvGrpSpPr/>
              <p:nvPr/>
            </p:nvGrpSpPr>
            <p:grpSpPr>
              <a:xfrm>
                <a:off x="4696762" y="3638587"/>
                <a:ext cx="33591" cy="28794"/>
                <a:chOff x="4696762" y="3638587"/>
                <a:chExt cx="33591" cy="28794"/>
              </a:xfrm>
            </p:grpSpPr>
            <p:sp>
              <p:nvSpPr>
                <p:cNvPr id="5953" name="Google Shape;5953;p68"/>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68"/>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5" name="Google Shape;5955;p68"/>
              <p:cNvGrpSpPr/>
              <p:nvPr/>
            </p:nvGrpSpPr>
            <p:grpSpPr>
              <a:xfrm>
                <a:off x="4929479" y="3939140"/>
                <a:ext cx="33497" cy="28692"/>
                <a:chOff x="4929479" y="3939140"/>
                <a:chExt cx="33497" cy="28692"/>
              </a:xfrm>
            </p:grpSpPr>
            <p:sp>
              <p:nvSpPr>
                <p:cNvPr id="5956" name="Google Shape;5956;p68"/>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68"/>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8" name="Google Shape;5958;p68"/>
              <p:cNvGrpSpPr/>
              <p:nvPr/>
            </p:nvGrpSpPr>
            <p:grpSpPr>
              <a:xfrm>
                <a:off x="4907119" y="3986039"/>
                <a:ext cx="33497" cy="28699"/>
                <a:chOff x="4907119" y="3986039"/>
                <a:chExt cx="33497" cy="28699"/>
              </a:xfrm>
            </p:grpSpPr>
            <p:sp>
              <p:nvSpPr>
                <p:cNvPr id="5959" name="Google Shape;5959;p68"/>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68"/>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1" name="Google Shape;5961;p68"/>
              <p:cNvGrpSpPr/>
              <p:nvPr/>
            </p:nvGrpSpPr>
            <p:grpSpPr>
              <a:xfrm>
                <a:off x="4911783" y="4048102"/>
                <a:ext cx="33591" cy="28762"/>
                <a:chOff x="4911783" y="4048102"/>
                <a:chExt cx="33591" cy="28762"/>
              </a:xfrm>
            </p:grpSpPr>
            <p:sp>
              <p:nvSpPr>
                <p:cNvPr id="5962" name="Google Shape;5962;p68"/>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68"/>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64" name="Google Shape;5964;p68"/>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68"/>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66" name="Google Shape;5966;p68"/>
              <p:cNvGrpSpPr/>
              <p:nvPr/>
            </p:nvGrpSpPr>
            <p:grpSpPr>
              <a:xfrm>
                <a:off x="4762623" y="3837847"/>
                <a:ext cx="42416" cy="36273"/>
                <a:chOff x="4762623" y="3837847"/>
                <a:chExt cx="42416" cy="36273"/>
              </a:xfrm>
            </p:grpSpPr>
            <p:sp>
              <p:nvSpPr>
                <p:cNvPr id="5967" name="Google Shape;5967;p68"/>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68"/>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9" name="Google Shape;5969;p68"/>
              <p:cNvGrpSpPr/>
              <p:nvPr/>
            </p:nvGrpSpPr>
            <p:grpSpPr>
              <a:xfrm>
                <a:off x="4746044" y="4104966"/>
                <a:ext cx="33497" cy="28699"/>
                <a:chOff x="4746044" y="4104966"/>
                <a:chExt cx="33497" cy="28699"/>
              </a:xfrm>
            </p:grpSpPr>
            <p:sp>
              <p:nvSpPr>
                <p:cNvPr id="5970" name="Google Shape;5970;p68"/>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68"/>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2" name="Google Shape;5972;p68"/>
              <p:cNvGrpSpPr/>
              <p:nvPr/>
            </p:nvGrpSpPr>
            <p:grpSpPr>
              <a:xfrm>
                <a:off x="4859646" y="4162554"/>
                <a:ext cx="33591" cy="28762"/>
                <a:chOff x="4859646" y="4162554"/>
                <a:chExt cx="33591" cy="28762"/>
              </a:xfrm>
            </p:grpSpPr>
            <p:sp>
              <p:nvSpPr>
                <p:cNvPr id="5973" name="Google Shape;5973;p68"/>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68"/>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75" name="Google Shape;5975;p68"/>
            <p:cNvGrpSpPr/>
            <p:nvPr/>
          </p:nvGrpSpPr>
          <p:grpSpPr>
            <a:xfrm>
              <a:off x="3597785" y="3274438"/>
              <a:ext cx="855610" cy="1122100"/>
              <a:chOff x="3597785" y="3274438"/>
              <a:chExt cx="855610" cy="1122100"/>
            </a:xfrm>
          </p:grpSpPr>
          <p:grpSp>
            <p:nvGrpSpPr>
              <p:cNvPr id="5976" name="Google Shape;5976;p68"/>
              <p:cNvGrpSpPr/>
              <p:nvPr/>
            </p:nvGrpSpPr>
            <p:grpSpPr>
              <a:xfrm>
                <a:off x="3617857" y="3284717"/>
                <a:ext cx="826785" cy="1099165"/>
                <a:chOff x="3617857" y="3284717"/>
                <a:chExt cx="826785" cy="1099165"/>
              </a:xfrm>
            </p:grpSpPr>
            <p:sp>
              <p:nvSpPr>
                <p:cNvPr id="5977" name="Google Shape;5977;p68"/>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68"/>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68"/>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68"/>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68"/>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68"/>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68"/>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68"/>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68"/>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68"/>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68"/>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68"/>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68"/>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68"/>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68"/>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68"/>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68"/>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68"/>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68"/>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68"/>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68"/>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68"/>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68"/>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68"/>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68"/>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68"/>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68"/>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68"/>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68"/>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68"/>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68"/>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68"/>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68"/>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68"/>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68"/>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68"/>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68"/>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68"/>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68"/>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68"/>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68"/>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68"/>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68"/>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68"/>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68"/>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68"/>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68"/>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68"/>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68"/>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68"/>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68"/>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68"/>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68"/>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68"/>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68"/>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68"/>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3" name="Google Shape;6033;p68"/>
              <p:cNvGrpSpPr/>
              <p:nvPr/>
            </p:nvGrpSpPr>
            <p:grpSpPr>
              <a:xfrm>
                <a:off x="4180904" y="4251758"/>
                <a:ext cx="37783" cy="32420"/>
                <a:chOff x="4180904" y="4251758"/>
                <a:chExt cx="37783" cy="32420"/>
              </a:xfrm>
            </p:grpSpPr>
            <p:sp>
              <p:nvSpPr>
                <p:cNvPr id="6034" name="Google Shape;6034;p68"/>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68"/>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6" name="Google Shape;6036;p68"/>
              <p:cNvGrpSpPr/>
              <p:nvPr/>
            </p:nvGrpSpPr>
            <p:grpSpPr>
              <a:xfrm>
                <a:off x="4201644" y="4081324"/>
                <a:ext cx="37783" cy="32364"/>
                <a:chOff x="4201644" y="4081324"/>
                <a:chExt cx="37783" cy="32364"/>
              </a:xfrm>
            </p:grpSpPr>
            <p:sp>
              <p:nvSpPr>
                <p:cNvPr id="6037" name="Google Shape;6037;p68"/>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68"/>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9" name="Google Shape;6039;p68"/>
              <p:cNvGrpSpPr/>
              <p:nvPr/>
            </p:nvGrpSpPr>
            <p:grpSpPr>
              <a:xfrm>
                <a:off x="4284416" y="3887428"/>
                <a:ext cx="37783" cy="32451"/>
                <a:chOff x="4284416" y="3887428"/>
                <a:chExt cx="37783" cy="32451"/>
              </a:xfrm>
            </p:grpSpPr>
            <p:sp>
              <p:nvSpPr>
                <p:cNvPr id="6040" name="Google Shape;6040;p68"/>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68"/>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2" name="Google Shape;6042;p68"/>
              <p:cNvGrpSpPr/>
              <p:nvPr/>
            </p:nvGrpSpPr>
            <p:grpSpPr>
              <a:xfrm>
                <a:off x="4223721" y="3860404"/>
                <a:ext cx="37870" cy="32364"/>
                <a:chOff x="4223721" y="3860404"/>
                <a:chExt cx="37870" cy="32364"/>
              </a:xfrm>
            </p:grpSpPr>
            <p:sp>
              <p:nvSpPr>
                <p:cNvPr id="6043" name="Google Shape;6043;p68"/>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68"/>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5" name="Google Shape;6045;p68"/>
              <p:cNvGrpSpPr/>
              <p:nvPr/>
            </p:nvGrpSpPr>
            <p:grpSpPr>
              <a:xfrm>
                <a:off x="4104889" y="3699242"/>
                <a:ext cx="37776" cy="32357"/>
                <a:chOff x="4104889" y="3699242"/>
                <a:chExt cx="37776" cy="32357"/>
              </a:xfrm>
            </p:grpSpPr>
            <p:sp>
              <p:nvSpPr>
                <p:cNvPr id="6046" name="Google Shape;6046;p68"/>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68"/>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8" name="Google Shape;6048;p68"/>
              <p:cNvGrpSpPr/>
              <p:nvPr/>
            </p:nvGrpSpPr>
            <p:grpSpPr>
              <a:xfrm>
                <a:off x="4143608" y="3475121"/>
                <a:ext cx="37878" cy="32420"/>
                <a:chOff x="4143608" y="3475121"/>
                <a:chExt cx="37878" cy="32420"/>
              </a:xfrm>
            </p:grpSpPr>
            <p:sp>
              <p:nvSpPr>
                <p:cNvPr id="6049" name="Google Shape;6049;p68"/>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68"/>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1" name="Google Shape;6051;p68"/>
              <p:cNvGrpSpPr/>
              <p:nvPr/>
            </p:nvGrpSpPr>
            <p:grpSpPr>
              <a:xfrm>
                <a:off x="4217248" y="3570893"/>
                <a:ext cx="37776" cy="32364"/>
                <a:chOff x="4217248" y="3570893"/>
                <a:chExt cx="37776" cy="32364"/>
              </a:xfrm>
            </p:grpSpPr>
            <p:sp>
              <p:nvSpPr>
                <p:cNvPr id="6052" name="Google Shape;6052;p68"/>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68"/>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4" name="Google Shape;6054;p68"/>
              <p:cNvGrpSpPr/>
              <p:nvPr/>
            </p:nvGrpSpPr>
            <p:grpSpPr>
              <a:xfrm>
                <a:off x="4255307" y="3431612"/>
                <a:ext cx="37776" cy="32451"/>
                <a:chOff x="4255307" y="3431612"/>
                <a:chExt cx="37776" cy="32451"/>
              </a:xfrm>
            </p:grpSpPr>
            <p:sp>
              <p:nvSpPr>
                <p:cNvPr id="6055" name="Google Shape;6055;p68"/>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68"/>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7" name="Google Shape;6057;p68"/>
              <p:cNvGrpSpPr/>
              <p:nvPr/>
            </p:nvGrpSpPr>
            <p:grpSpPr>
              <a:xfrm>
                <a:off x="3853052" y="3577398"/>
                <a:ext cx="37776" cy="32420"/>
                <a:chOff x="3853052" y="3577398"/>
                <a:chExt cx="37776" cy="32420"/>
              </a:xfrm>
            </p:grpSpPr>
            <p:sp>
              <p:nvSpPr>
                <p:cNvPr id="6058" name="Google Shape;6058;p68"/>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68"/>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0" name="Google Shape;6060;p68"/>
              <p:cNvGrpSpPr/>
              <p:nvPr/>
            </p:nvGrpSpPr>
            <p:grpSpPr>
              <a:xfrm>
                <a:off x="4039908" y="3412107"/>
                <a:ext cx="37776" cy="32357"/>
                <a:chOff x="4039908" y="3412107"/>
                <a:chExt cx="37776" cy="32357"/>
              </a:xfrm>
            </p:grpSpPr>
            <p:sp>
              <p:nvSpPr>
                <p:cNvPr id="6061" name="Google Shape;6061;p68"/>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68"/>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3" name="Google Shape;6063;p68"/>
              <p:cNvGrpSpPr/>
              <p:nvPr/>
            </p:nvGrpSpPr>
            <p:grpSpPr>
              <a:xfrm>
                <a:off x="4017360" y="3342061"/>
                <a:ext cx="37870" cy="32380"/>
                <a:chOff x="4017360" y="3342061"/>
                <a:chExt cx="37870" cy="32380"/>
              </a:xfrm>
            </p:grpSpPr>
            <p:sp>
              <p:nvSpPr>
                <p:cNvPr id="6064" name="Google Shape;6064;p68"/>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68"/>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66" name="Google Shape;6066;p68"/>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68"/>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68" name="Google Shape;6068;p68"/>
              <p:cNvGrpSpPr/>
              <p:nvPr/>
            </p:nvGrpSpPr>
            <p:grpSpPr>
              <a:xfrm>
                <a:off x="3750870" y="3418650"/>
                <a:ext cx="37776" cy="32380"/>
                <a:chOff x="3750870" y="3418650"/>
                <a:chExt cx="37776" cy="32380"/>
              </a:xfrm>
            </p:grpSpPr>
            <p:sp>
              <p:nvSpPr>
                <p:cNvPr id="6069" name="Google Shape;6069;p68"/>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68"/>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1" name="Google Shape;6071;p68"/>
              <p:cNvGrpSpPr/>
              <p:nvPr/>
            </p:nvGrpSpPr>
            <p:grpSpPr>
              <a:xfrm>
                <a:off x="3632509" y="3274438"/>
                <a:ext cx="37783" cy="32357"/>
                <a:chOff x="3632509" y="3274438"/>
                <a:chExt cx="37783" cy="32357"/>
              </a:xfrm>
            </p:grpSpPr>
            <p:sp>
              <p:nvSpPr>
                <p:cNvPr id="6072" name="Google Shape;6072;p68"/>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68"/>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4" name="Google Shape;6074;p68"/>
              <p:cNvGrpSpPr/>
              <p:nvPr/>
            </p:nvGrpSpPr>
            <p:grpSpPr>
              <a:xfrm>
                <a:off x="3906424" y="3297561"/>
                <a:ext cx="37776" cy="32451"/>
                <a:chOff x="3906424" y="3297561"/>
                <a:chExt cx="37776" cy="32451"/>
              </a:xfrm>
            </p:grpSpPr>
            <p:sp>
              <p:nvSpPr>
                <p:cNvPr id="6075" name="Google Shape;6075;p68"/>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68"/>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7" name="Google Shape;6077;p68"/>
              <p:cNvGrpSpPr/>
              <p:nvPr/>
            </p:nvGrpSpPr>
            <p:grpSpPr>
              <a:xfrm>
                <a:off x="3866084" y="3412107"/>
                <a:ext cx="37776" cy="32357"/>
                <a:chOff x="3866084" y="3412107"/>
                <a:chExt cx="37776" cy="32357"/>
              </a:xfrm>
            </p:grpSpPr>
            <p:sp>
              <p:nvSpPr>
                <p:cNvPr id="6078" name="Google Shape;6078;p68"/>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68"/>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0" name="Google Shape;6080;p68"/>
              <p:cNvGrpSpPr/>
              <p:nvPr/>
            </p:nvGrpSpPr>
            <p:grpSpPr>
              <a:xfrm>
                <a:off x="4023919" y="3766409"/>
                <a:ext cx="37783" cy="32357"/>
                <a:chOff x="4023919" y="3766409"/>
                <a:chExt cx="37783" cy="32357"/>
              </a:xfrm>
            </p:grpSpPr>
            <p:sp>
              <p:nvSpPr>
                <p:cNvPr id="6081" name="Google Shape;6081;p68"/>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68"/>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3" name="Google Shape;6083;p68"/>
              <p:cNvGrpSpPr/>
              <p:nvPr/>
            </p:nvGrpSpPr>
            <p:grpSpPr>
              <a:xfrm>
                <a:off x="3973882" y="3779449"/>
                <a:ext cx="37776" cy="32357"/>
                <a:chOff x="3973882" y="3779449"/>
                <a:chExt cx="37776" cy="32357"/>
              </a:xfrm>
            </p:grpSpPr>
            <p:sp>
              <p:nvSpPr>
                <p:cNvPr id="6084" name="Google Shape;6084;p68"/>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68"/>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6" name="Google Shape;6086;p68"/>
              <p:cNvGrpSpPr/>
              <p:nvPr/>
            </p:nvGrpSpPr>
            <p:grpSpPr>
              <a:xfrm>
                <a:off x="4073398" y="3838028"/>
                <a:ext cx="37776" cy="32380"/>
                <a:chOff x="4073398" y="3838028"/>
                <a:chExt cx="37776" cy="32380"/>
              </a:xfrm>
            </p:grpSpPr>
            <p:sp>
              <p:nvSpPr>
                <p:cNvPr id="6087" name="Google Shape;6087;p68"/>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68"/>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9" name="Google Shape;6089;p68"/>
              <p:cNvGrpSpPr/>
              <p:nvPr/>
            </p:nvGrpSpPr>
            <p:grpSpPr>
              <a:xfrm>
                <a:off x="4342672" y="4144496"/>
                <a:ext cx="37752" cy="32364"/>
                <a:chOff x="4342672" y="4144496"/>
                <a:chExt cx="37752" cy="32364"/>
              </a:xfrm>
            </p:grpSpPr>
            <p:sp>
              <p:nvSpPr>
                <p:cNvPr id="6090" name="Google Shape;6090;p68"/>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68"/>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2" name="Google Shape;6092;p68"/>
              <p:cNvGrpSpPr/>
              <p:nvPr/>
            </p:nvGrpSpPr>
            <p:grpSpPr>
              <a:xfrm>
                <a:off x="4406386" y="4056872"/>
                <a:ext cx="37783" cy="32364"/>
                <a:chOff x="4406386" y="4056872"/>
                <a:chExt cx="37783" cy="32364"/>
              </a:xfrm>
            </p:grpSpPr>
            <p:sp>
              <p:nvSpPr>
                <p:cNvPr id="6093" name="Google Shape;6093;p68"/>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68"/>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5" name="Google Shape;6095;p68"/>
              <p:cNvGrpSpPr/>
              <p:nvPr/>
            </p:nvGrpSpPr>
            <p:grpSpPr>
              <a:xfrm>
                <a:off x="4284416" y="4245254"/>
                <a:ext cx="37783" cy="32357"/>
                <a:chOff x="4284416" y="4245254"/>
                <a:chExt cx="37783" cy="32357"/>
              </a:xfrm>
            </p:grpSpPr>
            <p:sp>
              <p:nvSpPr>
                <p:cNvPr id="6096" name="Google Shape;6096;p68"/>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68"/>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8" name="Google Shape;6098;p68"/>
              <p:cNvGrpSpPr/>
              <p:nvPr/>
            </p:nvGrpSpPr>
            <p:grpSpPr>
              <a:xfrm>
                <a:off x="4219057" y="4331258"/>
                <a:ext cx="37776" cy="32364"/>
                <a:chOff x="4219057" y="4331258"/>
                <a:chExt cx="37776" cy="32364"/>
              </a:xfrm>
            </p:grpSpPr>
            <p:sp>
              <p:nvSpPr>
                <p:cNvPr id="6099" name="Google Shape;6099;p68"/>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68"/>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1" name="Google Shape;6101;p68"/>
              <p:cNvGrpSpPr/>
              <p:nvPr/>
            </p:nvGrpSpPr>
            <p:grpSpPr>
              <a:xfrm>
                <a:off x="4204122" y="4141688"/>
                <a:ext cx="33497" cy="28699"/>
                <a:chOff x="4204122" y="4141688"/>
                <a:chExt cx="33497" cy="28699"/>
              </a:xfrm>
            </p:grpSpPr>
            <p:sp>
              <p:nvSpPr>
                <p:cNvPr id="6102" name="Google Shape;6102;p68"/>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68"/>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4" name="Google Shape;6104;p68"/>
              <p:cNvGrpSpPr/>
              <p:nvPr/>
            </p:nvGrpSpPr>
            <p:grpSpPr>
              <a:xfrm>
                <a:off x="4301546" y="4003869"/>
                <a:ext cx="38916" cy="33324"/>
                <a:chOff x="4301546" y="4003869"/>
                <a:chExt cx="38916" cy="33324"/>
              </a:xfrm>
            </p:grpSpPr>
            <p:sp>
              <p:nvSpPr>
                <p:cNvPr id="6105" name="Google Shape;6105;p68"/>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68"/>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7" name="Google Shape;6107;p68"/>
              <p:cNvGrpSpPr/>
              <p:nvPr/>
            </p:nvGrpSpPr>
            <p:grpSpPr>
              <a:xfrm>
                <a:off x="4210681" y="3924669"/>
                <a:ext cx="36549" cy="31366"/>
                <a:chOff x="4210681" y="3924669"/>
                <a:chExt cx="36549" cy="31366"/>
              </a:xfrm>
            </p:grpSpPr>
            <p:sp>
              <p:nvSpPr>
                <p:cNvPr id="6108" name="Google Shape;6108;p68"/>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68"/>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0" name="Google Shape;6110;p68"/>
              <p:cNvGrpSpPr/>
              <p:nvPr/>
            </p:nvGrpSpPr>
            <p:grpSpPr>
              <a:xfrm>
                <a:off x="3987771" y="3628874"/>
                <a:ext cx="31499" cy="26993"/>
                <a:chOff x="3987771" y="3628874"/>
                <a:chExt cx="31499" cy="26993"/>
              </a:xfrm>
            </p:grpSpPr>
            <p:sp>
              <p:nvSpPr>
                <p:cNvPr id="6111" name="Google Shape;6111;p68"/>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68"/>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3" name="Google Shape;6113;p68"/>
              <p:cNvGrpSpPr/>
              <p:nvPr/>
            </p:nvGrpSpPr>
            <p:grpSpPr>
              <a:xfrm>
                <a:off x="4087382" y="3775674"/>
                <a:ext cx="31405" cy="26898"/>
                <a:chOff x="4087382" y="3775674"/>
                <a:chExt cx="31405" cy="26898"/>
              </a:xfrm>
            </p:grpSpPr>
            <p:sp>
              <p:nvSpPr>
                <p:cNvPr id="6114" name="Google Shape;6114;p68"/>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68"/>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6" name="Google Shape;6116;p68"/>
              <p:cNvGrpSpPr/>
              <p:nvPr/>
            </p:nvGrpSpPr>
            <p:grpSpPr>
              <a:xfrm>
                <a:off x="4118873" y="3856637"/>
                <a:ext cx="31405" cy="26906"/>
                <a:chOff x="4118873" y="3856637"/>
                <a:chExt cx="31405" cy="26906"/>
              </a:xfrm>
            </p:grpSpPr>
            <p:sp>
              <p:nvSpPr>
                <p:cNvPr id="6117" name="Google Shape;6117;p68"/>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68"/>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9" name="Google Shape;6119;p68"/>
              <p:cNvGrpSpPr/>
              <p:nvPr/>
            </p:nvGrpSpPr>
            <p:grpSpPr>
              <a:xfrm>
                <a:off x="4168541" y="3639523"/>
                <a:ext cx="31499" cy="26906"/>
                <a:chOff x="4168541" y="3639523"/>
                <a:chExt cx="31499" cy="26906"/>
              </a:xfrm>
            </p:grpSpPr>
            <p:sp>
              <p:nvSpPr>
                <p:cNvPr id="6120" name="Google Shape;6120;p68"/>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68"/>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2" name="Google Shape;6122;p68"/>
              <p:cNvGrpSpPr/>
              <p:nvPr/>
            </p:nvGrpSpPr>
            <p:grpSpPr>
              <a:xfrm>
                <a:off x="3965789" y="3393545"/>
                <a:ext cx="31405" cy="26945"/>
                <a:chOff x="3965789" y="3393545"/>
                <a:chExt cx="31405" cy="26945"/>
              </a:xfrm>
            </p:grpSpPr>
            <p:sp>
              <p:nvSpPr>
                <p:cNvPr id="6123" name="Google Shape;6123;p68"/>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68"/>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5" name="Google Shape;6125;p68"/>
              <p:cNvGrpSpPr/>
              <p:nvPr/>
            </p:nvGrpSpPr>
            <p:grpSpPr>
              <a:xfrm>
                <a:off x="3925166" y="3491008"/>
                <a:ext cx="31405" cy="27001"/>
                <a:chOff x="3925166" y="3491008"/>
                <a:chExt cx="31405" cy="27001"/>
              </a:xfrm>
            </p:grpSpPr>
            <p:sp>
              <p:nvSpPr>
                <p:cNvPr id="6126" name="Google Shape;6126;p68"/>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68"/>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8" name="Google Shape;6128;p68"/>
              <p:cNvGrpSpPr/>
              <p:nvPr/>
            </p:nvGrpSpPr>
            <p:grpSpPr>
              <a:xfrm>
                <a:off x="3682845" y="3340976"/>
                <a:ext cx="31397" cy="26898"/>
                <a:chOff x="3682845" y="3340976"/>
                <a:chExt cx="31397" cy="26898"/>
              </a:xfrm>
            </p:grpSpPr>
            <p:sp>
              <p:nvSpPr>
                <p:cNvPr id="6129" name="Google Shape;6129;p68"/>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68"/>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1" name="Google Shape;6131;p68"/>
              <p:cNvGrpSpPr/>
              <p:nvPr/>
            </p:nvGrpSpPr>
            <p:grpSpPr>
              <a:xfrm>
                <a:off x="3795393" y="3353725"/>
                <a:ext cx="31499" cy="26993"/>
                <a:chOff x="3795393" y="3353725"/>
                <a:chExt cx="31499" cy="26993"/>
              </a:xfrm>
            </p:grpSpPr>
            <p:sp>
              <p:nvSpPr>
                <p:cNvPr id="6132" name="Google Shape;6132;p68"/>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68"/>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4" name="Google Shape;6134;p68"/>
              <p:cNvGrpSpPr/>
              <p:nvPr/>
            </p:nvGrpSpPr>
            <p:grpSpPr>
              <a:xfrm>
                <a:off x="4176909" y="4363221"/>
                <a:ext cx="38924" cy="33316"/>
                <a:chOff x="4176909" y="4363221"/>
                <a:chExt cx="38924" cy="33316"/>
              </a:xfrm>
            </p:grpSpPr>
            <p:sp>
              <p:nvSpPr>
                <p:cNvPr id="6135" name="Google Shape;6135;p68"/>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68"/>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7" name="Google Shape;6137;p68"/>
              <p:cNvGrpSpPr/>
              <p:nvPr/>
            </p:nvGrpSpPr>
            <p:grpSpPr>
              <a:xfrm>
                <a:off x="4226191" y="4007660"/>
                <a:ext cx="33560" cy="28770"/>
                <a:chOff x="4226191" y="4007660"/>
                <a:chExt cx="33560" cy="28770"/>
              </a:xfrm>
            </p:grpSpPr>
            <p:sp>
              <p:nvSpPr>
                <p:cNvPr id="6138" name="Google Shape;6138;p68"/>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68"/>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68"/>
              <p:cNvGrpSpPr/>
              <p:nvPr/>
            </p:nvGrpSpPr>
            <p:grpSpPr>
              <a:xfrm>
                <a:off x="3597785" y="3377045"/>
                <a:ext cx="33591" cy="28699"/>
                <a:chOff x="3597785" y="3377045"/>
                <a:chExt cx="33591" cy="28699"/>
              </a:xfrm>
            </p:grpSpPr>
            <p:sp>
              <p:nvSpPr>
                <p:cNvPr id="6141" name="Google Shape;6141;p68"/>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68"/>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3" name="Google Shape;6143;p68"/>
              <p:cNvGrpSpPr/>
              <p:nvPr/>
            </p:nvGrpSpPr>
            <p:grpSpPr>
              <a:xfrm>
                <a:off x="3887870" y="3669796"/>
                <a:ext cx="33591" cy="28692"/>
                <a:chOff x="3887870" y="3669796"/>
                <a:chExt cx="33591" cy="28692"/>
              </a:xfrm>
            </p:grpSpPr>
            <p:sp>
              <p:nvSpPr>
                <p:cNvPr id="6144" name="Google Shape;6144;p68"/>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68"/>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6" name="Google Shape;6146;p68"/>
              <p:cNvGrpSpPr/>
              <p:nvPr/>
            </p:nvGrpSpPr>
            <p:grpSpPr>
              <a:xfrm>
                <a:off x="3818320" y="3481625"/>
                <a:ext cx="33497" cy="28770"/>
                <a:chOff x="3818320" y="3481625"/>
                <a:chExt cx="33497" cy="28770"/>
              </a:xfrm>
            </p:grpSpPr>
            <p:sp>
              <p:nvSpPr>
                <p:cNvPr id="6147" name="Google Shape;6147;p68"/>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68"/>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9" name="Google Shape;6149;p68"/>
              <p:cNvGrpSpPr/>
              <p:nvPr/>
            </p:nvGrpSpPr>
            <p:grpSpPr>
              <a:xfrm>
                <a:off x="4278139" y="4120948"/>
                <a:ext cx="37492" cy="32129"/>
                <a:chOff x="4278139" y="4120948"/>
                <a:chExt cx="37492" cy="32129"/>
              </a:xfrm>
            </p:grpSpPr>
            <p:sp>
              <p:nvSpPr>
                <p:cNvPr id="6150" name="Google Shape;6150;p68"/>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68"/>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2" name="Google Shape;6152;p68"/>
              <p:cNvGrpSpPr/>
              <p:nvPr/>
            </p:nvGrpSpPr>
            <p:grpSpPr>
              <a:xfrm>
                <a:off x="4419898" y="3977388"/>
                <a:ext cx="33497" cy="28692"/>
                <a:chOff x="4419898" y="3977388"/>
                <a:chExt cx="33497" cy="28692"/>
              </a:xfrm>
            </p:grpSpPr>
            <p:sp>
              <p:nvSpPr>
                <p:cNvPr id="6153" name="Google Shape;6153;p68"/>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68"/>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5" name="Google Shape;6155;p68"/>
              <p:cNvGrpSpPr/>
              <p:nvPr/>
            </p:nvGrpSpPr>
            <p:grpSpPr>
              <a:xfrm>
                <a:off x="4158930" y="4034684"/>
                <a:ext cx="33497" cy="28762"/>
                <a:chOff x="4158930" y="4034684"/>
                <a:chExt cx="33497" cy="28762"/>
              </a:xfrm>
            </p:grpSpPr>
            <p:sp>
              <p:nvSpPr>
                <p:cNvPr id="6156" name="Google Shape;6156;p68"/>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68"/>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8" name="Google Shape;6158;p68"/>
              <p:cNvGrpSpPr/>
              <p:nvPr/>
            </p:nvGrpSpPr>
            <p:grpSpPr>
              <a:xfrm>
                <a:off x="4134949" y="3957049"/>
                <a:ext cx="33497" cy="28770"/>
                <a:chOff x="4134949" y="3957049"/>
                <a:chExt cx="33497" cy="28770"/>
              </a:xfrm>
            </p:grpSpPr>
            <p:sp>
              <p:nvSpPr>
                <p:cNvPr id="6159" name="Google Shape;6159;p68"/>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68"/>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1" name="Google Shape;6161;p68"/>
              <p:cNvGrpSpPr/>
              <p:nvPr/>
            </p:nvGrpSpPr>
            <p:grpSpPr>
              <a:xfrm>
                <a:off x="4193653" y="4184403"/>
                <a:ext cx="43580" cy="37264"/>
                <a:chOff x="4193653" y="4184403"/>
                <a:chExt cx="43580" cy="37264"/>
              </a:xfrm>
            </p:grpSpPr>
            <p:sp>
              <p:nvSpPr>
                <p:cNvPr id="6162" name="Google Shape;6162;p68"/>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68"/>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4" name="Google Shape;6164;p68"/>
              <p:cNvGrpSpPr/>
              <p:nvPr/>
            </p:nvGrpSpPr>
            <p:grpSpPr>
              <a:xfrm>
                <a:off x="4343600" y="3943844"/>
                <a:ext cx="43580" cy="37312"/>
                <a:chOff x="4343600" y="3943844"/>
                <a:chExt cx="43580" cy="37312"/>
              </a:xfrm>
            </p:grpSpPr>
            <p:sp>
              <p:nvSpPr>
                <p:cNvPr id="6165" name="Google Shape;6165;p68"/>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68"/>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7" name="Google Shape;6167;p68"/>
              <p:cNvGrpSpPr/>
              <p:nvPr/>
            </p:nvGrpSpPr>
            <p:grpSpPr>
              <a:xfrm>
                <a:off x="4172339" y="3381693"/>
                <a:ext cx="31499" cy="27001"/>
                <a:chOff x="4172339" y="3381693"/>
                <a:chExt cx="31499" cy="27001"/>
              </a:xfrm>
            </p:grpSpPr>
            <p:sp>
              <p:nvSpPr>
                <p:cNvPr id="6168" name="Google Shape;6168;p68"/>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68"/>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73"/>
        <p:cNvGrpSpPr/>
        <p:nvPr/>
      </p:nvGrpSpPr>
      <p:grpSpPr>
        <a:xfrm>
          <a:off x="0" y="0"/>
          <a:ext cx="0" cy="0"/>
          <a:chOff x="0" y="0"/>
          <a:chExt cx="0" cy="0"/>
        </a:xfrm>
      </p:grpSpPr>
      <p:grpSp>
        <p:nvGrpSpPr>
          <p:cNvPr id="6174" name="Google Shape;6174;p69"/>
          <p:cNvGrpSpPr/>
          <p:nvPr/>
        </p:nvGrpSpPr>
        <p:grpSpPr>
          <a:xfrm>
            <a:off x="729274" y="1175734"/>
            <a:ext cx="2507799" cy="206239"/>
            <a:chOff x="106648" y="895722"/>
            <a:chExt cx="4481413" cy="374300"/>
          </a:xfrm>
        </p:grpSpPr>
        <p:grpSp>
          <p:nvGrpSpPr>
            <p:cNvPr id="6175" name="Google Shape;6175;p69"/>
            <p:cNvGrpSpPr/>
            <p:nvPr/>
          </p:nvGrpSpPr>
          <p:grpSpPr>
            <a:xfrm>
              <a:off x="2233276" y="895722"/>
              <a:ext cx="1082667" cy="223591"/>
              <a:chOff x="4808316" y="2800065"/>
              <a:chExt cx="1999386" cy="412910"/>
            </a:xfrm>
          </p:grpSpPr>
          <p:sp>
            <p:nvSpPr>
              <p:cNvPr id="6176" name="Google Shape;6176;p69"/>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77" name="Google Shape;6177;p69"/>
              <p:cNvGrpSpPr/>
              <p:nvPr/>
            </p:nvGrpSpPr>
            <p:grpSpPr>
              <a:xfrm>
                <a:off x="4808316" y="2800065"/>
                <a:ext cx="92400" cy="411825"/>
                <a:chOff x="845575" y="2563700"/>
                <a:chExt cx="92400" cy="411825"/>
              </a:xfrm>
            </p:grpSpPr>
            <p:cxnSp>
              <p:nvCxnSpPr>
                <p:cNvPr id="6178" name="Google Shape;6178;p6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6179" name="Google Shape;6179;p6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80" name="Google Shape;6180;p69"/>
            <p:cNvGrpSpPr/>
            <p:nvPr/>
          </p:nvGrpSpPr>
          <p:grpSpPr>
            <a:xfrm>
              <a:off x="106648" y="895722"/>
              <a:ext cx="1088401" cy="223591"/>
              <a:chOff x="881025" y="2800065"/>
              <a:chExt cx="2009975" cy="412910"/>
            </a:xfrm>
          </p:grpSpPr>
          <p:sp>
            <p:nvSpPr>
              <p:cNvPr id="6181" name="Google Shape;6181;p69"/>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82" name="Google Shape;6182;p69"/>
              <p:cNvGrpSpPr/>
              <p:nvPr/>
            </p:nvGrpSpPr>
            <p:grpSpPr>
              <a:xfrm>
                <a:off x="881025" y="2800065"/>
                <a:ext cx="92400" cy="411825"/>
                <a:chOff x="845575" y="2563700"/>
                <a:chExt cx="92400" cy="411825"/>
              </a:xfrm>
            </p:grpSpPr>
            <p:cxnSp>
              <p:nvCxnSpPr>
                <p:cNvPr id="6183" name="Google Shape;6183;p6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6184" name="Google Shape;6184;p6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85" name="Google Shape;6185;p69"/>
            <p:cNvGrpSpPr/>
            <p:nvPr/>
          </p:nvGrpSpPr>
          <p:grpSpPr>
            <a:xfrm>
              <a:off x="1172346" y="1047018"/>
              <a:ext cx="1083151" cy="223003"/>
              <a:chOff x="2849073" y="3079467"/>
              <a:chExt cx="2000279" cy="411825"/>
            </a:xfrm>
          </p:grpSpPr>
          <p:sp>
            <p:nvSpPr>
              <p:cNvPr id="6186" name="Google Shape;6186;p69"/>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87" name="Google Shape;6187;p69"/>
              <p:cNvGrpSpPr/>
              <p:nvPr/>
            </p:nvGrpSpPr>
            <p:grpSpPr>
              <a:xfrm rot="10800000">
                <a:off x="2849073" y="3079467"/>
                <a:ext cx="92400" cy="411825"/>
                <a:chOff x="2070100" y="2563700"/>
                <a:chExt cx="92400" cy="411825"/>
              </a:xfrm>
            </p:grpSpPr>
            <p:cxnSp>
              <p:nvCxnSpPr>
                <p:cNvPr id="6188" name="Google Shape;6188;p6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6189" name="Google Shape;6189;p6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90" name="Google Shape;6190;p69"/>
            <p:cNvGrpSpPr/>
            <p:nvPr/>
          </p:nvGrpSpPr>
          <p:grpSpPr>
            <a:xfrm>
              <a:off x="3290132" y="1047018"/>
              <a:ext cx="1297929" cy="223003"/>
              <a:chOff x="6760035" y="3079467"/>
              <a:chExt cx="2396914" cy="411825"/>
            </a:xfrm>
          </p:grpSpPr>
          <p:sp>
            <p:nvSpPr>
              <p:cNvPr id="6191" name="Google Shape;6191;p69"/>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92" name="Google Shape;6192;p69"/>
              <p:cNvGrpSpPr/>
              <p:nvPr/>
            </p:nvGrpSpPr>
            <p:grpSpPr>
              <a:xfrm rot="10800000">
                <a:off x="6760035" y="3079467"/>
                <a:ext cx="92400" cy="411825"/>
                <a:chOff x="2070100" y="2563700"/>
                <a:chExt cx="92400" cy="411825"/>
              </a:xfrm>
            </p:grpSpPr>
            <p:cxnSp>
              <p:nvCxnSpPr>
                <p:cNvPr id="6193" name="Google Shape;6193;p6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6194" name="Google Shape;6194;p6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195" name="Google Shape;6195;p69"/>
          <p:cNvGrpSpPr/>
          <p:nvPr/>
        </p:nvGrpSpPr>
        <p:grpSpPr>
          <a:xfrm>
            <a:off x="2147036" y="3575105"/>
            <a:ext cx="1086701" cy="799429"/>
            <a:chOff x="2183288" y="3555572"/>
            <a:chExt cx="1136241" cy="835873"/>
          </a:xfrm>
        </p:grpSpPr>
        <p:sp>
          <p:nvSpPr>
            <p:cNvPr id="6196" name="Google Shape;6196;p69"/>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97" name="Google Shape;6197;p69"/>
            <p:cNvGrpSpPr/>
            <p:nvPr/>
          </p:nvGrpSpPr>
          <p:grpSpPr>
            <a:xfrm>
              <a:off x="2205895" y="3637269"/>
              <a:ext cx="1089848" cy="724993"/>
              <a:chOff x="2205895" y="3637269"/>
              <a:chExt cx="1089848" cy="724993"/>
            </a:xfrm>
          </p:grpSpPr>
          <p:sp>
            <p:nvSpPr>
              <p:cNvPr id="6198" name="Google Shape;6198;p69"/>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69"/>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69"/>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69"/>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69"/>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69"/>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04" name="Google Shape;6204;p69"/>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05" name="Google Shape;6205;p69"/>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6206" name="Google Shape;6206;p69"/>
            <p:cNvGrpSpPr/>
            <p:nvPr/>
          </p:nvGrpSpPr>
          <p:grpSpPr>
            <a:xfrm>
              <a:off x="3173850" y="3779426"/>
              <a:ext cx="145679" cy="70048"/>
              <a:chOff x="3173850" y="3779426"/>
              <a:chExt cx="145679" cy="70048"/>
            </a:xfrm>
          </p:grpSpPr>
          <p:cxnSp>
            <p:nvCxnSpPr>
              <p:cNvPr id="6207" name="Google Shape;6207;p69"/>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6208" name="Google Shape;6208;p69"/>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9" name="Google Shape;6209;p69"/>
            <p:cNvGrpSpPr/>
            <p:nvPr/>
          </p:nvGrpSpPr>
          <p:grpSpPr>
            <a:xfrm>
              <a:off x="2183288" y="4139483"/>
              <a:ext cx="145133" cy="70048"/>
              <a:chOff x="2183288" y="4139483"/>
              <a:chExt cx="145133" cy="70048"/>
            </a:xfrm>
          </p:grpSpPr>
          <p:cxnSp>
            <p:nvCxnSpPr>
              <p:cNvPr id="6210" name="Google Shape;6210;p69"/>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6211" name="Google Shape;6211;p69"/>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12" name="Google Shape;6212;p69"/>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13" name="Google Shape;6213;p69"/>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6214" name="Google Shape;6214;p69"/>
            <p:cNvGrpSpPr/>
            <p:nvPr/>
          </p:nvGrpSpPr>
          <p:grpSpPr>
            <a:xfrm>
              <a:off x="2943836" y="4268886"/>
              <a:ext cx="60717" cy="122559"/>
              <a:chOff x="2943836" y="4268886"/>
              <a:chExt cx="60717" cy="122559"/>
            </a:xfrm>
          </p:grpSpPr>
          <p:sp>
            <p:nvSpPr>
              <p:cNvPr id="6215" name="Google Shape;6215;p69"/>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16" name="Google Shape;6216;p69"/>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6217" name="Google Shape;6217;p69"/>
          <p:cNvGrpSpPr/>
          <p:nvPr/>
        </p:nvGrpSpPr>
        <p:grpSpPr>
          <a:xfrm>
            <a:off x="3409981" y="1496104"/>
            <a:ext cx="1675870" cy="758251"/>
            <a:chOff x="3530532" y="1496185"/>
            <a:chExt cx="1562000" cy="706730"/>
          </a:xfrm>
        </p:grpSpPr>
        <p:cxnSp>
          <p:nvCxnSpPr>
            <p:cNvPr id="6218" name="Google Shape;6218;p69"/>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6219" name="Google Shape;6219;p69"/>
            <p:cNvGrpSpPr/>
            <p:nvPr/>
          </p:nvGrpSpPr>
          <p:grpSpPr>
            <a:xfrm>
              <a:off x="3530532" y="1496185"/>
              <a:ext cx="323430" cy="463587"/>
              <a:chOff x="3530532" y="1496185"/>
              <a:chExt cx="323430" cy="463587"/>
            </a:xfrm>
          </p:grpSpPr>
          <p:grpSp>
            <p:nvGrpSpPr>
              <p:cNvPr id="6220" name="Google Shape;6220;p69"/>
              <p:cNvGrpSpPr/>
              <p:nvPr/>
            </p:nvGrpSpPr>
            <p:grpSpPr>
              <a:xfrm>
                <a:off x="3567462" y="1496185"/>
                <a:ext cx="286500" cy="361376"/>
                <a:chOff x="3567462" y="1496185"/>
                <a:chExt cx="286500" cy="361376"/>
              </a:xfrm>
            </p:grpSpPr>
            <p:cxnSp>
              <p:nvCxnSpPr>
                <p:cNvPr id="6221" name="Google Shape;6221;p69"/>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6222" name="Google Shape;6222;p69"/>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23" name="Google Shape;6223;p69"/>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4" name="Google Shape;6224;p69"/>
            <p:cNvGrpSpPr/>
            <p:nvPr/>
          </p:nvGrpSpPr>
          <p:grpSpPr>
            <a:xfrm>
              <a:off x="3891569" y="1779209"/>
              <a:ext cx="323945" cy="423706"/>
              <a:chOff x="3891569" y="1779209"/>
              <a:chExt cx="323945" cy="423706"/>
            </a:xfrm>
          </p:grpSpPr>
          <p:grpSp>
            <p:nvGrpSpPr>
              <p:cNvPr id="6225" name="Google Shape;6225;p69"/>
              <p:cNvGrpSpPr/>
              <p:nvPr/>
            </p:nvGrpSpPr>
            <p:grpSpPr>
              <a:xfrm>
                <a:off x="3929014" y="1881638"/>
                <a:ext cx="286500" cy="321278"/>
                <a:chOff x="3929014" y="1881638"/>
                <a:chExt cx="286500" cy="321278"/>
              </a:xfrm>
            </p:grpSpPr>
            <p:cxnSp>
              <p:nvCxnSpPr>
                <p:cNvPr id="6226" name="Google Shape;6226;p69"/>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6227" name="Google Shape;6227;p69"/>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28" name="Google Shape;6228;p69"/>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9" name="Google Shape;6229;p69"/>
            <p:cNvGrpSpPr/>
            <p:nvPr/>
          </p:nvGrpSpPr>
          <p:grpSpPr>
            <a:xfrm>
              <a:off x="4252606" y="1496185"/>
              <a:ext cx="324721" cy="463587"/>
              <a:chOff x="4252606" y="1496185"/>
              <a:chExt cx="324721" cy="463587"/>
            </a:xfrm>
          </p:grpSpPr>
          <p:grpSp>
            <p:nvGrpSpPr>
              <p:cNvPr id="6230" name="Google Shape;6230;p69"/>
              <p:cNvGrpSpPr/>
              <p:nvPr/>
            </p:nvGrpSpPr>
            <p:grpSpPr>
              <a:xfrm>
                <a:off x="4290828" y="1496185"/>
                <a:ext cx="286500" cy="361376"/>
                <a:chOff x="4290828" y="1496185"/>
                <a:chExt cx="286500" cy="361376"/>
              </a:xfrm>
            </p:grpSpPr>
            <p:cxnSp>
              <p:nvCxnSpPr>
                <p:cNvPr id="6231" name="Google Shape;6231;p69"/>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6232" name="Google Shape;6232;p69"/>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33" name="Google Shape;6233;p69"/>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4" name="Google Shape;6234;p69"/>
            <p:cNvGrpSpPr/>
            <p:nvPr/>
          </p:nvGrpSpPr>
          <p:grpSpPr>
            <a:xfrm>
              <a:off x="4613643" y="1763716"/>
              <a:ext cx="325308" cy="439200"/>
              <a:chOff x="4613643" y="1763716"/>
              <a:chExt cx="325308" cy="439200"/>
            </a:xfrm>
          </p:grpSpPr>
          <p:grpSp>
            <p:nvGrpSpPr>
              <p:cNvPr id="6235" name="Google Shape;6235;p69"/>
              <p:cNvGrpSpPr/>
              <p:nvPr/>
            </p:nvGrpSpPr>
            <p:grpSpPr>
              <a:xfrm>
                <a:off x="4652451" y="1879538"/>
                <a:ext cx="286500" cy="323378"/>
                <a:chOff x="4652451" y="1879538"/>
                <a:chExt cx="286500" cy="323378"/>
              </a:xfrm>
            </p:grpSpPr>
            <p:cxnSp>
              <p:nvCxnSpPr>
                <p:cNvPr id="6236" name="Google Shape;6236;p69"/>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6237" name="Google Shape;6237;p69"/>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38" name="Google Shape;6238;p69"/>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39" name="Google Shape;6239;p69"/>
          <p:cNvGrpSpPr/>
          <p:nvPr/>
        </p:nvGrpSpPr>
        <p:grpSpPr>
          <a:xfrm>
            <a:off x="3421841" y="2349730"/>
            <a:ext cx="1652173" cy="391517"/>
            <a:chOff x="3512551" y="2358270"/>
            <a:chExt cx="1597383" cy="378533"/>
          </a:xfrm>
        </p:grpSpPr>
        <p:cxnSp>
          <p:nvCxnSpPr>
            <p:cNvPr id="6240" name="Google Shape;6240;p69"/>
            <p:cNvCxnSpPr>
              <a:stCxn id="6241" idx="6"/>
              <a:endCxn id="6242"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6243" name="Google Shape;6243;p69"/>
            <p:cNvGrpSpPr/>
            <p:nvPr/>
          </p:nvGrpSpPr>
          <p:grpSpPr>
            <a:xfrm>
              <a:off x="3512551" y="2358270"/>
              <a:ext cx="225647" cy="307714"/>
              <a:chOff x="2182679" y="2004714"/>
              <a:chExt cx="792300" cy="1080458"/>
            </a:xfrm>
          </p:grpSpPr>
          <p:cxnSp>
            <p:nvCxnSpPr>
              <p:cNvPr id="6244" name="Google Shape;6244;p69"/>
              <p:cNvCxnSpPr>
                <a:stCxn id="6245"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6241" name="Google Shape;6241;p69"/>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69"/>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6" name="Google Shape;6246;p69"/>
            <p:cNvGrpSpPr/>
            <p:nvPr/>
          </p:nvGrpSpPr>
          <p:grpSpPr>
            <a:xfrm>
              <a:off x="3969644" y="2440153"/>
              <a:ext cx="225853" cy="296651"/>
              <a:chOff x="3775710" y="1729289"/>
              <a:chExt cx="136500" cy="179289"/>
            </a:xfrm>
          </p:grpSpPr>
          <p:cxnSp>
            <p:nvCxnSpPr>
              <p:cNvPr id="6247" name="Google Shape;6247;p69"/>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6248" name="Google Shape;6248;p69"/>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69"/>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0" name="Google Shape;6250;p69"/>
            <p:cNvGrpSpPr/>
            <p:nvPr/>
          </p:nvGrpSpPr>
          <p:grpSpPr>
            <a:xfrm>
              <a:off x="4427051" y="2358270"/>
              <a:ext cx="225647" cy="307714"/>
              <a:chOff x="5393704" y="2004714"/>
              <a:chExt cx="792300" cy="1080458"/>
            </a:xfrm>
          </p:grpSpPr>
          <p:cxnSp>
            <p:nvCxnSpPr>
              <p:cNvPr id="6251" name="Google Shape;6251;p69"/>
              <p:cNvCxnSpPr>
                <a:stCxn id="6252"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6253" name="Google Shape;6253;p69"/>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69"/>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4" name="Google Shape;6254;p69"/>
            <p:cNvGrpSpPr/>
            <p:nvPr/>
          </p:nvGrpSpPr>
          <p:grpSpPr>
            <a:xfrm>
              <a:off x="4884287" y="2440252"/>
              <a:ext cx="225647" cy="296532"/>
              <a:chOff x="6999166" y="2292572"/>
              <a:chExt cx="792300" cy="1041192"/>
            </a:xfrm>
          </p:grpSpPr>
          <p:cxnSp>
            <p:nvCxnSpPr>
              <p:cNvPr id="6255" name="Google Shape;6255;p69"/>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6242" name="Google Shape;6242;p69"/>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69"/>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57" name="Google Shape;6257;p69"/>
          <p:cNvGrpSpPr/>
          <p:nvPr/>
        </p:nvGrpSpPr>
        <p:grpSpPr>
          <a:xfrm>
            <a:off x="6842649" y="1185930"/>
            <a:ext cx="1581844" cy="732818"/>
            <a:chOff x="634175" y="2986275"/>
            <a:chExt cx="3147949" cy="1458344"/>
          </a:xfrm>
        </p:grpSpPr>
        <p:cxnSp>
          <p:nvCxnSpPr>
            <p:cNvPr id="6258" name="Google Shape;6258;p69"/>
            <p:cNvCxnSpPr>
              <a:stCxn id="6259" idx="4"/>
              <a:endCxn id="6260"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6261" name="Google Shape;6261;p69"/>
            <p:cNvCxnSpPr>
              <a:stCxn id="6260" idx="0"/>
              <a:endCxn id="6262"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6263" name="Google Shape;6263;p69"/>
            <p:cNvCxnSpPr>
              <a:stCxn id="6262" idx="4"/>
              <a:endCxn id="6264"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6265" name="Google Shape;6265;p69"/>
            <p:cNvCxnSpPr>
              <a:stCxn id="6264" idx="0"/>
              <a:endCxn id="6266"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6266" name="Google Shape;6266;p69"/>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262" name="Google Shape;6262;p69"/>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259" name="Google Shape;6259;p69"/>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264" name="Google Shape;6264;p69"/>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260" name="Google Shape;6260;p69"/>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6267" name="Google Shape;6267;p69"/>
          <p:cNvGrpSpPr/>
          <p:nvPr/>
        </p:nvGrpSpPr>
        <p:grpSpPr>
          <a:xfrm>
            <a:off x="3410364" y="2880240"/>
            <a:ext cx="1675128" cy="313674"/>
            <a:chOff x="998425" y="1182125"/>
            <a:chExt cx="1065400" cy="199500"/>
          </a:xfrm>
        </p:grpSpPr>
        <p:sp>
          <p:nvSpPr>
            <p:cNvPr id="6268" name="Google Shape;6268;p69"/>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69"/>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69"/>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69"/>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69"/>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3" name="Google Shape;6273;p69"/>
          <p:cNvGrpSpPr/>
          <p:nvPr/>
        </p:nvGrpSpPr>
        <p:grpSpPr>
          <a:xfrm>
            <a:off x="3410363" y="3836206"/>
            <a:ext cx="1675129" cy="525345"/>
            <a:chOff x="5194708" y="3484366"/>
            <a:chExt cx="3148148" cy="987304"/>
          </a:xfrm>
        </p:grpSpPr>
        <p:grpSp>
          <p:nvGrpSpPr>
            <p:cNvPr id="6274" name="Google Shape;6274;p69"/>
            <p:cNvGrpSpPr/>
            <p:nvPr/>
          </p:nvGrpSpPr>
          <p:grpSpPr>
            <a:xfrm>
              <a:off x="7531521" y="3484366"/>
              <a:ext cx="811335" cy="987304"/>
              <a:chOff x="3379425" y="1617275"/>
              <a:chExt cx="1090650" cy="1327200"/>
            </a:xfrm>
          </p:grpSpPr>
          <p:sp>
            <p:nvSpPr>
              <p:cNvPr id="6275" name="Google Shape;6275;p69"/>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69"/>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69"/>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8" name="Google Shape;6278;p69"/>
            <p:cNvGrpSpPr/>
            <p:nvPr/>
          </p:nvGrpSpPr>
          <p:grpSpPr>
            <a:xfrm>
              <a:off x="6752546" y="3484366"/>
              <a:ext cx="811428" cy="987304"/>
              <a:chOff x="2332275" y="1617275"/>
              <a:chExt cx="1090775" cy="1327200"/>
            </a:xfrm>
          </p:grpSpPr>
          <p:sp>
            <p:nvSpPr>
              <p:cNvPr id="6279" name="Google Shape;6279;p69"/>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69"/>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69"/>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2" name="Google Shape;6282;p69"/>
            <p:cNvGrpSpPr/>
            <p:nvPr/>
          </p:nvGrpSpPr>
          <p:grpSpPr>
            <a:xfrm>
              <a:off x="5973664" y="3484366"/>
              <a:ext cx="811335" cy="987304"/>
              <a:chOff x="1285250" y="1617275"/>
              <a:chExt cx="1090650" cy="1327200"/>
            </a:xfrm>
          </p:grpSpPr>
          <p:sp>
            <p:nvSpPr>
              <p:cNvPr id="6283" name="Google Shape;6283;p69"/>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69"/>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69"/>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6" name="Google Shape;6286;p69"/>
            <p:cNvGrpSpPr/>
            <p:nvPr/>
          </p:nvGrpSpPr>
          <p:grpSpPr>
            <a:xfrm>
              <a:off x="5194708" y="3484366"/>
              <a:ext cx="811409" cy="987304"/>
              <a:chOff x="238125" y="1617275"/>
              <a:chExt cx="1090750" cy="1327200"/>
            </a:xfrm>
          </p:grpSpPr>
          <p:sp>
            <p:nvSpPr>
              <p:cNvPr id="6287" name="Google Shape;6287;p69"/>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69"/>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69"/>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90" name="Google Shape;6290;p69"/>
          <p:cNvGrpSpPr/>
          <p:nvPr/>
        </p:nvGrpSpPr>
        <p:grpSpPr>
          <a:xfrm>
            <a:off x="6844048" y="2482095"/>
            <a:ext cx="1579046" cy="522230"/>
            <a:chOff x="6853641" y="2534077"/>
            <a:chExt cx="1515545" cy="501229"/>
          </a:xfrm>
        </p:grpSpPr>
        <p:grpSp>
          <p:nvGrpSpPr>
            <p:cNvPr id="6291" name="Google Shape;6291;p69"/>
            <p:cNvGrpSpPr/>
            <p:nvPr/>
          </p:nvGrpSpPr>
          <p:grpSpPr>
            <a:xfrm>
              <a:off x="6853641" y="2618923"/>
              <a:ext cx="1515545" cy="324556"/>
              <a:chOff x="6853641" y="2618923"/>
              <a:chExt cx="1515545" cy="324556"/>
            </a:xfrm>
          </p:grpSpPr>
          <p:sp>
            <p:nvSpPr>
              <p:cNvPr id="6292" name="Google Shape;6292;p69"/>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69"/>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69"/>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69"/>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69"/>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97" name="Google Shape;6297;p69"/>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9"/>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69"/>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69"/>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9"/>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2" name="Google Shape;6302;p69"/>
          <p:cNvGrpSpPr/>
          <p:nvPr/>
        </p:nvGrpSpPr>
        <p:grpSpPr>
          <a:xfrm>
            <a:off x="3438940" y="3357136"/>
            <a:ext cx="1617976" cy="346616"/>
            <a:chOff x="1808063" y="4294338"/>
            <a:chExt cx="3370782" cy="721817"/>
          </a:xfrm>
        </p:grpSpPr>
        <p:sp>
          <p:nvSpPr>
            <p:cNvPr id="6303" name="Google Shape;6303;p69"/>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69"/>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69"/>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69"/>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69"/>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9"/>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9"/>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69"/>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69"/>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69"/>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3" name="Google Shape;6313;p69"/>
          <p:cNvGrpSpPr/>
          <p:nvPr/>
        </p:nvGrpSpPr>
        <p:grpSpPr>
          <a:xfrm>
            <a:off x="5264936" y="4023886"/>
            <a:ext cx="1417067" cy="350605"/>
            <a:chOff x="4234950" y="2101012"/>
            <a:chExt cx="4219974" cy="1044090"/>
          </a:xfrm>
        </p:grpSpPr>
        <p:sp>
          <p:nvSpPr>
            <p:cNvPr id="6314" name="Google Shape;6314;p69"/>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9"/>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69"/>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69"/>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9"/>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9"/>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9"/>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69"/>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69"/>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9"/>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69"/>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69"/>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9"/>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9"/>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9"/>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9"/>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0" name="Google Shape;6330;p69"/>
          <p:cNvGrpSpPr/>
          <p:nvPr/>
        </p:nvGrpSpPr>
        <p:grpSpPr>
          <a:xfrm>
            <a:off x="6840408" y="2014643"/>
            <a:ext cx="1586327" cy="371557"/>
            <a:chOff x="1247650" y="2075423"/>
            <a:chExt cx="6648477" cy="1557238"/>
          </a:xfrm>
        </p:grpSpPr>
        <p:sp>
          <p:nvSpPr>
            <p:cNvPr id="6331" name="Google Shape;6331;p69"/>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69"/>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69"/>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9"/>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9"/>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9"/>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7" name="Google Shape;6337;p69"/>
          <p:cNvGrpSpPr/>
          <p:nvPr/>
        </p:nvGrpSpPr>
        <p:grpSpPr>
          <a:xfrm>
            <a:off x="5271678" y="1167833"/>
            <a:ext cx="1415601" cy="1648533"/>
            <a:chOff x="1839112" y="2209163"/>
            <a:chExt cx="1918159" cy="2233784"/>
          </a:xfrm>
        </p:grpSpPr>
        <p:sp>
          <p:nvSpPr>
            <p:cNvPr id="6338" name="Google Shape;6338;p69"/>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69"/>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69"/>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41" name="Google Shape;6341;p69"/>
            <p:cNvCxnSpPr>
              <a:stCxn id="6338" idx="6"/>
              <a:endCxn id="6339"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6342" name="Google Shape;6342;p69"/>
            <p:cNvCxnSpPr>
              <a:stCxn id="6339" idx="4"/>
              <a:endCxn id="6343"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6344" name="Google Shape;6344;p69"/>
            <p:cNvCxnSpPr>
              <a:stCxn id="6343" idx="6"/>
              <a:endCxn id="6340"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6345" name="Google Shape;6345;p69"/>
            <p:cNvCxnSpPr>
              <a:stCxn id="6340" idx="4"/>
              <a:endCxn id="6346"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6343" name="Google Shape;6343;p69"/>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69"/>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69"/>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48" name="Google Shape;6348;p69"/>
            <p:cNvCxnSpPr>
              <a:endCxn id="6347"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6349" name="Google Shape;6349;p69"/>
          <p:cNvGrpSpPr/>
          <p:nvPr/>
        </p:nvGrpSpPr>
        <p:grpSpPr>
          <a:xfrm>
            <a:off x="3428944" y="1185917"/>
            <a:ext cx="1637968" cy="154942"/>
            <a:chOff x="238125" y="2506075"/>
            <a:chExt cx="7115411" cy="673075"/>
          </a:xfrm>
        </p:grpSpPr>
        <p:sp>
          <p:nvSpPr>
            <p:cNvPr id="6350" name="Google Shape;6350;p69"/>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69"/>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69"/>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69"/>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69"/>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5" name="Google Shape;6355;p69"/>
          <p:cNvGrpSpPr/>
          <p:nvPr/>
        </p:nvGrpSpPr>
        <p:grpSpPr>
          <a:xfrm>
            <a:off x="1969680" y="1500635"/>
            <a:ext cx="1262932" cy="785408"/>
            <a:chOff x="548861" y="389676"/>
            <a:chExt cx="3843371" cy="2390163"/>
          </a:xfrm>
        </p:grpSpPr>
        <p:cxnSp>
          <p:nvCxnSpPr>
            <p:cNvPr id="6356" name="Google Shape;6356;p69"/>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6357" name="Google Shape;6357;p69"/>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6358" name="Google Shape;6358;p69"/>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6359" name="Google Shape;6359;p69"/>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6360" name="Google Shape;6360;p69"/>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6361" name="Google Shape;6361;p69"/>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62" name="Google Shape;6362;p69"/>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6363" name="Google Shape;6363;p69"/>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69"/>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69"/>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69"/>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69"/>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69"/>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9" name="Google Shape;6369;p69"/>
          <p:cNvGrpSpPr/>
          <p:nvPr/>
        </p:nvGrpSpPr>
        <p:grpSpPr>
          <a:xfrm>
            <a:off x="757812" y="2607512"/>
            <a:ext cx="1412054" cy="633562"/>
            <a:chOff x="1187400" y="2529299"/>
            <a:chExt cx="6769193" cy="2241903"/>
          </a:xfrm>
        </p:grpSpPr>
        <p:sp>
          <p:nvSpPr>
            <p:cNvPr id="6370" name="Google Shape;6370;p69"/>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6371" name="Google Shape;6371;p69"/>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2" name="Google Shape;6372;p69"/>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3" name="Google Shape;6373;p69"/>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4" name="Google Shape;6374;p69"/>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5" name="Google Shape;6375;p69"/>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6" name="Google Shape;6376;p69"/>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6377" name="Google Shape;6377;p69"/>
            <p:cNvCxnSpPr>
              <a:stCxn id="6370" idx="2"/>
              <a:endCxn id="6371"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78" name="Google Shape;6378;p69"/>
            <p:cNvCxnSpPr>
              <a:stCxn id="6372" idx="0"/>
              <a:endCxn id="6370"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79" name="Google Shape;6379;p69"/>
            <p:cNvCxnSpPr>
              <a:stCxn id="6372" idx="2"/>
              <a:endCxn id="6374"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80" name="Google Shape;6380;p69"/>
            <p:cNvCxnSpPr>
              <a:stCxn id="6373" idx="0"/>
              <a:endCxn id="6372"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81" name="Google Shape;6381;p69"/>
            <p:cNvCxnSpPr>
              <a:stCxn id="6371" idx="2"/>
              <a:endCxn id="6376"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82" name="Google Shape;6382;p69"/>
            <p:cNvCxnSpPr>
              <a:stCxn id="6375" idx="0"/>
              <a:endCxn id="6371"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6383" name="Google Shape;6383;p69"/>
          <p:cNvGrpSpPr/>
          <p:nvPr/>
        </p:nvGrpSpPr>
        <p:grpSpPr>
          <a:xfrm>
            <a:off x="6844058" y="3100221"/>
            <a:ext cx="1579035" cy="540873"/>
            <a:chOff x="6895650" y="3126697"/>
            <a:chExt cx="1436662" cy="492105"/>
          </a:xfrm>
        </p:grpSpPr>
        <p:sp>
          <p:nvSpPr>
            <p:cNvPr id="6384" name="Google Shape;6384;p69"/>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69"/>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69"/>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69"/>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69"/>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89" name="Google Shape;6389;p69"/>
            <p:cNvGrpSpPr/>
            <p:nvPr/>
          </p:nvGrpSpPr>
          <p:grpSpPr>
            <a:xfrm>
              <a:off x="6995957" y="3335810"/>
              <a:ext cx="1230393" cy="71754"/>
              <a:chOff x="6995957" y="3287964"/>
              <a:chExt cx="1230393" cy="71754"/>
            </a:xfrm>
          </p:grpSpPr>
          <p:sp>
            <p:nvSpPr>
              <p:cNvPr id="6390" name="Google Shape;6390;p69"/>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69"/>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9"/>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9"/>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69"/>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95" name="Google Shape;6395;p69"/>
          <p:cNvGrpSpPr/>
          <p:nvPr/>
        </p:nvGrpSpPr>
        <p:grpSpPr>
          <a:xfrm>
            <a:off x="6842640" y="3736984"/>
            <a:ext cx="1581862" cy="650625"/>
            <a:chOff x="6777990" y="3710194"/>
            <a:chExt cx="1646915" cy="677382"/>
          </a:xfrm>
        </p:grpSpPr>
        <p:grpSp>
          <p:nvGrpSpPr>
            <p:cNvPr id="6396" name="Google Shape;6396;p69"/>
            <p:cNvGrpSpPr/>
            <p:nvPr/>
          </p:nvGrpSpPr>
          <p:grpSpPr>
            <a:xfrm>
              <a:off x="6777990" y="3874492"/>
              <a:ext cx="411129" cy="513083"/>
              <a:chOff x="6777990" y="3874492"/>
              <a:chExt cx="411129" cy="513083"/>
            </a:xfrm>
          </p:grpSpPr>
          <p:cxnSp>
            <p:nvCxnSpPr>
              <p:cNvPr id="6397" name="Google Shape;6397;p69"/>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6398" name="Google Shape;6398;p69"/>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9" name="Google Shape;6399;p69"/>
            <p:cNvGrpSpPr/>
            <p:nvPr/>
          </p:nvGrpSpPr>
          <p:grpSpPr>
            <a:xfrm>
              <a:off x="7188425" y="3710194"/>
              <a:ext cx="411123" cy="520535"/>
              <a:chOff x="7188425" y="3710194"/>
              <a:chExt cx="411123" cy="520535"/>
            </a:xfrm>
          </p:grpSpPr>
          <p:cxnSp>
            <p:nvCxnSpPr>
              <p:cNvPr id="6400" name="Google Shape;6400;p69"/>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6401" name="Google Shape;6401;p69"/>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2" name="Google Shape;6402;p69"/>
            <p:cNvGrpSpPr/>
            <p:nvPr/>
          </p:nvGrpSpPr>
          <p:grpSpPr>
            <a:xfrm>
              <a:off x="7603341" y="3874492"/>
              <a:ext cx="411474" cy="513083"/>
              <a:chOff x="7603341" y="3874492"/>
              <a:chExt cx="411474" cy="513083"/>
            </a:xfrm>
          </p:grpSpPr>
          <p:cxnSp>
            <p:nvCxnSpPr>
              <p:cNvPr id="6403" name="Google Shape;6403;p69"/>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6404" name="Google Shape;6404;p69"/>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5" name="Google Shape;6405;p69"/>
            <p:cNvGrpSpPr/>
            <p:nvPr/>
          </p:nvGrpSpPr>
          <p:grpSpPr>
            <a:xfrm>
              <a:off x="8013776" y="3722847"/>
              <a:ext cx="411129" cy="507881"/>
              <a:chOff x="8013776" y="3722847"/>
              <a:chExt cx="411129" cy="507881"/>
            </a:xfrm>
          </p:grpSpPr>
          <p:cxnSp>
            <p:nvCxnSpPr>
              <p:cNvPr id="6406" name="Google Shape;6406;p69"/>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6407" name="Google Shape;6407;p69"/>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408" name="Google Shape;6408;p69"/>
          <p:cNvGrpSpPr/>
          <p:nvPr/>
        </p:nvGrpSpPr>
        <p:grpSpPr>
          <a:xfrm>
            <a:off x="5262155" y="2909824"/>
            <a:ext cx="1421889" cy="1020603"/>
            <a:chOff x="5190863" y="2824811"/>
            <a:chExt cx="1544860" cy="1108869"/>
          </a:xfrm>
        </p:grpSpPr>
        <p:grpSp>
          <p:nvGrpSpPr>
            <p:cNvPr id="6409" name="Google Shape;6409;p69"/>
            <p:cNvGrpSpPr/>
            <p:nvPr/>
          </p:nvGrpSpPr>
          <p:grpSpPr>
            <a:xfrm>
              <a:off x="5938695" y="3176919"/>
              <a:ext cx="685761" cy="404739"/>
              <a:chOff x="5938695" y="3176919"/>
              <a:chExt cx="685761" cy="404739"/>
            </a:xfrm>
          </p:grpSpPr>
          <p:grpSp>
            <p:nvGrpSpPr>
              <p:cNvPr id="6410" name="Google Shape;6410;p69"/>
              <p:cNvGrpSpPr/>
              <p:nvPr/>
            </p:nvGrpSpPr>
            <p:grpSpPr>
              <a:xfrm>
                <a:off x="5938695" y="3176919"/>
                <a:ext cx="685761" cy="404739"/>
                <a:chOff x="5938695" y="3176919"/>
                <a:chExt cx="685761" cy="404739"/>
              </a:xfrm>
            </p:grpSpPr>
            <p:sp>
              <p:nvSpPr>
                <p:cNvPr id="6411" name="Google Shape;6411;p69"/>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69"/>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13" name="Google Shape;6413;p69"/>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4" name="Google Shape;6414;p69"/>
            <p:cNvGrpSpPr/>
            <p:nvPr/>
          </p:nvGrpSpPr>
          <p:grpSpPr>
            <a:xfrm>
              <a:off x="5305233" y="3176835"/>
              <a:ext cx="685971" cy="404655"/>
              <a:chOff x="5305233" y="3176835"/>
              <a:chExt cx="685971" cy="404655"/>
            </a:xfrm>
          </p:grpSpPr>
          <p:grpSp>
            <p:nvGrpSpPr>
              <p:cNvPr id="6415" name="Google Shape;6415;p69"/>
              <p:cNvGrpSpPr/>
              <p:nvPr/>
            </p:nvGrpSpPr>
            <p:grpSpPr>
              <a:xfrm>
                <a:off x="5305233" y="3176835"/>
                <a:ext cx="685971" cy="404655"/>
                <a:chOff x="5305233" y="3176835"/>
                <a:chExt cx="685971" cy="404655"/>
              </a:xfrm>
            </p:grpSpPr>
            <p:sp>
              <p:nvSpPr>
                <p:cNvPr id="6416" name="Google Shape;6416;p69"/>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69"/>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18" name="Google Shape;6418;p69"/>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19" name="Google Shape;6419;p69"/>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0" name="Google Shape;6420;p69"/>
            <p:cNvGrpSpPr/>
            <p:nvPr/>
          </p:nvGrpSpPr>
          <p:grpSpPr>
            <a:xfrm>
              <a:off x="5657361" y="2824811"/>
              <a:ext cx="1078361" cy="404655"/>
              <a:chOff x="5657361" y="2824811"/>
              <a:chExt cx="1078361" cy="404655"/>
            </a:xfrm>
          </p:grpSpPr>
          <p:grpSp>
            <p:nvGrpSpPr>
              <p:cNvPr id="6421" name="Google Shape;6421;p69"/>
              <p:cNvGrpSpPr/>
              <p:nvPr/>
            </p:nvGrpSpPr>
            <p:grpSpPr>
              <a:xfrm>
                <a:off x="5657361" y="2824811"/>
                <a:ext cx="1078361" cy="404655"/>
                <a:chOff x="5657361" y="2824811"/>
                <a:chExt cx="1078361" cy="404655"/>
              </a:xfrm>
            </p:grpSpPr>
            <p:grpSp>
              <p:nvGrpSpPr>
                <p:cNvPr id="6422" name="Google Shape;6422;p69"/>
                <p:cNvGrpSpPr/>
                <p:nvPr/>
              </p:nvGrpSpPr>
              <p:grpSpPr>
                <a:xfrm>
                  <a:off x="5938485" y="2824811"/>
                  <a:ext cx="797237" cy="404655"/>
                  <a:chOff x="5938485" y="2824811"/>
                  <a:chExt cx="797237" cy="404655"/>
                </a:xfrm>
              </p:grpSpPr>
              <p:sp>
                <p:nvSpPr>
                  <p:cNvPr id="6423" name="Google Shape;6423;p69"/>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69"/>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25" name="Google Shape;6425;p69"/>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26" name="Google Shape;6426;p69"/>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7" name="Google Shape;6427;p69"/>
            <p:cNvGrpSpPr/>
            <p:nvPr/>
          </p:nvGrpSpPr>
          <p:grpSpPr>
            <a:xfrm>
              <a:off x="5190863" y="3528942"/>
              <a:ext cx="1078026" cy="404739"/>
              <a:chOff x="5190863" y="3528942"/>
              <a:chExt cx="1078026" cy="404739"/>
            </a:xfrm>
          </p:grpSpPr>
          <p:sp>
            <p:nvSpPr>
              <p:cNvPr id="6428" name="Google Shape;6428;p69"/>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9" name="Google Shape;6429;p69"/>
              <p:cNvGrpSpPr/>
              <p:nvPr/>
            </p:nvGrpSpPr>
            <p:grpSpPr>
              <a:xfrm>
                <a:off x="5190863" y="3528942"/>
                <a:ext cx="1078026" cy="404739"/>
                <a:chOff x="5190863" y="3528942"/>
                <a:chExt cx="1078026" cy="404739"/>
              </a:xfrm>
            </p:grpSpPr>
            <p:sp>
              <p:nvSpPr>
                <p:cNvPr id="6430" name="Google Shape;6430;p69"/>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69"/>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432" name="Google Shape;6432;p69"/>
          <p:cNvGrpSpPr/>
          <p:nvPr/>
        </p:nvGrpSpPr>
        <p:grpSpPr>
          <a:xfrm>
            <a:off x="728162" y="1474292"/>
            <a:ext cx="1086719" cy="879487"/>
            <a:chOff x="803162" y="1474292"/>
            <a:chExt cx="1086719" cy="879487"/>
          </a:xfrm>
        </p:grpSpPr>
        <p:grpSp>
          <p:nvGrpSpPr>
            <p:cNvPr id="6433" name="Google Shape;6433;p69"/>
            <p:cNvGrpSpPr/>
            <p:nvPr/>
          </p:nvGrpSpPr>
          <p:grpSpPr>
            <a:xfrm>
              <a:off x="803162" y="1625948"/>
              <a:ext cx="445856" cy="576579"/>
              <a:chOff x="803162" y="1625948"/>
              <a:chExt cx="445856" cy="576579"/>
            </a:xfrm>
          </p:grpSpPr>
          <p:sp>
            <p:nvSpPr>
              <p:cNvPr id="6434" name="Google Shape;6434;p69"/>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35" name="Google Shape;6435;p69"/>
              <p:cNvGrpSpPr/>
              <p:nvPr/>
            </p:nvGrpSpPr>
            <p:grpSpPr>
              <a:xfrm>
                <a:off x="1056023" y="1625948"/>
                <a:ext cx="192995" cy="576579"/>
                <a:chOff x="1056023" y="1625948"/>
                <a:chExt cx="192995" cy="576579"/>
              </a:xfrm>
            </p:grpSpPr>
            <p:sp>
              <p:nvSpPr>
                <p:cNvPr id="6436" name="Google Shape;6436;p69"/>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69"/>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69"/>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69"/>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69"/>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441" name="Google Shape;6441;p69"/>
            <p:cNvGrpSpPr/>
            <p:nvPr/>
          </p:nvGrpSpPr>
          <p:grpSpPr>
            <a:xfrm>
              <a:off x="1371406" y="1474292"/>
              <a:ext cx="518475" cy="879487"/>
              <a:chOff x="1398231" y="1474292"/>
              <a:chExt cx="518475" cy="879487"/>
            </a:xfrm>
          </p:grpSpPr>
          <p:grpSp>
            <p:nvGrpSpPr>
              <p:cNvPr id="6442" name="Google Shape;6442;p69"/>
              <p:cNvGrpSpPr/>
              <p:nvPr/>
            </p:nvGrpSpPr>
            <p:grpSpPr>
              <a:xfrm>
                <a:off x="1398231" y="1474292"/>
                <a:ext cx="518475" cy="341643"/>
                <a:chOff x="1398231" y="1474292"/>
                <a:chExt cx="518475" cy="341643"/>
              </a:xfrm>
            </p:grpSpPr>
            <p:sp>
              <p:nvSpPr>
                <p:cNvPr id="6443" name="Google Shape;6443;p69"/>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44" name="Google Shape;6444;p69"/>
                <p:cNvGrpSpPr/>
                <p:nvPr/>
              </p:nvGrpSpPr>
              <p:grpSpPr>
                <a:xfrm>
                  <a:off x="1616453" y="1474292"/>
                  <a:ext cx="300253" cy="341643"/>
                  <a:chOff x="1616453" y="1475379"/>
                  <a:chExt cx="300253" cy="341643"/>
                </a:xfrm>
              </p:grpSpPr>
              <p:sp>
                <p:nvSpPr>
                  <p:cNvPr id="6445" name="Google Shape;6445;p69"/>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69"/>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69"/>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69"/>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69"/>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69"/>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69"/>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52" name="Google Shape;6452;p69"/>
                  <p:cNvGrpSpPr/>
                  <p:nvPr/>
                </p:nvGrpSpPr>
                <p:grpSpPr>
                  <a:xfrm>
                    <a:off x="1839639" y="1475379"/>
                    <a:ext cx="77067" cy="341643"/>
                    <a:chOff x="1839639" y="1475379"/>
                    <a:chExt cx="77067" cy="341643"/>
                  </a:xfrm>
                </p:grpSpPr>
                <p:sp>
                  <p:nvSpPr>
                    <p:cNvPr id="6453" name="Google Shape;6453;p69"/>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9"/>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455" name="Google Shape;6455;p69"/>
              <p:cNvGrpSpPr/>
              <p:nvPr/>
            </p:nvGrpSpPr>
            <p:grpSpPr>
              <a:xfrm>
                <a:off x="1398451" y="2012951"/>
                <a:ext cx="518255" cy="340828"/>
                <a:chOff x="1398451" y="2012951"/>
                <a:chExt cx="518255" cy="340828"/>
              </a:xfrm>
            </p:grpSpPr>
            <p:sp>
              <p:nvSpPr>
                <p:cNvPr id="6456" name="Google Shape;6456;p69"/>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57" name="Google Shape;6457;p69"/>
                <p:cNvGrpSpPr/>
                <p:nvPr/>
              </p:nvGrpSpPr>
              <p:grpSpPr>
                <a:xfrm>
                  <a:off x="1616453" y="2012951"/>
                  <a:ext cx="300253" cy="340828"/>
                  <a:chOff x="1616453" y="2013538"/>
                  <a:chExt cx="300253" cy="340828"/>
                </a:xfrm>
              </p:grpSpPr>
              <p:sp>
                <p:nvSpPr>
                  <p:cNvPr id="6458" name="Google Shape;6458;p69"/>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69"/>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69"/>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69"/>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69"/>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69"/>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69"/>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65" name="Google Shape;6465;p69"/>
                  <p:cNvGrpSpPr/>
                  <p:nvPr/>
                </p:nvGrpSpPr>
                <p:grpSpPr>
                  <a:xfrm>
                    <a:off x="1839639" y="2013538"/>
                    <a:ext cx="77067" cy="340828"/>
                    <a:chOff x="1839639" y="2013538"/>
                    <a:chExt cx="77067" cy="340828"/>
                  </a:xfrm>
                </p:grpSpPr>
                <p:sp>
                  <p:nvSpPr>
                    <p:cNvPr id="6466" name="Google Shape;6466;p69"/>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69"/>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6468" name="Google Shape;6468;p69"/>
          <p:cNvGrpSpPr/>
          <p:nvPr/>
        </p:nvGrpSpPr>
        <p:grpSpPr>
          <a:xfrm>
            <a:off x="724986" y="3605478"/>
            <a:ext cx="1368681" cy="682918"/>
            <a:chOff x="724986" y="3605478"/>
            <a:chExt cx="1368681" cy="682918"/>
          </a:xfrm>
        </p:grpSpPr>
        <p:grpSp>
          <p:nvGrpSpPr>
            <p:cNvPr id="6469" name="Google Shape;6469;p69"/>
            <p:cNvGrpSpPr/>
            <p:nvPr/>
          </p:nvGrpSpPr>
          <p:grpSpPr>
            <a:xfrm>
              <a:off x="1289102" y="3823629"/>
              <a:ext cx="240442" cy="250435"/>
              <a:chOff x="-165066" y="3843615"/>
              <a:chExt cx="221259" cy="230455"/>
            </a:xfrm>
          </p:grpSpPr>
          <p:sp>
            <p:nvSpPr>
              <p:cNvPr id="6470" name="Google Shape;6470;p69"/>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9"/>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69"/>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69"/>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9"/>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69"/>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69"/>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69"/>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69"/>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69"/>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69"/>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69"/>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69"/>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69"/>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69"/>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69"/>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69"/>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69"/>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69"/>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9"/>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0" name="Google Shape;6490;p69"/>
            <p:cNvGrpSpPr/>
            <p:nvPr/>
          </p:nvGrpSpPr>
          <p:grpSpPr>
            <a:xfrm>
              <a:off x="724986" y="3605478"/>
              <a:ext cx="1368681" cy="682918"/>
              <a:chOff x="724986" y="3605478"/>
              <a:chExt cx="1368681" cy="682918"/>
            </a:xfrm>
          </p:grpSpPr>
          <p:grpSp>
            <p:nvGrpSpPr>
              <p:cNvPr id="6491" name="Google Shape;6491;p69"/>
              <p:cNvGrpSpPr/>
              <p:nvPr/>
            </p:nvGrpSpPr>
            <p:grpSpPr>
              <a:xfrm>
                <a:off x="1498221" y="4047614"/>
                <a:ext cx="529172" cy="240783"/>
                <a:chOff x="1498221" y="4047614"/>
                <a:chExt cx="529172" cy="240783"/>
              </a:xfrm>
            </p:grpSpPr>
            <p:grpSp>
              <p:nvGrpSpPr>
                <p:cNvPr id="6492" name="Google Shape;6492;p69"/>
                <p:cNvGrpSpPr/>
                <p:nvPr/>
              </p:nvGrpSpPr>
              <p:grpSpPr>
                <a:xfrm>
                  <a:off x="1826655" y="4224370"/>
                  <a:ext cx="200738" cy="25631"/>
                  <a:chOff x="1826655" y="4224370"/>
                  <a:chExt cx="200738" cy="25631"/>
                </a:xfrm>
              </p:grpSpPr>
              <p:sp>
                <p:nvSpPr>
                  <p:cNvPr id="6493" name="Google Shape;6493;p69"/>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69"/>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5" name="Google Shape;6495;p69"/>
                <p:cNvGrpSpPr/>
                <p:nvPr/>
              </p:nvGrpSpPr>
              <p:grpSpPr>
                <a:xfrm>
                  <a:off x="1498221" y="4047614"/>
                  <a:ext cx="328444" cy="240783"/>
                  <a:chOff x="1498221" y="4047614"/>
                  <a:chExt cx="328444" cy="240783"/>
                </a:xfrm>
              </p:grpSpPr>
              <p:sp>
                <p:nvSpPr>
                  <p:cNvPr id="6496" name="Google Shape;6496;p69"/>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97" name="Google Shape;6497;p69"/>
                  <p:cNvGrpSpPr/>
                  <p:nvPr/>
                </p:nvGrpSpPr>
                <p:grpSpPr>
                  <a:xfrm>
                    <a:off x="1498221" y="4047614"/>
                    <a:ext cx="150566" cy="190416"/>
                    <a:chOff x="1498221" y="4047614"/>
                    <a:chExt cx="150566" cy="190416"/>
                  </a:xfrm>
                </p:grpSpPr>
                <p:sp>
                  <p:nvSpPr>
                    <p:cNvPr id="6498" name="Google Shape;6498;p69"/>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9"/>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500" name="Google Shape;6500;p69"/>
              <p:cNvGrpSpPr/>
              <p:nvPr/>
            </p:nvGrpSpPr>
            <p:grpSpPr>
              <a:xfrm>
                <a:off x="1560718" y="3800594"/>
                <a:ext cx="532948" cy="302090"/>
                <a:chOff x="1560718" y="3800594"/>
                <a:chExt cx="532948" cy="302090"/>
              </a:xfrm>
            </p:grpSpPr>
            <p:grpSp>
              <p:nvGrpSpPr>
                <p:cNvPr id="6501" name="Google Shape;6501;p69"/>
                <p:cNvGrpSpPr/>
                <p:nvPr/>
              </p:nvGrpSpPr>
              <p:grpSpPr>
                <a:xfrm>
                  <a:off x="1912179" y="3827344"/>
                  <a:ext cx="181487" cy="25631"/>
                  <a:chOff x="1912179" y="3827344"/>
                  <a:chExt cx="181487" cy="25631"/>
                </a:xfrm>
              </p:grpSpPr>
              <p:sp>
                <p:nvSpPr>
                  <p:cNvPr id="6502" name="Google Shape;6502;p69"/>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69"/>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4" name="Google Shape;6504;p69"/>
                <p:cNvGrpSpPr/>
                <p:nvPr/>
              </p:nvGrpSpPr>
              <p:grpSpPr>
                <a:xfrm>
                  <a:off x="1912179" y="4044505"/>
                  <a:ext cx="181487" cy="25622"/>
                  <a:chOff x="1912179" y="4044506"/>
                  <a:chExt cx="181487" cy="25622"/>
                </a:xfrm>
              </p:grpSpPr>
              <p:sp>
                <p:nvSpPr>
                  <p:cNvPr id="6505" name="Google Shape;6505;p69"/>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69"/>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7" name="Google Shape;6507;p69"/>
                <p:cNvGrpSpPr/>
                <p:nvPr/>
              </p:nvGrpSpPr>
              <p:grpSpPr>
                <a:xfrm>
                  <a:off x="1560718" y="3800594"/>
                  <a:ext cx="351472" cy="302090"/>
                  <a:chOff x="1560718" y="3800594"/>
                  <a:chExt cx="351472" cy="302090"/>
                </a:xfrm>
              </p:grpSpPr>
              <p:grpSp>
                <p:nvGrpSpPr>
                  <p:cNvPr id="6508" name="Google Shape;6508;p69"/>
                  <p:cNvGrpSpPr/>
                  <p:nvPr/>
                </p:nvGrpSpPr>
                <p:grpSpPr>
                  <a:xfrm>
                    <a:off x="1560718" y="3842857"/>
                    <a:ext cx="173586" cy="217131"/>
                    <a:chOff x="1560718" y="3842857"/>
                    <a:chExt cx="173586" cy="217131"/>
                  </a:xfrm>
                </p:grpSpPr>
                <p:sp>
                  <p:nvSpPr>
                    <p:cNvPr id="6509" name="Google Shape;6509;p69"/>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69"/>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69"/>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12" name="Google Shape;6512;p69"/>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69"/>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514" name="Google Shape;6514;p69"/>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15" name="Google Shape;6515;p69"/>
              <p:cNvGrpSpPr/>
              <p:nvPr/>
            </p:nvGrpSpPr>
            <p:grpSpPr>
              <a:xfrm>
                <a:off x="785350" y="3605478"/>
                <a:ext cx="535311" cy="249245"/>
                <a:chOff x="785350" y="3605478"/>
                <a:chExt cx="535311" cy="249245"/>
              </a:xfrm>
            </p:grpSpPr>
            <p:grpSp>
              <p:nvGrpSpPr>
                <p:cNvPr id="6516" name="Google Shape;6516;p69"/>
                <p:cNvGrpSpPr/>
                <p:nvPr/>
              </p:nvGrpSpPr>
              <p:grpSpPr>
                <a:xfrm>
                  <a:off x="785350" y="3605478"/>
                  <a:ext cx="376191" cy="102736"/>
                  <a:chOff x="785350" y="3605478"/>
                  <a:chExt cx="376191" cy="102736"/>
                </a:xfrm>
              </p:grpSpPr>
              <p:sp>
                <p:nvSpPr>
                  <p:cNvPr id="6517" name="Google Shape;6517;p69"/>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9"/>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9"/>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0" name="Google Shape;6520;p69"/>
                <p:cNvGrpSpPr/>
                <p:nvPr/>
              </p:nvGrpSpPr>
              <p:grpSpPr>
                <a:xfrm>
                  <a:off x="1161530" y="3655851"/>
                  <a:ext cx="159131" cy="198872"/>
                  <a:chOff x="1161530" y="3655851"/>
                  <a:chExt cx="159131" cy="198872"/>
                </a:xfrm>
              </p:grpSpPr>
              <p:sp>
                <p:nvSpPr>
                  <p:cNvPr id="6521" name="Google Shape;6521;p69"/>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69"/>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523" name="Google Shape;6523;p69"/>
              <p:cNvGrpSpPr/>
              <p:nvPr/>
            </p:nvGrpSpPr>
            <p:grpSpPr>
              <a:xfrm>
                <a:off x="785350" y="4047614"/>
                <a:ext cx="535311" cy="240783"/>
                <a:chOff x="785350" y="4047614"/>
                <a:chExt cx="535311" cy="240783"/>
              </a:xfrm>
            </p:grpSpPr>
            <p:grpSp>
              <p:nvGrpSpPr>
                <p:cNvPr id="6524" name="Google Shape;6524;p69"/>
                <p:cNvGrpSpPr/>
                <p:nvPr/>
              </p:nvGrpSpPr>
              <p:grpSpPr>
                <a:xfrm>
                  <a:off x="1161636" y="4047614"/>
                  <a:ext cx="159025" cy="190415"/>
                  <a:chOff x="1161636" y="4047614"/>
                  <a:chExt cx="159025" cy="190415"/>
                </a:xfrm>
              </p:grpSpPr>
              <p:sp>
                <p:nvSpPr>
                  <p:cNvPr id="6525" name="Google Shape;6525;p69"/>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69"/>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7" name="Google Shape;6527;p69"/>
                <p:cNvGrpSpPr/>
                <p:nvPr/>
              </p:nvGrpSpPr>
              <p:grpSpPr>
                <a:xfrm>
                  <a:off x="785350" y="4185661"/>
                  <a:ext cx="376191" cy="102736"/>
                  <a:chOff x="785350" y="4185661"/>
                  <a:chExt cx="376191" cy="102736"/>
                </a:xfrm>
              </p:grpSpPr>
              <p:sp>
                <p:nvSpPr>
                  <p:cNvPr id="6528" name="Google Shape;6528;p69"/>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9"/>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9"/>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531" name="Google Shape;6531;p69"/>
              <p:cNvGrpSpPr/>
              <p:nvPr/>
            </p:nvGrpSpPr>
            <p:grpSpPr>
              <a:xfrm>
                <a:off x="1501054" y="3605478"/>
                <a:ext cx="526340" cy="249240"/>
                <a:chOff x="1501054" y="3605478"/>
                <a:chExt cx="526340" cy="249240"/>
              </a:xfrm>
            </p:grpSpPr>
            <p:grpSp>
              <p:nvGrpSpPr>
                <p:cNvPr id="6532" name="Google Shape;6532;p69"/>
                <p:cNvGrpSpPr/>
                <p:nvPr/>
              </p:nvGrpSpPr>
              <p:grpSpPr>
                <a:xfrm>
                  <a:off x="1834208" y="3643867"/>
                  <a:ext cx="193185" cy="25622"/>
                  <a:chOff x="1834208" y="3643867"/>
                  <a:chExt cx="193185" cy="25622"/>
                </a:xfrm>
              </p:grpSpPr>
              <p:sp>
                <p:nvSpPr>
                  <p:cNvPr id="6533" name="Google Shape;6533;p69"/>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69"/>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5" name="Google Shape;6535;p69"/>
                <p:cNvGrpSpPr/>
                <p:nvPr/>
              </p:nvGrpSpPr>
              <p:grpSpPr>
                <a:xfrm>
                  <a:off x="1501054" y="3605478"/>
                  <a:ext cx="333165" cy="249240"/>
                  <a:chOff x="1501054" y="3605478"/>
                  <a:chExt cx="333165" cy="249240"/>
                </a:xfrm>
              </p:grpSpPr>
              <p:sp>
                <p:nvSpPr>
                  <p:cNvPr id="6536" name="Google Shape;6536;p69"/>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37" name="Google Shape;6537;p69"/>
                  <p:cNvGrpSpPr/>
                  <p:nvPr/>
                </p:nvGrpSpPr>
                <p:grpSpPr>
                  <a:xfrm>
                    <a:off x="1501054" y="3655851"/>
                    <a:ext cx="155286" cy="198867"/>
                    <a:chOff x="1501054" y="3655851"/>
                    <a:chExt cx="155286" cy="198867"/>
                  </a:xfrm>
                </p:grpSpPr>
                <p:sp>
                  <p:nvSpPr>
                    <p:cNvPr id="6538" name="Google Shape;6538;p69"/>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9"/>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540" name="Google Shape;6540;p69"/>
              <p:cNvGrpSpPr/>
              <p:nvPr/>
            </p:nvGrpSpPr>
            <p:grpSpPr>
              <a:xfrm>
                <a:off x="724986" y="3800594"/>
                <a:ext cx="532950" cy="302090"/>
                <a:chOff x="724986" y="3800594"/>
                <a:chExt cx="532950" cy="302090"/>
              </a:xfrm>
            </p:grpSpPr>
            <p:grpSp>
              <p:nvGrpSpPr>
                <p:cNvPr id="6541" name="Google Shape;6541;p69"/>
                <p:cNvGrpSpPr/>
                <p:nvPr/>
              </p:nvGrpSpPr>
              <p:grpSpPr>
                <a:xfrm>
                  <a:off x="724986" y="4044367"/>
                  <a:ext cx="181314" cy="25626"/>
                  <a:chOff x="724986" y="4044367"/>
                  <a:chExt cx="181314" cy="25626"/>
                </a:xfrm>
              </p:grpSpPr>
              <p:sp>
                <p:nvSpPr>
                  <p:cNvPr id="6542" name="Google Shape;6542;p69"/>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69"/>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4" name="Google Shape;6544;p69"/>
                <p:cNvGrpSpPr/>
                <p:nvPr/>
              </p:nvGrpSpPr>
              <p:grpSpPr>
                <a:xfrm>
                  <a:off x="906290" y="3800594"/>
                  <a:ext cx="351646" cy="302090"/>
                  <a:chOff x="906290" y="3800594"/>
                  <a:chExt cx="351646" cy="302090"/>
                </a:xfrm>
              </p:grpSpPr>
              <p:grpSp>
                <p:nvGrpSpPr>
                  <p:cNvPr id="6545" name="Google Shape;6545;p69"/>
                  <p:cNvGrpSpPr/>
                  <p:nvPr/>
                </p:nvGrpSpPr>
                <p:grpSpPr>
                  <a:xfrm>
                    <a:off x="1084172" y="3842857"/>
                    <a:ext cx="173764" cy="217131"/>
                    <a:chOff x="1084172" y="3842857"/>
                    <a:chExt cx="173764" cy="217131"/>
                  </a:xfrm>
                </p:grpSpPr>
                <p:grpSp>
                  <p:nvGrpSpPr>
                    <p:cNvPr id="6546" name="Google Shape;6546;p69"/>
                    <p:cNvGrpSpPr/>
                    <p:nvPr/>
                  </p:nvGrpSpPr>
                  <p:grpSpPr>
                    <a:xfrm>
                      <a:off x="1156862" y="3936509"/>
                      <a:ext cx="101073" cy="25622"/>
                      <a:chOff x="1156862" y="3936509"/>
                      <a:chExt cx="101073" cy="25622"/>
                    </a:xfrm>
                  </p:grpSpPr>
                  <p:sp>
                    <p:nvSpPr>
                      <p:cNvPr id="6547" name="Google Shape;6547;p69"/>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69"/>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49" name="Google Shape;6549;p69"/>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50" name="Google Shape;6550;p69"/>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9"/>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2" name="Google Shape;6552;p69"/>
                <p:cNvGrpSpPr/>
                <p:nvPr/>
              </p:nvGrpSpPr>
              <p:grpSpPr>
                <a:xfrm>
                  <a:off x="724986" y="3830189"/>
                  <a:ext cx="189533" cy="25626"/>
                  <a:chOff x="724986" y="3830189"/>
                  <a:chExt cx="189533" cy="25626"/>
                </a:xfrm>
              </p:grpSpPr>
              <p:sp>
                <p:nvSpPr>
                  <p:cNvPr id="6553" name="Google Shape;6553;p69"/>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69"/>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6555" name="Google Shape;6555;p69"/>
          <p:cNvGrpSpPr/>
          <p:nvPr/>
        </p:nvGrpSpPr>
        <p:grpSpPr>
          <a:xfrm>
            <a:off x="2253298" y="2455640"/>
            <a:ext cx="948701" cy="935378"/>
            <a:chOff x="2253298" y="2428317"/>
            <a:chExt cx="948701" cy="935378"/>
          </a:xfrm>
        </p:grpSpPr>
        <p:sp>
          <p:nvSpPr>
            <p:cNvPr id="6556" name="Google Shape;6556;p69"/>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69"/>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69"/>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69"/>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9"/>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9"/>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9"/>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9"/>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69"/>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69"/>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69"/>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9"/>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9"/>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69"/>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69"/>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69"/>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9"/>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69"/>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69"/>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69"/>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69"/>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69"/>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9"/>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9"/>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9"/>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69"/>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69"/>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9"/>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9"/>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9"/>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9"/>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9"/>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69"/>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592"/>
        <p:cNvGrpSpPr/>
        <p:nvPr/>
      </p:nvGrpSpPr>
      <p:grpSpPr>
        <a:xfrm>
          <a:off x="0" y="0"/>
          <a:ext cx="0" cy="0"/>
          <a:chOff x="0" y="0"/>
          <a:chExt cx="0" cy="0"/>
        </a:xfrm>
      </p:grpSpPr>
      <p:grpSp>
        <p:nvGrpSpPr>
          <p:cNvPr id="6593" name="Google Shape;6593;p70"/>
          <p:cNvGrpSpPr/>
          <p:nvPr/>
        </p:nvGrpSpPr>
        <p:grpSpPr>
          <a:xfrm>
            <a:off x="3353582" y="1145627"/>
            <a:ext cx="2363393" cy="1017867"/>
            <a:chOff x="3292400" y="1219146"/>
            <a:chExt cx="2615240" cy="1110239"/>
          </a:xfrm>
        </p:grpSpPr>
        <p:sp>
          <p:nvSpPr>
            <p:cNvPr id="6594" name="Google Shape;6594;p70"/>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200">
                <a:solidFill>
                  <a:srgbClr val="FFFFFF"/>
                </a:solidFill>
              </a:endParaRPr>
            </a:p>
          </p:txBody>
        </p:sp>
        <p:sp>
          <p:nvSpPr>
            <p:cNvPr id="6595" name="Google Shape;6595;p70"/>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596" name="Google Shape;6596;p70"/>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6597" name="Google Shape;6597;p70"/>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6598" name="Google Shape;6598;p70"/>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6599" name="Google Shape;6599;p70"/>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6600" name="Google Shape;6600;p70"/>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6601" name="Google Shape;6601;p70"/>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6602" name="Google Shape;6602;p70"/>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6603" name="Google Shape;6603;p70"/>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6604" name="Google Shape;6604;p70"/>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6605" name="Google Shape;6605;p70"/>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6606" name="Google Shape;6606;p70"/>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6607" name="Google Shape;6607;p70"/>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6608" name="Google Shape;6608;p70"/>
            <p:cNvGrpSpPr/>
            <p:nvPr/>
          </p:nvGrpSpPr>
          <p:grpSpPr>
            <a:xfrm>
              <a:off x="3748438" y="1378608"/>
              <a:ext cx="2159202" cy="903971"/>
              <a:chOff x="1683525" y="2179850"/>
              <a:chExt cx="4519050" cy="2134525"/>
            </a:xfrm>
          </p:grpSpPr>
          <p:sp>
            <p:nvSpPr>
              <p:cNvPr id="6609" name="Google Shape;6609;p70"/>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0" name="Google Shape;6610;p70"/>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1" name="Google Shape;6611;p70"/>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2" name="Google Shape;6612;p70"/>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3" name="Google Shape;6613;p70"/>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4" name="Google Shape;6614;p70"/>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5" name="Google Shape;6615;p70"/>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6" name="Google Shape;6616;p70"/>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7" name="Google Shape;6617;p70"/>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8" name="Google Shape;6618;p70"/>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9" name="Google Shape;6619;p70"/>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20" name="Google Shape;6620;p70"/>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aphicFrame>
        <p:nvGraphicFramePr>
          <p:cNvPr id="6621" name="Google Shape;6621;p70"/>
          <p:cNvGraphicFramePr/>
          <p:nvPr/>
        </p:nvGraphicFramePr>
        <p:xfrm>
          <a:off x="5949675" y="2323100"/>
          <a:ext cx="3000000" cy="3000000"/>
        </p:xfrm>
        <a:graphic>
          <a:graphicData uri="http://schemas.openxmlformats.org/drawingml/2006/table">
            <a:tbl>
              <a:tblPr>
                <a:noFill/>
                <a:tableStyleId>{90535294-36AE-4AAC-83D8-889A82E35E47}</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6622" name="Google Shape;6622;p70"/>
          <p:cNvGrpSpPr/>
          <p:nvPr/>
        </p:nvGrpSpPr>
        <p:grpSpPr>
          <a:xfrm>
            <a:off x="5926924" y="3381697"/>
            <a:ext cx="2519825" cy="1001454"/>
            <a:chOff x="1906114" y="789980"/>
            <a:chExt cx="1487676" cy="606868"/>
          </a:xfrm>
        </p:grpSpPr>
        <p:cxnSp>
          <p:nvCxnSpPr>
            <p:cNvPr id="6623" name="Google Shape;6623;p70"/>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6624" name="Google Shape;6624;p70"/>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6625" name="Google Shape;6625;p70"/>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6626" name="Google Shape;6626;p70"/>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6627" name="Google Shape;6627;p70"/>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6628" name="Google Shape;6628;p70"/>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6629" name="Google Shape;6629;p70"/>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6630" name="Google Shape;6630;p70"/>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70"/>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70"/>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70"/>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70"/>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70"/>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70"/>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6637" name="Google Shape;6637;p70"/>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6638" name="Google Shape;6638;p70"/>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6639" name="Google Shape;6639;p70"/>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0" name="Google Shape;6640;p70"/>
          <p:cNvGrpSpPr/>
          <p:nvPr/>
        </p:nvGrpSpPr>
        <p:grpSpPr>
          <a:xfrm>
            <a:off x="726399" y="1190655"/>
            <a:ext cx="2394370" cy="976502"/>
            <a:chOff x="749309" y="1112739"/>
            <a:chExt cx="2371603" cy="976502"/>
          </a:xfrm>
        </p:grpSpPr>
        <p:sp>
          <p:nvSpPr>
            <p:cNvPr id="6641" name="Google Shape;6641;p70"/>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70"/>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70"/>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70"/>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70"/>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70"/>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70"/>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70"/>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70"/>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70"/>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70"/>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70"/>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70"/>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70"/>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70"/>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70"/>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70"/>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70"/>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70"/>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70"/>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70"/>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70"/>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70"/>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70"/>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70"/>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70"/>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70"/>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70"/>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70"/>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70"/>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70"/>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70"/>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6673" name="Google Shape;6673;p70"/>
          <p:cNvGraphicFramePr/>
          <p:nvPr/>
        </p:nvGraphicFramePr>
        <p:xfrm>
          <a:off x="5949700" y="1188950"/>
          <a:ext cx="3000000" cy="3000000"/>
        </p:xfrm>
        <a:graphic>
          <a:graphicData uri="http://schemas.openxmlformats.org/drawingml/2006/table">
            <a:tbl>
              <a:tblPr>
                <a:noFill/>
                <a:tableStyleId>{90535294-36AE-4AAC-83D8-889A82E35E47}</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6674" name="Google Shape;6674;p70"/>
          <p:cNvGraphicFramePr/>
          <p:nvPr/>
        </p:nvGraphicFramePr>
        <p:xfrm>
          <a:off x="3356413" y="2323100"/>
          <a:ext cx="3000000" cy="3000000"/>
        </p:xfrm>
        <a:graphic>
          <a:graphicData uri="http://schemas.openxmlformats.org/drawingml/2006/table">
            <a:tbl>
              <a:tblPr>
                <a:noFill/>
                <a:tableStyleId>{90535294-36AE-4AAC-83D8-889A82E35E47}</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6675" name="Google Shape;6675;p70"/>
          <p:cNvGrpSpPr/>
          <p:nvPr/>
        </p:nvGrpSpPr>
        <p:grpSpPr>
          <a:xfrm>
            <a:off x="4100342" y="2709743"/>
            <a:ext cx="1517436" cy="74460"/>
            <a:chOff x="3980086" y="2804397"/>
            <a:chExt cx="1227600" cy="66900"/>
          </a:xfrm>
        </p:grpSpPr>
        <p:sp>
          <p:nvSpPr>
            <p:cNvPr id="6676" name="Google Shape;6676;p7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7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8" name="Google Shape;6678;p70"/>
          <p:cNvGrpSpPr/>
          <p:nvPr/>
        </p:nvGrpSpPr>
        <p:grpSpPr>
          <a:xfrm>
            <a:off x="4725406" y="3002330"/>
            <a:ext cx="892956" cy="74460"/>
            <a:chOff x="3980086" y="2804397"/>
            <a:chExt cx="1227600" cy="66900"/>
          </a:xfrm>
        </p:grpSpPr>
        <p:sp>
          <p:nvSpPr>
            <p:cNvPr id="6679" name="Google Shape;6679;p7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7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1" name="Google Shape;6681;p70"/>
          <p:cNvGrpSpPr/>
          <p:nvPr/>
        </p:nvGrpSpPr>
        <p:grpSpPr>
          <a:xfrm>
            <a:off x="3358498" y="3361213"/>
            <a:ext cx="2363244" cy="1005943"/>
            <a:chOff x="3358415" y="3361302"/>
            <a:chExt cx="2363244" cy="1024695"/>
          </a:xfrm>
        </p:grpSpPr>
        <p:grpSp>
          <p:nvGrpSpPr>
            <p:cNvPr id="6682" name="Google Shape;6682;p70"/>
            <p:cNvGrpSpPr/>
            <p:nvPr/>
          </p:nvGrpSpPr>
          <p:grpSpPr>
            <a:xfrm>
              <a:off x="3358415" y="3361302"/>
              <a:ext cx="441300" cy="1024695"/>
              <a:chOff x="3358415" y="3361302"/>
              <a:chExt cx="441300" cy="1024695"/>
            </a:xfrm>
          </p:grpSpPr>
          <p:sp>
            <p:nvSpPr>
              <p:cNvPr id="6683" name="Google Shape;6683;p70"/>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70"/>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70"/>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70"/>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70"/>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70"/>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9" name="Google Shape;6689;p70"/>
            <p:cNvGrpSpPr/>
            <p:nvPr/>
          </p:nvGrpSpPr>
          <p:grpSpPr>
            <a:xfrm>
              <a:off x="3838901" y="3361302"/>
              <a:ext cx="441300" cy="1024695"/>
              <a:chOff x="3838901" y="3361302"/>
              <a:chExt cx="441300" cy="1024695"/>
            </a:xfrm>
          </p:grpSpPr>
          <p:sp>
            <p:nvSpPr>
              <p:cNvPr id="6690" name="Google Shape;6690;p70"/>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70"/>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70"/>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70"/>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70"/>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70"/>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6" name="Google Shape;6696;p70"/>
            <p:cNvGrpSpPr/>
            <p:nvPr/>
          </p:nvGrpSpPr>
          <p:grpSpPr>
            <a:xfrm>
              <a:off x="4319387" y="3361302"/>
              <a:ext cx="441300" cy="1024695"/>
              <a:chOff x="4319387" y="3361302"/>
              <a:chExt cx="441300" cy="1024695"/>
            </a:xfrm>
          </p:grpSpPr>
          <p:sp>
            <p:nvSpPr>
              <p:cNvPr id="6697" name="Google Shape;6697;p70"/>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70"/>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70"/>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70"/>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70"/>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70"/>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3" name="Google Shape;6703;p70"/>
            <p:cNvGrpSpPr/>
            <p:nvPr/>
          </p:nvGrpSpPr>
          <p:grpSpPr>
            <a:xfrm>
              <a:off x="4799873" y="3361302"/>
              <a:ext cx="441300" cy="1024695"/>
              <a:chOff x="4799873" y="3361302"/>
              <a:chExt cx="441300" cy="1024695"/>
            </a:xfrm>
          </p:grpSpPr>
          <p:sp>
            <p:nvSpPr>
              <p:cNvPr id="6704" name="Google Shape;6704;p70"/>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70"/>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70"/>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70"/>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70"/>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70"/>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0" name="Google Shape;6710;p70"/>
            <p:cNvGrpSpPr/>
            <p:nvPr/>
          </p:nvGrpSpPr>
          <p:grpSpPr>
            <a:xfrm>
              <a:off x="5280360" y="3361302"/>
              <a:ext cx="441300" cy="1024695"/>
              <a:chOff x="5280360" y="3361302"/>
              <a:chExt cx="441300" cy="1024695"/>
            </a:xfrm>
          </p:grpSpPr>
          <p:sp>
            <p:nvSpPr>
              <p:cNvPr id="6711" name="Google Shape;6711;p70"/>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70"/>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70"/>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70"/>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70"/>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70"/>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6717" name="Google Shape;6717;p70"/>
          <p:cNvGraphicFramePr/>
          <p:nvPr/>
        </p:nvGraphicFramePr>
        <p:xfrm>
          <a:off x="724925" y="2323100"/>
          <a:ext cx="3000000" cy="3000000"/>
        </p:xfrm>
        <a:graphic>
          <a:graphicData uri="http://schemas.openxmlformats.org/drawingml/2006/table">
            <a:tbl>
              <a:tblPr>
                <a:noFill/>
                <a:tableStyleId>{90535294-36AE-4AAC-83D8-889A82E35E47}</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6718" name="Google Shape;6718;p70"/>
          <p:cNvGrpSpPr/>
          <p:nvPr/>
        </p:nvGrpSpPr>
        <p:grpSpPr>
          <a:xfrm>
            <a:off x="726450" y="3372825"/>
            <a:ext cx="2403614" cy="1005900"/>
            <a:chOff x="726450" y="3372825"/>
            <a:chExt cx="2403614" cy="1005900"/>
          </a:xfrm>
        </p:grpSpPr>
        <p:grpSp>
          <p:nvGrpSpPr>
            <p:cNvPr id="6719" name="Google Shape;6719;p70"/>
            <p:cNvGrpSpPr/>
            <p:nvPr/>
          </p:nvGrpSpPr>
          <p:grpSpPr>
            <a:xfrm>
              <a:off x="726450" y="3696000"/>
              <a:ext cx="2403614" cy="500898"/>
              <a:chOff x="726450" y="3696000"/>
              <a:chExt cx="2403614" cy="500898"/>
            </a:xfrm>
          </p:grpSpPr>
          <p:sp>
            <p:nvSpPr>
              <p:cNvPr id="6720" name="Google Shape;6720;p70"/>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1" name="Google Shape;6721;p70"/>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6722" name="Google Shape;6722;p70"/>
            <p:cNvGrpSpPr/>
            <p:nvPr/>
          </p:nvGrpSpPr>
          <p:grpSpPr>
            <a:xfrm>
              <a:off x="1348050" y="3372825"/>
              <a:ext cx="1720425" cy="1005900"/>
              <a:chOff x="1348050" y="3372825"/>
              <a:chExt cx="1720425" cy="1005900"/>
            </a:xfrm>
          </p:grpSpPr>
          <p:sp>
            <p:nvSpPr>
              <p:cNvPr id="6723" name="Google Shape;6723;p70"/>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4" name="Google Shape;6724;p70"/>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5" name="Google Shape;6725;p70"/>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6" name="Google Shape;6726;p70"/>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7" name="Google Shape;6727;p70"/>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6728" name="Google Shape;6728;p70"/>
            <p:cNvGrpSpPr/>
            <p:nvPr/>
          </p:nvGrpSpPr>
          <p:grpSpPr>
            <a:xfrm>
              <a:off x="1455707" y="3731058"/>
              <a:ext cx="1491150" cy="417657"/>
              <a:chOff x="1455707" y="3731058"/>
              <a:chExt cx="1491150" cy="417657"/>
            </a:xfrm>
          </p:grpSpPr>
          <p:grpSp>
            <p:nvGrpSpPr>
              <p:cNvPr id="6729" name="Google Shape;6729;p70"/>
              <p:cNvGrpSpPr/>
              <p:nvPr/>
            </p:nvGrpSpPr>
            <p:grpSpPr>
              <a:xfrm>
                <a:off x="1472938" y="3745828"/>
                <a:ext cx="72126" cy="53788"/>
                <a:chOff x="1472938" y="3745828"/>
                <a:chExt cx="72126" cy="53788"/>
              </a:xfrm>
            </p:grpSpPr>
            <p:sp>
              <p:nvSpPr>
                <p:cNvPr id="6730" name="Google Shape;6730;p70"/>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70"/>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2" name="Google Shape;6732;p70"/>
              <p:cNvGrpSpPr/>
              <p:nvPr/>
            </p:nvGrpSpPr>
            <p:grpSpPr>
              <a:xfrm>
                <a:off x="1819181" y="4089633"/>
                <a:ext cx="72126" cy="53788"/>
                <a:chOff x="1819181" y="4089633"/>
                <a:chExt cx="72126" cy="53788"/>
              </a:xfrm>
            </p:grpSpPr>
            <p:sp>
              <p:nvSpPr>
                <p:cNvPr id="6733" name="Google Shape;6733;p70"/>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70"/>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5" name="Google Shape;6735;p70"/>
              <p:cNvGrpSpPr/>
              <p:nvPr/>
            </p:nvGrpSpPr>
            <p:grpSpPr>
              <a:xfrm>
                <a:off x="1455707" y="4084171"/>
                <a:ext cx="64321" cy="64544"/>
                <a:chOff x="1455707" y="4084171"/>
                <a:chExt cx="64321" cy="64544"/>
              </a:xfrm>
            </p:grpSpPr>
            <p:sp>
              <p:nvSpPr>
                <p:cNvPr id="6736" name="Google Shape;6736;p70"/>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70"/>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8" name="Google Shape;6738;p70"/>
              <p:cNvGrpSpPr/>
              <p:nvPr/>
            </p:nvGrpSpPr>
            <p:grpSpPr>
              <a:xfrm>
                <a:off x="1818610" y="3731058"/>
                <a:ext cx="64321" cy="64544"/>
                <a:chOff x="1818610" y="3731058"/>
                <a:chExt cx="64321" cy="64544"/>
              </a:xfrm>
            </p:grpSpPr>
            <p:sp>
              <p:nvSpPr>
                <p:cNvPr id="6739" name="Google Shape;6739;p70"/>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70"/>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1" name="Google Shape;6741;p70"/>
              <p:cNvGrpSpPr/>
              <p:nvPr/>
            </p:nvGrpSpPr>
            <p:grpSpPr>
              <a:xfrm>
                <a:off x="2172491" y="4089633"/>
                <a:ext cx="72126" cy="53788"/>
                <a:chOff x="2172491" y="4089633"/>
                <a:chExt cx="72126" cy="53788"/>
              </a:xfrm>
            </p:grpSpPr>
            <p:sp>
              <p:nvSpPr>
                <p:cNvPr id="6742" name="Google Shape;6742;p70"/>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70"/>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4" name="Google Shape;6744;p70"/>
              <p:cNvGrpSpPr/>
              <p:nvPr/>
            </p:nvGrpSpPr>
            <p:grpSpPr>
              <a:xfrm>
                <a:off x="2171920" y="3731058"/>
                <a:ext cx="64321" cy="64544"/>
                <a:chOff x="2171920" y="3731058"/>
                <a:chExt cx="64321" cy="64544"/>
              </a:xfrm>
            </p:grpSpPr>
            <p:sp>
              <p:nvSpPr>
                <p:cNvPr id="6745" name="Google Shape;6745;p70"/>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70"/>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7" name="Google Shape;6747;p70"/>
              <p:cNvGrpSpPr/>
              <p:nvPr/>
            </p:nvGrpSpPr>
            <p:grpSpPr>
              <a:xfrm>
                <a:off x="2874730" y="3745828"/>
                <a:ext cx="72126" cy="53788"/>
                <a:chOff x="2874730" y="3745828"/>
                <a:chExt cx="72126" cy="53788"/>
              </a:xfrm>
            </p:grpSpPr>
            <p:sp>
              <p:nvSpPr>
                <p:cNvPr id="6748" name="Google Shape;6748;p70"/>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70"/>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0" name="Google Shape;6750;p70"/>
              <p:cNvGrpSpPr/>
              <p:nvPr/>
            </p:nvGrpSpPr>
            <p:grpSpPr>
              <a:xfrm>
                <a:off x="2878589" y="4081481"/>
                <a:ext cx="64321" cy="64544"/>
                <a:chOff x="2878589" y="4081481"/>
                <a:chExt cx="64321" cy="64544"/>
              </a:xfrm>
            </p:grpSpPr>
            <p:sp>
              <p:nvSpPr>
                <p:cNvPr id="6751" name="Google Shape;6751;p70"/>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70"/>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3" name="Google Shape;6753;p70"/>
              <p:cNvGrpSpPr/>
              <p:nvPr/>
            </p:nvGrpSpPr>
            <p:grpSpPr>
              <a:xfrm>
                <a:off x="2525796" y="4089633"/>
                <a:ext cx="72126" cy="53788"/>
                <a:chOff x="2525796" y="4089633"/>
                <a:chExt cx="72126" cy="53788"/>
              </a:xfrm>
            </p:grpSpPr>
            <p:sp>
              <p:nvSpPr>
                <p:cNvPr id="6754" name="Google Shape;6754;p70"/>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70"/>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6" name="Google Shape;6756;p70"/>
              <p:cNvGrpSpPr/>
              <p:nvPr/>
            </p:nvGrpSpPr>
            <p:grpSpPr>
              <a:xfrm>
                <a:off x="2525225" y="3731058"/>
                <a:ext cx="64321" cy="64544"/>
                <a:chOff x="2525225" y="3731058"/>
                <a:chExt cx="64321" cy="64544"/>
              </a:xfrm>
            </p:grpSpPr>
            <p:sp>
              <p:nvSpPr>
                <p:cNvPr id="6757" name="Google Shape;6757;p70"/>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70"/>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6762"/>
        <p:cNvGrpSpPr/>
        <p:nvPr/>
      </p:nvGrpSpPr>
      <p:grpSpPr>
        <a:xfrm>
          <a:off x="0" y="0"/>
          <a:ext cx="0" cy="0"/>
          <a:chOff x="0" y="0"/>
          <a:chExt cx="0" cy="0"/>
        </a:xfrm>
      </p:grpSpPr>
      <p:grpSp>
        <p:nvGrpSpPr>
          <p:cNvPr id="6763" name="Google Shape;6763;p71"/>
          <p:cNvGrpSpPr/>
          <p:nvPr/>
        </p:nvGrpSpPr>
        <p:grpSpPr>
          <a:xfrm>
            <a:off x="732428" y="1171356"/>
            <a:ext cx="845921" cy="690752"/>
            <a:chOff x="732428" y="1198513"/>
            <a:chExt cx="845921" cy="690752"/>
          </a:xfrm>
        </p:grpSpPr>
        <p:grpSp>
          <p:nvGrpSpPr>
            <p:cNvPr id="6764" name="Google Shape;6764;p71"/>
            <p:cNvGrpSpPr/>
            <p:nvPr/>
          </p:nvGrpSpPr>
          <p:grpSpPr>
            <a:xfrm>
              <a:off x="823030" y="1198513"/>
              <a:ext cx="755319" cy="690752"/>
              <a:chOff x="823030" y="1198513"/>
              <a:chExt cx="755319" cy="690752"/>
            </a:xfrm>
          </p:grpSpPr>
          <p:sp>
            <p:nvSpPr>
              <p:cNvPr id="6765" name="Google Shape;6765;p71"/>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71"/>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7" name="Google Shape;6767;p71"/>
            <p:cNvGrpSpPr/>
            <p:nvPr/>
          </p:nvGrpSpPr>
          <p:grpSpPr>
            <a:xfrm>
              <a:off x="732428" y="1239937"/>
              <a:ext cx="739912" cy="607886"/>
              <a:chOff x="732428" y="1239937"/>
              <a:chExt cx="739912" cy="607886"/>
            </a:xfrm>
          </p:grpSpPr>
          <p:sp>
            <p:nvSpPr>
              <p:cNvPr id="6768" name="Google Shape;6768;p71"/>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71"/>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0" name="Google Shape;6770;p71"/>
            <p:cNvGrpSpPr/>
            <p:nvPr/>
          </p:nvGrpSpPr>
          <p:grpSpPr>
            <a:xfrm>
              <a:off x="732428" y="1277018"/>
              <a:ext cx="702832" cy="533758"/>
              <a:chOff x="732428" y="1277018"/>
              <a:chExt cx="702832" cy="533758"/>
            </a:xfrm>
          </p:grpSpPr>
          <p:sp>
            <p:nvSpPr>
              <p:cNvPr id="6771" name="Google Shape;6771;p71"/>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71"/>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3" name="Google Shape;6773;p71"/>
            <p:cNvGrpSpPr/>
            <p:nvPr/>
          </p:nvGrpSpPr>
          <p:grpSpPr>
            <a:xfrm>
              <a:off x="931170" y="1306653"/>
              <a:ext cx="647179" cy="474455"/>
              <a:chOff x="931170" y="1306653"/>
              <a:chExt cx="647179" cy="474455"/>
            </a:xfrm>
          </p:grpSpPr>
          <p:sp>
            <p:nvSpPr>
              <p:cNvPr id="6774" name="Google Shape;6774;p71"/>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71"/>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76" name="Google Shape;6776;p71"/>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7" name="Google Shape;6777;p71"/>
          <p:cNvGrpSpPr/>
          <p:nvPr/>
        </p:nvGrpSpPr>
        <p:grpSpPr>
          <a:xfrm>
            <a:off x="3964037" y="1171363"/>
            <a:ext cx="634656" cy="699982"/>
            <a:chOff x="5985650" y="2860025"/>
            <a:chExt cx="1396075" cy="1539775"/>
          </a:xfrm>
        </p:grpSpPr>
        <p:sp>
          <p:nvSpPr>
            <p:cNvPr id="6778" name="Google Shape;6778;p71"/>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71"/>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71"/>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71"/>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71"/>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71"/>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71"/>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71"/>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71"/>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71"/>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71"/>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71"/>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71"/>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71"/>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71"/>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71"/>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71"/>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71"/>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71"/>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71"/>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71"/>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71"/>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71"/>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71"/>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71"/>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71"/>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71"/>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71"/>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71"/>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71"/>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71"/>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71"/>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0" name="Google Shape;6810;p71"/>
          <p:cNvGrpSpPr/>
          <p:nvPr/>
        </p:nvGrpSpPr>
        <p:grpSpPr>
          <a:xfrm>
            <a:off x="4719687" y="1171356"/>
            <a:ext cx="725845" cy="699975"/>
            <a:chOff x="4249973" y="1201875"/>
            <a:chExt cx="1958568" cy="1888762"/>
          </a:xfrm>
        </p:grpSpPr>
        <p:sp>
          <p:nvSpPr>
            <p:cNvPr id="6811" name="Google Shape;6811;p71"/>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12" name="Google Shape;6812;p71"/>
            <p:cNvGrpSpPr/>
            <p:nvPr/>
          </p:nvGrpSpPr>
          <p:grpSpPr>
            <a:xfrm>
              <a:off x="5853086" y="1789142"/>
              <a:ext cx="355454" cy="1048099"/>
              <a:chOff x="5576108" y="2016725"/>
              <a:chExt cx="565200" cy="1666560"/>
            </a:xfrm>
          </p:grpSpPr>
          <p:sp>
            <p:nvSpPr>
              <p:cNvPr id="6813" name="Google Shape;6813;p71"/>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14" name="Google Shape;6814;p71"/>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5" name="Google Shape;6815;p71"/>
            <p:cNvGrpSpPr/>
            <p:nvPr/>
          </p:nvGrpSpPr>
          <p:grpSpPr>
            <a:xfrm>
              <a:off x="4869455" y="2691676"/>
              <a:ext cx="1013897" cy="398961"/>
              <a:chOff x="4012057" y="3451825"/>
              <a:chExt cx="1612175" cy="634379"/>
            </a:xfrm>
          </p:grpSpPr>
          <p:sp>
            <p:nvSpPr>
              <p:cNvPr id="6816" name="Google Shape;6816;p71"/>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17" name="Google Shape;6817;p71"/>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8" name="Google Shape;6818;p71"/>
            <p:cNvGrpSpPr/>
            <p:nvPr/>
          </p:nvGrpSpPr>
          <p:grpSpPr>
            <a:xfrm>
              <a:off x="4276937" y="2155961"/>
              <a:ext cx="651965" cy="891358"/>
              <a:chOff x="3069908" y="2599997"/>
              <a:chExt cx="1036675" cy="1417328"/>
            </a:xfrm>
          </p:grpSpPr>
          <p:sp>
            <p:nvSpPr>
              <p:cNvPr id="6819" name="Google Shape;6819;p71"/>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20" name="Google Shape;6820;p71"/>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1" name="Google Shape;6821;p71"/>
            <p:cNvGrpSpPr/>
            <p:nvPr/>
          </p:nvGrpSpPr>
          <p:grpSpPr>
            <a:xfrm>
              <a:off x="5054918" y="1201875"/>
              <a:ext cx="999548" cy="602711"/>
              <a:chOff x="4306958" y="1082925"/>
              <a:chExt cx="1589359" cy="958358"/>
            </a:xfrm>
          </p:grpSpPr>
          <p:sp>
            <p:nvSpPr>
              <p:cNvPr id="6822" name="Google Shape;6822;p71"/>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23" name="Google Shape;6823;p71"/>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4" name="Google Shape;6824;p71"/>
            <p:cNvGrpSpPr/>
            <p:nvPr/>
          </p:nvGrpSpPr>
          <p:grpSpPr>
            <a:xfrm>
              <a:off x="4249973" y="1303451"/>
              <a:ext cx="799317" cy="841334"/>
              <a:chOff x="3027033" y="1244439"/>
              <a:chExt cx="1270977" cy="1337786"/>
            </a:xfrm>
          </p:grpSpPr>
          <p:sp>
            <p:nvSpPr>
              <p:cNvPr id="6825" name="Google Shape;6825;p71"/>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26" name="Google Shape;6826;p71"/>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27" name="Google Shape;6827;p71"/>
          <p:cNvGrpSpPr/>
          <p:nvPr/>
        </p:nvGrpSpPr>
        <p:grpSpPr>
          <a:xfrm>
            <a:off x="4072551" y="2058137"/>
            <a:ext cx="750769" cy="683784"/>
            <a:chOff x="4204684" y="2104422"/>
            <a:chExt cx="699822" cy="637382"/>
          </a:xfrm>
        </p:grpSpPr>
        <p:grpSp>
          <p:nvGrpSpPr>
            <p:cNvPr id="6828" name="Google Shape;6828;p71"/>
            <p:cNvGrpSpPr/>
            <p:nvPr/>
          </p:nvGrpSpPr>
          <p:grpSpPr>
            <a:xfrm>
              <a:off x="4204684" y="2430067"/>
              <a:ext cx="342957" cy="311738"/>
              <a:chOff x="4204684" y="2430067"/>
              <a:chExt cx="342957" cy="311738"/>
            </a:xfrm>
          </p:grpSpPr>
          <p:sp>
            <p:nvSpPr>
              <p:cNvPr id="6829" name="Google Shape;6829;p71"/>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71"/>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1" name="Google Shape;6831;p71"/>
            <p:cNvGrpSpPr/>
            <p:nvPr/>
          </p:nvGrpSpPr>
          <p:grpSpPr>
            <a:xfrm>
              <a:off x="4561586" y="2430067"/>
              <a:ext cx="342920" cy="311738"/>
              <a:chOff x="4561586" y="2430067"/>
              <a:chExt cx="342920" cy="311738"/>
            </a:xfrm>
          </p:grpSpPr>
          <p:sp>
            <p:nvSpPr>
              <p:cNvPr id="6832" name="Google Shape;6832;p71"/>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71"/>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4" name="Google Shape;6834;p71"/>
            <p:cNvGrpSpPr/>
            <p:nvPr/>
          </p:nvGrpSpPr>
          <p:grpSpPr>
            <a:xfrm>
              <a:off x="4561586" y="2104422"/>
              <a:ext cx="342920" cy="311738"/>
              <a:chOff x="4561586" y="2104422"/>
              <a:chExt cx="342920" cy="311738"/>
            </a:xfrm>
          </p:grpSpPr>
          <p:sp>
            <p:nvSpPr>
              <p:cNvPr id="6835" name="Google Shape;6835;p71"/>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71"/>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7" name="Google Shape;6837;p71"/>
            <p:cNvGrpSpPr/>
            <p:nvPr/>
          </p:nvGrpSpPr>
          <p:grpSpPr>
            <a:xfrm>
              <a:off x="4204684" y="2104422"/>
              <a:ext cx="342957" cy="311664"/>
              <a:chOff x="4204684" y="2104422"/>
              <a:chExt cx="342957" cy="311664"/>
            </a:xfrm>
          </p:grpSpPr>
          <p:sp>
            <p:nvSpPr>
              <p:cNvPr id="6838" name="Google Shape;6838;p71"/>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71"/>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40" name="Google Shape;6840;p71"/>
          <p:cNvGrpSpPr/>
          <p:nvPr/>
        </p:nvGrpSpPr>
        <p:grpSpPr>
          <a:xfrm>
            <a:off x="5536984" y="1171351"/>
            <a:ext cx="660591" cy="688867"/>
            <a:chOff x="5830645" y="1267368"/>
            <a:chExt cx="530340" cy="553040"/>
          </a:xfrm>
        </p:grpSpPr>
        <p:sp>
          <p:nvSpPr>
            <p:cNvPr id="6841" name="Google Shape;6841;p71"/>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42" name="Google Shape;6842;p71"/>
            <p:cNvGrpSpPr/>
            <p:nvPr/>
          </p:nvGrpSpPr>
          <p:grpSpPr>
            <a:xfrm>
              <a:off x="5830645" y="1267368"/>
              <a:ext cx="259743" cy="269909"/>
              <a:chOff x="5830645" y="1267368"/>
              <a:chExt cx="259743" cy="269909"/>
            </a:xfrm>
          </p:grpSpPr>
          <p:sp>
            <p:nvSpPr>
              <p:cNvPr id="6843" name="Google Shape;6843;p71"/>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71"/>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5" name="Google Shape;6845;p71"/>
            <p:cNvGrpSpPr/>
            <p:nvPr/>
          </p:nvGrpSpPr>
          <p:grpSpPr>
            <a:xfrm>
              <a:off x="6101293" y="1267368"/>
              <a:ext cx="259692" cy="269909"/>
              <a:chOff x="6101293" y="1267368"/>
              <a:chExt cx="259692" cy="269909"/>
            </a:xfrm>
          </p:grpSpPr>
          <p:sp>
            <p:nvSpPr>
              <p:cNvPr id="6846" name="Google Shape;6846;p71"/>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71"/>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8" name="Google Shape;6848;p71"/>
            <p:cNvGrpSpPr/>
            <p:nvPr/>
          </p:nvGrpSpPr>
          <p:grpSpPr>
            <a:xfrm>
              <a:off x="5830645" y="1550500"/>
              <a:ext cx="259692" cy="269909"/>
              <a:chOff x="5830645" y="1550500"/>
              <a:chExt cx="259692" cy="269909"/>
            </a:xfrm>
          </p:grpSpPr>
          <p:sp>
            <p:nvSpPr>
              <p:cNvPr id="6849" name="Google Shape;6849;p71"/>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71"/>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1" name="Google Shape;6851;p71"/>
            <p:cNvGrpSpPr/>
            <p:nvPr/>
          </p:nvGrpSpPr>
          <p:grpSpPr>
            <a:xfrm>
              <a:off x="6101293" y="1550500"/>
              <a:ext cx="259692" cy="269909"/>
              <a:chOff x="6101293" y="1550500"/>
              <a:chExt cx="259692" cy="269909"/>
            </a:xfrm>
          </p:grpSpPr>
          <p:sp>
            <p:nvSpPr>
              <p:cNvPr id="6852" name="Google Shape;6852;p71"/>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71"/>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54" name="Google Shape;6854;p71"/>
          <p:cNvGrpSpPr/>
          <p:nvPr/>
        </p:nvGrpSpPr>
        <p:grpSpPr>
          <a:xfrm>
            <a:off x="739138" y="2061810"/>
            <a:ext cx="697154" cy="679574"/>
            <a:chOff x="2679875" y="2361475"/>
            <a:chExt cx="780425" cy="760575"/>
          </a:xfrm>
        </p:grpSpPr>
        <p:sp>
          <p:nvSpPr>
            <p:cNvPr id="6855" name="Google Shape;6855;p71"/>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71"/>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71"/>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71"/>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71"/>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71"/>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1" name="Google Shape;6861;p71"/>
          <p:cNvGrpSpPr/>
          <p:nvPr/>
        </p:nvGrpSpPr>
        <p:grpSpPr>
          <a:xfrm>
            <a:off x="3138297" y="1171402"/>
            <a:ext cx="735829" cy="684547"/>
            <a:chOff x="3351965" y="1148808"/>
            <a:chExt cx="750770" cy="698375"/>
          </a:xfrm>
        </p:grpSpPr>
        <p:grpSp>
          <p:nvGrpSpPr>
            <p:cNvPr id="6862" name="Google Shape;6862;p71"/>
            <p:cNvGrpSpPr/>
            <p:nvPr/>
          </p:nvGrpSpPr>
          <p:grpSpPr>
            <a:xfrm>
              <a:off x="3586796" y="1148808"/>
              <a:ext cx="294857" cy="286830"/>
              <a:chOff x="3750225" y="1774000"/>
              <a:chExt cx="149575" cy="145525"/>
            </a:xfrm>
          </p:grpSpPr>
          <p:sp>
            <p:nvSpPr>
              <p:cNvPr id="6863" name="Google Shape;6863;p71"/>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71"/>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5" name="Google Shape;6865;p71"/>
            <p:cNvGrpSpPr/>
            <p:nvPr/>
          </p:nvGrpSpPr>
          <p:grpSpPr>
            <a:xfrm>
              <a:off x="3779245" y="1375768"/>
              <a:ext cx="323490" cy="286978"/>
              <a:chOff x="3847850" y="1889150"/>
              <a:chExt cx="164100" cy="145600"/>
            </a:xfrm>
          </p:grpSpPr>
          <p:sp>
            <p:nvSpPr>
              <p:cNvPr id="6866" name="Google Shape;6866;p71"/>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71"/>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8" name="Google Shape;6868;p71"/>
            <p:cNvGrpSpPr/>
            <p:nvPr/>
          </p:nvGrpSpPr>
          <p:grpSpPr>
            <a:xfrm>
              <a:off x="3351965" y="1330435"/>
              <a:ext cx="295449" cy="285401"/>
              <a:chOff x="3631100" y="1866150"/>
              <a:chExt cx="149875" cy="144800"/>
            </a:xfrm>
          </p:grpSpPr>
          <p:sp>
            <p:nvSpPr>
              <p:cNvPr id="6869" name="Google Shape;6869;p71"/>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71"/>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1" name="Google Shape;6871;p71"/>
            <p:cNvGrpSpPr/>
            <p:nvPr/>
          </p:nvGrpSpPr>
          <p:grpSpPr>
            <a:xfrm>
              <a:off x="3548208" y="1560352"/>
              <a:ext cx="294808" cy="286830"/>
              <a:chOff x="3730650" y="1982800"/>
              <a:chExt cx="149550" cy="145525"/>
            </a:xfrm>
          </p:grpSpPr>
          <p:sp>
            <p:nvSpPr>
              <p:cNvPr id="6872" name="Google Shape;6872;p71"/>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71"/>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74" name="Google Shape;6874;p71"/>
          <p:cNvGrpSpPr/>
          <p:nvPr/>
        </p:nvGrpSpPr>
        <p:grpSpPr>
          <a:xfrm>
            <a:off x="7639949" y="1171356"/>
            <a:ext cx="804565" cy="677795"/>
            <a:chOff x="7636443" y="1204988"/>
            <a:chExt cx="804565" cy="677795"/>
          </a:xfrm>
        </p:grpSpPr>
        <p:grpSp>
          <p:nvGrpSpPr>
            <p:cNvPr id="6875" name="Google Shape;6875;p71"/>
            <p:cNvGrpSpPr/>
            <p:nvPr/>
          </p:nvGrpSpPr>
          <p:grpSpPr>
            <a:xfrm>
              <a:off x="7636443" y="1509705"/>
              <a:ext cx="804565" cy="373078"/>
              <a:chOff x="7636443" y="1509705"/>
              <a:chExt cx="804565" cy="373078"/>
            </a:xfrm>
          </p:grpSpPr>
          <p:sp>
            <p:nvSpPr>
              <p:cNvPr id="6876" name="Google Shape;6876;p71"/>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71"/>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8" name="Google Shape;6878;p71"/>
            <p:cNvGrpSpPr/>
            <p:nvPr/>
          </p:nvGrpSpPr>
          <p:grpSpPr>
            <a:xfrm>
              <a:off x="7636443" y="1408133"/>
              <a:ext cx="804565" cy="373078"/>
              <a:chOff x="7636443" y="1408133"/>
              <a:chExt cx="804565" cy="373078"/>
            </a:xfrm>
          </p:grpSpPr>
          <p:sp>
            <p:nvSpPr>
              <p:cNvPr id="6879" name="Google Shape;6879;p71"/>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71"/>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1" name="Google Shape;6881;p71"/>
            <p:cNvGrpSpPr/>
            <p:nvPr/>
          </p:nvGrpSpPr>
          <p:grpSpPr>
            <a:xfrm>
              <a:off x="7636443" y="1306560"/>
              <a:ext cx="804565" cy="373078"/>
              <a:chOff x="7636443" y="1306560"/>
              <a:chExt cx="804565" cy="373078"/>
            </a:xfrm>
          </p:grpSpPr>
          <p:sp>
            <p:nvSpPr>
              <p:cNvPr id="6882" name="Google Shape;6882;p71"/>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71"/>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4" name="Google Shape;6884;p71"/>
            <p:cNvGrpSpPr/>
            <p:nvPr/>
          </p:nvGrpSpPr>
          <p:grpSpPr>
            <a:xfrm>
              <a:off x="7636443" y="1204988"/>
              <a:ext cx="804565" cy="373078"/>
              <a:chOff x="7636443" y="1204988"/>
              <a:chExt cx="804565" cy="373078"/>
            </a:xfrm>
          </p:grpSpPr>
          <p:sp>
            <p:nvSpPr>
              <p:cNvPr id="6885" name="Google Shape;6885;p71"/>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71"/>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87" name="Google Shape;6887;p71"/>
          <p:cNvGrpSpPr/>
          <p:nvPr/>
        </p:nvGrpSpPr>
        <p:grpSpPr>
          <a:xfrm>
            <a:off x="4978796" y="2078771"/>
            <a:ext cx="661339" cy="661188"/>
            <a:chOff x="3990000" y="975400"/>
            <a:chExt cx="3934200" cy="3933300"/>
          </a:xfrm>
        </p:grpSpPr>
        <p:sp>
          <p:nvSpPr>
            <p:cNvPr id="6888" name="Google Shape;6888;p71"/>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71"/>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71"/>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71"/>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2" name="Google Shape;6892;p71"/>
          <p:cNvGrpSpPr/>
          <p:nvPr/>
        </p:nvGrpSpPr>
        <p:grpSpPr>
          <a:xfrm>
            <a:off x="6622444" y="2057409"/>
            <a:ext cx="868881" cy="684241"/>
            <a:chOff x="6598259" y="2078634"/>
            <a:chExt cx="868881" cy="684241"/>
          </a:xfrm>
        </p:grpSpPr>
        <p:sp>
          <p:nvSpPr>
            <p:cNvPr id="6893" name="Google Shape;6893;p71"/>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71"/>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71"/>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71"/>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71"/>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71"/>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99" name="Google Shape;6899;p71"/>
            <p:cNvGrpSpPr/>
            <p:nvPr/>
          </p:nvGrpSpPr>
          <p:grpSpPr>
            <a:xfrm>
              <a:off x="6808175" y="2078634"/>
              <a:ext cx="452229" cy="684241"/>
              <a:chOff x="6808175" y="2078634"/>
              <a:chExt cx="452229" cy="684241"/>
            </a:xfrm>
          </p:grpSpPr>
          <p:sp>
            <p:nvSpPr>
              <p:cNvPr id="6900" name="Google Shape;6900;p71"/>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71"/>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71"/>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71"/>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71"/>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71"/>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06" name="Google Shape;6906;p71"/>
              <p:cNvGrpSpPr/>
              <p:nvPr/>
            </p:nvGrpSpPr>
            <p:grpSpPr>
              <a:xfrm>
                <a:off x="6821586" y="2078634"/>
                <a:ext cx="426871" cy="684241"/>
                <a:chOff x="6821586" y="2078634"/>
                <a:chExt cx="426871" cy="684241"/>
              </a:xfrm>
            </p:grpSpPr>
            <p:grpSp>
              <p:nvGrpSpPr>
                <p:cNvPr id="6907" name="Google Shape;6907;p71"/>
                <p:cNvGrpSpPr/>
                <p:nvPr/>
              </p:nvGrpSpPr>
              <p:grpSpPr>
                <a:xfrm>
                  <a:off x="6821586" y="2078634"/>
                  <a:ext cx="426871" cy="684241"/>
                  <a:chOff x="6821586" y="2078634"/>
                  <a:chExt cx="426871" cy="684241"/>
                </a:xfrm>
              </p:grpSpPr>
              <p:sp>
                <p:nvSpPr>
                  <p:cNvPr id="6908" name="Google Shape;6908;p71"/>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71"/>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71"/>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71"/>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71"/>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71"/>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71"/>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71"/>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71"/>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71"/>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71"/>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71"/>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71"/>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71"/>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71"/>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71"/>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71"/>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71"/>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71"/>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27" name="Google Shape;6927;p71"/>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71"/>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71"/>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71"/>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71"/>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71"/>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933" name="Google Shape;6933;p71"/>
          <p:cNvGrpSpPr/>
          <p:nvPr/>
        </p:nvGrpSpPr>
        <p:grpSpPr>
          <a:xfrm>
            <a:off x="5795610" y="2063018"/>
            <a:ext cx="671358" cy="671358"/>
            <a:chOff x="6535625" y="760425"/>
            <a:chExt cx="1665900" cy="1665900"/>
          </a:xfrm>
        </p:grpSpPr>
        <p:sp>
          <p:nvSpPr>
            <p:cNvPr id="6934" name="Google Shape;6934;p71"/>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71"/>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71"/>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71"/>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8" name="Google Shape;6938;p71"/>
          <p:cNvGrpSpPr/>
          <p:nvPr/>
        </p:nvGrpSpPr>
        <p:grpSpPr>
          <a:xfrm>
            <a:off x="732427" y="3731418"/>
            <a:ext cx="1340789" cy="640830"/>
            <a:chOff x="238125" y="1151100"/>
            <a:chExt cx="7139450" cy="3412300"/>
          </a:xfrm>
        </p:grpSpPr>
        <p:sp>
          <p:nvSpPr>
            <p:cNvPr id="6939" name="Google Shape;6939;p71"/>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71"/>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71"/>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71"/>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71"/>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71"/>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71"/>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71"/>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71"/>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71"/>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71"/>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71"/>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1" name="Google Shape;6951;p71"/>
          <p:cNvGrpSpPr/>
          <p:nvPr/>
        </p:nvGrpSpPr>
        <p:grpSpPr>
          <a:xfrm>
            <a:off x="5599650" y="2934699"/>
            <a:ext cx="985357" cy="585764"/>
            <a:chOff x="5145061" y="2881789"/>
            <a:chExt cx="1107641" cy="658458"/>
          </a:xfrm>
        </p:grpSpPr>
        <p:grpSp>
          <p:nvGrpSpPr>
            <p:cNvPr id="6952" name="Google Shape;6952;p71"/>
            <p:cNvGrpSpPr/>
            <p:nvPr/>
          </p:nvGrpSpPr>
          <p:grpSpPr>
            <a:xfrm>
              <a:off x="5722989" y="3244587"/>
              <a:ext cx="529713" cy="295659"/>
              <a:chOff x="5722989" y="3244587"/>
              <a:chExt cx="529713" cy="295659"/>
            </a:xfrm>
          </p:grpSpPr>
          <p:sp>
            <p:nvSpPr>
              <p:cNvPr id="6953" name="Google Shape;6953;p71"/>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954" name="Google Shape;6954;p71"/>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955" name="Google Shape;6955;p71"/>
            <p:cNvGrpSpPr/>
            <p:nvPr/>
          </p:nvGrpSpPr>
          <p:grpSpPr>
            <a:xfrm>
              <a:off x="5145061" y="3244587"/>
              <a:ext cx="536807" cy="295659"/>
              <a:chOff x="5145061" y="3244587"/>
              <a:chExt cx="536807" cy="295659"/>
            </a:xfrm>
          </p:grpSpPr>
          <p:sp>
            <p:nvSpPr>
              <p:cNvPr id="6956" name="Google Shape;6956;p71"/>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957" name="Google Shape;6957;p71"/>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958" name="Google Shape;6958;p71"/>
            <p:cNvGrpSpPr/>
            <p:nvPr/>
          </p:nvGrpSpPr>
          <p:grpSpPr>
            <a:xfrm>
              <a:off x="5341327" y="2898245"/>
              <a:ext cx="532309" cy="614891"/>
              <a:chOff x="5341327" y="2898245"/>
              <a:chExt cx="532309" cy="614891"/>
            </a:xfrm>
          </p:grpSpPr>
          <p:sp>
            <p:nvSpPr>
              <p:cNvPr id="6959" name="Google Shape;6959;p71"/>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960" name="Google Shape;6960;p71"/>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961" name="Google Shape;6961;p71"/>
            <p:cNvGrpSpPr/>
            <p:nvPr/>
          </p:nvGrpSpPr>
          <p:grpSpPr>
            <a:xfrm>
              <a:off x="5532290" y="2881789"/>
              <a:ext cx="620516" cy="305456"/>
              <a:chOff x="5532290" y="2881789"/>
              <a:chExt cx="620516" cy="305456"/>
            </a:xfrm>
          </p:grpSpPr>
          <p:sp>
            <p:nvSpPr>
              <p:cNvPr id="6962" name="Google Shape;6962;p71"/>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963" name="Google Shape;6963;p71"/>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6964" name="Google Shape;6964;p71"/>
          <p:cNvGrpSpPr/>
          <p:nvPr/>
        </p:nvGrpSpPr>
        <p:grpSpPr>
          <a:xfrm>
            <a:off x="8178573" y="3726757"/>
            <a:ext cx="269068" cy="645491"/>
            <a:chOff x="7026852" y="3311869"/>
            <a:chExt cx="434331" cy="1041954"/>
          </a:xfrm>
        </p:grpSpPr>
        <p:sp>
          <p:nvSpPr>
            <p:cNvPr id="6965" name="Google Shape;6965;p71"/>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71"/>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71"/>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8" name="Google Shape;6968;p71"/>
          <p:cNvGrpSpPr/>
          <p:nvPr/>
        </p:nvGrpSpPr>
        <p:grpSpPr>
          <a:xfrm>
            <a:off x="6195154" y="3765995"/>
            <a:ext cx="293882" cy="293836"/>
            <a:chOff x="4873519" y="3311869"/>
            <a:chExt cx="499374" cy="499296"/>
          </a:xfrm>
        </p:grpSpPr>
        <p:sp>
          <p:nvSpPr>
            <p:cNvPr id="6969" name="Google Shape;6969;p71"/>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71"/>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1" name="Google Shape;6971;p71"/>
          <p:cNvGrpSpPr/>
          <p:nvPr/>
        </p:nvGrpSpPr>
        <p:grpSpPr>
          <a:xfrm>
            <a:off x="6195154" y="4078366"/>
            <a:ext cx="293882" cy="293882"/>
            <a:chOff x="4873519" y="3875839"/>
            <a:chExt cx="499374" cy="499374"/>
          </a:xfrm>
        </p:grpSpPr>
        <p:sp>
          <p:nvSpPr>
            <p:cNvPr id="6972" name="Google Shape;6972;p71"/>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71"/>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4" name="Google Shape;6974;p71"/>
          <p:cNvGrpSpPr/>
          <p:nvPr/>
        </p:nvGrpSpPr>
        <p:grpSpPr>
          <a:xfrm>
            <a:off x="2425681" y="2050319"/>
            <a:ext cx="698104" cy="698208"/>
            <a:chOff x="2565073" y="2075876"/>
            <a:chExt cx="672482" cy="672518"/>
          </a:xfrm>
        </p:grpSpPr>
        <p:sp>
          <p:nvSpPr>
            <p:cNvPr id="6975" name="Google Shape;6975;p71"/>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71"/>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71"/>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71"/>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71"/>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71"/>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1" name="Google Shape;6981;p71"/>
          <p:cNvGrpSpPr/>
          <p:nvPr/>
        </p:nvGrpSpPr>
        <p:grpSpPr>
          <a:xfrm>
            <a:off x="5649092" y="3734919"/>
            <a:ext cx="438354" cy="637329"/>
            <a:chOff x="1697726" y="3244179"/>
            <a:chExt cx="788124" cy="1146069"/>
          </a:xfrm>
        </p:grpSpPr>
        <p:sp>
          <p:nvSpPr>
            <p:cNvPr id="6982" name="Google Shape;6982;p71"/>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71"/>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84" name="Google Shape;6984;p71"/>
          <p:cNvSpPr/>
          <p:nvPr/>
        </p:nvSpPr>
        <p:spPr>
          <a:xfrm>
            <a:off x="8146351" y="36227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85" name="Google Shape;6985;p71"/>
          <p:cNvGrpSpPr/>
          <p:nvPr/>
        </p:nvGrpSpPr>
        <p:grpSpPr>
          <a:xfrm>
            <a:off x="7650306" y="2063282"/>
            <a:ext cx="799565" cy="670282"/>
            <a:chOff x="7617850" y="2063282"/>
            <a:chExt cx="799565" cy="670282"/>
          </a:xfrm>
        </p:grpSpPr>
        <p:cxnSp>
          <p:nvCxnSpPr>
            <p:cNvPr id="6986" name="Google Shape;6986;p71"/>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987" name="Google Shape;6987;p71"/>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988" name="Google Shape;6988;p71"/>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989" name="Google Shape;6989;p71"/>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990" name="Google Shape;6990;p71"/>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6991" name="Google Shape;6991;p71"/>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6992" name="Google Shape;6992;p71"/>
            <p:cNvGrpSpPr/>
            <p:nvPr/>
          </p:nvGrpSpPr>
          <p:grpSpPr>
            <a:xfrm>
              <a:off x="7734309" y="2063282"/>
              <a:ext cx="570957" cy="620095"/>
              <a:chOff x="7734309" y="2063282"/>
              <a:chExt cx="570957" cy="620095"/>
            </a:xfrm>
          </p:grpSpPr>
          <p:grpSp>
            <p:nvGrpSpPr>
              <p:cNvPr id="6993" name="Google Shape;6993;p71"/>
              <p:cNvGrpSpPr/>
              <p:nvPr/>
            </p:nvGrpSpPr>
            <p:grpSpPr>
              <a:xfrm>
                <a:off x="8031573" y="2063282"/>
                <a:ext cx="273693" cy="620095"/>
                <a:chOff x="8031573" y="2063282"/>
                <a:chExt cx="273693" cy="620095"/>
              </a:xfrm>
            </p:grpSpPr>
            <p:sp>
              <p:nvSpPr>
                <p:cNvPr id="6994" name="Google Shape;6994;p7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7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7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7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8" name="Google Shape;6998;p71"/>
              <p:cNvGrpSpPr/>
              <p:nvPr/>
            </p:nvGrpSpPr>
            <p:grpSpPr>
              <a:xfrm flipH="1">
                <a:off x="7734309" y="2063282"/>
                <a:ext cx="273693" cy="620095"/>
                <a:chOff x="8031573" y="2063282"/>
                <a:chExt cx="273693" cy="620095"/>
              </a:xfrm>
            </p:grpSpPr>
            <p:sp>
              <p:nvSpPr>
                <p:cNvPr id="6999" name="Google Shape;6999;p7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7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7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7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7003" name="Google Shape;7003;p71"/>
          <p:cNvSpPr/>
          <p:nvPr/>
        </p:nvSpPr>
        <p:spPr>
          <a:xfrm>
            <a:off x="7110561" y="375537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71"/>
          <p:cNvSpPr/>
          <p:nvPr/>
        </p:nvSpPr>
        <p:spPr>
          <a:xfrm rot="10800000">
            <a:off x="6596743" y="375278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05" name="Google Shape;7005;p71"/>
          <p:cNvGrpSpPr/>
          <p:nvPr/>
        </p:nvGrpSpPr>
        <p:grpSpPr>
          <a:xfrm>
            <a:off x="7836913" y="2916765"/>
            <a:ext cx="602567" cy="601884"/>
            <a:chOff x="1186975" y="238125"/>
            <a:chExt cx="5244275" cy="5238325"/>
          </a:xfrm>
        </p:grpSpPr>
        <p:sp>
          <p:nvSpPr>
            <p:cNvPr id="7006" name="Google Shape;7006;p71"/>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71"/>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71"/>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71"/>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0" name="Google Shape;7010;p71"/>
          <p:cNvGrpSpPr/>
          <p:nvPr/>
        </p:nvGrpSpPr>
        <p:grpSpPr>
          <a:xfrm>
            <a:off x="3279650" y="2056249"/>
            <a:ext cx="651848" cy="687338"/>
            <a:chOff x="3400515" y="2056248"/>
            <a:chExt cx="698134" cy="735987"/>
          </a:xfrm>
        </p:grpSpPr>
        <p:grpSp>
          <p:nvGrpSpPr>
            <p:cNvPr id="7011" name="Google Shape;7011;p71"/>
            <p:cNvGrpSpPr/>
            <p:nvPr/>
          </p:nvGrpSpPr>
          <p:grpSpPr>
            <a:xfrm>
              <a:off x="3400515" y="2283913"/>
              <a:ext cx="312919" cy="219900"/>
              <a:chOff x="3400515" y="2283913"/>
              <a:chExt cx="312919" cy="219900"/>
            </a:xfrm>
          </p:grpSpPr>
          <p:sp>
            <p:nvSpPr>
              <p:cNvPr id="7012" name="Google Shape;7012;p71"/>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013" name="Google Shape;7013;p71"/>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7014" name="Google Shape;7014;p71"/>
            <p:cNvGrpSpPr/>
            <p:nvPr/>
          </p:nvGrpSpPr>
          <p:grpSpPr>
            <a:xfrm>
              <a:off x="3547823" y="2461089"/>
              <a:ext cx="219900" cy="331146"/>
              <a:chOff x="3547823" y="2461089"/>
              <a:chExt cx="219900" cy="331146"/>
            </a:xfrm>
          </p:grpSpPr>
          <p:sp>
            <p:nvSpPr>
              <p:cNvPr id="7015" name="Google Shape;7015;p71"/>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016" name="Google Shape;7016;p71"/>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7017" name="Google Shape;7017;p71"/>
            <p:cNvGrpSpPr/>
            <p:nvPr/>
          </p:nvGrpSpPr>
          <p:grpSpPr>
            <a:xfrm>
              <a:off x="3734138" y="2461089"/>
              <a:ext cx="219900" cy="331146"/>
              <a:chOff x="3734138" y="2461089"/>
              <a:chExt cx="219900" cy="331146"/>
            </a:xfrm>
          </p:grpSpPr>
          <p:sp>
            <p:nvSpPr>
              <p:cNvPr id="7018" name="Google Shape;7018;p71"/>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019" name="Google Shape;7019;p71"/>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7020" name="Google Shape;7020;p71"/>
            <p:cNvGrpSpPr/>
            <p:nvPr/>
          </p:nvGrpSpPr>
          <p:grpSpPr>
            <a:xfrm>
              <a:off x="3787560" y="2281742"/>
              <a:ext cx="311089" cy="219900"/>
              <a:chOff x="3787560" y="2281742"/>
              <a:chExt cx="311089" cy="219900"/>
            </a:xfrm>
          </p:grpSpPr>
          <p:sp>
            <p:nvSpPr>
              <p:cNvPr id="7021" name="Google Shape;7021;p71"/>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022" name="Google Shape;7022;p71"/>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7023" name="Google Shape;7023;p71"/>
            <p:cNvGrpSpPr/>
            <p:nvPr/>
          </p:nvGrpSpPr>
          <p:grpSpPr>
            <a:xfrm>
              <a:off x="3637290" y="2056248"/>
              <a:ext cx="219900" cy="330736"/>
              <a:chOff x="3637290" y="2056248"/>
              <a:chExt cx="219900" cy="330736"/>
            </a:xfrm>
          </p:grpSpPr>
          <p:sp>
            <p:nvSpPr>
              <p:cNvPr id="7024" name="Google Shape;7024;p71"/>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7025" name="Google Shape;7025;p71"/>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7026" name="Google Shape;7026;p71"/>
          <p:cNvGrpSpPr/>
          <p:nvPr/>
        </p:nvGrpSpPr>
        <p:grpSpPr>
          <a:xfrm>
            <a:off x="2571356" y="2926255"/>
            <a:ext cx="1268144" cy="592394"/>
            <a:chOff x="238125" y="1188750"/>
            <a:chExt cx="7140450" cy="3335550"/>
          </a:xfrm>
        </p:grpSpPr>
        <p:sp>
          <p:nvSpPr>
            <p:cNvPr id="7027" name="Google Shape;7027;p71"/>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71"/>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71"/>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71"/>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71"/>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2" name="Google Shape;7032;p71"/>
          <p:cNvGrpSpPr/>
          <p:nvPr/>
        </p:nvGrpSpPr>
        <p:grpSpPr>
          <a:xfrm>
            <a:off x="6679257" y="2928410"/>
            <a:ext cx="1053944" cy="590147"/>
            <a:chOff x="238125" y="1335475"/>
            <a:chExt cx="5418735" cy="3034175"/>
          </a:xfrm>
        </p:grpSpPr>
        <p:sp>
          <p:nvSpPr>
            <p:cNvPr id="7033" name="Google Shape;7033;p71"/>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71"/>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71"/>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6" name="Google Shape;7036;p71"/>
          <p:cNvGrpSpPr/>
          <p:nvPr/>
        </p:nvGrpSpPr>
        <p:grpSpPr>
          <a:xfrm>
            <a:off x="4110066" y="3733309"/>
            <a:ext cx="1268207" cy="638939"/>
            <a:chOff x="3967651" y="3645904"/>
            <a:chExt cx="1479304" cy="745292"/>
          </a:xfrm>
        </p:grpSpPr>
        <p:grpSp>
          <p:nvGrpSpPr>
            <p:cNvPr id="7037" name="Google Shape;7037;p71"/>
            <p:cNvGrpSpPr/>
            <p:nvPr/>
          </p:nvGrpSpPr>
          <p:grpSpPr>
            <a:xfrm>
              <a:off x="3967651" y="4009026"/>
              <a:ext cx="1479304" cy="382170"/>
              <a:chOff x="3967651" y="4009026"/>
              <a:chExt cx="1479304" cy="382170"/>
            </a:xfrm>
          </p:grpSpPr>
          <p:grpSp>
            <p:nvGrpSpPr>
              <p:cNvPr id="7038" name="Google Shape;7038;p71"/>
              <p:cNvGrpSpPr/>
              <p:nvPr/>
            </p:nvGrpSpPr>
            <p:grpSpPr>
              <a:xfrm>
                <a:off x="4892216" y="4195630"/>
                <a:ext cx="554739" cy="195566"/>
                <a:chOff x="3604375" y="4892160"/>
                <a:chExt cx="1651500" cy="582215"/>
              </a:xfrm>
            </p:grpSpPr>
            <p:sp>
              <p:nvSpPr>
                <p:cNvPr id="7039" name="Google Shape;7039;p71"/>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71"/>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1" name="Google Shape;7041;p71"/>
              <p:cNvGrpSpPr/>
              <p:nvPr/>
            </p:nvGrpSpPr>
            <p:grpSpPr>
              <a:xfrm>
                <a:off x="3967651" y="4146303"/>
                <a:ext cx="579402" cy="244893"/>
                <a:chOff x="851875" y="4745310"/>
                <a:chExt cx="1724925" cy="729065"/>
              </a:xfrm>
            </p:grpSpPr>
            <p:sp>
              <p:nvSpPr>
                <p:cNvPr id="7042" name="Google Shape;7042;p71"/>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71"/>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4" name="Google Shape;7044;p71"/>
              <p:cNvGrpSpPr/>
              <p:nvPr/>
            </p:nvGrpSpPr>
            <p:grpSpPr>
              <a:xfrm>
                <a:off x="4460753" y="4009026"/>
                <a:ext cx="493110" cy="382170"/>
                <a:chOff x="2319875" y="4336625"/>
                <a:chExt cx="1468025" cy="1137750"/>
              </a:xfrm>
            </p:grpSpPr>
            <p:sp>
              <p:nvSpPr>
                <p:cNvPr id="7045" name="Google Shape;7045;p71"/>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71"/>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47" name="Google Shape;7047;p71"/>
            <p:cNvGrpSpPr/>
            <p:nvPr/>
          </p:nvGrpSpPr>
          <p:grpSpPr>
            <a:xfrm>
              <a:off x="4479443" y="3645904"/>
              <a:ext cx="455965" cy="388789"/>
              <a:chOff x="2957425" y="238100"/>
              <a:chExt cx="1910200" cy="1628775"/>
            </a:xfrm>
          </p:grpSpPr>
          <p:sp>
            <p:nvSpPr>
              <p:cNvPr id="7048" name="Google Shape;7048;p71"/>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71"/>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71"/>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71"/>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71"/>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71"/>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71"/>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71"/>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71"/>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71"/>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58" name="Google Shape;7058;p71"/>
          <p:cNvGrpSpPr/>
          <p:nvPr/>
        </p:nvGrpSpPr>
        <p:grpSpPr>
          <a:xfrm>
            <a:off x="2496179" y="3734510"/>
            <a:ext cx="1243128" cy="637739"/>
            <a:chOff x="2496310" y="3693351"/>
            <a:chExt cx="1342906" cy="688926"/>
          </a:xfrm>
        </p:grpSpPr>
        <p:grpSp>
          <p:nvGrpSpPr>
            <p:cNvPr id="7059" name="Google Shape;7059;p71"/>
            <p:cNvGrpSpPr/>
            <p:nvPr/>
          </p:nvGrpSpPr>
          <p:grpSpPr>
            <a:xfrm>
              <a:off x="2496310" y="3693351"/>
              <a:ext cx="1342906" cy="688875"/>
              <a:chOff x="2496310" y="3693351"/>
              <a:chExt cx="1342906" cy="688875"/>
            </a:xfrm>
          </p:grpSpPr>
          <p:sp>
            <p:nvSpPr>
              <p:cNvPr id="7060" name="Google Shape;7060;p71"/>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71"/>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71"/>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71"/>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71"/>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71"/>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066" name="Google Shape;7066;p71"/>
              <p:cNvCxnSpPr>
                <a:stCxn id="7064"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7067" name="Google Shape;7067;p71"/>
              <p:cNvCxnSpPr>
                <a:stCxn id="7061"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7068" name="Google Shape;7068;p71"/>
              <p:cNvCxnSpPr>
                <a:stCxn id="7062"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7069" name="Google Shape;7069;p71"/>
              <p:cNvCxnSpPr>
                <a:stCxn id="7065"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7070" name="Google Shape;7070;p71"/>
              <p:cNvCxnSpPr>
                <a:stCxn id="7063"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071" name="Google Shape;7071;p71"/>
            <p:cNvGrpSpPr/>
            <p:nvPr/>
          </p:nvGrpSpPr>
          <p:grpSpPr>
            <a:xfrm>
              <a:off x="2675275" y="3930557"/>
              <a:ext cx="1003306" cy="451719"/>
              <a:chOff x="2675275" y="4174282"/>
              <a:chExt cx="1003306" cy="451719"/>
            </a:xfrm>
          </p:grpSpPr>
          <p:sp>
            <p:nvSpPr>
              <p:cNvPr id="7072" name="Google Shape;7072;p71"/>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71"/>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71"/>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75" name="Google Shape;7075;p71"/>
          <p:cNvGrpSpPr/>
          <p:nvPr/>
        </p:nvGrpSpPr>
        <p:grpSpPr>
          <a:xfrm>
            <a:off x="1669850" y="1171356"/>
            <a:ext cx="574511" cy="874709"/>
            <a:chOff x="1715404" y="1112080"/>
            <a:chExt cx="642270" cy="977984"/>
          </a:xfrm>
        </p:grpSpPr>
        <p:grpSp>
          <p:nvGrpSpPr>
            <p:cNvPr id="7076" name="Google Shape;7076;p71"/>
            <p:cNvGrpSpPr/>
            <p:nvPr/>
          </p:nvGrpSpPr>
          <p:grpSpPr>
            <a:xfrm>
              <a:off x="1715404" y="1112080"/>
              <a:ext cx="642270" cy="977984"/>
              <a:chOff x="1715404" y="1112080"/>
              <a:chExt cx="642270" cy="977984"/>
            </a:xfrm>
          </p:grpSpPr>
          <p:sp>
            <p:nvSpPr>
              <p:cNvPr id="7077" name="Google Shape;7077;p71"/>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71"/>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9" name="Google Shape;7079;p71"/>
            <p:cNvGrpSpPr/>
            <p:nvPr/>
          </p:nvGrpSpPr>
          <p:grpSpPr>
            <a:xfrm>
              <a:off x="1768927" y="1165603"/>
              <a:ext cx="535225" cy="851367"/>
              <a:chOff x="1768927" y="1165603"/>
              <a:chExt cx="535225" cy="851367"/>
            </a:xfrm>
          </p:grpSpPr>
          <p:sp>
            <p:nvSpPr>
              <p:cNvPr id="7080" name="Google Shape;7080;p71"/>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71"/>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2" name="Google Shape;7082;p71"/>
            <p:cNvGrpSpPr/>
            <p:nvPr/>
          </p:nvGrpSpPr>
          <p:grpSpPr>
            <a:xfrm>
              <a:off x="1822449" y="1219125"/>
              <a:ext cx="428180" cy="718859"/>
              <a:chOff x="1822449" y="1219125"/>
              <a:chExt cx="428180" cy="718859"/>
            </a:xfrm>
          </p:grpSpPr>
          <p:sp>
            <p:nvSpPr>
              <p:cNvPr id="7083" name="Google Shape;7083;p71"/>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71"/>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5" name="Google Shape;7085;p71"/>
            <p:cNvGrpSpPr/>
            <p:nvPr/>
          </p:nvGrpSpPr>
          <p:grpSpPr>
            <a:xfrm>
              <a:off x="1875972" y="1272648"/>
              <a:ext cx="321135" cy="586939"/>
              <a:chOff x="1875972" y="1272648"/>
              <a:chExt cx="321135" cy="586939"/>
            </a:xfrm>
          </p:grpSpPr>
          <p:sp>
            <p:nvSpPr>
              <p:cNvPr id="7086" name="Google Shape;7086;p71"/>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71"/>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88" name="Google Shape;7088;p71"/>
          <p:cNvGrpSpPr/>
          <p:nvPr/>
        </p:nvGrpSpPr>
        <p:grpSpPr>
          <a:xfrm>
            <a:off x="7777011" y="3728078"/>
            <a:ext cx="293855" cy="644170"/>
            <a:chOff x="241025" y="3151575"/>
            <a:chExt cx="293855" cy="644170"/>
          </a:xfrm>
        </p:grpSpPr>
        <p:sp>
          <p:nvSpPr>
            <p:cNvPr id="7089" name="Google Shape;7089;p71"/>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71"/>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1" name="Google Shape;7091;p71"/>
          <p:cNvGrpSpPr/>
          <p:nvPr/>
        </p:nvGrpSpPr>
        <p:grpSpPr>
          <a:xfrm>
            <a:off x="724994" y="2928078"/>
            <a:ext cx="1779649" cy="591620"/>
            <a:chOff x="246070" y="1983375"/>
            <a:chExt cx="1855347" cy="616849"/>
          </a:xfrm>
        </p:grpSpPr>
        <p:sp>
          <p:nvSpPr>
            <p:cNvPr id="7092" name="Google Shape;7092;p71"/>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71"/>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71"/>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71"/>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71"/>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71"/>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71"/>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71"/>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71"/>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1" name="Google Shape;7101;p71"/>
          <p:cNvGrpSpPr/>
          <p:nvPr/>
        </p:nvGrpSpPr>
        <p:grpSpPr>
          <a:xfrm>
            <a:off x="2335861" y="1171356"/>
            <a:ext cx="711055" cy="745993"/>
            <a:chOff x="2496269" y="1171698"/>
            <a:chExt cx="761953" cy="799392"/>
          </a:xfrm>
        </p:grpSpPr>
        <p:grpSp>
          <p:nvGrpSpPr>
            <p:cNvPr id="7102" name="Google Shape;7102;p71"/>
            <p:cNvGrpSpPr/>
            <p:nvPr/>
          </p:nvGrpSpPr>
          <p:grpSpPr>
            <a:xfrm>
              <a:off x="2496269" y="1171698"/>
              <a:ext cx="761953" cy="723022"/>
              <a:chOff x="2496269" y="1171698"/>
              <a:chExt cx="761953" cy="723022"/>
            </a:xfrm>
          </p:grpSpPr>
          <p:sp>
            <p:nvSpPr>
              <p:cNvPr id="7103" name="Google Shape;7103;p71"/>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71"/>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05" name="Google Shape;7105;p71"/>
              <p:cNvGrpSpPr/>
              <p:nvPr/>
            </p:nvGrpSpPr>
            <p:grpSpPr>
              <a:xfrm>
                <a:off x="2496269" y="1171698"/>
                <a:ext cx="761953" cy="723022"/>
                <a:chOff x="2496269" y="1120652"/>
                <a:chExt cx="761953" cy="723022"/>
              </a:xfrm>
            </p:grpSpPr>
            <p:grpSp>
              <p:nvGrpSpPr>
                <p:cNvPr id="7106" name="Google Shape;7106;p71"/>
                <p:cNvGrpSpPr/>
                <p:nvPr/>
              </p:nvGrpSpPr>
              <p:grpSpPr>
                <a:xfrm>
                  <a:off x="2496269" y="1120652"/>
                  <a:ext cx="761953" cy="723022"/>
                  <a:chOff x="2496269" y="1120652"/>
                  <a:chExt cx="761953" cy="723022"/>
                </a:xfrm>
              </p:grpSpPr>
              <p:grpSp>
                <p:nvGrpSpPr>
                  <p:cNvPr id="7107" name="Google Shape;7107;p71"/>
                  <p:cNvGrpSpPr/>
                  <p:nvPr/>
                </p:nvGrpSpPr>
                <p:grpSpPr>
                  <a:xfrm>
                    <a:off x="2496269" y="1304589"/>
                    <a:ext cx="407089" cy="305057"/>
                    <a:chOff x="2496269" y="1304589"/>
                    <a:chExt cx="407089" cy="305057"/>
                  </a:xfrm>
                </p:grpSpPr>
                <p:sp>
                  <p:nvSpPr>
                    <p:cNvPr id="7108" name="Google Shape;7108;p71"/>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71"/>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0" name="Google Shape;7110;p71"/>
                  <p:cNvGrpSpPr/>
                  <p:nvPr/>
                </p:nvGrpSpPr>
                <p:grpSpPr>
                  <a:xfrm>
                    <a:off x="2586468" y="1493376"/>
                    <a:ext cx="358850" cy="349656"/>
                    <a:chOff x="2586468" y="1493376"/>
                    <a:chExt cx="358850" cy="349656"/>
                  </a:xfrm>
                </p:grpSpPr>
                <p:sp>
                  <p:nvSpPr>
                    <p:cNvPr id="7111" name="Google Shape;7111;p71"/>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71"/>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3" name="Google Shape;7113;p71"/>
                  <p:cNvGrpSpPr/>
                  <p:nvPr/>
                </p:nvGrpSpPr>
                <p:grpSpPr>
                  <a:xfrm>
                    <a:off x="2807939" y="1494024"/>
                    <a:ext cx="358857" cy="349650"/>
                    <a:chOff x="2807939" y="1494024"/>
                    <a:chExt cx="358857" cy="349650"/>
                  </a:xfrm>
                </p:grpSpPr>
                <p:sp>
                  <p:nvSpPr>
                    <p:cNvPr id="7114" name="Google Shape;7114;p71"/>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71"/>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6" name="Google Shape;7116;p71"/>
                  <p:cNvGrpSpPr/>
                  <p:nvPr/>
                </p:nvGrpSpPr>
                <p:grpSpPr>
                  <a:xfrm>
                    <a:off x="2851133" y="1305635"/>
                    <a:ext cx="407089" cy="305057"/>
                    <a:chOff x="2851133" y="1305635"/>
                    <a:chExt cx="407089" cy="305057"/>
                  </a:xfrm>
                </p:grpSpPr>
                <p:sp>
                  <p:nvSpPr>
                    <p:cNvPr id="7117" name="Google Shape;7117;p71"/>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71"/>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9" name="Google Shape;7119;p71"/>
                  <p:cNvGrpSpPr/>
                  <p:nvPr/>
                </p:nvGrpSpPr>
                <p:grpSpPr>
                  <a:xfrm>
                    <a:off x="2727495" y="1120652"/>
                    <a:ext cx="300271" cy="396358"/>
                    <a:chOff x="2727495" y="1120652"/>
                    <a:chExt cx="300271" cy="396358"/>
                  </a:xfrm>
                </p:grpSpPr>
                <p:sp>
                  <p:nvSpPr>
                    <p:cNvPr id="7120" name="Google Shape;7120;p71"/>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71"/>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22" name="Google Shape;7122;p71"/>
                <p:cNvGrpSpPr/>
                <p:nvPr/>
              </p:nvGrpSpPr>
              <p:grpSpPr>
                <a:xfrm>
                  <a:off x="2722305" y="1350460"/>
                  <a:ext cx="308357" cy="308344"/>
                  <a:chOff x="2722305" y="1350460"/>
                  <a:chExt cx="308357" cy="308344"/>
                </a:xfrm>
              </p:grpSpPr>
              <p:sp>
                <p:nvSpPr>
                  <p:cNvPr id="7123" name="Google Shape;7123;p71"/>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24" name="Google Shape;7124;p71"/>
                  <p:cNvGrpSpPr/>
                  <p:nvPr/>
                </p:nvGrpSpPr>
                <p:grpSpPr>
                  <a:xfrm>
                    <a:off x="2725064" y="1364529"/>
                    <a:ext cx="297954" cy="280182"/>
                    <a:chOff x="2725064" y="1364529"/>
                    <a:chExt cx="297954" cy="280182"/>
                  </a:xfrm>
                </p:grpSpPr>
                <p:sp>
                  <p:nvSpPr>
                    <p:cNvPr id="7125" name="Google Shape;7125;p71"/>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71"/>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71"/>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71"/>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71"/>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7130" name="Google Shape;7130;p71"/>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71"/>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71"/>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71"/>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71"/>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5" name="Google Shape;7135;p71"/>
          <p:cNvGrpSpPr/>
          <p:nvPr/>
        </p:nvGrpSpPr>
        <p:grpSpPr>
          <a:xfrm>
            <a:off x="3924561" y="2927462"/>
            <a:ext cx="1569144" cy="591015"/>
            <a:chOff x="3820100" y="3023049"/>
            <a:chExt cx="1303926" cy="491162"/>
          </a:xfrm>
        </p:grpSpPr>
        <p:grpSp>
          <p:nvGrpSpPr>
            <p:cNvPr id="7136" name="Google Shape;7136;p71"/>
            <p:cNvGrpSpPr/>
            <p:nvPr/>
          </p:nvGrpSpPr>
          <p:grpSpPr>
            <a:xfrm>
              <a:off x="3820100" y="3023072"/>
              <a:ext cx="1303926" cy="491139"/>
              <a:chOff x="3820100" y="3023072"/>
              <a:chExt cx="1303926" cy="491139"/>
            </a:xfrm>
          </p:grpSpPr>
          <p:sp>
            <p:nvSpPr>
              <p:cNvPr id="7137" name="Google Shape;7137;p71"/>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71"/>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9" name="Google Shape;7139;p71"/>
            <p:cNvGrpSpPr/>
            <p:nvPr/>
          </p:nvGrpSpPr>
          <p:grpSpPr>
            <a:xfrm>
              <a:off x="4132439" y="3023645"/>
              <a:ext cx="393633" cy="177096"/>
              <a:chOff x="4132439" y="3023645"/>
              <a:chExt cx="393633" cy="177096"/>
            </a:xfrm>
          </p:grpSpPr>
          <p:sp>
            <p:nvSpPr>
              <p:cNvPr id="7140" name="Google Shape;7140;p71"/>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71"/>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2" name="Google Shape;7142;p71"/>
            <p:cNvGrpSpPr/>
            <p:nvPr/>
          </p:nvGrpSpPr>
          <p:grpSpPr>
            <a:xfrm>
              <a:off x="3921811" y="3023049"/>
              <a:ext cx="1002397" cy="388943"/>
              <a:chOff x="3921811" y="3023049"/>
              <a:chExt cx="1002397" cy="388943"/>
            </a:xfrm>
          </p:grpSpPr>
          <p:sp>
            <p:nvSpPr>
              <p:cNvPr id="7143" name="Google Shape;7143;p71"/>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71"/>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5" name="Google Shape;7145;p71"/>
            <p:cNvGrpSpPr/>
            <p:nvPr/>
          </p:nvGrpSpPr>
          <p:grpSpPr>
            <a:xfrm>
              <a:off x="4023645" y="3023049"/>
              <a:ext cx="683032" cy="286722"/>
              <a:chOff x="4023645" y="3023049"/>
              <a:chExt cx="683032" cy="286722"/>
            </a:xfrm>
          </p:grpSpPr>
          <p:sp>
            <p:nvSpPr>
              <p:cNvPr id="7146" name="Google Shape;7146;p71"/>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71"/>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48" name="Google Shape;7148;p71"/>
          <p:cNvGrpSpPr/>
          <p:nvPr/>
        </p:nvGrpSpPr>
        <p:grpSpPr>
          <a:xfrm>
            <a:off x="1556683" y="2054307"/>
            <a:ext cx="713522" cy="688025"/>
            <a:chOff x="1706078" y="2092648"/>
            <a:chExt cx="660913" cy="637296"/>
          </a:xfrm>
        </p:grpSpPr>
        <p:sp>
          <p:nvSpPr>
            <p:cNvPr id="7149" name="Google Shape;7149;p71"/>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50" name="Google Shape;7150;p71"/>
            <p:cNvGrpSpPr/>
            <p:nvPr/>
          </p:nvGrpSpPr>
          <p:grpSpPr>
            <a:xfrm>
              <a:off x="1706078" y="2092648"/>
              <a:ext cx="660913" cy="575241"/>
              <a:chOff x="1706078" y="2092648"/>
              <a:chExt cx="660913" cy="575241"/>
            </a:xfrm>
          </p:grpSpPr>
          <p:sp>
            <p:nvSpPr>
              <p:cNvPr id="7151" name="Google Shape;7151;p71"/>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71"/>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71"/>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54" name="Google Shape;7154;p71"/>
          <p:cNvGrpSpPr/>
          <p:nvPr/>
        </p:nvGrpSpPr>
        <p:grpSpPr>
          <a:xfrm>
            <a:off x="6318542" y="1171856"/>
            <a:ext cx="1317459" cy="684168"/>
            <a:chOff x="238125" y="999450"/>
            <a:chExt cx="7140700" cy="3708225"/>
          </a:xfrm>
        </p:grpSpPr>
        <p:sp>
          <p:nvSpPr>
            <p:cNvPr id="7155" name="Google Shape;7155;p71"/>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71"/>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71"/>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71"/>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71"/>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71"/>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71"/>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71"/>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71"/>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7167"/>
        <p:cNvGrpSpPr/>
        <p:nvPr/>
      </p:nvGrpSpPr>
      <p:grpSpPr>
        <a:xfrm>
          <a:off x="0" y="0"/>
          <a:ext cx="0" cy="0"/>
          <a:chOff x="0" y="0"/>
          <a:chExt cx="0" cy="0"/>
        </a:xfrm>
      </p:grpSpPr>
      <p:grpSp>
        <p:nvGrpSpPr>
          <p:cNvPr id="7168" name="Google Shape;7168;p72"/>
          <p:cNvGrpSpPr/>
          <p:nvPr/>
        </p:nvGrpSpPr>
        <p:grpSpPr>
          <a:xfrm>
            <a:off x="729238" y="1179665"/>
            <a:ext cx="1636117" cy="1526144"/>
            <a:chOff x="729238" y="1179665"/>
            <a:chExt cx="1636117" cy="1526144"/>
          </a:xfrm>
        </p:grpSpPr>
        <p:grpSp>
          <p:nvGrpSpPr>
            <p:cNvPr id="7169" name="Google Shape;7169;p72"/>
            <p:cNvGrpSpPr/>
            <p:nvPr/>
          </p:nvGrpSpPr>
          <p:grpSpPr>
            <a:xfrm>
              <a:off x="729238" y="1179665"/>
              <a:ext cx="80700" cy="1526144"/>
              <a:chOff x="729238" y="1179665"/>
              <a:chExt cx="80700" cy="1526144"/>
            </a:xfrm>
          </p:grpSpPr>
          <p:sp>
            <p:nvSpPr>
              <p:cNvPr id="7170" name="Google Shape;7170;p72"/>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72"/>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72"/>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72"/>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72"/>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72"/>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72"/>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72"/>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72"/>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72"/>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0" name="Google Shape;7180;p72"/>
            <p:cNvGrpSpPr/>
            <p:nvPr/>
          </p:nvGrpSpPr>
          <p:grpSpPr>
            <a:xfrm>
              <a:off x="903098" y="1179665"/>
              <a:ext cx="80700" cy="1526144"/>
              <a:chOff x="903098" y="1179665"/>
              <a:chExt cx="80700" cy="1526144"/>
            </a:xfrm>
          </p:grpSpPr>
          <p:sp>
            <p:nvSpPr>
              <p:cNvPr id="7181" name="Google Shape;7181;p72"/>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72"/>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72"/>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72"/>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72"/>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72"/>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72"/>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72"/>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72"/>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72"/>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1" name="Google Shape;7191;p72"/>
            <p:cNvGrpSpPr/>
            <p:nvPr/>
          </p:nvGrpSpPr>
          <p:grpSpPr>
            <a:xfrm>
              <a:off x="1076958" y="1179665"/>
              <a:ext cx="80700" cy="1526144"/>
              <a:chOff x="1076958" y="1179665"/>
              <a:chExt cx="80700" cy="1526144"/>
            </a:xfrm>
          </p:grpSpPr>
          <p:sp>
            <p:nvSpPr>
              <p:cNvPr id="7192" name="Google Shape;7192;p72"/>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72"/>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72"/>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72"/>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72"/>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72"/>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72"/>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72"/>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72"/>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72"/>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2" name="Google Shape;7202;p72"/>
            <p:cNvGrpSpPr/>
            <p:nvPr/>
          </p:nvGrpSpPr>
          <p:grpSpPr>
            <a:xfrm>
              <a:off x="1247707" y="1179665"/>
              <a:ext cx="80700" cy="1526144"/>
              <a:chOff x="1247707" y="1179665"/>
              <a:chExt cx="80700" cy="1526144"/>
            </a:xfrm>
          </p:grpSpPr>
          <p:sp>
            <p:nvSpPr>
              <p:cNvPr id="7203" name="Google Shape;7203;p72"/>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72"/>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72"/>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72"/>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72"/>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72"/>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72"/>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72"/>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72"/>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72"/>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3" name="Google Shape;7213;p72"/>
            <p:cNvGrpSpPr/>
            <p:nvPr/>
          </p:nvGrpSpPr>
          <p:grpSpPr>
            <a:xfrm>
              <a:off x="1421567" y="1179665"/>
              <a:ext cx="80700" cy="1526144"/>
              <a:chOff x="1421567" y="1179665"/>
              <a:chExt cx="80700" cy="1526144"/>
            </a:xfrm>
          </p:grpSpPr>
          <p:sp>
            <p:nvSpPr>
              <p:cNvPr id="7214" name="Google Shape;7214;p72"/>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72"/>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72"/>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72"/>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72"/>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72"/>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72"/>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72"/>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72"/>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72"/>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4" name="Google Shape;7224;p72"/>
            <p:cNvGrpSpPr/>
            <p:nvPr/>
          </p:nvGrpSpPr>
          <p:grpSpPr>
            <a:xfrm>
              <a:off x="1592327" y="1179665"/>
              <a:ext cx="80700" cy="1526144"/>
              <a:chOff x="1592327" y="1179665"/>
              <a:chExt cx="80700" cy="1526144"/>
            </a:xfrm>
          </p:grpSpPr>
          <p:sp>
            <p:nvSpPr>
              <p:cNvPr id="7225" name="Google Shape;7225;p72"/>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72"/>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72"/>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72"/>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72"/>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72"/>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72"/>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72"/>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72"/>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72"/>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5" name="Google Shape;7235;p72"/>
            <p:cNvGrpSpPr/>
            <p:nvPr/>
          </p:nvGrpSpPr>
          <p:grpSpPr>
            <a:xfrm>
              <a:off x="1766187" y="1179665"/>
              <a:ext cx="80700" cy="1526144"/>
              <a:chOff x="1766187" y="1179665"/>
              <a:chExt cx="80700" cy="1526144"/>
            </a:xfrm>
          </p:grpSpPr>
          <p:sp>
            <p:nvSpPr>
              <p:cNvPr id="7236" name="Google Shape;7236;p72"/>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72"/>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72"/>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72"/>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72"/>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72"/>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72"/>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72"/>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72"/>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72"/>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6" name="Google Shape;7246;p72"/>
            <p:cNvGrpSpPr/>
            <p:nvPr/>
          </p:nvGrpSpPr>
          <p:grpSpPr>
            <a:xfrm>
              <a:off x="1936935" y="1179665"/>
              <a:ext cx="80700" cy="1526144"/>
              <a:chOff x="1936935" y="1179665"/>
              <a:chExt cx="80700" cy="1526144"/>
            </a:xfrm>
          </p:grpSpPr>
          <p:sp>
            <p:nvSpPr>
              <p:cNvPr id="7247" name="Google Shape;7247;p72"/>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72"/>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72"/>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72"/>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72"/>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72"/>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72"/>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72"/>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72"/>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72"/>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7" name="Google Shape;7257;p72"/>
            <p:cNvGrpSpPr/>
            <p:nvPr/>
          </p:nvGrpSpPr>
          <p:grpSpPr>
            <a:xfrm>
              <a:off x="2110795" y="1179665"/>
              <a:ext cx="80700" cy="1526144"/>
              <a:chOff x="2110795" y="1179665"/>
              <a:chExt cx="80700" cy="1526144"/>
            </a:xfrm>
          </p:grpSpPr>
          <p:sp>
            <p:nvSpPr>
              <p:cNvPr id="7258" name="Google Shape;7258;p72"/>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72"/>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72"/>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72"/>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72"/>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72"/>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72"/>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72"/>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72"/>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72"/>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8" name="Google Shape;7268;p72"/>
            <p:cNvGrpSpPr/>
            <p:nvPr/>
          </p:nvGrpSpPr>
          <p:grpSpPr>
            <a:xfrm>
              <a:off x="2284655" y="1179665"/>
              <a:ext cx="80700" cy="1526144"/>
              <a:chOff x="2284655" y="1179665"/>
              <a:chExt cx="80700" cy="1526144"/>
            </a:xfrm>
          </p:grpSpPr>
          <p:sp>
            <p:nvSpPr>
              <p:cNvPr id="7269" name="Google Shape;7269;p72"/>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72"/>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72"/>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72"/>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72"/>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72"/>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72"/>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72"/>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72"/>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72"/>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279" name="Google Shape;7279;p72"/>
          <p:cNvGrpSpPr/>
          <p:nvPr/>
        </p:nvGrpSpPr>
        <p:grpSpPr>
          <a:xfrm>
            <a:off x="2623904" y="1198803"/>
            <a:ext cx="1364248" cy="1102133"/>
            <a:chOff x="2623904" y="1198803"/>
            <a:chExt cx="1364248" cy="1102133"/>
          </a:xfrm>
        </p:grpSpPr>
        <p:grpSp>
          <p:nvGrpSpPr>
            <p:cNvPr id="7280" name="Google Shape;7280;p72"/>
            <p:cNvGrpSpPr/>
            <p:nvPr/>
          </p:nvGrpSpPr>
          <p:grpSpPr>
            <a:xfrm>
              <a:off x="2623907" y="1198803"/>
              <a:ext cx="1364245" cy="273000"/>
              <a:chOff x="2623907" y="1198803"/>
              <a:chExt cx="1364245" cy="273000"/>
            </a:xfrm>
          </p:grpSpPr>
          <p:sp>
            <p:nvSpPr>
              <p:cNvPr id="7281" name="Google Shape;7281;p72"/>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72"/>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72"/>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72"/>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72"/>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6" name="Google Shape;7286;p72"/>
            <p:cNvGrpSpPr/>
            <p:nvPr/>
          </p:nvGrpSpPr>
          <p:grpSpPr>
            <a:xfrm>
              <a:off x="2623904" y="1476964"/>
              <a:ext cx="1364245" cy="273000"/>
              <a:chOff x="2623904" y="1476964"/>
              <a:chExt cx="1364245" cy="273000"/>
            </a:xfrm>
          </p:grpSpPr>
          <p:sp>
            <p:nvSpPr>
              <p:cNvPr id="7287" name="Google Shape;7287;p72"/>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72"/>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72"/>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72"/>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72"/>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2" name="Google Shape;7292;p72"/>
            <p:cNvGrpSpPr/>
            <p:nvPr/>
          </p:nvGrpSpPr>
          <p:grpSpPr>
            <a:xfrm>
              <a:off x="2623907" y="1749775"/>
              <a:ext cx="1364245" cy="273000"/>
              <a:chOff x="2623907" y="1749775"/>
              <a:chExt cx="1364245" cy="273000"/>
            </a:xfrm>
          </p:grpSpPr>
          <p:sp>
            <p:nvSpPr>
              <p:cNvPr id="7293" name="Google Shape;7293;p72"/>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72"/>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72"/>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72"/>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72"/>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8" name="Google Shape;7298;p72"/>
            <p:cNvGrpSpPr/>
            <p:nvPr/>
          </p:nvGrpSpPr>
          <p:grpSpPr>
            <a:xfrm>
              <a:off x="2623904" y="2027936"/>
              <a:ext cx="1364245" cy="273000"/>
              <a:chOff x="2623904" y="2027936"/>
              <a:chExt cx="1364245" cy="273000"/>
            </a:xfrm>
          </p:grpSpPr>
          <p:sp>
            <p:nvSpPr>
              <p:cNvPr id="7299" name="Google Shape;7299;p72"/>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72"/>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72"/>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72"/>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72"/>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04" name="Google Shape;7304;p72"/>
          <p:cNvGrpSpPr/>
          <p:nvPr/>
        </p:nvGrpSpPr>
        <p:grpSpPr>
          <a:xfrm>
            <a:off x="2613365" y="2657876"/>
            <a:ext cx="1387541" cy="159124"/>
            <a:chOff x="3200660" y="2180272"/>
            <a:chExt cx="2563824" cy="378237"/>
          </a:xfrm>
        </p:grpSpPr>
        <p:sp>
          <p:nvSpPr>
            <p:cNvPr id="7305" name="Google Shape;7305;p72"/>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72"/>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72"/>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72"/>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72"/>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72"/>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72"/>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72"/>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72"/>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72"/>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72"/>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72"/>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72"/>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72"/>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72"/>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72"/>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72"/>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72"/>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3" name="Google Shape;7323;p72"/>
          <p:cNvGrpSpPr/>
          <p:nvPr/>
        </p:nvGrpSpPr>
        <p:grpSpPr>
          <a:xfrm>
            <a:off x="2609890" y="2935640"/>
            <a:ext cx="1390502" cy="159625"/>
            <a:chOff x="3530150" y="2790075"/>
            <a:chExt cx="1962600" cy="225300"/>
          </a:xfrm>
        </p:grpSpPr>
        <p:sp>
          <p:nvSpPr>
            <p:cNvPr id="7324" name="Google Shape;7324;p72"/>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72"/>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6" name="Google Shape;7326;p72"/>
          <p:cNvGrpSpPr/>
          <p:nvPr/>
        </p:nvGrpSpPr>
        <p:grpSpPr>
          <a:xfrm>
            <a:off x="2609948" y="3213905"/>
            <a:ext cx="1411629" cy="154175"/>
            <a:chOff x="3558802" y="4011244"/>
            <a:chExt cx="1866000" cy="111600"/>
          </a:xfrm>
        </p:grpSpPr>
        <p:sp>
          <p:nvSpPr>
            <p:cNvPr id="7327" name="Google Shape;7327;p72"/>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72"/>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9" name="Google Shape;7329;p72"/>
          <p:cNvGrpSpPr/>
          <p:nvPr/>
        </p:nvGrpSpPr>
        <p:grpSpPr>
          <a:xfrm>
            <a:off x="2610235" y="2419475"/>
            <a:ext cx="1383503" cy="119761"/>
            <a:chOff x="3465975" y="2270258"/>
            <a:chExt cx="1986364" cy="171947"/>
          </a:xfrm>
        </p:grpSpPr>
        <p:sp>
          <p:nvSpPr>
            <p:cNvPr id="7330" name="Google Shape;7330;p72"/>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72"/>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72"/>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72"/>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72"/>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72"/>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72"/>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72"/>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8" name="Google Shape;7338;p72"/>
          <p:cNvGrpSpPr/>
          <p:nvPr/>
        </p:nvGrpSpPr>
        <p:grpSpPr>
          <a:xfrm>
            <a:off x="2621243" y="3783248"/>
            <a:ext cx="1369531" cy="195460"/>
            <a:chOff x="723300" y="4253549"/>
            <a:chExt cx="2276482" cy="324900"/>
          </a:xfrm>
        </p:grpSpPr>
        <p:sp>
          <p:nvSpPr>
            <p:cNvPr id="7339" name="Google Shape;7339;p72"/>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72"/>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72"/>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72"/>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72"/>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4" name="Google Shape;7344;p72"/>
          <p:cNvGrpSpPr/>
          <p:nvPr/>
        </p:nvGrpSpPr>
        <p:grpSpPr>
          <a:xfrm>
            <a:off x="2610803" y="3484489"/>
            <a:ext cx="1389066" cy="180119"/>
            <a:chOff x="705948" y="3788465"/>
            <a:chExt cx="2308953" cy="299400"/>
          </a:xfrm>
        </p:grpSpPr>
        <p:sp>
          <p:nvSpPr>
            <p:cNvPr id="7345" name="Google Shape;7345;p72"/>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72"/>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72"/>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72"/>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72"/>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0" name="Google Shape;7350;p72"/>
          <p:cNvGrpSpPr/>
          <p:nvPr/>
        </p:nvGrpSpPr>
        <p:grpSpPr>
          <a:xfrm>
            <a:off x="4207794" y="2088443"/>
            <a:ext cx="1433821" cy="191501"/>
            <a:chOff x="4273350" y="2088443"/>
            <a:chExt cx="1433821" cy="191501"/>
          </a:xfrm>
        </p:grpSpPr>
        <p:grpSp>
          <p:nvGrpSpPr>
            <p:cNvPr id="7351" name="Google Shape;7351;p72"/>
            <p:cNvGrpSpPr/>
            <p:nvPr/>
          </p:nvGrpSpPr>
          <p:grpSpPr>
            <a:xfrm>
              <a:off x="4273350" y="2088443"/>
              <a:ext cx="1433821" cy="0"/>
              <a:chOff x="5224975" y="2962250"/>
              <a:chExt cx="1544400" cy="0"/>
            </a:xfrm>
          </p:grpSpPr>
          <p:cxnSp>
            <p:nvCxnSpPr>
              <p:cNvPr id="7352" name="Google Shape;7352;p7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7353" name="Google Shape;7353;p72"/>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7354" name="Google Shape;7354;p72"/>
            <p:cNvGrpSpPr/>
            <p:nvPr/>
          </p:nvGrpSpPr>
          <p:grpSpPr>
            <a:xfrm>
              <a:off x="4273350" y="2279944"/>
              <a:ext cx="1433821" cy="0"/>
              <a:chOff x="5224975" y="2962250"/>
              <a:chExt cx="1544400" cy="0"/>
            </a:xfrm>
          </p:grpSpPr>
          <p:cxnSp>
            <p:nvCxnSpPr>
              <p:cNvPr id="7355" name="Google Shape;7355;p7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7356" name="Google Shape;7356;p72"/>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7357" name="Google Shape;7357;p72"/>
          <p:cNvGrpSpPr/>
          <p:nvPr/>
        </p:nvGrpSpPr>
        <p:grpSpPr>
          <a:xfrm>
            <a:off x="2658741" y="4097347"/>
            <a:ext cx="1304609" cy="294074"/>
            <a:chOff x="2658741" y="4097347"/>
            <a:chExt cx="1304609" cy="294074"/>
          </a:xfrm>
        </p:grpSpPr>
        <p:grpSp>
          <p:nvGrpSpPr>
            <p:cNvPr id="7358" name="Google Shape;7358;p72"/>
            <p:cNvGrpSpPr/>
            <p:nvPr/>
          </p:nvGrpSpPr>
          <p:grpSpPr>
            <a:xfrm>
              <a:off x="2658741" y="4097347"/>
              <a:ext cx="118572" cy="294074"/>
              <a:chOff x="3343310" y="4475555"/>
              <a:chExt cx="127717" cy="316753"/>
            </a:xfrm>
          </p:grpSpPr>
          <p:sp>
            <p:nvSpPr>
              <p:cNvPr id="7359" name="Google Shape;7359;p7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7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1" name="Google Shape;7361;p72"/>
            <p:cNvGrpSpPr/>
            <p:nvPr/>
          </p:nvGrpSpPr>
          <p:grpSpPr>
            <a:xfrm>
              <a:off x="3815519" y="4098388"/>
              <a:ext cx="147831" cy="291991"/>
              <a:chOff x="3527539" y="4476677"/>
              <a:chExt cx="159232" cy="314510"/>
            </a:xfrm>
          </p:grpSpPr>
          <p:sp>
            <p:nvSpPr>
              <p:cNvPr id="7362" name="Google Shape;7362;p7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7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4" name="Google Shape;7364;p72"/>
            <p:cNvGrpSpPr/>
            <p:nvPr/>
          </p:nvGrpSpPr>
          <p:grpSpPr>
            <a:xfrm>
              <a:off x="3511696" y="4098388"/>
              <a:ext cx="147831" cy="291991"/>
              <a:chOff x="3527539" y="4476677"/>
              <a:chExt cx="159232" cy="314510"/>
            </a:xfrm>
          </p:grpSpPr>
          <p:sp>
            <p:nvSpPr>
              <p:cNvPr id="7365" name="Google Shape;7365;p7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7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7" name="Google Shape;7367;p72"/>
            <p:cNvGrpSpPr/>
            <p:nvPr/>
          </p:nvGrpSpPr>
          <p:grpSpPr>
            <a:xfrm>
              <a:off x="3207874" y="4098388"/>
              <a:ext cx="147831" cy="291991"/>
              <a:chOff x="3527539" y="4476677"/>
              <a:chExt cx="159232" cy="314510"/>
            </a:xfrm>
          </p:grpSpPr>
          <p:sp>
            <p:nvSpPr>
              <p:cNvPr id="7368" name="Google Shape;7368;p7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7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0" name="Google Shape;7370;p72"/>
            <p:cNvGrpSpPr/>
            <p:nvPr/>
          </p:nvGrpSpPr>
          <p:grpSpPr>
            <a:xfrm>
              <a:off x="2933305" y="4097347"/>
              <a:ext cx="118572" cy="294074"/>
              <a:chOff x="3343310" y="4475555"/>
              <a:chExt cx="127717" cy="316753"/>
            </a:xfrm>
          </p:grpSpPr>
          <p:sp>
            <p:nvSpPr>
              <p:cNvPr id="7371" name="Google Shape;7371;p7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7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73" name="Google Shape;7373;p72"/>
          <p:cNvGrpSpPr/>
          <p:nvPr/>
        </p:nvGrpSpPr>
        <p:grpSpPr>
          <a:xfrm>
            <a:off x="4209349" y="1176041"/>
            <a:ext cx="1430711" cy="751237"/>
            <a:chOff x="5159450" y="1919950"/>
            <a:chExt cx="1541050" cy="862500"/>
          </a:xfrm>
        </p:grpSpPr>
        <p:sp>
          <p:nvSpPr>
            <p:cNvPr id="7374" name="Google Shape;7374;p72"/>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pl-PL"/>
            </a:p>
          </p:txBody>
        </p:sp>
        <p:grpSp>
          <p:nvGrpSpPr>
            <p:cNvPr id="7375" name="Google Shape;7375;p72"/>
            <p:cNvGrpSpPr/>
            <p:nvPr/>
          </p:nvGrpSpPr>
          <p:grpSpPr>
            <a:xfrm>
              <a:off x="5159450" y="1919950"/>
              <a:ext cx="1541050" cy="862500"/>
              <a:chOff x="5159450" y="1919950"/>
              <a:chExt cx="1541050" cy="862500"/>
            </a:xfrm>
          </p:grpSpPr>
          <p:cxnSp>
            <p:nvCxnSpPr>
              <p:cNvPr id="7376" name="Google Shape;7376;p72"/>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7377" name="Google Shape;7377;p72"/>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7378" name="Google Shape;7378;p72"/>
          <p:cNvGrpSpPr/>
          <p:nvPr/>
        </p:nvGrpSpPr>
        <p:grpSpPr>
          <a:xfrm>
            <a:off x="4257486" y="2439811"/>
            <a:ext cx="1334436" cy="967914"/>
            <a:chOff x="4294923" y="2439811"/>
            <a:chExt cx="1334436" cy="967914"/>
          </a:xfrm>
        </p:grpSpPr>
        <p:grpSp>
          <p:nvGrpSpPr>
            <p:cNvPr id="7379" name="Google Shape;7379;p72"/>
            <p:cNvGrpSpPr/>
            <p:nvPr/>
          </p:nvGrpSpPr>
          <p:grpSpPr>
            <a:xfrm>
              <a:off x="4960455" y="2469658"/>
              <a:ext cx="668904" cy="885524"/>
              <a:chOff x="4960455" y="2469658"/>
              <a:chExt cx="668904" cy="885524"/>
            </a:xfrm>
          </p:grpSpPr>
          <p:sp>
            <p:nvSpPr>
              <p:cNvPr id="7380" name="Google Shape;7380;p72"/>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72"/>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72"/>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72"/>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72"/>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72"/>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6" name="Google Shape;7386;p72"/>
            <p:cNvGrpSpPr/>
            <p:nvPr/>
          </p:nvGrpSpPr>
          <p:grpSpPr>
            <a:xfrm>
              <a:off x="4294923" y="2469658"/>
              <a:ext cx="668951" cy="885524"/>
              <a:chOff x="4294923" y="2469658"/>
              <a:chExt cx="668951" cy="885524"/>
            </a:xfrm>
          </p:grpSpPr>
          <p:sp>
            <p:nvSpPr>
              <p:cNvPr id="7387" name="Google Shape;7387;p72"/>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72"/>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72"/>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72"/>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72"/>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72"/>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3" name="Google Shape;7393;p72"/>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4" name="Google Shape;7394;p72"/>
          <p:cNvGrpSpPr/>
          <p:nvPr/>
        </p:nvGrpSpPr>
        <p:grpSpPr>
          <a:xfrm>
            <a:off x="4243690" y="3494256"/>
            <a:ext cx="1430949" cy="897289"/>
            <a:chOff x="4351371" y="3547942"/>
            <a:chExt cx="1345130" cy="843475"/>
          </a:xfrm>
        </p:grpSpPr>
        <p:grpSp>
          <p:nvGrpSpPr>
            <p:cNvPr id="7395" name="Google Shape;7395;p72"/>
            <p:cNvGrpSpPr/>
            <p:nvPr/>
          </p:nvGrpSpPr>
          <p:grpSpPr>
            <a:xfrm>
              <a:off x="4351371" y="4209917"/>
              <a:ext cx="1345130" cy="181500"/>
              <a:chOff x="4351371" y="4209917"/>
              <a:chExt cx="1345130" cy="181500"/>
            </a:xfrm>
          </p:grpSpPr>
          <p:sp>
            <p:nvSpPr>
              <p:cNvPr id="7396" name="Google Shape;7396;p72"/>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397" name="Google Shape;7397;p72"/>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7398" name="Google Shape;7398;p72"/>
            <p:cNvGrpSpPr/>
            <p:nvPr/>
          </p:nvGrpSpPr>
          <p:grpSpPr>
            <a:xfrm>
              <a:off x="4403010" y="3985221"/>
              <a:ext cx="1109518" cy="181500"/>
              <a:chOff x="4403010" y="3985221"/>
              <a:chExt cx="1109518" cy="181500"/>
            </a:xfrm>
          </p:grpSpPr>
          <p:sp>
            <p:nvSpPr>
              <p:cNvPr id="7399" name="Google Shape;7399;p72"/>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00" name="Google Shape;7400;p72"/>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7401" name="Google Shape;7401;p72"/>
            <p:cNvGrpSpPr/>
            <p:nvPr/>
          </p:nvGrpSpPr>
          <p:grpSpPr>
            <a:xfrm>
              <a:off x="4618704" y="3766582"/>
              <a:ext cx="807858" cy="181500"/>
              <a:chOff x="4618704" y="3766582"/>
              <a:chExt cx="807858" cy="181500"/>
            </a:xfrm>
          </p:grpSpPr>
          <p:sp>
            <p:nvSpPr>
              <p:cNvPr id="7402" name="Google Shape;7402;p72"/>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03" name="Google Shape;7403;p72"/>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7404" name="Google Shape;7404;p72"/>
            <p:cNvGrpSpPr/>
            <p:nvPr/>
          </p:nvGrpSpPr>
          <p:grpSpPr>
            <a:xfrm>
              <a:off x="4735238" y="3547942"/>
              <a:ext cx="462839" cy="181500"/>
              <a:chOff x="4735238" y="3547942"/>
              <a:chExt cx="462839" cy="181500"/>
            </a:xfrm>
          </p:grpSpPr>
          <p:sp>
            <p:nvSpPr>
              <p:cNvPr id="7405" name="Google Shape;7405;p72"/>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06" name="Google Shape;7406;p72"/>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7407" name="Google Shape;7407;p72"/>
          <p:cNvGrpSpPr/>
          <p:nvPr/>
        </p:nvGrpSpPr>
        <p:grpSpPr>
          <a:xfrm>
            <a:off x="7420047" y="2429580"/>
            <a:ext cx="1020955" cy="928853"/>
            <a:chOff x="926675" y="238125"/>
            <a:chExt cx="5755100" cy="5232975"/>
          </a:xfrm>
        </p:grpSpPr>
        <p:sp>
          <p:nvSpPr>
            <p:cNvPr id="7408" name="Google Shape;7408;p72"/>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72"/>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72"/>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72"/>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2" name="Google Shape;7412;p72"/>
          <p:cNvGrpSpPr/>
          <p:nvPr/>
        </p:nvGrpSpPr>
        <p:grpSpPr>
          <a:xfrm>
            <a:off x="727421" y="2828315"/>
            <a:ext cx="1695374" cy="1560837"/>
            <a:chOff x="727421" y="2828315"/>
            <a:chExt cx="1695374" cy="1560837"/>
          </a:xfrm>
        </p:grpSpPr>
        <p:grpSp>
          <p:nvGrpSpPr>
            <p:cNvPr id="7413" name="Google Shape;7413;p72"/>
            <p:cNvGrpSpPr/>
            <p:nvPr/>
          </p:nvGrpSpPr>
          <p:grpSpPr>
            <a:xfrm>
              <a:off x="727421" y="2828315"/>
              <a:ext cx="1695374" cy="1560837"/>
              <a:chOff x="734799" y="2782450"/>
              <a:chExt cx="1571100" cy="1577400"/>
            </a:xfrm>
          </p:grpSpPr>
          <p:cxnSp>
            <p:nvCxnSpPr>
              <p:cNvPr id="7414" name="Google Shape;7414;p72"/>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7415" name="Google Shape;7415;p72"/>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7416" name="Google Shape;7416;p72"/>
            <p:cNvGrpSpPr/>
            <p:nvPr/>
          </p:nvGrpSpPr>
          <p:grpSpPr>
            <a:xfrm>
              <a:off x="819108" y="2882501"/>
              <a:ext cx="1556791" cy="1426186"/>
              <a:chOff x="819108" y="2882501"/>
              <a:chExt cx="1556791" cy="1426186"/>
            </a:xfrm>
          </p:grpSpPr>
          <p:grpSp>
            <p:nvGrpSpPr>
              <p:cNvPr id="7417" name="Google Shape;7417;p72"/>
              <p:cNvGrpSpPr/>
              <p:nvPr/>
            </p:nvGrpSpPr>
            <p:grpSpPr>
              <a:xfrm>
                <a:off x="819108" y="2882501"/>
                <a:ext cx="103104" cy="1426186"/>
                <a:chOff x="4674013" y="3100904"/>
                <a:chExt cx="122758" cy="1698043"/>
              </a:xfrm>
            </p:grpSpPr>
            <p:sp>
              <p:nvSpPr>
                <p:cNvPr id="7418" name="Google Shape;7418;p72"/>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72"/>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72"/>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72"/>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72"/>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72"/>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72"/>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5" name="Google Shape;7425;p72"/>
              <p:cNvGrpSpPr/>
              <p:nvPr/>
            </p:nvGrpSpPr>
            <p:grpSpPr>
              <a:xfrm>
                <a:off x="1062475" y="2882501"/>
                <a:ext cx="103104" cy="1426186"/>
                <a:chOff x="4940438" y="3100904"/>
                <a:chExt cx="122758" cy="1698043"/>
              </a:xfrm>
            </p:grpSpPr>
            <p:sp>
              <p:nvSpPr>
                <p:cNvPr id="7426" name="Google Shape;7426;p72"/>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72"/>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72"/>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72"/>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72"/>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72"/>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72"/>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3" name="Google Shape;7433;p72"/>
              <p:cNvGrpSpPr/>
              <p:nvPr/>
            </p:nvGrpSpPr>
            <p:grpSpPr>
              <a:xfrm>
                <a:off x="1299324" y="2882501"/>
                <a:ext cx="103104" cy="1426186"/>
                <a:chOff x="5206863" y="3100904"/>
                <a:chExt cx="122758" cy="1698043"/>
              </a:xfrm>
            </p:grpSpPr>
            <p:sp>
              <p:nvSpPr>
                <p:cNvPr id="7434" name="Google Shape;7434;p7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7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7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7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7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7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7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1" name="Google Shape;7441;p72"/>
              <p:cNvGrpSpPr/>
              <p:nvPr/>
            </p:nvGrpSpPr>
            <p:grpSpPr>
              <a:xfrm>
                <a:off x="1786057" y="2882501"/>
                <a:ext cx="103104" cy="1426186"/>
                <a:chOff x="6006138" y="3143629"/>
                <a:chExt cx="122758" cy="1698043"/>
              </a:xfrm>
            </p:grpSpPr>
            <p:sp>
              <p:nvSpPr>
                <p:cNvPr id="7442" name="Google Shape;7442;p7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7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7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7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7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7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7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9" name="Google Shape;7449;p72"/>
              <p:cNvGrpSpPr/>
              <p:nvPr/>
            </p:nvGrpSpPr>
            <p:grpSpPr>
              <a:xfrm>
                <a:off x="2029422" y="2882501"/>
                <a:ext cx="103104" cy="1426186"/>
                <a:chOff x="6805413" y="3100904"/>
                <a:chExt cx="122758" cy="1698043"/>
              </a:xfrm>
            </p:grpSpPr>
            <p:sp>
              <p:nvSpPr>
                <p:cNvPr id="7450" name="Google Shape;7450;p72"/>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72"/>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72"/>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72"/>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72"/>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72"/>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72"/>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7" name="Google Shape;7457;p72"/>
              <p:cNvGrpSpPr/>
              <p:nvPr/>
            </p:nvGrpSpPr>
            <p:grpSpPr>
              <a:xfrm>
                <a:off x="2272795" y="2882501"/>
                <a:ext cx="103104" cy="1426186"/>
                <a:chOff x="5206863" y="3100904"/>
                <a:chExt cx="122758" cy="1698043"/>
              </a:xfrm>
            </p:grpSpPr>
            <p:sp>
              <p:nvSpPr>
                <p:cNvPr id="7458" name="Google Shape;7458;p7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7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7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7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7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7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7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5" name="Google Shape;7465;p72"/>
              <p:cNvGrpSpPr/>
              <p:nvPr/>
            </p:nvGrpSpPr>
            <p:grpSpPr>
              <a:xfrm>
                <a:off x="1542694" y="2882501"/>
                <a:ext cx="103104" cy="1426186"/>
                <a:chOff x="6006138" y="3143629"/>
                <a:chExt cx="122758" cy="1698043"/>
              </a:xfrm>
            </p:grpSpPr>
            <p:sp>
              <p:nvSpPr>
                <p:cNvPr id="7466" name="Google Shape;7466;p7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7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7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7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7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7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7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473" name="Google Shape;7473;p72"/>
          <p:cNvGrpSpPr/>
          <p:nvPr/>
        </p:nvGrpSpPr>
        <p:grpSpPr>
          <a:xfrm>
            <a:off x="5683472" y="3518037"/>
            <a:ext cx="2749952" cy="870677"/>
            <a:chOff x="238125" y="1725700"/>
            <a:chExt cx="7139025" cy="2260325"/>
          </a:xfrm>
        </p:grpSpPr>
        <p:sp>
          <p:nvSpPr>
            <p:cNvPr id="7474" name="Google Shape;7474;p72"/>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72"/>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72"/>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72"/>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72"/>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72"/>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72"/>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72"/>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72"/>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72"/>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4" name="Google Shape;7484;p72"/>
          <p:cNvGrpSpPr/>
          <p:nvPr/>
        </p:nvGrpSpPr>
        <p:grpSpPr>
          <a:xfrm>
            <a:off x="5953636" y="2459783"/>
            <a:ext cx="1105452" cy="916747"/>
            <a:chOff x="5249100" y="1210600"/>
            <a:chExt cx="3502700" cy="2904775"/>
          </a:xfrm>
        </p:grpSpPr>
        <p:sp>
          <p:nvSpPr>
            <p:cNvPr id="7485" name="Google Shape;7485;p72"/>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72"/>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72"/>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72"/>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89" name="Google Shape;7489;p72"/>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7490" name="Google Shape;7490;p72"/>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7491" name="Google Shape;7491;p72"/>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7492" name="Google Shape;7492;p72"/>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7493" name="Google Shape;7493;p72"/>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4" name="Google Shape;7494;p72"/>
          <p:cNvGrpSpPr/>
          <p:nvPr/>
        </p:nvGrpSpPr>
        <p:grpSpPr>
          <a:xfrm>
            <a:off x="7136183" y="1179201"/>
            <a:ext cx="1304650" cy="1124856"/>
            <a:chOff x="7287122" y="1165658"/>
            <a:chExt cx="1219413" cy="1051365"/>
          </a:xfrm>
        </p:grpSpPr>
        <p:grpSp>
          <p:nvGrpSpPr>
            <p:cNvPr id="7495" name="Google Shape;7495;p72"/>
            <p:cNvGrpSpPr/>
            <p:nvPr/>
          </p:nvGrpSpPr>
          <p:grpSpPr>
            <a:xfrm>
              <a:off x="7287122" y="1969723"/>
              <a:ext cx="1219413" cy="247300"/>
              <a:chOff x="7287122" y="1969723"/>
              <a:chExt cx="1219413" cy="247300"/>
            </a:xfrm>
          </p:grpSpPr>
          <p:sp>
            <p:nvSpPr>
              <p:cNvPr id="7496" name="Google Shape;7496;p72"/>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97" name="Google Shape;7497;p72"/>
              <p:cNvGrpSpPr/>
              <p:nvPr/>
            </p:nvGrpSpPr>
            <p:grpSpPr>
              <a:xfrm>
                <a:off x="7287122" y="2063892"/>
                <a:ext cx="1151753" cy="73428"/>
                <a:chOff x="7287122" y="2063892"/>
                <a:chExt cx="1151753" cy="73428"/>
              </a:xfrm>
            </p:grpSpPr>
            <p:sp>
              <p:nvSpPr>
                <p:cNvPr id="7498" name="Google Shape;7498;p72"/>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99" name="Google Shape;7499;p72"/>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7500" name="Google Shape;7500;p72"/>
            <p:cNvGrpSpPr/>
            <p:nvPr/>
          </p:nvGrpSpPr>
          <p:grpSpPr>
            <a:xfrm>
              <a:off x="7287122" y="1712201"/>
              <a:ext cx="1219403" cy="246767"/>
              <a:chOff x="7287122" y="1712201"/>
              <a:chExt cx="1219403" cy="246767"/>
            </a:xfrm>
          </p:grpSpPr>
          <p:sp>
            <p:nvSpPr>
              <p:cNvPr id="7501" name="Google Shape;7501;p72"/>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02" name="Google Shape;7502;p72"/>
              <p:cNvGrpSpPr/>
              <p:nvPr/>
            </p:nvGrpSpPr>
            <p:grpSpPr>
              <a:xfrm>
                <a:off x="7287122" y="1842861"/>
                <a:ext cx="1005303" cy="73419"/>
                <a:chOff x="7287122" y="1842861"/>
                <a:chExt cx="1005303" cy="73419"/>
              </a:xfrm>
            </p:grpSpPr>
            <p:sp>
              <p:nvSpPr>
                <p:cNvPr id="7503" name="Google Shape;7503;p72"/>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04" name="Google Shape;7504;p72"/>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7505" name="Google Shape;7505;p72"/>
            <p:cNvGrpSpPr/>
            <p:nvPr/>
          </p:nvGrpSpPr>
          <p:grpSpPr>
            <a:xfrm>
              <a:off x="7287122" y="1447520"/>
              <a:ext cx="1219403" cy="286667"/>
              <a:chOff x="7287122" y="1447520"/>
              <a:chExt cx="1219403" cy="286667"/>
            </a:xfrm>
          </p:grpSpPr>
          <p:sp>
            <p:nvSpPr>
              <p:cNvPr id="7506" name="Google Shape;7506;p72"/>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07" name="Google Shape;7507;p72"/>
              <p:cNvGrpSpPr/>
              <p:nvPr/>
            </p:nvGrpSpPr>
            <p:grpSpPr>
              <a:xfrm>
                <a:off x="7287122" y="1581977"/>
                <a:ext cx="852803" cy="73428"/>
                <a:chOff x="7287122" y="1581977"/>
                <a:chExt cx="852803" cy="73428"/>
              </a:xfrm>
            </p:grpSpPr>
            <p:sp>
              <p:nvSpPr>
                <p:cNvPr id="7508" name="Google Shape;7508;p72"/>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09" name="Google Shape;7509;p72"/>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7510" name="Google Shape;7510;p72"/>
            <p:cNvGrpSpPr/>
            <p:nvPr/>
          </p:nvGrpSpPr>
          <p:grpSpPr>
            <a:xfrm>
              <a:off x="7287122" y="1165658"/>
              <a:ext cx="1219403" cy="344253"/>
              <a:chOff x="7287122" y="1165658"/>
              <a:chExt cx="1219403" cy="344253"/>
            </a:xfrm>
          </p:grpSpPr>
          <p:sp>
            <p:nvSpPr>
              <p:cNvPr id="7511" name="Google Shape;7511;p72"/>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12" name="Google Shape;7512;p72"/>
              <p:cNvGrpSpPr/>
              <p:nvPr/>
            </p:nvGrpSpPr>
            <p:grpSpPr>
              <a:xfrm>
                <a:off x="7287122" y="1341025"/>
                <a:ext cx="695703" cy="73419"/>
                <a:chOff x="7287122" y="1341025"/>
                <a:chExt cx="695703" cy="73419"/>
              </a:xfrm>
            </p:grpSpPr>
            <p:sp>
              <p:nvSpPr>
                <p:cNvPr id="7513" name="Google Shape;7513;p72"/>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14" name="Google Shape;7514;p72"/>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7515" name="Google Shape;7515;p72"/>
          <p:cNvGrpSpPr/>
          <p:nvPr/>
        </p:nvGrpSpPr>
        <p:grpSpPr>
          <a:xfrm>
            <a:off x="5802676" y="1185224"/>
            <a:ext cx="1397729" cy="1098540"/>
            <a:chOff x="5900602" y="1193063"/>
            <a:chExt cx="1299851" cy="1021707"/>
          </a:xfrm>
        </p:grpSpPr>
        <p:grpSp>
          <p:nvGrpSpPr>
            <p:cNvPr id="7516" name="Google Shape;7516;p72"/>
            <p:cNvGrpSpPr/>
            <p:nvPr/>
          </p:nvGrpSpPr>
          <p:grpSpPr>
            <a:xfrm>
              <a:off x="6520337" y="1193063"/>
              <a:ext cx="341815" cy="799959"/>
              <a:chOff x="6520337" y="1193063"/>
              <a:chExt cx="341815" cy="799959"/>
            </a:xfrm>
          </p:grpSpPr>
          <p:grpSp>
            <p:nvGrpSpPr>
              <p:cNvPr id="7517" name="Google Shape;7517;p72"/>
              <p:cNvGrpSpPr/>
              <p:nvPr/>
            </p:nvGrpSpPr>
            <p:grpSpPr>
              <a:xfrm>
                <a:off x="6520337" y="1589527"/>
                <a:ext cx="213950" cy="403494"/>
                <a:chOff x="6520337" y="1589527"/>
                <a:chExt cx="213950" cy="403494"/>
              </a:xfrm>
            </p:grpSpPr>
            <p:sp>
              <p:nvSpPr>
                <p:cNvPr id="7518" name="Google Shape;7518;p72"/>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72"/>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0" name="Google Shape;7520;p72"/>
              <p:cNvGrpSpPr/>
              <p:nvPr/>
            </p:nvGrpSpPr>
            <p:grpSpPr>
              <a:xfrm>
                <a:off x="6577204" y="1193063"/>
                <a:ext cx="284947" cy="464512"/>
                <a:chOff x="6577204" y="1193063"/>
                <a:chExt cx="284947" cy="464512"/>
              </a:xfrm>
            </p:grpSpPr>
            <p:sp>
              <p:nvSpPr>
                <p:cNvPr id="7521" name="Google Shape;7521;p72"/>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22" name="Google Shape;7522;p72"/>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7523" name="Google Shape;7523;p72"/>
            <p:cNvGrpSpPr/>
            <p:nvPr/>
          </p:nvGrpSpPr>
          <p:grpSpPr>
            <a:xfrm>
              <a:off x="6238903" y="1193063"/>
              <a:ext cx="300475" cy="900152"/>
              <a:chOff x="6238903" y="1193063"/>
              <a:chExt cx="300475" cy="900152"/>
            </a:xfrm>
          </p:grpSpPr>
          <p:grpSp>
            <p:nvGrpSpPr>
              <p:cNvPr id="7524" name="Google Shape;7524;p72"/>
              <p:cNvGrpSpPr/>
              <p:nvPr/>
            </p:nvGrpSpPr>
            <p:grpSpPr>
              <a:xfrm>
                <a:off x="6290865" y="1489315"/>
                <a:ext cx="248514" cy="603900"/>
                <a:chOff x="6290865" y="1489315"/>
                <a:chExt cx="248514" cy="603900"/>
              </a:xfrm>
            </p:grpSpPr>
            <p:sp>
              <p:nvSpPr>
                <p:cNvPr id="7525" name="Google Shape;7525;p72"/>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72"/>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7" name="Google Shape;7527;p72"/>
              <p:cNvGrpSpPr/>
              <p:nvPr/>
            </p:nvGrpSpPr>
            <p:grpSpPr>
              <a:xfrm>
                <a:off x="6238903" y="1193063"/>
                <a:ext cx="284947" cy="333087"/>
                <a:chOff x="6238903" y="1193063"/>
                <a:chExt cx="284947" cy="333087"/>
              </a:xfrm>
            </p:grpSpPr>
            <p:sp>
              <p:nvSpPr>
                <p:cNvPr id="7528" name="Google Shape;7528;p72"/>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29" name="Google Shape;7529;p72"/>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7530" name="Google Shape;7530;p72"/>
            <p:cNvGrpSpPr/>
            <p:nvPr/>
          </p:nvGrpSpPr>
          <p:grpSpPr>
            <a:xfrm>
              <a:off x="5900602" y="1193063"/>
              <a:ext cx="444345" cy="1021707"/>
              <a:chOff x="5900602" y="1193063"/>
              <a:chExt cx="444345" cy="1021707"/>
            </a:xfrm>
          </p:grpSpPr>
          <p:grpSp>
            <p:nvGrpSpPr>
              <p:cNvPr id="7531" name="Google Shape;7531;p72"/>
              <p:cNvGrpSpPr/>
              <p:nvPr/>
            </p:nvGrpSpPr>
            <p:grpSpPr>
              <a:xfrm>
                <a:off x="6046501" y="1367785"/>
                <a:ext cx="298446" cy="846986"/>
                <a:chOff x="6046501" y="1367785"/>
                <a:chExt cx="298446" cy="846986"/>
              </a:xfrm>
            </p:grpSpPr>
            <p:sp>
              <p:nvSpPr>
                <p:cNvPr id="7532" name="Google Shape;7532;p72"/>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72"/>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4" name="Google Shape;7534;p72"/>
              <p:cNvGrpSpPr/>
              <p:nvPr/>
            </p:nvGrpSpPr>
            <p:grpSpPr>
              <a:xfrm>
                <a:off x="5900602" y="1193063"/>
                <a:ext cx="284947" cy="182312"/>
                <a:chOff x="5900602" y="1193063"/>
                <a:chExt cx="284947" cy="182312"/>
              </a:xfrm>
            </p:grpSpPr>
            <p:sp>
              <p:nvSpPr>
                <p:cNvPr id="7535" name="Google Shape;7535;p72"/>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36" name="Google Shape;7536;p72"/>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7537" name="Google Shape;7537;p72"/>
            <p:cNvGrpSpPr/>
            <p:nvPr/>
          </p:nvGrpSpPr>
          <p:grpSpPr>
            <a:xfrm>
              <a:off x="6738300" y="1193063"/>
              <a:ext cx="462153" cy="707634"/>
              <a:chOff x="6738300" y="1193063"/>
              <a:chExt cx="462153" cy="707634"/>
            </a:xfrm>
          </p:grpSpPr>
          <p:grpSp>
            <p:nvGrpSpPr>
              <p:cNvPr id="7538" name="Google Shape;7538;p72"/>
              <p:cNvGrpSpPr/>
              <p:nvPr/>
            </p:nvGrpSpPr>
            <p:grpSpPr>
              <a:xfrm>
                <a:off x="6915505" y="1193063"/>
                <a:ext cx="284947" cy="597387"/>
                <a:chOff x="6915505" y="1193063"/>
                <a:chExt cx="284947" cy="597387"/>
              </a:xfrm>
            </p:grpSpPr>
            <p:sp>
              <p:nvSpPr>
                <p:cNvPr id="7539" name="Google Shape;7539;p72"/>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40" name="Google Shape;7540;p72"/>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7541" name="Google Shape;7541;p72"/>
              <p:cNvGrpSpPr/>
              <p:nvPr/>
            </p:nvGrpSpPr>
            <p:grpSpPr>
              <a:xfrm>
                <a:off x="6738300" y="1684725"/>
                <a:ext cx="230066" cy="215971"/>
                <a:chOff x="6738300" y="1684725"/>
                <a:chExt cx="230066" cy="215971"/>
              </a:xfrm>
            </p:grpSpPr>
            <p:sp>
              <p:nvSpPr>
                <p:cNvPr id="7542" name="Google Shape;7542;p72"/>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72"/>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547"/>
        <p:cNvGrpSpPr/>
        <p:nvPr/>
      </p:nvGrpSpPr>
      <p:grpSpPr>
        <a:xfrm>
          <a:off x="0" y="0"/>
          <a:ext cx="0" cy="0"/>
          <a:chOff x="0" y="0"/>
          <a:chExt cx="0" cy="0"/>
        </a:xfrm>
      </p:grpSpPr>
      <p:sp>
        <p:nvSpPr>
          <p:cNvPr id="7548" name="Google Shape;7548;p73"/>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7549" name="Google Shape;7549;p73"/>
          <p:cNvSpPr txBox="1">
            <a:spLocks noGrp="1"/>
          </p:cNvSpPr>
          <p:nvPr>
            <p:ph type="body" idx="4294967295"/>
          </p:nvPr>
        </p:nvSpPr>
        <p:spPr>
          <a:xfrm>
            <a:off x="828875" y="1610275"/>
            <a:ext cx="7525800" cy="48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7550" name="Google Shape;7550;p73"/>
          <p:cNvGrpSpPr/>
          <p:nvPr/>
        </p:nvGrpSpPr>
        <p:grpSpPr>
          <a:xfrm>
            <a:off x="839307" y="2318098"/>
            <a:ext cx="387992" cy="329326"/>
            <a:chOff x="839307" y="2318098"/>
            <a:chExt cx="387992" cy="329326"/>
          </a:xfrm>
        </p:grpSpPr>
        <p:sp>
          <p:nvSpPr>
            <p:cNvPr id="7551" name="Google Shape;7551;p73"/>
            <p:cNvSpPr/>
            <p:nvPr/>
          </p:nvSpPr>
          <p:spPr>
            <a:xfrm>
              <a:off x="963051" y="2318098"/>
              <a:ext cx="140532" cy="93872"/>
            </a:xfrm>
            <a:custGeom>
              <a:avLst/>
              <a:gdLst/>
              <a:ahLst/>
              <a:cxnLst/>
              <a:rect l="l" t="t" r="r" b="b"/>
              <a:pathLst>
                <a:path w="5349" h="3573" extrusionOk="0">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73"/>
            <p:cNvSpPr/>
            <p:nvPr/>
          </p:nvSpPr>
          <p:spPr>
            <a:xfrm>
              <a:off x="962867" y="2358741"/>
              <a:ext cx="31553" cy="53228"/>
            </a:xfrm>
            <a:custGeom>
              <a:avLst/>
              <a:gdLst/>
              <a:ahLst/>
              <a:cxnLst/>
              <a:rect l="l" t="t" r="r" b="b"/>
              <a:pathLst>
                <a:path w="1201" h="2026" extrusionOk="0">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73"/>
            <p:cNvSpPr/>
            <p:nvPr/>
          </p:nvSpPr>
          <p:spPr>
            <a:xfrm>
              <a:off x="1072397" y="2358741"/>
              <a:ext cx="31369" cy="53228"/>
            </a:xfrm>
            <a:custGeom>
              <a:avLst/>
              <a:gdLst/>
              <a:ahLst/>
              <a:cxnLst/>
              <a:rect l="l" t="t" r="r" b="b"/>
              <a:pathLst>
                <a:path w="1194" h="2026" extrusionOk="0">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73"/>
            <p:cNvSpPr/>
            <p:nvPr/>
          </p:nvSpPr>
          <p:spPr>
            <a:xfrm>
              <a:off x="839307" y="2378419"/>
              <a:ext cx="387992" cy="260623"/>
            </a:xfrm>
            <a:custGeom>
              <a:avLst/>
              <a:gdLst/>
              <a:ahLst/>
              <a:cxnLst/>
              <a:rect l="l" t="t" r="r" b="b"/>
              <a:pathLst>
                <a:path w="14768" h="9920" extrusionOk="0">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73"/>
            <p:cNvSpPr/>
            <p:nvPr/>
          </p:nvSpPr>
          <p:spPr>
            <a:xfrm>
              <a:off x="839307" y="2378235"/>
              <a:ext cx="65629" cy="260623"/>
            </a:xfrm>
            <a:custGeom>
              <a:avLst/>
              <a:gdLst/>
              <a:ahLst/>
              <a:cxnLst/>
              <a:rect l="l" t="t" r="r" b="b"/>
              <a:pathLst>
                <a:path w="2498" h="9920" extrusionOk="0">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73"/>
            <p:cNvSpPr/>
            <p:nvPr/>
          </p:nvSpPr>
          <p:spPr>
            <a:xfrm>
              <a:off x="893796" y="2369671"/>
              <a:ext cx="39199" cy="277753"/>
            </a:xfrm>
            <a:custGeom>
              <a:avLst/>
              <a:gdLst/>
              <a:ahLst/>
              <a:cxnLst/>
              <a:rect l="l" t="t" r="r" b="b"/>
              <a:pathLst>
                <a:path w="1492" h="10572" extrusionOk="0">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73"/>
            <p:cNvSpPr/>
            <p:nvPr/>
          </p:nvSpPr>
          <p:spPr>
            <a:xfrm>
              <a:off x="1133612" y="2369671"/>
              <a:ext cx="39199" cy="277753"/>
            </a:xfrm>
            <a:custGeom>
              <a:avLst/>
              <a:gdLst/>
              <a:ahLst/>
              <a:cxnLst/>
              <a:rect l="l" t="t" r="r" b="b"/>
              <a:pathLst>
                <a:path w="1492" h="10572" extrusionOk="0">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73"/>
            <p:cNvSpPr/>
            <p:nvPr/>
          </p:nvSpPr>
          <p:spPr>
            <a:xfrm>
              <a:off x="1021008" y="2540915"/>
              <a:ext cx="86752" cy="66864"/>
            </a:xfrm>
            <a:custGeom>
              <a:avLst/>
              <a:gdLst/>
              <a:ahLst/>
              <a:cxnLst/>
              <a:rect l="l" t="t" r="r" b="b"/>
              <a:pathLst>
                <a:path w="3302" h="2545" extrusionOk="0">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73"/>
            <p:cNvSpPr/>
            <p:nvPr/>
          </p:nvSpPr>
          <p:spPr>
            <a:xfrm>
              <a:off x="1041947" y="2430544"/>
              <a:ext cx="64368" cy="46502"/>
            </a:xfrm>
            <a:custGeom>
              <a:avLst/>
              <a:gdLst/>
              <a:ahLst/>
              <a:cxnLst/>
              <a:rect l="l" t="t" r="r" b="b"/>
              <a:pathLst>
                <a:path w="2450" h="1770" extrusionOk="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73"/>
            <p:cNvSpPr/>
            <p:nvPr/>
          </p:nvSpPr>
          <p:spPr>
            <a:xfrm>
              <a:off x="954486" y="2468718"/>
              <a:ext cx="72381" cy="78345"/>
            </a:xfrm>
            <a:custGeom>
              <a:avLst/>
              <a:gdLst/>
              <a:ahLst/>
              <a:cxnLst/>
              <a:rect l="l" t="t" r="r" b="b"/>
              <a:pathLst>
                <a:path w="2755" h="2982" extrusionOk="0">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1" name="Google Shape;7561;p73"/>
          <p:cNvGrpSpPr/>
          <p:nvPr/>
        </p:nvGrpSpPr>
        <p:grpSpPr>
          <a:xfrm>
            <a:off x="1414990" y="2289671"/>
            <a:ext cx="387073" cy="385996"/>
            <a:chOff x="1414990" y="2289671"/>
            <a:chExt cx="387073" cy="385996"/>
          </a:xfrm>
        </p:grpSpPr>
        <p:sp>
          <p:nvSpPr>
            <p:cNvPr id="7562" name="Google Shape;7562;p73"/>
            <p:cNvSpPr/>
            <p:nvPr/>
          </p:nvSpPr>
          <p:spPr>
            <a:xfrm>
              <a:off x="1511384" y="2485585"/>
              <a:ext cx="110082" cy="59428"/>
            </a:xfrm>
            <a:custGeom>
              <a:avLst/>
              <a:gdLst/>
              <a:ahLst/>
              <a:cxnLst/>
              <a:rect l="l" t="t" r="r" b="b"/>
              <a:pathLst>
                <a:path w="4190" h="2262" extrusionOk="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73"/>
            <p:cNvSpPr/>
            <p:nvPr/>
          </p:nvSpPr>
          <p:spPr>
            <a:xfrm>
              <a:off x="1414990" y="2289671"/>
              <a:ext cx="302712" cy="214515"/>
            </a:xfrm>
            <a:custGeom>
              <a:avLst/>
              <a:gdLst/>
              <a:ahLst/>
              <a:cxnLst/>
              <a:rect l="l" t="t" r="r" b="b"/>
              <a:pathLst>
                <a:path w="11522" h="8165" extrusionOk="0">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73"/>
            <p:cNvSpPr/>
            <p:nvPr/>
          </p:nvSpPr>
          <p:spPr>
            <a:xfrm>
              <a:off x="1490418" y="2536212"/>
              <a:ext cx="151829" cy="17366"/>
            </a:xfrm>
            <a:custGeom>
              <a:avLst/>
              <a:gdLst/>
              <a:ahLst/>
              <a:cxnLst/>
              <a:rect l="l" t="t" r="r" b="b"/>
              <a:pathLst>
                <a:path w="5779" h="661" extrusionOk="0">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73"/>
            <p:cNvSpPr/>
            <p:nvPr/>
          </p:nvSpPr>
          <p:spPr>
            <a:xfrm>
              <a:off x="1430465" y="2307168"/>
              <a:ext cx="271736" cy="158738"/>
            </a:xfrm>
            <a:custGeom>
              <a:avLst/>
              <a:gdLst/>
              <a:ahLst/>
              <a:cxnLst/>
              <a:rect l="l" t="t" r="r" b="b"/>
              <a:pathLst>
                <a:path w="10343" h="6042" extrusionOk="0">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73"/>
            <p:cNvSpPr/>
            <p:nvPr/>
          </p:nvSpPr>
          <p:spPr>
            <a:xfrm>
              <a:off x="1426471" y="2303149"/>
              <a:ext cx="279750" cy="166594"/>
            </a:xfrm>
            <a:custGeom>
              <a:avLst/>
              <a:gdLst/>
              <a:ahLst/>
              <a:cxnLst/>
              <a:rect l="l" t="t" r="r" b="b"/>
              <a:pathLst>
                <a:path w="10648" h="6341" extrusionOk="0">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73"/>
            <p:cNvSpPr/>
            <p:nvPr/>
          </p:nvSpPr>
          <p:spPr>
            <a:xfrm>
              <a:off x="1533610" y="2431096"/>
              <a:ext cx="249326" cy="198830"/>
            </a:xfrm>
            <a:custGeom>
              <a:avLst/>
              <a:gdLst/>
              <a:ahLst/>
              <a:cxnLst/>
              <a:rect l="l" t="t" r="r" b="b"/>
              <a:pathLst>
                <a:path w="9490" h="7568" extrusionOk="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73"/>
            <p:cNvSpPr/>
            <p:nvPr/>
          </p:nvSpPr>
          <p:spPr>
            <a:xfrm>
              <a:off x="1551660" y="2452771"/>
              <a:ext cx="213228" cy="146364"/>
            </a:xfrm>
            <a:custGeom>
              <a:avLst/>
              <a:gdLst/>
              <a:ahLst/>
              <a:cxnLst/>
              <a:rect l="l" t="t" r="r" b="b"/>
              <a:pathLst>
                <a:path w="8116" h="5571" extrusionOk="0">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73"/>
            <p:cNvSpPr/>
            <p:nvPr/>
          </p:nvSpPr>
          <p:spPr>
            <a:xfrm>
              <a:off x="1547824" y="2448935"/>
              <a:ext cx="220899" cy="154193"/>
            </a:xfrm>
            <a:custGeom>
              <a:avLst/>
              <a:gdLst/>
              <a:ahLst/>
              <a:cxnLst/>
              <a:rect l="l" t="t" r="r" b="b"/>
              <a:pathLst>
                <a:path w="8408" h="5869" extrusionOk="0">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73"/>
            <p:cNvSpPr/>
            <p:nvPr/>
          </p:nvSpPr>
          <p:spPr>
            <a:xfrm>
              <a:off x="1533794" y="2610038"/>
              <a:ext cx="249142" cy="23724"/>
            </a:xfrm>
            <a:custGeom>
              <a:avLst/>
              <a:gdLst/>
              <a:ahLst/>
              <a:cxnLst/>
              <a:rect l="l" t="t" r="r" b="b"/>
              <a:pathLst>
                <a:path w="9483" h="903" extrusionOk="0">
                  <a:moveTo>
                    <a:pt x="1" y="0"/>
                  </a:moveTo>
                  <a:lnTo>
                    <a:pt x="1" y="902"/>
                  </a:lnTo>
                  <a:lnTo>
                    <a:pt x="9482" y="902"/>
                  </a:lnTo>
                  <a:lnTo>
                    <a:pt x="9482" y="0"/>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73"/>
            <p:cNvSpPr/>
            <p:nvPr/>
          </p:nvSpPr>
          <p:spPr>
            <a:xfrm>
              <a:off x="1514300" y="2616790"/>
              <a:ext cx="287763" cy="26246"/>
            </a:xfrm>
            <a:custGeom>
              <a:avLst/>
              <a:gdLst/>
              <a:ahLst/>
              <a:cxnLst/>
              <a:rect l="l" t="t" r="r" b="b"/>
              <a:pathLst>
                <a:path w="10953" h="999" extrusionOk="0">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73"/>
            <p:cNvSpPr/>
            <p:nvPr/>
          </p:nvSpPr>
          <p:spPr>
            <a:xfrm>
              <a:off x="1490418" y="2536212"/>
              <a:ext cx="36125" cy="17366"/>
            </a:xfrm>
            <a:custGeom>
              <a:avLst/>
              <a:gdLst/>
              <a:ahLst/>
              <a:cxnLst/>
              <a:rect l="l" t="t" r="r" b="b"/>
              <a:pathLst>
                <a:path w="1375" h="661" extrusionOk="0">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73"/>
            <p:cNvSpPr/>
            <p:nvPr/>
          </p:nvSpPr>
          <p:spPr>
            <a:xfrm>
              <a:off x="1414990" y="2289671"/>
              <a:ext cx="35547" cy="214515"/>
            </a:xfrm>
            <a:custGeom>
              <a:avLst/>
              <a:gdLst/>
              <a:ahLst/>
              <a:cxnLst/>
              <a:rect l="l" t="t" r="r" b="b"/>
              <a:pathLst>
                <a:path w="1353" h="8165" extrusionOk="0">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73"/>
            <p:cNvSpPr/>
            <p:nvPr/>
          </p:nvSpPr>
          <p:spPr>
            <a:xfrm>
              <a:off x="1533794" y="2431096"/>
              <a:ext cx="35021" cy="198830"/>
            </a:xfrm>
            <a:custGeom>
              <a:avLst/>
              <a:gdLst/>
              <a:ahLst/>
              <a:cxnLst/>
              <a:rect l="l" t="t" r="r" b="b"/>
              <a:pathLst>
                <a:path w="1333" h="7568" extrusionOk="0">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73"/>
            <p:cNvSpPr/>
            <p:nvPr/>
          </p:nvSpPr>
          <p:spPr>
            <a:xfrm>
              <a:off x="1514484" y="2616790"/>
              <a:ext cx="52492" cy="26246"/>
            </a:xfrm>
            <a:custGeom>
              <a:avLst/>
              <a:gdLst/>
              <a:ahLst/>
              <a:cxnLst/>
              <a:rect l="l" t="t" r="r" b="b"/>
              <a:pathLst>
                <a:path w="1998" h="999" extrusionOk="0">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73"/>
            <p:cNvSpPr/>
            <p:nvPr/>
          </p:nvSpPr>
          <p:spPr>
            <a:xfrm>
              <a:off x="1663003" y="2569762"/>
              <a:ext cx="74194" cy="105721"/>
            </a:xfrm>
            <a:custGeom>
              <a:avLst/>
              <a:gdLst/>
              <a:ahLst/>
              <a:cxnLst/>
              <a:rect l="l" t="t" r="r" b="b"/>
              <a:pathLst>
                <a:path w="2824" h="4024" extrusionOk="0">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73"/>
            <p:cNvSpPr/>
            <p:nvPr/>
          </p:nvSpPr>
          <p:spPr>
            <a:xfrm>
              <a:off x="1662635" y="2569946"/>
              <a:ext cx="16604" cy="105721"/>
            </a:xfrm>
            <a:custGeom>
              <a:avLst/>
              <a:gdLst/>
              <a:ahLst/>
              <a:cxnLst/>
              <a:rect l="l" t="t" r="r" b="b"/>
              <a:pathLst>
                <a:path w="632" h="4024" extrusionOk="0">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73"/>
            <p:cNvSpPr/>
            <p:nvPr/>
          </p:nvSpPr>
          <p:spPr>
            <a:xfrm>
              <a:off x="1662819" y="2582163"/>
              <a:ext cx="74377" cy="80919"/>
            </a:xfrm>
            <a:custGeom>
              <a:avLst/>
              <a:gdLst/>
              <a:ahLst/>
              <a:cxnLst/>
              <a:rect l="l" t="t" r="r" b="b"/>
              <a:pathLst>
                <a:path w="2831" h="3080" extrusionOk="0">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73"/>
            <p:cNvSpPr/>
            <p:nvPr/>
          </p:nvSpPr>
          <p:spPr>
            <a:xfrm>
              <a:off x="1662635" y="2583975"/>
              <a:ext cx="4939" cy="77478"/>
            </a:xfrm>
            <a:custGeom>
              <a:avLst/>
              <a:gdLst/>
              <a:ahLst/>
              <a:cxnLst/>
              <a:rect l="l" t="t" r="r" b="b"/>
              <a:pathLst>
                <a:path w="188" h="2949" extrusionOk="0">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0" name="Google Shape;7580;p73"/>
          <p:cNvGrpSpPr/>
          <p:nvPr/>
        </p:nvGrpSpPr>
        <p:grpSpPr>
          <a:xfrm>
            <a:off x="1989911" y="2306065"/>
            <a:ext cx="387099" cy="353207"/>
            <a:chOff x="1989911" y="2306065"/>
            <a:chExt cx="387099" cy="353207"/>
          </a:xfrm>
        </p:grpSpPr>
        <p:sp>
          <p:nvSpPr>
            <p:cNvPr id="7581" name="Google Shape;7581;p73"/>
            <p:cNvSpPr/>
            <p:nvPr/>
          </p:nvSpPr>
          <p:spPr>
            <a:xfrm>
              <a:off x="2110003" y="2555181"/>
              <a:ext cx="146916" cy="88775"/>
            </a:xfrm>
            <a:custGeom>
              <a:avLst/>
              <a:gdLst/>
              <a:ahLst/>
              <a:cxnLst/>
              <a:rect l="l" t="t" r="r" b="b"/>
              <a:pathLst>
                <a:path w="5592" h="3379" extrusionOk="0">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73"/>
            <p:cNvSpPr/>
            <p:nvPr/>
          </p:nvSpPr>
          <p:spPr>
            <a:xfrm>
              <a:off x="2110003" y="2555181"/>
              <a:ext cx="137615" cy="81681"/>
            </a:xfrm>
            <a:custGeom>
              <a:avLst/>
              <a:gdLst/>
              <a:ahLst/>
              <a:cxnLst/>
              <a:rect l="l" t="t" r="r" b="b"/>
              <a:pathLst>
                <a:path w="5238" h="3109" extrusionOk="0">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73"/>
            <p:cNvSpPr/>
            <p:nvPr/>
          </p:nvSpPr>
          <p:spPr>
            <a:xfrm>
              <a:off x="1989911" y="2306065"/>
              <a:ext cx="387099" cy="275021"/>
            </a:xfrm>
            <a:custGeom>
              <a:avLst/>
              <a:gdLst/>
              <a:ahLst/>
              <a:cxnLst/>
              <a:rect l="l" t="t" r="r" b="b"/>
              <a:pathLst>
                <a:path w="14734" h="10468" extrusionOk="0">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73"/>
            <p:cNvSpPr/>
            <p:nvPr/>
          </p:nvSpPr>
          <p:spPr>
            <a:xfrm>
              <a:off x="2021438" y="2337723"/>
              <a:ext cx="324045" cy="193628"/>
            </a:xfrm>
            <a:custGeom>
              <a:avLst/>
              <a:gdLst/>
              <a:ahLst/>
              <a:cxnLst/>
              <a:rect l="l" t="t" r="r" b="b"/>
              <a:pathLst>
                <a:path w="12334" h="7370" extrusionOk="0">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73"/>
            <p:cNvSpPr/>
            <p:nvPr/>
          </p:nvSpPr>
          <p:spPr>
            <a:xfrm>
              <a:off x="2327224" y="2337776"/>
              <a:ext cx="18259" cy="193576"/>
            </a:xfrm>
            <a:custGeom>
              <a:avLst/>
              <a:gdLst/>
              <a:ahLst/>
              <a:cxnLst/>
              <a:rect l="l" t="t" r="r" b="b"/>
              <a:pathLst>
                <a:path w="695" h="7368" extrusionOk="0">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73"/>
            <p:cNvSpPr/>
            <p:nvPr/>
          </p:nvSpPr>
          <p:spPr>
            <a:xfrm>
              <a:off x="2069543" y="2630819"/>
              <a:ext cx="227651" cy="28453"/>
            </a:xfrm>
            <a:custGeom>
              <a:avLst/>
              <a:gdLst/>
              <a:ahLst/>
              <a:cxnLst/>
              <a:rect l="l" t="t" r="r" b="b"/>
              <a:pathLst>
                <a:path w="8665" h="1083" extrusionOk="0">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73"/>
            <p:cNvSpPr/>
            <p:nvPr/>
          </p:nvSpPr>
          <p:spPr>
            <a:xfrm>
              <a:off x="2175237" y="2549191"/>
              <a:ext cx="14975" cy="11849"/>
            </a:xfrm>
            <a:custGeom>
              <a:avLst/>
              <a:gdLst/>
              <a:ahLst/>
              <a:cxnLst/>
              <a:rect l="l" t="t" r="r" b="b"/>
              <a:pathLst>
                <a:path w="570" h="451" extrusionOk="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8" name="Google Shape;7588;p73"/>
          <p:cNvGrpSpPr/>
          <p:nvPr/>
        </p:nvGrpSpPr>
        <p:grpSpPr>
          <a:xfrm>
            <a:off x="2593102" y="2288778"/>
            <a:ext cx="204663" cy="363007"/>
            <a:chOff x="2593102" y="2288778"/>
            <a:chExt cx="204663" cy="363007"/>
          </a:xfrm>
        </p:grpSpPr>
        <p:sp>
          <p:nvSpPr>
            <p:cNvPr id="7589" name="Google Shape;7589;p73"/>
            <p:cNvSpPr/>
            <p:nvPr/>
          </p:nvSpPr>
          <p:spPr>
            <a:xfrm>
              <a:off x="2753837" y="2310636"/>
              <a:ext cx="43928" cy="297431"/>
            </a:xfrm>
            <a:custGeom>
              <a:avLst/>
              <a:gdLst/>
              <a:ahLst/>
              <a:cxnLst/>
              <a:rect l="l" t="t" r="r" b="b"/>
              <a:pathLst>
                <a:path w="1672" h="11321" extrusionOk="0">
                  <a:moveTo>
                    <a:pt x="0" y="0"/>
                  </a:moveTo>
                  <a:lnTo>
                    <a:pt x="0" y="11320"/>
                  </a:lnTo>
                  <a:lnTo>
                    <a:pt x="1672" y="10481"/>
                  </a:lnTo>
                  <a:lnTo>
                    <a:pt x="1672" y="833"/>
                  </a:lnTo>
                  <a:lnTo>
                    <a:pt x="0" y="0"/>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73"/>
            <p:cNvSpPr/>
            <p:nvPr/>
          </p:nvSpPr>
          <p:spPr>
            <a:xfrm>
              <a:off x="2593102" y="2310636"/>
              <a:ext cx="182620" cy="297431"/>
            </a:xfrm>
            <a:custGeom>
              <a:avLst/>
              <a:gdLst/>
              <a:ahLst/>
              <a:cxnLst/>
              <a:rect l="l" t="t" r="r" b="b"/>
              <a:pathLst>
                <a:path w="6951" h="11321" extrusionOk="0">
                  <a:moveTo>
                    <a:pt x="6951" y="0"/>
                  </a:moveTo>
                  <a:lnTo>
                    <a:pt x="1" y="833"/>
                  </a:lnTo>
                  <a:lnTo>
                    <a:pt x="1" y="10481"/>
                  </a:lnTo>
                  <a:lnTo>
                    <a:pt x="6951" y="11320"/>
                  </a:lnTo>
                  <a:lnTo>
                    <a:pt x="6951" y="0"/>
                  </a:ln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73"/>
            <p:cNvSpPr/>
            <p:nvPr/>
          </p:nvSpPr>
          <p:spPr>
            <a:xfrm>
              <a:off x="2753837" y="2585972"/>
              <a:ext cx="43928" cy="65813"/>
            </a:xfrm>
            <a:custGeom>
              <a:avLst/>
              <a:gdLst/>
              <a:ahLst/>
              <a:cxnLst/>
              <a:rect l="l" t="t" r="r" b="b"/>
              <a:pathLst>
                <a:path w="1672" h="2505" extrusionOk="0">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73"/>
            <p:cNvSpPr/>
            <p:nvPr/>
          </p:nvSpPr>
          <p:spPr>
            <a:xfrm>
              <a:off x="2753837" y="2288778"/>
              <a:ext cx="43928" cy="43744"/>
            </a:xfrm>
            <a:custGeom>
              <a:avLst/>
              <a:gdLst/>
              <a:ahLst/>
              <a:cxnLst/>
              <a:rect l="l" t="t" r="r" b="b"/>
              <a:pathLst>
                <a:path w="1672" h="1665" extrusionOk="0">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73"/>
            <p:cNvSpPr/>
            <p:nvPr/>
          </p:nvSpPr>
          <p:spPr>
            <a:xfrm>
              <a:off x="2593102" y="2585972"/>
              <a:ext cx="182620" cy="65813"/>
            </a:xfrm>
            <a:custGeom>
              <a:avLst/>
              <a:gdLst/>
              <a:ahLst/>
              <a:cxnLst/>
              <a:rect l="l" t="t" r="r" b="b"/>
              <a:pathLst>
                <a:path w="6951" h="2505" extrusionOk="0">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73"/>
            <p:cNvSpPr/>
            <p:nvPr/>
          </p:nvSpPr>
          <p:spPr>
            <a:xfrm>
              <a:off x="2593102" y="2288778"/>
              <a:ext cx="182620" cy="43744"/>
            </a:xfrm>
            <a:custGeom>
              <a:avLst/>
              <a:gdLst/>
              <a:ahLst/>
              <a:cxnLst/>
              <a:rect l="l" t="t" r="r" b="b"/>
              <a:pathLst>
                <a:path w="6951" h="1665" extrusionOk="0">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73"/>
            <p:cNvSpPr/>
            <p:nvPr/>
          </p:nvSpPr>
          <p:spPr>
            <a:xfrm>
              <a:off x="2688050" y="2305172"/>
              <a:ext cx="36650" cy="10956"/>
            </a:xfrm>
            <a:custGeom>
              <a:avLst/>
              <a:gdLst/>
              <a:ahLst/>
              <a:cxnLst/>
              <a:rect l="l" t="t" r="r" b="b"/>
              <a:pathLst>
                <a:path w="1395" h="417" extrusionOk="0">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73"/>
            <p:cNvSpPr/>
            <p:nvPr/>
          </p:nvSpPr>
          <p:spPr>
            <a:xfrm>
              <a:off x="2684399" y="2607857"/>
              <a:ext cx="22069" cy="22069"/>
            </a:xfrm>
            <a:custGeom>
              <a:avLst/>
              <a:gdLst/>
              <a:ahLst/>
              <a:cxnLst/>
              <a:rect l="l" t="t" r="r" b="b"/>
              <a:pathLst>
                <a:path w="840" h="840" extrusionOk="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73"/>
            <p:cNvSpPr/>
            <p:nvPr/>
          </p:nvSpPr>
          <p:spPr>
            <a:xfrm>
              <a:off x="2668004" y="2305172"/>
              <a:ext cx="10956" cy="10956"/>
            </a:xfrm>
            <a:custGeom>
              <a:avLst/>
              <a:gdLst/>
              <a:ahLst/>
              <a:cxnLst/>
              <a:rect l="l" t="t" r="r" b="b"/>
              <a:pathLst>
                <a:path w="417" h="417" extrusionOk="0">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8" name="Google Shape;7598;p73"/>
          <p:cNvGrpSpPr/>
          <p:nvPr/>
        </p:nvGrpSpPr>
        <p:grpSpPr>
          <a:xfrm>
            <a:off x="2970874" y="2329763"/>
            <a:ext cx="403651" cy="305996"/>
            <a:chOff x="2970874" y="2329763"/>
            <a:chExt cx="403651" cy="305996"/>
          </a:xfrm>
        </p:grpSpPr>
        <p:sp>
          <p:nvSpPr>
            <p:cNvPr id="7599" name="Google Shape;7599;p73"/>
            <p:cNvSpPr/>
            <p:nvPr/>
          </p:nvSpPr>
          <p:spPr>
            <a:xfrm>
              <a:off x="3054158" y="2352909"/>
              <a:ext cx="98233" cy="259704"/>
            </a:xfrm>
            <a:custGeom>
              <a:avLst/>
              <a:gdLst/>
              <a:ahLst/>
              <a:cxnLst/>
              <a:rect l="l" t="t" r="r" b="b"/>
              <a:pathLst>
                <a:path w="3739" h="9885" extrusionOk="0">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73"/>
            <p:cNvSpPr/>
            <p:nvPr/>
          </p:nvSpPr>
          <p:spPr>
            <a:xfrm>
              <a:off x="3054158" y="2512908"/>
              <a:ext cx="98233" cy="99704"/>
            </a:xfrm>
            <a:custGeom>
              <a:avLst/>
              <a:gdLst/>
              <a:ahLst/>
              <a:cxnLst/>
              <a:rect l="l" t="t" r="r" b="b"/>
              <a:pathLst>
                <a:path w="3739" h="3795" extrusionOk="0">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73"/>
            <p:cNvSpPr/>
            <p:nvPr/>
          </p:nvSpPr>
          <p:spPr>
            <a:xfrm>
              <a:off x="2970874" y="2429441"/>
              <a:ext cx="83310" cy="106456"/>
            </a:xfrm>
            <a:custGeom>
              <a:avLst/>
              <a:gdLst/>
              <a:ahLst/>
              <a:cxnLst/>
              <a:rect l="l" t="t" r="r" b="b"/>
              <a:pathLst>
                <a:path w="3171" h="4052" extrusionOk="0">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73"/>
            <p:cNvSpPr/>
            <p:nvPr/>
          </p:nvSpPr>
          <p:spPr>
            <a:xfrm>
              <a:off x="2970874" y="2476652"/>
              <a:ext cx="83310" cy="59244"/>
            </a:xfrm>
            <a:custGeom>
              <a:avLst/>
              <a:gdLst/>
              <a:ahLst/>
              <a:cxnLst/>
              <a:rect l="l" t="t" r="r" b="b"/>
              <a:pathLst>
                <a:path w="3171" h="2255" extrusionOk="0">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73"/>
            <p:cNvSpPr/>
            <p:nvPr/>
          </p:nvSpPr>
          <p:spPr>
            <a:xfrm>
              <a:off x="3215760" y="2442156"/>
              <a:ext cx="33392" cy="81313"/>
            </a:xfrm>
            <a:custGeom>
              <a:avLst/>
              <a:gdLst/>
              <a:ahLst/>
              <a:cxnLst/>
              <a:rect l="l" t="t" r="r" b="b"/>
              <a:pathLst>
                <a:path w="1271" h="3095" extrusionOk="0">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73"/>
            <p:cNvSpPr/>
            <p:nvPr/>
          </p:nvSpPr>
          <p:spPr>
            <a:xfrm>
              <a:off x="3256561" y="2401513"/>
              <a:ext cx="55829" cy="162627"/>
            </a:xfrm>
            <a:custGeom>
              <a:avLst/>
              <a:gdLst/>
              <a:ahLst/>
              <a:cxnLst/>
              <a:rect l="l" t="t" r="r" b="b"/>
              <a:pathLst>
                <a:path w="2125" h="6190" extrusionOk="0">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73"/>
            <p:cNvSpPr/>
            <p:nvPr/>
          </p:nvSpPr>
          <p:spPr>
            <a:xfrm>
              <a:off x="3296653" y="2361421"/>
              <a:ext cx="77872" cy="242758"/>
            </a:xfrm>
            <a:custGeom>
              <a:avLst/>
              <a:gdLst/>
              <a:ahLst/>
              <a:cxnLst/>
              <a:rect l="l" t="t" r="r" b="b"/>
              <a:pathLst>
                <a:path w="2964" h="9240" extrusionOk="0">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73"/>
            <p:cNvSpPr/>
            <p:nvPr/>
          </p:nvSpPr>
          <p:spPr>
            <a:xfrm>
              <a:off x="3151287" y="2329763"/>
              <a:ext cx="37727" cy="305996"/>
            </a:xfrm>
            <a:custGeom>
              <a:avLst/>
              <a:gdLst/>
              <a:ahLst/>
              <a:cxnLst/>
              <a:rect l="l" t="t" r="r" b="b"/>
              <a:pathLst>
                <a:path w="1436" h="11647" extrusionOk="0">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73"/>
            <p:cNvSpPr/>
            <p:nvPr/>
          </p:nvSpPr>
          <p:spPr>
            <a:xfrm>
              <a:off x="3151287" y="2329763"/>
              <a:ext cx="30450" cy="305996"/>
            </a:xfrm>
            <a:custGeom>
              <a:avLst/>
              <a:gdLst/>
              <a:ahLst/>
              <a:cxnLst/>
              <a:rect l="l" t="t" r="r" b="b"/>
              <a:pathLst>
                <a:path w="1159" h="11647" extrusionOk="0">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8" name="Google Shape;7608;p73"/>
          <p:cNvGrpSpPr/>
          <p:nvPr/>
        </p:nvGrpSpPr>
        <p:grpSpPr>
          <a:xfrm>
            <a:off x="3545795" y="2318755"/>
            <a:ext cx="387835" cy="327933"/>
            <a:chOff x="3545795" y="2318755"/>
            <a:chExt cx="387835" cy="327933"/>
          </a:xfrm>
        </p:grpSpPr>
        <p:sp>
          <p:nvSpPr>
            <p:cNvPr id="7609" name="Google Shape;7609;p73"/>
            <p:cNvSpPr/>
            <p:nvPr/>
          </p:nvSpPr>
          <p:spPr>
            <a:xfrm>
              <a:off x="3565315" y="2318755"/>
              <a:ext cx="11691" cy="57694"/>
            </a:xfrm>
            <a:custGeom>
              <a:avLst/>
              <a:gdLst/>
              <a:ahLst/>
              <a:cxnLst/>
              <a:rect l="l" t="t" r="r" b="b"/>
              <a:pathLst>
                <a:path w="445" h="2196" extrusionOk="0">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73"/>
            <p:cNvSpPr/>
            <p:nvPr/>
          </p:nvSpPr>
          <p:spPr>
            <a:xfrm>
              <a:off x="3545795" y="2318755"/>
              <a:ext cx="11691" cy="57694"/>
            </a:xfrm>
            <a:custGeom>
              <a:avLst/>
              <a:gdLst/>
              <a:ahLst/>
              <a:cxnLst/>
              <a:rect l="l" t="t" r="r" b="b"/>
              <a:pathLst>
                <a:path w="445" h="2196" extrusionOk="0">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73"/>
            <p:cNvSpPr/>
            <p:nvPr/>
          </p:nvSpPr>
          <p:spPr>
            <a:xfrm>
              <a:off x="3584888" y="2318755"/>
              <a:ext cx="11796" cy="57694"/>
            </a:xfrm>
            <a:custGeom>
              <a:avLst/>
              <a:gdLst/>
              <a:ahLst/>
              <a:cxnLst/>
              <a:rect l="l" t="t" r="r" b="b"/>
              <a:pathLst>
                <a:path w="449" h="2196" extrusionOk="0">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12" name="Google Shape;7612;p73"/>
            <p:cNvGrpSpPr/>
            <p:nvPr/>
          </p:nvGrpSpPr>
          <p:grpSpPr>
            <a:xfrm>
              <a:off x="3545795" y="2322301"/>
              <a:ext cx="387835" cy="324387"/>
              <a:chOff x="3545795" y="2322301"/>
              <a:chExt cx="387835" cy="324387"/>
            </a:xfrm>
          </p:grpSpPr>
          <p:sp>
            <p:nvSpPr>
              <p:cNvPr id="7613" name="Google Shape;7613;p73"/>
              <p:cNvSpPr/>
              <p:nvPr/>
            </p:nvSpPr>
            <p:spPr>
              <a:xfrm>
                <a:off x="3613604" y="2355089"/>
                <a:ext cx="258968" cy="258994"/>
              </a:xfrm>
              <a:custGeom>
                <a:avLst/>
                <a:gdLst/>
                <a:ahLst/>
                <a:cxnLst/>
                <a:rect l="l" t="t" r="r" b="b"/>
                <a:pathLst>
                  <a:path w="9857" h="9858" extrusionOk="0">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73"/>
              <p:cNvSpPr/>
              <p:nvPr/>
            </p:nvSpPr>
            <p:spPr>
              <a:xfrm>
                <a:off x="3639667" y="2380968"/>
                <a:ext cx="207027" cy="207054"/>
              </a:xfrm>
              <a:custGeom>
                <a:avLst/>
                <a:gdLst/>
                <a:ahLst/>
                <a:cxnLst/>
                <a:rect l="l" t="t" r="r" b="b"/>
                <a:pathLst>
                  <a:path w="7880" h="7881" extrusionOk="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73"/>
              <p:cNvSpPr/>
              <p:nvPr/>
            </p:nvSpPr>
            <p:spPr>
              <a:xfrm>
                <a:off x="3722583" y="2380968"/>
                <a:ext cx="129392" cy="207080"/>
              </a:xfrm>
              <a:custGeom>
                <a:avLst/>
                <a:gdLst/>
                <a:ahLst/>
                <a:cxnLst/>
                <a:rect l="l" t="t" r="r" b="b"/>
                <a:pathLst>
                  <a:path w="4925" h="7882" extrusionOk="0">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73"/>
              <p:cNvSpPr/>
              <p:nvPr/>
            </p:nvSpPr>
            <p:spPr>
              <a:xfrm>
                <a:off x="3895140" y="2322301"/>
                <a:ext cx="38489" cy="324387"/>
              </a:xfrm>
              <a:custGeom>
                <a:avLst/>
                <a:gdLst/>
                <a:ahLst/>
                <a:cxnLst/>
                <a:rect l="l" t="t" r="r" b="b"/>
                <a:pathLst>
                  <a:path w="1465" h="12347" extrusionOk="0">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73"/>
              <p:cNvSpPr/>
              <p:nvPr/>
            </p:nvSpPr>
            <p:spPr>
              <a:xfrm>
                <a:off x="3895140" y="2322301"/>
                <a:ext cx="38489" cy="167960"/>
              </a:xfrm>
              <a:custGeom>
                <a:avLst/>
                <a:gdLst/>
                <a:ahLst/>
                <a:cxnLst/>
                <a:rect l="l" t="t" r="r" b="b"/>
                <a:pathLst>
                  <a:path w="1465" h="6393" extrusionOk="0">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73"/>
              <p:cNvSpPr/>
              <p:nvPr/>
            </p:nvSpPr>
            <p:spPr>
              <a:xfrm>
                <a:off x="3545795" y="2370590"/>
                <a:ext cx="50890" cy="275021"/>
              </a:xfrm>
              <a:custGeom>
                <a:avLst/>
                <a:gdLst/>
                <a:ahLst/>
                <a:cxnLst/>
                <a:rect l="l" t="t" r="r" b="b"/>
                <a:pathLst>
                  <a:path w="1937" h="10468" extrusionOk="0">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73"/>
              <p:cNvSpPr/>
              <p:nvPr/>
            </p:nvSpPr>
            <p:spPr>
              <a:xfrm>
                <a:off x="3545795" y="2370590"/>
                <a:ext cx="50890" cy="59244"/>
              </a:xfrm>
              <a:custGeom>
                <a:avLst/>
                <a:gdLst/>
                <a:ahLst/>
                <a:cxnLst/>
                <a:rect l="l" t="t" r="r" b="b"/>
                <a:pathLst>
                  <a:path w="1937" h="2255" extrusionOk="0">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20" name="Google Shape;7620;p73"/>
          <p:cNvGrpSpPr/>
          <p:nvPr/>
        </p:nvGrpSpPr>
        <p:grpSpPr>
          <a:xfrm>
            <a:off x="4718468" y="2306984"/>
            <a:ext cx="364294" cy="351552"/>
            <a:chOff x="4718468" y="2306984"/>
            <a:chExt cx="364294" cy="351552"/>
          </a:xfrm>
        </p:grpSpPr>
        <p:sp>
          <p:nvSpPr>
            <p:cNvPr id="7621" name="Google Shape;7621;p73"/>
            <p:cNvSpPr/>
            <p:nvPr/>
          </p:nvSpPr>
          <p:spPr>
            <a:xfrm>
              <a:off x="4718468" y="2472869"/>
              <a:ext cx="55593" cy="57195"/>
            </a:xfrm>
            <a:custGeom>
              <a:avLst/>
              <a:gdLst/>
              <a:ahLst/>
              <a:cxnLst/>
              <a:rect l="l" t="t" r="r" b="b"/>
              <a:pathLst>
                <a:path w="2116" h="2177" extrusionOk="0">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73"/>
            <p:cNvSpPr/>
            <p:nvPr/>
          </p:nvSpPr>
          <p:spPr>
            <a:xfrm>
              <a:off x="4764392" y="2405927"/>
              <a:ext cx="318370" cy="252610"/>
            </a:xfrm>
            <a:custGeom>
              <a:avLst/>
              <a:gdLst/>
              <a:ahLst/>
              <a:cxnLst/>
              <a:rect l="l" t="t" r="r" b="b"/>
              <a:pathLst>
                <a:path w="12118" h="9615" extrusionOk="0">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73"/>
            <p:cNvSpPr/>
            <p:nvPr/>
          </p:nvSpPr>
          <p:spPr>
            <a:xfrm>
              <a:off x="4764760" y="2495595"/>
              <a:ext cx="318002" cy="162574"/>
            </a:xfrm>
            <a:custGeom>
              <a:avLst/>
              <a:gdLst/>
              <a:ahLst/>
              <a:cxnLst/>
              <a:rect l="l" t="t" r="r" b="b"/>
              <a:pathLst>
                <a:path w="12104" h="6188" extrusionOk="0">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73"/>
            <p:cNvSpPr/>
            <p:nvPr/>
          </p:nvSpPr>
          <p:spPr>
            <a:xfrm>
              <a:off x="4952976" y="2394314"/>
              <a:ext cx="81129" cy="79816"/>
            </a:xfrm>
            <a:custGeom>
              <a:avLst/>
              <a:gdLst/>
              <a:ahLst/>
              <a:cxnLst/>
              <a:rect l="l" t="t" r="r" b="b"/>
              <a:pathLst>
                <a:path w="3088" h="3038" extrusionOk="0">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73"/>
            <p:cNvSpPr/>
            <p:nvPr/>
          </p:nvSpPr>
          <p:spPr>
            <a:xfrm>
              <a:off x="4993804" y="2493230"/>
              <a:ext cx="35205" cy="22988"/>
            </a:xfrm>
            <a:custGeom>
              <a:avLst/>
              <a:gdLst/>
              <a:ahLst/>
              <a:cxnLst/>
              <a:rect l="l" t="t" r="r" b="b"/>
              <a:pathLst>
                <a:path w="1340" h="875" extrusionOk="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73"/>
            <p:cNvSpPr/>
            <p:nvPr/>
          </p:nvSpPr>
          <p:spPr>
            <a:xfrm>
              <a:off x="4829916" y="2432278"/>
              <a:ext cx="109793" cy="18470"/>
            </a:xfrm>
            <a:custGeom>
              <a:avLst/>
              <a:gdLst/>
              <a:ahLst/>
              <a:cxnLst/>
              <a:rect l="l" t="t" r="r" b="b"/>
              <a:pathLst>
                <a:path w="4179" h="703" extrusionOk="0">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73"/>
            <p:cNvSpPr/>
            <p:nvPr/>
          </p:nvSpPr>
          <p:spPr>
            <a:xfrm>
              <a:off x="4816859" y="2306984"/>
              <a:ext cx="136170" cy="135986"/>
            </a:xfrm>
            <a:custGeom>
              <a:avLst/>
              <a:gdLst/>
              <a:ahLst/>
              <a:cxnLst/>
              <a:rect l="l" t="t" r="r" b="b"/>
              <a:pathLst>
                <a:path w="5183" h="5176" extrusionOk="0">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73"/>
            <p:cNvSpPr/>
            <p:nvPr/>
          </p:nvSpPr>
          <p:spPr>
            <a:xfrm>
              <a:off x="4966113" y="2402301"/>
              <a:ext cx="57616" cy="56775"/>
            </a:xfrm>
            <a:custGeom>
              <a:avLst/>
              <a:gdLst/>
              <a:ahLst/>
              <a:cxnLst/>
              <a:rect l="l" t="t" r="r" b="b"/>
              <a:pathLst>
                <a:path w="2193" h="2161" extrusionOk="0">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73"/>
            <p:cNvSpPr/>
            <p:nvPr/>
          </p:nvSpPr>
          <p:spPr>
            <a:xfrm>
              <a:off x="4837640" y="2327766"/>
              <a:ext cx="122115" cy="115257"/>
            </a:xfrm>
            <a:custGeom>
              <a:avLst/>
              <a:gdLst/>
              <a:ahLst/>
              <a:cxnLst/>
              <a:rect l="l" t="t" r="r" b="b"/>
              <a:pathLst>
                <a:path w="4648" h="4387" extrusionOk="0">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73"/>
            <p:cNvSpPr/>
            <p:nvPr/>
          </p:nvSpPr>
          <p:spPr>
            <a:xfrm>
              <a:off x="4864070" y="2336305"/>
              <a:ext cx="41931" cy="76611"/>
            </a:xfrm>
            <a:custGeom>
              <a:avLst/>
              <a:gdLst/>
              <a:ahLst/>
              <a:cxnLst/>
              <a:rect l="l" t="t" r="r" b="b"/>
              <a:pathLst>
                <a:path w="1596" h="2916" extrusionOk="0">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1" name="Google Shape;7631;p73"/>
          <p:cNvGrpSpPr/>
          <p:nvPr/>
        </p:nvGrpSpPr>
        <p:grpSpPr>
          <a:xfrm>
            <a:off x="4147908" y="2303017"/>
            <a:ext cx="361194" cy="359355"/>
            <a:chOff x="4147908" y="2303017"/>
            <a:chExt cx="361194" cy="359355"/>
          </a:xfrm>
        </p:grpSpPr>
        <p:sp>
          <p:nvSpPr>
            <p:cNvPr id="7632" name="Google Shape;7632;p73"/>
            <p:cNvSpPr/>
            <p:nvPr/>
          </p:nvSpPr>
          <p:spPr>
            <a:xfrm>
              <a:off x="4147908" y="2365861"/>
              <a:ext cx="296511" cy="296511"/>
            </a:xfrm>
            <a:custGeom>
              <a:avLst/>
              <a:gdLst/>
              <a:ahLst/>
              <a:cxnLst/>
              <a:rect l="l" t="t" r="r" b="b"/>
              <a:pathLst>
                <a:path w="11286" h="11286" extrusionOk="0">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73"/>
            <p:cNvSpPr/>
            <p:nvPr/>
          </p:nvSpPr>
          <p:spPr>
            <a:xfrm>
              <a:off x="4296059" y="2508179"/>
              <a:ext cx="148361" cy="11875"/>
            </a:xfrm>
            <a:custGeom>
              <a:avLst/>
              <a:gdLst/>
              <a:ahLst/>
              <a:cxnLst/>
              <a:rect l="l" t="t" r="r" b="b"/>
              <a:pathLst>
                <a:path w="5647" h="452" extrusionOk="0">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73"/>
            <p:cNvSpPr/>
            <p:nvPr/>
          </p:nvSpPr>
          <p:spPr>
            <a:xfrm>
              <a:off x="4420695" y="2303017"/>
              <a:ext cx="88407" cy="86542"/>
            </a:xfrm>
            <a:custGeom>
              <a:avLst/>
              <a:gdLst/>
              <a:ahLst/>
              <a:cxnLst/>
              <a:rect l="l" t="t" r="r" b="b"/>
              <a:pathLst>
                <a:path w="3365" h="3294" extrusionOk="0">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73"/>
            <p:cNvSpPr/>
            <p:nvPr/>
          </p:nvSpPr>
          <p:spPr>
            <a:xfrm>
              <a:off x="4420695" y="2303017"/>
              <a:ext cx="59376" cy="86542"/>
            </a:xfrm>
            <a:custGeom>
              <a:avLst/>
              <a:gdLst/>
              <a:ahLst/>
              <a:cxnLst/>
              <a:rect l="l" t="t" r="r" b="b"/>
              <a:pathLst>
                <a:path w="2260" h="3294" extrusionOk="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73"/>
            <p:cNvSpPr/>
            <p:nvPr/>
          </p:nvSpPr>
          <p:spPr>
            <a:xfrm>
              <a:off x="4183429" y="2401382"/>
              <a:ext cx="225444" cy="225444"/>
            </a:xfrm>
            <a:custGeom>
              <a:avLst/>
              <a:gdLst/>
              <a:ahLst/>
              <a:cxnLst/>
              <a:rect l="l" t="t" r="r" b="b"/>
              <a:pathLst>
                <a:path w="8581" h="8581" extrusionOk="0">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73"/>
            <p:cNvSpPr/>
            <p:nvPr/>
          </p:nvSpPr>
          <p:spPr>
            <a:xfrm>
              <a:off x="4296059" y="2508179"/>
              <a:ext cx="112814" cy="11875"/>
            </a:xfrm>
            <a:custGeom>
              <a:avLst/>
              <a:gdLst/>
              <a:ahLst/>
              <a:cxnLst/>
              <a:rect l="l" t="t" r="r" b="b"/>
              <a:pathLst>
                <a:path w="4294" h="452" extrusionOk="0">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73"/>
            <p:cNvSpPr/>
            <p:nvPr/>
          </p:nvSpPr>
          <p:spPr>
            <a:xfrm>
              <a:off x="4213143" y="2431096"/>
              <a:ext cx="166042" cy="166042"/>
            </a:xfrm>
            <a:custGeom>
              <a:avLst/>
              <a:gdLst/>
              <a:ahLst/>
              <a:cxnLst/>
              <a:rect l="l" t="t" r="r" b="b"/>
              <a:pathLst>
                <a:path w="6320" h="6320" extrusionOk="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73"/>
            <p:cNvSpPr/>
            <p:nvPr/>
          </p:nvSpPr>
          <p:spPr>
            <a:xfrm>
              <a:off x="4296059" y="2508179"/>
              <a:ext cx="83126" cy="11875"/>
            </a:xfrm>
            <a:custGeom>
              <a:avLst/>
              <a:gdLst/>
              <a:ahLst/>
              <a:cxnLst/>
              <a:rect l="l" t="t" r="r" b="b"/>
              <a:pathLst>
                <a:path w="3164" h="452" extrusionOk="0">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73"/>
            <p:cNvSpPr/>
            <p:nvPr/>
          </p:nvSpPr>
          <p:spPr>
            <a:xfrm>
              <a:off x="4248663" y="2466616"/>
              <a:ext cx="94975" cy="94975"/>
            </a:xfrm>
            <a:custGeom>
              <a:avLst/>
              <a:gdLst/>
              <a:ahLst/>
              <a:cxnLst/>
              <a:rect l="l" t="t" r="r" b="b"/>
              <a:pathLst>
                <a:path w="3615" h="3615" extrusionOk="0">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73"/>
            <p:cNvSpPr/>
            <p:nvPr/>
          </p:nvSpPr>
          <p:spPr>
            <a:xfrm>
              <a:off x="4296059" y="2508179"/>
              <a:ext cx="47763" cy="11875"/>
            </a:xfrm>
            <a:custGeom>
              <a:avLst/>
              <a:gdLst/>
              <a:ahLst/>
              <a:cxnLst/>
              <a:rect l="l" t="t" r="r" b="b"/>
              <a:pathLst>
                <a:path w="1818" h="452" extrusionOk="0">
                  <a:moveTo>
                    <a:pt x="0" y="0"/>
                  </a:moveTo>
                  <a:lnTo>
                    <a:pt x="0" y="451"/>
                  </a:lnTo>
                  <a:lnTo>
                    <a:pt x="1797" y="451"/>
                  </a:lnTo>
                  <a:cubicBezTo>
                    <a:pt x="1818" y="305"/>
                    <a:pt x="1818" y="153"/>
                    <a:pt x="1797"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73"/>
            <p:cNvSpPr/>
            <p:nvPr/>
          </p:nvSpPr>
          <p:spPr>
            <a:xfrm>
              <a:off x="4278377" y="2496330"/>
              <a:ext cx="35547" cy="35547"/>
            </a:xfrm>
            <a:custGeom>
              <a:avLst/>
              <a:gdLst/>
              <a:ahLst/>
              <a:cxnLst/>
              <a:rect l="l" t="t" r="r" b="b"/>
              <a:pathLst>
                <a:path w="1353" h="1353" extrusionOk="0">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73"/>
            <p:cNvSpPr/>
            <p:nvPr/>
          </p:nvSpPr>
          <p:spPr>
            <a:xfrm>
              <a:off x="4296059" y="2508179"/>
              <a:ext cx="18233" cy="11875"/>
            </a:xfrm>
            <a:custGeom>
              <a:avLst/>
              <a:gdLst/>
              <a:ahLst/>
              <a:cxnLst/>
              <a:rect l="l" t="t" r="r" b="b"/>
              <a:pathLst>
                <a:path w="694" h="452" extrusionOk="0">
                  <a:moveTo>
                    <a:pt x="0" y="0"/>
                  </a:moveTo>
                  <a:lnTo>
                    <a:pt x="0" y="451"/>
                  </a:lnTo>
                  <a:lnTo>
                    <a:pt x="638" y="451"/>
                  </a:lnTo>
                  <a:cubicBezTo>
                    <a:pt x="694" y="305"/>
                    <a:pt x="694" y="146"/>
                    <a:pt x="638"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73"/>
            <p:cNvSpPr/>
            <p:nvPr/>
          </p:nvSpPr>
          <p:spPr>
            <a:xfrm>
              <a:off x="4287678" y="2480094"/>
              <a:ext cx="42483" cy="40013"/>
            </a:xfrm>
            <a:custGeom>
              <a:avLst/>
              <a:gdLst/>
              <a:ahLst/>
              <a:cxnLst/>
              <a:rect l="l" t="t" r="r" b="b"/>
              <a:pathLst>
                <a:path w="1617" h="1523" extrusionOk="0">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73"/>
            <p:cNvSpPr/>
            <p:nvPr/>
          </p:nvSpPr>
          <p:spPr>
            <a:xfrm>
              <a:off x="4314817" y="2315313"/>
              <a:ext cx="182568" cy="178128"/>
            </a:xfrm>
            <a:custGeom>
              <a:avLst/>
              <a:gdLst/>
              <a:ahLst/>
              <a:cxnLst/>
              <a:rect l="l" t="t" r="r" b="b"/>
              <a:pathLst>
                <a:path w="6949" h="6780" extrusionOk="0">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6" name="Google Shape;7646;p73"/>
          <p:cNvGrpSpPr/>
          <p:nvPr/>
        </p:nvGrpSpPr>
        <p:grpSpPr>
          <a:xfrm>
            <a:off x="5292128" y="2299891"/>
            <a:ext cx="367027" cy="365214"/>
            <a:chOff x="5292128" y="2299891"/>
            <a:chExt cx="367027" cy="365214"/>
          </a:xfrm>
        </p:grpSpPr>
        <p:sp>
          <p:nvSpPr>
            <p:cNvPr id="7647" name="Google Shape;7647;p73"/>
            <p:cNvSpPr/>
            <p:nvPr/>
          </p:nvSpPr>
          <p:spPr>
            <a:xfrm>
              <a:off x="5470361" y="2467772"/>
              <a:ext cx="11323" cy="124243"/>
            </a:xfrm>
            <a:custGeom>
              <a:avLst/>
              <a:gdLst/>
              <a:ahLst/>
              <a:cxnLst/>
              <a:rect l="l" t="t" r="r" b="b"/>
              <a:pathLst>
                <a:path w="431" h="4729" extrusionOk="0">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73"/>
            <p:cNvSpPr/>
            <p:nvPr/>
          </p:nvSpPr>
          <p:spPr>
            <a:xfrm>
              <a:off x="5464870" y="2299891"/>
              <a:ext cx="22279" cy="40827"/>
            </a:xfrm>
            <a:custGeom>
              <a:avLst/>
              <a:gdLst/>
              <a:ahLst/>
              <a:cxnLst/>
              <a:rect l="l" t="t" r="r" b="b"/>
              <a:pathLst>
                <a:path w="848" h="1554" extrusionOk="0">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73"/>
            <p:cNvSpPr/>
            <p:nvPr/>
          </p:nvSpPr>
          <p:spPr>
            <a:xfrm>
              <a:off x="5292128" y="2316837"/>
              <a:ext cx="367027" cy="184433"/>
            </a:xfrm>
            <a:custGeom>
              <a:avLst/>
              <a:gdLst/>
              <a:ahLst/>
              <a:cxnLst/>
              <a:rect l="l" t="t" r="r" b="b"/>
              <a:pathLst>
                <a:path w="13970" h="7020" extrusionOk="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73"/>
            <p:cNvSpPr/>
            <p:nvPr/>
          </p:nvSpPr>
          <p:spPr>
            <a:xfrm>
              <a:off x="5293757" y="2319017"/>
              <a:ext cx="182279" cy="182436"/>
            </a:xfrm>
            <a:custGeom>
              <a:avLst/>
              <a:gdLst/>
              <a:ahLst/>
              <a:cxnLst/>
              <a:rect l="l" t="t" r="r" b="b"/>
              <a:pathLst>
                <a:path w="6938" h="6944" extrusionOk="0">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73"/>
            <p:cNvSpPr/>
            <p:nvPr/>
          </p:nvSpPr>
          <p:spPr>
            <a:xfrm>
              <a:off x="5476009" y="2319017"/>
              <a:ext cx="91139" cy="182252"/>
            </a:xfrm>
            <a:custGeom>
              <a:avLst/>
              <a:gdLst/>
              <a:ahLst/>
              <a:cxnLst/>
              <a:rect l="l" t="t" r="r" b="b"/>
              <a:pathLst>
                <a:path w="3469" h="6937" extrusionOk="0">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73"/>
            <p:cNvSpPr/>
            <p:nvPr/>
          </p:nvSpPr>
          <p:spPr>
            <a:xfrm>
              <a:off x="5404574" y="2564035"/>
              <a:ext cx="82758" cy="101070"/>
            </a:xfrm>
            <a:custGeom>
              <a:avLst/>
              <a:gdLst/>
              <a:ahLst/>
              <a:cxnLst/>
              <a:rect l="l" t="t" r="r" b="b"/>
              <a:pathLst>
                <a:path w="3150" h="3847" extrusionOk="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3" name="Google Shape;7653;p73"/>
          <p:cNvGrpSpPr/>
          <p:nvPr/>
        </p:nvGrpSpPr>
        <p:grpSpPr>
          <a:xfrm>
            <a:off x="5873617" y="2309901"/>
            <a:ext cx="345720" cy="345720"/>
            <a:chOff x="5873617" y="2309901"/>
            <a:chExt cx="345720" cy="345720"/>
          </a:xfrm>
        </p:grpSpPr>
        <p:sp>
          <p:nvSpPr>
            <p:cNvPr id="7654" name="Google Shape;7654;p73"/>
            <p:cNvSpPr/>
            <p:nvPr/>
          </p:nvSpPr>
          <p:spPr>
            <a:xfrm>
              <a:off x="5873617" y="2309901"/>
              <a:ext cx="345720" cy="345720"/>
            </a:xfrm>
            <a:custGeom>
              <a:avLst/>
              <a:gdLst/>
              <a:ahLst/>
              <a:cxnLst/>
              <a:rect l="l" t="t" r="r" b="b"/>
              <a:pathLst>
                <a:path w="13159" h="13159" extrusionOk="0">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73"/>
            <p:cNvSpPr/>
            <p:nvPr/>
          </p:nvSpPr>
          <p:spPr>
            <a:xfrm>
              <a:off x="5899496" y="2335779"/>
              <a:ext cx="293963" cy="293963"/>
            </a:xfrm>
            <a:custGeom>
              <a:avLst/>
              <a:gdLst/>
              <a:ahLst/>
              <a:cxnLst/>
              <a:rect l="l" t="t" r="r" b="b"/>
              <a:pathLst>
                <a:path w="11189" h="11189" extrusionOk="0">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73"/>
            <p:cNvSpPr/>
            <p:nvPr/>
          </p:nvSpPr>
          <p:spPr>
            <a:xfrm>
              <a:off x="6041288" y="2356088"/>
              <a:ext cx="10404" cy="131888"/>
            </a:xfrm>
            <a:custGeom>
              <a:avLst/>
              <a:gdLst/>
              <a:ahLst/>
              <a:cxnLst/>
              <a:rect l="l" t="t" r="r" b="b"/>
              <a:pathLst>
                <a:path w="396" h="5020" extrusionOk="0">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73"/>
            <p:cNvSpPr/>
            <p:nvPr/>
          </p:nvSpPr>
          <p:spPr>
            <a:xfrm>
              <a:off x="6039449" y="2477546"/>
              <a:ext cx="135435" cy="10430"/>
            </a:xfrm>
            <a:custGeom>
              <a:avLst/>
              <a:gdLst/>
              <a:ahLst/>
              <a:cxnLst/>
              <a:rect l="l" t="t" r="r" b="b"/>
              <a:pathLst>
                <a:path w="5155" h="397" extrusionOk="0">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73"/>
            <p:cNvSpPr/>
            <p:nvPr/>
          </p:nvSpPr>
          <p:spPr>
            <a:xfrm>
              <a:off x="5935778" y="2372035"/>
              <a:ext cx="275178" cy="257970"/>
            </a:xfrm>
            <a:custGeom>
              <a:avLst/>
              <a:gdLst/>
              <a:ahLst/>
              <a:cxnLst/>
              <a:rect l="l" t="t" r="r" b="b"/>
              <a:pathLst>
                <a:path w="10474" h="9819" extrusionOk="0">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73"/>
            <p:cNvSpPr/>
            <p:nvPr/>
          </p:nvSpPr>
          <p:spPr>
            <a:xfrm>
              <a:off x="5918097" y="2477546"/>
              <a:ext cx="21333" cy="10430"/>
            </a:xfrm>
            <a:custGeom>
              <a:avLst/>
              <a:gdLst/>
              <a:ahLst/>
              <a:cxnLst/>
              <a:rect l="l" t="t" r="r" b="b"/>
              <a:pathLst>
                <a:path w="812" h="397" extrusionOk="0">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73"/>
            <p:cNvSpPr/>
            <p:nvPr/>
          </p:nvSpPr>
          <p:spPr>
            <a:xfrm>
              <a:off x="6041288" y="2591542"/>
              <a:ext cx="10404" cy="17970"/>
            </a:xfrm>
            <a:custGeom>
              <a:avLst/>
              <a:gdLst/>
              <a:ahLst/>
              <a:cxnLst/>
              <a:rect l="l" t="t" r="r" b="b"/>
              <a:pathLst>
                <a:path w="396" h="684" extrusionOk="0">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73"/>
            <p:cNvSpPr/>
            <p:nvPr/>
          </p:nvSpPr>
          <p:spPr>
            <a:xfrm>
              <a:off x="5953144" y="2391556"/>
              <a:ext cx="19836" cy="15869"/>
            </a:xfrm>
            <a:custGeom>
              <a:avLst/>
              <a:gdLst/>
              <a:ahLst/>
              <a:cxnLst/>
              <a:rect l="l" t="t" r="r" b="b"/>
              <a:pathLst>
                <a:path w="755" h="604" extrusionOk="0">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73"/>
            <p:cNvSpPr/>
            <p:nvPr/>
          </p:nvSpPr>
          <p:spPr>
            <a:xfrm>
              <a:off x="6119686" y="2557939"/>
              <a:ext cx="19652" cy="15869"/>
            </a:xfrm>
            <a:custGeom>
              <a:avLst/>
              <a:gdLst/>
              <a:ahLst/>
              <a:cxnLst/>
              <a:rect l="l" t="t" r="r" b="b"/>
              <a:pathLst>
                <a:path w="748" h="604" extrusionOk="0">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73"/>
            <p:cNvSpPr/>
            <p:nvPr/>
          </p:nvSpPr>
          <p:spPr>
            <a:xfrm>
              <a:off x="6120185" y="2391556"/>
              <a:ext cx="19652" cy="15869"/>
            </a:xfrm>
            <a:custGeom>
              <a:avLst/>
              <a:gdLst/>
              <a:ahLst/>
              <a:cxnLst/>
              <a:rect l="l" t="t" r="r" b="b"/>
              <a:pathLst>
                <a:path w="748" h="604" extrusionOk="0">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73"/>
            <p:cNvSpPr/>
            <p:nvPr/>
          </p:nvSpPr>
          <p:spPr>
            <a:xfrm>
              <a:off x="5953617" y="2557939"/>
              <a:ext cx="19862" cy="15869"/>
            </a:xfrm>
            <a:custGeom>
              <a:avLst/>
              <a:gdLst/>
              <a:ahLst/>
              <a:cxnLst/>
              <a:rect l="l" t="t" r="r" b="b"/>
              <a:pathLst>
                <a:path w="756" h="604" extrusionOk="0">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73"/>
            <p:cNvSpPr/>
            <p:nvPr/>
          </p:nvSpPr>
          <p:spPr>
            <a:xfrm>
              <a:off x="5927056" y="2429887"/>
              <a:ext cx="21859" cy="13425"/>
            </a:xfrm>
            <a:custGeom>
              <a:avLst/>
              <a:gdLst/>
              <a:ahLst/>
              <a:cxnLst/>
              <a:rect l="l" t="t" r="r" b="b"/>
              <a:pathLst>
                <a:path w="832" h="511" extrusionOk="0">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73"/>
            <p:cNvSpPr/>
            <p:nvPr/>
          </p:nvSpPr>
          <p:spPr>
            <a:xfrm>
              <a:off x="6143751" y="2522077"/>
              <a:ext cx="21832" cy="13452"/>
            </a:xfrm>
            <a:custGeom>
              <a:avLst/>
              <a:gdLst/>
              <a:ahLst/>
              <a:cxnLst/>
              <a:rect l="l" t="t" r="r" b="b"/>
              <a:pathLst>
                <a:path w="831" h="512" extrusionOk="0">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73"/>
            <p:cNvSpPr/>
            <p:nvPr/>
          </p:nvSpPr>
          <p:spPr>
            <a:xfrm>
              <a:off x="6084822" y="2365730"/>
              <a:ext cx="15816" cy="17261"/>
            </a:xfrm>
            <a:custGeom>
              <a:avLst/>
              <a:gdLst/>
              <a:ahLst/>
              <a:cxnLst/>
              <a:rect l="l" t="t" r="r" b="b"/>
              <a:pathLst>
                <a:path w="602" h="657" extrusionOk="0">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73"/>
            <p:cNvSpPr/>
            <p:nvPr/>
          </p:nvSpPr>
          <p:spPr>
            <a:xfrm>
              <a:off x="5992632" y="2582399"/>
              <a:ext cx="15816" cy="17287"/>
            </a:xfrm>
            <a:custGeom>
              <a:avLst/>
              <a:gdLst/>
              <a:ahLst/>
              <a:cxnLst/>
              <a:rect l="l" t="t" r="r" b="b"/>
              <a:pathLst>
                <a:path w="602" h="658" extrusionOk="0">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73"/>
            <p:cNvSpPr/>
            <p:nvPr/>
          </p:nvSpPr>
          <p:spPr>
            <a:xfrm>
              <a:off x="5994445" y="2364758"/>
              <a:ext cx="15527" cy="17524"/>
            </a:xfrm>
            <a:custGeom>
              <a:avLst/>
              <a:gdLst/>
              <a:ahLst/>
              <a:cxnLst/>
              <a:rect l="l" t="t" r="r" b="b"/>
              <a:pathLst>
                <a:path w="591" h="667" extrusionOk="0">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73"/>
            <p:cNvSpPr/>
            <p:nvPr/>
          </p:nvSpPr>
          <p:spPr>
            <a:xfrm>
              <a:off x="6082641" y="2583161"/>
              <a:ext cx="15527" cy="17419"/>
            </a:xfrm>
            <a:custGeom>
              <a:avLst/>
              <a:gdLst/>
              <a:ahLst/>
              <a:cxnLst/>
              <a:rect l="l" t="t" r="r" b="b"/>
              <a:pathLst>
                <a:path w="591" h="663" extrusionOk="0">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73"/>
            <p:cNvSpPr/>
            <p:nvPr/>
          </p:nvSpPr>
          <p:spPr>
            <a:xfrm>
              <a:off x="6144776" y="2431936"/>
              <a:ext cx="22069" cy="13399"/>
            </a:xfrm>
            <a:custGeom>
              <a:avLst/>
              <a:gdLst/>
              <a:ahLst/>
              <a:cxnLst/>
              <a:rect l="l" t="t" r="r" b="b"/>
              <a:pathLst>
                <a:path w="840" h="510" extrusionOk="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73"/>
            <p:cNvSpPr/>
            <p:nvPr/>
          </p:nvSpPr>
          <p:spPr>
            <a:xfrm>
              <a:off x="5926530" y="2520081"/>
              <a:ext cx="21964" cy="13268"/>
            </a:xfrm>
            <a:custGeom>
              <a:avLst/>
              <a:gdLst/>
              <a:ahLst/>
              <a:cxnLst/>
              <a:rect l="l" t="t" r="r" b="b"/>
              <a:pathLst>
                <a:path w="836" h="505" extrusionOk="0">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3" name="Google Shape;7673;p73"/>
          <p:cNvGrpSpPr/>
          <p:nvPr/>
        </p:nvGrpSpPr>
        <p:grpSpPr>
          <a:xfrm>
            <a:off x="6863329" y="2297710"/>
            <a:ext cx="391460" cy="370127"/>
            <a:chOff x="6863329" y="2297710"/>
            <a:chExt cx="391460" cy="370127"/>
          </a:xfrm>
        </p:grpSpPr>
        <p:sp>
          <p:nvSpPr>
            <p:cNvPr id="7674" name="Google Shape;7674;p73"/>
            <p:cNvSpPr/>
            <p:nvPr/>
          </p:nvSpPr>
          <p:spPr>
            <a:xfrm>
              <a:off x="6979033" y="2297710"/>
              <a:ext cx="272603" cy="342961"/>
            </a:xfrm>
            <a:custGeom>
              <a:avLst/>
              <a:gdLst/>
              <a:ahLst/>
              <a:cxnLst/>
              <a:rect l="l" t="t" r="r" b="b"/>
              <a:pathLst>
                <a:path w="10376" h="13054" extrusionOk="0">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73"/>
            <p:cNvSpPr/>
            <p:nvPr/>
          </p:nvSpPr>
          <p:spPr>
            <a:xfrm>
              <a:off x="6979033" y="2606386"/>
              <a:ext cx="255342" cy="34286"/>
            </a:xfrm>
            <a:custGeom>
              <a:avLst/>
              <a:gdLst/>
              <a:ahLst/>
              <a:cxnLst/>
              <a:rect l="l" t="t" r="r" b="b"/>
              <a:pathLst>
                <a:path w="9719" h="1305" extrusionOk="0">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73"/>
            <p:cNvSpPr/>
            <p:nvPr/>
          </p:nvSpPr>
          <p:spPr>
            <a:xfrm>
              <a:off x="7176392" y="2552081"/>
              <a:ext cx="64709" cy="34102"/>
            </a:xfrm>
            <a:custGeom>
              <a:avLst/>
              <a:gdLst/>
              <a:ahLst/>
              <a:cxnLst/>
              <a:rect l="l" t="t" r="r" b="b"/>
              <a:pathLst>
                <a:path w="2463" h="1298" extrusionOk="0">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73"/>
            <p:cNvSpPr/>
            <p:nvPr/>
          </p:nvSpPr>
          <p:spPr>
            <a:xfrm>
              <a:off x="7176392" y="2497591"/>
              <a:ext cx="71461" cy="34102"/>
            </a:xfrm>
            <a:custGeom>
              <a:avLst/>
              <a:gdLst/>
              <a:ahLst/>
              <a:cxnLst/>
              <a:rect l="l" t="t" r="r" b="b"/>
              <a:pathLst>
                <a:path w="2720" h="1298" extrusionOk="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73"/>
            <p:cNvSpPr/>
            <p:nvPr/>
          </p:nvSpPr>
          <p:spPr>
            <a:xfrm>
              <a:off x="7176392" y="2443286"/>
              <a:ext cx="78397" cy="33944"/>
            </a:xfrm>
            <a:custGeom>
              <a:avLst/>
              <a:gdLst/>
              <a:ahLst/>
              <a:cxnLst/>
              <a:rect l="l" t="t" r="r" b="b"/>
              <a:pathLst>
                <a:path w="2984" h="1292" extrusionOk="0">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73"/>
            <p:cNvSpPr/>
            <p:nvPr/>
          </p:nvSpPr>
          <p:spPr>
            <a:xfrm>
              <a:off x="6863329" y="2450038"/>
              <a:ext cx="122666" cy="217799"/>
            </a:xfrm>
            <a:custGeom>
              <a:avLst/>
              <a:gdLst/>
              <a:ahLst/>
              <a:cxnLst/>
              <a:rect l="l" t="t" r="r" b="b"/>
              <a:pathLst>
                <a:path w="4669" h="8290" extrusionOk="0">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73"/>
            <p:cNvSpPr/>
            <p:nvPr/>
          </p:nvSpPr>
          <p:spPr>
            <a:xfrm>
              <a:off x="6863329" y="2449854"/>
              <a:ext cx="41011" cy="217983"/>
            </a:xfrm>
            <a:custGeom>
              <a:avLst/>
              <a:gdLst/>
              <a:ahLst/>
              <a:cxnLst/>
              <a:rect l="l" t="t" r="r" b="b"/>
              <a:pathLst>
                <a:path w="1561" h="8297" extrusionOk="0">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73"/>
            <p:cNvSpPr/>
            <p:nvPr/>
          </p:nvSpPr>
          <p:spPr>
            <a:xfrm>
              <a:off x="6917818" y="2599660"/>
              <a:ext cx="40827" cy="40827"/>
            </a:xfrm>
            <a:custGeom>
              <a:avLst/>
              <a:gdLst/>
              <a:ahLst/>
              <a:cxnLst/>
              <a:rect l="l" t="t" r="r" b="b"/>
              <a:pathLst>
                <a:path w="1554" h="1554" extrusionOk="0">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73"/>
            <p:cNvSpPr/>
            <p:nvPr/>
          </p:nvSpPr>
          <p:spPr>
            <a:xfrm>
              <a:off x="6924544" y="2606386"/>
              <a:ext cx="27376" cy="27376"/>
            </a:xfrm>
            <a:custGeom>
              <a:avLst/>
              <a:gdLst/>
              <a:ahLst/>
              <a:cxnLst/>
              <a:rect l="l" t="t" r="r" b="b"/>
              <a:pathLst>
                <a:path w="1042" h="1042" extrusionOk="0">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3" name="Google Shape;7683;p73"/>
          <p:cNvGrpSpPr/>
          <p:nvPr/>
        </p:nvGrpSpPr>
        <p:grpSpPr>
          <a:xfrm>
            <a:off x="7421488" y="2318518"/>
            <a:ext cx="342620" cy="328459"/>
            <a:chOff x="7421488" y="2318518"/>
            <a:chExt cx="342620" cy="328459"/>
          </a:xfrm>
        </p:grpSpPr>
        <p:sp>
          <p:nvSpPr>
            <p:cNvPr id="7684" name="Google Shape;7684;p73"/>
            <p:cNvSpPr/>
            <p:nvPr/>
          </p:nvSpPr>
          <p:spPr>
            <a:xfrm>
              <a:off x="7531754" y="2515641"/>
              <a:ext cx="9117" cy="18969"/>
            </a:xfrm>
            <a:custGeom>
              <a:avLst/>
              <a:gdLst/>
              <a:ahLst/>
              <a:cxnLst/>
              <a:rect l="l" t="t" r="r" b="b"/>
              <a:pathLst>
                <a:path w="347" h="722" extrusionOk="0">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73"/>
            <p:cNvSpPr/>
            <p:nvPr/>
          </p:nvSpPr>
          <p:spPr>
            <a:xfrm>
              <a:off x="7540844" y="2339983"/>
              <a:ext cx="223264" cy="234902"/>
            </a:xfrm>
            <a:custGeom>
              <a:avLst/>
              <a:gdLst/>
              <a:ahLst/>
              <a:cxnLst/>
              <a:rect l="l" t="t" r="r" b="b"/>
              <a:pathLst>
                <a:path w="8498" h="8941" extrusionOk="0">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73"/>
            <p:cNvSpPr/>
            <p:nvPr/>
          </p:nvSpPr>
          <p:spPr>
            <a:xfrm>
              <a:off x="7520456" y="2318518"/>
              <a:ext cx="235270" cy="227756"/>
            </a:xfrm>
            <a:custGeom>
              <a:avLst/>
              <a:gdLst/>
              <a:ahLst/>
              <a:cxnLst/>
              <a:rect l="l" t="t" r="r" b="b"/>
              <a:pathLst>
                <a:path w="8955" h="8669" extrusionOk="0">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73"/>
            <p:cNvSpPr/>
            <p:nvPr/>
          </p:nvSpPr>
          <p:spPr>
            <a:xfrm>
              <a:off x="7450283" y="2573598"/>
              <a:ext cx="152013" cy="73379"/>
            </a:xfrm>
            <a:custGeom>
              <a:avLst/>
              <a:gdLst/>
              <a:ahLst/>
              <a:cxnLst/>
              <a:rect l="l" t="t" r="r" b="b"/>
              <a:pathLst>
                <a:path w="5786" h="2793" extrusionOk="0">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73"/>
            <p:cNvSpPr/>
            <p:nvPr/>
          </p:nvSpPr>
          <p:spPr>
            <a:xfrm>
              <a:off x="7565093" y="2530958"/>
              <a:ext cx="83310" cy="46713"/>
            </a:xfrm>
            <a:custGeom>
              <a:avLst/>
              <a:gdLst/>
              <a:ahLst/>
              <a:cxnLst/>
              <a:rect l="l" t="t" r="r" b="b"/>
              <a:pathLst>
                <a:path w="3171" h="1778" extrusionOk="0">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73"/>
            <p:cNvSpPr/>
            <p:nvPr/>
          </p:nvSpPr>
          <p:spPr>
            <a:xfrm>
              <a:off x="7421488" y="2409447"/>
              <a:ext cx="236558" cy="227599"/>
            </a:xfrm>
            <a:custGeom>
              <a:avLst/>
              <a:gdLst/>
              <a:ahLst/>
              <a:cxnLst/>
              <a:rect l="l" t="t" r="r" b="b"/>
              <a:pathLst>
                <a:path w="9004" h="8663" extrusionOk="0">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73"/>
            <p:cNvSpPr/>
            <p:nvPr/>
          </p:nvSpPr>
          <p:spPr>
            <a:xfrm>
              <a:off x="7556161" y="2553368"/>
              <a:ext cx="36650" cy="22253"/>
            </a:xfrm>
            <a:custGeom>
              <a:avLst/>
              <a:gdLst/>
              <a:ahLst/>
              <a:cxnLst/>
              <a:rect l="l" t="t" r="r" b="b"/>
              <a:pathLst>
                <a:path w="1395" h="847" extrusionOk="0">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1" name="Google Shape;7691;p73"/>
          <p:cNvGrpSpPr/>
          <p:nvPr/>
        </p:nvGrpSpPr>
        <p:grpSpPr>
          <a:xfrm>
            <a:off x="2508373" y="2779889"/>
            <a:ext cx="337523" cy="337680"/>
            <a:chOff x="2508373" y="2779889"/>
            <a:chExt cx="337523" cy="337680"/>
          </a:xfrm>
        </p:grpSpPr>
        <p:sp>
          <p:nvSpPr>
            <p:cNvPr id="7692" name="Google Shape;7692;p73"/>
            <p:cNvSpPr/>
            <p:nvPr/>
          </p:nvSpPr>
          <p:spPr>
            <a:xfrm>
              <a:off x="2508373" y="2779889"/>
              <a:ext cx="256971" cy="256971"/>
            </a:xfrm>
            <a:custGeom>
              <a:avLst/>
              <a:gdLst/>
              <a:ahLst/>
              <a:cxnLst/>
              <a:rect l="l" t="t" r="r" b="b"/>
              <a:pathLst>
                <a:path w="9781" h="9781" extrusionOk="0">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73"/>
            <p:cNvSpPr/>
            <p:nvPr/>
          </p:nvSpPr>
          <p:spPr>
            <a:xfrm>
              <a:off x="2561391" y="2852034"/>
              <a:ext cx="131783" cy="112814"/>
            </a:xfrm>
            <a:custGeom>
              <a:avLst/>
              <a:gdLst/>
              <a:ahLst/>
              <a:cxnLst/>
              <a:rect l="l" t="t" r="r" b="b"/>
              <a:pathLst>
                <a:path w="5016" h="4294" extrusionOk="0">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73"/>
            <p:cNvSpPr/>
            <p:nvPr/>
          </p:nvSpPr>
          <p:spPr>
            <a:xfrm>
              <a:off x="2599302" y="2880277"/>
              <a:ext cx="65629" cy="56223"/>
            </a:xfrm>
            <a:custGeom>
              <a:avLst/>
              <a:gdLst/>
              <a:ahLst/>
              <a:cxnLst/>
              <a:rect l="l" t="t" r="r" b="b"/>
              <a:pathLst>
                <a:path w="2498" h="2140" extrusionOk="0">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73"/>
            <p:cNvSpPr/>
            <p:nvPr/>
          </p:nvSpPr>
          <p:spPr>
            <a:xfrm>
              <a:off x="2677121" y="2948611"/>
              <a:ext cx="168775" cy="168958"/>
            </a:xfrm>
            <a:custGeom>
              <a:avLst/>
              <a:gdLst/>
              <a:ahLst/>
              <a:cxnLst/>
              <a:rect l="l" t="t" r="r" b="b"/>
              <a:pathLst>
                <a:path w="6424" h="6431" extrusionOk="0">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73"/>
            <p:cNvSpPr/>
            <p:nvPr/>
          </p:nvSpPr>
          <p:spPr>
            <a:xfrm>
              <a:off x="2705180" y="2990910"/>
              <a:ext cx="98601" cy="84466"/>
            </a:xfrm>
            <a:custGeom>
              <a:avLst/>
              <a:gdLst/>
              <a:ahLst/>
              <a:cxnLst/>
              <a:rect l="l" t="t" r="r" b="b"/>
              <a:pathLst>
                <a:path w="3753" h="3215" extrusionOk="0">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73"/>
            <p:cNvSpPr/>
            <p:nvPr/>
          </p:nvSpPr>
          <p:spPr>
            <a:xfrm>
              <a:off x="2727774" y="3007856"/>
              <a:ext cx="59061" cy="50601"/>
            </a:xfrm>
            <a:custGeom>
              <a:avLst/>
              <a:gdLst/>
              <a:ahLst/>
              <a:cxnLst/>
              <a:rect l="l" t="t" r="r" b="b"/>
              <a:pathLst>
                <a:path w="2248" h="1926" extrusionOk="0">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8" name="Google Shape;7698;p73"/>
          <p:cNvGrpSpPr/>
          <p:nvPr/>
        </p:nvGrpSpPr>
        <p:grpSpPr>
          <a:xfrm>
            <a:off x="1884401" y="4141593"/>
            <a:ext cx="410613" cy="372229"/>
            <a:chOff x="1884401" y="4141593"/>
            <a:chExt cx="410613" cy="372229"/>
          </a:xfrm>
        </p:grpSpPr>
        <p:sp>
          <p:nvSpPr>
            <p:cNvPr id="7699" name="Google Shape;7699;p73"/>
            <p:cNvSpPr/>
            <p:nvPr/>
          </p:nvSpPr>
          <p:spPr>
            <a:xfrm>
              <a:off x="1934529" y="4484476"/>
              <a:ext cx="343697" cy="29346"/>
            </a:xfrm>
            <a:custGeom>
              <a:avLst/>
              <a:gdLst/>
              <a:ahLst/>
              <a:cxnLst/>
              <a:rect l="l" t="t" r="r" b="b"/>
              <a:pathLst>
                <a:path w="13082" h="1117" extrusionOk="0">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73"/>
            <p:cNvSpPr/>
            <p:nvPr/>
          </p:nvSpPr>
          <p:spPr>
            <a:xfrm>
              <a:off x="1884401" y="4269619"/>
              <a:ext cx="345720" cy="189635"/>
            </a:xfrm>
            <a:custGeom>
              <a:avLst/>
              <a:gdLst/>
              <a:ahLst/>
              <a:cxnLst/>
              <a:rect l="l" t="t" r="r" b="b"/>
              <a:pathLst>
                <a:path w="13159" h="7218" extrusionOk="0">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73"/>
            <p:cNvSpPr/>
            <p:nvPr/>
          </p:nvSpPr>
          <p:spPr>
            <a:xfrm>
              <a:off x="2097970" y="4322006"/>
              <a:ext cx="104827" cy="110003"/>
            </a:xfrm>
            <a:custGeom>
              <a:avLst/>
              <a:gdLst/>
              <a:ahLst/>
              <a:cxnLst/>
              <a:rect l="l" t="t" r="r" b="b"/>
              <a:pathLst>
                <a:path w="3990" h="4187" extrusionOk="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73"/>
            <p:cNvSpPr/>
            <p:nvPr/>
          </p:nvSpPr>
          <p:spPr>
            <a:xfrm>
              <a:off x="2190187" y="4269619"/>
              <a:ext cx="12611" cy="39829"/>
            </a:xfrm>
            <a:custGeom>
              <a:avLst/>
              <a:gdLst/>
              <a:ahLst/>
              <a:cxnLst/>
              <a:rect l="l" t="t" r="r" b="b"/>
              <a:pathLst>
                <a:path w="480" h="1516" extrusionOk="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73"/>
            <p:cNvSpPr/>
            <p:nvPr/>
          </p:nvSpPr>
          <p:spPr>
            <a:xfrm>
              <a:off x="2069018" y="4141593"/>
              <a:ext cx="24250" cy="109083"/>
            </a:xfrm>
            <a:custGeom>
              <a:avLst/>
              <a:gdLst/>
              <a:ahLst/>
              <a:cxnLst/>
              <a:rect l="l" t="t" r="r" b="b"/>
              <a:pathLst>
                <a:path w="923" h="4152" extrusionOk="0">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73"/>
            <p:cNvSpPr/>
            <p:nvPr/>
          </p:nvSpPr>
          <p:spPr>
            <a:xfrm>
              <a:off x="2119303" y="4141593"/>
              <a:ext cx="24276" cy="109083"/>
            </a:xfrm>
            <a:custGeom>
              <a:avLst/>
              <a:gdLst/>
              <a:ahLst/>
              <a:cxnLst/>
              <a:rect l="l" t="t" r="r" b="b"/>
              <a:pathLst>
                <a:path w="924" h="4152" extrusionOk="0">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73"/>
            <p:cNvSpPr/>
            <p:nvPr/>
          </p:nvSpPr>
          <p:spPr>
            <a:xfrm>
              <a:off x="1917583" y="4478091"/>
              <a:ext cx="377431" cy="12585"/>
            </a:xfrm>
            <a:custGeom>
              <a:avLst/>
              <a:gdLst/>
              <a:ahLst/>
              <a:cxnLst/>
              <a:rect l="l" t="t" r="r" b="b"/>
              <a:pathLst>
                <a:path w="14366" h="479" extrusionOk="0">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6" name="Google Shape;7706;p73"/>
          <p:cNvGrpSpPr/>
          <p:nvPr/>
        </p:nvGrpSpPr>
        <p:grpSpPr>
          <a:xfrm>
            <a:off x="1430832" y="2773689"/>
            <a:ext cx="294515" cy="349897"/>
            <a:chOff x="1430832" y="2773689"/>
            <a:chExt cx="294515" cy="349897"/>
          </a:xfrm>
        </p:grpSpPr>
        <p:sp>
          <p:nvSpPr>
            <p:cNvPr id="7707" name="Google Shape;7707;p73"/>
            <p:cNvSpPr/>
            <p:nvPr/>
          </p:nvSpPr>
          <p:spPr>
            <a:xfrm>
              <a:off x="1430832" y="2794996"/>
              <a:ext cx="90062" cy="149648"/>
            </a:xfrm>
            <a:custGeom>
              <a:avLst/>
              <a:gdLst/>
              <a:ahLst/>
              <a:cxnLst/>
              <a:rect l="l" t="t" r="r" b="b"/>
              <a:pathLst>
                <a:path w="3428" h="5696" extrusionOk="0">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73"/>
            <p:cNvSpPr/>
            <p:nvPr/>
          </p:nvSpPr>
          <p:spPr>
            <a:xfrm>
              <a:off x="1635127" y="2795180"/>
              <a:ext cx="90220" cy="149464"/>
            </a:xfrm>
            <a:custGeom>
              <a:avLst/>
              <a:gdLst/>
              <a:ahLst/>
              <a:cxnLst/>
              <a:rect l="l" t="t" r="r" b="b"/>
              <a:pathLst>
                <a:path w="3434" h="5689" extrusionOk="0">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73"/>
            <p:cNvSpPr/>
            <p:nvPr/>
          </p:nvSpPr>
          <p:spPr>
            <a:xfrm>
              <a:off x="1566609" y="2972861"/>
              <a:ext cx="22988" cy="104249"/>
            </a:xfrm>
            <a:custGeom>
              <a:avLst/>
              <a:gdLst/>
              <a:ahLst/>
              <a:cxnLst/>
              <a:rect l="l" t="t" r="r" b="b"/>
              <a:pathLst>
                <a:path w="875" h="3968" extrusionOk="0">
                  <a:moveTo>
                    <a:pt x="0" y="0"/>
                  </a:moveTo>
                  <a:lnTo>
                    <a:pt x="0" y="3968"/>
                  </a:lnTo>
                  <a:lnTo>
                    <a:pt x="874" y="3968"/>
                  </a:lnTo>
                  <a:lnTo>
                    <a:pt x="87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73"/>
            <p:cNvSpPr/>
            <p:nvPr/>
          </p:nvSpPr>
          <p:spPr>
            <a:xfrm>
              <a:off x="1493703" y="2785354"/>
              <a:ext cx="168775" cy="206108"/>
            </a:xfrm>
            <a:custGeom>
              <a:avLst/>
              <a:gdLst/>
              <a:ahLst/>
              <a:cxnLst/>
              <a:rect l="l" t="t" r="r" b="b"/>
              <a:pathLst>
                <a:path w="6424" h="7845" extrusionOk="0">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73"/>
            <p:cNvSpPr/>
            <p:nvPr/>
          </p:nvSpPr>
          <p:spPr>
            <a:xfrm>
              <a:off x="1562037" y="2785354"/>
              <a:ext cx="100440" cy="206108"/>
            </a:xfrm>
            <a:custGeom>
              <a:avLst/>
              <a:gdLst/>
              <a:ahLst/>
              <a:cxnLst/>
              <a:rect l="l" t="t" r="r" b="b"/>
              <a:pathLst>
                <a:path w="3823" h="7845" extrusionOk="0">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73"/>
            <p:cNvSpPr/>
            <p:nvPr/>
          </p:nvSpPr>
          <p:spPr>
            <a:xfrm>
              <a:off x="1482773" y="2773689"/>
              <a:ext cx="190817" cy="23172"/>
            </a:xfrm>
            <a:custGeom>
              <a:avLst/>
              <a:gdLst/>
              <a:ahLst/>
              <a:cxnLst/>
              <a:rect l="l" t="t" r="r" b="b"/>
              <a:pathLst>
                <a:path w="7263" h="882" extrusionOk="0">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73"/>
            <p:cNvSpPr/>
            <p:nvPr/>
          </p:nvSpPr>
          <p:spPr>
            <a:xfrm>
              <a:off x="1641669" y="2773689"/>
              <a:ext cx="31921" cy="23172"/>
            </a:xfrm>
            <a:custGeom>
              <a:avLst/>
              <a:gdLst/>
              <a:ahLst/>
              <a:cxnLst/>
              <a:rect l="l" t="t" r="r" b="b"/>
              <a:pathLst>
                <a:path w="1215" h="882" extrusionOk="0">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73"/>
            <p:cNvSpPr/>
            <p:nvPr/>
          </p:nvSpPr>
          <p:spPr>
            <a:xfrm>
              <a:off x="1536343" y="2836060"/>
              <a:ext cx="83494" cy="78975"/>
            </a:xfrm>
            <a:custGeom>
              <a:avLst/>
              <a:gdLst/>
              <a:ahLst/>
              <a:cxnLst/>
              <a:rect l="l" t="t" r="r" b="b"/>
              <a:pathLst>
                <a:path w="3178" h="3006" extrusionOk="0">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73"/>
            <p:cNvSpPr/>
            <p:nvPr/>
          </p:nvSpPr>
          <p:spPr>
            <a:xfrm>
              <a:off x="1556205" y="2977958"/>
              <a:ext cx="43770" cy="21543"/>
            </a:xfrm>
            <a:custGeom>
              <a:avLst/>
              <a:gdLst/>
              <a:ahLst/>
              <a:cxnLst/>
              <a:rect l="l" t="t" r="r" b="b"/>
              <a:pathLst>
                <a:path w="1666" h="820" extrusionOk="0">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73"/>
            <p:cNvSpPr/>
            <p:nvPr/>
          </p:nvSpPr>
          <p:spPr>
            <a:xfrm>
              <a:off x="1533427" y="3061609"/>
              <a:ext cx="89326" cy="30818"/>
            </a:xfrm>
            <a:custGeom>
              <a:avLst/>
              <a:gdLst/>
              <a:ahLst/>
              <a:cxnLst/>
              <a:rect l="l" t="t" r="r" b="b"/>
              <a:pathLst>
                <a:path w="3400" h="1173" extrusionOk="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73"/>
            <p:cNvSpPr/>
            <p:nvPr/>
          </p:nvSpPr>
          <p:spPr>
            <a:xfrm>
              <a:off x="1591200" y="3061609"/>
              <a:ext cx="31737" cy="30818"/>
            </a:xfrm>
            <a:custGeom>
              <a:avLst/>
              <a:gdLst/>
              <a:ahLst/>
              <a:cxnLst/>
              <a:rect l="l" t="t" r="r" b="b"/>
              <a:pathLst>
                <a:path w="1208" h="1173" extrusionOk="0">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73"/>
            <p:cNvSpPr/>
            <p:nvPr/>
          </p:nvSpPr>
          <p:spPr>
            <a:xfrm>
              <a:off x="1501006" y="3084756"/>
              <a:ext cx="154193" cy="38831"/>
            </a:xfrm>
            <a:custGeom>
              <a:avLst/>
              <a:gdLst/>
              <a:ahLst/>
              <a:cxnLst/>
              <a:rect l="l" t="t" r="r" b="b"/>
              <a:pathLst>
                <a:path w="5869" h="1478" extrusionOk="0">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73"/>
            <p:cNvSpPr/>
            <p:nvPr/>
          </p:nvSpPr>
          <p:spPr>
            <a:xfrm>
              <a:off x="1616159" y="3084756"/>
              <a:ext cx="38857" cy="38647"/>
            </a:xfrm>
            <a:custGeom>
              <a:avLst/>
              <a:gdLst/>
              <a:ahLst/>
              <a:cxnLst/>
              <a:rect l="l" t="t" r="r" b="b"/>
              <a:pathLst>
                <a:path w="1479" h="1471" extrusionOk="0">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0" name="Google Shape;7720;p73"/>
          <p:cNvGrpSpPr/>
          <p:nvPr/>
        </p:nvGrpSpPr>
        <p:grpSpPr>
          <a:xfrm>
            <a:off x="3082217" y="2788586"/>
            <a:ext cx="288866" cy="320236"/>
            <a:chOff x="3082217" y="2788586"/>
            <a:chExt cx="288866" cy="320236"/>
          </a:xfrm>
        </p:grpSpPr>
        <p:sp>
          <p:nvSpPr>
            <p:cNvPr id="7721" name="Google Shape;7721;p73"/>
            <p:cNvSpPr/>
            <p:nvPr/>
          </p:nvSpPr>
          <p:spPr>
            <a:xfrm>
              <a:off x="3082401" y="2867508"/>
              <a:ext cx="275178" cy="241313"/>
            </a:xfrm>
            <a:custGeom>
              <a:avLst/>
              <a:gdLst/>
              <a:ahLst/>
              <a:cxnLst/>
              <a:rect l="l" t="t" r="r" b="b"/>
              <a:pathLst>
                <a:path w="10474" h="9185" extrusionOk="0">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73"/>
            <p:cNvSpPr/>
            <p:nvPr/>
          </p:nvSpPr>
          <p:spPr>
            <a:xfrm>
              <a:off x="3082217" y="2867508"/>
              <a:ext cx="219980" cy="241313"/>
            </a:xfrm>
            <a:custGeom>
              <a:avLst/>
              <a:gdLst/>
              <a:ahLst/>
              <a:cxnLst/>
              <a:rect l="l" t="t" r="r" b="b"/>
              <a:pathLst>
                <a:path w="8373" h="9185" extrusionOk="0">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73"/>
            <p:cNvSpPr/>
            <p:nvPr/>
          </p:nvSpPr>
          <p:spPr>
            <a:xfrm>
              <a:off x="3233100" y="2788586"/>
              <a:ext cx="137983" cy="76269"/>
            </a:xfrm>
            <a:custGeom>
              <a:avLst/>
              <a:gdLst/>
              <a:ahLst/>
              <a:cxnLst/>
              <a:rect l="l" t="t" r="r" b="b"/>
              <a:pathLst>
                <a:path w="5252" h="2903" extrusionOk="0">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73"/>
            <p:cNvSpPr/>
            <p:nvPr/>
          </p:nvSpPr>
          <p:spPr>
            <a:xfrm>
              <a:off x="3232916" y="2788586"/>
              <a:ext cx="138167" cy="51258"/>
            </a:xfrm>
            <a:custGeom>
              <a:avLst/>
              <a:gdLst/>
              <a:ahLst/>
              <a:cxnLst/>
              <a:rect l="l" t="t" r="r" b="b"/>
              <a:pathLst>
                <a:path w="5259" h="1951" extrusionOk="0">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73"/>
            <p:cNvSpPr/>
            <p:nvPr/>
          </p:nvSpPr>
          <p:spPr>
            <a:xfrm>
              <a:off x="3293605" y="2915403"/>
              <a:ext cx="38831" cy="55540"/>
            </a:xfrm>
            <a:custGeom>
              <a:avLst/>
              <a:gdLst/>
              <a:ahLst/>
              <a:cxnLst/>
              <a:rect l="l" t="t" r="r" b="b"/>
              <a:pathLst>
                <a:path w="1478" h="2114" extrusionOk="0">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73"/>
            <p:cNvSpPr/>
            <p:nvPr/>
          </p:nvSpPr>
          <p:spPr>
            <a:xfrm>
              <a:off x="3191379" y="2892677"/>
              <a:ext cx="57405" cy="13136"/>
            </a:xfrm>
            <a:custGeom>
              <a:avLst/>
              <a:gdLst/>
              <a:ahLst/>
              <a:cxnLst/>
              <a:rect l="l" t="t" r="r" b="b"/>
              <a:pathLst>
                <a:path w="2185" h="500" extrusionOk="0">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73"/>
            <p:cNvSpPr/>
            <p:nvPr/>
          </p:nvSpPr>
          <p:spPr>
            <a:xfrm>
              <a:off x="3195320" y="2830070"/>
              <a:ext cx="49708" cy="75560"/>
            </a:xfrm>
            <a:custGeom>
              <a:avLst/>
              <a:gdLst/>
              <a:ahLst/>
              <a:cxnLst/>
              <a:rect l="l" t="t" r="r" b="b"/>
              <a:pathLst>
                <a:path w="1892" h="2876" extrusionOk="0">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8" name="Google Shape;7728;p73"/>
          <p:cNvGrpSpPr/>
          <p:nvPr/>
        </p:nvGrpSpPr>
        <p:grpSpPr>
          <a:xfrm>
            <a:off x="3610557" y="2780704"/>
            <a:ext cx="325017" cy="336052"/>
            <a:chOff x="3610557" y="2780704"/>
            <a:chExt cx="325017" cy="336052"/>
          </a:xfrm>
        </p:grpSpPr>
        <p:sp>
          <p:nvSpPr>
            <p:cNvPr id="7729" name="Google Shape;7729;p73"/>
            <p:cNvSpPr/>
            <p:nvPr/>
          </p:nvSpPr>
          <p:spPr>
            <a:xfrm>
              <a:off x="3610557" y="2780704"/>
              <a:ext cx="324702" cy="335973"/>
            </a:xfrm>
            <a:custGeom>
              <a:avLst/>
              <a:gdLst/>
              <a:ahLst/>
              <a:cxnLst/>
              <a:rect l="l" t="t" r="r" b="b"/>
              <a:pathLst>
                <a:path w="12359" h="12788" extrusionOk="0">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73"/>
            <p:cNvSpPr/>
            <p:nvPr/>
          </p:nvSpPr>
          <p:spPr>
            <a:xfrm>
              <a:off x="3665703" y="2864434"/>
              <a:ext cx="67967" cy="252321"/>
            </a:xfrm>
            <a:custGeom>
              <a:avLst/>
              <a:gdLst/>
              <a:ahLst/>
              <a:cxnLst/>
              <a:rect l="l" t="t" r="r" b="b"/>
              <a:pathLst>
                <a:path w="2587" h="9604" extrusionOk="0">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73"/>
            <p:cNvSpPr/>
            <p:nvPr/>
          </p:nvSpPr>
          <p:spPr>
            <a:xfrm>
              <a:off x="3867633" y="2780704"/>
              <a:ext cx="67941" cy="294830"/>
            </a:xfrm>
            <a:custGeom>
              <a:avLst/>
              <a:gdLst/>
              <a:ahLst/>
              <a:cxnLst/>
              <a:rect l="l" t="t" r="r" b="b"/>
              <a:pathLst>
                <a:path w="2586" h="11222" extrusionOk="0">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2" name="Google Shape;7732;p73"/>
          <p:cNvGrpSpPr/>
          <p:nvPr/>
        </p:nvGrpSpPr>
        <p:grpSpPr>
          <a:xfrm>
            <a:off x="4179067" y="2811495"/>
            <a:ext cx="286475" cy="274390"/>
            <a:chOff x="4179067" y="2811495"/>
            <a:chExt cx="286475" cy="274390"/>
          </a:xfrm>
        </p:grpSpPr>
        <p:sp>
          <p:nvSpPr>
            <p:cNvPr id="7733" name="Google Shape;7733;p73"/>
            <p:cNvSpPr/>
            <p:nvPr/>
          </p:nvSpPr>
          <p:spPr>
            <a:xfrm>
              <a:off x="4333786" y="2956651"/>
              <a:ext cx="69990" cy="69990"/>
            </a:xfrm>
            <a:custGeom>
              <a:avLst/>
              <a:gdLst/>
              <a:ahLst/>
              <a:cxnLst/>
              <a:rect l="l" t="t" r="r" b="b"/>
              <a:pathLst>
                <a:path w="2664" h="2664" extrusionOk="0">
                  <a:moveTo>
                    <a:pt x="493" y="0"/>
                  </a:moveTo>
                  <a:lnTo>
                    <a:pt x="0" y="493"/>
                  </a:lnTo>
                  <a:lnTo>
                    <a:pt x="2171" y="2664"/>
                  </a:lnTo>
                  <a:lnTo>
                    <a:pt x="2664" y="2171"/>
                  </a:lnTo>
                  <a:lnTo>
                    <a:pt x="493" y="0"/>
                  </a:ln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73"/>
            <p:cNvSpPr/>
            <p:nvPr/>
          </p:nvSpPr>
          <p:spPr>
            <a:xfrm>
              <a:off x="4363290" y="2987022"/>
              <a:ext cx="102253" cy="98785"/>
            </a:xfrm>
            <a:custGeom>
              <a:avLst/>
              <a:gdLst/>
              <a:ahLst/>
              <a:cxnLst/>
              <a:rect l="l" t="t" r="r" b="b"/>
              <a:pathLst>
                <a:path w="3892" h="3760" extrusionOk="0">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73"/>
            <p:cNvSpPr/>
            <p:nvPr/>
          </p:nvSpPr>
          <p:spPr>
            <a:xfrm>
              <a:off x="4363474" y="2993826"/>
              <a:ext cx="98259" cy="92059"/>
            </a:xfrm>
            <a:custGeom>
              <a:avLst/>
              <a:gdLst/>
              <a:ahLst/>
              <a:cxnLst/>
              <a:rect l="l" t="t" r="r" b="b"/>
              <a:pathLst>
                <a:path w="3740" h="3504" extrusionOk="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73"/>
            <p:cNvSpPr/>
            <p:nvPr/>
          </p:nvSpPr>
          <p:spPr>
            <a:xfrm>
              <a:off x="4179067" y="2811495"/>
              <a:ext cx="215408" cy="196282"/>
            </a:xfrm>
            <a:custGeom>
              <a:avLst/>
              <a:gdLst/>
              <a:ahLst/>
              <a:cxnLst/>
              <a:rect l="l" t="t" r="r" b="b"/>
              <a:pathLst>
                <a:path w="8199" h="7471" extrusionOk="0">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73"/>
            <p:cNvSpPr/>
            <p:nvPr/>
          </p:nvSpPr>
          <p:spPr>
            <a:xfrm>
              <a:off x="4204210" y="2834405"/>
              <a:ext cx="165123" cy="150463"/>
            </a:xfrm>
            <a:custGeom>
              <a:avLst/>
              <a:gdLst/>
              <a:ahLst/>
              <a:cxnLst/>
              <a:rect l="l" t="t" r="r" b="b"/>
              <a:pathLst>
                <a:path w="6285" h="5727" extrusionOk="0">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73"/>
            <p:cNvSpPr/>
            <p:nvPr/>
          </p:nvSpPr>
          <p:spPr>
            <a:xfrm>
              <a:off x="4204210" y="2850037"/>
              <a:ext cx="142160" cy="133175"/>
            </a:xfrm>
            <a:custGeom>
              <a:avLst/>
              <a:gdLst/>
              <a:ahLst/>
              <a:cxnLst/>
              <a:rect l="l" t="t" r="r" b="b"/>
              <a:pathLst>
                <a:path w="5411" h="5069" extrusionOk="0">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73"/>
            <p:cNvSpPr/>
            <p:nvPr/>
          </p:nvSpPr>
          <p:spPr>
            <a:xfrm>
              <a:off x="4246666" y="2855186"/>
              <a:ext cx="81103" cy="22883"/>
            </a:xfrm>
            <a:custGeom>
              <a:avLst/>
              <a:gdLst/>
              <a:ahLst/>
              <a:cxnLst/>
              <a:rect l="l" t="t" r="r" b="b"/>
              <a:pathLst>
                <a:path w="3087" h="871" extrusionOk="0">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73"/>
            <p:cNvSpPr/>
            <p:nvPr/>
          </p:nvSpPr>
          <p:spPr>
            <a:xfrm>
              <a:off x="4363290" y="2987022"/>
              <a:ext cx="41589" cy="40722"/>
            </a:xfrm>
            <a:custGeom>
              <a:avLst/>
              <a:gdLst/>
              <a:ahLst/>
              <a:cxnLst/>
              <a:rect l="l" t="t" r="r" b="b"/>
              <a:pathLst>
                <a:path w="1583" h="1550" extrusionOk="0">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73"/>
            <p:cNvSpPr/>
            <p:nvPr/>
          </p:nvSpPr>
          <p:spPr>
            <a:xfrm>
              <a:off x="4363474" y="2993826"/>
              <a:ext cx="29189" cy="33918"/>
            </a:xfrm>
            <a:custGeom>
              <a:avLst/>
              <a:gdLst/>
              <a:ahLst/>
              <a:cxnLst/>
              <a:rect l="l" t="t" r="r" b="b"/>
              <a:pathLst>
                <a:path w="1111" h="1291" extrusionOk="0">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2" name="Google Shape;7742;p73"/>
          <p:cNvGrpSpPr/>
          <p:nvPr/>
        </p:nvGrpSpPr>
        <p:grpSpPr>
          <a:xfrm>
            <a:off x="4686757" y="2762156"/>
            <a:ext cx="371047" cy="374199"/>
            <a:chOff x="4686757" y="2762156"/>
            <a:chExt cx="371047" cy="374199"/>
          </a:xfrm>
        </p:grpSpPr>
        <p:sp>
          <p:nvSpPr>
            <p:cNvPr id="7743" name="Google Shape;7743;p73"/>
            <p:cNvSpPr/>
            <p:nvPr/>
          </p:nvSpPr>
          <p:spPr>
            <a:xfrm>
              <a:off x="4696767" y="2762156"/>
              <a:ext cx="353207" cy="374199"/>
            </a:xfrm>
            <a:custGeom>
              <a:avLst/>
              <a:gdLst/>
              <a:ahLst/>
              <a:cxnLst/>
              <a:rect l="l" t="t" r="r" b="b"/>
              <a:pathLst>
                <a:path w="13444" h="14243" extrusionOk="0">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73"/>
            <p:cNvSpPr/>
            <p:nvPr/>
          </p:nvSpPr>
          <p:spPr>
            <a:xfrm>
              <a:off x="4843656" y="2919134"/>
              <a:ext cx="62161" cy="59244"/>
            </a:xfrm>
            <a:custGeom>
              <a:avLst/>
              <a:gdLst/>
              <a:ahLst/>
              <a:cxnLst/>
              <a:rect l="l" t="t" r="r" b="b"/>
              <a:pathLst>
                <a:path w="2366" h="2255" extrusionOk="0">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73"/>
            <p:cNvSpPr/>
            <p:nvPr/>
          </p:nvSpPr>
          <p:spPr>
            <a:xfrm>
              <a:off x="4686757" y="2827311"/>
              <a:ext cx="62660" cy="48473"/>
            </a:xfrm>
            <a:custGeom>
              <a:avLst/>
              <a:gdLst/>
              <a:ahLst/>
              <a:cxnLst/>
              <a:rect l="l" t="t" r="r" b="b"/>
              <a:pathLst>
                <a:path w="2385" h="1845" extrusionOk="0">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73"/>
            <p:cNvSpPr/>
            <p:nvPr/>
          </p:nvSpPr>
          <p:spPr>
            <a:xfrm>
              <a:off x="5005600" y="3019416"/>
              <a:ext cx="52020" cy="48604"/>
            </a:xfrm>
            <a:custGeom>
              <a:avLst/>
              <a:gdLst/>
              <a:ahLst/>
              <a:cxnLst/>
              <a:rect l="l" t="t" r="r" b="b"/>
              <a:pathLst>
                <a:path w="1980" h="1850" extrusionOk="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73"/>
            <p:cNvSpPr/>
            <p:nvPr/>
          </p:nvSpPr>
          <p:spPr>
            <a:xfrm>
              <a:off x="4857476" y="2936946"/>
              <a:ext cx="48341" cy="41484"/>
            </a:xfrm>
            <a:custGeom>
              <a:avLst/>
              <a:gdLst/>
              <a:ahLst/>
              <a:cxnLst/>
              <a:rect l="l" t="t" r="r" b="b"/>
              <a:pathLst>
                <a:path w="1840" h="1579" extrusionOk="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73"/>
            <p:cNvSpPr/>
            <p:nvPr/>
          </p:nvSpPr>
          <p:spPr>
            <a:xfrm>
              <a:off x="4708563" y="2844940"/>
              <a:ext cx="34890" cy="30844"/>
            </a:xfrm>
            <a:custGeom>
              <a:avLst/>
              <a:gdLst/>
              <a:ahLst/>
              <a:cxnLst/>
              <a:rect l="l" t="t" r="r" b="b"/>
              <a:pathLst>
                <a:path w="1328" h="1174" extrusionOk="0">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73"/>
            <p:cNvSpPr/>
            <p:nvPr/>
          </p:nvSpPr>
          <p:spPr>
            <a:xfrm>
              <a:off x="5022914" y="3037176"/>
              <a:ext cx="34890" cy="30765"/>
            </a:xfrm>
            <a:custGeom>
              <a:avLst/>
              <a:gdLst/>
              <a:ahLst/>
              <a:cxnLst/>
              <a:rect l="l" t="t" r="r" b="b"/>
              <a:pathLst>
                <a:path w="1328" h="1171" extrusionOk="0">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0" name="Google Shape;7750;p73"/>
          <p:cNvGrpSpPr/>
          <p:nvPr/>
        </p:nvGrpSpPr>
        <p:grpSpPr>
          <a:xfrm>
            <a:off x="5221613" y="2784802"/>
            <a:ext cx="406567" cy="327855"/>
            <a:chOff x="5221613" y="2784802"/>
            <a:chExt cx="406567" cy="327855"/>
          </a:xfrm>
        </p:grpSpPr>
        <p:sp>
          <p:nvSpPr>
            <p:cNvPr id="7751" name="Google Shape;7751;p73"/>
            <p:cNvSpPr/>
            <p:nvPr/>
          </p:nvSpPr>
          <p:spPr>
            <a:xfrm>
              <a:off x="5221613" y="2811049"/>
              <a:ext cx="406567" cy="301608"/>
            </a:xfrm>
            <a:custGeom>
              <a:avLst/>
              <a:gdLst/>
              <a:ahLst/>
              <a:cxnLst/>
              <a:rect l="l" t="t" r="r" b="b"/>
              <a:pathLst>
                <a:path w="15475" h="11480" extrusionOk="0">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73"/>
            <p:cNvSpPr/>
            <p:nvPr/>
          </p:nvSpPr>
          <p:spPr>
            <a:xfrm>
              <a:off x="5221613" y="2811049"/>
              <a:ext cx="406567" cy="39382"/>
            </a:xfrm>
            <a:custGeom>
              <a:avLst/>
              <a:gdLst/>
              <a:ahLst/>
              <a:cxnLst/>
              <a:rect l="l" t="t" r="r" b="b"/>
              <a:pathLst>
                <a:path w="15475" h="1499" extrusionOk="0">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73"/>
            <p:cNvSpPr/>
            <p:nvPr/>
          </p:nvSpPr>
          <p:spPr>
            <a:xfrm>
              <a:off x="5247833" y="2811049"/>
              <a:ext cx="52519" cy="26246"/>
            </a:xfrm>
            <a:custGeom>
              <a:avLst/>
              <a:gdLst/>
              <a:ahLst/>
              <a:cxnLst/>
              <a:rect l="l" t="t" r="r" b="b"/>
              <a:pathLst>
                <a:path w="1999" h="999" extrusionOk="0">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73"/>
            <p:cNvSpPr/>
            <p:nvPr/>
          </p:nvSpPr>
          <p:spPr>
            <a:xfrm>
              <a:off x="5549441" y="2811049"/>
              <a:ext cx="52492" cy="26246"/>
            </a:xfrm>
            <a:custGeom>
              <a:avLst/>
              <a:gdLst/>
              <a:ahLst/>
              <a:cxnLst/>
              <a:rect l="l" t="t" r="r" b="b"/>
              <a:pathLst>
                <a:path w="1998" h="999" extrusionOk="0">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73"/>
            <p:cNvSpPr/>
            <p:nvPr/>
          </p:nvSpPr>
          <p:spPr>
            <a:xfrm>
              <a:off x="5260969" y="2784802"/>
              <a:ext cx="26272" cy="39382"/>
            </a:xfrm>
            <a:custGeom>
              <a:avLst/>
              <a:gdLst/>
              <a:ahLst/>
              <a:cxnLst/>
              <a:rect l="l" t="t" r="r" b="b"/>
              <a:pathLst>
                <a:path w="1000" h="1499" extrusionOk="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73"/>
            <p:cNvSpPr/>
            <p:nvPr/>
          </p:nvSpPr>
          <p:spPr>
            <a:xfrm>
              <a:off x="5260969" y="2784802"/>
              <a:ext cx="26272" cy="19704"/>
            </a:xfrm>
            <a:custGeom>
              <a:avLst/>
              <a:gdLst/>
              <a:ahLst/>
              <a:cxnLst/>
              <a:rect l="l" t="t" r="r" b="b"/>
              <a:pathLst>
                <a:path w="1000" h="750" extrusionOk="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73"/>
            <p:cNvSpPr/>
            <p:nvPr/>
          </p:nvSpPr>
          <p:spPr>
            <a:xfrm>
              <a:off x="5562551" y="2784802"/>
              <a:ext cx="26456" cy="39382"/>
            </a:xfrm>
            <a:custGeom>
              <a:avLst/>
              <a:gdLst/>
              <a:ahLst/>
              <a:cxnLst/>
              <a:rect l="l" t="t" r="r" b="b"/>
              <a:pathLst>
                <a:path w="1007" h="1499" extrusionOk="0">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73"/>
            <p:cNvSpPr/>
            <p:nvPr/>
          </p:nvSpPr>
          <p:spPr>
            <a:xfrm>
              <a:off x="5562551" y="2784802"/>
              <a:ext cx="26456" cy="19704"/>
            </a:xfrm>
            <a:custGeom>
              <a:avLst/>
              <a:gdLst/>
              <a:ahLst/>
              <a:cxnLst/>
              <a:rect l="l" t="t" r="r" b="b"/>
              <a:pathLst>
                <a:path w="1007" h="750" extrusionOk="0">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73"/>
            <p:cNvSpPr/>
            <p:nvPr/>
          </p:nvSpPr>
          <p:spPr>
            <a:xfrm>
              <a:off x="5221613" y="2850405"/>
              <a:ext cx="406567" cy="13136"/>
            </a:xfrm>
            <a:custGeom>
              <a:avLst/>
              <a:gdLst/>
              <a:ahLst/>
              <a:cxnLst/>
              <a:rect l="l" t="t" r="r" b="b"/>
              <a:pathLst>
                <a:path w="15475" h="500" extrusionOk="0">
                  <a:moveTo>
                    <a:pt x="0" y="0"/>
                  </a:moveTo>
                  <a:lnTo>
                    <a:pt x="0" y="500"/>
                  </a:lnTo>
                  <a:lnTo>
                    <a:pt x="15475" y="500"/>
                  </a:lnTo>
                  <a:lnTo>
                    <a:pt x="15475" y="0"/>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73"/>
            <p:cNvSpPr/>
            <p:nvPr/>
          </p:nvSpPr>
          <p:spPr>
            <a:xfrm>
              <a:off x="5260969"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73"/>
            <p:cNvSpPr/>
            <p:nvPr/>
          </p:nvSpPr>
          <p:spPr>
            <a:xfrm>
              <a:off x="5260969"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73"/>
            <p:cNvSpPr/>
            <p:nvPr/>
          </p:nvSpPr>
          <p:spPr>
            <a:xfrm>
              <a:off x="5260969"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73"/>
            <p:cNvSpPr/>
            <p:nvPr/>
          </p:nvSpPr>
          <p:spPr>
            <a:xfrm>
              <a:off x="5352818"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73"/>
            <p:cNvSpPr/>
            <p:nvPr/>
          </p:nvSpPr>
          <p:spPr>
            <a:xfrm>
              <a:off x="5444482"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73"/>
            <p:cNvSpPr/>
            <p:nvPr/>
          </p:nvSpPr>
          <p:spPr>
            <a:xfrm>
              <a:off x="5352818"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73"/>
            <p:cNvSpPr/>
            <p:nvPr/>
          </p:nvSpPr>
          <p:spPr>
            <a:xfrm>
              <a:off x="5260969"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73"/>
            <p:cNvSpPr/>
            <p:nvPr/>
          </p:nvSpPr>
          <p:spPr>
            <a:xfrm>
              <a:off x="5352818"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73"/>
            <p:cNvSpPr/>
            <p:nvPr/>
          </p:nvSpPr>
          <p:spPr>
            <a:xfrm>
              <a:off x="5352818"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73"/>
            <p:cNvSpPr/>
            <p:nvPr/>
          </p:nvSpPr>
          <p:spPr>
            <a:xfrm>
              <a:off x="5536489" y="2994536"/>
              <a:ext cx="52519" cy="26272"/>
            </a:xfrm>
            <a:custGeom>
              <a:avLst/>
              <a:gdLst/>
              <a:ahLst/>
              <a:cxnLst/>
              <a:rect l="l" t="t" r="r" b="b"/>
              <a:pathLst>
                <a:path w="1999" h="1000" extrusionOk="0">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73"/>
            <p:cNvSpPr/>
            <p:nvPr/>
          </p:nvSpPr>
          <p:spPr>
            <a:xfrm>
              <a:off x="5536489" y="2889577"/>
              <a:ext cx="52519" cy="26272"/>
            </a:xfrm>
            <a:custGeom>
              <a:avLst/>
              <a:gdLst/>
              <a:ahLst/>
              <a:cxnLst/>
              <a:rect l="l" t="t" r="r" b="b"/>
              <a:pathLst>
                <a:path w="1999" h="1000" extrusionOk="0">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73"/>
            <p:cNvSpPr/>
            <p:nvPr/>
          </p:nvSpPr>
          <p:spPr>
            <a:xfrm>
              <a:off x="5536489" y="3047028"/>
              <a:ext cx="52519" cy="26272"/>
            </a:xfrm>
            <a:custGeom>
              <a:avLst/>
              <a:gdLst/>
              <a:ahLst/>
              <a:cxnLst/>
              <a:rect l="l" t="t" r="r" b="b"/>
              <a:pathLst>
                <a:path w="1999" h="1000" extrusionOk="0">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73"/>
            <p:cNvSpPr/>
            <p:nvPr/>
          </p:nvSpPr>
          <p:spPr>
            <a:xfrm>
              <a:off x="5444482"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73"/>
            <p:cNvSpPr/>
            <p:nvPr/>
          </p:nvSpPr>
          <p:spPr>
            <a:xfrm>
              <a:off x="5444482"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73"/>
            <p:cNvSpPr/>
            <p:nvPr/>
          </p:nvSpPr>
          <p:spPr>
            <a:xfrm>
              <a:off x="5536489" y="2942070"/>
              <a:ext cx="52519" cy="26272"/>
            </a:xfrm>
            <a:custGeom>
              <a:avLst/>
              <a:gdLst/>
              <a:ahLst/>
              <a:cxnLst/>
              <a:rect l="l" t="t" r="r" b="b"/>
              <a:pathLst>
                <a:path w="1999" h="1000" extrusionOk="0">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73"/>
            <p:cNvSpPr/>
            <p:nvPr/>
          </p:nvSpPr>
          <p:spPr>
            <a:xfrm>
              <a:off x="5444482"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73"/>
            <p:cNvSpPr/>
            <p:nvPr/>
          </p:nvSpPr>
          <p:spPr>
            <a:xfrm>
              <a:off x="5533178" y="2935239"/>
              <a:ext cx="58824" cy="39645"/>
            </a:xfrm>
            <a:custGeom>
              <a:avLst/>
              <a:gdLst/>
              <a:ahLst/>
              <a:cxnLst/>
              <a:rect l="l" t="t" r="r" b="b"/>
              <a:pathLst>
                <a:path w="2239" h="1509" extrusionOk="0">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73"/>
            <p:cNvSpPr/>
            <p:nvPr/>
          </p:nvSpPr>
          <p:spPr>
            <a:xfrm>
              <a:off x="5349665" y="2935607"/>
              <a:ext cx="58141" cy="39277"/>
            </a:xfrm>
            <a:custGeom>
              <a:avLst/>
              <a:gdLst/>
              <a:ahLst/>
              <a:cxnLst/>
              <a:rect l="l" t="t" r="r" b="b"/>
              <a:pathLst>
                <a:path w="2213" h="1495" extrusionOk="0">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73"/>
            <p:cNvSpPr/>
            <p:nvPr/>
          </p:nvSpPr>
          <p:spPr>
            <a:xfrm>
              <a:off x="5441487" y="2987731"/>
              <a:ext cx="58798" cy="39645"/>
            </a:xfrm>
            <a:custGeom>
              <a:avLst/>
              <a:gdLst/>
              <a:ahLst/>
              <a:cxnLst/>
              <a:rect l="l" t="t" r="r" b="b"/>
              <a:pathLst>
                <a:path w="2238" h="1509" extrusionOk="0">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73"/>
            <p:cNvSpPr/>
            <p:nvPr/>
          </p:nvSpPr>
          <p:spPr>
            <a:xfrm>
              <a:off x="5258631" y="3040565"/>
              <a:ext cx="57353" cy="39277"/>
            </a:xfrm>
            <a:custGeom>
              <a:avLst/>
              <a:gdLst/>
              <a:ahLst/>
              <a:cxnLst/>
              <a:rect l="l" t="t" r="r" b="b"/>
              <a:pathLst>
                <a:path w="2183" h="1495" extrusionOk="0">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73"/>
            <p:cNvSpPr/>
            <p:nvPr/>
          </p:nvSpPr>
          <p:spPr>
            <a:xfrm>
              <a:off x="5442118" y="2882746"/>
              <a:ext cx="58167" cy="39671"/>
            </a:xfrm>
            <a:custGeom>
              <a:avLst/>
              <a:gdLst/>
              <a:ahLst/>
              <a:cxnLst/>
              <a:rect l="l" t="t" r="r" b="b"/>
              <a:pathLst>
                <a:path w="2214" h="1510" extrusionOk="0">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1" name="Google Shape;7781;p73"/>
          <p:cNvGrpSpPr/>
          <p:nvPr/>
        </p:nvGrpSpPr>
        <p:grpSpPr>
          <a:xfrm>
            <a:off x="5812586" y="2760921"/>
            <a:ext cx="303605" cy="375434"/>
            <a:chOff x="5812586" y="2760921"/>
            <a:chExt cx="303605" cy="375434"/>
          </a:xfrm>
        </p:grpSpPr>
        <p:sp>
          <p:nvSpPr>
            <p:cNvPr id="7782" name="Google Shape;7782;p73"/>
            <p:cNvSpPr/>
            <p:nvPr/>
          </p:nvSpPr>
          <p:spPr>
            <a:xfrm>
              <a:off x="5911896" y="2760921"/>
              <a:ext cx="125215" cy="32289"/>
            </a:xfrm>
            <a:custGeom>
              <a:avLst/>
              <a:gdLst/>
              <a:ahLst/>
              <a:cxnLst/>
              <a:rect l="l" t="t" r="r" b="b"/>
              <a:pathLst>
                <a:path w="4766" h="1229" extrusionOk="0">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73"/>
            <p:cNvSpPr/>
            <p:nvPr/>
          </p:nvSpPr>
          <p:spPr>
            <a:xfrm>
              <a:off x="6001722" y="2761105"/>
              <a:ext cx="35389" cy="32105"/>
            </a:xfrm>
            <a:custGeom>
              <a:avLst/>
              <a:gdLst/>
              <a:ahLst/>
              <a:cxnLst/>
              <a:rect l="l" t="t" r="r" b="b"/>
              <a:pathLst>
                <a:path w="1347" h="1222" extrusionOk="0">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73"/>
            <p:cNvSpPr/>
            <p:nvPr/>
          </p:nvSpPr>
          <p:spPr>
            <a:xfrm>
              <a:off x="5812586" y="2793183"/>
              <a:ext cx="295960" cy="343171"/>
            </a:xfrm>
            <a:custGeom>
              <a:avLst/>
              <a:gdLst/>
              <a:ahLst/>
              <a:cxnLst/>
              <a:rect l="l" t="t" r="r" b="b"/>
              <a:pathLst>
                <a:path w="11265" h="13062" extrusionOk="0">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73"/>
            <p:cNvSpPr/>
            <p:nvPr/>
          </p:nvSpPr>
          <p:spPr>
            <a:xfrm>
              <a:off x="5934675" y="2793183"/>
              <a:ext cx="181517" cy="340965"/>
            </a:xfrm>
            <a:custGeom>
              <a:avLst/>
              <a:gdLst/>
              <a:ahLst/>
              <a:cxnLst/>
              <a:rect l="l" t="t" r="r" b="b"/>
              <a:pathLst>
                <a:path w="6909" h="12978" extrusionOk="0">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73"/>
            <p:cNvSpPr/>
            <p:nvPr/>
          </p:nvSpPr>
          <p:spPr>
            <a:xfrm>
              <a:off x="5841197" y="2978063"/>
              <a:ext cx="267349" cy="158292"/>
            </a:xfrm>
            <a:custGeom>
              <a:avLst/>
              <a:gdLst/>
              <a:ahLst/>
              <a:cxnLst/>
              <a:rect l="l" t="t" r="r" b="b"/>
              <a:pathLst>
                <a:path w="10176" h="6025" extrusionOk="0">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73"/>
            <p:cNvSpPr/>
            <p:nvPr/>
          </p:nvSpPr>
          <p:spPr>
            <a:xfrm>
              <a:off x="6052402" y="2986523"/>
              <a:ext cx="56144" cy="147809"/>
            </a:xfrm>
            <a:custGeom>
              <a:avLst/>
              <a:gdLst/>
              <a:ahLst/>
              <a:cxnLst/>
              <a:rect l="l" t="t" r="r" b="b"/>
              <a:pathLst>
                <a:path w="2137" h="5626" extrusionOk="0">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73"/>
            <p:cNvSpPr/>
            <p:nvPr/>
          </p:nvSpPr>
          <p:spPr>
            <a:xfrm>
              <a:off x="6054582" y="3027718"/>
              <a:ext cx="20256" cy="17182"/>
            </a:xfrm>
            <a:custGeom>
              <a:avLst/>
              <a:gdLst/>
              <a:ahLst/>
              <a:cxnLst/>
              <a:rect l="l" t="t" r="r" b="b"/>
              <a:pathLst>
                <a:path w="771" h="654" extrusionOk="0">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73"/>
            <p:cNvSpPr/>
            <p:nvPr/>
          </p:nvSpPr>
          <p:spPr>
            <a:xfrm>
              <a:off x="6012678" y="3090588"/>
              <a:ext cx="17681" cy="15186"/>
            </a:xfrm>
            <a:custGeom>
              <a:avLst/>
              <a:gdLst/>
              <a:ahLst/>
              <a:cxnLst/>
              <a:rect l="l" t="t" r="r" b="b"/>
              <a:pathLst>
                <a:path w="673" h="578" extrusionOk="0">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73"/>
            <p:cNvSpPr/>
            <p:nvPr/>
          </p:nvSpPr>
          <p:spPr>
            <a:xfrm>
              <a:off x="5891299" y="3017130"/>
              <a:ext cx="17708" cy="15212"/>
            </a:xfrm>
            <a:custGeom>
              <a:avLst/>
              <a:gdLst/>
              <a:ahLst/>
              <a:cxnLst/>
              <a:rect l="l" t="t" r="r" b="b"/>
              <a:pathLst>
                <a:path w="674" h="579" extrusionOk="0">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73"/>
            <p:cNvSpPr/>
            <p:nvPr/>
          </p:nvSpPr>
          <p:spPr>
            <a:xfrm>
              <a:off x="5915916" y="3090588"/>
              <a:ext cx="17681" cy="15186"/>
            </a:xfrm>
            <a:custGeom>
              <a:avLst/>
              <a:gdLst/>
              <a:ahLst/>
              <a:cxnLst/>
              <a:rect l="l" t="t" r="r" b="b"/>
              <a:pathLst>
                <a:path w="673" h="578" extrusionOk="0">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73"/>
            <p:cNvSpPr/>
            <p:nvPr/>
          </p:nvSpPr>
          <p:spPr>
            <a:xfrm>
              <a:off x="5959266" y="3032999"/>
              <a:ext cx="21360" cy="18286"/>
            </a:xfrm>
            <a:custGeom>
              <a:avLst/>
              <a:gdLst/>
              <a:ahLst/>
              <a:cxnLst/>
              <a:rect l="l" t="t" r="r" b="b"/>
              <a:pathLst>
                <a:path w="813" h="696" extrusionOk="0">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3" name="Google Shape;7793;p73"/>
          <p:cNvGrpSpPr/>
          <p:nvPr/>
        </p:nvGrpSpPr>
        <p:grpSpPr>
          <a:xfrm>
            <a:off x="6334673" y="2759633"/>
            <a:ext cx="378508" cy="378166"/>
            <a:chOff x="6334673" y="2759633"/>
            <a:chExt cx="378508" cy="378166"/>
          </a:xfrm>
        </p:grpSpPr>
        <p:sp>
          <p:nvSpPr>
            <p:cNvPr id="7794" name="Google Shape;7794;p73"/>
            <p:cNvSpPr/>
            <p:nvPr/>
          </p:nvSpPr>
          <p:spPr>
            <a:xfrm>
              <a:off x="6334673" y="2759633"/>
              <a:ext cx="287027" cy="189004"/>
            </a:xfrm>
            <a:custGeom>
              <a:avLst/>
              <a:gdLst/>
              <a:ahLst/>
              <a:cxnLst/>
              <a:rect l="l" t="t" r="r" b="b"/>
              <a:pathLst>
                <a:path w="10925" h="7194" extrusionOk="0">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73"/>
            <p:cNvSpPr/>
            <p:nvPr/>
          </p:nvSpPr>
          <p:spPr>
            <a:xfrm>
              <a:off x="6524019" y="2759660"/>
              <a:ext cx="189162" cy="286659"/>
            </a:xfrm>
            <a:custGeom>
              <a:avLst/>
              <a:gdLst/>
              <a:ahLst/>
              <a:cxnLst/>
              <a:rect l="l" t="t" r="r" b="b"/>
              <a:pathLst>
                <a:path w="7200" h="10911" extrusionOk="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73"/>
            <p:cNvSpPr/>
            <p:nvPr/>
          </p:nvSpPr>
          <p:spPr>
            <a:xfrm>
              <a:off x="6426207" y="2948611"/>
              <a:ext cx="286791" cy="189188"/>
            </a:xfrm>
            <a:custGeom>
              <a:avLst/>
              <a:gdLst/>
              <a:ahLst/>
              <a:cxnLst/>
              <a:rect l="l" t="t" r="r" b="b"/>
              <a:pathLst>
                <a:path w="10916" h="7201" extrusionOk="0">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73"/>
            <p:cNvSpPr/>
            <p:nvPr/>
          </p:nvSpPr>
          <p:spPr>
            <a:xfrm>
              <a:off x="6334857" y="2850957"/>
              <a:ext cx="189188" cy="286843"/>
            </a:xfrm>
            <a:custGeom>
              <a:avLst/>
              <a:gdLst/>
              <a:ahLst/>
              <a:cxnLst/>
              <a:rect l="l" t="t" r="r" b="b"/>
              <a:pathLst>
                <a:path w="7201" h="10918" extrusionOk="0">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8" name="Google Shape;7798;p73"/>
          <p:cNvGrpSpPr/>
          <p:nvPr/>
        </p:nvGrpSpPr>
        <p:grpSpPr>
          <a:xfrm>
            <a:off x="8012645" y="2806477"/>
            <a:ext cx="319763" cy="284505"/>
            <a:chOff x="8012645" y="2806477"/>
            <a:chExt cx="319763" cy="284505"/>
          </a:xfrm>
        </p:grpSpPr>
        <p:sp>
          <p:nvSpPr>
            <p:cNvPr id="7799" name="Google Shape;7799;p73"/>
            <p:cNvSpPr/>
            <p:nvPr/>
          </p:nvSpPr>
          <p:spPr>
            <a:xfrm>
              <a:off x="8117446" y="3039252"/>
              <a:ext cx="87855" cy="51731"/>
            </a:xfrm>
            <a:custGeom>
              <a:avLst/>
              <a:gdLst/>
              <a:ahLst/>
              <a:cxnLst/>
              <a:rect l="l" t="t" r="r" b="b"/>
              <a:pathLst>
                <a:path w="3344" h="1969" extrusionOk="0">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73"/>
            <p:cNvSpPr/>
            <p:nvPr/>
          </p:nvSpPr>
          <p:spPr>
            <a:xfrm>
              <a:off x="8138570" y="3039252"/>
              <a:ext cx="66732" cy="51731"/>
            </a:xfrm>
            <a:custGeom>
              <a:avLst/>
              <a:gdLst/>
              <a:ahLst/>
              <a:cxnLst/>
              <a:rect l="l" t="t" r="r" b="b"/>
              <a:pathLst>
                <a:path w="2540" h="1969" extrusionOk="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73"/>
            <p:cNvSpPr/>
            <p:nvPr/>
          </p:nvSpPr>
          <p:spPr>
            <a:xfrm>
              <a:off x="8012645" y="2884664"/>
              <a:ext cx="32841" cy="41747"/>
            </a:xfrm>
            <a:custGeom>
              <a:avLst/>
              <a:gdLst/>
              <a:ahLst/>
              <a:cxnLst/>
              <a:rect l="l" t="t" r="r" b="b"/>
              <a:pathLst>
                <a:path w="1250" h="1589" extrusionOk="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73"/>
            <p:cNvSpPr/>
            <p:nvPr/>
          </p:nvSpPr>
          <p:spPr>
            <a:xfrm>
              <a:off x="8025598" y="2806477"/>
              <a:ext cx="306810" cy="247513"/>
            </a:xfrm>
            <a:custGeom>
              <a:avLst/>
              <a:gdLst/>
              <a:ahLst/>
              <a:cxnLst/>
              <a:rect l="l" t="t" r="r" b="b"/>
              <a:pathLst>
                <a:path w="11678" h="9421" extrusionOk="0">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73"/>
            <p:cNvSpPr/>
            <p:nvPr/>
          </p:nvSpPr>
          <p:spPr>
            <a:xfrm>
              <a:off x="8025598" y="2806477"/>
              <a:ext cx="209576" cy="247671"/>
            </a:xfrm>
            <a:custGeom>
              <a:avLst/>
              <a:gdLst/>
              <a:ahLst/>
              <a:cxnLst/>
              <a:rect l="l" t="t" r="r" b="b"/>
              <a:pathLst>
                <a:path w="7977" h="9427" extrusionOk="0">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73"/>
            <p:cNvSpPr/>
            <p:nvPr/>
          </p:nvSpPr>
          <p:spPr>
            <a:xfrm>
              <a:off x="8110274" y="2874865"/>
              <a:ext cx="179205" cy="111290"/>
            </a:xfrm>
            <a:custGeom>
              <a:avLst/>
              <a:gdLst/>
              <a:ahLst/>
              <a:cxnLst/>
              <a:rect l="l" t="t" r="r" b="b"/>
              <a:pathLst>
                <a:path w="6821" h="4236" extrusionOk="0">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73"/>
            <p:cNvSpPr/>
            <p:nvPr/>
          </p:nvSpPr>
          <p:spPr>
            <a:xfrm>
              <a:off x="8131397" y="2917084"/>
              <a:ext cx="158082" cy="69175"/>
            </a:xfrm>
            <a:custGeom>
              <a:avLst/>
              <a:gdLst/>
              <a:ahLst/>
              <a:cxnLst/>
              <a:rect l="l" t="t" r="r" b="b"/>
              <a:pathLst>
                <a:path w="6017" h="2633" extrusionOk="0">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73"/>
            <p:cNvSpPr/>
            <p:nvPr/>
          </p:nvSpPr>
          <p:spPr>
            <a:xfrm>
              <a:off x="8066399" y="2869715"/>
              <a:ext cx="31737" cy="36834"/>
            </a:xfrm>
            <a:custGeom>
              <a:avLst/>
              <a:gdLst/>
              <a:ahLst/>
              <a:cxnLst/>
              <a:rect l="l" t="t" r="r" b="b"/>
              <a:pathLst>
                <a:path w="1208" h="1402" extrusionOk="0">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73"/>
            <p:cNvSpPr/>
            <p:nvPr/>
          </p:nvSpPr>
          <p:spPr>
            <a:xfrm>
              <a:off x="8082268" y="2869715"/>
              <a:ext cx="15869" cy="26220"/>
            </a:xfrm>
            <a:custGeom>
              <a:avLst/>
              <a:gdLst/>
              <a:ahLst/>
              <a:cxnLst/>
              <a:rect l="l" t="t" r="r" b="b"/>
              <a:pathLst>
                <a:path w="604" h="998" extrusionOk="0">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73"/>
            <p:cNvSpPr/>
            <p:nvPr/>
          </p:nvSpPr>
          <p:spPr>
            <a:xfrm>
              <a:off x="8076987" y="2874996"/>
              <a:ext cx="10588" cy="10430"/>
            </a:xfrm>
            <a:custGeom>
              <a:avLst/>
              <a:gdLst/>
              <a:ahLst/>
              <a:cxnLst/>
              <a:rect l="l" t="t" r="r" b="b"/>
              <a:pathLst>
                <a:path w="403" h="397" extrusionOk="0">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9" name="Google Shape;7809;p73"/>
          <p:cNvGrpSpPr/>
          <p:nvPr/>
        </p:nvGrpSpPr>
        <p:grpSpPr>
          <a:xfrm>
            <a:off x="2454435" y="4162138"/>
            <a:ext cx="385339" cy="388071"/>
            <a:chOff x="2454435" y="4162138"/>
            <a:chExt cx="385339" cy="388071"/>
          </a:xfrm>
        </p:grpSpPr>
        <p:sp>
          <p:nvSpPr>
            <p:cNvPr id="7810" name="Google Shape;7810;p73"/>
            <p:cNvSpPr/>
            <p:nvPr/>
          </p:nvSpPr>
          <p:spPr>
            <a:xfrm>
              <a:off x="2568511" y="4162138"/>
              <a:ext cx="184144" cy="79973"/>
            </a:xfrm>
            <a:custGeom>
              <a:avLst/>
              <a:gdLst/>
              <a:ahLst/>
              <a:cxnLst/>
              <a:rect l="l" t="t" r="r" b="b"/>
              <a:pathLst>
                <a:path w="7009" h="3044" extrusionOk="0">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73"/>
            <p:cNvSpPr/>
            <p:nvPr/>
          </p:nvSpPr>
          <p:spPr>
            <a:xfrm>
              <a:off x="2568511" y="4470236"/>
              <a:ext cx="184144" cy="79973"/>
            </a:xfrm>
            <a:custGeom>
              <a:avLst/>
              <a:gdLst/>
              <a:ahLst/>
              <a:cxnLst/>
              <a:rect l="l" t="t" r="r" b="b"/>
              <a:pathLst>
                <a:path w="7009" h="3044" extrusionOk="0">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73"/>
            <p:cNvSpPr/>
            <p:nvPr/>
          </p:nvSpPr>
          <p:spPr>
            <a:xfrm>
              <a:off x="2454435" y="4217310"/>
              <a:ext cx="385339" cy="277753"/>
            </a:xfrm>
            <a:custGeom>
              <a:avLst/>
              <a:gdLst/>
              <a:ahLst/>
              <a:cxnLst/>
              <a:rect l="l" t="t" r="r" b="b"/>
              <a:pathLst>
                <a:path w="14667" h="10572" extrusionOk="0">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73"/>
            <p:cNvSpPr/>
            <p:nvPr/>
          </p:nvSpPr>
          <p:spPr>
            <a:xfrm>
              <a:off x="2454435" y="4251386"/>
              <a:ext cx="250403" cy="243677"/>
            </a:xfrm>
            <a:custGeom>
              <a:avLst/>
              <a:gdLst/>
              <a:ahLst/>
              <a:cxnLst/>
              <a:rect l="l" t="t" r="r" b="b"/>
              <a:pathLst>
                <a:path w="9531" h="9275" extrusionOk="0">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73"/>
            <p:cNvSpPr/>
            <p:nvPr/>
          </p:nvSpPr>
          <p:spPr>
            <a:xfrm>
              <a:off x="2495420" y="4331018"/>
              <a:ext cx="31553" cy="31553"/>
            </a:xfrm>
            <a:custGeom>
              <a:avLst/>
              <a:gdLst/>
              <a:ahLst/>
              <a:cxnLst/>
              <a:rect l="l" t="t" r="r" b="b"/>
              <a:pathLst>
                <a:path w="1201" h="1201" extrusionOk="0">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73"/>
            <p:cNvSpPr/>
            <p:nvPr/>
          </p:nvSpPr>
          <p:spPr>
            <a:xfrm>
              <a:off x="2508005" y="4337218"/>
              <a:ext cx="12768" cy="12795"/>
            </a:xfrm>
            <a:custGeom>
              <a:avLst/>
              <a:gdLst/>
              <a:ahLst/>
              <a:cxnLst/>
              <a:rect l="l" t="t" r="r" b="b"/>
              <a:pathLst>
                <a:path w="486" h="487" extrusionOk="0">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73"/>
            <p:cNvSpPr/>
            <p:nvPr/>
          </p:nvSpPr>
          <p:spPr>
            <a:xfrm>
              <a:off x="2545181" y="4220227"/>
              <a:ext cx="53780" cy="271920"/>
            </a:xfrm>
            <a:custGeom>
              <a:avLst/>
              <a:gdLst/>
              <a:ahLst/>
              <a:cxnLst/>
              <a:rect l="l" t="t" r="r" b="b"/>
              <a:pathLst>
                <a:path w="2047" h="10350" extrusionOk="0">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73"/>
            <p:cNvSpPr/>
            <p:nvPr/>
          </p:nvSpPr>
          <p:spPr>
            <a:xfrm>
              <a:off x="2545181" y="4344680"/>
              <a:ext cx="53780" cy="147468"/>
            </a:xfrm>
            <a:custGeom>
              <a:avLst/>
              <a:gdLst/>
              <a:ahLst/>
              <a:cxnLst/>
              <a:rect l="l" t="t" r="r" b="b"/>
              <a:pathLst>
                <a:path w="2047" h="5613" extrusionOk="0">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73"/>
            <p:cNvSpPr/>
            <p:nvPr/>
          </p:nvSpPr>
          <p:spPr>
            <a:xfrm>
              <a:off x="2623184" y="4217678"/>
              <a:ext cx="49944" cy="277201"/>
            </a:xfrm>
            <a:custGeom>
              <a:avLst/>
              <a:gdLst/>
              <a:ahLst/>
              <a:cxnLst/>
              <a:rect l="l" t="t" r="r" b="b"/>
              <a:pathLst>
                <a:path w="1901" h="10551" extrusionOk="0">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73"/>
            <p:cNvSpPr/>
            <p:nvPr/>
          </p:nvSpPr>
          <p:spPr>
            <a:xfrm>
              <a:off x="2629542" y="4446748"/>
              <a:ext cx="43586" cy="48131"/>
            </a:xfrm>
            <a:custGeom>
              <a:avLst/>
              <a:gdLst/>
              <a:ahLst/>
              <a:cxnLst/>
              <a:rect l="l" t="t" r="r" b="b"/>
              <a:pathLst>
                <a:path w="1659" h="1832" extrusionOk="0">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73"/>
            <p:cNvSpPr/>
            <p:nvPr/>
          </p:nvSpPr>
          <p:spPr>
            <a:xfrm>
              <a:off x="2694960" y="4243925"/>
              <a:ext cx="48867" cy="224709"/>
            </a:xfrm>
            <a:custGeom>
              <a:avLst/>
              <a:gdLst/>
              <a:ahLst/>
              <a:cxnLst/>
              <a:rect l="l" t="t" r="r" b="b"/>
              <a:pathLst>
                <a:path w="1860" h="8553" extrusionOk="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1" name="Google Shape;7821;p73"/>
          <p:cNvGrpSpPr/>
          <p:nvPr/>
        </p:nvGrpSpPr>
        <p:grpSpPr>
          <a:xfrm>
            <a:off x="3601939" y="4161192"/>
            <a:ext cx="275178" cy="388912"/>
            <a:chOff x="3601939" y="4161192"/>
            <a:chExt cx="275178" cy="388912"/>
          </a:xfrm>
        </p:grpSpPr>
        <p:sp>
          <p:nvSpPr>
            <p:cNvPr id="7822" name="Google Shape;7822;p73"/>
            <p:cNvSpPr/>
            <p:nvPr/>
          </p:nvSpPr>
          <p:spPr>
            <a:xfrm>
              <a:off x="3601939" y="4161192"/>
              <a:ext cx="195546" cy="388912"/>
            </a:xfrm>
            <a:custGeom>
              <a:avLst/>
              <a:gdLst/>
              <a:ahLst/>
              <a:cxnLst/>
              <a:rect l="l" t="t" r="r" b="b"/>
              <a:pathLst>
                <a:path w="7443" h="14803" extrusionOk="0">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73"/>
            <p:cNvSpPr/>
            <p:nvPr/>
          </p:nvSpPr>
          <p:spPr>
            <a:xfrm>
              <a:off x="3630182" y="4193980"/>
              <a:ext cx="128131" cy="324597"/>
            </a:xfrm>
            <a:custGeom>
              <a:avLst/>
              <a:gdLst/>
              <a:ahLst/>
              <a:cxnLst/>
              <a:rect l="l" t="t" r="r" b="b"/>
              <a:pathLst>
                <a:path w="4877" h="12355" extrusionOk="0">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73"/>
            <p:cNvSpPr/>
            <p:nvPr/>
          </p:nvSpPr>
          <p:spPr>
            <a:xfrm>
              <a:off x="3636383" y="4193980"/>
              <a:ext cx="63448" cy="324597"/>
            </a:xfrm>
            <a:custGeom>
              <a:avLst/>
              <a:gdLst/>
              <a:ahLst/>
              <a:cxnLst/>
              <a:rect l="l" t="t" r="r" b="b"/>
              <a:pathLst>
                <a:path w="2415" h="12355" extrusionOk="0">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73"/>
            <p:cNvSpPr/>
            <p:nvPr/>
          </p:nvSpPr>
          <p:spPr>
            <a:xfrm>
              <a:off x="3679207" y="4193980"/>
              <a:ext cx="41195" cy="89326"/>
            </a:xfrm>
            <a:custGeom>
              <a:avLst/>
              <a:gdLst/>
              <a:ahLst/>
              <a:cxnLst/>
              <a:rect l="l" t="t" r="r" b="b"/>
              <a:pathLst>
                <a:path w="1568" h="3400" extrusionOk="0">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73"/>
            <p:cNvSpPr/>
            <p:nvPr/>
          </p:nvSpPr>
          <p:spPr>
            <a:xfrm>
              <a:off x="3679207" y="4368010"/>
              <a:ext cx="41195" cy="11875"/>
            </a:xfrm>
            <a:custGeom>
              <a:avLst/>
              <a:gdLst/>
              <a:ahLst/>
              <a:cxnLst/>
              <a:rect l="l" t="t" r="r" b="b"/>
              <a:pathLst>
                <a:path w="1568" h="452" extrusionOk="0">
                  <a:moveTo>
                    <a:pt x="0" y="1"/>
                  </a:moveTo>
                  <a:lnTo>
                    <a:pt x="0" y="452"/>
                  </a:lnTo>
                  <a:lnTo>
                    <a:pt x="1568" y="452"/>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73"/>
            <p:cNvSpPr/>
            <p:nvPr/>
          </p:nvSpPr>
          <p:spPr>
            <a:xfrm>
              <a:off x="3679207" y="4322637"/>
              <a:ext cx="41195" cy="12059"/>
            </a:xfrm>
            <a:custGeom>
              <a:avLst/>
              <a:gdLst/>
              <a:ahLst/>
              <a:cxnLst/>
              <a:rect l="l" t="t" r="r" b="b"/>
              <a:pathLst>
                <a:path w="1568" h="459" extrusionOk="0">
                  <a:moveTo>
                    <a:pt x="0" y="1"/>
                  </a:moveTo>
                  <a:lnTo>
                    <a:pt x="0" y="458"/>
                  </a:lnTo>
                  <a:lnTo>
                    <a:pt x="1568" y="458"/>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73"/>
            <p:cNvSpPr/>
            <p:nvPr/>
          </p:nvSpPr>
          <p:spPr>
            <a:xfrm>
              <a:off x="3679207" y="4277448"/>
              <a:ext cx="41195" cy="11875"/>
            </a:xfrm>
            <a:custGeom>
              <a:avLst/>
              <a:gdLst/>
              <a:ahLst/>
              <a:cxnLst/>
              <a:rect l="l" t="t" r="r" b="b"/>
              <a:pathLst>
                <a:path w="1568" h="452" extrusionOk="0">
                  <a:moveTo>
                    <a:pt x="0" y="1"/>
                  </a:moveTo>
                  <a:lnTo>
                    <a:pt x="0" y="451"/>
                  </a:lnTo>
                  <a:lnTo>
                    <a:pt x="1568" y="451"/>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73"/>
            <p:cNvSpPr/>
            <p:nvPr/>
          </p:nvSpPr>
          <p:spPr>
            <a:xfrm>
              <a:off x="3679207" y="4232076"/>
              <a:ext cx="41195" cy="11875"/>
            </a:xfrm>
            <a:custGeom>
              <a:avLst/>
              <a:gdLst/>
              <a:ahLst/>
              <a:cxnLst/>
              <a:rect l="l" t="t" r="r" b="b"/>
              <a:pathLst>
                <a:path w="1568" h="452" extrusionOk="0">
                  <a:moveTo>
                    <a:pt x="0" y="0"/>
                  </a:moveTo>
                  <a:lnTo>
                    <a:pt x="0" y="451"/>
                  </a:lnTo>
                  <a:lnTo>
                    <a:pt x="1568" y="451"/>
                  </a:lnTo>
                  <a:lnTo>
                    <a:pt x="1568" y="0"/>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73"/>
            <p:cNvSpPr/>
            <p:nvPr/>
          </p:nvSpPr>
          <p:spPr>
            <a:xfrm>
              <a:off x="3811489" y="4211846"/>
              <a:ext cx="65629" cy="111921"/>
            </a:xfrm>
            <a:custGeom>
              <a:avLst/>
              <a:gdLst/>
              <a:ahLst/>
              <a:cxnLst/>
              <a:rect l="l" t="t" r="r" b="b"/>
              <a:pathLst>
                <a:path w="2498" h="4260" extrusionOk="0">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73"/>
            <p:cNvSpPr/>
            <p:nvPr/>
          </p:nvSpPr>
          <p:spPr>
            <a:xfrm>
              <a:off x="3774497" y="4175485"/>
              <a:ext cx="45241" cy="38936"/>
            </a:xfrm>
            <a:custGeom>
              <a:avLst/>
              <a:gdLst/>
              <a:ahLst/>
              <a:cxnLst/>
              <a:rect l="l" t="t" r="r" b="b"/>
              <a:pathLst>
                <a:path w="1722" h="1482" extrusionOk="0">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2" name="Google Shape;7832;p73"/>
          <p:cNvGrpSpPr/>
          <p:nvPr/>
        </p:nvGrpSpPr>
        <p:grpSpPr>
          <a:xfrm>
            <a:off x="836023" y="3215146"/>
            <a:ext cx="375802" cy="371677"/>
            <a:chOff x="836023" y="3215146"/>
            <a:chExt cx="375802" cy="371677"/>
          </a:xfrm>
        </p:grpSpPr>
        <p:sp>
          <p:nvSpPr>
            <p:cNvPr id="7833" name="Google Shape;7833;p73"/>
            <p:cNvSpPr/>
            <p:nvPr/>
          </p:nvSpPr>
          <p:spPr>
            <a:xfrm>
              <a:off x="907274" y="3284847"/>
              <a:ext cx="232748" cy="231645"/>
            </a:xfrm>
            <a:custGeom>
              <a:avLst/>
              <a:gdLst/>
              <a:ahLst/>
              <a:cxnLst/>
              <a:rect l="l" t="t" r="r" b="b"/>
              <a:pathLst>
                <a:path w="8859" h="8817" extrusionOk="0">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73"/>
            <p:cNvSpPr/>
            <p:nvPr/>
          </p:nvSpPr>
          <p:spPr>
            <a:xfrm>
              <a:off x="953198" y="3284847"/>
              <a:ext cx="186456" cy="221976"/>
            </a:xfrm>
            <a:custGeom>
              <a:avLst/>
              <a:gdLst/>
              <a:ahLst/>
              <a:cxnLst/>
              <a:rect l="l" t="t" r="r" b="b"/>
              <a:pathLst>
                <a:path w="7097" h="8449" extrusionOk="0">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73"/>
            <p:cNvSpPr/>
            <p:nvPr/>
          </p:nvSpPr>
          <p:spPr>
            <a:xfrm>
              <a:off x="936437" y="3313799"/>
              <a:ext cx="175159" cy="174791"/>
            </a:xfrm>
            <a:custGeom>
              <a:avLst/>
              <a:gdLst/>
              <a:ahLst/>
              <a:cxnLst/>
              <a:rect l="l" t="t" r="r" b="b"/>
              <a:pathLst>
                <a:path w="6667" h="6653" extrusionOk="0">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73"/>
            <p:cNvSpPr/>
            <p:nvPr/>
          </p:nvSpPr>
          <p:spPr>
            <a:xfrm>
              <a:off x="947550" y="3313799"/>
              <a:ext cx="164045" cy="174791"/>
            </a:xfrm>
            <a:custGeom>
              <a:avLst/>
              <a:gdLst/>
              <a:ahLst/>
              <a:cxnLst/>
              <a:rect l="l" t="t" r="r" b="b"/>
              <a:pathLst>
                <a:path w="6244" h="6653" extrusionOk="0">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73"/>
            <p:cNvSpPr/>
            <p:nvPr/>
          </p:nvSpPr>
          <p:spPr>
            <a:xfrm>
              <a:off x="1017724" y="3215146"/>
              <a:ext cx="12585" cy="48578"/>
            </a:xfrm>
            <a:custGeom>
              <a:avLst/>
              <a:gdLst/>
              <a:ahLst/>
              <a:cxnLst/>
              <a:rect l="l" t="t" r="r" b="b"/>
              <a:pathLst>
                <a:path w="479" h="1849" extrusionOk="0">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73"/>
            <p:cNvSpPr/>
            <p:nvPr/>
          </p:nvSpPr>
          <p:spPr>
            <a:xfrm>
              <a:off x="1017724" y="3538219"/>
              <a:ext cx="12585" cy="48604"/>
            </a:xfrm>
            <a:custGeom>
              <a:avLst/>
              <a:gdLst/>
              <a:ahLst/>
              <a:cxnLst/>
              <a:rect l="l" t="t" r="r" b="b"/>
              <a:pathLst>
                <a:path w="479" h="1850" extrusionOk="0">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73"/>
            <p:cNvSpPr/>
            <p:nvPr/>
          </p:nvSpPr>
          <p:spPr>
            <a:xfrm>
              <a:off x="925901" y="3238975"/>
              <a:ext cx="34259" cy="43875"/>
            </a:xfrm>
            <a:custGeom>
              <a:avLst/>
              <a:gdLst/>
              <a:ahLst/>
              <a:cxnLst/>
              <a:rect l="l" t="t" r="r" b="b"/>
              <a:pathLst>
                <a:path w="1304" h="1670" extrusionOk="0">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73"/>
            <p:cNvSpPr/>
            <p:nvPr/>
          </p:nvSpPr>
          <p:spPr>
            <a:xfrm>
              <a:off x="1087556" y="3518961"/>
              <a:ext cx="34049" cy="43796"/>
            </a:xfrm>
            <a:custGeom>
              <a:avLst/>
              <a:gdLst/>
              <a:ahLst/>
              <a:cxnLst/>
              <a:rect l="l" t="t" r="r" b="b"/>
              <a:pathLst>
                <a:path w="1296" h="1667" extrusionOk="0">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73"/>
            <p:cNvSpPr/>
            <p:nvPr/>
          </p:nvSpPr>
          <p:spPr>
            <a:xfrm>
              <a:off x="859274" y="3304788"/>
              <a:ext cx="49130" cy="30739"/>
            </a:xfrm>
            <a:custGeom>
              <a:avLst/>
              <a:gdLst/>
              <a:ahLst/>
              <a:cxnLst/>
              <a:rect l="l" t="t" r="r" b="b"/>
              <a:pathLst>
                <a:path w="1870" h="1170" extrusionOk="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73"/>
            <p:cNvSpPr/>
            <p:nvPr/>
          </p:nvSpPr>
          <p:spPr>
            <a:xfrm>
              <a:off x="1139103" y="3466311"/>
              <a:ext cx="49024" cy="30660"/>
            </a:xfrm>
            <a:custGeom>
              <a:avLst/>
              <a:gdLst/>
              <a:ahLst/>
              <a:cxnLst/>
              <a:rect l="l" t="t" r="r" b="b"/>
              <a:pathLst>
                <a:path w="1866" h="1167" extrusionOk="0">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73"/>
            <p:cNvSpPr/>
            <p:nvPr/>
          </p:nvSpPr>
          <p:spPr>
            <a:xfrm>
              <a:off x="836023" y="3394719"/>
              <a:ext cx="52703" cy="12611"/>
            </a:xfrm>
            <a:custGeom>
              <a:avLst/>
              <a:gdLst/>
              <a:ahLst/>
              <a:cxnLst/>
              <a:rect l="l" t="t" r="r" b="b"/>
              <a:pathLst>
                <a:path w="2006" h="480" extrusionOk="0">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73"/>
            <p:cNvSpPr/>
            <p:nvPr/>
          </p:nvSpPr>
          <p:spPr>
            <a:xfrm>
              <a:off x="1159122" y="3394719"/>
              <a:ext cx="52703" cy="12611"/>
            </a:xfrm>
            <a:custGeom>
              <a:avLst/>
              <a:gdLst/>
              <a:ahLst/>
              <a:cxnLst/>
              <a:rect l="l" t="t" r="r" b="b"/>
              <a:pathLst>
                <a:path w="2006" h="480" extrusionOk="0">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73"/>
            <p:cNvSpPr/>
            <p:nvPr/>
          </p:nvSpPr>
          <p:spPr>
            <a:xfrm>
              <a:off x="859721" y="3466311"/>
              <a:ext cx="49182" cy="30660"/>
            </a:xfrm>
            <a:custGeom>
              <a:avLst/>
              <a:gdLst/>
              <a:ahLst/>
              <a:cxnLst/>
              <a:rect l="l" t="t" r="r" b="b"/>
              <a:pathLst>
                <a:path w="1872" h="1167" extrusionOk="0">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73"/>
            <p:cNvSpPr/>
            <p:nvPr/>
          </p:nvSpPr>
          <p:spPr>
            <a:xfrm>
              <a:off x="1139628" y="3304840"/>
              <a:ext cx="49024" cy="30686"/>
            </a:xfrm>
            <a:custGeom>
              <a:avLst/>
              <a:gdLst/>
              <a:ahLst/>
              <a:cxnLst/>
              <a:rect l="l" t="t" r="r" b="b"/>
              <a:pathLst>
                <a:path w="1866" h="1168" extrusionOk="0">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73"/>
            <p:cNvSpPr/>
            <p:nvPr/>
          </p:nvSpPr>
          <p:spPr>
            <a:xfrm>
              <a:off x="926427" y="3518961"/>
              <a:ext cx="34075" cy="43796"/>
            </a:xfrm>
            <a:custGeom>
              <a:avLst/>
              <a:gdLst/>
              <a:ahLst/>
              <a:cxnLst/>
              <a:rect l="l" t="t" r="r" b="b"/>
              <a:pathLst>
                <a:path w="1297" h="1667" extrusionOk="0">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73"/>
            <p:cNvSpPr/>
            <p:nvPr/>
          </p:nvSpPr>
          <p:spPr>
            <a:xfrm>
              <a:off x="1087871" y="3239106"/>
              <a:ext cx="34233" cy="43744"/>
            </a:xfrm>
            <a:custGeom>
              <a:avLst/>
              <a:gdLst/>
              <a:ahLst/>
              <a:cxnLst/>
              <a:rect l="l" t="t" r="r" b="b"/>
              <a:pathLst>
                <a:path w="1303" h="1665" extrusionOk="0">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9" name="Google Shape;7849;p73"/>
          <p:cNvGrpSpPr/>
          <p:nvPr/>
        </p:nvGrpSpPr>
        <p:grpSpPr>
          <a:xfrm>
            <a:off x="1356297" y="3210890"/>
            <a:ext cx="431368" cy="380189"/>
            <a:chOff x="1356297" y="3210890"/>
            <a:chExt cx="431368" cy="380189"/>
          </a:xfrm>
        </p:grpSpPr>
        <p:sp>
          <p:nvSpPr>
            <p:cNvPr id="7850" name="Google Shape;7850;p73"/>
            <p:cNvSpPr/>
            <p:nvPr/>
          </p:nvSpPr>
          <p:spPr>
            <a:xfrm>
              <a:off x="1418432" y="3271343"/>
              <a:ext cx="191369" cy="190843"/>
            </a:xfrm>
            <a:custGeom>
              <a:avLst/>
              <a:gdLst/>
              <a:ahLst/>
              <a:cxnLst/>
              <a:rect l="l" t="t" r="r" b="b"/>
              <a:pathLst>
                <a:path w="7284" h="7264" extrusionOk="0">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73"/>
            <p:cNvSpPr/>
            <p:nvPr/>
          </p:nvSpPr>
          <p:spPr>
            <a:xfrm>
              <a:off x="1462543" y="3271159"/>
              <a:ext cx="147257" cy="177523"/>
            </a:xfrm>
            <a:custGeom>
              <a:avLst/>
              <a:gdLst/>
              <a:ahLst/>
              <a:cxnLst/>
              <a:rect l="l" t="t" r="r" b="b"/>
              <a:pathLst>
                <a:path w="5605" h="6757" extrusionOk="0">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73"/>
            <p:cNvSpPr/>
            <p:nvPr/>
          </p:nvSpPr>
          <p:spPr>
            <a:xfrm>
              <a:off x="1442681" y="3295408"/>
              <a:ext cx="144000" cy="143264"/>
            </a:xfrm>
            <a:custGeom>
              <a:avLst/>
              <a:gdLst/>
              <a:ahLst/>
              <a:cxnLst/>
              <a:rect l="l" t="t" r="r" b="b"/>
              <a:pathLst>
                <a:path w="5481" h="5453" extrusionOk="0">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73"/>
            <p:cNvSpPr/>
            <p:nvPr/>
          </p:nvSpPr>
          <p:spPr>
            <a:xfrm>
              <a:off x="1454346" y="3295225"/>
              <a:ext cx="132335" cy="143448"/>
            </a:xfrm>
            <a:custGeom>
              <a:avLst/>
              <a:gdLst/>
              <a:ahLst/>
              <a:cxnLst/>
              <a:rect l="l" t="t" r="r" b="b"/>
              <a:pathLst>
                <a:path w="5037" h="5460" extrusionOk="0">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73"/>
            <p:cNvSpPr/>
            <p:nvPr/>
          </p:nvSpPr>
          <p:spPr>
            <a:xfrm>
              <a:off x="1506996" y="3210890"/>
              <a:ext cx="14608" cy="44453"/>
            </a:xfrm>
            <a:custGeom>
              <a:avLst/>
              <a:gdLst/>
              <a:ahLst/>
              <a:cxnLst/>
              <a:rect l="l" t="t" r="r" b="b"/>
              <a:pathLst>
                <a:path w="556" h="1692" extrusionOk="0">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73"/>
            <p:cNvSpPr/>
            <p:nvPr/>
          </p:nvSpPr>
          <p:spPr>
            <a:xfrm>
              <a:off x="1430307" y="3230489"/>
              <a:ext cx="33892" cy="40696"/>
            </a:xfrm>
            <a:custGeom>
              <a:avLst/>
              <a:gdLst/>
              <a:ahLst/>
              <a:cxnLst/>
              <a:rect l="l" t="t" r="r" b="b"/>
              <a:pathLst>
                <a:path w="1290" h="1549" extrusionOk="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73"/>
            <p:cNvSpPr/>
            <p:nvPr/>
          </p:nvSpPr>
          <p:spPr>
            <a:xfrm>
              <a:off x="1374872" y="3284768"/>
              <a:ext cx="47002" cy="29793"/>
            </a:xfrm>
            <a:custGeom>
              <a:avLst/>
              <a:gdLst/>
              <a:ahLst/>
              <a:cxnLst/>
              <a:rect l="l" t="t" r="r" b="b"/>
              <a:pathLst>
                <a:path w="1789" h="1134" extrusionOk="0">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73"/>
            <p:cNvSpPr/>
            <p:nvPr/>
          </p:nvSpPr>
          <p:spPr>
            <a:xfrm>
              <a:off x="1356297" y="3359198"/>
              <a:ext cx="49235" cy="14581"/>
            </a:xfrm>
            <a:custGeom>
              <a:avLst/>
              <a:gdLst/>
              <a:ahLst/>
              <a:cxnLst/>
              <a:rect l="l" t="t" r="r" b="b"/>
              <a:pathLst>
                <a:path w="1874" h="555" extrusionOk="0">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73"/>
            <p:cNvSpPr/>
            <p:nvPr/>
          </p:nvSpPr>
          <p:spPr>
            <a:xfrm>
              <a:off x="1375686" y="3418311"/>
              <a:ext cx="46476" cy="29478"/>
            </a:xfrm>
            <a:custGeom>
              <a:avLst/>
              <a:gdLst/>
              <a:ahLst/>
              <a:cxnLst/>
              <a:rect l="l" t="t" r="r" b="b"/>
              <a:pathLst>
                <a:path w="1769" h="1122" extrusionOk="0">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73"/>
            <p:cNvSpPr/>
            <p:nvPr/>
          </p:nvSpPr>
          <p:spPr>
            <a:xfrm>
              <a:off x="1606701" y="3284689"/>
              <a:ext cx="46870" cy="29872"/>
            </a:xfrm>
            <a:custGeom>
              <a:avLst/>
              <a:gdLst/>
              <a:ahLst/>
              <a:cxnLst/>
              <a:rect l="l" t="t" r="r" b="b"/>
              <a:pathLst>
                <a:path w="1784" h="1137" extrusionOk="0">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73"/>
            <p:cNvSpPr/>
            <p:nvPr/>
          </p:nvSpPr>
          <p:spPr>
            <a:xfrm>
              <a:off x="1564402" y="3230857"/>
              <a:ext cx="33419" cy="40328"/>
            </a:xfrm>
            <a:custGeom>
              <a:avLst/>
              <a:gdLst/>
              <a:ahLst/>
              <a:cxnLst/>
              <a:rect l="l" t="t" r="r" b="b"/>
              <a:pathLst>
                <a:path w="1272" h="1535" extrusionOk="0">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73"/>
            <p:cNvSpPr/>
            <p:nvPr/>
          </p:nvSpPr>
          <p:spPr>
            <a:xfrm>
              <a:off x="1360317" y="3362587"/>
              <a:ext cx="427348" cy="228492"/>
            </a:xfrm>
            <a:custGeom>
              <a:avLst/>
              <a:gdLst/>
              <a:ahLst/>
              <a:cxnLst/>
              <a:rect l="l" t="t" r="r" b="b"/>
              <a:pathLst>
                <a:path w="16266" h="8697" extrusionOk="0">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73"/>
            <p:cNvSpPr/>
            <p:nvPr/>
          </p:nvSpPr>
          <p:spPr>
            <a:xfrm>
              <a:off x="1360317" y="3431264"/>
              <a:ext cx="216512" cy="159737"/>
            </a:xfrm>
            <a:custGeom>
              <a:avLst/>
              <a:gdLst/>
              <a:ahLst/>
              <a:cxnLst/>
              <a:rect l="l" t="t" r="r" b="b"/>
              <a:pathLst>
                <a:path w="8241" h="6080" extrusionOk="0">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3" name="Google Shape;7863;p73"/>
          <p:cNvGrpSpPr/>
          <p:nvPr/>
        </p:nvGrpSpPr>
        <p:grpSpPr>
          <a:xfrm>
            <a:off x="1903737" y="3215540"/>
            <a:ext cx="411874" cy="370731"/>
            <a:chOff x="1903737" y="3215540"/>
            <a:chExt cx="411874" cy="370731"/>
          </a:xfrm>
        </p:grpSpPr>
        <p:sp>
          <p:nvSpPr>
            <p:cNvPr id="7864" name="Google Shape;7864;p73"/>
            <p:cNvSpPr/>
            <p:nvPr/>
          </p:nvSpPr>
          <p:spPr>
            <a:xfrm>
              <a:off x="2115940" y="3285661"/>
              <a:ext cx="77451" cy="75271"/>
            </a:xfrm>
            <a:custGeom>
              <a:avLst/>
              <a:gdLst/>
              <a:ahLst/>
              <a:cxnLst/>
              <a:rect l="l" t="t" r="r" b="b"/>
              <a:pathLst>
                <a:path w="2948" h="2865" extrusionOk="0">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73"/>
            <p:cNvSpPr/>
            <p:nvPr/>
          </p:nvSpPr>
          <p:spPr>
            <a:xfrm>
              <a:off x="2116939" y="3285425"/>
              <a:ext cx="44663" cy="74798"/>
            </a:xfrm>
            <a:custGeom>
              <a:avLst/>
              <a:gdLst/>
              <a:ahLst/>
              <a:cxnLst/>
              <a:rect l="l" t="t" r="r" b="b"/>
              <a:pathLst>
                <a:path w="1700" h="2847" extrusionOk="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73"/>
            <p:cNvSpPr/>
            <p:nvPr/>
          </p:nvSpPr>
          <p:spPr>
            <a:xfrm>
              <a:off x="2200407" y="3381609"/>
              <a:ext cx="28453" cy="28453"/>
            </a:xfrm>
            <a:custGeom>
              <a:avLst/>
              <a:gdLst/>
              <a:ahLst/>
              <a:cxnLst/>
              <a:rect l="l" t="t" r="r" b="b"/>
              <a:pathLst>
                <a:path w="1083" h="1083" extrusionOk="0">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73"/>
            <p:cNvSpPr/>
            <p:nvPr/>
          </p:nvSpPr>
          <p:spPr>
            <a:xfrm>
              <a:off x="1942174" y="3547073"/>
              <a:ext cx="28453" cy="28453"/>
            </a:xfrm>
            <a:custGeom>
              <a:avLst/>
              <a:gdLst/>
              <a:ahLst/>
              <a:cxnLst/>
              <a:rect l="l" t="t" r="r" b="b"/>
              <a:pathLst>
                <a:path w="1083" h="1083" extrusionOk="0">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73"/>
            <p:cNvSpPr/>
            <p:nvPr/>
          </p:nvSpPr>
          <p:spPr>
            <a:xfrm>
              <a:off x="1903737" y="3215540"/>
              <a:ext cx="411874" cy="370731"/>
            </a:xfrm>
            <a:custGeom>
              <a:avLst/>
              <a:gdLst/>
              <a:ahLst/>
              <a:cxnLst/>
              <a:rect l="l" t="t" r="r" b="b"/>
              <a:pathLst>
                <a:path w="15677" h="14111" extrusionOk="0">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73"/>
            <p:cNvSpPr/>
            <p:nvPr/>
          </p:nvSpPr>
          <p:spPr>
            <a:xfrm>
              <a:off x="1920867" y="3246752"/>
              <a:ext cx="360275" cy="338889"/>
            </a:xfrm>
            <a:custGeom>
              <a:avLst/>
              <a:gdLst/>
              <a:ahLst/>
              <a:cxnLst/>
              <a:rect l="l" t="t" r="r" b="b"/>
              <a:pathLst>
                <a:path w="13713" h="12899" extrusionOk="0">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73"/>
            <p:cNvSpPr/>
            <p:nvPr/>
          </p:nvSpPr>
          <p:spPr>
            <a:xfrm>
              <a:off x="2146285" y="3395822"/>
              <a:ext cx="16972" cy="16972"/>
            </a:xfrm>
            <a:custGeom>
              <a:avLst/>
              <a:gdLst/>
              <a:ahLst/>
              <a:cxnLst/>
              <a:rect l="l" t="t" r="r" b="b"/>
              <a:pathLst>
                <a:path w="646" h="646" extrusionOk="0">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73"/>
            <p:cNvSpPr/>
            <p:nvPr/>
          </p:nvSpPr>
          <p:spPr>
            <a:xfrm>
              <a:off x="1925228" y="3497497"/>
              <a:ext cx="16972" cy="16972"/>
            </a:xfrm>
            <a:custGeom>
              <a:avLst/>
              <a:gdLst/>
              <a:ahLst/>
              <a:cxnLst/>
              <a:rect l="l" t="t" r="r" b="b"/>
              <a:pathLst>
                <a:path w="646" h="646" extrusionOk="0">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73"/>
            <p:cNvSpPr/>
            <p:nvPr/>
          </p:nvSpPr>
          <p:spPr>
            <a:xfrm>
              <a:off x="2200407" y="3265169"/>
              <a:ext cx="16972" cy="16972"/>
            </a:xfrm>
            <a:custGeom>
              <a:avLst/>
              <a:gdLst/>
              <a:ahLst/>
              <a:cxnLst/>
              <a:rect l="l" t="t" r="r" b="b"/>
              <a:pathLst>
                <a:path w="646" h="646" extrusionOk="0">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3" name="Google Shape;7873;p73"/>
          <p:cNvGrpSpPr/>
          <p:nvPr/>
        </p:nvGrpSpPr>
        <p:grpSpPr>
          <a:xfrm>
            <a:off x="2468465" y="3248854"/>
            <a:ext cx="397818" cy="304078"/>
            <a:chOff x="2468465" y="3248854"/>
            <a:chExt cx="397818" cy="304078"/>
          </a:xfrm>
        </p:grpSpPr>
        <p:sp>
          <p:nvSpPr>
            <p:cNvPr id="7874" name="Google Shape;7874;p73"/>
            <p:cNvSpPr/>
            <p:nvPr/>
          </p:nvSpPr>
          <p:spPr>
            <a:xfrm>
              <a:off x="2488511" y="3248854"/>
              <a:ext cx="182988" cy="99967"/>
            </a:xfrm>
            <a:custGeom>
              <a:avLst/>
              <a:gdLst/>
              <a:ahLst/>
              <a:cxnLst/>
              <a:rect l="l" t="t" r="r" b="b"/>
              <a:pathLst>
                <a:path w="6965" h="3805" extrusionOk="0">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73"/>
            <p:cNvSpPr/>
            <p:nvPr/>
          </p:nvSpPr>
          <p:spPr>
            <a:xfrm>
              <a:off x="2468465" y="3303448"/>
              <a:ext cx="397818" cy="211389"/>
            </a:xfrm>
            <a:custGeom>
              <a:avLst/>
              <a:gdLst/>
              <a:ahLst/>
              <a:cxnLst/>
              <a:rect l="l" t="t" r="r" b="b"/>
              <a:pathLst>
                <a:path w="15142" h="8046" extrusionOk="0">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73"/>
            <p:cNvSpPr/>
            <p:nvPr/>
          </p:nvSpPr>
          <p:spPr>
            <a:xfrm>
              <a:off x="2473930" y="3387073"/>
              <a:ext cx="138141" cy="127763"/>
            </a:xfrm>
            <a:custGeom>
              <a:avLst/>
              <a:gdLst/>
              <a:ahLst/>
              <a:cxnLst/>
              <a:rect l="l" t="t" r="r" b="b"/>
              <a:pathLst>
                <a:path w="5258" h="4863" extrusionOk="0">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73"/>
            <p:cNvSpPr/>
            <p:nvPr/>
          </p:nvSpPr>
          <p:spPr>
            <a:xfrm>
              <a:off x="2488327" y="3279382"/>
              <a:ext cx="55409" cy="69438"/>
            </a:xfrm>
            <a:custGeom>
              <a:avLst/>
              <a:gdLst/>
              <a:ahLst/>
              <a:cxnLst/>
              <a:rect l="l" t="t" r="r" b="b"/>
              <a:pathLst>
                <a:path w="2109" h="2643" extrusionOk="0">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73"/>
            <p:cNvSpPr/>
            <p:nvPr/>
          </p:nvSpPr>
          <p:spPr>
            <a:xfrm>
              <a:off x="2603663" y="3420807"/>
              <a:ext cx="246226" cy="132124"/>
            </a:xfrm>
            <a:custGeom>
              <a:avLst/>
              <a:gdLst/>
              <a:ahLst/>
              <a:cxnLst/>
              <a:rect l="l" t="t" r="r" b="b"/>
              <a:pathLst>
                <a:path w="9372" h="5029" extrusionOk="0">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73"/>
            <p:cNvSpPr/>
            <p:nvPr/>
          </p:nvSpPr>
          <p:spPr>
            <a:xfrm>
              <a:off x="2603847" y="3422594"/>
              <a:ext cx="143264" cy="130338"/>
            </a:xfrm>
            <a:custGeom>
              <a:avLst/>
              <a:gdLst/>
              <a:ahLst/>
              <a:cxnLst/>
              <a:rect l="l" t="t" r="r" b="b"/>
              <a:pathLst>
                <a:path w="5453" h="4961" extrusionOk="0">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0" name="Google Shape;7880;p73"/>
          <p:cNvGrpSpPr/>
          <p:nvPr/>
        </p:nvGrpSpPr>
        <p:grpSpPr>
          <a:xfrm>
            <a:off x="3017166" y="3216013"/>
            <a:ext cx="394376" cy="369812"/>
            <a:chOff x="3017166" y="3216013"/>
            <a:chExt cx="394376" cy="369812"/>
          </a:xfrm>
        </p:grpSpPr>
        <p:sp>
          <p:nvSpPr>
            <p:cNvPr id="7881" name="Google Shape;7881;p73"/>
            <p:cNvSpPr/>
            <p:nvPr/>
          </p:nvSpPr>
          <p:spPr>
            <a:xfrm>
              <a:off x="3017166" y="3216013"/>
              <a:ext cx="394376" cy="369812"/>
            </a:xfrm>
            <a:custGeom>
              <a:avLst/>
              <a:gdLst/>
              <a:ahLst/>
              <a:cxnLst/>
              <a:rect l="l" t="t" r="r" b="b"/>
              <a:pathLst>
                <a:path w="15011"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73"/>
            <p:cNvSpPr/>
            <p:nvPr/>
          </p:nvSpPr>
          <p:spPr>
            <a:xfrm>
              <a:off x="3017166" y="3216013"/>
              <a:ext cx="231093" cy="369812"/>
            </a:xfrm>
            <a:custGeom>
              <a:avLst/>
              <a:gdLst/>
              <a:ahLst/>
              <a:cxnLst/>
              <a:rect l="l" t="t" r="r" b="b"/>
              <a:pathLst>
                <a:path w="8796"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3" name="Google Shape;7883;p73"/>
          <p:cNvGrpSpPr/>
          <p:nvPr/>
        </p:nvGrpSpPr>
        <p:grpSpPr>
          <a:xfrm>
            <a:off x="4210043" y="3213228"/>
            <a:ext cx="199014" cy="375408"/>
            <a:chOff x="4210043" y="3213228"/>
            <a:chExt cx="199014" cy="375408"/>
          </a:xfrm>
        </p:grpSpPr>
        <p:sp>
          <p:nvSpPr>
            <p:cNvPr id="7884" name="Google Shape;7884;p73"/>
            <p:cNvSpPr/>
            <p:nvPr/>
          </p:nvSpPr>
          <p:spPr>
            <a:xfrm>
              <a:off x="4295875" y="3440091"/>
              <a:ext cx="27350" cy="148545"/>
            </a:xfrm>
            <a:custGeom>
              <a:avLst/>
              <a:gdLst/>
              <a:ahLst/>
              <a:cxnLst/>
              <a:rect l="l" t="t" r="r" b="b"/>
              <a:pathLst>
                <a:path w="1041" h="5654" extrusionOk="0">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73"/>
            <p:cNvSpPr/>
            <p:nvPr/>
          </p:nvSpPr>
          <p:spPr>
            <a:xfrm>
              <a:off x="4299684" y="3447264"/>
              <a:ext cx="84781" cy="139849"/>
            </a:xfrm>
            <a:custGeom>
              <a:avLst/>
              <a:gdLst/>
              <a:ahLst/>
              <a:cxnLst/>
              <a:rect l="l" t="t" r="r" b="b"/>
              <a:pathLst>
                <a:path w="3227" h="5323" extrusionOk="0">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73"/>
            <p:cNvSpPr/>
            <p:nvPr/>
          </p:nvSpPr>
          <p:spPr>
            <a:xfrm>
              <a:off x="4234450" y="3447158"/>
              <a:ext cx="84965" cy="139954"/>
            </a:xfrm>
            <a:custGeom>
              <a:avLst/>
              <a:gdLst/>
              <a:ahLst/>
              <a:cxnLst/>
              <a:rect l="l" t="t" r="r" b="b"/>
              <a:pathLst>
                <a:path w="3234" h="5327" extrusionOk="0">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73"/>
            <p:cNvSpPr/>
            <p:nvPr/>
          </p:nvSpPr>
          <p:spPr>
            <a:xfrm>
              <a:off x="4294036" y="3213228"/>
              <a:ext cx="30844" cy="42667"/>
            </a:xfrm>
            <a:custGeom>
              <a:avLst/>
              <a:gdLst/>
              <a:ahLst/>
              <a:cxnLst/>
              <a:rect l="l" t="t" r="r" b="b"/>
              <a:pathLst>
                <a:path w="1174" h="1624" extrusionOk="0">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73"/>
            <p:cNvSpPr/>
            <p:nvPr/>
          </p:nvSpPr>
          <p:spPr>
            <a:xfrm>
              <a:off x="4229721" y="3254581"/>
              <a:ext cx="159474" cy="193392"/>
            </a:xfrm>
            <a:custGeom>
              <a:avLst/>
              <a:gdLst/>
              <a:ahLst/>
              <a:cxnLst/>
              <a:rect l="l" t="t" r="r" b="b"/>
              <a:pathLst>
                <a:path w="6070" h="7361" extrusionOk="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73"/>
            <p:cNvSpPr/>
            <p:nvPr/>
          </p:nvSpPr>
          <p:spPr>
            <a:xfrm>
              <a:off x="4253418" y="3254581"/>
              <a:ext cx="135776" cy="193392"/>
            </a:xfrm>
            <a:custGeom>
              <a:avLst/>
              <a:gdLst/>
              <a:ahLst/>
              <a:cxnLst/>
              <a:rect l="l" t="t" r="r" b="b"/>
              <a:pathLst>
                <a:path w="5168" h="7361" extrusionOk="0">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73"/>
            <p:cNvSpPr/>
            <p:nvPr/>
          </p:nvSpPr>
          <p:spPr>
            <a:xfrm>
              <a:off x="4210043" y="3237635"/>
              <a:ext cx="199014" cy="31737"/>
            </a:xfrm>
            <a:custGeom>
              <a:avLst/>
              <a:gdLst/>
              <a:ahLst/>
              <a:cxnLst/>
              <a:rect l="l" t="t" r="r" b="b"/>
              <a:pathLst>
                <a:path w="7575" h="1208" extrusionOk="0">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73"/>
            <p:cNvSpPr/>
            <p:nvPr/>
          </p:nvSpPr>
          <p:spPr>
            <a:xfrm>
              <a:off x="4210043" y="3432998"/>
              <a:ext cx="199014" cy="31737"/>
            </a:xfrm>
            <a:custGeom>
              <a:avLst/>
              <a:gdLst/>
              <a:ahLst/>
              <a:cxnLst/>
              <a:rect l="l" t="t" r="r" b="b"/>
              <a:pathLst>
                <a:path w="7575" h="1208" extrusionOk="0">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73"/>
            <p:cNvSpPr/>
            <p:nvPr/>
          </p:nvSpPr>
          <p:spPr>
            <a:xfrm>
              <a:off x="4238286" y="3237635"/>
              <a:ext cx="170771" cy="31737"/>
            </a:xfrm>
            <a:custGeom>
              <a:avLst/>
              <a:gdLst/>
              <a:ahLst/>
              <a:cxnLst/>
              <a:rect l="l" t="t" r="r" b="b"/>
              <a:pathLst>
                <a:path w="6500" h="1208" extrusionOk="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73"/>
            <p:cNvSpPr/>
            <p:nvPr/>
          </p:nvSpPr>
          <p:spPr>
            <a:xfrm>
              <a:off x="4238286" y="3432998"/>
              <a:ext cx="170771" cy="31737"/>
            </a:xfrm>
            <a:custGeom>
              <a:avLst/>
              <a:gdLst/>
              <a:ahLst/>
              <a:cxnLst/>
              <a:rect l="l" t="t" r="r" b="b"/>
              <a:pathLst>
                <a:path w="6500" h="1208" extrusionOk="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4" name="Google Shape;7894;p73"/>
          <p:cNvGrpSpPr/>
          <p:nvPr/>
        </p:nvGrpSpPr>
        <p:grpSpPr>
          <a:xfrm>
            <a:off x="4818146" y="3203323"/>
            <a:ext cx="77845" cy="395165"/>
            <a:chOff x="4818146" y="3203323"/>
            <a:chExt cx="77845" cy="395165"/>
          </a:xfrm>
        </p:grpSpPr>
        <p:sp>
          <p:nvSpPr>
            <p:cNvPr id="7895" name="Google Shape;7895;p73"/>
            <p:cNvSpPr/>
            <p:nvPr/>
          </p:nvSpPr>
          <p:spPr>
            <a:xfrm>
              <a:off x="4818146" y="3203376"/>
              <a:ext cx="77845" cy="395112"/>
            </a:xfrm>
            <a:custGeom>
              <a:avLst/>
              <a:gdLst/>
              <a:ahLst/>
              <a:cxnLst/>
              <a:rect l="l" t="t" r="r" b="b"/>
              <a:pathLst>
                <a:path w="2963" h="15039" extrusionOk="0">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73"/>
            <p:cNvSpPr/>
            <p:nvPr/>
          </p:nvSpPr>
          <p:spPr>
            <a:xfrm>
              <a:off x="4818146" y="3523927"/>
              <a:ext cx="77845" cy="35731"/>
            </a:xfrm>
            <a:custGeom>
              <a:avLst/>
              <a:gdLst/>
              <a:ahLst/>
              <a:cxnLst/>
              <a:rect l="l" t="t" r="r" b="b"/>
              <a:pathLst>
                <a:path w="2963" h="1360" extrusionOk="0">
                  <a:moveTo>
                    <a:pt x="0" y="0"/>
                  </a:moveTo>
                  <a:lnTo>
                    <a:pt x="0" y="1360"/>
                  </a:lnTo>
                  <a:lnTo>
                    <a:pt x="2962" y="1360"/>
                  </a:lnTo>
                  <a:lnTo>
                    <a:pt x="2962" y="1332"/>
                  </a:lnTo>
                  <a:lnTo>
                    <a:pt x="296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73"/>
            <p:cNvSpPr/>
            <p:nvPr/>
          </p:nvSpPr>
          <p:spPr>
            <a:xfrm>
              <a:off x="4839821" y="3203323"/>
              <a:ext cx="34286" cy="35310"/>
            </a:xfrm>
            <a:custGeom>
              <a:avLst/>
              <a:gdLst/>
              <a:ahLst/>
              <a:cxnLst/>
              <a:rect l="l" t="t" r="r" b="b"/>
              <a:pathLst>
                <a:path w="1305" h="1344" extrusionOk="0">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73"/>
            <p:cNvSpPr/>
            <p:nvPr/>
          </p:nvSpPr>
          <p:spPr>
            <a:xfrm>
              <a:off x="4818146" y="3559631"/>
              <a:ext cx="77845" cy="38857"/>
            </a:xfrm>
            <a:custGeom>
              <a:avLst/>
              <a:gdLst/>
              <a:ahLst/>
              <a:cxnLst/>
              <a:rect l="l" t="t" r="r" b="b"/>
              <a:pathLst>
                <a:path w="2963" h="1479" extrusionOk="0">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73"/>
            <p:cNvSpPr/>
            <p:nvPr/>
          </p:nvSpPr>
          <p:spPr>
            <a:xfrm>
              <a:off x="4849857" y="3523927"/>
              <a:ext cx="46135" cy="35731"/>
            </a:xfrm>
            <a:custGeom>
              <a:avLst/>
              <a:gdLst/>
              <a:ahLst/>
              <a:cxnLst/>
              <a:rect l="l" t="t" r="r" b="b"/>
              <a:pathLst>
                <a:path w="1756" h="1360" extrusionOk="0">
                  <a:moveTo>
                    <a:pt x="0" y="0"/>
                  </a:moveTo>
                  <a:lnTo>
                    <a:pt x="0" y="1360"/>
                  </a:lnTo>
                  <a:lnTo>
                    <a:pt x="1755" y="1360"/>
                  </a:lnTo>
                  <a:lnTo>
                    <a:pt x="1755" y="1332"/>
                  </a:lnTo>
                  <a:lnTo>
                    <a:pt x="175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73"/>
            <p:cNvSpPr/>
            <p:nvPr/>
          </p:nvSpPr>
          <p:spPr>
            <a:xfrm>
              <a:off x="4849857" y="3559631"/>
              <a:ext cx="46135" cy="35573"/>
            </a:xfrm>
            <a:custGeom>
              <a:avLst/>
              <a:gdLst/>
              <a:ahLst/>
              <a:cxnLst/>
              <a:rect l="l" t="t" r="r" b="b"/>
              <a:pathLst>
                <a:path w="1756" h="1354" extrusionOk="0">
                  <a:moveTo>
                    <a:pt x="0" y="1"/>
                  </a:moveTo>
                  <a:cubicBezTo>
                    <a:pt x="0" y="584"/>
                    <a:pt x="340" y="1111"/>
                    <a:pt x="874" y="1353"/>
                  </a:cubicBezTo>
                  <a:cubicBezTo>
                    <a:pt x="1401" y="1111"/>
                    <a:pt x="1748" y="584"/>
                    <a:pt x="175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73"/>
            <p:cNvSpPr/>
            <p:nvPr/>
          </p:nvSpPr>
          <p:spPr>
            <a:xfrm>
              <a:off x="4818146" y="3274259"/>
              <a:ext cx="77845" cy="249694"/>
            </a:xfrm>
            <a:custGeom>
              <a:avLst/>
              <a:gdLst/>
              <a:ahLst/>
              <a:cxnLst/>
              <a:rect l="l" t="t" r="r" b="b"/>
              <a:pathLst>
                <a:path w="2963" h="9504" extrusionOk="0">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73"/>
            <p:cNvSpPr/>
            <p:nvPr/>
          </p:nvSpPr>
          <p:spPr>
            <a:xfrm>
              <a:off x="4849857" y="3274259"/>
              <a:ext cx="46135" cy="249694"/>
            </a:xfrm>
            <a:custGeom>
              <a:avLst/>
              <a:gdLst/>
              <a:ahLst/>
              <a:cxnLst/>
              <a:rect l="l" t="t" r="r" b="b"/>
              <a:pathLst>
                <a:path w="1756" h="9504" extrusionOk="0">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3" name="Google Shape;7903;p73"/>
          <p:cNvGrpSpPr/>
          <p:nvPr/>
        </p:nvGrpSpPr>
        <p:grpSpPr>
          <a:xfrm>
            <a:off x="5228890" y="3235428"/>
            <a:ext cx="344091" cy="332767"/>
            <a:chOff x="5228890" y="3235428"/>
            <a:chExt cx="344091" cy="332767"/>
          </a:xfrm>
        </p:grpSpPr>
        <p:sp>
          <p:nvSpPr>
            <p:cNvPr id="7904" name="Google Shape;7904;p73"/>
            <p:cNvSpPr/>
            <p:nvPr/>
          </p:nvSpPr>
          <p:spPr>
            <a:xfrm>
              <a:off x="5228890" y="3261701"/>
              <a:ext cx="316741" cy="306495"/>
            </a:xfrm>
            <a:custGeom>
              <a:avLst/>
              <a:gdLst/>
              <a:ahLst/>
              <a:cxnLst/>
              <a:rect l="l" t="t" r="r" b="b"/>
              <a:pathLst>
                <a:path w="12056" h="11666" extrusionOk="0">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73"/>
            <p:cNvSpPr/>
            <p:nvPr/>
          </p:nvSpPr>
          <p:spPr>
            <a:xfrm>
              <a:off x="5277731" y="3261701"/>
              <a:ext cx="65261" cy="82942"/>
            </a:xfrm>
            <a:custGeom>
              <a:avLst/>
              <a:gdLst/>
              <a:ahLst/>
              <a:cxnLst/>
              <a:rect l="l" t="t" r="r" b="b"/>
              <a:pathLst>
                <a:path w="2484" h="3157" extrusionOk="0">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73"/>
            <p:cNvSpPr/>
            <p:nvPr/>
          </p:nvSpPr>
          <p:spPr>
            <a:xfrm>
              <a:off x="5462137" y="3463053"/>
              <a:ext cx="83494" cy="64893"/>
            </a:xfrm>
            <a:custGeom>
              <a:avLst/>
              <a:gdLst/>
              <a:ahLst/>
              <a:cxnLst/>
              <a:rect l="l" t="t" r="r" b="b"/>
              <a:pathLst>
                <a:path w="3178" h="2470" extrusionOk="0">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73"/>
            <p:cNvSpPr/>
            <p:nvPr/>
          </p:nvSpPr>
          <p:spPr>
            <a:xfrm>
              <a:off x="5286663" y="3235428"/>
              <a:ext cx="90771" cy="111973"/>
            </a:xfrm>
            <a:custGeom>
              <a:avLst/>
              <a:gdLst/>
              <a:ahLst/>
              <a:cxnLst/>
              <a:rect l="l" t="t" r="r" b="b"/>
              <a:pathLst>
                <a:path w="3455" h="4262" extrusionOk="0">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73"/>
            <p:cNvSpPr/>
            <p:nvPr/>
          </p:nvSpPr>
          <p:spPr>
            <a:xfrm>
              <a:off x="5458328" y="3429740"/>
              <a:ext cx="114653" cy="88486"/>
            </a:xfrm>
            <a:custGeom>
              <a:avLst/>
              <a:gdLst/>
              <a:ahLst/>
              <a:cxnLst/>
              <a:rect l="l" t="t" r="r" b="b"/>
              <a:pathLst>
                <a:path w="4364" h="3368" extrusionOk="0">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9" name="Google Shape;7909;p73"/>
          <p:cNvGrpSpPr/>
          <p:nvPr/>
        </p:nvGrpSpPr>
        <p:grpSpPr>
          <a:xfrm>
            <a:off x="5757913" y="3227047"/>
            <a:ext cx="388544" cy="347927"/>
            <a:chOff x="5757913" y="3227047"/>
            <a:chExt cx="388544" cy="347927"/>
          </a:xfrm>
        </p:grpSpPr>
        <p:sp>
          <p:nvSpPr>
            <p:cNvPr id="7910" name="Google Shape;7910;p73"/>
            <p:cNvSpPr/>
            <p:nvPr/>
          </p:nvSpPr>
          <p:spPr>
            <a:xfrm>
              <a:off x="5757913" y="3227047"/>
              <a:ext cx="388544" cy="347927"/>
            </a:xfrm>
            <a:custGeom>
              <a:avLst/>
              <a:gdLst/>
              <a:ahLst/>
              <a:cxnLst/>
              <a:rect l="l" t="t" r="r" b="b"/>
              <a:pathLst>
                <a:path w="14789" h="13243" extrusionOk="0">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73"/>
            <p:cNvSpPr/>
            <p:nvPr/>
          </p:nvSpPr>
          <p:spPr>
            <a:xfrm>
              <a:off x="5758097" y="3227074"/>
              <a:ext cx="194101" cy="347743"/>
            </a:xfrm>
            <a:custGeom>
              <a:avLst/>
              <a:gdLst/>
              <a:ahLst/>
              <a:cxnLst/>
              <a:rect l="l" t="t" r="r" b="b"/>
              <a:pathLst>
                <a:path w="7388" h="13236" extrusionOk="0">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12" name="Google Shape;7912;p73"/>
          <p:cNvSpPr/>
          <p:nvPr/>
        </p:nvSpPr>
        <p:spPr>
          <a:xfrm>
            <a:off x="6898849" y="3377589"/>
            <a:ext cx="316925" cy="43770"/>
          </a:xfrm>
          <a:custGeom>
            <a:avLst/>
            <a:gdLst/>
            <a:ahLst/>
            <a:cxnLst/>
            <a:rect l="l" t="t" r="r" b="b"/>
            <a:pathLst>
              <a:path w="12063" h="1666" extrusionOk="0">
                <a:moveTo>
                  <a:pt x="8" y="1"/>
                </a:moveTo>
                <a:lnTo>
                  <a:pt x="1" y="1665"/>
                </a:lnTo>
                <a:lnTo>
                  <a:pt x="12063" y="1665"/>
                </a:lnTo>
                <a:lnTo>
                  <a:pt x="1205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73"/>
          <p:cNvSpPr/>
          <p:nvPr/>
        </p:nvSpPr>
        <p:spPr>
          <a:xfrm>
            <a:off x="6996346" y="3227074"/>
            <a:ext cx="128867" cy="61977"/>
          </a:xfrm>
          <a:custGeom>
            <a:avLst/>
            <a:gdLst/>
            <a:ahLst/>
            <a:cxnLst/>
            <a:rect l="l" t="t" r="r" b="b"/>
            <a:pathLst>
              <a:path w="4905" h="2359" extrusionOk="0">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73"/>
          <p:cNvSpPr/>
          <p:nvPr/>
        </p:nvSpPr>
        <p:spPr>
          <a:xfrm>
            <a:off x="6996346" y="3262778"/>
            <a:ext cx="128867" cy="26273"/>
          </a:xfrm>
          <a:custGeom>
            <a:avLst/>
            <a:gdLst/>
            <a:ahLst/>
            <a:cxnLst/>
            <a:rect l="l" t="t" r="r" b="b"/>
            <a:pathLst>
              <a:path w="4905" h="1000" extrusionOk="0">
                <a:moveTo>
                  <a:pt x="999" y="1"/>
                </a:moveTo>
                <a:lnTo>
                  <a:pt x="1" y="1000"/>
                </a:lnTo>
                <a:lnTo>
                  <a:pt x="4905" y="1000"/>
                </a:lnTo>
                <a:lnTo>
                  <a:pt x="3906"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73"/>
          <p:cNvSpPr/>
          <p:nvPr/>
        </p:nvSpPr>
        <p:spPr>
          <a:xfrm>
            <a:off x="6918186" y="3280092"/>
            <a:ext cx="278278" cy="260439"/>
          </a:xfrm>
          <a:custGeom>
            <a:avLst/>
            <a:gdLst/>
            <a:ahLst/>
            <a:cxnLst/>
            <a:rect l="l" t="t" r="r" b="b"/>
            <a:pathLst>
              <a:path w="10592" h="9913" extrusionOk="0">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73"/>
          <p:cNvSpPr/>
          <p:nvPr/>
        </p:nvSpPr>
        <p:spPr>
          <a:xfrm>
            <a:off x="7177127" y="3279908"/>
            <a:ext cx="19337" cy="260623"/>
          </a:xfrm>
          <a:custGeom>
            <a:avLst/>
            <a:gdLst/>
            <a:ahLst/>
            <a:cxnLst/>
            <a:rect l="l" t="t" r="r" b="b"/>
            <a:pathLst>
              <a:path w="736" h="9920" extrusionOk="0">
                <a:moveTo>
                  <a:pt x="0" y="1"/>
                </a:moveTo>
                <a:lnTo>
                  <a:pt x="0" y="9920"/>
                </a:lnTo>
                <a:lnTo>
                  <a:pt x="736" y="9920"/>
                </a:lnTo>
                <a:lnTo>
                  <a:pt x="736" y="216"/>
                </a:lnTo>
                <a:cubicBezTo>
                  <a:pt x="736" y="98"/>
                  <a:pt x="638" y="1"/>
                  <a:pt x="52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73"/>
          <p:cNvSpPr/>
          <p:nvPr/>
        </p:nvSpPr>
        <p:spPr>
          <a:xfrm>
            <a:off x="6918186" y="3367579"/>
            <a:ext cx="278278" cy="172952"/>
          </a:xfrm>
          <a:custGeom>
            <a:avLst/>
            <a:gdLst/>
            <a:ahLst/>
            <a:cxnLst/>
            <a:rect l="l" t="t" r="r" b="b"/>
            <a:pathLst>
              <a:path w="10592" h="6583" extrusionOk="0">
                <a:moveTo>
                  <a:pt x="0" y="0"/>
                </a:moveTo>
                <a:lnTo>
                  <a:pt x="0" y="6583"/>
                </a:lnTo>
                <a:lnTo>
                  <a:pt x="10592" y="6583"/>
                </a:lnTo>
                <a:lnTo>
                  <a:pt x="10592" y="0"/>
                </a:lnTo>
                <a:lnTo>
                  <a:pt x="5299" y="3794"/>
                </a:lnTo>
                <a:lnTo>
                  <a:pt x="0"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73"/>
          <p:cNvSpPr/>
          <p:nvPr/>
        </p:nvSpPr>
        <p:spPr>
          <a:xfrm>
            <a:off x="6958619" y="3418784"/>
            <a:ext cx="197385" cy="10588"/>
          </a:xfrm>
          <a:custGeom>
            <a:avLst/>
            <a:gdLst/>
            <a:ahLst/>
            <a:cxnLst/>
            <a:rect l="l" t="t" r="r" b="b"/>
            <a:pathLst>
              <a:path w="7513" h="403" extrusionOk="0">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73"/>
          <p:cNvSpPr/>
          <p:nvPr/>
        </p:nvSpPr>
        <p:spPr>
          <a:xfrm>
            <a:off x="6992511" y="3441378"/>
            <a:ext cx="129970" cy="10588"/>
          </a:xfrm>
          <a:custGeom>
            <a:avLst/>
            <a:gdLst/>
            <a:ahLst/>
            <a:cxnLst/>
            <a:rect l="l" t="t" r="r" b="b"/>
            <a:pathLst>
              <a:path w="4947" h="403" extrusionOk="0">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73"/>
          <p:cNvSpPr/>
          <p:nvPr/>
        </p:nvSpPr>
        <p:spPr>
          <a:xfrm>
            <a:off x="7021489" y="3463789"/>
            <a:ext cx="70016" cy="10588"/>
          </a:xfrm>
          <a:custGeom>
            <a:avLst/>
            <a:gdLst/>
            <a:ahLst/>
            <a:cxnLst/>
            <a:rect l="l" t="t" r="r" b="b"/>
            <a:pathLst>
              <a:path w="2665" h="403" extrusionOk="0">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73"/>
          <p:cNvSpPr/>
          <p:nvPr/>
        </p:nvSpPr>
        <p:spPr>
          <a:xfrm>
            <a:off x="6894856" y="3377510"/>
            <a:ext cx="324938" cy="197280"/>
          </a:xfrm>
          <a:custGeom>
            <a:avLst/>
            <a:gdLst/>
            <a:ahLst/>
            <a:cxnLst/>
            <a:rect l="l" t="t" r="r" b="b"/>
            <a:pathLst>
              <a:path w="12368" h="7509" extrusionOk="0">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73"/>
          <p:cNvSpPr/>
          <p:nvPr/>
        </p:nvSpPr>
        <p:spPr>
          <a:xfrm>
            <a:off x="7202454" y="3377641"/>
            <a:ext cx="17340" cy="197149"/>
          </a:xfrm>
          <a:custGeom>
            <a:avLst/>
            <a:gdLst/>
            <a:ahLst/>
            <a:cxnLst/>
            <a:rect l="l" t="t" r="r" b="b"/>
            <a:pathLst>
              <a:path w="660" h="7504" extrusionOk="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73"/>
          <p:cNvSpPr/>
          <p:nvPr/>
        </p:nvSpPr>
        <p:spPr>
          <a:xfrm>
            <a:off x="6955361" y="3318371"/>
            <a:ext cx="32630" cy="32630"/>
          </a:xfrm>
          <a:custGeom>
            <a:avLst/>
            <a:gdLst/>
            <a:ahLst/>
            <a:cxnLst/>
            <a:rect l="l" t="t" r="r" b="b"/>
            <a:pathLst>
              <a:path w="1242" h="1242" extrusionOk="0">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73"/>
          <p:cNvSpPr/>
          <p:nvPr/>
        </p:nvSpPr>
        <p:spPr>
          <a:xfrm>
            <a:off x="7009115" y="3313090"/>
            <a:ext cx="36466" cy="10588"/>
          </a:xfrm>
          <a:custGeom>
            <a:avLst/>
            <a:gdLst/>
            <a:ahLst/>
            <a:cxnLst/>
            <a:rect l="l" t="t" r="r" b="b"/>
            <a:pathLst>
              <a:path w="1388" h="403" extrusionOk="0">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73"/>
          <p:cNvSpPr/>
          <p:nvPr/>
        </p:nvSpPr>
        <p:spPr>
          <a:xfrm>
            <a:off x="7009115" y="3341149"/>
            <a:ext cx="113366" cy="10588"/>
          </a:xfrm>
          <a:custGeom>
            <a:avLst/>
            <a:gdLst/>
            <a:ahLst/>
            <a:cxnLst/>
            <a:rect l="l" t="t" r="r" b="b"/>
            <a:pathLst>
              <a:path w="4315" h="403" extrusionOk="0">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73"/>
          <p:cNvSpPr/>
          <p:nvPr/>
        </p:nvSpPr>
        <p:spPr>
          <a:xfrm>
            <a:off x="6961010" y="3385234"/>
            <a:ext cx="69806" cy="10614"/>
          </a:xfrm>
          <a:custGeom>
            <a:avLst/>
            <a:gdLst/>
            <a:ahLst/>
            <a:cxnLst/>
            <a:rect l="l" t="t" r="r" b="b"/>
            <a:pathLst>
              <a:path w="2657" h="404" extrusionOk="0">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73"/>
          <p:cNvSpPr/>
          <p:nvPr/>
        </p:nvSpPr>
        <p:spPr>
          <a:xfrm>
            <a:off x="6921443" y="3539060"/>
            <a:ext cx="57248" cy="10588"/>
          </a:xfrm>
          <a:custGeom>
            <a:avLst/>
            <a:gdLst/>
            <a:ahLst/>
            <a:cxnLst/>
            <a:rect l="l" t="t" r="r" b="b"/>
            <a:pathLst>
              <a:path w="2179" h="403" extrusionOk="0">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28" name="Google Shape;7928;p73"/>
          <p:cNvGrpSpPr/>
          <p:nvPr/>
        </p:nvGrpSpPr>
        <p:grpSpPr>
          <a:xfrm>
            <a:off x="7414946" y="3220873"/>
            <a:ext cx="360091" cy="360117"/>
            <a:chOff x="7414946" y="3220873"/>
            <a:chExt cx="360091" cy="360117"/>
          </a:xfrm>
        </p:grpSpPr>
        <p:sp>
          <p:nvSpPr>
            <p:cNvPr id="7929" name="Google Shape;7929;p73"/>
            <p:cNvSpPr/>
            <p:nvPr/>
          </p:nvSpPr>
          <p:spPr>
            <a:xfrm>
              <a:off x="7414946" y="3305234"/>
              <a:ext cx="151619" cy="195389"/>
            </a:xfrm>
            <a:custGeom>
              <a:avLst/>
              <a:gdLst/>
              <a:ahLst/>
              <a:cxnLst/>
              <a:rect l="l" t="t" r="r" b="b"/>
              <a:pathLst>
                <a:path w="5771" h="7437" extrusionOk="0">
                  <a:moveTo>
                    <a:pt x="0" y="1"/>
                  </a:moveTo>
                  <a:lnTo>
                    <a:pt x="0" y="4572"/>
                  </a:lnTo>
                  <a:lnTo>
                    <a:pt x="5771" y="7437"/>
                  </a:lnTo>
                  <a:lnTo>
                    <a:pt x="4571" y="1360"/>
                  </a:lnTo>
                  <a:lnTo>
                    <a:pt x="902" y="272"/>
                  </a:lnTo>
                  <a:lnTo>
                    <a:pt x="0"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73"/>
            <p:cNvSpPr/>
            <p:nvPr/>
          </p:nvSpPr>
          <p:spPr>
            <a:xfrm>
              <a:off x="7414946" y="3425326"/>
              <a:ext cx="143789" cy="155665"/>
            </a:xfrm>
            <a:custGeom>
              <a:avLst/>
              <a:gdLst/>
              <a:ahLst/>
              <a:cxnLst/>
              <a:rect l="l" t="t" r="r" b="b"/>
              <a:pathLst>
                <a:path w="5473" h="5925" extrusionOk="0">
                  <a:moveTo>
                    <a:pt x="0" y="1"/>
                  </a:moveTo>
                  <a:lnTo>
                    <a:pt x="0" y="4572"/>
                  </a:lnTo>
                  <a:lnTo>
                    <a:pt x="4571" y="5924"/>
                  </a:lnTo>
                  <a:lnTo>
                    <a:pt x="5473" y="3642"/>
                  </a:lnTo>
                  <a:lnTo>
                    <a:pt x="4571" y="1353"/>
                  </a:lnTo>
                  <a:lnTo>
                    <a:pt x="0"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73"/>
            <p:cNvSpPr/>
            <p:nvPr/>
          </p:nvSpPr>
          <p:spPr>
            <a:xfrm>
              <a:off x="7735471" y="3430265"/>
              <a:ext cx="39566" cy="150725"/>
            </a:xfrm>
            <a:custGeom>
              <a:avLst/>
              <a:gdLst/>
              <a:ahLst/>
              <a:cxnLst/>
              <a:rect l="l" t="t" r="r" b="b"/>
              <a:pathLst>
                <a:path w="1506" h="5737" extrusionOk="0">
                  <a:moveTo>
                    <a:pt x="1" y="0"/>
                  </a:moveTo>
                  <a:lnTo>
                    <a:pt x="604" y="5466"/>
                  </a:lnTo>
                  <a:lnTo>
                    <a:pt x="1506" y="5736"/>
                  </a:lnTo>
                  <a:lnTo>
                    <a:pt x="1506" y="1165"/>
                  </a:lnTo>
                  <a:lnTo>
                    <a:pt x="1" y="0"/>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73"/>
            <p:cNvSpPr/>
            <p:nvPr/>
          </p:nvSpPr>
          <p:spPr>
            <a:xfrm>
              <a:off x="7623418" y="3393641"/>
              <a:ext cx="127947" cy="180229"/>
            </a:xfrm>
            <a:custGeom>
              <a:avLst/>
              <a:gdLst/>
              <a:ahLst/>
              <a:cxnLst/>
              <a:rect l="l" t="t" r="r" b="b"/>
              <a:pathLst>
                <a:path w="4870" h="6860" extrusionOk="0">
                  <a:moveTo>
                    <a:pt x="0" y="0"/>
                  </a:moveTo>
                  <a:lnTo>
                    <a:pt x="1200" y="5778"/>
                  </a:lnTo>
                  <a:lnTo>
                    <a:pt x="4869" y="6860"/>
                  </a:lnTo>
                  <a:lnTo>
                    <a:pt x="4869" y="2296"/>
                  </a:lnTo>
                  <a:lnTo>
                    <a:pt x="0" y="0"/>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73"/>
            <p:cNvSpPr/>
            <p:nvPr/>
          </p:nvSpPr>
          <p:spPr>
            <a:xfrm>
              <a:off x="7535038" y="3420045"/>
              <a:ext cx="119908" cy="160945"/>
            </a:xfrm>
            <a:custGeom>
              <a:avLst/>
              <a:gdLst/>
              <a:ahLst/>
              <a:cxnLst/>
              <a:rect l="l" t="t" r="r" b="b"/>
              <a:pathLst>
                <a:path w="4564" h="6126" extrusionOk="0">
                  <a:moveTo>
                    <a:pt x="2282" y="1"/>
                  </a:moveTo>
                  <a:lnTo>
                    <a:pt x="0" y="1554"/>
                  </a:lnTo>
                  <a:lnTo>
                    <a:pt x="0" y="6125"/>
                  </a:lnTo>
                  <a:lnTo>
                    <a:pt x="4564" y="4773"/>
                  </a:lnTo>
                  <a:lnTo>
                    <a:pt x="4564" y="202"/>
                  </a:lnTo>
                  <a:lnTo>
                    <a:pt x="2282" y="1"/>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73"/>
            <p:cNvSpPr/>
            <p:nvPr/>
          </p:nvSpPr>
          <p:spPr>
            <a:xfrm>
              <a:off x="7735471" y="3333845"/>
              <a:ext cx="39566" cy="127054"/>
            </a:xfrm>
            <a:custGeom>
              <a:avLst/>
              <a:gdLst/>
              <a:ahLst/>
              <a:cxnLst/>
              <a:rect l="l" t="t" r="r" b="b"/>
              <a:pathLst>
                <a:path w="1506" h="4836" extrusionOk="0">
                  <a:moveTo>
                    <a:pt x="604" y="1"/>
                  </a:moveTo>
                  <a:lnTo>
                    <a:pt x="1" y="2290"/>
                  </a:lnTo>
                  <a:lnTo>
                    <a:pt x="604" y="4572"/>
                  </a:lnTo>
                  <a:lnTo>
                    <a:pt x="1506" y="4835"/>
                  </a:lnTo>
                  <a:lnTo>
                    <a:pt x="1506" y="271"/>
                  </a:lnTo>
                  <a:lnTo>
                    <a:pt x="60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73"/>
            <p:cNvSpPr/>
            <p:nvPr/>
          </p:nvSpPr>
          <p:spPr>
            <a:xfrm>
              <a:off x="7631248" y="3305234"/>
              <a:ext cx="120118" cy="148729"/>
            </a:xfrm>
            <a:custGeom>
              <a:avLst/>
              <a:gdLst/>
              <a:ahLst/>
              <a:cxnLst/>
              <a:rect l="l" t="t" r="r" b="b"/>
              <a:pathLst>
                <a:path w="4572" h="5661" extrusionOk="0">
                  <a:moveTo>
                    <a:pt x="902" y="1"/>
                  </a:moveTo>
                  <a:lnTo>
                    <a:pt x="0" y="2290"/>
                  </a:lnTo>
                  <a:lnTo>
                    <a:pt x="902" y="4572"/>
                  </a:lnTo>
                  <a:lnTo>
                    <a:pt x="4571" y="5661"/>
                  </a:lnTo>
                  <a:lnTo>
                    <a:pt x="4571" y="1090"/>
                  </a:lnTo>
                  <a:lnTo>
                    <a:pt x="902"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73"/>
            <p:cNvSpPr/>
            <p:nvPr/>
          </p:nvSpPr>
          <p:spPr>
            <a:xfrm>
              <a:off x="7535038" y="3305234"/>
              <a:ext cx="119908" cy="155665"/>
            </a:xfrm>
            <a:custGeom>
              <a:avLst/>
              <a:gdLst/>
              <a:ahLst/>
              <a:cxnLst/>
              <a:rect l="l" t="t" r="r" b="b"/>
              <a:pathLst>
                <a:path w="4564" h="5925" extrusionOk="0">
                  <a:moveTo>
                    <a:pt x="4564" y="1"/>
                  </a:moveTo>
                  <a:lnTo>
                    <a:pt x="0" y="1360"/>
                  </a:lnTo>
                  <a:lnTo>
                    <a:pt x="0" y="5924"/>
                  </a:lnTo>
                  <a:lnTo>
                    <a:pt x="4564" y="4572"/>
                  </a:lnTo>
                  <a:lnTo>
                    <a:pt x="456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73"/>
            <p:cNvSpPr/>
            <p:nvPr/>
          </p:nvSpPr>
          <p:spPr>
            <a:xfrm>
              <a:off x="7654945" y="3220873"/>
              <a:ext cx="67258" cy="180807"/>
            </a:xfrm>
            <a:custGeom>
              <a:avLst/>
              <a:gdLst/>
              <a:ahLst/>
              <a:cxnLst/>
              <a:rect l="l" t="t" r="r" b="b"/>
              <a:pathLst>
                <a:path w="2560" h="6882" extrusionOk="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73"/>
            <p:cNvSpPr/>
            <p:nvPr/>
          </p:nvSpPr>
          <p:spPr>
            <a:xfrm>
              <a:off x="7587688" y="3220873"/>
              <a:ext cx="118831" cy="180807"/>
            </a:xfrm>
            <a:custGeom>
              <a:avLst/>
              <a:gdLst/>
              <a:ahLst/>
              <a:cxnLst/>
              <a:rect l="l" t="t" r="r" b="b"/>
              <a:pathLst>
                <a:path w="4523" h="6882" extrusionOk="0">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73"/>
            <p:cNvSpPr/>
            <p:nvPr/>
          </p:nvSpPr>
          <p:spPr>
            <a:xfrm>
              <a:off x="7607366" y="3252479"/>
              <a:ext cx="83310" cy="71382"/>
            </a:xfrm>
            <a:custGeom>
              <a:avLst/>
              <a:gdLst/>
              <a:ahLst/>
              <a:cxnLst/>
              <a:rect l="l" t="t" r="r" b="b"/>
              <a:pathLst>
                <a:path w="3171" h="2717" extrusionOk="0">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0" name="Google Shape;7940;p73"/>
          <p:cNvGrpSpPr/>
          <p:nvPr/>
        </p:nvGrpSpPr>
        <p:grpSpPr>
          <a:xfrm>
            <a:off x="8027227" y="3215041"/>
            <a:ext cx="231829" cy="371782"/>
            <a:chOff x="8027227" y="3215041"/>
            <a:chExt cx="231829" cy="371782"/>
          </a:xfrm>
        </p:grpSpPr>
        <p:sp>
          <p:nvSpPr>
            <p:cNvPr id="7941" name="Google Shape;7941;p73"/>
            <p:cNvSpPr/>
            <p:nvPr/>
          </p:nvSpPr>
          <p:spPr>
            <a:xfrm>
              <a:off x="8135102" y="3239080"/>
              <a:ext cx="123954" cy="131967"/>
            </a:xfrm>
            <a:custGeom>
              <a:avLst/>
              <a:gdLst/>
              <a:ahLst/>
              <a:cxnLst/>
              <a:rect l="l" t="t" r="r" b="b"/>
              <a:pathLst>
                <a:path w="4718" h="5023" extrusionOk="0">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73"/>
            <p:cNvSpPr/>
            <p:nvPr/>
          </p:nvSpPr>
          <p:spPr>
            <a:xfrm>
              <a:off x="8135285" y="3240184"/>
              <a:ext cx="40302" cy="22805"/>
            </a:xfrm>
            <a:custGeom>
              <a:avLst/>
              <a:gdLst/>
              <a:ahLst/>
              <a:cxnLst/>
              <a:rect l="l" t="t" r="r" b="b"/>
              <a:pathLst>
                <a:path w="1534" h="868" extrusionOk="0">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73"/>
            <p:cNvSpPr/>
            <p:nvPr/>
          </p:nvSpPr>
          <p:spPr>
            <a:xfrm>
              <a:off x="8057309" y="3262962"/>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73"/>
            <p:cNvSpPr/>
            <p:nvPr/>
          </p:nvSpPr>
          <p:spPr>
            <a:xfrm>
              <a:off x="8057309" y="3382870"/>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73"/>
            <p:cNvSpPr/>
            <p:nvPr/>
          </p:nvSpPr>
          <p:spPr>
            <a:xfrm>
              <a:off x="8075148" y="3256946"/>
              <a:ext cx="102095" cy="144000"/>
            </a:xfrm>
            <a:custGeom>
              <a:avLst/>
              <a:gdLst/>
              <a:ahLst/>
              <a:cxnLst/>
              <a:rect l="l" t="t" r="r" b="b"/>
              <a:pathLst>
                <a:path w="3886" h="5481" extrusionOk="0">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73"/>
            <p:cNvSpPr/>
            <p:nvPr/>
          </p:nvSpPr>
          <p:spPr>
            <a:xfrm>
              <a:off x="8051292" y="3232906"/>
              <a:ext cx="12033" cy="335868"/>
            </a:xfrm>
            <a:custGeom>
              <a:avLst/>
              <a:gdLst/>
              <a:ahLst/>
              <a:cxnLst/>
              <a:rect l="l" t="t" r="r" b="b"/>
              <a:pathLst>
                <a:path w="458" h="12784" extrusionOk="0">
                  <a:moveTo>
                    <a:pt x="0" y="0"/>
                  </a:moveTo>
                  <a:lnTo>
                    <a:pt x="0" y="12784"/>
                  </a:lnTo>
                  <a:lnTo>
                    <a:pt x="458" y="12784"/>
                  </a:lnTo>
                  <a:lnTo>
                    <a:pt x="4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73"/>
            <p:cNvSpPr/>
            <p:nvPr/>
          </p:nvSpPr>
          <p:spPr>
            <a:xfrm>
              <a:off x="8027411" y="3562915"/>
              <a:ext cx="59980" cy="23908"/>
            </a:xfrm>
            <a:custGeom>
              <a:avLst/>
              <a:gdLst/>
              <a:ahLst/>
              <a:cxnLst/>
              <a:rect l="l" t="t" r="r" b="b"/>
              <a:pathLst>
                <a:path w="2283" h="910" extrusionOk="0">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73"/>
            <p:cNvSpPr/>
            <p:nvPr/>
          </p:nvSpPr>
          <p:spPr>
            <a:xfrm>
              <a:off x="8045276" y="3215041"/>
              <a:ext cx="23882" cy="24092"/>
            </a:xfrm>
            <a:custGeom>
              <a:avLst/>
              <a:gdLst/>
              <a:ahLst/>
              <a:cxnLst/>
              <a:rect l="l" t="t" r="r" b="b"/>
              <a:pathLst>
                <a:path w="909" h="917" extrusionOk="0">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73"/>
            <p:cNvSpPr/>
            <p:nvPr/>
          </p:nvSpPr>
          <p:spPr>
            <a:xfrm>
              <a:off x="8027227" y="3562915"/>
              <a:ext cx="30108" cy="23908"/>
            </a:xfrm>
            <a:custGeom>
              <a:avLst/>
              <a:gdLst/>
              <a:ahLst/>
              <a:cxnLst/>
              <a:rect l="l" t="t" r="r" b="b"/>
              <a:pathLst>
                <a:path w="1146" h="910" extrusionOk="0">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73"/>
            <p:cNvSpPr/>
            <p:nvPr/>
          </p:nvSpPr>
          <p:spPr>
            <a:xfrm>
              <a:off x="8043095" y="3216144"/>
              <a:ext cx="25169" cy="22778"/>
            </a:xfrm>
            <a:custGeom>
              <a:avLst/>
              <a:gdLst/>
              <a:ahLst/>
              <a:cxnLst/>
              <a:rect l="l" t="t" r="r" b="b"/>
              <a:pathLst>
                <a:path w="958" h="867" extrusionOk="0">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1" name="Google Shape;7951;p73"/>
          <p:cNvGrpSpPr/>
          <p:nvPr/>
        </p:nvGrpSpPr>
        <p:grpSpPr>
          <a:xfrm>
            <a:off x="4093603" y="4146138"/>
            <a:ext cx="395638" cy="420544"/>
            <a:chOff x="4093603" y="4146138"/>
            <a:chExt cx="395638" cy="420544"/>
          </a:xfrm>
        </p:grpSpPr>
        <p:sp>
          <p:nvSpPr>
            <p:cNvPr id="7952" name="Google Shape;7952;p73"/>
            <p:cNvSpPr/>
            <p:nvPr/>
          </p:nvSpPr>
          <p:spPr>
            <a:xfrm>
              <a:off x="4158286" y="4218414"/>
              <a:ext cx="266088" cy="326567"/>
            </a:xfrm>
            <a:custGeom>
              <a:avLst/>
              <a:gdLst/>
              <a:ahLst/>
              <a:cxnLst/>
              <a:rect l="l" t="t" r="r" b="b"/>
              <a:pathLst>
                <a:path w="10128" h="12430" extrusionOk="0">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73"/>
            <p:cNvSpPr/>
            <p:nvPr/>
          </p:nvSpPr>
          <p:spPr>
            <a:xfrm>
              <a:off x="4189813" y="4240089"/>
              <a:ext cx="203218" cy="203218"/>
            </a:xfrm>
            <a:custGeom>
              <a:avLst/>
              <a:gdLst/>
              <a:ahLst/>
              <a:cxnLst/>
              <a:rect l="l" t="t" r="r" b="b"/>
              <a:pathLst>
                <a:path w="7735" h="7735" extrusionOk="0">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73"/>
            <p:cNvSpPr/>
            <p:nvPr/>
          </p:nvSpPr>
          <p:spPr>
            <a:xfrm>
              <a:off x="4211671" y="4261947"/>
              <a:ext cx="159658" cy="159684"/>
            </a:xfrm>
            <a:custGeom>
              <a:avLst/>
              <a:gdLst/>
              <a:ahLst/>
              <a:cxnLst/>
              <a:rect l="l" t="t" r="r" b="b"/>
              <a:pathLst>
                <a:path w="6077" h="6078" extrusionOk="0">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73"/>
            <p:cNvSpPr/>
            <p:nvPr/>
          </p:nvSpPr>
          <p:spPr>
            <a:xfrm>
              <a:off x="4269629" y="4537677"/>
              <a:ext cx="43586" cy="29005"/>
            </a:xfrm>
            <a:custGeom>
              <a:avLst/>
              <a:gdLst/>
              <a:ahLst/>
              <a:cxnLst/>
              <a:rect l="l" t="t" r="r" b="b"/>
              <a:pathLst>
                <a:path w="1659" h="1104" extrusionOk="0">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73"/>
            <p:cNvSpPr/>
            <p:nvPr/>
          </p:nvSpPr>
          <p:spPr>
            <a:xfrm>
              <a:off x="4434725" y="4334486"/>
              <a:ext cx="54515" cy="14608"/>
            </a:xfrm>
            <a:custGeom>
              <a:avLst/>
              <a:gdLst/>
              <a:ahLst/>
              <a:cxnLst/>
              <a:rect l="l" t="t" r="r" b="b"/>
              <a:pathLst>
                <a:path w="2075" h="556" extrusionOk="0">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73"/>
            <p:cNvSpPr/>
            <p:nvPr/>
          </p:nvSpPr>
          <p:spPr>
            <a:xfrm>
              <a:off x="4093603" y="4334460"/>
              <a:ext cx="62896" cy="14634"/>
            </a:xfrm>
            <a:custGeom>
              <a:avLst/>
              <a:gdLst/>
              <a:ahLst/>
              <a:cxnLst/>
              <a:rect l="l" t="t" r="r" b="b"/>
              <a:pathLst>
                <a:path w="2394" h="557" extrusionOk="0">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73"/>
            <p:cNvSpPr/>
            <p:nvPr/>
          </p:nvSpPr>
          <p:spPr>
            <a:xfrm>
              <a:off x="4284210" y="4146138"/>
              <a:ext cx="14424" cy="50417"/>
            </a:xfrm>
            <a:custGeom>
              <a:avLst/>
              <a:gdLst/>
              <a:ahLst/>
              <a:cxnLst/>
              <a:rect l="l" t="t" r="r" b="b"/>
              <a:pathLst>
                <a:path w="549" h="1919" extrusionOk="0">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73"/>
            <p:cNvSpPr/>
            <p:nvPr/>
          </p:nvSpPr>
          <p:spPr>
            <a:xfrm>
              <a:off x="4358561" y="4183813"/>
              <a:ext cx="29294" cy="33156"/>
            </a:xfrm>
            <a:custGeom>
              <a:avLst/>
              <a:gdLst/>
              <a:ahLst/>
              <a:cxnLst/>
              <a:rect l="l" t="t" r="r" b="b"/>
              <a:pathLst>
                <a:path w="1115" h="1262" extrusionOk="0">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73"/>
            <p:cNvSpPr/>
            <p:nvPr/>
          </p:nvSpPr>
          <p:spPr>
            <a:xfrm>
              <a:off x="4195277" y="4466505"/>
              <a:ext cx="29268" cy="33287"/>
            </a:xfrm>
            <a:custGeom>
              <a:avLst/>
              <a:gdLst/>
              <a:ahLst/>
              <a:cxnLst/>
              <a:rect l="l" t="t" r="r" b="b"/>
              <a:pathLst>
                <a:path w="1114" h="1267" extrusionOk="0">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73"/>
            <p:cNvSpPr/>
            <p:nvPr/>
          </p:nvSpPr>
          <p:spPr>
            <a:xfrm>
              <a:off x="4195172" y="4183813"/>
              <a:ext cx="29294" cy="33156"/>
            </a:xfrm>
            <a:custGeom>
              <a:avLst/>
              <a:gdLst/>
              <a:ahLst/>
              <a:cxnLst/>
              <a:rect l="l" t="t" r="r" b="b"/>
              <a:pathLst>
                <a:path w="1115" h="1262" extrusionOk="0">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73"/>
            <p:cNvSpPr/>
            <p:nvPr/>
          </p:nvSpPr>
          <p:spPr>
            <a:xfrm>
              <a:off x="4358272" y="4466505"/>
              <a:ext cx="29294" cy="33287"/>
            </a:xfrm>
            <a:custGeom>
              <a:avLst/>
              <a:gdLst/>
              <a:ahLst/>
              <a:cxnLst/>
              <a:rect l="l" t="t" r="r" b="b"/>
              <a:pathLst>
                <a:path w="1115" h="1267" extrusionOk="0">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73"/>
            <p:cNvSpPr/>
            <p:nvPr/>
          </p:nvSpPr>
          <p:spPr>
            <a:xfrm>
              <a:off x="4412315" y="4410335"/>
              <a:ext cx="39934" cy="25668"/>
            </a:xfrm>
            <a:custGeom>
              <a:avLst/>
              <a:gdLst/>
              <a:ahLst/>
              <a:cxnLst/>
              <a:rect l="l" t="t" r="r" b="b"/>
              <a:pathLst>
                <a:path w="1520" h="977" extrusionOk="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73"/>
            <p:cNvSpPr/>
            <p:nvPr/>
          </p:nvSpPr>
          <p:spPr>
            <a:xfrm>
              <a:off x="4130306" y="4247340"/>
              <a:ext cx="39304" cy="25589"/>
            </a:xfrm>
            <a:custGeom>
              <a:avLst/>
              <a:gdLst/>
              <a:ahLst/>
              <a:cxnLst/>
              <a:rect l="l" t="t" r="r" b="b"/>
              <a:pathLst>
                <a:path w="1496" h="974" extrusionOk="0">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73"/>
            <p:cNvSpPr/>
            <p:nvPr/>
          </p:nvSpPr>
          <p:spPr>
            <a:xfrm>
              <a:off x="4413418" y="4247182"/>
              <a:ext cx="39908" cy="25747"/>
            </a:xfrm>
            <a:custGeom>
              <a:avLst/>
              <a:gdLst/>
              <a:ahLst/>
              <a:cxnLst/>
              <a:rect l="l" t="t" r="r" b="b"/>
              <a:pathLst>
                <a:path w="1519" h="980" extrusionOk="0">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73"/>
            <p:cNvSpPr/>
            <p:nvPr/>
          </p:nvSpPr>
          <p:spPr>
            <a:xfrm>
              <a:off x="4130595" y="4410624"/>
              <a:ext cx="39304" cy="25379"/>
            </a:xfrm>
            <a:custGeom>
              <a:avLst/>
              <a:gdLst/>
              <a:ahLst/>
              <a:cxnLst/>
              <a:rect l="l" t="t" r="r" b="b"/>
              <a:pathLst>
                <a:path w="1496" h="966" extrusionOk="0">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73"/>
            <p:cNvSpPr/>
            <p:nvPr/>
          </p:nvSpPr>
          <p:spPr>
            <a:xfrm>
              <a:off x="4255231" y="4494118"/>
              <a:ext cx="72565" cy="50864"/>
            </a:xfrm>
            <a:custGeom>
              <a:avLst/>
              <a:gdLst/>
              <a:ahLst/>
              <a:cxnLst/>
              <a:rect l="l" t="t" r="r" b="b"/>
              <a:pathLst>
                <a:path w="2762" h="1936" extrusionOk="0">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73"/>
            <p:cNvSpPr/>
            <p:nvPr/>
          </p:nvSpPr>
          <p:spPr>
            <a:xfrm>
              <a:off x="4247954" y="4494118"/>
              <a:ext cx="87120" cy="14608"/>
            </a:xfrm>
            <a:custGeom>
              <a:avLst/>
              <a:gdLst/>
              <a:ahLst/>
              <a:cxnLst/>
              <a:rect l="l" t="t" r="r" b="b"/>
              <a:pathLst>
                <a:path w="3316" h="556" extrusionOk="0">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9" name="Google Shape;7969;p73"/>
          <p:cNvGrpSpPr/>
          <p:nvPr/>
        </p:nvGrpSpPr>
        <p:grpSpPr>
          <a:xfrm>
            <a:off x="4644406" y="4162322"/>
            <a:ext cx="392065" cy="387887"/>
            <a:chOff x="4644406" y="4162322"/>
            <a:chExt cx="392065" cy="387887"/>
          </a:xfrm>
        </p:grpSpPr>
        <p:sp>
          <p:nvSpPr>
            <p:cNvPr id="7970" name="Google Shape;7970;p73"/>
            <p:cNvSpPr/>
            <p:nvPr/>
          </p:nvSpPr>
          <p:spPr>
            <a:xfrm>
              <a:off x="4644406" y="4334118"/>
              <a:ext cx="217326" cy="216065"/>
            </a:xfrm>
            <a:custGeom>
              <a:avLst/>
              <a:gdLst/>
              <a:ahLst/>
              <a:cxnLst/>
              <a:rect l="l" t="t" r="r" b="b"/>
              <a:pathLst>
                <a:path w="8272" h="8224" extrusionOk="0">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73"/>
            <p:cNvSpPr/>
            <p:nvPr/>
          </p:nvSpPr>
          <p:spPr>
            <a:xfrm>
              <a:off x="4646481" y="4345783"/>
              <a:ext cx="215251" cy="204426"/>
            </a:xfrm>
            <a:custGeom>
              <a:avLst/>
              <a:gdLst/>
              <a:ahLst/>
              <a:cxnLst/>
              <a:rect l="l" t="t" r="r" b="b"/>
              <a:pathLst>
                <a:path w="8193" h="7781" extrusionOk="0">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73"/>
            <p:cNvSpPr/>
            <p:nvPr/>
          </p:nvSpPr>
          <p:spPr>
            <a:xfrm>
              <a:off x="4720780" y="4162322"/>
              <a:ext cx="315690" cy="299743"/>
            </a:xfrm>
            <a:custGeom>
              <a:avLst/>
              <a:gdLst/>
              <a:ahLst/>
              <a:cxnLst/>
              <a:rect l="l" t="t" r="r" b="b"/>
              <a:pathLst>
                <a:path w="12016" h="11409" extrusionOk="0">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73"/>
            <p:cNvSpPr/>
            <p:nvPr/>
          </p:nvSpPr>
          <p:spPr>
            <a:xfrm>
              <a:off x="4727952" y="4227872"/>
              <a:ext cx="308518" cy="233668"/>
            </a:xfrm>
            <a:custGeom>
              <a:avLst/>
              <a:gdLst/>
              <a:ahLst/>
              <a:cxnLst/>
              <a:rect l="l" t="t" r="r" b="b"/>
              <a:pathLst>
                <a:path w="11743" h="8894" extrusionOk="0">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73"/>
            <p:cNvSpPr/>
            <p:nvPr/>
          </p:nvSpPr>
          <p:spPr>
            <a:xfrm>
              <a:off x="4892497" y="4162322"/>
              <a:ext cx="143973" cy="138062"/>
            </a:xfrm>
            <a:custGeom>
              <a:avLst/>
              <a:gdLst/>
              <a:ahLst/>
              <a:cxnLst/>
              <a:rect l="l" t="t" r="r" b="b"/>
              <a:pathLst>
                <a:path w="5480" h="5255" extrusionOk="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73"/>
            <p:cNvSpPr/>
            <p:nvPr/>
          </p:nvSpPr>
          <p:spPr>
            <a:xfrm>
              <a:off x="4893758" y="4185048"/>
              <a:ext cx="142712" cy="115336"/>
            </a:xfrm>
            <a:custGeom>
              <a:avLst/>
              <a:gdLst/>
              <a:ahLst/>
              <a:cxnLst/>
              <a:rect l="l" t="t" r="r" b="b"/>
              <a:pathLst>
                <a:path w="5432" h="4390" extrusionOk="0">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6" name="Google Shape;7976;p73"/>
          <p:cNvGrpSpPr/>
          <p:nvPr/>
        </p:nvGrpSpPr>
        <p:grpSpPr>
          <a:xfrm>
            <a:off x="5728383" y="4221698"/>
            <a:ext cx="417128" cy="269162"/>
            <a:chOff x="5728383" y="4221698"/>
            <a:chExt cx="417128" cy="269162"/>
          </a:xfrm>
        </p:grpSpPr>
        <p:sp>
          <p:nvSpPr>
            <p:cNvPr id="7977" name="Google Shape;7977;p73"/>
            <p:cNvSpPr/>
            <p:nvPr/>
          </p:nvSpPr>
          <p:spPr>
            <a:xfrm>
              <a:off x="5728383" y="4221698"/>
              <a:ext cx="417128" cy="225260"/>
            </a:xfrm>
            <a:custGeom>
              <a:avLst/>
              <a:gdLst/>
              <a:ahLst/>
              <a:cxnLst/>
              <a:rect l="l" t="t" r="r" b="b"/>
              <a:pathLst>
                <a:path w="15877" h="8574" extrusionOk="0">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73"/>
            <p:cNvSpPr/>
            <p:nvPr/>
          </p:nvSpPr>
          <p:spPr>
            <a:xfrm>
              <a:off x="5728383" y="4226059"/>
              <a:ext cx="417128" cy="220899"/>
            </a:xfrm>
            <a:custGeom>
              <a:avLst/>
              <a:gdLst/>
              <a:ahLst/>
              <a:cxnLst/>
              <a:rect l="l" t="t" r="r" b="b"/>
              <a:pathLst>
                <a:path w="15877" h="8408" extrusionOk="0">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73"/>
            <p:cNvSpPr/>
            <p:nvPr/>
          </p:nvSpPr>
          <p:spPr>
            <a:xfrm>
              <a:off x="5822964" y="4246657"/>
              <a:ext cx="100440" cy="75271"/>
            </a:xfrm>
            <a:custGeom>
              <a:avLst/>
              <a:gdLst/>
              <a:ahLst/>
              <a:cxnLst/>
              <a:rect l="l" t="t" r="r" b="b"/>
              <a:pathLst>
                <a:path w="3823" h="2865" extrusionOk="0">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73"/>
            <p:cNvSpPr/>
            <p:nvPr/>
          </p:nvSpPr>
          <p:spPr>
            <a:xfrm>
              <a:off x="5948336" y="4246657"/>
              <a:ext cx="109924" cy="75271"/>
            </a:xfrm>
            <a:custGeom>
              <a:avLst/>
              <a:gdLst/>
              <a:ahLst/>
              <a:cxnLst/>
              <a:rect l="l" t="t" r="r" b="b"/>
              <a:pathLst>
                <a:path w="4184" h="2865" extrusionOk="0">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73"/>
            <p:cNvSpPr/>
            <p:nvPr/>
          </p:nvSpPr>
          <p:spPr>
            <a:xfrm>
              <a:off x="5738787" y="4403057"/>
              <a:ext cx="102436" cy="87803"/>
            </a:xfrm>
            <a:custGeom>
              <a:avLst/>
              <a:gdLst/>
              <a:ahLst/>
              <a:cxnLst/>
              <a:rect l="l" t="t" r="r" b="b"/>
              <a:pathLst>
                <a:path w="3899" h="3342" extrusionOk="0">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73"/>
            <p:cNvSpPr/>
            <p:nvPr/>
          </p:nvSpPr>
          <p:spPr>
            <a:xfrm>
              <a:off x="5754445" y="4404108"/>
              <a:ext cx="98443" cy="86673"/>
            </a:xfrm>
            <a:custGeom>
              <a:avLst/>
              <a:gdLst/>
              <a:ahLst/>
              <a:cxnLst/>
              <a:rect l="l" t="t" r="r" b="b"/>
              <a:pathLst>
                <a:path w="3747" h="3299" extrusionOk="0">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73"/>
            <p:cNvSpPr/>
            <p:nvPr/>
          </p:nvSpPr>
          <p:spPr>
            <a:xfrm>
              <a:off x="5772311" y="4428147"/>
              <a:ext cx="43744" cy="37648"/>
            </a:xfrm>
            <a:custGeom>
              <a:avLst/>
              <a:gdLst/>
              <a:ahLst/>
              <a:cxnLst/>
              <a:rect l="l" t="t" r="r" b="b"/>
              <a:pathLst>
                <a:path w="1665" h="1433" extrusionOk="0">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73"/>
            <p:cNvSpPr/>
            <p:nvPr/>
          </p:nvSpPr>
          <p:spPr>
            <a:xfrm>
              <a:off x="6000277" y="4403057"/>
              <a:ext cx="102436" cy="87803"/>
            </a:xfrm>
            <a:custGeom>
              <a:avLst/>
              <a:gdLst/>
              <a:ahLst/>
              <a:cxnLst/>
              <a:rect l="l" t="t" r="r" b="b"/>
              <a:pathLst>
                <a:path w="3899" h="3342" extrusionOk="0">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73"/>
            <p:cNvSpPr/>
            <p:nvPr/>
          </p:nvSpPr>
          <p:spPr>
            <a:xfrm>
              <a:off x="6016119" y="4404108"/>
              <a:ext cx="98443" cy="86673"/>
            </a:xfrm>
            <a:custGeom>
              <a:avLst/>
              <a:gdLst/>
              <a:ahLst/>
              <a:cxnLst/>
              <a:rect l="l" t="t" r="r" b="b"/>
              <a:pathLst>
                <a:path w="3747" h="3299" extrusionOk="0">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73"/>
            <p:cNvSpPr/>
            <p:nvPr/>
          </p:nvSpPr>
          <p:spPr>
            <a:xfrm>
              <a:off x="6033801" y="4428147"/>
              <a:ext cx="43954" cy="37648"/>
            </a:xfrm>
            <a:custGeom>
              <a:avLst/>
              <a:gdLst/>
              <a:ahLst/>
              <a:cxnLst/>
              <a:rect l="l" t="t" r="r" b="b"/>
              <a:pathLst>
                <a:path w="1673" h="1433" extrusionOk="0">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73"/>
            <p:cNvSpPr/>
            <p:nvPr/>
          </p:nvSpPr>
          <p:spPr>
            <a:xfrm>
              <a:off x="5728567" y="4328469"/>
              <a:ext cx="39382" cy="49051"/>
            </a:xfrm>
            <a:custGeom>
              <a:avLst/>
              <a:gdLst/>
              <a:ahLst/>
              <a:cxnLst/>
              <a:rect l="l" t="t" r="r" b="b"/>
              <a:pathLst>
                <a:path w="1499" h="1867" extrusionOk="0">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73"/>
            <p:cNvSpPr/>
            <p:nvPr/>
          </p:nvSpPr>
          <p:spPr>
            <a:xfrm>
              <a:off x="6109071" y="4346886"/>
              <a:ext cx="28821" cy="24985"/>
            </a:xfrm>
            <a:custGeom>
              <a:avLst/>
              <a:gdLst/>
              <a:ahLst/>
              <a:cxnLst/>
              <a:rect l="l" t="t" r="r" b="b"/>
              <a:pathLst>
                <a:path w="1097" h="951" extrusionOk="0">
                  <a:moveTo>
                    <a:pt x="0" y="0"/>
                  </a:moveTo>
                  <a:lnTo>
                    <a:pt x="0" y="950"/>
                  </a:lnTo>
                  <a:lnTo>
                    <a:pt x="951" y="950"/>
                  </a:lnTo>
                  <a:lnTo>
                    <a:pt x="951" y="319"/>
                  </a:lnTo>
                  <a:lnTo>
                    <a:pt x="1096" y="0"/>
                  </a:ln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9" name="Google Shape;7989;p73"/>
          <p:cNvGrpSpPr/>
          <p:nvPr/>
        </p:nvGrpSpPr>
        <p:grpSpPr>
          <a:xfrm>
            <a:off x="834210" y="3696905"/>
            <a:ext cx="371782" cy="342751"/>
            <a:chOff x="834210" y="3696905"/>
            <a:chExt cx="371782" cy="342751"/>
          </a:xfrm>
        </p:grpSpPr>
        <p:sp>
          <p:nvSpPr>
            <p:cNvPr id="7990" name="Google Shape;7990;p73"/>
            <p:cNvSpPr/>
            <p:nvPr/>
          </p:nvSpPr>
          <p:spPr>
            <a:xfrm>
              <a:off x="866289" y="3696905"/>
              <a:ext cx="138876" cy="111500"/>
            </a:xfrm>
            <a:custGeom>
              <a:avLst/>
              <a:gdLst/>
              <a:ahLst/>
              <a:cxnLst/>
              <a:rect l="l" t="t" r="r" b="b"/>
              <a:pathLst>
                <a:path w="5286" h="4244" extrusionOk="0">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73"/>
            <p:cNvSpPr/>
            <p:nvPr/>
          </p:nvSpPr>
          <p:spPr>
            <a:xfrm>
              <a:off x="1035221" y="3696905"/>
              <a:ext cx="138693" cy="111500"/>
            </a:xfrm>
            <a:custGeom>
              <a:avLst/>
              <a:gdLst/>
              <a:ahLst/>
              <a:cxnLst/>
              <a:rect l="l" t="t" r="r" b="b"/>
              <a:pathLst>
                <a:path w="5279" h="4244" extrusionOk="0">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73"/>
            <p:cNvSpPr/>
            <p:nvPr/>
          </p:nvSpPr>
          <p:spPr>
            <a:xfrm>
              <a:off x="867550" y="3750080"/>
              <a:ext cx="137615" cy="58325"/>
            </a:xfrm>
            <a:custGeom>
              <a:avLst/>
              <a:gdLst/>
              <a:ahLst/>
              <a:cxnLst/>
              <a:rect l="l" t="t" r="r" b="b"/>
              <a:pathLst>
                <a:path w="5238" h="2220" extrusionOk="0">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73"/>
            <p:cNvSpPr/>
            <p:nvPr/>
          </p:nvSpPr>
          <p:spPr>
            <a:xfrm>
              <a:off x="1035221" y="3750080"/>
              <a:ext cx="137431" cy="58325"/>
            </a:xfrm>
            <a:custGeom>
              <a:avLst/>
              <a:gdLst/>
              <a:ahLst/>
              <a:cxnLst/>
              <a:rect l="l" t="t" r="r" b="b"/>
              <a:pathLst>
                <a:path w="5231" h="2220" extrusionOk="0">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73"/>
            <p:cNvSpPr/>
            <p:nvPr/>
          </p:nvSpPr>
          <p:spPr>
            <a:xfrm>
              <a:off x="994210" y="3756438"/>
              <a:ext cx="51967" cy="51967"/>
            </a:xfrm>
            <a:custGeom>
              <a:avLst/>
              <a:gdLst/>
              <a:ahLst/>
              <a:cxnLst/>
              <a:rect l="l" t="t" r="r" b="b"/>
              <a:pathLst>
                <a:path w="1978" h="1978" extrusionOk="0">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73"/>
            <p:cNvSpPr/>
            <p:nvPr/>
          </p:nvSpPr>
          <p:spPr>
            <a:xfrm>
              <a:off x="994210" y="3783420"/>
              <a:ext cx="51967" cy="24985"/>
            </a:xfrm>
            <a:custGeom>
              <a:avLst/>
              <a:gdLst/>
              <a:ahLst/>
              <a:cxnLst/>
              <a:rect l="l" t="t" r="r" b="b"/>
              <a:pathLst>
                <a:path w="1978" h="951" extrusionOk="0">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73"/>
            <p:cNvSpPr/>
            <p:nvPr/>
          </p:nvSpPr>
          <p:spPr>
            <a:xfrm>
              <a:off x="861718" y="3851387"/>
              <a:ext cx="316768" cy="188269"/>
            </a:xfrm>
            <a:custGeom>
              <a:avLst/>
              <a:gdLst/>
              <a:ahLst/>
              <a:cxnLst/>
              <a:rect l="l" t="t" r="r" b="b"/>
              <a:pathLst>
                <a:path w="12057" h="7166" extrusionOk="0">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73"/>
            <p:cNvSpPr/>
            <p:nvPr/>
          </p:nvSpPr>
          <p:spPr>
            <a:xfrm>
              <a:off x="861718" y="3851387"/>
              <a:ext cx="316768" cy="29005"/>
            </a:xfrm>
            <a:custGeom>
              <a:avLst/>
              <a:gdLst/>
              <a:ahLst/>
              <a:cxnLst/>
              <a:rect l="l" t="t" r="r" b="b"/>
              <a:pathLst>
                <a:path w="12057" h="1104" extrusionOk="0">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73"/>
            <p:cNvSpPr/>
            <p:nvPr/>
          </p:nvSpPr>
          <p:spPr>
            <a:xfrm>
              <a:off x="834394" y="3797450"/>
              <a:ext cx="371598" cy="64893"/>
            </a:xfrm>
            <a:custGeom>
              <a:avLst/>
              <a:gdLst/>
              <a:ahLst/>
              <a:cxnLst/>
              <a:rect l="l" t="t" r="r" b="b"/>
              <a:pathLst>
                <a:path w="14144" h="2470" extrusionOk="0">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73"/>
            <p:cNvSpPr/>
            <p:nvPr/>
          </p:nvSpPr>
          <p:spPr>
            <a:xfrm>
              <a:off x="834210" y="3837174"/>
              <a:ext cx="371782" cy="25169"/>
            </a:xfrm>
            <a:custGeom>
              <a:avLst/>
              <a:gdLst/>
              <a:ahLst/>
              <a:cxnLst/>
              <a:rect l="l" t="t" r="r" b="b"/>
              <a:pathLst>
                <a:path w="14151" h="958" extrusionOk="0">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73"/>
            <p:cNvSpPr/>
            <p:nvPr/>
          </p:nvSpPr>
          <p:spPr>
            <a:xfrm>
              <a:off x="987642" y="3797450"/>
              <a:ext cx="64919" cy="242206"/>
            </a:xfrm>
            <a:custGeom>
              <a:avLst/>
              <a:gdLst/>
              <a:ahLst/>
              <a:cxnLst/>
              <a:rect l="l" t="t" r="r" b="b"/>
              <a:pathLst>
                <a:path w="2471" h="9219" extrusionOk="0">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73"/>
            <p:cNvSpPr/>
            <p:nvPr/>
          </p:nvSpPr>
          <p:spPr>
            <a:xfrm>
              <a:off x="1027366" y="3797450"/>
              <a:ext cx="25195" cy="242206"/>
            </a:xfrm>
            <a:custGeom>
              <a:avLst/>
              <a:gdLst/>
              <a:ahLst/>
              <a:cxnLst/>
              <a:rect l="l" t="t" r="r" b="b"/>
              <a:pathLst>
                <a:path w="959" h="9219" extrusionOk="0">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2" name="Google Shape;8002;p73"/>
          <p:cNvGrpSpPr/>
          <p:nvPr/>
        </p:nvGrpSpPr>
        <p:grpSpPr>
          <a:xfrm>
            <a:off x="1359398" y="3682271"/>
            <a:ext cx="395296" cy="371966"/>
            <a:chOff x="1359398" y="3682271"/>
            <a:chExt cx="395296" cy="371966"/>
          </a:xfrm>
        </p:grpSpPr>
        <p:sp>
          <p:nvSpPr>
            <p:cNvPr id="8003" name="Google Shape;8003;p73"/>
            <p:cNvSpPr/>
            <p:nvPr/>
          </p:nvSpPr>
          <p:spPr>
            <a:xfrm>
              <a:off x="1382911" y="3682271"/>
              <a:ext cx="371782" cy="371966"/>
            </a:xfrm>
            <a:custGeom>
              <a:avLst/>
              <a:gdLst/>
              <a:ahLst/>
              <a:cxnLst/>
              <a:rect l="l" t="t" r="r" b="b"/>
              <a:pathLst>
                <a:path w="14151" h="14158" extrusionOk="0">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73"/>
            <p:cNvSpPr/>
            <p:nvPr/>
          </p:nvSpPr>
          <p:spPr>
            <a:xfrm>
              <a:off x="1498090" y="3920668"/>
              <a:ext cx="141241" cy="39172"/>
            </a:xfrm>
            <a:custGeom>
              <a:avLst/>
              <a:gdLst/>
              <a:ahLst/>
              <a:cxnLst/>
              <a:rect l="l" t="t" r="r" b="b"/>
              <a:pathLst>
                <a:path w="5376" h="1491" extrusionOk="0">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73"/>
            <p:cNvSpPr/>
            <p:nvPr/>
          </p:nvSpPr>
          <p:spPr>
            <a:xfrm>
              <a:off x="1490786" y="3826428"/>
              <a:ext cx="30108" cy="41931"/>
            </a:xfrm>
            <a:custGeom>
              <a:avLst/>
              <a:gdLst/>
              <a:ahLst/>
              <a:cxnLst/>
              <a:rect l="l" t="t" r="r" b="b"/>
              <a:pathLst>
                <a:path w="1146" h="1596" extrusionOk="0">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73"/>
            <p:cNvSpPr/>
            <p:nvPr/>
          </p:nvSpPr>
          <p:spPr>
            <a:xfrm>
              <a:off x="1502819" y="3826349"/>
              <a:ext cx="18075" cy="29951"/>
            </a:xfrm>
            <a:custGeom>
              <a:avLst/>
              <a:gdLst/>
              <a:ahLst/>
              <a:cxnLst/>
              <a:rect l="l" t="t" r="r" b="b"/>
              <a:pathLst>
                <a:path w="688"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73"/>
            <p:cNvSpPr/>
            <p:nvPr/>
          </p:nvSpPr>
          <p:spPr>
            <a:xfrm>
              <a:off x="1616710" y="3826244"/>
              <a:ext cx="30082" cy="42115"/>
            </a:xfrm>
            <a:custGeom>
              <a:avLst/>
              <a:gdLst/>
              <a:ahLst/>
              <a:cxnLst/>
              <a:rect l="l" t="t" r="r" b="b"/>
              <a:pathLst>
                <a:path w="1145" h="1603" extrusionOk="0">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73"/>
            <p:cNvSpPr/>
            <p:nvPr/>
          </p:nvSpPr>
          <p:spPr>
            <a:xfrm>
              <a:off x="1628743" y="3826349"/>
              <a:ext cx="18049" cy="29951"/>
            </a:xfrm>
            <a:custGeom>
              <a:avLst/>
              <a:gdLst/>
              <a:ahLst/>
              <a:cxnLst/>
              <a:rect l="l" t="t" r="r" b="b"/>
              <a:pathLst>
                <a:path w="687" h="1140" extrusionOk="0">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73"/>
            <p:cNvSpPr/>
            <p:nvPr/>
          </p:nvSpPr>
          <p:spPr>
            <a:xfrm>
              <a:off x="1359398" y="3724018"/>
              <a:ext cx="353733" cy="330114"/>
            </a:xfrm>
            <a:custGeom>
              <a:avLst/>
              <a:gdLst/>
              <a:ahLst/>
              <a:cxnLst/>
              <a:rect l="l" t="t" r="r" b="b"/>
              <a:pathLst>
                <a:path w="13464" h="12565" extrusionOk="0">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0" name="Google Shape;8010;p73"/>
          <p:cNvGrpSpPr/>
          <p:nvPr/>
        </p:nvGrpSpPr>
        <p:grpSpPr>
          <a:xfrm>
            <a:off x="1908099" y="3682271"/>
            <a:ext cx="395296" cy="371966"/>
            <a:chOff x="1908099" y="3682271"/>
            <a:chExt cx="395296" cy="371966"/>
          </a:xfrm>
        </p:grpSpPr>
        <p:sp>
          <p:nvSpPr>
            <p:cNvPr id="8011" name="Google Shape;8011;p73"/>
            <p:cNvSpPr/>
            <p:nvPr/>
          </p:nvSpPr>
          <p:spPr>
            <a:xfrm>
              <a:off x="1931613" y="3682271"/>
              <a:ext cx="371782" cy="371966"/>
            </a:xfrm>
            <a:custGeom>
              <a:avLst/>
              <a:gdLst/>
              <a:ahLst/>
              <a:cxnLst/>
              <a:rect l="l" t="t" r="r" b="b"/>
              <a:pathLst>
                <a:path w="14151"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73"/>
            <p:cNvSpPr/>
            <p:nvPr/>
          </p:nvSpPr>
          <p:spPr>
            <a:xfrm>
              <a:off x="2039487"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73"/>
            <p:cNvSpPr/>
            <p:nvPr/>
          </p:nvSpPr>
          <p:spPr>
            <a:xfrm>
              <a:off x="2051520"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73"/>
            <p:cNvSpPr/>
            <p:nvPr/>
          </p:nvSpPr>
          <p:spPr>
            <a:xfrm>
              <a:off x="2165412"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73"/>
            <p:cNvSpPr/>
            <p:nvPr/>
          </p:nvSpPr>
          <p:spPr>
            <a:xfrm>
              <a:off x="2177444"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73"/>
            <p:cNvSpPr/>
            <p:nvPr/>
          </p:nvSpPr>
          <p:spPr>
            <a:xfrm>
              <a:off x="2047501" y="3920825"/>
              <a:ext cx="140532" cy="39015"/>
            </a:xfrm>
            <a:custGeom>
              <a:avLst/>
              <a:gdLst/>
              <a:ahLst/>
              <a:cxnLst/>
              <a:rect l="l" t="t" r="r" b="b"/>
              <a:pathLst>
                <a:path w="5349" h="1485" extrusionOk="0">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73"/>
            <p:cNvSpPr/>
            <p:nvPr/>
          </p:nvSpPr>
          <p:spPr>
            <a:xfrm>
              <a:off x="1908099"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8" name="Google Shape;8018;p73"/>
          <p:cNvGrpSpPr/>
          <p:nvPr/>
        </p:nvGrpSpPr>
        <p:grpSpPr>
          <a:xfrm>
            <a:off x="2456800" y="3682271"/>
            <a:ext cx="395270" cy="371966"/>
            <a:chOff x="2456800" y="3682271"/>
            <a:chExt cx="395270" cy="371966"/>
          </a:xfrm>
        </p:grpSpPr>
        <p:sp>
          <p:nvSpPr>
            <p:cNvPr id="8019" name="Google Shape;8019;p73"/>
            <p:cNvSpPr/>
            <p:nvPr/>
          </p:nvSpPr>
          <p:spPr>
            <a:xfrm>
              <a:off x="2480314" y="3682271"/>
              <a:ext cx="371756" cy="371966"/>
            </a:xfrm>
            <a:custGeom>
              <a:avLst/>
              <a:gdLst/>
              <a:ahLst/>
              <a:cxnLst/>
              <a:rect l="l" t="t" r="r" b="b"/>
              <a:pathLst>
                <a:path w="14150"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73"/>
            <p:cNvSpPr/>
            <p:nvPr/>
          </p:nvSpPr>
          <p:spPr>
            <a:xfrm>
              <a:off x="2456800"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73"/>
            <p:cNvSpPr/>
            <p:nvPr/>
          </p:nvSpPr>
          <p:spPr>
            <a:xfrm>
              <a:off x="2557318" y="3892267"/>
              <a:ext cx="217589" cy="96000"/>
            </a:xfrm>
            <a:custGeom>
              <a:avLst/>
              <a:gdLst/>
              <a:ahLst/>
              <a:cxnLst/>
              <a:rect l="l" t="t" r="r" b="b"/>
              <a:pathLst>
                <a:path w="8282" h="3654" extrusionOk="0">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73"/>
            <p:cNvSpPr/>
            <p:nvPr/>
          </p:nvSpPr>
          <p:spPr>
            <a:xfrm>
              <a:off x="2557318" y="3892267"/>
              <a:ext cx="217746" cy="53359"/>
            </a:xfrm>
            <a:custGeom>
              <a:avLst/>
              <a:gdLst/>
              <a:ahLst/>
              <a:cxnLst/>
              <a:rect l="l" t="t" r="r" b="b"/>
              <a:pathLst>
                <a:path w="8288" h="2031" extrusionOk="0">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73"/>
            <p:cNvSpPr/>
            <p:nvPr/>
          </p:nvSpPr>
          <p:spPr>
            <a:xfrm>
              <a:off x="2588189"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73"/>
            <p:cNvSpPr/>
            <p:nvPr/>
          </p:nvSpPr>
          <p:spPr>
            <a:xfrm>
              <a:off x="2600221"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73"/>
            <p:cNvSpPr/>
            <p:nvPr/>
          </p:nvSpPr>
          <p:spPr>
            <a:xfrm>
              <a:off x="2714113"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73"/>
            <p:cNvSpPr/>
            <p:nvPr/>
          </p:nvSpPr>
          <p:spPr>
            <a:xfrm>
              <a:off x="2726146"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73"/>
            <p:cNvSpPr/>
            <p:nvPr/>
          </p:nvSpPr>
          <p:spPr>
            <a:xfrm>
              <a:off x="2577259" y="3895131"/>
              <a:ext cx="177681" cy="33156"/>
            </a:xfrm>
            <a:custGeom>
              <a:avLst/>
              <a:gdLst/>
              <a:ahLst/>
              <a:cxnLst/>
              <a:rect l="l" t="t" r="r" b="b"/>
              <a:pathLst>
                <a:path w="6763" h="1262" extrusionOk="0">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8" name="Google Shape;8028;p73"/>
          <p:cNvGrpSpPr/>
          <p:nvPr/>
        </p:nvGrpSpPr>
        <p:grpSpPr>
          <a:xfrm>
            <a:off x="3014250" y="3682271"/>
            <a:ext cx="391092" cy="371940"/>
            <a:chOff x="3014250" y="3682271"/>
            <a:chExt cx="391092" cy="371940"/>
          </a:xfrm>
        </p:grpSpPr>
        <p:sp>
          <p:nvSpPr>
            <p:cNvPr id="8029" name="Google Shape;8029;p73"/>
            <p:cNvSpPr/>
            <p:nvPr/>
          </p:nvSpPr>
          <p:spPr>
            <a:xfrm>
              <a:off x="3014250" y="3682271"/>
              <a:ext cx="386521" cy="371940"/>
            </a:xfrm>
            <a:custGeom>
              <a:avLst/>
              <a:gdLst/>
              <a:ahLst/>
              <a:cxnLst/>
              <a:rect l="l" t="t" r="r" b="b"/>
              <a:pathLst>
                <a:path w="14712" h="14157" extrusionOk="0">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73"/>
            <p:cNvSpPr/>
            <p:nvPr/>
          </p:nvSpPr>
          <p:spPr>
            <a:xfrm>
              <a:off x="3028279" y="3694567"/>
              <a:ext cx="377063" cy="347480"/>
            </a:xfrm>
            <a:custGeom>
              <a:avLst/>
              <a:gdLst/>
              <a:ahLst/>
              <a:cxnLst/>
              <a:rect l="l" t="t" r="r" b="b"/>
              <a:pathLst>
                <a:path w="14352" h="13226" extrusionOk="0">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73"/>
            <p:cNvSpPr/>
            <p:nvPr/>
          </p:nvSpPr>
          <p:spPr>
            <a:xfrm>
              <a:off x="3144167" y="3741332"/>
              <a:ext cx="141267" cy="253871"/>
            </a:xfrm>
            <a:custGeom>
              <a:avLst/>
              <a:gdLst/>
              <a:ahLst/>
              <a:cxnLst/>
              <a:rect l="l" t="t" r="r" b="b"/>
              <a:pathLst>
                <a:path w="5377" h="9663" extrusionOk="0">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2" name="Google Shape;8032;p73"/>
          <p:cNvGrpSpPr/>
          <p:nvPr/>
        </p:nvGrpSpPr>
        <p:grpSpPr>
          <a:xfrm>
            <a:off x="3569125" y="3702947"/>
            <a:ext cx="388728" cy="330692"/>
            <a:chOff x="3569125" y="3702947"/>
            <a:chExt cx="388728" cy="330692"/>
          </a:xfrm>
        </p:grpSpPr>
        <p:sp>
          <p:nvSpPr>
            <p:cNvPr id="8033" name="Google Shape;8033;p73"/>
            <p:cNvSpPr/>
            <p:nvPr/>
          </p:nvSpPr>
          <p:spPr>
            <a:xfrm>
              <a:off x="3569125" y="3702947"/>
              <a:ext cx="388728" cy="330692"/>
            </a:xfrm>
            <a:custGeom>
              <a:avLst/>
              <a:gdLst/>
              <a:ahLst/>
              <a:cxnLst/>
              <a:rect l="l" t="t" r="r" b="b"/>
              <a:pathLst>
                <a:path w="14796" h="12587" extrusionOk="0">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73"/>
            <p:cNvSpPr/>
            <p:nvPr/>
          </p:nvSpPr>
          <p:spPr>
            <a:xfrm>
              <a:off x="3607036" y="3733135"/>
              <a:ext cx="313089" cy="270265"/>
            </a:xfrm>
            <a:custGeom>
              <a:avLst/>
              <a:gdLst/>
              <a:ahLst/>
              <a:cxnLst/>
              <a:rect l="l" t="t" r="r" b="b"/>
              <a:pathLst>
                <a:path w="11917" h="10287" extrusionOk="0">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73"/>
            <p:cNvSpPr/>
            <p:nvPr/>
          </p:nvSpPr>
          <p:spPr>
            <a:xfrm>
              <a:off x="3731489" y="3930126"/>
              <a:ext cx="55987" cy="47816"/>
            </a:xfrm>
            <a:custGeom>
              <a:avLst/>
              <a:gdLst/>
              <a:ahLst/>
              <a:cxnLst/>
              <a:rect l="l" t="t" r="r" b="b"/>
              <a:pathLst>
                <a:path w="2131" h="1820" extrusionOk="0">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73"/>
            <p:cNvSpPr/>
            <p:nvPr/>
          </p:nvSpPr>
          <p:spPr>
            <a:xfrm>
              <a:off x="3742812" y="3798185"/>
              <a:ext cx="41379" cy="112446"/>
            </a:xfrm>
            <a:custGeom>
              <a:avLst/>
              <a:gdLst/>
              <a:ahLst/>
              <a:cxnLst/>
              <a:rect l="l" t="t" r="r" b="b"/>
              <a:pathLst>
                <a:path w="1575" h="4280" extrusionOk="0">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7" name="Google Shape;8037;p73"/>
          <p:cNvGrpSpPr/>
          <p:nvPr/>
        </p:nvGrpSpPr>
        <p:grpSpPr>
          <a:xfrm>
            <a:off x="4111994" y="3682455"/>
            <a:ext cx="387992" cy="371625"/>
            <a:chOff x="4111994" y="3682455"/>
            <a:chExt cx="387992" cy="371625"/>
          </a:xfrm>
        </p:grpSpPr>
        <p:sp>
          <p:nvSpPr>
            <p:cNvPr id="8038" name="Google Shape;8038;p73"/>
            <p:cNvSpPr/>
            <p:nvPr/>
          </p:nvSpPr>
          <p:spPr>
            <a:xfrm>
              <a:off x="4111994" y="3682455"/>
              <a:ext cx="386179" cy="371572"/>
            </a:xfrm>
            <a:custGeom>
              <a:avLst/>
              <a:gdLst/>
              <a:ahLst/>
              <a:cxnLst/>
              <a:rect l="l" t="t" r="r" b="b"/>
              <a:pathLst>
                <a:path w="14699" h="14143" extrusionOk="0">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73"/>
            <p:cNvSpPr/>
            <p:nvPr/>
          </p:nvSpPr>
          <p:spPr>
            <a:xfrm>
              <a:off x="4301156" y="3682455"/>
              <a:ext cx="198830" cy="371625"/>
            </a:xfrm>
            <a:custGeom>
              <a:avLst/>
              <a:gdLst/>
              <a:ahLst/>
              <a:cxnLst/>
              <a:rect l="l" t="t" r="r" b="b"/>
              <a:pathLst>
                <a:path w="7568" h="14145" extrusionOk="0">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0" name="Google Shape;8040;p73"/>
          <p:cNvGrpSpPr/>
          <p:nvPr/>
        </p:nvGrpSpPr>
        <p:grpSpPr>
          <a:xfrm>
            <a:off x="4674908" y="3682271"/>
            <a:ext cx="371966" cy="371966"/>
            <a:chOff x="4674908" y="3682271"/>
            <a:chExt cx="371966" cy="371966"/>
          </a:xfrm>
        </p:grpSpPr>
        <p:sp>
          <p:nvSpPr>
            <p:cNvPr id="8041" name="Google Shape;8041;p73"/>
            <p:cNvSpPr/>
            <p:nvPr/>
          </p:nvSpPr>
          <p:spPr>
            <a:xfrm>
              <a:off x="4674908" y="3682271"/>
              <a:ext cx="371966" cy="371966"/>
            </a:xfrm>
            <a:custGeom>
              <a:avLst/>
              <a:gdLst/>
              <a:ahLst/>
              <a:cxnLst/>
              <a:rect l="l" t="t" r="r" b="b"/>
              <a:pathLst>
                <a:path w="14158" h="14158" extrusionOk="0">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73"/>
            <p:cNvSpPr/>
            <p:nvPr/>
          </p:nvSpPr>
          <p:spPr>
            <a:xfrm>
              <a:off x="4690934" y="3698140"/>
              <a:ext cx="339887" cy="340071"/>
            </a:xfrm>
            <a:custGeom>
              <a:avLst/>
              <a:gdLst/>
              <a:ahLst/>
              <a:cxnLst/>
              <a:rect l="l" t="t" r="r" b="b"/>
              <a:pathLst>
                <a:path w="12937" h="12944" extrusionOk="0">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73"/>
            <p:cNvSpPr/>
            <p:nvPr/>
          </p:nvSpPr>
          <p:spPr>
            <a:xfrm>
              <a:off x="4802829" y="3742409"/>
              <a:ext cx="103908" cy="89169"/>
            </a:xfrm>
            <a:custGeom>
              <a:avLst/>
              <a:gdLst/>
              <a:ahLst/>
              <a:cxnLst/>
              <a:rect l="l" t="t" r="r" b="b"/>
              <a:pathLst>
                <a:path w="3955" h="3394" extrusionOk="0">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73"/>
            <p:cNvSpPr/>
            <p:nvPr/>
          </p:nvSpPr>
          <p:spPr>
            <a:xfrm>
              <a:off x="4789167" y="3855591"/>
              <a:ext cx="143448" cy="138509"/>
            </a:xfrm>
            <a:custGeom>
              <a:avLst/>
              <a:gdLst/>
              <a:ahLst/>
              <a:cxnLst/>
              <a:rect l="l" t="t" r="r" b="b"/>
              <a:pathLst>
                <a:path w="5460" h="5272" extrusionOk="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5" name="Google Shape;8045;p73"/>
          <p:cNvGrpSpPr/>
          <p:nvPr/>
        </p:nvGrpSpPr>
        <p:grpSpPr>
          <a:xfrm>
            <a:off x="5223609" y="3731112"/>
            <a:ext cx="371782" cy="274285"/>
            <a:chOff x="5223609" y="3731112"/>
            <a:chExt cx="371782" cy="274285"/>
          </a:xfrm>
        </p:grpSpPr>
        <p:sp>
          <p:nvSpPr>
            <p:cNvPr id="8046" name="Google Shape;8046;p73"/>
            <p:cNvSpPr/>
            <p:nvPr/>
          </p:nvSpPr>
          <p:spPr>
            <a:xfrm>
              <a:off x="5223609" y="3731112"/>
              <a:ext cx="371782" cy="274285"/>
            </a:xfrm>
            <a:custGeom>
              <a:avLst/>
              <a:gdLst/>
              <a:ahLst/>
              <a:cxnLst/>
              <a:rect l="l" t="t" r="r" b="b"/>
              <a:pathLst>
                <a:path w="14151" h="10440" extrusionOk="0">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73"/>
            <p:cNvSpPr/>
            <p:nvPr/>
          </p:nvSpPr>
          <p:spPr>
            <a:xfrm>
              <a:off x="5338236" y="3769391"/>
              <a:ext cx="257155" cy="236006"/>
            </a:xfrm>
            <a:custGeom>
              <a:avLst/>
              <a:gdLst/>
              <a:ahLst/>
              <a:cxnLst/>
              <a:rect l="l" t="t" r="r" b="b"/>
              <a:pathLst>
                <a:path w="9788" h="8983" extrusionOk="0">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48" name="Google Shape;8048;p73"/>
          <p:cNvSpPr/>
          <p:nvPr/>
        </p:nvSpPr>
        <p:spPr>
          <a:xfrm>
            <a:off x="5812218" y="3723834"/>
            <a:ext cx="291966" cy="289050"/>
          </a:xfrm>
          <a:custGeom>
            <a:avLst/>
            <a:gdLst/>
            <a:ahLst/>
            <a:cxnLst/>
            <a:rect l="l" t="t" r="r" b="b"/>
            <a:pathLst>
              <a:path w="11113" h="11002" extrusionOk="0">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49" name="Google Shape;8049;p73"/>
          <p:cNvGrpSpPr/>
          <p:nvPr/>
        </p:nvGrpSpPr>
        <p:grpSpPr>
          <a:xfrm>
            <a:off x="6319908" y="3696721"/>
            <a:ext cx="373963" cy="343119"/>
            <a:chOff x="6319908" y="3696721"/>
            <a:chExt cx="373963" cy="343119"/>
          </a:xfrm>
        </p:grpSpPr>
        <p:sp>
          <p:nvSpPr>
            <p:cNvPr id="8050" name="Google Shape;8050;p73"/>
            <p:cNvSpPr/>
            <p:nvPr/>
          </p:nvSpPr>
          <p:spPr>
            <a:xfrm>
              <a:off x="6378049" y="3745325"/>
              <a:ext cx="48315" cy="66180"/>
            </a:xfrm>
            <a:custGeom>
              <a:avLst/>
              <a:gdLst/>
              <a:ahLst/>
              <a:cxnLst/>
              <a:rect l="l" t="t" r="r" b="b"/>
              <a:pathLst>
                <a:path w="1839" h="2519" extrusionOk="0">
                  <a:moveTo>
                    <a:pt x="0" y="1"/>
                  </a:moveTo>
                  <a:lnTo>
                    <a:pt x="0" y="2519"/>
                  </a:lnTo>
                  <a:lnTo>
                    <a:pt x="1838" y="923"/>
                  </a:lnTo>
                  <a:lnTo>
                    <a:pt x="1838" y="1"/>
                  </a:lnTo>
                  <a:close/>
                </a:path>
              </a:pathLst>
            </a:custGeom>
            <a:solidFill>
              <a:srgbClr val="B7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73"/>
            <p:cNvSpPr/>
            <p:nvPr/>
          </p:nvSpPr>
          <p:spPr>
            <a:xfrm>
              <a:off x="6401195" y="3745325"/>
              <a:ext cx="25169" cy="46135"/>
            </a:xfrm>
            <a:custGeom>
              <a:avLst/>
              <a:gdLst/>
              <a:ahLst/>
              <a:cxnLst/>
              <a:rect l="l" t="t" r="r" b="b"/>
              <a:pathLst>
                <a:path w="958" h="1756" extrusionOk="0">
                  <a:moveTo>
                    <a:pt x="0" y="1"/>
                  </a:moveTo>
                  <a:lnTo>
                    <a:pt x="0" y="1756"/>
                  </a:lnTo>
                  <a:lnTo>
                    <a:pt x="957" y="923"/>
                  </a:lnTo>
                  <a:lnTo>
                    <a:pt x="957"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73"/>
            <p:cNvSpPr/>
            <p:nvPr/>
          </p:nvSpPr>
          <p:spPr>
            <a:xfrm>
              <a:off x="6366016" y="3736813"/>
              <a:ext cx="281562" cy="303027"/>
            </a:xfrm>
            <a:custGeom>
              <a:avLst/>
              <a:gdLst/>
              <a:ahLst/>
              <a:cxnLst/>
              <a:rect l="l" t="t" r="r" b="b"/>
              <a:pathLst>
                <a:path w="10717" h="11534" extrusionOk="0">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73"/>
            <p:cNvSpPr/>
            <p:nvPr/>
          </p:nvSpPr>
          <p:spPr>
            <a:xfrm>
              <a:off x="6493753" y="3736813"/>
              <a:ext cx="153825" cy="303027"/>
            </a:xfrm>
            <a:custGeom>
              <a:avLst/>
              <a:gdLst/>
              <a:ahLst/>
              <a:cxnLst/>
              <a:rect l="l" t="t" r="r" b="b"/>
              <a:pathLst>
                <a:path w="5855" h="11534" extrusionOk="0">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73"/>
            <p:cNvSpPr/>
            <p:nvPr/>
          </p:nvSpPr>
          <p:spPr>
            <a:xfrm>
              <a:off x="6366200" y="3726750"/>
              <a:ext cx="70174" cy="22069"/>
            </a:xfrm>
            <a:custGeom>
              <a:avLst/>
              <a:gdLst/>
              <a:ahLst/>
              <a:cxnLst/>
              <a:rect l="l" t="t" r="r" b="b"/>
              <a:pathLst>
                <a:path w="2671" h="840" extrusionOk="0">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73"/>
            <p:cNvSpPr/>
            <p:nvPr/>
          </p:nvSpPr>
          <p:spPr>
            <a:xfrm>
              <a:off x="6467691" y="3889298"/>
              <a:ext cx="85123" cy="150541"/>
            </a:xfrm>
            <a:custGeom>
              <a:avLst/>
              <a:gdLst/>
              <a:ahLst/>
              <a:cxnLst/>
              <a:rect l="l" t="t" r="r" b="b"/>
              <a:pathLst>
                <a:path w="3240" h="5730" extrusionOk="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73"/>
            <p:cNvSpPr/>
            <p:nvPr/>
          </p:nvSpPr>
          <p:spPr>
            <a:xfrm>
              <a:off x="6519632" y="3889298"/>
              <a:ext cx="33182" cy="150541"/>
            </a:xfrm>
            <a:custGeom>
              <a:avLst/>
              <a:gdLst/>
              <a:ahLst/>
              <a:cxnLst/>
              <a:rect l="l" t="t" r="r" b="b"/>
              <a:pathLst>
                <a:path w="1263" h="5730" extrusionOk="0">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73"/>
            <p:cNvSpPr/>
            <p:nvPr/>
          </p:nvSpPr>
          <p:spPr>
            <a:xfrm>
              <a:off x="6319908" y="3696721"/>
              <a:ext cx="373963" cy="165096"/>
            </a:xfrm>
            <a:custGeom>
              <a:avLst/>
              <a:gdLst/>
              <a:ahLst/>
              <a:cxnLst/>
              <a:rect l="l" t="t" r="r" b="b"/>
              <a:pathLst>
                <a:path w="14234" h="6284" extrusionOk="0">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73"/>
            <p:cNvSpPr/>
            <p:nvPr/>
          </p:nvSpPr>
          <p:spPr>
            <a:xfrm>
              <a:off x="6411021" y="3726750"/>
              <a:ext cx="25353" cy="22253"/>
            </a:xfrm>
            <a:custGeom>
              <a:avLst/>
              <a:gdLst/>
              <a:ahLst/>
              <a:cxnLst/>
              <a:rect l="l" t="t" r="r" b="b"/>
              <a:pathLst>
                <a:path w="965" h="847" extrusionOk="0">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9" name="Google Shape;8059;p73"/>
          <p:cNvGrpSpPr/>
          <p:nvPr/>
        </p:nvGrpSpPr>
        <p:grpSpPr>
          <a:xfrm>
            <a:off x="6871342" y="3740044"/>
            <a:ext cx="371966" cy="256420"/>
            <a:chOff x="6871342" y="3740044"/>
            <a:chExt cx="371966" cy="256420"/>
          </a:xfrm>
        </p:grpSpPr>
        <p:sp>
          <p:nvSpPr>
            <p:cNvPr id="8060" name="Google Shape;8060;p73"/>
            <p:cNvSpPr/>
            <p:nvPr/>
          </p:nvSpPr>
          <p:spPr>
            <a:xfrm>
              <a:off x="6871342" y="3816944"/>
              <a:ext cx="371966" cy="179520"/>
            </a:xfrm>
            <a:custGeom>
              <a:avLst/>
              <a:gdLst/>
              <a:ahLst/>
              <a:cxnLst/>
              <a:rect l="l" t="t" r="r" b="b"/>
              <a:pathLst>
                <a:path w="14158" h="6833" extrusionOk="0">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73"/>
            <p:cNvSpPr/>
            <p:nvPr/>
          </p:nvSpPr>
          <p:spPr>
            <a:xfrm>
              <a:off x="6871342" y="3740044"/>
              <a:ext cx="371966" cy="179520"/>
            </a:xfrm>
            <a:custGeom>
              <a:avLst/>
              <a:gdLst/>
              <a:ahLst/>
              <a:cxnLst/>
              <a:rect l="l" t="t" r="r" b="b"/>
              <a:pathLst>
                <a:path w="14158" h="6833" extrusionOk="0">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73"/>
            <p:cNvSpPr/>
            <p:nvPr/>
          </p:nvSpPr>
          <p:spPr>
            <a:xfrm>
              <a:off x="6890652" y="3759355"/>
              <a:ext cx="333319" cy="140899"/>
            </a:xfrm>
            <a:custGeom>
              <a:avLst/>
              <a:gdLst/>
              <a:ahLst/>
              <a:cxnLst/>
              <a:rect l="l" t="t" r="r" b="b"/>
              <a:pathLst>
                <a:path w="12687" h="5363" extrusionOk="0">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73"/>
            <p:cNvSpPr/>
            <p:nvPr/>
          </p:nvSpPr>
          <p:spPr>
            <a:xfrm>
              <a:off x="6986862" y="3759355"/>
              <a:ext cx="140899" cy="141083"/>
            </a:xfrm>
            <a:custGeom>
              <a:avLst/>
              <a:gdLst/>
              <a:ahLst/>
              <a:cxnLst/>
              <a:rect l="l" t="t" r="r" b="b"/>
              <a:pathLst>
                <a:path w="5363" h="5370" extrusionOk="0">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73"/>
            <p:cNvSpPr/>
            <p:nvPr/>
          </p:nvSpPr>
          <p:spPr>
            <a:xfrm>
              <a:off x="7025141" y="3785023"/>
              <a:ext cx="64184" cy="89773"/>
            </a:xfrm>
            <a:custGeom>
              <a:avLst/>
              <a:gdLst/>
              <a:ahLst/>
              <a:cxnLst/>
              <a:rect l="l" t="t" r="r" b="b"/>
              <a:pathLst>
                <a:path w="2443" h="3417" extrusionOk="0">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73"/>
            <p:cNvSpPr/>
            <p:nvPr/>
          </p:nvSpPr>
          <p:spPr>
            <a:xfrm>
              <a:off x="6890652" y="3759355"/>
              <a:ext cx="12795" cy="12795"/>
            </a:xfrm>
            <a:custGeom>
              <a:avLst/>
              <a:gdLst/>
              <a:ahLst/>
              <a:cxnLst/>
              <a:rect l="l" t="t" r="r" b="b"/>
              <a:pathLst>
                <a:path w="487" h="487" extrusionOk="0">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73"/>
            <p:cNvSpPr/>
            <p:nvPr/>
          </p:nvSpPr>
          <p:spPr>
            <a:xfrm>
              <a:off x="7211203" y="3759355"/>
              <a:ext cx="12768" cy="12795"/>
            </a:xfrm>
            <a:custGeom>
              <a:avLst/>
              <a:gdLst/>
              <a:ahLst/>
              <a:cxnLst/>
              <a:rect l="l" t="t" r="r" b="b"/>
              <a:pathLst>
                <a:path w="486" h="487" extrusionOk="0">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73"/>
            <p:cNvSpPr/>
            <p:nvPr/>
          </p:nvSpPr>
          <p:spPr>
            <a:xfrm>
              <a:off x="6890652" y="3887486"/>
              <a:ext cx="12795" cy="12768"/>
            </a:xfrm>
            <a:custGeom>
              <a:avLst/>
              <a:gdLst/>
              <a:ahLst/>
              <a:cxnLst/>
              <a:rect l="l" t="t" r="r" b="b"/>
              <a:pathLst>
                <a:path w="487" h="486" extrusionOk="0">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73"/>
            <p:cNvSpPr/>
            <p:nvPr/>
          </p:nvSpPr>
          <p:spPr>
            <a:xfrm>
              <a:off x="7211203" y="3887486"/>
              <a:ext cx="12768" cy="12768"/>
            </a:xfrm>
            <a:custGeom>
              <a:avLst/>
              <a:gdLst/>
              <a:ahLst/>
              <a:cxnLst/>
              <a:rect l="l" t="t" r="r" b="b"/>
              <a:pathLst>
                <a:path w="486" h="486" extrusionOk="0">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73"/>
            <p:cNvSpPr/>
            <p:nvPr/>
          </p:nvSpPr>
          <p:spPr>
            <a:xfrm>
              <a:off x="6871342" y="3932306"/>
              <a:ext cx="371966" cy="12952"/>
            </a:xfrm>
            <a:custGeom>
              <a:avLst/>
              <a:gdLst/>
              <a:ahLst/>
              <a:cxnLst/>
              <a:rect l="l" t="t" r="r" b="b"/>
              <a:pathLst>
                <a:path w="14158" h="493" extrusionOk="0">
                  <a:moveTo>
                    <a:pt x="0" y="0"/>
                  </a:moveTo>
                  <a:lnTo>
                    <a:pt x="0" y="493"/>
                  </a:lnTo>
                  <a:lnTo>
                    <a:pt x="14157" y="493"/>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73"/>
            <p:cNvSpPr/>
            <p:nvPr/>
          </p:nvSpPr>
          <p:spPr>
            <a:xfrm>
              <a:off x="6871342" y="3958001"/>
              <a:ext cx="371966" cy="12768"/>
            </a:xfrm>
            <a:custGeom>
              <a:avLst/>
              <a:gdLst/>
              <a:ahLst/>
              <a:cxnLst/>
              <a:rect l="l" t="t" r="r" b="b"/>
              <a:pathLst>
                <a:path w="14158" h="486" extrusionOk="0">
                  <a:moveTo>
                    <a:pt x="0" y="0"/>
                  </a:moveTo>
                  <a:lnTo>
                    <a:pt x="0" y="486"/>
                  </a:lnTo>
                  <a:lnTo>
                    <a:pt x="14157" y="486"/>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73"/>
            <p:cNvSpPr/>
            <p:nvPr/>
          </p:nvSpPr>
          <p:spPr>
            <a:xfrm>
              <a:off x="6871342" y="3983695"/>
              <a:ext cx="371966" cy="12768"/>
            </a:xfrm>
            <a:custGeom>
              <a:avLst/>
              <a:gdLst/>
              <a:ahLst/>
              <a:cxnLst/>
              <a:rect l="l" t="t" r="r" b="b"/>
              <a:pathLst>
                <a:path w="14158" h="486" extrusionOk="0">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2" name="Google Shape;8072;p73"/>
          <p:cNvGrpSpPr/>
          <p:nvPr/>
        </p:nvGrpSpPr>
        <p:grpSpPr>
          <a:xfrm>
            <a:off x="7402362" y="3681535"/>
            <a:ext cx="402757" cy="372728"/>
            <a:chOff x="7402362" y="3681535"/>
            <a:chExt cx="402757" cy="372728"/>
          </a:xfrm>
        </p:grpSpPr>
        <p:sp>
          <p:nvSpPr>
            <p:cNvPr id="8073" name="Google Shape;8073;p73"/>
            <p:cNvSpPr/>
            <p:nvPr/>
          </p:nvSpPr>
          <p:spPr>
            <a:xfrm>
              <a:off x="7471248" y="3681535"/>
              <a:ext cx="333871" cy="303763"/>
            </a:xfrm>
            <a:custGeom>
              <a:avLst/>
              <a:gdLst/>
              <a:ahLst/>
              <a:cxnLst/>
              <a:rect l="l" t="t" r="r" b="b"/>
              <a:pathLst>
                <a:path w="12708" h="11562" extrusionOk="0">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73"/>
            <p:cNvSpPr/>
            <p:nvPr/>
          </p:nvSpPr>
          <p:spPr>
            <a:xfrm>
              <a:off x="7540502" y="3735683"/>
              <a:ext cx="236741" cy="236558"/>
            </a:xfrm>
            <a:custGeom>
              <a:avLst/>
              <a:gdLst/>
              <a:ahLst/>
              <a:cxnLst/>
              <a:rect l="l" t="t" r="r" b="b"/>
              <a:pathLst>
                <a:path w="9011" h="9004" extrusionOk="0">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73"/>
            <p:cNvSpPr/>
            <p:nvPr/>
          </p:nvSpPr>
          <p:spPr>
            <a:xfrm>
              <a:off x="7472693" y="3728274"/>
              <a:ext cx="283585" cy="256998"/>
            </a:xfrm>
            <a:custGeom>
              <a:avLst/>
              <a:gdLst/>
              <a:ahLst/>
              <a:cxnLst/>
              <a:rect l="l" t="t" r="r" b="b"/>
              <a:pathLst>
                <a:path w="10794" h="9782" extrusionOk="0">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73"/>
            <p:cNvSpPr/>
            <p:nvPr/>
          </p:nvSpPr>
          <p:spPr>
            <a:xfrm>
              <a:off x="7508791" y="3711985"/>
              <a:ext cx="251691" cy="243572"/>
            </a:xfrm>
            <a:custGeom>
              <a:avLst/>
              <a:gdLst/>
              <a:ahLst/>
              <a:cxnLst/>
              <a:rect l="l" t="t" r="r" b="b"/>
              <a:pathLst>
                <a:path w="9580" h="9271" extrusionOk="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73"/>
            <p:cNvSpPr/>
            <p:nvPr/>
          </p:nvSpPr>
          <p:spPr>
            <a:xfrm>
              <a:off x="7496575" y="3728248"/>
              <a:ext cx="251323" cy="227310"/>
            </a:xfrm>
            <a:custGeom>
              <a:avLst/>
              <a:gdLst/>
              <a:ahLst/>
              <a:cxnLst/>
              <a:rect l="l" t="t" r="r" b="b"/>
              <a:pathLst>
                <a:path w="9566" h="8652" extrusionOk="0">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73"/>
            <p:cNvSpPr/>
            <p:nvPr/>
          </p:nvSpPr>
          <p:spPr>
            <a:xfrm>
              <a:off x="7511524" y="3731296"/>
              <a:ext cx="221976" cy="232564"/>
            </a:xfrm>
            <a:custGeom>
              <a:avLst/>
              <a:gdLst/>
              <a:ahLst/>
              <a:cxnLst/>
              <a:rect l="l" t="t" r="r" b="b"/>
              <a:pathLst>
                <a:path w="8449" h="8852" extrusionOk="0">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73"/>
            <p:cNvSpPr/>
            <p:nvPr/>
          </p:nvSpPr>
          <p:spPr>
            <a:xfrm>
              <a:off x="7519721" y="3712169"/>
              <a:ext cx="144157" cy="136696"/>
            </a:xfrm>
            <a:custGeom>
              <a:avLst/>
              <a:gdLst/>
              <a:ahLst/>
              <a:cxnLst/>
              <a:rect l="l" t="t" r="r" b="b"/>
              <a:pathLst>
                <a:path w="5487" h="5203" extrusionOk="0">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73"/>
            <p:cNvSpPr/>
            <p:nvPr/>
          </p:nvSpPr>
          <p:spPr>
            <a:xfrm>
              <a:off x="7502039" y="3706442"/>
              <a:ext cx="276466" cy="254686"/>
            </a:xfrm>
            <a:custGeom>
              <a:avLst/>
              <a:gdLst/>
              <a:ahLst/>
              <a:cxnLst/>
              <a:rect l="l" t="t" r="r" b="b"/>
              <a:pathLst>
                <a:path w="10523" h="9694" extrusionOk="0">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73"/>
            <p:cNvSpPr/>
            <p:nvPr/>
          </p:nvSpPr>
          <p:spPr>
            <a:xfrm>
              <a:off x="7402362" y="3750580"/>
              <a:ext cx="333871" cy="303684"/>
            </a:xfrm>
            <a:custGeom>
              <a:avLst/>
              <a:gdLst/>
              <a:ahLst/>
              <a:cxnLst/>
              <a:rect l="l" t="t" r="r" b="b"/>
              <a:pathLst>
                <a:path w="12708" h="11559" extrusionOk="0">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73"/>
            <p:cNvSpPr/>
            <p:nvPr/>
          </p:nvSpPr>
          <p:spPr>
            <a:xfrm>
              <a:off x="7471432" y="3804570"/>
              <a:ext cx="236741" cy="236741"/>
            </a:xfrm>
            <a:custGeom>
              <a:avLst/>
              <a:gdLst/>
              <a:ahLst/>
              <a:cxnLst/>
              <a:rect l="l" t="t" r="r" b="b"/>
              <a:pathLst>
                <a:path w="9011" h="9011" extrusionOk="0">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73"/>
            <p:cNvSpPr/>
            <p:nvPr/>
          </p:nvSpPr>
          <p:spPr>
            <a:xfrm>
              <a:off x="7435334" y="3781029"/>
              <a:ext cx="256078" cy="243520"/>
            </a:xfrm>
            <a:custGeom>
              <a:avLst/>
              <a:gdLst/>
              <a:ahLst/>
              <a:cxnLst/>
              <a:rect l="l" t="t" r="r" b="b"/>
              <a:pathLst>
                <a:path w="9747" h="9269" extrusionOk="0">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73"/>
            <p:cNvSpPr/>
            <p:nvPr/>
          </p:nvSpPr>
          <p:spPr>
            <a:xfrm>
              <a:off x="7435701" y="3780924"/>
              <a:ext cx="211231" cy="198962"/>
            </a:xfrm>
            <a:custGeom>
              <a:avLst/>
              <a:gdLst/>
              <a:ahLst/>
              <a:cxnLst/>
              <a:rect l="l" t="t" r="r" b="b"/>
              <a:pathLst>
                <a:path w="8040" h="7573" extrusionOk="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73"/>
            <p:cNvSpPr/>
            <p:nvPr/>
          </p:nvSpPr>
          <p:spPr>
            <a:xfrm>
              <a:off x="7452122" y="3785417"/>
              <a:ext cx="174949" cy="174791"/>
            </a:xfrm>
            <a:custGeom>
              <a:avLst/>
              <a:gdLst/>
              <a:ahLst/>
              <a:cxnLst/>
              <a:rect l="l" t="t" r="r" b="b"/>
              <a:pathLst>
                <a:path w="6659" h="6653" extrusionOk="0">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73"/>
            <p:cNvSpPr/>
            <p:nvPr/>
          </p:nvSpPr>
          <p:spPr>
            <a:xfrm>
              <a:off x="7432969" y="3775407"/>
              <a:ext cx="276466" cy="254791"/>
            </a:xfrm>
            <a:custGeom>
              <a:avLst/>
              <a:gdLst/>
              <a:ahLst/>
              <a:cxnLst/>
              <a:rect l="l" t="t" r="r" b="b"/>
              <a:pathLst>
                <a:path w="10523" h="9698" extrusionOk="0">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73"/>
            <p:cNvSpPr/>
            <p:nvPr/>
          </p:nvSpPr>
          <p:spPr>
            <a:xfrm>
              <a:off x="7528286" y="3838093"/>
              <a:ext cx="82758" cy="129418"/>
            </a:xfrm>
            <a:custGeom>
              <a:avLst/>
              <a:gdLst/>
              <a:ahLst/>
              <a:cxnLst/>
              <a:rect l="l" t="t" r="r" b="b"/>
              <a:pathLst>
                <a:path w="3150" h="4926" extrusionOk="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73"/>
            <p:cNvSpPr/>
            <p:nvPr/>
          </p:nvSpPr>
          <p:spPr>
            <a:xfrm>
              <a:off x="7563622" y="3825798"/>
              <a:ext cx="12164" cy="153353"/>
            </a:xfrm>
            <a:custGeom>
              <a:avLst/>
              <a:gdLst/>
              <a:ahLst/>
              <a:cxnLst/>
              <a:rect l="l" t="t" r="r" b="b"/>
              <a:pathLst>
                <a:path w="463" h="5837" extrusionOk="0">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9" name="Google Shape;8089;p73"/>
          <p:cNvGrpSpPr/>
          <p:nvPr/>
        </p:nvGrpSpPr>
        <p:grpSpPr>
          <a:xfrm>
            <a:off x="7960705" y="3736235"/>
            <a:ext cx="378902" cy="264065"/>
            <a:chOff x="7960705" y="3736235"/>
            <a:chExt cx="378902" cy="264065"/>
          </a:xfrm>
        </p:grpSpPr>
        <p:sp>
          <p:nvSpPr>
            <p:cNvPr id="8090" name="Google Shape;8090;p73"/>
            <p:cNvSpPr/>
            <p:nvPr/>
          </p:nvSpPr>
          <p:spPr>
            <a:xfrm>
              <a:off x="7960705" y="3736235"/>
              <a:ext cx="378902" cy="235638"/>
            </a:xfrm>
            <a:custGeom>
              <a:avLst/>
              <a:gdLst/>
              <a:ahLst/>
              <a:cxnLst/>
              <a:rect l="l" t="t" r="r" b="b"/>
              <a:pathLst>
                <a:path w="14422" h="8969" extrusionOk="0">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73"/>
            <p:cNvSpPr/>
            <p:nvPr/>
          </p:nvSpPr>
          <p:spPr>
            <a:xfrm>
              <a:off x="8295653" y="3797450"/>
              <a:ext cx="43034" cy="174423"/>
            </a:xfrm>
            <a:custGeom>
              <a:avLst/>
              <a:gdLst/>
              <a:ahLst/>
              <a:cxnLst/>
              <a:rect l="l" t="t" r="r" b="b"/>
              <a:pathLst>
                <a:path w="1638" h="6639" extrusionOk="0">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73"/>
            <p:cNvSpPr/>
            <p:nvPr/>
          </p:nvSpPr>
          <p:spPr>
            <a:xfrm>
              <a:off x="8109407" y="3875821"/>
              <a:ext cx="76033" cy="64972"/>
            </a:xfrm>
            <a:custGeom>
              <a:avLst/>
              <a:gdLst/>
              <a:ahLst/>
              <a:cxnLst/>
              <a:rect l="l" t="t" r="r" b="b"/>
              <a:pathLst>
                <a:path w="2894" h="2473" extrusionOk="0">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73"/>
            <p:cNvSpPr/>
            <p:nvPr/>
          </p:nvSpPr>
          <p:spPr>
            <a:xfrm>
              <a:off x="7961624" y="3897495"/>
              <a:ext cx="50496" cy="43245"/>
            </a:xfrm>
            <a:custGeom>
              <a:avLst/>
              <a:gdLst/>
              <a:ahLst/>
              <a:cxnLst/>
              <a:rect l="l" t="t" r="r" b="b"/>
              <a:pathLst>
                <a:path w="1922" h="1646" extrusionOk="0">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73"/>
            <p:cNvSpPr/>
            <p:nvPr/>
          </p:nvSpPr>
          <p:spPr>
            <a:xfrm>
              <a:off x="8037447" y="3897495"/>
              <a:ext cx="50496" cy="43245"/>
            </a:xfrm>
            <a:custGeom>
              <a:avLst/>
              <a:gdLst/>
              <a:ahLst/>
              <a:cxnLst/>
              <a:rect l="l" t="t" r="r" b="b"/>
              <a:pathLst>
                <a:path w="1922" h="1646" extrusionOk="0">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73"/>
            <p:cNvSpPr/>
            <p:nvPr/>
          </p:nvSpPr>
          <p:spPr>
            <a:xfrm>
              <a:off x="8286352" y="3897495"/>
              <a:ext cx="50522" cy="43245"/>
            </a:xfrm>
            <a:custGeom>
              <a:avLst/>
              <a:gdLst/>
              <a:ahLst/>
              <a:cxnLst/>
              <a:rect l="l" t="t" r="r" b="b"/>
              <a:pathLst>
                <a:path w="1923" h="1646" extrusionOk="0">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73"/>
            <p:cNvSpPr/>
            <p:nvPr/>
          </p:nvSpPr>
          <p:spPr>
            <a:xfrm>
              <a:off x="8210556" y="3897495"/>
              <a:ext cx="50496" cy="43245"/>
            </a:xfrm>
            <a:custGeom>
              <a:avLst/>
              <a:gdLst/>
              <a:ahLst/>
              <a:cxnLst/>
              <a:rect l="l" t="t" r="r" b="b"/>
              <a:pathLst>
                <a:path w="1922" h="1646" extrusionOk="0">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73"/>
            <p:cNvSpPr/>
            <p:nvPr/>
          </p:nvSpPr>
          <p:spPr>
            <a:xfrm>
              <a:off x="8143666" y="3875821"/>
              <a:ext cx="44138" cy="64919"/>
            </a:xfrm>
            <a:custGeom>
              <a:avLst/>
              <a:gdLst/>
              <a:ahLst/>
              <a:cxnLst/>
              <a:rect l="l" t="t" r="r" b="b"/>
              <a:pathLst>
                <a:path w="1680" h="2471" extrusionOk="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73"/>
            <p:cNvSpPr/>
            <p:nvPr/>
          </p:nvSpPr>
          <p:spPr>
            <a:xfrm>
              <a:off x="7981302" y="3897495"/>
              <a:ext cx="33392" cy="43192"/>
            </a:xfrm>
            <a:custGeom>
              <a:avLst/>
              <a:gdLst/>
              <a:ahLst/>
              <a:cxnLst/>
              <a:rect l="l" t="t" r="r" b="b"/>
              <a:pathLst>
                <a:path w="1271" h="1644" extrusionOk="0">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73"/>
            <p:cNvSpPr/>
            <p:nvPr/>
          </p:nvSpPr>
          <p:spPr>
            <a:xfrm>
              <a:off x="8057125"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73"/>
            <p:cNvSpPr/>
            <p:nvPr/>
          </p:nvSpPr>
          <p:spPr>
            <a:xfrm>
              <a:off x="8306057"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73"/>
            <p:cNvSpPr/>
            <p:nvPr/>
          </p:nvSpPr>
          <p:spPr>
            <a:xfrm>
              <a:off x="8230234" y="3897495"/>
              <a:ext cx="33366" cy="43192"/>
            </a:xfrm>
            <a:custGeom>
              <a:avLst/>
              <a:gdLst/>
              <a:ahLst/>
              <a:cxnLst/>
              <a:rect l="l" t="t" r="r" b="b"/>
              <a:pathLst>
                <a:path w="1270" h="1644" extrusionOk="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73"/>
            <p:cNvSpPr/>
            <p:nvPr/>
          </p:nvSpPr>
          <p:spPr>
            <a:xfrm>
              <a:off x="7970373" y="3960733"/>
              <a:ext cx="365030" cy="39566"/>
            </a:xfrm>
            <a:custGeom>
              <a:avLst/>
              <a:gdLst/>
              <a:ahLst/>
              <a:cxnLst/>
              <a:rect l="l" t="t" r="r" b="b"/>
              <a:pathLst>
                <a:path w="13894" h="1506" extrusionOk="0">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73"/>
            <p:cNvSpPr/>
            <p:nvPr/>
          </p:nvSpPr>
          <p:spPr>
            <a:xfrm>
              <a:off x="8291108" y="3960733"/>
              <a:ext cx="44295" cy="39566"/>
            </a:xfrm>
            <a:custGeom>
              <a:avLst/>
              <a:gdLst/>
              <a:ahLst/>
              <a:cxnLst/>
              <a:rect l="l" t="t" r="r" b="b"/>
              <a:pathLst>
                <a:path w="1686" h="1506" extrusionOk="0">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4" name="Google Shape;8104;p73"/>
          <p:cNvGrpSpPr/>
          <p:nvPr/>
        </p:nvGrpSpPr>
        <p:grpSpPr>
          <a:xfrm>
            <a:off x="6400828" y="4162270"/>
            <a:ext cx="166200" cy="388019"/>
            <a:chOff x="6400828" y="4162270"/>
            <a:chExt cx="166200" cy="388019"/>
          </a:xfrm>
        </p:grpSpPr>
        <p:sp>
          <p:nvSpPr>
            <p:cNvPr id="8105" name="Google Shape;8105;p73"/>
            <p:cNvSpPr/>
            <p:nvPr/>
          </p:nvSpPr>
          <p:spPr>
            <a:xfrm>
              <a:off x="6433432" y="4162270"/>
              <a:ext cx="88407" cy="75717"/>
            </a:xfrm>
            <a:custGeom>
              <a:avLst/>
              <a:gdLst/>
              <a:ahLst/>
              <a:cxnLst/>
              <a:rect l="l" t="t" r="r" b="b"/>
              <a:pathLst>
                <a:path w="3365" h="2882" extrusionOk="0">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73"/>
            <p:cNvSpPr/>
            <p:nvPr/>
          </p:nvSpPr>
          <p:spPr>
            <a:xfrm>
              <a:off x="6475888" y="4162270"/>
              <a:ext cx="48157" cy="75612"/>
            </a:xfrm>
            <a:custGeom>
              <a:avLst/>
              <a:gdLst/>
              <a:ahLst/>
              <a:cxnLst/>
              <a:rect l="l" t="t" r="r" b="b"/>
              <a:pathLst>
                <a:path w="1833" h="2878" extrusionOk="0">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73"/>
            <p:cNvSpPr/>
            <p:nvPr/>
          </p:nvSpPr>
          <p:spPr>
            <a:xfrm>
              <a:off x="6400828" y="4244292"/>
              <a:ext cx="166042" cy="305996"/>
            </a:xfrm>
            <a:custGeom>
              <a:avLst/>
              <a:gdLst/>
              <a:ahLst/>
              <a:cxnLst/>
              <a:rect l="l" t="t" r="r" b="b"/>
              <a:pathLst>
                <a:path w="6320" h="11647" extrusionOk="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73"/>
            <p:cNvSpPr/>
            <p:nvPr/>
          </p:nvSpPr>
          <p:spPr>
            <a:xfrm>
              <a:off x="6452400" y="4421947"/>
              <a:ext cx="31553" cy="127973"/>
            </a:xfrm>
            <a:custGeom>
              <a:avLst/>
              <a:gdLst/>
              <a:ahLst/>
              <a:cxnLst/>
              <a:rect l="l" t="t" r="r" b="b"/>
              <a:pathLst>
                <a:path w="1201" h="4871" extrusionOk="0">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73"/>
            <p:cNvSpPr/>
            <p:nvPr/>
          </p:nvSpPr>
          <p:spPr>
            <a:xfrm>
              <a:off x="6501583" y="4288745"/>
              <a:ext cx="29005" cy="261359"/>
            </a:xfrm>
            <a:custGeom>
              <a:avLst/>
              <a:gdLst/>
              <a:ahLst/>
              <a:cxnLst/>
              <a:rect l="l" t="t" r="r" b="b"/>
              <a:pathLst>
                <a:path w="1104" h="9948" extrusionOk="0">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73"/>
            <p:cNvSpPr/>
            <p:nvPr/>
          </p:nvSpPr>
          <p:spPr>
            <a:xfrm>
              <a:off x="6408105" y="4288745"/>
              <a:ext cx="29189" cy="109924"/>
            </a:xfrm>
            <a:custGeom>
              <a:avLst/>
              <a:gdLst/>
              <a:ahLst/>
              <a:cxnLst/>
              <a:rect l="l" t="t" r="r" b="b"/>
              <a:pathLst>
                <a:path w="1111" h="4184" extrusionOk="0">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73"/>
            <p:cNvSpPr/>
            <p:nvPr/>
          </p:nvSpPr>
          <p:spPr>
            <a:xfrm>
              <a:off x="6508519" y="4244292"/>
              <a:ext cx="58509" cy="154298"/>
            </a:xfrm>
            <a:custGeom>
              <a:avLst/>
              <a:gdLst/>
              <a:ahLst/>
              <a:cxnLst/>
              <a:rect l="l" t="t" r="r" b="b"/>
              <a:pathLst>
                <a:path w="2227" h="5873" extrusionOk="0">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2" name="Google Shape;8112;p73"/>
          <p:cNvGrpSpPr/>
          <p:nvPr/>
        </p:nvGrpSpPr>
        <p:grpSpPr>
          <a:xfrm>
            <a:off x="6919815" y="4162270"/>
            <a:ext cx="225260" cy="388019"/>
            <a:chOff x="6919815" y="4162270"/>
            <a:chExt cx="225260" cy="388019"/>
          </a:xfrm>
        </p:grpSpPr>
        <p:sp>
          <p:nvSpPr>
            <p:cNvPr id="8113" name="Google Shape;8113;p73"/>
            <p:cNvSpPr/>
            <p:nvPr/>
          </p:nvSpPr>
          <p:spPr>
            <a:xfrm>
              <a:off x="6919815" y="4244634"/>
              <a:ext cx="224157" cy="305654"/>
            </a:xfrm>
            <a:custGeom>
              <a:avLst/>
              <a:gdLst/>
              <a:ahLst/>
              <a:cxnLst/>
              <a:rect l="l" t="t" r="r" b="b"/>
              <a:pathLst>
                <a:path w="8532" h="11634" extrusionOk="0">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73"/>
            <p:cNvSpPr/>
            <p:nvPr/>
          </p:nvSpPr>
          <p:spPr>
            <a:xfrm>
              <a:off x="6981581" y="4162270"/>
              <a:ext cx="88407" cy="75717"/>
            </a:xfrm>
            <a:custGeom>
              <a:avLst/>
              <a:gdLst/>
              <a:ahLst/>
              <a:cxnLst/>
              <a:rect l="l" t="t" r="r" b="b"/>
              <a:pathLst>
                <a:path w="3365" h="2882" extrusionOk="0">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73"/>
            <p:cNvSpPr/>
            <p:nvPr/>
          </p:nvSpPr>
          <p:spPr>
            <a:xfrm>
              <a:off x="7024038" y="4162270"/>
              <a:ext cx="48157" cy="75612"/>
            </a:xfrm>
            <a:custGeom>
              <a:avLst/>
              <a:gdLst/>
              <a:ahLst/>
              <a:cxnLst/>
              <a:rect l="l" t="t" r="r" b="b"/>
              <a:pathLst>
                <a:path w="1833" h="2878" extrusionOk="0">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73"/>
            <p:cNvSpPr/>
            <p:nvPr/>
          </p:nvSpPr>
          <p:spPr>
            <a:xfrm>
              <a:off x="6928563" y="4289113"/>
              <a:ext cx="54515" cy="109556"/>
            </a:xfrm>
            <a:custGeom>
              <a:avLst/>
              <a:gdLst/>
              <a:ahLst/>
              <a:cxnLst/>
              <a:rect l="l" t="t" r="r" b="b"/>
              <a:pathLst>
                <a:path w="2075" h="4170" extrusionOk="0">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73"/>
            <p:cNvSpPr/>
            <p:nvPr/>
          </p:nvSpPr>
          <p:spPr>
            <a:xfrm>
              <a:off x="7056484" y="4244634"/>
              <a:ext cx="88591" cy="154167"/>
            </a:xfrm>
            <a:custGeom>
              <a:avLst/>
              <a:gdLst/>
              <a:ahLst/>
              <a:cxnLst/>
              <a:rect l="l" t="t" r="r" b="b"/>
              <a:pathLst>
                <a:path w="3372" h="5868" extrusionOk="0">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73"/>
            <p:cNvSpPr/>
            <p:nvPr/>
          </p:nvSpPr>
          <p:spPr>
            <a:xfrm>
              <a:off x="7000550" y="4429251"/>
              <a:ext cx="21333" cy="121037"/>
            </a:xfrm>
            <a:custGeom>
              <a:avLst/>
              <a:gdLst/>
              <a:ahLst/>
              <a:cxnLst/>
              <a:rect l="l" t="t" r="r" b="b"/>
              <a:pathLst>
                <a:path w="812" h="4607" extrusionOk="0">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73"/>
            <p:cNvSpPr/>
            <p:nvPr/>
          </p:nvSpPr>
          <p:spPr>
            <a:xfrm>
              <a:off x="7049574" y="4429251"/>
              <a:ext cx="21517" cy="120932"/>
            </a:xfrm>
            <a:custGeom>
              <a:avLst/>
              <a:gdLst/>
              <a:ahLst/>
              <a:cxnLst/>
              <a:rect l="l" t="t" r="r" b="b"/>
              <a:pathLst>
                <a:path w="819" h="4603" extrusionOk="0">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73"/>
            <p:cNvSpPr/>
            <p:nvPr/>
          </p:nvSpPr>
          <p:spPr>
            <a:xfrm>
              <a:off x="7058139" y="4289113"/>
              <a:ext cx="48315" cy="140164"/>
            </a:xfrm>
            <a:custGeom>
              <a:avLst/>
              <a:gdLst/>
              <a:ahLst/>
              <a:cxnLst/>
              <a:rect l="l" t="t" r="r" b="b"/>
              <a:pathLst>
                <a:path w="1839" h="5335" extrusionOk="0">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1" name="Google Shape;8121;p73"/>
          <p:cNvGrpSpPr/>
          <p:nvPr/>
        </p:nvGrpSpPr>
        <p:grpSpPr>
          <a:xfrm>
            <a:off x="7385600" y="4177035"/>
            <a:ext cx="388728" cy="358383"/>
            <a:chOff x="7385600" y="4177035"/>
            <a:chExt cx="388728" cy="358383"/>
          </a:xfrm>
        </p:grpSpPr>
        <p:sp>
          <p:nvSpPr>
            <p:cNvPr id="8122" name="Google Shape;8122;p73"/>
            <p:cNvSpPr/>
            <p:nvPr/>
          </p:nvSpPr>
          <p:spPr>
            <a:xfrm>
              <a:off x="7385600" y="4314808"/>
              <a:ext cx="230541" cy="220610"/>
            </a:xfrm>
            <a:custGeom>
              <a:avLst/>
              <a:gdLst/>
              <a:ahLst/>
              <a:cxnLst/>
              <a:rect l="l" t="t" r="r" b="b"/>
              <a:pathLst>
                <a:path w="8775" h="8397" extrusionOk="0">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73"/>
            <p:cNvSpPr/>
            <p:nvPr/>
          </p:nvSpPr>
          <p:spPr>
            <a:xfrm>
              <a:off x="7541212" y="4315176"/>
              <a:ext cx="74561" cy="179704"/>
            </a:xfrm>
            <a:custGeom>
              <a:avLst/>
              <a:gdLst/>
              <a:ahLst/>
              <a:cxnLst/>
              <a:rect l="l" t="t" r="r" b="b"/>
              <a:pathLst>
                <a:path w="2838" h="6840" extrusionOk="0">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73"/>
            <p:cNvSpPr/>
            <p:nvPr/>
          </p:nvSpPr>
          <p:spPr>
            <a:xfrm>
              <a:off x="7435334" y="4177035"/>
              <a:ext cx="338994" cy="281011"/>
            </a:xfrm>
            <a:custGeom>
              <a:avLst/>
              <a:gdLst/>
              <a:ahLst/>
              <a:cxnLst/>
              <a:rect l="l" t="t" r="r" b="b"/>
              <a:pathLst>
                <a:path w="12903" h="10696" extrusionOk="0">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73"/>
            <p:cNvSpPr/>
            <p:nvPr/>
          </p:nvSpPr>
          <p:spPr>
            <a:xfrm>
              <a:off x="7700843" y="4177035"/>
              <a:ext cx="73484" cy="215618"/>
            </a:xfrm>
            <a:custGeom>
              <a:avLst/>
              <a:gdLst/>
              <a:ahLst/>
              <a:cxnLst/>
              <a:rect l="l" t="t" r="r" b="b"/>
              <a:pathLst>
                <a:path w="2797" h="8207" extrusionOk="0">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73"/>
            <p:cNvSpPr/>
            <p:nvPr/>
          </p:nvSpPr>
          <p:spPr>
            <a:xfrm>
              <a:off x="7516069" y="4261764"/>
              <a:ext cx="28085" cy="28112"/>
            </a:xfrm>
            <a:custGeom>
              <a:avLst/>
              <a:gdLst/>
              <a:ahLst/>
              <a:cxnLst/>
              <a:rect l="l" t="t" r="r" b="b"/>
              <a:pathLst>
                <a:path w="1069" h="1070" extrusionOk="0">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73"/>
            <p:cNvSpPr/>
            <p:nvPr/>
          </p:nvSpPr>
          <p:spPr>
            <a:xfrm>
              <a:off x="7586059" y="4261764"/>
              <a:ext cx="28085" cy="28112"/>
            </a:xfrm>
            <a:custGeom>
              <a:avLst/>
              <a:gdLst/>
              <a:ahLst/>
              <a:cxnLst/>
              <a:rect l="l" t="t" r="r" b="b"/>
              <a:pathLst>
                <a:path w="1069" h="1070" extrusionOk="0">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73"/>
            <p:cNvSpPr/>
            <p:nvPr/>
          </p:nvSpPr>
          <p:spPr>
            <a:xfrm>
              <a:off x="7655839" y="4261764"/>
              <a:ext cx="28269" cy="28112"/>
            </a:xfrm>
            <a:custGeom>
              <a:avLst/>
              <a:gdLst/>
              <a:ahLst/>
              <a:cxnLst/>
              <a:rect l="l" t="t" r="r" b="b"/>
              <a:pathLst>
                <a:path w="1076" h="1070" extrusionOk="0">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9" name="Google Shape;8129;p73"/>
          <p:cNvGrpSpPr/>
          <p:nvPr/>
        </p:nvGrpSpPr>
        <p:grpSpPr>
          <a:xfrm>
            <a:off x="3625085" y="3259862"/>
            <a:ext cx="369207" cy="258259"/>
            <a:chOff x="3625085" y="3259862"/>
            <a:chExt cx="369207" cy="258259"/>
          </a:xfrm>
        </p:grpSpPr>
        <p:sp>
          <p:nvSpPr>
            <p:cNvPr id="8130" name="Google Shape;8130;p73"/>
            <p:cNvSpPr/>
            <p:nvPr/>
          </p:nvSpPr>
          <p:spPr>
            <a:xfrm>
              <a:off x="3779069" y="3268978"/>
              <a:ext cx="109372" cy="40670"/>
            </a:xfrm>
            <a:custGeom>
              <a:avLst/>
              <a:gdLst/>
              <a:ahLst/>
              <a:cxnLst/>
              <a:rect l="l" t="t" r="r" b="b"/>
              <a:pathLst>
                <a:path w="4163" h="1548" extrusionOk="0">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73"/>
            <p:cNvSpPr/>
            <p:nvPr/>
          </p:nvSpPr>
          <p:spPr>
            <a:xfrm>
              <a:off x="3913374" y="3283192"/>
              <a:ext cx="57432" cy="31369"/>
            </a:xfrm>
            <a:custGeom>
              <a:avLst/>
              <a:gdLst/>
              <a:ahLst/>
              <a:cxnLst/>
              <a:rect l="l" t="t" r="r" b="b"/>
              <a:pathLst>
                <a:path w="2186" h="1194" extrusionOk="0">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73"/>
            <p:cNvSpPr/>
            <p:nvPr/>
          </p:nvSpPr>
          <p:spPr>
            <a:xfrm>
              <a:off x="3625085" y="3309070"/>
              <a:ext cx="369207" cy="209050"/>
            </a:xfrm>
            <a:custGeom>
              <a:avLst/>
              <a:gdLst/>
              <a:ahLst/>
              <a:cxnLst/>
              <a:rect l="l" t="t" r="r" b="b"/>
              <a:pathLst>
                <a:path w="14053" h="7957" extrusionOk="0">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73"/>
            <p:cNvSpPr/>
            <p:nvPr/>
          </p:nvSpPr>
          <p:spPr>
            <a:xfrm>
              <a:off x="3941616" y="3344065"/>
              <a:ext cx="52676" cy="145996"/>
            </a:xfrm>
            <a:custGeom>
              <a:avLst/>
              <a:gdLst/>
              <a:ahLst/>
              <a:cxnLst/>
              <a:rect l="l" t="t" r="r" b="b"/>
              <a:pathLst>
                <a:path w="2005" h="5557" extrusionOk="0">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73"/>
            <p:cNvSpPr/>
            <p:nvPr/>
          </p:nvSpPr>
          <p:spPr>
            <a:xfrm>
              <a:off x="3739161" y="3324203"/>
              <a:ext cx="187349" cy="179783"/>
            </a:xfrm>
            <a:custGeom>
              <a:avLst/>
              <a:gdLst/>
              <a:ahLst/>
              <a:cxnLst/>
              <a:rect l="l" t="t" r="r" b="b"/>
              <a:pathLst>
                <a:path w="7131" h="6843" extrusionOk="0">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73"/>
            <p:cNvSpPr/>
            <p:nvPr/>
          </p:nvSpPr>
          <p:spPr>
            <a:xfrm>
              <a:off x="3755739" y="3339494"/>
              <a:ext cx="155297" cy="149096"/>
            </a:xfrm>
            <a:custGeom>
              <a:avLst/>
              <a:gdLst/>
              <a:ahLst/>
              <a:cxnLst/>
              <a:rect l="l" t="t" r="r" b="b"/>
              <a:pathLst>
                <a:path w="5911" h="5675" extrusionOk="0">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73"/>
            <p:cNvSpPr/>
            <p:nvPr/>
          </p:nvSpPr>
          <p:spPr>
            <a:xfrm>
              <a:off x="3775049" y="3359172"/>
              <a:ext cx="122298" cy="108479"/>
            </a:xfrm>
            <a:custGeom>
              <a:avLst/>
              <a:gdLst/>
              <a:ahLst/>
              <a:cxnLst/>
              <a:rect l="l" t="t" r="r" b="b"/>
              <a:pathLst>
                <a:path w="4655" h="4129" extrusionOk="0">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73"/>
            <p:cNvSpPr/>
            <p:nvPr/>
          </p:nvSpPr>
          <p:spPr>
            <a:xfrm>
              <a:off x="3798563" y="3359093"/>
              <a:ext cx="98075" cy="90982"/>
            </a:xfrm>
            <a:custGeom>
              <a:avLst/>
              <a:gdLst/>
              <a:ahLst/>
              <a:cxnLst/>
              <a:rect l="l" t="t" r="r" b="b"/>
              <a:pathLst>
                <a:path w="3733" h="3463" extrusionOk="0">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73"/>
            <p:cNvSpPr/>
            <p:nvPr/>
          </p:nvSpPr>
          <p:spPr>
            <a:xfrm>
              <a:off x="3828461" y="3387441"/>
              <a:ext cx="34286" cy="34286"/>
            </a:xfrm>
            <a:custGeom>
              <a:avLst/>
              <a:gdLst/>
              <a:ahLst/>
              <a:cxnLst/>
              <a:rect l="l" t="t" r="r" b="b"/>
              <a:pathLst>
                <a:path w="1305" h="1305" extrusionOk="0">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73"/>
            <p:cNvSpPr/>
            <p:nvPr/>
          </p:nvSpPr>
          <p:spPr>
            <a:xfrm>
              <a:off x="3658057" y="3259862"/>
              <a:ext cx="35573" cy="31028"/>
            </a:xfrm>
            <a:custGeom>
              <a:avLst/>
              <a:gdLst/>
              <a:ahLst/>
              <a:cxnLst/>
              <a:rect l="l" t="t" r="r" b="b"/>
              <a:pathLst>
                <a:path w="1354" h="1181" extrusionOk="0">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73"/>
            <p:cNvSpPr/>
            <p:nvPr/>
          </p:nvSpPr>
          <p:spPr>
            <a:xfrm>
              <a:off x="3625085" y="3281931"/>
              <a:ext cx="101517" cy="236190"/>
            </a:xfrm>
            <a:custGeom>
              <a:avLst/>
              <a:gdLst/>
              <a:ahLst/>
              <a:cxnLst/>
              <a:rect l="l" t="t" r="r" b="b"/>
              <a:pathLst>
                <a:path w="3864" h="8990" extrusionOk="0">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73"/>
            <p:cNvSpPr/>
            <p:nvPr/>
          </p:nvSpPr>
          <p:spPr>
            <a:xfrm>
              <a:off x="3625269" y="3281931"/>
              <a:ext cx="79474" cy="209944"/>
            </a:xfrm>
            <a:custGeom>
              <a:avLst/>
              <a:gdLst/>
              <a:ahLst/>
              <a:cxnLst/>
              <a:rect l="l" t="t" r="r" b="b"/>
              <a:pathLst>
                <a:path w="3025" h="7991" extrusionOk="0">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73"/>
            <p:cNvSpPr/>
            <p:nvPr/>
          </p:nvSpPr>
          <p:spPr>
            <a:xfrm>
              <a:off x="3912822" y="3327671"/>
              <a:ext cx="22621" cy="22621"/>
            </a:xfrm>
            <a:custGeom>
              <a:avLst/>
              <a:gdLst/>
              <a:ahLst/>
              <a:cxnLst/>
              <a:rect l="l" t="t" r="r" b="b"/>
              <a:pathLst>
                <a:path w="861" h="861" extrusionOk="0">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3" name="Google Shape;8143;p73"/>
          <p:cNvGrpSpPr/>
          <p:nvPr/>
        </p:nvGrpSpPr>
        <p:grpSpPr>
          <a:xfrm>
            <a:off x="6317360" y="3276808"/>
            <a:ext cx="363217" cy="248590"/>
            <a:chOff x="6317360" y="3276808"/>
            <a:chExt cx="363217" cy="248590"/>
          </a:xfrm>
        </p:grpSpPr>
        <p:sp>
          <p:nvSpPr>
            <p:cNvPr id="8144" name="Google Shape;8144;p73"/>
            <p:cNvSpPr/>
            <p:nvPr/>
          </p:nvSpPr>
          <p:spPr>
            <a:xfrm>
              <a:off x="6568840" y="3420045"/>
              <a:ext cx="77110" cy="49051"/>
            </a:xfrm>
            <a:custGeom>
              <a:avLst/>
              <a:gdLst/>
              <a:ahLst/>
              <a:cxnLst/>
              <a:rect l="l" t="t" r="r" b="b"/>
              <a:pathLst>
                <a:path w="2935" h="1867" extrusionOk="0">
                  <a:moveTo>
                    <a:pt x="0" y="1"/>
                  </a:moveTo>
                  <a:lnTo>
                    <a:pt x="0" y="1867"/>
                  </a:lnTo>
                  <a:lnTo>
                    <a:pt x="2934" y="1867"/>
                  </a:lnTo>
                  <a:lnTo>
                    <a:pt x="2934" y="1"/>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73"/>
            <p:cNvSpPr/>
            <p:nvPr/>
          </p:nvSpPr>
          <p:spPr>
            <a:xfrm>
              <a:off x="6568840" y="3444663"/>
              <a:ext cx="77110" cy="24433"/>
            </a:xfrm>
            <a:custGeom>
              <a:avLst/>
              <a:gdLst/>
              <a:ahLst/>
              <a:cxnLst/>
              <a:rect l="l" t="t" r="r" b="b"/>
              <a:pathLst>
                <a:path w="2935" h="930" extrusionOk="0">
                  <a:moveTo>
                    <a:pt x="0" y="0"/>
                  </a:moveTo>
                  <a:lnTo>
                    <a:pt x="0" y="930"/>
                  </a:lnTo>
                  <a:lnTo>
                    <a:pt x="2934" y="930"/>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73"/>
            <p:cNvSpPr/>
            <p:nvPr/>
          </p:nvSpPr>
          <p:spPr>
            <a:xfrm>
              <a:off x="6626797" y="3387178"/>
              <a:ext cx="53780" cy="114890"/>
            </a:xfrm>
            <a:custGeom>
              <a:avLst/>
              <a:gdLst/>
              <a:ahLst/>
              <a:cxnLst/>
              <a:rect l="l" t="t" r="r" b="b"/>
              <a:pathLst>
                <a:path w="2047" h="4373" extrusionOk="0">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73"/>
            <p:cNvSpPr/>
            <p:nvPr/>
          </p:nvSpPr>
          <p:spPr>
            <a:xfrm>
              <a:off x="6345051" y="3363743"/>
              <a:ext cx="247855" cy="161655"/>
            </a:xfrm>
            <a:custGeom>
              <a:avLst/>
              <a:gdLst/>
              <a:ahLst/>
              <a:cxnLst/>
              <a:rect l="l" t="t" r="r" b="b"/>
              <a:pathLst>
                <a:path w="9434" h="6153" extrusionOk="0">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73"/>
            <p:cNvSpPr/>
            <p:nvPr/>
          </p:nvSpPr>
          <p:spPr>
            <a:xfrm>
              <a:off x="6345051" y="3363743"/>
              <a:ext cx="247671" cy="161655"/>
            </a:xfrm>
            <a:custGeom>
              <a:avLst/>
              <a:gdLst/>
              <a:ahLst/>
              <a:cxnLst/>
              <a:rect l="l" t="t" r="r" b="b"/>
              <a:pathLst>
                <a:path w="9427" h="6153" extrusionOk="0">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73"/>
            <p:cNvSpPr/>
            <p:nvPr/>
          </p:nvSpPr>
          <p:spPr>
            <a:xfrm>
              <a:off x="6317360" y="3276808"/>
              <a:ext cx="147993" cy="147835"/>
            </a:xfrm>
            <a:custGeom>
              <a:avLst/>
              <a:gdLst/>
              <a:ahLst/>
              <a:cxnLst/>
              <a:rect l="l" t="t" r="r" b="b"/>
              <a:pathLst>
                <a:path w="5633" h="5627" extrusionOk="0">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73"/>
            <p:cNvSpPr/>
            <p:nvPr/>
          </p:nvSpPr>
          <p:spPr>
            <a:xfrm>
              <a:off x="6339035" y="3298325"/>
              <a:ext cx="133622" cy="126344"/>
            </a:xfrm>
            <a:custGeom>
              <a:avLst/>
              <a:gdLst/>
              <a:ahLst/>
              <a:cxnLst/>
              <a:rect l="l" t="t" r="r" b="b"/>
              <a:pathLst>
                <a:path w="5086" h="4809" extrusionOk="0">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73"/>
            <p:cNvSpPr/>
            <p:nvPr/>
          </p:nvSpPr>
          <p:spPr>
            <a:xfrm>
              <a:off x="6505051" y="3446659"/>
              <a:ext cx="54148" cy="54148"/>
            </a:xfrm>
            <a:custGeom>
              <a:avLst/>
              <a:gdLst/>
              <a:ahLst/>
              <a:cxnLst/>
              <a:rect l="l" t="t" r="r" b="b"/>
              <a:pathLst>
                <a:path w="2061" h="2061" extrusionOk="0">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73"/>
            <p:cNvSpPr/>
            <p:nvPr/>
          </p:nvSpPr>
          <p:spPr>
            <a:xfrm>
              <a:off x="6358371" y="3325885"/>
              <a:ext cx="57773" cy="49550"/>
            </a:xfrm>
            <a:custGeom>
              <a:avLst/>
              <a:gdLst/>
              <a:ahLst/>
              <a:cxnLst/>
              <a:rect l="l" t="t" r="r" b="b"/>
              <a:pathLst>
                <a:path w="2199" h="1886" extrusionOk="0">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73"/>
            <p:cNvSpPr/>
            <p:nvPr/>
          </p:nvSpPr>
          <p:spPr>
            <a:xfrm>
              <a:off x="6484821" y="3293937"/>
              <a:ext cx="113734" cy="113576"/>
            </a:xfrm>
            <a:custGeom>
              <a:avLst/>
              <a:gdLst/>
              <a:ahLst/>
              <a:cxnLst/>
              <a:rect l="l" t="t" r="r" b="b"/>
              <a:pathLst>
                <a:path w="4329" h="4323" extrusionOk="0">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73"/>
            <p:cNvSpPr/>
            <p:nvPr/>
          </p:nvSpPr>
          <p:spPr>
            <a:xfrm>
              <a:off x="6501583" y="3310541"/>
              <a:ext cx="102463" cy="96919"/>
            </a:xfrm>
            <a:custGeom>
              <a:avLst/>
              <a:gdLst/>
              <a:ahLst/>
              <a:cxnLst/>
              <a:rect l="l" t="t" r="r" b="b"/>
              <a:pathLst>
                <a:path w="3900" h="3689" extrusionOk="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73"/>
            <p:cNvSpPr/>
            <p:nvPr/>
          </p:nvSpPr>
          <p:spPr>
            <a:xfrm>
              <a:off x="6521445" y="3335448"/>
              <a:ext cx="35389" cy="30502"/>
            </a:xfrm>
            <a:custGeom>
              <a:avLst/>
              <a:gdLst/>
              <a:ahLst/>
              <a:cxnLst/>
              <a:rect l="l" t="t" r="r" b="b"/>
              <a:pathLst>
                <a:path w="1347" h="1161" extrusionOk="0">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73"/>
            <p:cNvSpPr/>
            <p:nvPr/>
          </p:nvSpPr>
          <p:spPr>
            <a:xfrm>
              <a:off x="6413071" y="3305234"/>
              <a:ext cx="25800" cy="21806"/>
            </a:xfrm>
            <a:custGeom>
              <a:avLst/>
              <a:gdLst/>
              <a:ahLst/>
              <a:cxnLst/>
              <a:rect l="l" t="t" r="r" b="b"/>
              <a:pathLst>
                <a:path w="982" h="830" extrusionOk="0">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73"/>
            <p:cNvSpPr/>
            <p:nvPr/>
          </p:nvSpPr>
          <p:spPr>
            <a:xfrm>
              <a:off x="6343869" y="3373779"/>
              <a:ext cx="26956" cy="22358"/>
            </a:xfrm>
            <a:custGeom>
              <a:avLst/>
              <a:gdLst/>
              <a:ahLst/>
              <a:cxnLst/>
              <a:rect l="l" t="t" r="r" b="b"/>
              <a:pathLst>
                <a:path w="1026" h="851" extrusionOk="0">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73"/>
            <p:cNvSpPr/>
            <p:nvPr/>
          </p:nvSpPr>
          <p:spPr>
            <a:xfrm>
              <a:off x="6412072" y="3373779"/>
              <a:ext cx="27823" cy="22962"/>
            </a:xfrm>
            <a:custGeom>
              <a:avLst/>
              <a:gdLst/>
              <a:ahLst/>
              <a:cxnLst/>
              <a:rect l="l" t="t" r="r" b="b"/>
              <a:pathLst>
                <a:path w="1059" h="874" extrusionOk="0">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73"/>
            <p:cNvSpPr/>
            <p:nvPr/>
          </p:nvSpPr>
          <p:spPr>
            <a:xfrm>
              <a:off x="6342870" y="3304656"/>
              <a:ext cx="27980" cy="22988"/>
            </a:xfrm>
            <a:custGeom>
              <a:avLst/>
              <a:gdLst/>
              <a:ahLst/>
              <a:cxnLst/>
              <a:rect l="l" t="t" r="r" b="b"/>
              <a:pathLst>
                <a:path w="1065" h="875" extrusionOk="0">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73"/>
            <p:cNvSpPr/>
            <p:nvPr/>
          </p:nvSpPr>
          <p:spPr>
            <a:xfrm>
              <a:off x="6557727" y="3315402"/>
              <a:ext cx="21754" cy="17392"/>
            </a:xfrm>
            <a:custGeom>
              <a:avLst/>
              <a:gdLst/>
              <a:ahLst/>
              <a:cxnLst/>
              <a:rect l="l" t="t" r="r" b="b"/>
              <a:pathLst>
                <a:path w="828" h="662" extrusionOk="0">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73"/>
            <p:cNvSpPr/>
            <p:nvPr/>
          </p:nvSpPr>
          <p:spPr>
            <a:xfrm>
              <a:off x="6504945" y="3368761"/>
              <a:ext cx="20676" cy="16683"/>
            </a:xfrm>
            <a:custGeom>
              <a:avLst/>
              <a:gdLst/>
              <a:ahLst/>
              <a:cxnLst/>
              <a:rect l="l" t="t" r="r" b="b"/>
              <a:pathLst>
                <a:path w="787" h="635" extrusionOk="0">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73"/>
            <p:cNvSpPr/>
            <p:nvPr/>
          </p:nvSpPr>
          <p:spPr>
            <a:xfrm>
              <a:off x="6557753" y="3368761"/>
              <a:ext cx="20703" cy="16683"/>
            </a:xfrm>
            <a:custGeom>
              <a:avLst/>
              <a:gdLst/>
              <a:ahLst/>
              <a:cxnLst/>
              <a:rect l="l" t="t" r="r" b="b"/>
              <a:pathLst>
                <a:path w="788" h="635" extrusionOk="0">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73"/>
            <p:cNvSpPr/>
            <p:nvPr/>
          </p:nvSpPr>
          <p:spPr>
            <a:xfrm>
              <a:off x="6504945" y="3316006"/>
              <a:ext cx="20808" cy="16604"/>
            </a:xfrm>
            <a:custGeom>
              <a:avLst/>
              <a:gdLst/>
              <a:ahLst/>
              <a:cxnLst/>
              <a:rect l="l" t="t" r="r" b="b"/>
              <a:pathLst>
                <a:path w="792" h="632" extrusionOk="0">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73"/>
            <p:cNvSpPr/>
            <p:nvPr/>
          </p:nvSpPr>
          <p:spPr>
            <a:xfrm>
              <a:off x="6367094" y="3441168"/>
              <a:ext cx="105931" cy="11008"/>
            </a:xfrm>
            <a:custGeom>
              <a:avLst/>
              <a:gdLst/>
              <a:ahLst/>
              <a:cxnLst/>
              <a:rect l="l" t="t" r="r" b="b"/>
              <a:pathLst>
                <a:path w="4032" h="419" extrusionOk="0">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73"/>
            <p:cNvSpPr/>
            <p:nvPr/>
          </p:nvSpPr>
          <p:spPr>
            <a:xfrm>
              <a:off x="6368013" y="3495290"/>
              <a:ext cx="105011" cy="11008"/>
            </a:xfrm>
            <a:custGeom>
              <a:avLst/>
              <a:gdLst/>
              <a:ahLst/>
              <a:cxnLst/>
              <a:rect l="l" t="t" r="r" b="b"/>
              <a:pathLst>
                <a:path w="3997" h="419" extrusionOk="0">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73"/>
            <p:cNvSpPr/>
            <p:nvPr/>
          </p:nvSpPr>
          <p:spPr>
            <a:xfrm>
              <a:off x="6367094" y="3468334"/>
              <a:ext cx="105931" cy="10982"/>
            </a:xfrm>
            <a:custGeom>
              <a:avLst/>
              <a:gdLst/>
              <a:ahLst/>
              <a:cxnLst/>
              <a:rect l="l" t="t" r="r" b="b"/>
              <a:pathLst>
                <a:path w="4032" h="418" extrusionOk="0">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73"/>
            <p:cNvSpPr/>
            <p:nvPr/>
          </p:nvSpPr>
          <p:spPr>
            <a:xfrm>
              <a:off x="6532216" y="3446659"/>
              <a:ext cx="27166" cy="54148"/>
            </a:xfrm>
            <a:custGeom>
              <a:avLst/>
              <a:gdLst/>
              <a:ahLst/>
              <a:cxnLst/>
              <a:rect l="l" t="t" r="r" b="b"/>
              <a:pathLst>
                <a:path w="1034" h="2061" extrusionOk="0">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73"/>
            <p:cNvSpPr/>
            <p:nvPr/>
          </p:nvSpPr>
          <p:spPr>
            <a:xfrm>
              <a:off x="6626797" y="3444663"/>
              <a:ext cx="53780" cy="57458"/>
            </a:xfrm>
            <a:custGeom>
              <a:avLst/>
              <a:gdLst/>
              <a:ahLst/>
              <a:cxnLst/>
              <a:rect l="l" t="t" r="r" b="b"/>
              <a:pathLst>
                <a:path w="2047" h="2187" extrusionOk="0">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73"/>
            <p:cNvSpPr/>
            <p:nvPr/>
          </p:nvSpPr>
          <p:spPr>
            <a:xfrm>
              <a:off x="6391343" y="3325832"/>
              <a:ext cx="24801" cy="49602"/>
            </a:xfrm>
            <a:custGeom>
              <a:avLst/>
              <a:gdLst/>
              <a:ahLst/>
              <a:cxnLst/>
              <a:rect l="l" t="t" r="r" b="b"/>
              <a:pathLst>
                <a:path w="944" h="1888" extrusionOk="0">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73"/>
            <p:cNvSpPr/>
            <p:nvPr/>
          </p:nvSpPr>
          <p:spPr>
            <a:xfrm>
              <a:off x="6541674" y="3335500"/>
              <a:ext cx="14608" cy="30450"/>
            </a:xfrm>
            <a:custGeom>
              <a:avLst/>
              <a:gdLst/>
              <a:ahLst/>
              <a:cxnLst/>
              <a:rect l="l" t="t" r="r" b="b"/>
              <a:pathLst>
                <a:path w="556" h="1159" extrusionOk="0">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1" name="Google Shape;8171;p73"/>
          <p:cNvGrpSpPr/>
          <p:nvPr/>
        </p:nvGrpSpPr>
        <p:grpSpPr>
          <a:xfrm>
            <a:off x="5084391" y="4183682"/>
            <a:ext cx="504064" cy="325595"/>
            <a:chOff x="5084391" y="4183682"/>
            <a:chExt cx="504064" cy="325595"/>
          </a:xfrm>
        </p:grpSpPr>
        <p:sp>
          <p:nvSpPr>
            <p:cNvPr id="8172" name="Google Shape;8172;p73"/>
            <p:cNvSpPr/>
            <p:nvPr/>
          </p:nvSpPr>
          <p:spPr>
            <a:xfrm>
              <a:off x="5209948" y="4186887"/>
              <a:ext cx="186981" cy="137957"/>
            </a:xfrm>
            <a:custGeom>
              <a:avLst/>
              <a:gdLst/>
              <a:ahLst/>
              <a:cxnLst/>
              <a:rect l="l" t="t" r="r" b="b"/>
              <a:pathLst>
                <a:path w="7117" h="5251" extrusionOk="0">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73"/>
            <p:cNvSpPr/>
            <p:nvPr/>
          </p:nvSpPr>
          <p:spPr>
            <a:xfrm>
              <a:off x="5212680" y="4186887"/>
              <a:ext cx="184249" cy="137957"/>
            </a:xfrm>
            <a:custGeom>
              <a:avLst/>
              <a:gdLst/>
              <a:ahLst/>
              <a:cxnLst/>
              <a:rect l="l" t="t" r="r" b="b"/>
              <a:pathLst>
                <a:path w="7013" h="5251" extrusionOk="0">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73"/>
            <p:cNvSpPr/>
            <p:nvPr/>
          </p:nvSpPr>
          <p:spPr>
            <a:xfrm>
              <a:off x="5084391" y="4236069"/>
              <a:ext cx="504064" cy="145103"/>
            </a:xfrm>
            <a:custGeom>
              <a:avLst/>
              <a:gdLst/>
              <a:ahLst/>
              <a:cxnLst/>
              <a:rect l="l" t="t" r="r" b="b"/>
              <a:pathLst>
                <a:path w="19186" h="5523" extrusionOk="0">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73"/>
            <p:cNvSpPr/>
            <p:nvPr/>
          </p:nvSpPr>
          <p:spPr>
            <a:xfrm>
              <a:off x="5209948" y="4348148"/>
              <a:ext cx="209050" cy="161129"/>
            </a:xfrm>
            <a:custGeom>
              <a:avLst/>
              <a:gdLst/>
              <a:ahLst/>
              <a:cxnLst/>
              <a:rect l="l" t="t" r="r" b="b"/>
              <a:pathLst>
                <a:path w="7957" h="6133" extrusionOk="0">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73"/>
            <p:cNvSpPr/>
            <p:nvPr/>
          </p:nvSpPr>
          <p:spPr>
            <a:xfrm>
              <a:off x="5382322" y="4183682"/>
              <a:ext cx="203218" cy="76663"/>
            </a:xfrm>
            <a:custGeom>
              <a:avLst/>
              <a:gdLst/>
              <a:ahLst/>
              <a:cxnLst/>
              <a:rect l="l" t="t" r="r" b="b"/>
              <a:pathLst>
                <a:path w="7735" h="2918" extrusionOk="0">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73"/>
            <p:cNvSpPr/>
            <p:nvPr/>
          </p:nvSpPr>
          <p:spPr>
            <a:xfrm>
              <a:off x="5274263" y="4337901"/>
              <a:ext cx="23724" cy="20309"/>
            </a:xfrm>
            <a:custGeom>
              <a:avLst/>
              <a:gdLst/>
              <a:ahLst/>
              <a:cxnLst/>
              <a:rect l="l" t="t" r="r" b="b"/>
              <a:pathLst>
                <a:path w="903" h="773" extrusionOk="0">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73"/>
            <p:cNvSpPr/>
            <p:nvPr/>
          </p:nvSpPr>
          <p:spPr>
            <a:xfrm>
              <a:off x="5233619" y="4337901"/>
              <a:ext cx="23724" cy="20309"/>
            </a:xfrm>
            <a:custGeom>
              <a:avLst/>
              <a:gdLst/>
              <a:ahLst/>
              <a:cxnLst/>
              <a:rect l="l" t="t" r="r" b="b"/>
              <a:pathLst>
                <a:path w="903" h="773" extrusionOk="0">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73"/>
            <p:cNvSpPr/>
            <p:nvPr/>
          </p:nvSpPr>
          <p:spPr>
            <a:xfrm>
              <a:off x="5193002" y="4337901"/>
              <a:ext cx="23698" cy="20309"/>
            </a:xfrm>
            <a:custGeom>
              <a:avLst/>
              <a:gdLst/>
              <a:ahLst/>
              <a:cxnLst/>
              <a:rect l="l" t="t" r="r" b="b"/>
              <a:pathLst>
                <a:path w="902" h="773" extrusionOk="0">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73"/>
            <p:cNvSpPr/>
            <p:nvPr/>
          </p:nvSpPr>
          <p:spPr>
            <a:xfrm>
              <a:off x="5152542" y="4337901"/>
              <a:ext cx="23724" cy="20309"/>
            </a:xfrm>
            <a:custGeom>
              <a:avLst/>
              <a:gdLst/>
              <a:ahLst/>
              <a:cxnLst/>
              <a:rect l="l" t="t" r="r" b="b"/>
              <a:pathLst>
                <a:path w="903" h="773" extrusionOk="0">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73"/>
            <p:cNvSpPr/>
            <p:nvPr/>
          </p:nvSpPr>
          <p:spPr>
            <a:xfrm>
              <a:off x="5446479" y="4337901"/>
              <a:ext cx="23724" cy="20309"/>
            </a:xfrm>
            <a:custGeom>
              <a:avLst/>
              <a:gdLst/>
              <a:ahLst/>
              <a:cxnLst/>
              <a:rect l="l" t="t" r="r" b="b"/>
              <a:pathLst>
                <a:path w="903" h="773" extrusionOk="0">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73"/>
            <p:cNvSpPr/>
            <p:nvPr/>
          </p:nvSpPr>
          <p:spPr>
            <a:xfrm>
              <a:off x="5467261" y="4183944"/>
              <a:ext cx="118279" cy="76400"/>
            </a:xfrm>
            <a:custGeom>
              <a:avLst/>
              <a:gdLst/>
              <a:ahLst/>
              <a:cxnLst/>
              <a:rect l="l" t="t" r="r" b="b"/>
              <a:pathLst>
                <a:path w="4502" h="2908" extrusionOk="0">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73"/>
            <p:cNvSpPr/>
            <p:nvPr/>
          </p:nvSpPr>
          <p:spPr>
            <a:xfrm>
              <a:off x="5212680" y="4348148"/>
              <a:ext cx="206265" cy="161129"/>
            </a:xfrm>
            <a:custGeom>
              <a:avLst/>
              <a:gdLst/>
              <a:ahLst/>
              <a:cxnLst/>
              <a:rect l="l" t="t" r="r" b="b"/>
              <a:pathLst>
                <a:path w="7851" h="6133" extrusionOk="0">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73"/>
            <p:cNvSpPr/>
            <p:nvPr/>
          </p:nvSpPr>
          <p:spPr>
            <a:xfrm>
              <a:off x="5479819" y="4315176"/>
              <a:ext cx="27376" cy="6410"/>
            </a:xfrm>
            <a:custGeom>
              <a:avLst/>
              <a:gdLst/>
              <a:ahLst/>
              <a:cxnLst/>
              <a:rect l="l" t="t" r="r" b="b"/>
              <a:pathLst>
                <a:path w="1042" h="244" extrusionOk="0">
                  <a:moveTo>
                    <a:pt x="1" y="0"/>
                  </a:moveTo>
                  <a:cubicBezTo>
                    <a:pt x="361" y="0"/>
                    <a:pt x="715" y="84"/>
                    <a:pt x="1041" y="243"/>
                  </a:cubicBezTo>
                  <a:lnTo>
                    <a:pt x="104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73"/>
            <p:cNvSpPr/>
            <p:nvPr/>
          </p:nvSpPr>
          <p:spPr>
            <a:xfrm>
              <a:off x="5540508" y="4350696"/>
              <a:ext cx="47947" cy="30476"/>
            </a:xfrm>
            <a:custGeom>
              <a:avLst/>
              <a:gdLst/>
              <a:ahLst/>
              <a:cxnLst/>
              <a:rect l="l" t="t" r="r" b="b"/>
              <a:pathLst>
                <a:path w="1825" h="1160" extrusionOk="0">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73"/>
            <p:cNvSpPr/>
            <p:nvPr/>
          </p:nvSpPr>
          <p:spPr>
            <a:xfrm>
              <a:off x="5507352" y="4315176"/>
              <a:ext cx="63606" cy="35547"/>
            </a:xfrm>
            <a:custGeom>
              <a:avLst/>
              <a:gdLst/>
              <a:ahLst/>
              <a:cxnLst/>
              <a:rect l="l" t="t" r="r" b="b"/>
              <a:pathLst>
                <a:path w="2421" h="1353" extrusionOk="0">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73"/>
            <p:cNvSpPr/>
            <p:nvPr/>
          </p:nvSpPr>
          <p:spPr>
            <a:xfrm>
              <a:off x="5507352" y="4315176"/>
              <a:ext cx="63606" cy="35547"/>
            </a:xfrm>
            <a:custGeom>
              <a:avLst/>
              <a:gdLst/>
              <a:ahLst/>
              <a:cxnLst/>
              <a:rect l="l" t="t" r="r" b="b"/>
              <a:pathLst>
                <a:path w="2421" h="1353" extrusionOk="0">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8" name="Google Shape;8188;p73"/>
          <p:cNvGrpSpPr/>
          <p:nvPr/>
        </p:nvGrpSpPr>
        <p:grpSpPr>
          <a:xfrm>
            <a:off x="7947595" y="2347996"/>
            <a:ext cx="379795" cy="267165"/>
            <a:chOff x="7947595" y="2347996"/>
            <a:chExt cx="379795" cy="267165"/>
          </a:xfrm>
        </p:grpSpPr>
        <p:sp>
          <p:nvSpPr>
            <p:cNvPr id="8189" name="Google Shape;8189;p73"/>
            <p:cNvSpPr/>
            <p:nvPr/>
          </p:nvSpPr>
          <p:spPr>
            <a:xfrm>
              <a:off x="7947779" y="2386432"/>
              <a:ext cx="379611" cy="228728"/>
            </a:xfrm>
            <a:custGeom>
              <a:avLst/>
              <a:gdLst/>
              <a:ahLst/>
              <a:cxnLst/>
              <a:rect l="l" t="t" r="r" b="b"/>
              <a:pathLst>
                <a:path w="14449" h="8706" extrusionOk="0">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73"/>
            <p:cNvSpPr/>
            <p:nvPr/>
          </p:nvSpPr>
          <p:spPr>
            <a:xfrm>
              <a:off x="7947595" y="2386432"/>
              <a:ext cx="208866" cy="228728"/>
            </a:xfrm>
            <a:custGeom>
              <a:avLst/>
              <a:gdLst/>
              <a:ahLst/>
              <a:cxnLst/>
              <a:rect l="l" t="t" r="r" b="b"/>
              <a:pathLst>
                <a:path w="7950" h="8706" extrusionOk="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73"/>
            <p:cNvSpPr/>
            <p:nvPr/>
          </p:nvSpPr>
          <p:spPr>
            <a:xfrm>
              <a:off x="8049269" y="2419063"/>
              <a:ext cx="170062" cy="163678"/>
            </a:xfrm>
            <a:custGeom>
              <a:avLst/>
              <a:gdLst/>
              <a:ahLst/>
              <a:cxnLst/>
              <a:rect l="l" t="t" r="r" b="b"/>
              <a:pathLst>
                <a:path w="6473" h="6230" extrusionOk="0">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73"/>
            <p:cNvSpPr/>
            <p:nvPr/>
          </p:nvSpPr>
          <p:spPr>
            <a:xfrm>
              <a:off x="8055837" y="2418984"/>
              <a:ext cx="97340" cy="163599"/>
            </a:xfrm>
            <a:custGeom>
              <a:avLst/>
              <a:gdLst/>
              <a:ahLst/>
              <a:cxnLst/>
              <a:rect l="l" t="t" r="r" b="b"/>
              <a:pathLst>
                <a:path w="3705" h="6227" extrusionOk="0">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73"/>
            <p:cNvSpPr/>
            <p:nvPr/>
          </p:nvSpPr>
          <p:spPr>
            <a:xfrm>
              <a:off x="8082451" y="2459444"/>
              <a:ext cx="96420" cy="82653"/>
            </a:xfrm>
            <a:custGeom>
              <a:avLst/>
              <a:gdLst/>
              <a:ahLst/>
              <a:cxnLst/>
              <a:rect l="l" t="t" r="r" b="b"/>
              <a:pathLst>
                <a:path w="3670" h="3146" extrusionOk="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73"/>
            <p:cNvSpPr/>
            <p:nvPr/>
          </p:nvSpPr>
          <p:spPr>
            <a:xfrm>
              <a:off x="8096113" y="2459496"/>
              <a:ext cx="57432" cy="82601"/>
            </a:xfrm>
            <a:custGeom>
              <a:avLst/>
              <a:gdLst/>
              <a:ahLst/>
              <a:cxnLst/>
              <a:rect l="l" t="t" r="r" b="b"/>
              <a:pathLst>
                <a:path w="2186" h="3144" extrusionOk="0">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73"/>
            <p:cNvSpPr/>
            <p:nvPr/>
          </p:nvSpPr>
          <p:spPr>
            <a:xfrm>
              <a:off x="8254563" y="2401513"/>
              <a:ext cx="38174" cy="26325"/>
            </a:xfrm>
            <a:custGeom>
              <a:avLst/>
              <a:gdLst/>
              <a:ahLst/>
              <a:cxnLst/>
              <a:rect l="l" t="t" r="r" b="b"/>
              <a:pathLst>
                <a:path w="1453" h="1002" extrusionOk="0">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73"/>
            <p:cNvSpPr/>
            <p:nvPr/>
          </p:nvSpPr>
          <p:spPr>
            <a:xfrm>
              <a:off x="8013933" y="2347996"/>
              <a:ext cx="230331" cy="58693"/>
            </a:xfrm>
            <a:custGeom>
              <a:avLst/>
              <a:gdLst/>
              <a:ahLst/>
              <a:cxnLst/>
              <a:rect l="l" t="t" r="r" b="b"/>
              <a:pathLst>
                <a:path w="8767" h="2234" extrusionOk="0">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73"/>
            <p:cNvSpPr/>
            <p:nvPr/>
          </p:nvSpPr>
          <p:spPr>
            <a:xfrm>
              <a:off x="8147686" y="2462097"/>
              <a:ext cx="33366" cy="28427"/>
            </a:xfrm>
            <a:custGeom>
              <a:avLst/>
              <a:gdLst/>
              <a:ahLst/>
              <a:cxnLst/>
              <a:rect l="l" t="t" r="r" b="b"/>
              <a:pathLst>
                <a:path w="1270" h="1082" extrusionOk="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8" name="Google Shape;8198;p73"/>
          <p:cNvGrpSpPr/>
          <p:nvPr/>
        </p:nvGrpSpPr>
        <p:grpSpPr>
          <a:xfrm>
            <a:off x="6400644" y="2310269"/>
            <a:ext cx="275362" cy="338784"/>
            <a:chOff x="6400644" y="2310269"/>
            <a:chExt cx="275362" cy="338784"/>
          </a:xfrm>
        </p:grpSpPr>
        <p:sp>
          <p:nvSpPr>
            <p:cNvPr id="8199" name="Google Shape;8199;p73"/>
            <p:cNvSpPr/>
            <p:nvPr/>
          </p:nvSpPr>
          <p:spPr>
            <a:xfrm>
              <a:off x="6503789" y="2310269"/>
              <a:ext cx="69070" cy="45399"/>
            </a:xfrm>
            <a:custGeom>
              <a:avLst/>
              <a:gdLst/>
              <a:ahLst/>
              <a:cxnLst/>
              <a:rect l="l" t="t" r="r" b="b"/>
              <a:pathLst>
                <a:path w="2629" h="1728" extrusionOk="0">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73"/>
            <p:cNvSpPr/>
            <p:nvPr/>
          </p:nvSpPr>
          <p:spPr>
            <a:xfrm>
              <a:off x="6434351" y="2389533"/>
              <a:ext cx="207763" cy="259520"/>
            </a:xfrm>
            <a:custGeom>
              <a:avLst/>
              <a:gdLst/>
              <a:ahLst/>
              <a:cxnLst/>
              <a:rect l="l" t="t" r="r" b="b"/>
              <a:pathLst>
                <a:path w="7908" h="9878" extrusionOk="0">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73"/>
            <p:cNvSpPr/>
            <p:nvPr/>
          </p:nvSpPr>
          <p:spPr>
            <a:xfrm>
              <a:off x="6447645" y="2389533"/>
              <a:ext cx="194653" cy="259520"/>
            </a:xfrm>
            <a:custGeom>
              <a:avLst/>
              <a:gdLst/>
              <a:ahLst/>
              <a:cxnLst/>
              <a:rect l="l" t="t" r="r" b="b"/>
              <a:pathLst>
                <a:path w="7409" h="9878" extrusionOk="0">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73"/>
            <p:cNvSpPr/>
            <p:nvPr/>
          </p:nvSpPr>
          <p:spPr>
            <a:xfrm>
              <a:off x="6434351" y="2343424"/>
              <a:ext cx="207211" cy="42850"/>
            </a:xfrm>
            <a:custGeom>
              <a:avLst/>
              <a:gdLst/>
              <a:ahLst/>
              <a:cxnLst/>
              <a:rect l="l" t="t" r="r" b="b"/>
              <a:pathLst>
                <a:path w="7887" h="1631" extrusionOk="0">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73"/>
            <p:cNvSpPr/>
            <p:nvPr/>
          </p:nvSpPr>
          <p:spPr>
            <a:xfrm>
              <a:off x="6555178" y="2343424"/>
              <a:ext cx="86568" cy="42850"/>
            </a:xfrm>
            <a:custGeom>
              <a:avLst/>
              <a:gdLst/>
              <a:ahLst/>
              <a:cxnLst/>
              <a:rect l="l" t="t" r="r" b="b"/>
              <a:pathLst>
                <a:path w="3295" h="1631" extrusionOk="0">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73"/>
            <p:cNvSpPr/>
            <p:nvPr/>
          </p:nvSpPr>
          <p:spPr>
            <a:xfrm>
              <a:off x="6400644" y="2368751"/>
              <a:ext cx="275362" cy="30844"/>
            </a:xfrm>
            <a:custGeom>
              <a:avLst/>
              <a:gdLst/>
              <a:ahLst/>
              <a:cxnLst/>
              <a:rect l="l" t="t" r="r" b="b"/>
              <a:pathLst>
                <a:path w="10481" h="1174" extrusionOk="0">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73"/>
            <p:cNvSpPr/>
            <p:nvPr/>
          </p:nvSpPr>
          <p:spPr>
            <a:xfrm>
              <a:off x="6400644" y="2368751"/>
              <a:ext cx="275362" cy="31028"/>
            </a:xfrm>
            <a:custGeom>
              <a:avLst/>
              <a:gdLst/>
              <a:ahLst/>
              <a:cxnLst/>
              <a:rect l="l" t="t" r="r" b="b"/>
              <a:pathLst>
                <a:path w="10481" h="1181" extrusionOk="0">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73"/>
            <p:cNvSpPr/>
            <p:nvPr/>
          </p:nvSpPr>
          <p:spPr>
            <a:xfrm>
              <a:off x="6528748" y="2430912"/>
              <a:ext cx="19153" cy="165858"/>
            </a:xfrm>
            <a:custGeom>
              <a:avLst/>
              <a:gdLst/>
              <a:ahLst/>
              <a:cxnLst/>
              <a:rect l="l" t="t" r="r" b="b"/>
              <a:pathLst>
                <a:path w="729" h="6313" extrusionOk="0">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73"/>
            <p:cNvSpPr/>
            <p:nvPr/>
          </p:nvSpPr>
          <p:spPr>
            <a:xfrm>
              <a:off x="6582870" y="2430912"/>
              <a:ext cx="23356" cy="165438"/>
            </a:xfrm>
            <a:custGeom>
              <a:avLst/>
              <a:gdLst/>
              <a:ahLst/>
              <a:cxnLst/>
              <a:rect l="l" t="t" r="r" b="b"/>
              <a:pathLst>
                <a:path w="889" h="6297" extrusionOk="0">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73"/>
            <p:cNvSpPr/>
            <p:nvPr/>
          </p:nvSpPr>
          <p:spPr>
            <a:xfrm>
              <a:off x="6470423" y="2430912"/>
              <a:ext cx="23356" cy="165438"/>
            </a:xfrm>
            <a:custGeom>
              <a:avLst/>
              <a:gdLst/>
              <a:ahLst/>
              <a:cxnLst/>
              <a:rect l="l" t="t" r="r" b="b"/>
              <a:pathLst>
                <a:path w="889" h="6297" extrusionOk="0">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73"/>
            <p:cNvSpPr/>
            <p:nvPr/>
          </p:nvSpPr>
          <p:spPr>
            <a:xfrm>
              <a:off x="6529668" y="2430912"/>
              <a:ext cx="18233" cy="165858"/>
            </a:xfrm>
            <a:custGeom>
              <a:avLst/>
              <a:gdLst/>
              <a:ahLst/>
              <a:cxnLst/>
              <a:rect l="l" t="t" r="r" b="b"/>
              <a:pathLst>
                <a:path w="694" h="6313" extrusionOk="0">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73"/>
            <p:cNvSpPr/>
            <p:nvPr/>
          </p:nvSpPr>
          <p:spPr>
            <a:xfrm>
              <a:off x="6583789" y="2430912"/>
              <a:ext cx="22437" cy="165858"/>
            </a:xfrm>
            <a:custGeom>
              <a:avLst/>
              <a:gdLst/>
              <a:ahLst/>
              <a:cxnLst/>
              <a:rect l="l" t="t" r="r" b="b"/>
              <a:pathLst>
                <a:path w="854" h="6313" extrusionOk="0">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73"/>
            <p:cNvSpPr/>
            <p:nvPr/>
          </p:nvSpPr>
          <p:spPr>
            <a:xfrm>
              <a:off x="6475547" y="2430912"/>
              <a:ext cx="18338" cy="165963"/>
            </a:xfrm>
            <a:custGeom>
              <a:avLst/>
              <a:gdLst/>
              <a:ahLst/>
              <a:cxnLst/>
              <a:rect l="l" t="t" r="r" b="b"/>
              <a:pathLst>
                <a:path w="698" h="6317" extrusionOk="0">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2" name="Google Shape;8212;p73"/>
          <p:cNvGrpSpPr/>
          <p:nvPr/>
        </p:nvGrpSpPr>
        <p:grpSpPr>
          <a:xfrm>
            <a:off x="1342268" y="4161009"/>
            <a:ext cx="359565" cy="358094"/>
            <a:chOff x="1342268" y="4161009"/>
            <a:chExt cx="359565" cy="358094"/>
          </a:xfrm>
        </p:grpSpPr>
        <p:sp>
          <p:nvSpPr>
            <p:cNvPr id="8213" name="Google Shape;8213;p73"/>
            <p:cNvSpPr/>
            <p:nvPr/>
          </p:nvSpPr>
          <p:spPr>
            <a:xfrm>
              <a:off x="1342268" y="4371845"/>
              <a:ext cx="65077" cy="147257"/>
            </a:xfrm>
            <a:custGeom>
              <a:avLst/>
              <a:gdLst/>
              <a:ahLst/>
              <a:cxnLst/>
              <a:rect l="l" t="t" r="r" b="b"/>
              <a:pathLst>
                <a:path w="2477" h="5605" extrusionOk="0">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73"/>
            <p:cNvSpPr/>
            <p:nvPr/>
          </p:nvSpPr>
          <p:spPr>
            <a:xfrm>
              <a:off x="1342268" y="4371845"/>
              <a:ext cx="31002" cy="147257"/>
            </a:xfrm>
            <a:custGeom>
              <a:avLst/>
              <a:gdLst/>
              <a:ahLst/>
              <a:cxnLst/>
              <a:rect l="l" t="t" r="r" b="b"/>
              <a:pathLst>
                <a:path w="1180" h="5605" extrusionOk="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73"/>
            <p:cNvSpPr/>
            <p:nvPr/>
          </p:nvSpPr>
          <p:spPr>
            <a:xfrm>
              <a:off x="1440501" y="4335589"/>
              <a:ext cx="65077" cy="183513"/>
            </a:xfrm>
            <a:custGeom>
              <a:avLst/>
              <a:gdLst/>
              <a:ahLst/>
              <a:cxnLst/>
              <a:rect l="l" t="t" r="r" b="b"/>
              <a:pathLst>
                <a:path w="2477" h="6985" extrusionOk="0">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73"/>
            <p:cNvSpPr/>
            <p:nvPr/>
          </p:nvSpPr>
          <p:spPr>
            <a:xfrm>
              <a:off x="1440501" y="4335589"/>
              <a:ext cx="31002" cy="183513"/>
            </a:xfrm>
            <a:custGeom>
              <a:avLst/>
              <a:gdLst/>
              <a:ahLst/>
              <a:cxnLst/>
              <a:rect l="l" t="t" r="r" b="b"/>
              <a:pathLst>
                <a:path w="1180" h="6985" extrusionOk="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73"/>
            <p:cNvSpPr/>
            <p:nvPr/>
          </p:nvSpPr>
          <p:spPr>
            <a:xfrm>
              <a:off x="1538707" y="4299123"/>
              <a:ext cx="64919" cy="219980"/>
            </a:xfrm>
            <a:custGeom>
              <a:avLst/>
              <a:gdLst/>
              <a:ahLst/>
              <a:cxnLst/>
              <a:rect l="l" t="t" r="r" b="b"/>
              <a:pathLst>
                <a:path w="2471" h="8373" extrusionOk="0">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73"/>
            <p:cNvSpPr/>
            <p:nvPr/>
          </p:nvSpPr>
          <p:spPr>
            <a:xfrm>
              <a:off x="1538707" y="4299123"/>
              <a:ext cx="31002" cy="219980"/>
            </a:xfrm>
            <a:custGeom>
              <a:avLst/>
              <a:gdLst/>
              <a:ahLst/>
              <a:cxnLst/>
              <a:rect l="l" t="t" r="r" b="b"/>
              <a:pathLst>
                <a:path w="1180" h="8373" extrusionOk="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73"/>
            <p:cNvSpPr/>
            <p:nvPr/>
          </p:nvSpPr>
          <p:spPr>
            <a:xfrm>
              <a:off x="1636940" y="4262683"/>
              <a:ext cx="64893" cy="256420"/>
            </a:xfrm>
            <a:custGeom>
              <a:avLst/>
              <a:gdLst/>
              <a:ahLst/>
              <a:cxnLst/>
              <a:rect l="l" t="t" r="r" b="b"/>
              <a:pathLst>
                <a:path w="2470" h="9760" extrusionOk="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73"/>
            <p:cNvSpPr/>
            <p:nvPr/>
          </p:nvSpPr>
          <p:spPr>
            <a:xfrm>
              <a:off x="1636940" y="4262683"/>
              <a:ext cx="31002" cy="256420"/>
            </a:xfrm>
            <a:custGeom>
              <a:avLst/>
              <a:gdLst/>
              <a:ahLst/>
              <a:cxnLst/>
              <a:rect l="l" t="t" r="r" b="b"/>
              <a:pathLst>
                <a:path w="1180" h="9760" extrusionOk="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73"/>
            <p:cNvSpPr/>
            <p:nvPr/>
          </p:nvSpPr>
          <p:spPr>
            <a:xfrm>
              <a:off x="1357953" y="4161009"/>
              <a:ext cx="333687" cy="134699"/>
            </a:xfrm>
            <a:custGeom>
              <a:avLst/>
              <a:gdLst/>
              <a:ahLst/>
              <a:cxnLst/>
              <a:rect l="l" t="t" r="r" b="b"/>
              <a:pathLst>
                <a:path w="12701" h="5127" extrusionOk="0">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2" name="Google Shape;8222;p73"/>
          <p:cNvGrpSpPr/>
          <p:nvPr/>
        </p:nvGrpSpPr>
        <p:grpSpPr>
          <a:xfrm>
            <a:off x="1913012" y="2764940"/>
            <a:ext cx="417523" cy="374252"/>
            <a:chOff x="1913012" y="2764940"/>
            <a:chExt cx="417523" cy="374252"/>
          </a:xfrm>
        </p:grpSpPr>
        <p:sp>
          <p:nvSpPr>
            <p:cNvPr id="8223" name="Google Shape;8223;p73"/>
            <p:cNvSpPr/>
            <p:nvPr/>
          </p:nvSpPr>
          <p:spPr>
            <a:xfrm>
              <a:off x="2010693" y="2813676"/>
              <a:ext cx="285214" cy="163494"/>
            </a:xfrm>
            <a:custGeom>
              <a:avLst/>
              <a:gdLst/>
              <a:ahLst/>
              <a:cxnLst/>
              <a:rect l="l" t="t" r="r" b="b"/>
              <a:pathLst>
                <a:path w="10856" h="6223" extrusionOk="0">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73"/>
            <p:cNvSpPr/>
            <p:nvPr/>
          </p:nvSpPr>
          <p:spPr>
            <a:xfrm>
              <a:off x="2022174" y="3062529"/>
              <a:ext cx="89694" cy="76663"/>
            </a:xfrm>
            <a:custGeom>
              <a:avLst/>
              <a:gdLst/>
              <a:ahLst/>
              <a:cxnLst/>
              <a:rect l="l" t="t" r="r" b="b"/>
              <a:pathLst>
                <a:path w="3414" h="2918" extrusionOk="0">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73"/>
            <p:cNvSpPr/>
            <p:nvPr/>
          </p:nvSpPr>
          <p:spPr>
            <a:xfrm>
              <a:off x="2050233" y="3083284"/>
              <a:ext cx="40670" cy="34969"/>
            </a:xfrm>
            <a:custGeom>
              <a:avLst/>
              <a:gdLst/>
              <a:ahLst/>
              <a:cxnLst/>
              <a:rect l="l" t="t" r="r" b="b"/>
              <a:pathLst>
                <a:path w="1548" h="1331" extrusionOk="0">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73"/>
            <p:cNvSpPr/>
            <p:nvPr/>
          </p:nvSpPr>
          <p:spPr>
            <a:xfrm>
              <a:off x="2174344" y="3062529"/>
              <a:ext cx="89668" cy="76663"/>
            </a:xfrm>
            <a:custGeom>
              <a:avLst/>
              <a:gdLst/>
              <a:ahLst/>
              <a:cxnLst/>
              <a:rect l="l" t="t" r="r" b="b"/>
              <a:pathLst>
                <a:path w="3413" h="2918" extrusionOk="0">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73"/>
            <p:cNvSpPr/>
            <p:nvPr/>
          </p:nvSpPr>
          <p:spPr>
            <a:xfrm>
              <a:off x="2202219" y="3083284"/>
              <a:ext cx="40854" cy="34969"/>
            </a:xfrm>
            <a:custGeom>
              <a:avLst/>
              <a:gdLst/>
              <a:ahLst/>
              <a:cxnLst/>
              <a:rect l="l" t="t" r="r" b="b"/>
              <a:pathLst>
                <a:path w="1555" h="1331" extrusionOk="0">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73"/>
            <p:cNvSpPr/>
            <p:nvPr/>
          </p:nvSpPr>
          <p:spPr>
            <a:xfrm>
              <a:off x="1995376" y="2792632"/>
              <a:ext cx="335158" cy="174975"/>
            </a:xfrm>
            <a:custGeom>
              <a:avLst/>
              <a:gdLst/>
              <a:ahLst/>
              <a:cxnLst/>
              <a:rect l="l" t="t" r="r" b="b"/>
              <a:pathLst>
                <a:path w="12757" h="6660" extrusionOk="0">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73"/>
            <p:cNvSpPr/>
            <p:nvPr/>
          </p:nvSpPr>
          <p:spPr>
            <a:xfrm>
              <a:off x="2273654" y="2792632"/>
              <a:ext cx="56696" cy="174975"/>
            </a:xfrm>
            <a:custGeom>
              <a:avLst/>
              <a:gdLst/>
              <a:ahLst/>
              <a:cxnLst/>
              <a:rect l="l" t="t" r="r" b="b"/>
              <a:pathLst>
                <a:path w="2158" h="6660" extrusionOk="0">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73"/>
            <p:cNvSpPr/>
            <p:nvPr/>
          </p:nvSpPr>
          <p:spPr>
            <a:xfrm>
              <a:off x="1913012" y="2764940"/>
              <a:ext cx="412610" cy="236006"/>
            </a:xfrm>
            <a:custGeom>
              <a:avLst/>
              <a:gdLst/>
              <a:ahLst/>
              <a:cxnLst/>
              <a:rect l="l" t="t" r="r" b="b"/>
              <a:pathLst>
                <a:path w="15705" h="8983" extrusionOk="0">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73"/>
            <p:cNvSpPr/>
            <p:nvPr/>
          </p:nvSpPr>
          <p:spPr>
            <a:xfrm>
              <a:off x="2026903" y="2967580"/>
              <a:ext cx="299270" cy="33182"/>
            </a:xfrm>
            <a:custGeom>
              <a:avLst/>
              <a:gdLst/>
              <a:ahLst/>
              <a:cxnLst/>
              <a:rect l="l" t="t" r="r" b="b"/>
              <a:pathLst>
                <a:path w="11391" h="1263" extrusionOk="0">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73"/>
            <p:cNvSpPr/>
            <p:nvPr/>
          </p:nvSpPr>
          <p:spPr>
            <a:xfrm>
              <a:off x="1994483" y="2978326"/>
              <a:ext cx="287027" cy="92427"/>
            </a:xfrm>
            <a:custGeom>
              <a:avLst/>
              <a:gdLst/>
              <a:ahLst/>
              <a:cxnLst/>
              <a:rect l="l" t="t" r="r" b="b"/>
              <a:pathLst>
                <a:path w="10925" h="3518" extrusionOk="0">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73"/>
            <p:cNvSpPr/>
            <p:nvPr/>
          </p:nvSpPr>
          <p:spPr>
            <a:xfrm>
              <a:off x="2003757" y="3021518"/>
              <a:ext cx="277569" cy="49235"/>
            </a:xfrm>
            <a:custGeom>
              <a:avLst/>
              <a:gdLst/>
              <a:ahLst/>
              <a:cxnLst/>
              <a:rect l="l" t="t" r="r" b="b"/>
              <a:pathLst>
                <a:path w="10565" h="1874" extrusionOk="0">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73"/>
            <p:cNvSpPr/>
            <p:nvPr/>
          </p:nvSpPr>
          <p:spPr>
            <a:xfrm>
              <a:off x="2020361" y="2978326"/>
              <a:ext cx="38463" cy="32841"/>
            </a:xfrm>
            <a:custGeom>
              <a:avLst/>
              <a:gdLst/>
              <a:ahLst/>
              <a:cxnLst/>
              <a:rect l="l" t="t" r="r" b="b"/>
              <a:pathLst>
                <a:path w="1464" h="1250" extrusionOk="0">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5" name="Google Shape;8235;p73"/>
          <p:cNvGrpSpPr/>
          <p:nvPr/>
        </p:nvGrpSpPr>
        <p:grpSpPr>
          <a:xfrm>
            <a:off x="830742" y="2763601"/>
            <a:ext cx="384734" cy="381556"/>
            <a:chOff x="830742" y="2763601"/>
            <a:chExt cx="384734" cy="381556"/>
          </a:xfrm>
        </p:grpSpPr>
        <p:sp>
          <p:nvSpPr>
            <p:cNvPr id="8236" name="Google Shape;8236;p73"/>
            <p:cNvSpPr/>
            <p:nvPr/>
          </p:nvSpPr>
          <p:spPr>
            <a:xfrm>
              <a:off x="830742" y="2881012"/>
              <a:ext cx="174423" cy="83678"/>
            </a:xfrm>
            <a:custGeom>
              <a:avLst/>
              <a:gdLst/>
              <a:ahLst/>
              <a:cxnLst/>
              <a:rect l="l" t="t" r="r" b="b"/>
              <a:pathLst>
                <a:path w="6639" h="3185" extrusionOk="0">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73"/>
            <p:cNvSpPr/>
            <p:nvPr/>
          </p:nvSpPr>
          <p:spPr>
            <a:xfrm>
              <a:off x="1013520" y="2973045"/>
              <a:ext cx="83494" cy="172111"/>
            </a:xfrm>
            <a:custGeom>
              <a:avLst/>
              <a:gdLst/>
              <a:ahLst/>
              <a:cxnLst/>
              <a:rect l="l" t="t" r="r" b="b"/>
              <a:pathLst>
                <a:path w="3178" h="6551" extrusionOk="0">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73"/>
            <p:cNvSpPr/>
            <p:nvPr/>
          </p:nvSpPr>
          <p:spPr>
            <a:xfrm>
              <a:off x="830742" y="2885557"/>
              <a:ext cx="125583" cy="72932"/>
            </a:xfrm>
            <a:custGeom>
              <a:avLst/>
              <a:gdLst/>
              <a:ahLst/>
              <a:cxnLst/>
              <a:rect l="l" t="t" r="r" b="b"/>
              <a:pathLst>
                <a:path w="4780" h="2776" extrusionOk="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73"/>
            <p:cNvSpPr/>
            <p:nvPr/>
          </p:nvSpPr>
          <p:spPr>
            <a:xfrm>
              <a:off x="1013520" y="3041012"/>
              <a:ext cx="24460" cy="104144"/>
            </a:xfrm>
            <a:custGeom>
              <a:avLst/>
              <a:gdLst/>
              <a:ahLst/>
              <a:cxnLst/>
              <a:rect l="l" t="t" r="r" b="b"/>
              <a:pathLst>
                <a:path w="931" h="3964" extrusionOk="0">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73"/>
            <p:cNvSpPr/>
            <p:nvPr/>
          </p:nvSpPr>
          <p:spPr>
            <a:xfrm>
              <a:off x="903281" y="2763601"/>
              <a:ext cx="312038" cy="310383"/>
            </a:xfrm>
            <a:custGeom>
              <a:avLst/>
              <a:gdLst/>
              <a:ahLst/>
              <a:cxnLst/>
              <a:rect l="l" t="t" r="r" b="b"/>
              <a:pathLst>
                <a:path w="11877" h="11814" extrusionOk="0">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73"/>
            <p:cNvSpPr/>
            <p:nvPr/>
          </p:nvSpPr>
          <p:spPr>
            <a:xfrm>
              <a:off x="903281" y="2763601"/>
              <a:ext cx="312012" cy="232065"/>
            </a:xfrm>
            <a:custGeom>
              <a:avLst/>
              <a:gdLst/>
              <a:ahLst/>
              <a:cxnLst/>
              <a:rect l="l" t="t" r="r" b="b"/>
              <a:pathLst>
                <a:path w="11876" h="8833" extrusionOk="0">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73"/>
            <p:cNvSpPr/>
            <p:nvPr/>
          </p:nvSpPr>
          <p:spPr>
            <a:xfrm>
              <a:off x="1060732" y="2852218"/>
              <a:ext cx="65261" cy="65261"/>
            </a:xfrm>
            <a:custGeom>
              <a:avLst/>
              <a:gdLst/>
              <a:ahLst/>
              <a:cxnLst/>
              <a:rect l="l" t="t" r="r" b="b"/>
              <a:pathLst>
                <a:path w="2484" h="2484" extrusionOk="0">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73"/>
            <p:cNvSpPr/>
            <p:nvPr/>
          </p:nvSpPr>
          <p:spPr>
            <a:xfrm>
              <a:off x="1060732" y="2852218"/>
              <a:ext cx="40302" cy="65287"/>
            </a:xfrm>
            <a:custGeom>
              <a:avLst/>
              <a:gdLst/>
              <a:ahLst/>
              <a:cxnLst/>
              <a:rect l="l" t="t" r="r" b="b"/>
              <a:pathLst>
                <a:path w="1534" h="2485" extrusionOk="0">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73"/>
            <p:cNvSpPr/>
            <p:nvPr/>
          </p:nvSpPr>
          <p:spPr>
            <a:xfrm>
              <a:off x="895084" y="2998739"/>
              <a:ext cx="84387" cy="83520"/>
            </a:xfrm>
            <a:custGeom>
              <a:avLst/>
              <a:gdLst/>
              <a:ahLst/>
              <a:cxnLst/>
              <a:rect l="l" t="t" r="r" b="b"/>
              <a:pathLst>
                <a:path w="3212" h="3179" extrusionOk="0">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73"/>
            <p:cNvSpPr/>
            <p:nvPr/>
          </p:nvSpPr>
          <p:spPr>
            <a:xfrm>
              <a:off x="895084" y="2998555"/>
              <a:ext cx="32814" cy="36650"/>
            </a:xfrm>
            <a:custGeom>
              <a:avLst/>
              <a:gdLst/>
              <a:ahLst/>
              <a:cxnLst/>
              <a:rect l="l" t="t" r="r" b="b"/>
              <a:pathLst>
                <a:path w="1249" h="1395" extrusionOk="0">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73"/>
            <p:cNvSpPr/>
            <p:nvPr/>
          </p:nvSpPr>
          <p:spPr>
            <a:xfrm>
              <a:off x="903281" y="2964480"/>
              <a:ext cx="110266" cy="109504"/>
            </a:xfrm>
            <a:custGeom>
              <a:avLst/>
              <a:gdLst/>
              <a:ahLst/>
              <a:cxnLst/>
              <a:rect l="l" t="t" r="r" b="b"/>
              <a:pathLst>
                <a:path w="4197" h="4168" extrusionOk="0">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73"/>
            <p:cNvSpPr/>
            <p:nvPr/>
          </p:nvSpPr>
          <p:spPr>
            <a:xfrm>
              <a:off x="903281" y="2964480"/>
              <a:ext cx="29557" cy="31185"/>
            </a:xfrm>
            <a:custGeom>
              <a:avLst/>
              <a:gdLst/>
              <a:ahLst/>
              <a:cxnLst/>
              <a:rect l="l" t="t" r="r" b="b"/>
              <a:pathLst>
                <a:path w="1125" h="1187" extrusionOk="0">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73"/>
            <p:cNvSpPr/>
            <p:nvPr/>
          </p:nvSpPr>
          <p:spPr>
            <a:xfrm>
              <a:off x="854992" y="3038831"/>
              <a:ext cx="34154" cy="31185"/>
            </a:xfrm>
            <a:custGeom>
              <a:avLst/>
              <a:gdLst/>
              <a:ahLst/>
              <a:cxnLst/>
              <a:rect l="l" t="t" r="r" b="b"/>
              <a:pathLst>
                <a:path w="1300" h="1187" extrusionOk="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73"/>
            <p:cNvSpPr/>
            <p:nvPr/>
          </p:nvSpPr>
          <p:spPr>
            <a:xfrm>
              <a:off x="873934" y="3057800"/>
              <a:ext cx="34286" cy="31343"/>
            </a:xfrm>
            <a:custGeom>
              <a:avLst/>
              <a:gdLst/>
              <a:ahLst/>
              <a:cxnLst/>
              <a:rect l="l" t="t" r="r" b="b"/>
              <a:pathLst>
                <a:path w="1305" h="1193" extrusionOk="0">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73"/>
            <p:cNvSpPr/>
            <p:nvPr/>
          </p:nvSpPr>
          <p:spPr>
            <a:xfrm>
              <a:off x="912213" y="3095895"/>
              <a:ext cx="34102" cy="31343"/>
            </a:xfrm>
            <a:custGeom>
              <a:avLst/>
              <a:gdLst/>
              <a:ahLst/>
              <a:cxnLst/>
              <a:rect l="l" t="t" r="r" b="b"/>
              <a:pathLst>
                <a:path w="1298" h="1193" extrusionOk="0">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73"/>
            <p:cNvSpPr/>
            <p:nvPr/>
          </p:nvSpPr>
          <p:spPr>
            <a:xfrm>
              <a:off x="893061" y="3076926"/>
              <a:ext cx="34312" cy="31343"/>
            </a:xfrm>
            <a:custGeom>
              <a:avLst/>
              <a:gdLst/>
              <a:ahLst/>
              <a:cxnLst/>
              <a:rect l="l" t="t" r="r" b="b"/>
              <a:pathLst>
                <a:path w="1306" h="1193" extrusionOk="0">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73"/>
            <p:cNvSpPr/>
            <p:nvPr/>
          </p:nvSpPr>
          <p:spPr>
            <a:xfrm>
              <a:off x="1141809" y="2763601"/>
              <a:ext cx="73668" cy="72801"/>
            </a:xfrm>
            <a:custGeom>
              <a:avLst/>
              <a:gdLst/>
              <a:ahLst/>
              <a:cxnLst/>
              <a:rect l="l" t="t" r="r" b="b"/>
              <a:pathLst>
                <a:path w="2804" h="2771" extrusionOk="0">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73"/>
            <p:cNvSpPr/>
            <p:nvPr/>
          </p:nvSpPr>
          <p:spPr>
            <a:xfrm>
              <a:off x="1141809" y="2763601"/>
              <a:ext cx="73484" cy="31974"/>
            </a:xfrm>
            <a:custGeom>
              <a:avLst/>
              <a:gdLst/>
              <a:ahLst/>
              <a:cxnLst/>
              <a:rect l="l" t="t" r="r" b="b"/>
              <a:pathLst>
                <a:path w="2797" h="1217" extrusionOk="0">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73"/>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73"/>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73"/>
            <p:cNvSpPr/>
            <p:nvPr/>
          </p:nvSpPr>
          <p:spPr>
            <a:xfrm>
              <a:off x="919491" y="2924152"/>
              <a:ext cx="133254" cy="133648"/>
            </a:xfrm>
            <a:custGeom>
              <a:avLst/>
              <a:gdLst/>
              <a:ahLst/>
              <a:cxnLst/>
              <a:rect l="l" t="t" r="r" b="b"/>
              <a:pathLst>
                <a:path w="5072" h="5087" extrusionOk="0">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7" name="Google Shape;8257;p73"/>
          <p:cNvGrpSpPr/>
          <p:nvPr/>
        </p:nvGrpSpPr>
        <p:grpSpPr>
          <a:xfrm>
            <a:off x="3007498" y="4183419"/>
            <a:ext cx="375434" cy="329667"/>
            <a:chOff x="3007498" y="4183419"/>
            <a:chExt cx="375434" cy="329667"/>
          </a:xfrm>
        </p:grpSpPr>
        <p:sp>
          <p:nvSpPr>
            <p:cNvPr id="8258" name="Google Shape;8258;p73"/>
            <p:cNvSpPr/>
            <p:nvPr/>
          </p:nvSpPr>
          <p:spPr>
            <a:xfrm>
              <a:off x="3046302" y="4196792"/>
              <a:ext cx="53622" cy="53465"/>
            </a:xfrm>
            <a:custGeom>
              <a:avLst/>
              <a:gdLst/>
              <a:ahLst/>
              <a:cxnLst/>
              <a:rect l="l" t="t" r="r" b="b"/>
              <a:pathLst>
                <a:path w="2041" h="2035" extrusionOk="0">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73"/>
            <p:cNvSpPr/>
            <p:nvPr/>
          </p:nvSpPr>
          <p:spPr>
            <a:xfrm>
              <a:off x="3007498" y="4244292"/>
              <a:ext cx="50680" cy="42483"/>
            </a:xfrm>
            <a:custGeom>
              <a:avLst/>
              <a:gdLst/>
              <a:ahLst/>
              <a:cxnLst/>
              <a:rect l="l" t="t" r="r" b="b"/>
              <a:pathLst>
                <a:path w="1929" h="1617" extrusionOk="0">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73"/>
            <p:cNvSpPr/>
            <p:nvPr/>
          </p:nvSpPr>
          <p:spPr>
            <a:xfrm>
              <a:off x="3169126" y="4210112"/>
              <a:ext cx="43218" cy="47763"/>
            </a:xfrm>
            <a:custGeom>
              <a:avLst/>
              <a:gdLst/>
              <a:ahLst/>
              <a:cxnLst/>
              <a:rect l="l" t="t" r="r" b="b"/>
              <a:pathLst>
                <a:path w="1645" h="1818" extrusionOk="0">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73"/>
            <p:cNvSpPr/>
            <p:nvPr/>
          </p:nvSpPr>
          <p:spPr>
            <a:xfrm>
              <a:off x="3056338" y="4262263"/>
              <a:ext cx="135592" cy="89195"/>
            </a:xfrm>
            <a:custGeom>
              <a:avLst/>
              <a:gdLst/>
              <a:ahLst/>
              <a:cxnLst/>
              <a:rect l="l" t="t" r="r" b="b"/>
              <a:pathLst>
                <a:path w="5161" h="3395" extrusionOk="0">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73"/>
            <p:cNvSpPr/>
            <p:nvPr/>
          </p:nvSpPr>
          <p:spPr>
            <a:xfrm>
              <a:off x="3111563" y="4183419"/>
              <a:ext cx="46292" cy="57589"/>
            </a:xfrm>
            <a:custGeom>
              <a:avLst/>
              <a:gdLst/>
              <a:ahLst/>
              <a:cxnLst/>
              <a:rect l="l" t="t" r="r" b="b"/>
              <a:pathLst>
                <a:path w="1762" h="2192" extrusionOk="0">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73"/>
            <p:cNvSpPr/>
            <p:nvPr/>
          </p:nvSpPr>
          <p:spPr>
            <a:xfrm>
              <a:off x="3056706" y="4265415"/>
              <a:ext cx="50496" cy="86069"/>
            </a:xfrm>
            <a:custGeom>
              <a:avLst/>
              <a:gdLst/>
              <a:ahLst/>
              <a:cxnLst/>
              <a:rect l="l" t="t" r="r" b="b"/>
              <a:pathLst>
                <a:path w="1922" h="3276" extrusionOk="0">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73"/>
            <p:cNvSpPr/>
            <p:nvPr/>
          </p:nvSpPr>
          <p:spPr>
            <a:xfrm>
              <a:off x="3007498" y="4248286"/>
              <a:ext cx="46502" cy="38489"/>
            </a:xfrm>
            <a:custGeom>
              <a:avLst/>
              <a:gdLst/>
              <a:ahLst/>
              <a:cxnLst/>
              <a:rect l="l" t="t" r="r" b="b"/>
              <a:pathLst>
                <a:path w="1770" h="1465" extrusionOk="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73"/>
            <p:cNvSpPr/>
            <p:nvPr/>
          </p:nvSpPr>
          <p:spPr>
            <a:xfrm>
              <a:off x="3046302" y="4197448"/>
              <a:ext cx="44506" cy="52887"/>
            </a:xfrm>
            <a:custGeom>
              <a:avLst/>
              <a:gdLst/>
              <a:ahLst/>
              <a:cxnLst/>
              <a:rect l="l" t="t" r="r" b="b"/>
              <a:pathLst>
                <a:path w="1694" h="2013" extrusionOk="0">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73"/>
            <p:cNvSpPr/>
            <p:nvPr/>
          </p:nvSpPr>
          <p:spPr>
            <a:xfrm>
              <a:off x="3111905" y="4183419"/>
              <a:ext cx="34837" cy="55593"/>
            </a:xfrm>
            <a:custGeom>
              <a:avLst/>
              <a:gdLst/>
              <a:ahLst/>
              <a:cxnLst/>
              <a:rect l="l" t="t" r="r" b="b"/>
              <a:pathLst>
                <a:path w="1326" h="2116" extrusionOk="0">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73"/>
            <p:cNvSpPr/>
            <p:nvPr/>
          </p:nvSpPr>
          <p:spPr>
            <a:xfrm>
              <a:off x="3169678" y="4210086"/>
              <a:ext cx="37937" cy="42982"/>
            </a:xfrm>
            <a:custGeom>
              <a:avLst/>
              <a:gdLst/>
              <a:ahLst/>
              <a:cxnLst/>
              <a:rect l="l" t="t" r="r" b="b"/>
              <a:pathLst>
                <a:path w="1444" h="1636" extrusionOk="0">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73"/>
            <p:cNvSpPr/>
            <p:nvPr/>
          </p:nvSpPr>
          <p:spPr>
            <a:xfrm>
              <a:off x="3245316" y="4339740"/>
              <a:ext cx="43034" cy="57826"/>
            </a:xfrm>
            <a:custGeom>
              <a:avLst/>
              <a:gdLst/>
              <a:ahLst/>
              <a:cxnLst/>
              <a:rect l="l" t="t" r="r" b="b"/>
              <a:pathLst>
                <a:path w="1638" h="2201" extrusionOk="0">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73"/>
            <p:cNvSpPr/>
            <p:nvPr/>
          </p:nvSpPr>
          <p:spPr>
            <a:xfrm>
              <a:off x="3187175" y="4355793"/>
              <a:ext cx="41038" cy="49366"/>
            </a:xfrm>
            <a:custGeom>
              <a:avLst/>
              <a:gdLst/>
              <a:ahLst/>
              <a:cxnLst/>
              <a:rect l="l" t="t" r="r" b="b"/>
              <a:pathLst>
                <a:path w="1562" h="1879" extrusionOk="0">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73"/>
            <p:cNvSpPr/>
            <p:nvPr/>
          </p:nvSpPr>
          <p:spPr>
            <a:xfrm>
              <a:off x="3329861" y="4419977"/>
              <a:ext cx="53070" cy="39671"/>
            </a:xfrm>
            <a:custGeom>
              <a:avLst/>
              <a:gdLst/>
              <a:ahLst/>
              <a:cxnLst/>
              <a:rect l="l" t="t" r="r" b="b"/>
              <a:pathLst>
                <a:path w="2020" h="1510" extrusionOk="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73"/>
            <p:cNvSpPr/>
            <p:nvPr/>
          </p:nvSpPr>
          <p:spPr>
            <a:xfrm>
              <a:off x="3187911" y="4418111"/>
              <a:ext cx="136328" cy="94975"/>
            </a:xfrm>
            <a:custGeom>
              <a:avLst/>
              <a:gdLst/>
              <a:ahLst/>
              <a:cxnLst/>
              <a:rect l="l" t="t" r="r" b="b"/>
              <a:pathLst>
                <a:path w="5189" h="3615" extrusionOk="0">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73"/>
            <p:cNvSpPr/>
            <p:nvPr/>
          </p:nvSpPr>
          <p:spPr>
            <a:xfrm>
              <a:off x="3294682" y="4365277"/>
              <a:ext cx="56171" cy="51336"/>
            </a:xfrm>
            <a:custGeom>
              <a:avLst/>
              <a:gdLst/>
              <a:ahLst/>
              <a:cxnLst/>
              <a:rect l="l" t="t" r="r" b="b"/>
              <a:pathLst>
                <a:path w="2138" h="1954" extrusionOk="0">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73"/>
            <p:cNvSpPr/>
            <p:nvPr/>
          </p:nvSpPr>
          <p:spPr>
            <a:xfrm>
              <a:off x="3191011" y="4418111"/>
              <a:ext cx="80026" cy="70384"/>
            </a:xfrm>
            <a:custGeom>
              <a:avLst/>
              <a:gdLst/>
              <a:ahLst/>
              <a:cxnLst/>
              <a:rect l="l" t="t" r="r" b="b"/>
              <a:pathLst>
                <a:path w="3046" h="2679" extrusionOk="0">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73"/>
            <p:cNvSpPr/>
            <p:nvPr/>
          </p:nvSpPr>
          <p:spPr>
            <a:xfrm>
              <a:off x="3187175" y="4355977"/>
              <a:ext cx="33182" cy="49182"/>
            </a:xfrm>
            <a:custGeom>
              <a:avLst/>
              <a:gdLst/>
              <a:ahLst/>
              <a:cxnLst/>
              <a:rect l="l" t="t" r="r" b="b"/>
              <a:pathLst>
                <a:path w="1263" h="1872" extrusionOk="0">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73"/>
            <p:cNvSpPr/>
            <p:nvPr/>
          </p:nvSpPr>
          <p:spPr>
            <a:xfrm>
              <a:off x="3245316" y="4339740"/>
              <a:ext cx="28453" cy="57826"/>
            </a:xfrm>
            <a:custGeom>
              <a:avLst/>
              <a:gdLst/>
              <a:ahLst/>
              <a:cxnLst/>
              <a:rect l="l" t="t" r="r" b="b"/>
              <a:pathLst>
                <a:path w="1083" h="2201" extrusionOk="0">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73"/>
            <p:cNvSpPr/>
            <p:nvPr/>
          </p:nvSpPr>
          <p:spPr>
            <a:xfrm>
              <a:off x="3296338" y="4365198"/>
              <a:ext cx="51047" cy="44033"/>
            </a:xfrm>
            <a:custGeom>
              <a:avLst/>
              <a:gdLst/>
              <a:ahLst/>
              <a:cxnLst/>
              <a:rect l="l" t="t" r="r" b="b"/>
              <a:pathLst>
                <a:path w="1943" h="1676" extrusionOk="0">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73"/>
            <p:cNvSpPr/>
            <p:nvPr/>
          </p:nvSpPr>
          <p:spPr>
            <a:xfrm>
              <a:off x="3333697" y="4419898"/>
              <a:ext cx="46844" cy="28138"/>
            </a:xfrm>
            <a:custGeom>
              <a:avLst/>
              <a:gdLst/>
              <a:ahLst/>
              <a:cxnLst/>
              <a:rect l="l" t="t" r="r" b="b"/>
              <a:pathLst>
                <a:path w="1783" h="1071" extrusionOk="0">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8" name="Google Shape;8278;p73"/>
          <p:cNvGrpSpPr/>
          <p:nvPr/>
        </p:nvGrpSpPr>
        <p:grpSpPr>
          <a:xfrm>
            <a:off x="6919276" y="2766990"/>
            <a:ext cx="274550" cy="354728"/>
            <a:chOff x="7606826" y="2419290"/>
            <a:chExt cx="274550" cy="354728"/>
          </a:xfrm>
        </p:grpSpPr>
        <p:sp>
          <p:nvSpPr>
            <p:cNvPr id="8279" name="Google Shape;8279;p73"/>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73"/>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73"/>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73"/>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73"/>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73"/>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73"/>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73"/>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73"/>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73"/>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73"/>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73"/>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73"/>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73"/>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73"/>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4" name="Google Shape;8294;p73"/>
          <p:cNvGrpSpPr/>
          <p:nvPr/>
        </p:nvGrpSpPr>
        <p:grpSpPr>
          <a:xfrm>
            <a:off x="7550168" y="2777003"/>
            <a:ext cx="263316" cy="354728"/>
            <a:chOff x="8062968" y="2419290"/>
            <a:chExt cx="263316" cy="354728"/>
          </a:xfrm>
        </p:grpSpPr>
        <p:sp>
          <p:nvSpPr>
            <p:cNvPr id="8295" name="Google Shape;8295;p73"/>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73"/>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73"/>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73"/>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73"/>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73"/>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73"/>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73"/>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73"/>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73"/>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73"/>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73"/>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73"/>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73"/>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73"/>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73"/>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73"/>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315"/>
        <p:cNvGrpSpPr/>
        <p:nvPr/>
      </p:nvGrpSpPr>
      <p:grpSpPr>
        <a:xfrm>
          <a:off x="0" y="0"/>
          <a:ext cx="0" cy="0"/>
          <a:chOff x="0" y="0"/>
          <a:chExt cx="0" cy="0"/>
        </a:xfrm>
      </p:grpSpPr>
      <p:sp>
        <p:nvSpPr>
          <p:cNvPr id="8316" name="Google Shape;8316;p74"/>
          <p:cNvSpPr txBox="1">
            <a:spLocks noGrp="1"/>
          </p:cNvSpPr>
          <p:nvPr>
            <p:ph type="title" idx="4294967295"/>
          </p:nvPr>
        </p:nvSpPr>
        <p:spPr>
          <a:xfrm>
            <a:off x="849675"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8317" name="Google Shape;8317;p74"/>
          <p:cNvSpPr txBox="1">
            <a:spLocks noGrp="1"/>
          </p:cNvSpPr>
          <p:nvPr>
            <p:ph type="title" idx="4294967295"/>
          </p:nvPr>
        </p:nvSpPr>
        <p:spPr>
          <a:xfrm>
            <a:off x="4858400"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grpSp>
        <p:nvGrpSpPr>
          <p:cNvPr id="8318" name="Google Shape;8318;p74"/>
          <p:cNvGrpSpPr/>
          <p:nvPr/>
        </p:nvGrpSpPr>
        <p:grpSpPr>
          <a:xfrm>
            <a:off x="7075663" y="2444129"/>
            <a:ext cx="362163" cy="347098"/>
            <a:chOff x="7075663" y="2444129"/>
            <a:chExt cx="362163" cy="347098"/>
          </a:xfrm>
        </p:grpSpPr>
        <p:sp>
          <p:nvSpPr>
            <p:cNvPr id="8319" name="Google Shape;8319;p74"/>
            <p:cNvSpPr/>
            <p:nvPr/>
          </p:nvSpPr>
          <p:spPr>
            <a:xfrm>
              <a:off x="7165817" y="2444129"/>
              <a:ext cx="181854" cy="100713"/>
            </a:xfrm>
            <a:custGeom>
              <a:avLst/>
              <a:gdLst/>
              <a:ahLst/>
              <a:cxnLst/>
              <a:rect l="l" t="t" r="r" b="b"/>
              <a:pathLst>
                <a:path w="6941" h="3844" extrusionOk="0">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74"/>
            <p:cNvSpPr/>
            <p:nvPr/>
          </p:nvSpPr>
          <p:spPr>
            <a:xfrm>
              <a:off x="7166053" y="2517201"/>
              <a:ext cx="27405" cy="27405"/>
            </a:xfrm>
            <a:custGeom>
              <a:avLst/>
              <a:gdLst/>
              <a:ahLst/>
              <a:cxnLst/>
              <a:rect l="l" t="t" r="r" b="b"/>
              <a:pathLst>
                <a:path w="1046" h="1046" extrusionOk="0">
                  <a:moveTo>
                    <a:pt x="260" y="1"/>
                  </a:moveTo>
                  <a:cubicBezTo>
                    <a:pt x="173" y="1"/>
                    <a:pt x="87" y="1"/>
                    <a:pt x="1" y="10"/>
                  </a:cubicBezTo>
                  <a:lnTo>
                    <a:pt x="1" y="1045"/>
                  </a:lnTo>
                  <a:lnTo>
                    <a:pt x="1046" y="1045"/>
                  </a:lnTo>
                  <a:lnTo>
                    <a:pt x="1046" y="1"/>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74"/>
            <p:cNvSpPr/>
            <p:nvPr/>
          </p:nvSpPr>
          <p:spPr>
            <a:xfrm>
              <a:off x="7320266" y="2517201"/>
              <a:ext cx="27405" cy="27641"/>
            </a:xfrm>
            <a:custGeom>
              <a:avLst/>
              <a:gdLst/>
              <a:ahLst/>
              <a:cxnLst/>
              <a:rect l="l" t="t" r="r" b="b"/>
              <a:pathLst>
                <a:path w="1046" h="1055" extrusionOk="0">
                  <a:moveTo>
                    <a:pt x="0" y="1"/>
                  </a:moveTo>
                  <a:lnTo>
                    <a:pt x="0" y="1055"/>
                  </a:lnTo>
                  <a:lnTo>
                    <a:pt x="1045" y="1055"/>
                  </a:lnTo>
                  <a:lnTo>
                    <a:pt x="1045" y="10"/>
                  </a:lnTo>
                  <a:cubicBezTo>
                    <a:pt x="959" y="10"/>
                    <a:pt x="863" y="1"/>
                    <a:pt x="777"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74"/>
            <p:cNvSpPr/>
            <p:nvPr/>
          </p:nvSpPr>
          <p:spPr>
            <a:xfrm>
              <a:off x="7075899" y="2544580"/>
              <a:ext cx="361927" cy="246647"/>
            </a:xfrm>
            <a:custGeom>
              <a:avLst/>
              <a:gdLst/>
              <a:ahLst/>
              <a:cxnLst/>
              <a:rect l="l" t="t" r="r" b="b"/>
              <a:pathLst>
                <a:path w="13814" h="9414" extrusionOk="0">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74"/>
            <p:cNvSpPr/>
            <p:nvPr/>
          </p:nvSpPr>
          <p:spPr>
            <a:xfrm>
              <a:off x="7298153" y="2544580"/>
              <a:ext cx="139672" cy="246647"/>
            </a:xfrm>
            <a:custGeom>
              <a:avLst/>
              <a:gdLst/>
              <a:ahLst/>
              <a:cxnLst/>
              <a:rect l="l" t="t" r="r" b="b"/>
              <a:pathLst>
                <a:path w="5331" h="9414" extrusionOk="0">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74"/>
            <p:cNvSpPr/>
            <p:nvPr/>
          </p:nvSpPr>
          <p:spPr>
            <a:xfrm>
              <a:off x="7075663" y="2743229"/>
              <a:ext cx="362163" cy="47998"/>
            </a:xfrm>
            <a:custGeom>
              <a:avLst/>
              <a:gdLst/>
              <a:ahLst/>
              <a:cxnLst/>
              <a:rect l="l" t="t" r="r" b="b"/>
              <a:pathLst>
                <a:path w="13823" h="1832" extrusionOk="0">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74"/>
            <p:cNvSpPr/>
            <p:nvPr/>
          </p:nvSpPr>
          <p:spPr>
            <a:xfrm>
              <a:off x="7374002" y="2743464"/>
              <a:ext cx="63823" cy="47763"/>
            </a:xfrm>
            <a:custGeom>
              <a:avLst/>
              <a:gdLst/>
              <a:ahLst/>
              <a:cxnLst/>
              <a:rect l="l" t="t" r="r" b="b"/>
              <a:pathLst>
                <a:path w="2436" h="1823" extrusionOk="0">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74"/>
            <p:cNvSpPr/>
            <p:nvPr/>
          </p:nvSpPr>
          <p:spPr>
            <a:xfrm>
              <a:off x="7198960" y="2593286"/>
              <a:ext cx="115542" cy="115306"/>
            </a:xfrm>
            <a:custGeom>
              <a:avLst/>
              <a:gdLst/>
              <a:ahLst/>
              <a:cxnLst/>
              <a:rect l="l" t="t" r="r" b="b"/>
              <a:pathLst>
                <a:path w="4410" h="4401" extrusionOk="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7" name="Google Shape;8327;p74"/>
          <p:cNvGrpSpPr/>
          <p:nvPr/>
        </p:nvGrpSpPr>
        <p:grpSpPr>
          <a:xfrm>
            <a:off x="6638175" y="2436584"/>
            <a:ext cx="372197" cy="362163"/>
            <a:chOff x="6638175" y="2436584"/>
            <a:chExt cx="372197" cy="362163"/>
          </a:xfrm>
        </p:grpSpPr>
        <p:sp>
          <p:nvSpPr>
            <p:cNvPr id="8328" name="Google Shape;8328;p74"/>
            <p:cNvSpPr/>
            <p:nvPr/>
          </p:nvSpPr>
          <p:spPr>
            <a:xfrm>
              <a:off x="6638175" y="2436584"/>
              <a:ext cx="182090" cy="362163"/>
            </a:xfrm>
            <a:custGeom>
              <a:avLst/>
              <a:gdLst/>
              <a:ahLst/>
              <a:cxnLst/>
              <a:rect l="l" t="t" r="r" b="b"/>
              <a:pathLst>
                <a:path w="6950" h="13823" extrusionOk="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74"/>
            <p:cNvSpPr/>
            <p:nvPr/>
          </p:nvSpPr>
          <p:spPr>
            <a:xfrm>
              <a:off x="6662017" y="2441850"/>
              <a:ext cx="158248" cy="356792"/>
            </a:xfrm>
            <a:custGeom>
              <a:avLst/>
              <a:gdLst/>
              <a:ahLst/>
              <a:cxnLst/>
              <a:rect l="l" t="t" r="r" b="b"/>
              <a:pathLst>
                <a:path w="6040" h="13618" extrusionOk="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74"/>
            <p:cNvSpPr/>
            <p:nvPr/>
          </p:nvSpPr>
          <p:spPr>
            <a:xfrm>
              <a:off x="6638175" y="2617652"/>
              <a:ext cx="182090" cy="181094"/>
            </a:xfrm>
            <a:custGeom>
              <a:avLst/>
              <a:gdLst/>
              <a:ahLst/>
              <a:cxnLst/>
              <a:rect l="l" t="t" r="r" b="b"/>
              <a:pathLst>
                <a:path w="6950" h="6912" extrusionOk="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74"/>
            <p:cNvSpPr/>
            <p:nvPr/>
          </p:nvSpPr>
          <p:spPr>
            <a:xfrm>
              <a:off x="6662017" y="2617652"/>
              <a:ext cx="158248" cy="180990"/>
            </a:xfrm>
            <a:custGeom>
              <a:avLst/>
              <a:gdLst/>
              <a:ahLst/>
              <a:cxnLst/>
              <a:rect l="l" t="t" r="r" b="b"/>
              <a:pathLst>
                <a:path w="6040" h="6908" extrusionOk="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74"/>
            <p:cNvSpPr/>
            <p:nvPr/>
          </p:nvSpPr>
          <p:spPr>
            <a:xfrm>
              <a:off x="6846623" y="2467762"/>
              <a:ext cx="160999" cy="153899"/>
            </a:xfrm>
            <a:custGeom>
              <a:avLst/>
              <a:gdLst/>
              <a:ahLst/>
              <a:cxnLst/>
              <a:rect l="l" t="t" r="r" b="b"/>
              <a:pathLst>
                <a:path w="6145" h="5874" extrusionOk="0">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74"/>
            <p:cNvSpPr/>
            <p:nvPr/>
          </p:nvSpPr>
          <p:spPr>
            <a:xfrm>
              <a:off x="6857155" y="2478530"/>
              <a:ext cx="151462" cy="143576"/>
            </a:xfrm>
            <a:custGeom>
              <a:avLst/>
              <a:gdLst/>
              <a:ahLst/>
              <a:cxnLst/>
              <a:rect l="l" t="t" r="r" b="b"/>
              <a:pathLst>
                <a:path w="5781" h="5480" extrusionOk="0">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74"/>
            <p:cNvSpPr/>
            <p:nvPr/>
          </p:nvSpPr>
          <p:spPr>
            <a:xfrm>
              <a:off x="6846623" y="2636621"/>
              <a:ext cx="160999" cy="153794"/>
            </a:xfrm>
            <a:custGeom>
              <a:avLst/>
              <a:gdLst/>
              <a:ahLst/>
              <a:cxnLst/>
              <a:rect l="l" t="t" r="r" b="b"/>
              <a:pathLst>
                <a:path w="6145" h="5870" extrusionOk="0">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74"/>
            <p:cNvSpPr/>
            <p:nvPr/>
          </p:nvSpPr>
          <p:spPr>
            <a:xfrm>
              <a:off x="6857155" y="2647546"/>
              <a:ext cx="153218" cy="142790"/>
            </a:xfrm>
            <a:custGeom>
              <a:avLst/>
              <a:gdLst/>
              <a:ahLst/>
              <a:cxnLst/>
              <a:rect l="l" t="t" r="r" b="b"/>
              <a:pathLst>
                <a:path w="5848" h="5450" extrusionOk="0">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74"/>
            <p:cNvSpPr/>
            <p:nvPr/>
          </p:nvSpPr>
          <p:spPr>
            <a:xfrm>
              <a:off x="6863941" y="2485552"/>
              <a:ext cx="118555" cy="118581"/>
            </a:xfrm>
            <a:custGeom>
              <a:avLst/>
              <a:gdLst/>
              <a:ahLst/>
              <a:cxnLst/>
              <a:rect l="l" t="t" r="r" b="b"/>
              <a:pathLst>
                <a:path w="4525" h="4526" extrusionOk="0">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74"/>
            <p:cNvSpPr/>
            <p:nvPr/>
          </p:nvSpPr>
          <p:spPr>
            <a:xfrm>
              <a:off x="6863941" y="2654332"/>
              <a:ext cx="118555" cy="118555"/>
            </a:xfrm>
            <a:custGeom>
              <a:avLst/>
              <a:gdLst/>
              <a:ahLst/>
              <a:cxnLst/>
              <a:rect l="l" t="t" r="r" b="b"/>
              <a:pathLst>
                <a:path w="4525" h="4525" extrusionOk="0">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74"/>
            <p:cNvSpPr/>
            <p:nvPr/>
          </p:nvSpPr>
          <p:spPr>
            <a:xfrm>
              <a:off x="6863941" y="2758294"/>
              <a:ext cx="20881" cy="14593"/>
            </a:xfrm>
            <a:custGeom>
              <a:avLst/>
              <a:gdLst/>
              <a:ahLst/>
              <a:cxnLst/>
              <a:rect l="l" t="t" r="r" b="b"/>
              <a:pathLst>
                <a:path w="797" h="557" extrusionOk="0">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74"/>
            <p:cNvSpPr/>
            <p:nvPr/>
          </p:nvSpPr>
          <p:spPr>
            <a:xfrm>
              <a:off x="6967902" y="2654332"/>
              <a:ext cx="14593" cy="20619"/>
            </a:xfrm>
            <a:custGeom>
              <a:avLst/>
              <a:gdLst/>
              <a:ahLst/>
              <a:cxnLst/>
              <a:rect l="l" t="t" r="r" b="b"/>
              <a:pathLst>
                <a:path w="557" h="787" extrusionOk="0">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74"/>
            <p:cNvSpPr/>
            <p:nvPr/>
          </p:nvSpPr>
          <p:spPr>
            <a:xfrm>
              <a:off x="6944820" y="2566169"/>
              <a:ext cx="37676" cy="37702"/>
            </a:xfrm>
            <a:custGeom>
              <a:avLst/>
              <a:gdLst/>
              <a:ahLst/>
              <a:cxnLst/>
              <a:rect l="l" t="t" r="r" b="b"/>
              <a:pathLst>
                <a:path w="1438" h="1439" extrusionOk="0">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1" name="Google Shape;8341;p74"/>
          <p:cNvGrpSpPr/>
          <p:nvPr/>
        </p:nvGrpSpPr>
        <p:grpSpPr>
          <a:xfrm>
            <a:off x="6192906" y="2439440"/>
            <a:ext cx="371699" cy="356084"/>
            <a:chOff x="6192906" y="2439440"/>
            <a:chExt cx="371699" cy="356084"/>
          </a:xfrm>
        </p:grpSpPr>
        <p:sp>
          <p:nvSpPr>
            <p:cNvPr id="8342" name="Google Shape;8342;p74"/>
            <p:cNvSpPr/>
            <p:nvPr/>
          </p:nvSpPr>
          <p:spPr>
            <a:xfrm>
              <a:off x="6227805" y="2461710"/>
              <a:ext cx="247904" cy="110381"/>
            </a:xfrm>
            <a:custGeom>
              <a:avLst/>
              <a:gdLst/>
              <a:ahLst/>
              <a:cxnLst/>
              <a:rect l="l" t="t" r="r" b="b"/>
              <a:pathLst>
                <a:path w="9462" h="4213" extrusionOk="0">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74"/>
            <p:cNvSpPr/>
            <p:nvPr/>
          </p:nvSpPr>
          <p:spPr>
            <a:xfrm>
              <a:off x="6483962" y="2670078"/>
              <a:ext cx="14593" cy="54575"/>
            </a:xfrm>
            <a:custGeom>
              <a:avLst/>
              <a:gdLst/>
              <a:ahLst/>
              <a:cxnLst/>
              <a:rect l="l" t="t" r="r" b="b"/>
              <a:pathLst>
                <a:path w="557" h="2083" extrusionOk="0">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74"/>
            <p:cNvSpPr/>
            <p:nvPr/>
          </p:nvSpPr>
          <p:spPr>
            <a:xfrm>
              <a:off x="6246905" y="2554117"/>
              <a:ext cx="251651" cy="128118"/>
            </a:xfrm>
            <a:custGeom>
              <a:avLst/>
              <a:gdLst/>
              <a:ahLst/>
              <a:cxnLst/>
              <a:rect l="l" t="t" r="r" b="b"/>
              <a:pathLst>
                <a:path w="9605" h="4890" extrusionOk="0">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74"/>
            <p:cNvSpPr/>
            <p:nvPr/>
          </p:nvSpPr>
          <p:spPr>
            <a:xfrm>
              <a:off x="6246905" y="2584142"/>
              <a:ext cx="167287" cy="97831"/>
            </a:xfrm>
            <a:custGeom>
              <a:avLst/>
              <a:gdLst/>
              <a:ahLst/>
              <a:cxnLst/>
              <a:rect l="l" t="t" r="r" b="b"/>
              <a:pathLst>
                <a:path w="6385" h="3734" extrusionOk="0">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74"/>
            <p:cNvSpPr/>
            <p:nvPr/>
          </p:nvSpPr>
          <p:spPr>
            <a:xfrm>
              <a:off x="6192906" y="2605102"/>
              <a:ext cx="197915" cy="190369"/>
            </a:xfrm>
            <a:custGeom>
              <a:avLst/>
              <a:gdLst/>
              <a:ahLst/>
              <a:cxnLst/>
              <a:rect l="l" t="t" r="r" b="b"/>
              <a:pathLst>
                <a:path w="7554" h="7266" extrusionOk="0">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74"/>
            <p:cNvSpPr/>
            <p:nvPr/>
          </p:nvSpPr>
          <p:spPr>
            <a:xfrm>
              <a:off x="6280807" y="2605102"/>
              <a:ext cx="113787" cy="190291"/>
            </a:xfrm>
            <a:custGeom>
              <a:avLst/>
              <a:gdLst/>
              <a:ahLst/>
              <a:cxnLst/>
              <a:rect l="l" t="t" r="r" b="b"/>
              <a:pathLst>
                <a:path w="4343" h="7263" extrusionOk="0">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74"/>
            <p:cNvSpPr/>
            <p:nvPr/>
          </p:nvSpPr>
          <p:spPr>
            <a:xfrm>
              <a:off x="6499787" y="2747735"/>
              <a:ext cx="64819" cy="14593"/>
            </a:xfrm>
            <a:custGeom>
              <a:avLst/>
              <a:gdLst/>
              <a:ahLst/>
              <a:cxnLst/>
              <a:rect l="l" t="t" r="r" b="b"/>
              <a:pathLst>
                <a:path w="2474" h="557" extrusionOk="0">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74"/>
            <p:cNvSpPr/>
            <p:nvPr/>
          </p:nvSpPr>
          <p:spPr>
            <a:xfrm>
              <a:off x="6437274" y="2714592"/>
              <a:ext cx="94189" cy="80932"/>
            </a:xfrm>
            <a:custGeom>
              <a:avLst/>
              <a:gdLst/>
              <a:ahLst/>
              <a:cxnLst/>
              <a:rect l="l" t="t" r="r" b="b"/>
              <a:pathLst>
                <a:path w="3595" h="3089" extrusionOk="0">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74"/>
            <p:cNvSpPr/>
            <p:nvPr/>
          </p:nvSpPr>
          <p:spPr>
            <a:xfrm>
              <a:off x="6477438" y="2714854"/>
              <a:ext cx="54024" cy="80644"/>
            </a:xfrm>
            <a:custGeom>
              <a:avLst/>
              <a:gdLst/>
              <a:ahLst/>
              <a:cxnLst/>
              <a:rect l="l" t="t" r="r" b="b"/>
              <a:pathLst>
                <a:path w="2062" h="3078" extrusionOk="0">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74"/>
            <p:cNvSpPr/>
            <p:nvPr/>
          </p:nvSpPr>
          <p:spPr>
            <a:xfrm>
              <a:off x="6193902" y="2439440"/>
              <a:ext cx="47003" cy="37466"/>
            </a:xfrm>
            <a:custGeom>
              <a:avLst/>
              <a:gdLst/>
              <a:ahLst/>
              <a:cxnLst/>
              <a:rect l="l" t="t" r="r" b="b"/>
              <a:pathLst>
                <a:path w="1794" h="1430" extrusionOk="0">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74"/>
            <p:cNvSpPr/>
            <p:nvPr/>
          </p:nvSpPr>
          <p:spPr>
            <a:xfrm>
              <a:off x="6241376" y="2659598"/>
              <a:ext cx="94949" cy="81351"/>
            </a:xfrm>
            <a:custGeom>
              <a:avLst/>
              <a:gdLst/>
              <a:ahLst/>
              <a:cxnLst/>
              <a:rect l="l" t="t" r="r" b="b"/>
              <a:pathLst>
                <a:path w="3624" h="3105" extrusionOk="0">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74"/>
            <p:cNvSpPr/>
            <p:nvPr/>
          </p:nvSpPr>
          <p:spPr>
            <a:xfrm>
              <a:off x="6282065" y="2659598"/>
              <a:ext cx="54024" cy="81403"/>
            </a:xfrm>
            <a:custGeom>
              <a:avLst/>
              <a:gdLst/>
              <a:ahLst/>
              <a:cxnLst/>
              <a:rect l="l" t="t" r="r" b="b"/>
              <a:pathLst>
                <a:path w="2062" h="3107" extrusionOk="0">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74"/>
            <p:cNvSpPr/>
            <p:nvPr/>
          </p:nvSpPr>
          <p:spPr>
            <a:xfrm>
              <a:off x="6439265" y="2510180"/>
              <a:ext cx="65317" cy="28899"/>
            </a:xfrm>
            <a:custGeom>
              <a:avLst/>
              <a:gdLst/>
              <a:ahLst/>
              <a:cxnLst/>
              <a:rect l="l" t="t" r="r" b="b"/>
              <a:pathLst>
                <a:path w="2493" h="1103" extrusionOk="0">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5" name="Google Shape;8355;p74"/>
          <p:cNvGrpSpPr/>
          <p:nvPr/>
        </p:nvGrpSpPr>
        <p:grpSpPr>
          <a:xfrm>
            <a:off x="5762467" y="2436584"/>
            <a:ext cx="362163" cy="362163"/>
            <a:chOff x="5762467" y="2436584"/>
            <a:chExt cx="362163" cy="362163"/>
          </a:xfrm>
        </p:grpSpPr>
        <p:sp>
          <p:nvSpPr>
            <p:cNvPr id="8356" name="Google Shape;8356;p74"/>
            <p:cNvSpPr/>
            <p:nvPr/>
          </p:nvSpPr>
          <p:spPr>
            <a:xfrm>
              <a:off x="5762467" y="2778127"/>
              <a:ext cx="362163" cy="20619"/>
            </a:xfrm>
            <a:custGeom>
              <a:avLst/>
              <a:gdLst/>
              <a:ahLst/>
              <a:cxnLst/>
              <a:rect l="l" t="t" r="r" b="b"/>
              <a:pathLst>
                <a:path w="13823" h="787" extrusionOk="0">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74"/>
            <p:cNvSpPr/>
            <p:nvPr/>
          </p:nvSpPr>
          <p:spPr>
            <a:xfrm>
              <a:off x="5762702" y="2777891"/>
              <a:ext cx="361927" cy="9301"/>
            </a:xfrm>
            <a:custGeom>
              <a:avLst/>
              <a:gdLst/>
              <a:ahLst/>
              <a:cxnLst/>
              <a:rect l="l" t="t" r="r" b="b"/>
              <a:pathLst>
                <a:path w="13814" h="355" extrusionOk="0">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74"/>
            <p:cNvSpPr/>
            <p:nvPr/>
          </p:nvSpPr>
          <p:spPr>
            <a:xfrm>
              <a:off x="5852359" y="2528493"/>
              <a:ext cx="182352" cy="249660"/>
            </a:xfrm>
            <a:custGeom>
              <a:avLst/>
              <a:gdLst/>
              <a:ahLst/>
              <a:cxnLst/>
              <a:rect l="l" t="t" r="r" b="b"/>
              <a:pathLst>
                <a:path w="6960" h="9529" extrusionOk="0">
                  <a:moveTo>
                    <a:pt x="1" y="1"/>
                  </a:moveTo>
                  <a:lnTo>
                    <a:pt x="1" y="9529"/>
                  </a:lnTo>
                  <a:lnTo>
                    <a:pt x="6960" y="9529"/>
                  </a:lnTo>
                  <a:lnTo>
                    <a:pt x="6960"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74"/>
            <p:cNvSpPr/>
            <p:nvPr/>
          </p:nvSpPr>
          <p:spPr>
            <a:xfrm>
              <a:off x="5838551" y="2508922"/>
              <a:ext cx="209967" cy="19860"/>
            </a:xfrm>
            <a:custGeom>
              <a:avLst/>
              <a:gdLst/>
              <a:ahLst/>
              <a:cxnLst/>
              <a:rect l="l" t="t" r="r" b="b"/>
              <a:pathLst>
                <a:path w="8014" h="758" extrusionOk="0">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74"/>
            <p:cNvSpPr/>
            <p:nvPr/>
          </p:nvSpPr>
          <p:spPr>
            <a:xfrm>
              <a:off x="6014589" y="2508922"/>
              <a:ext cx="33929" cy="19598"/>
            </a:xfrm>
            <a:custGeom>
              <a:avLst/>
              <a:gdLst/>
              <a:ahLst/>
              <a:cxnLst/>
              <a:rect l="l" t="t" r="r" b="b"/>
              <a:pathLst>
                <a:path w="1295" h="748" extrusionOk="0">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74"/>
            <p:cNvSpPr/>
            <p:nvPr/>
          </p:nvSpPr>
          <p:spPr>
            <a:xfrm>
              <a:off x="5762467" y="2565173"/>
              <a:ext cx="89918" cy="19598"/>
            </a:xfrm>
            <a:custGeom>
              <a:avLst/>
              <a:gdLst/>
              <a:ahLst/>
              <a:cxnLst/>
              <a:rect l="l" t="t" r="r" b="b"/>
              <a:pathLst>
                <a:path w="3432" h="748" extrusionOk="0">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74"/>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74"/>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74"/>
            <p:cNvSpPr/>
            <p:nvPr/>
          </p:nvSpPr>
          <p:spPr>
            <a:xfrm>
              <a:off x="5894803" y="2686217"/>
              <a:ext cx="97726" cy="91936"/>
            </a:xfrm>
            <a:custGeom>
              <a:avLst/>
              <a:gdLst/>
              <a:ahLst/>
              <a:cxnLst/>
              <a:rect l="l" t="t" r="r" b="b"/>
              <a:pathLst>
                <a:path w="3730" h="3509" extrusionOk="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74"/>
            <p:cNvSpPr/>
            <p:nvPr/>
          </p:nvSpPr>
          <p:spPr>
            <a:xfrm>
              <a:off x="5930959" y="2686217"/>
              <a:ext cx="25152" cy="91700"/>
            </a:xfrm>
            <a:custGeom>
              <a:avLst/>
              <a:gdLst/>
              <a:ahLst/>
              <a:cxnLst/>
              <a:rect l="l" t="t" r="r" b="b"/>
              <a:pathLst>
                <a:path w="960" h="3500" extrusionOk="0">
                  <a:moveTo>
                    <a:pt x="1" y="0"/>
                  </a:moveTo>
                  <a:lnTo>
                    <a:pt x="1" y="3499"/>
                  </a:lnTo>
                  <a:lnTo>
                    <a:pt x="959" y="3499"/>
                  </a:lnTo>
                  <a:lnTo>
                    <a:pt x="959"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74"/>
            <p:cNvSpPr/>
            <p:nvPr/>
          </p:nvSpPr>
          <p:spPr>
            <a:xfrm>
              <a:off x="5770484" y="2584745"/>
              <a:ext cx="81901" cy="193173"/>
            </a:xfrm>
            <a:custGeom>
              <a:avLst/>
              <a:gdLst/>
              <a:ahLst/>
              <a:cxnLst/>
              <a:rect l="l" t="t" r="r" b="b"/>
              <a:pathLst>
                <a:path w="3126" h="7373" extrusionOk="0">
                  <a:moveTo>
                    <a:pt x="1" y="1"/>
                  </a:moveTo>
                  <a:lnTo>
                    <a:pt x="1" y="7372"/>
                  </a:lnTo>
                  <a:lnTo>
                    <a:pt x="3126" y="737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74"/>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74"/>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74"/>
            <p:cNvSpPr/>
            <p:nvPr/>
          </p:nvSpPr>
          <p:spPr>
            <a:xfrm>
              <a:off x="6034685" y="2584745"/>
              <a:ext cx="81901" cy="193408"/>
            </a:xfrm>
            <a:custGeom>
              <a:avLst/>
              <a:gdLst/>
              <a:ahLst/>
              <a:cxnLst/>
              <a:rect l="l" t="t" r="r" b="b"/>
              <a:pathLst>
                <a:path w="3126" h="7382" extrusionOk="0">
                  <a:moveTo>
                    <a:pt x="1" y="1"/>
                  </a:moveTo>
                  <a:lnTo>
                    <a:pt x="1" y="7382"/>
                  </a:lnTo>
                  <a:lnTo>
                    <a:pt x="3126" y="738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74"/>
            <p:cNvSpPr/>
            <p:nvPr/>
          </p:nvSpPr>
          <p:spPr>
            <a:xfrm>
              <a:off x="6034685" y="2584745"/>
              <a:ext cx="17371" cy="193173"/>
            </a:xfrm>
            <a:custGeom>
              <a:avLst/>
              <a:gdLst/>
              <a:ahLst/>
              <a:cxnLst/>
              <a:rect l="l" t="t" r="r" b="b"/>
              <a:pathLst>
                <a:path w="663" h="7373" extrusionOk="0">
                  <a:moveTo>
                    <a:pt x="1" y="1"/>
                  </a:moveTo>
                  <a:lnTo>
                    <a:pt x="1"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74"/>
            <p:cNvSpPr/>
            <p:nvPr/>
          </p:nvSpPr>
          <p:spPr>
            <a:xfrm>
              <a:off x="5872192"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74"/>
            <p:cNvSpPr/>
            <p:nvPr/>
          </p:nvSpPr>
          <p:spPr>
            <a:xfrm>
              <a:off x="5928706" y="2567400"/>
              <a:ext cx="29920" cy="58819"/>
            </a:xfrm>
            <a:custGeom>
              <a:avLst/>
              <a:gdLst/>
              <a:ahLst/>
              <a:cxnLst/>
              <a:rect l="l" t="t" r="r" b="b"/>
              <a:pathLst>
                <a:path w="1142" h="2245" extrusionOk="0">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74"/>
            <p:cNvSpPr/>
            <p:nvPr/>
          </p:nvSpPr>
          <p:spPr>
            <a:xfrm>
              <a:off x="5984957"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74"/>
            <p:cNvSpPr/>
            <p:nvPr/>
          </p:nvSpPr>
          <p:spPr>
            <a:xfrm>
              <a:off x="5796369" y="2651817"/>
              <a:ext cx="29894" cy="59029"/>
            </a:xfrm>
            <a:custGeom>
              <a:avLst/>
              <a:gdLst/>
              <a:ahLst/>
              <a:cxnLst/>
              <a:rect l="l" t="t" r="r" b="b"/>
              <a:pathLst>
                <a:path w="1141" h="2253" extrusionOk="0">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74"/>
            <p:cNvSpPr/>
            <p:nvPr/>
          </p:nvSpPr>
          <p:spPr>
            <a:xfrm>
              <a:off x="6060806" y="2651817"/>
              <a:ext cx="29658" cy="59029"/>
            </a:xfrm>
            <a:custGeom>
              <a:avLst/>
              <a:gdLst/>
              <a:ahLst/>
              <a:cxnLst/>
              <a:rect l="l" t="t" r="r" b="b"/>
              <a:pathLst>
                <a:path w="1132" h="2253" extrusionOk="0">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74"/>
            <p:cNvSpPr/>
            <p:nvPr/>
          </p:nvSpPr>
          <p:spPr>
            <a:xfrm>
              <a:off x="6034685" y="2565173"/>
              <a:ext cx="89945" cy="19860"/>
            </a:xfrm>
            <a:custGeom>
              <a:avLst/>
              <a:gdLst/>
              <a:ahLst/>
              <a:cxnLst/>
              <a:rect l="l" t="t" r="r" b="b"/>
              <a:pathLst>
                <a:path w="3433" h="758" extrusionOk="0">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74"/>
            <p:cNvSpPr/>
            <p:nvPr/>
          </p:nvSpPr>
          <p:spPr>
            <a:xfrm>
              <a:off x="6034685" y="2565173"/>
              <a:ext cx="17371" cy="19598"/>
            </a:xfrm>
            <a:custGeom>
              <a:avLst/>
              <a:gdLst/>
              <a:ahLst/>
              <a:cxnLst/>
              <a:rect l="l" t="t" r="r" b="b"/>
              <a:pathLst>
                <a:path w="663" h="748" extrusionOk="0">
                  <a:moveTo>
                    <a:pt x="1" y="0"/>
                  </a:moveTo>
                  <a:lnTo>
                    <a:pt x="1"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74"/>
            <p:cNvSpPr/>
            <p:nvPr/>
          </p:nvSpPr>
          <p:spPr>
            <a:xfrm>
              <a:off x="5892550" y="2436584"/>
              <a:ext cx="101735" cy="72364"/>
            </a:xfrm>
            <a:custGeom>
              <a:avLst/>
              <a:gdLst/>
              <a:ahLst/>
              <a:cxnLst/>
              <a:rect l="l" t="t" r="r" b="b"/>
              <a:pathLst>
                <a:path w="3883" h="2762" extrusionOk="0">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74"/>
            <p:cNvSpPr/>
            <p:nvPr/>
          </p:nvSpPr>
          <p:spPr>
            <a:xfrm>
              <a:off x="5976416" y="2436584"/>
              <a:ext cx="18130" cy="72364"/>
            </a:xfrm>
            <a:custGeom>
              <a:avLst/>
              <a:gdLst/>
              <a:ahLst/>
              <a:cxnLst/>
              <a:rect l="l" t="t" r="r" b="b"/>
              <a:pathLst>
                <a:path w="692" h="2762" extrusionOk="0">
                  <a:moveTo>
                    <a:pt x="1" y="1"/>
                  </a:moveTo>
                  <a:lnTo>
                    <a:pt x="1" y="2761"/>
                  </a:lnTo>
                  <a:lnTo>
                    <a:pt x="691" y="2761"/>
                  </a:lnTo>
                  <a:lnTo>
                    <a:pt x="691" y="451"/>
                  </a:lnTo>
                  <a:cubicBezTo>
                    <a:pt x="691" y="202"/>
                    <a:pt x="490" y="1"/>
                    <a:pt x="241"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74"/>
            <p:cNvSpPr/>
            <p:nvPr/>
          </p:nvSpPr>
          <p:spPr>
            <a:xfrm>
              <a:off x="5919405" y="2450706"/>
              <a:ext cx="48260" cy="44619"/>
            </a:xfrm>
            <a:custGeom>
              <a:avLst/>
              <a:gdLst/>
              <a:ahLst/>
              <a:cxnLst/>
              <a:rect l="l" t="t" r="r" b="b"/>
              <a:pathLst>
                <a:path w="1842" h="1703" extrusionOk="0">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1" name="Google Shape;8381;p74"/>
          <p:cNvGrpSpPr/>
          <p:nvPr/>
        </p:nvGrpSpPr>
        <p:grpSpPr>
          <a:xfrm>
            <a:off x="5323721" y="2437029"/>
            <a:ext cx="362922" cy="361219"/>
            <a:chOff x="5323721" y="2437029"/>
            <a:chExt cx="362922" cy="361219"/>
          </a:xfrm>
        </p:grpSpPr>
        <p:sp>
          <p:nvSpPr>
            <p:cNvPr id="8382" name="Google Shape;8382;p74"/>
            <p:cNvSpPr/>
            <p:nvPr/>
          </p:nvSpPr>
          <p:spPr>
            <a:xfrm>
              <a:off x="5611528" y="2437029"/>
              <a:ext cx="75115" cy="73989"/>
            </a:xfrm>
            <a:custGeom>
              <a:avLst/>
              <a:gdLst/>
              <a:ahLst/>
              <a:cxnLst/>
              <a:rect l="l" t="t" r="r" b="b"/>
              <a:pathLst>
                <a:path w="2867" h="2824" extrusionOk="0">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74"/>
            <p:cNvSpPr/>
            <p:nvPr/>
          </p:nvSpPr>
          <p:spPr>
            <a:xfrm>
              <a:off x="5323721" y="2714042"/>
              <a:ext cx="88346" cy="84207"/>
            </a:xfrm>
            <a:custGeom>
              <a:avLst/>
              <a:gdLst/>
              <a:ahLst/>
              <a:cxnLst/>
              <a:rect l="l" t="t" r="r" b="b"/>
              <a:pathLst>
                <a:path w="3372" h="3214" extrusionOk="0">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74"/>
            <p:cNvSpPr/>
            <p:nvPr/>
          </p:nvSpPr>
          <p:spPr>
            <a:xfrm>
              <a:off x="5395536" y="2683702"/>
              <a:ext cx="43728" cy="42601"/>
            </a:xfrm>
            <a:custGeom>
              <a:avLst/>
              <a:gdLst/>
              <a:ahLst/>
              <a:cxnLst/>
              <a:rect l="l" t="t" r="r" b="b"/>
              <a:pathLst>
                <a:path w="1669" h="1626" extrusionOk="0">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74"/>
            <p:cNvSpPr/>
            <p:nvPr/>
          </p:nvSpPr>
          <p:spPr>
            <a:xfrm>
              <a:off x="5413640" y="2504651"/>
              <a:ext cx="204936" cy="203155"/>
            </a:xfrm>
            <a:custGeom>
              <a:avLst/>
              <a:gdLst/>
              <a:ahLst/>
              <a:cxnLst/>
              <a:rect l="l" t="t" r="r" b="b"/>
              <a:pathLst>
                <a:path w="7822" h="7754" extrusionOk="0">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74"/>
            <p:cNvSpPr/>
            <p:nvPr/>
          </p:nvSpPr>
          <p:spPr>
            <a:xfrm>
              <a:off x="5417386" y="2554877"/>
              <a:ext cx="201190" cy="153191"/>
            </a:xfrm>
            <a:custGeom>
              <a:avLst/>
              <a:gdLst/>
              <a:ahLst/>
              <a:cxnLst/>
              <a:rect l="l" t="t" r="r" b="b"/>
              <a:pathLst>
                <a:path w="7679" h="5847" extrusionOk="0">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74"/>
            <p:cNvSpPr/>
            <p:nvPr/>
          </p:nvSpPr>
          <p:spPr>
            <a:xfrm>
              <a:off x="5413640" y="2579243"/>
              <a:ext cx="132362" cy="128563"/>
            </a:xfrm>
            <a:custGeom>
              <a:avLst/>
              <a:gdLst/>
              <a:ahLst/>
              <a:cxnLst/>
              <a:rect l="l" t="t" r="r" b="b"/>
              <a:pathLst>
                <a:path w="5052" h="4907" extrusionOk="0">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74"/>
            <p:cNvSpPr/>
            <p:nvPr/>
          </p:nvSpPr>
          <p:spPr>
            <a:xfrm>
              <a:off x="5417386" y="2632481"/>
              <a:ext cx="128616" cy="75325"/>
            </a:xfrm>
            <a:custGeom>
              <a:avLst/>
              <a:gdLst/>
              <a:ahLst/>
              <a:cxnLst/>
              <a:rect l="l" t="t" r="r" b="b"/>
              <a:pathLst>
                <a:path w="4909" h="2875" extrusionOk="0">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74"/>
            <p:cNvSpPr/>
            <p:nvPr/>
          </p:nvSpPr>
          <p:spPr>
            <a:xfrm>
              <a:off x="5540710" y="2480102"/>
              <a:ext cx="103228" cy="101342"/>
            </a:xfrm>
            <a:custGeom>
              <a:avLst/>
              <a:gdLst/>
              <a:ahLst/>
              <a:cxnLst/>
              <a:rect l="l" t="t" r="r" b="b"/>
              <a:pathLst>
                <a:path w="3940" h="3868" extrusionOk="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74"/>
            <p:cNvSpPr/>
            <p:nvPr/>
          </p:nvSpPr>
          <p:spPr>
            <a:xfrm>
              <a:off x="5619310" y="2557890"/>
              <a:ext cx="26750" cy="23213"/>
            </a:xfrm>
            <a:custGeom>
              <a:avLst/>
              <a:gdLst/>
              <a:ahLst/>
              <a:cxnLst/>
              <a:rect l="l" t="t" r="r" b="b"/>
              <a:pathLst>
                <a:path w="1021" h="886" extrusionOk="0">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74"/>
            <p:cNvSpPr/>
            <p:nvPr/>
          </p:nvSpPr>
          <p:spPr>
            <a:xfrm>
              <a:off x="5575608" y="2456181"/>
              <a:ext cx="91202" cy="91176"/>
            </a:xfrm>
            <a:custGeom>
              <a:avLst/>
              <a:gdLst/>
              <a:ahLst/>
              <a:cxnLst/>
              <a:rect l="l" t="t" r="r" b="b"/>
              <a:pathLst>
                <a:path w="3481" h="3480" extrusionOk="0">
                  <a:moveTo>
                    <a:pt x="1745" y="0"/>
                  </a:moveTo>
                  <a:lnTo>
                    <a:pt x="1" y="1745"/>
                  </a:lnTo>
                  <a:lnTo>
                    <a:pt x="1745" y="3480"/>
                  </a:lnTo>
                  <a:lnTo>
                    <a:pt x="3480" y="1745"/>
                  </a:lnTo>
                  <a:lnTo>
                    <a:pt x="1745" y="0"/>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74"/>
            <p:cNvSpPr/>
            <p:nvPr/>
          </p:nvSpPr>
          <p:spPr>
            <a:xfrm>
              <a:off x="5575608" y="2456181"/>
              <a:ext cx="91438" cy="91176"/>
            </a:xfrm>
            <a:custGeom>
              <a:avLst/>
              <a:gdLst/>
              <a:ahLst/>
              <a:cxnLst/>
              <a:rect l="l" t="t" r="r" b="b"/>
              <a:pathLst>
                <a:path w="3490" h="3480" extrusionOk="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74"/>
            <p:cNvSpPr/>
            <p:nvPr/>
          </p:nvSpPr>
          <p:spPr>
            <a:xfrm>
              <a:off x="5523680" y="2521865"/>
              <a:ext cx="29868" cy="27012"/>
            </a:xfrm>
            <a:custGeom>
              <a:avLst/>
              <a:gdLst/>
              <a:ahLst/>
              <a:cxnLst/>
              <a:rect l="l" t="t" r="r" b="b"/>
              <a:pathLst>
                <a:path w="1140" h="1031" extrusionOk="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74"/>
            <p:cNvSpPr/>
            <p:nvPr/>
          </p:nvSpPr>
          <p:spPr>
            <a:xfrm>
              <a:off x="5505366" y="2541358"/>
              <a:ext cx="29344" cy="26593"/>
            </a:xfrm>
            <a:custGeom>
              <a:avLst/>
              <a:gdLst/>
              <a:ahLst/>
              <a:cxnLst/>
              <a:rect l="l" t="t" r="r" b="b"/>
              <a:pathLst>
                <a:path w="1120" h="1015" extrusionOk="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74"/>
            <p:cNvSpPr/>
            <p:nvPr/>
          </p:nvSpPr>
          <p:spPr>
            <a:xfrm>
              <a:off x="5486266" y="2560222"/>
              <a:ext cx="43675" cy="40898"/>
            </a:xfrm>
            <a:custGeom>
              <a:avLst/>
              <a:gdLst/>
              <a:ahLst/>
              <a:cxnLst/>
              <a:rect l="l" t="t" r="r" b="b"/>
              <a:pathLst>
                <a:path w="1667" h="1561" extrusionOk="0">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74"/>
            <p:cNvSpPr/>
            <p:nvPr/>
          </p:nvSpPr>
          <p:spPr>
            <a:xfrm>
              <a:off x="5467376" y="2579295"/>
              <a:ext cx="29161" cy="26593"/>
            </a:xfrm>
            <a:custGeom>
              <a:avLst/>
              <a:gdLst/>
              <a:ahLst/>
              <a:cxnLst/>
              <a:rect l="l" t="t" r="r" b="b"/>
              <a:pathLst>
                <a:path w="1113" h="1015" extrusionOk="0">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74"/>
            <p:cNvSpPr/>
            <p:nvPr/>
          </p:nvSpPr>
          <p:spPr>
            <a:xfrm>
              <a:off x="5448381" y="2598264"/>
              <a:ext cx="29318" cy="26698"/>
            </a:xfrm>
            <a:custGeom>
              <a:avLst/>
              <a:gdLst/>
              <a:ahLst/>
              <a:cxnLst/>
              <a:rect l="l" t="t" r="r" b="b"/>
              <a:pathLst>
                <a:path w="1119" h="1019" extrusionOk="0">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74"/>
            <p:cNvSpPr/>
            <p:nvPr/>
          </p:nvSpPr>
          <p:spPr>
            <a:xfrm>
              <a:off x="5429491" y="2617364"/>
              <a:ext cx="43440" cy="40741"/>
            </a:xfrm>
            <a:custGeom>
              <a:avLst/>
              <a:gdLst/>
              <a:ahLst/>
              <a:cxnLst/>
              <a:rect l="l" t="t" r="r" b="b"/>
              <a:pathLst>
                <a:path w="1658" h="1555" extrusionOk="0">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9" name="Google Shape;8399;p74"/>
          <p:cNvGrpSpPr/>
          <p:nvPr/>
        </p:nvGrpSpPr>
        <p:grpSpPr>
          <a:xfrm>
            <a:off x="4875937" y="2468731"/>
            <a:ext cx="407122" cy="315448"/>
            <a:chOff x="4875937" y="2468731"/>
            <a:chExt cx="407122" cy="315448"/>
          </a:xfrm>
        </p:grpSpPr>
        <p:sp>
          <p:nvSpPr>
            <p:cNvPr id="8400" name="Google Shape;8400;p74"/>
            <p:cNvSpPr/>
            <p:nvPr/>
          </p:nvSpPr>
          <p:spPr>
            <a:xfrm>
              <a:off x="4876199" y="2482801"/>
              <a:ext cx="223041" cy="247380"/>
            </a:xfrm>
            <a:custGeom>
              <a:avLst/>
              <a:gdLst/>
              <a:ahLst/>
              <a:cxnLst/>
              <a:rect l="l" t="t" r="r" b="b"/>
              <a:pathLst>
                <a:path w="8513" h="9442" extrusionOk="0">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74"/>
            <p:cNvSpPr/>
            <p:nvPr/>
          </p:nvSpPr>
          <p:spPr>
            <a:xfrm>
              <a:off x="5044456" y="2482801"/>
              <a:ext cx="54784" cy="247642"/>
            </a:xfrm>
            <a:custGeom>
              <a:avLst/>
              <a:gdLst/>
              <a:ahLst/>
              <a:cxnLst/>
              <a:rect l="l" t="t" r="r" b="b"/>
              <a:pathLst>
                <a:path w="2091" h="9452" extrusionOk="0">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74"/>
            <p:cNvSpPr/>
            <p:nvPr/>
          </p:nvSpPr>
          <p:spPr>
            <a:xfrm>
              <a:off x="5099214" y="2530249"/>
              <a:ext cx="183845" cy="200194"/>
            </a:xfrm>
            <a:custGeom>
              <a:avLst/>
              <a:gdLst/>
              <a:ahLst/>
              <a:cxnLst/>
              <a:rect l="l" t="t" r="r" b="b"/>
              <a:pathLst>
                <a:path w="7017" h="7641" extrusionOk="0">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74"/>
            <p:cNvSpPr/>
            <p:nvPr/>
          </p:nvSpPr>
          <p:spPr>
            <a:xfrm>
              <a:off x="5169770" y="2530249"/>
              <a:ext cx="113289" cy="200194"/>
            </a:xfrm>
            <a:custGeom>
              <a:avLst/>
              <a:gdLst/>
              <a:ahLst/>
              <a:cxnLst/>
              <a:rect l="l" t="t" r="r" b="b"/>
              <a:pathLst>
                <a:path w="4324" h="7641" extrusionOk="0">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74"/>
            <p:cNvSpPr/>
            <p:nvPr/>
          </p:nvSpPr>
          <p:spPr>
            <a:xfrm>
              <a:off x="5141396" y="2560405"/>
              <a:ext cx="75115" cy="69849"/>
            </a:xfrm>
            <a:custGeom>
              <a:avLst/>
              <a:gdLst/>
              <a:ahLst/>
              <a:cxnLst/>
              <a:rect l="l" t="t" r="r" b="b"/>
              <a:pathLst>
                <a:path w="2867" h="2666" extrusionOk="0">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74"/>
            <p:cNvSpPr/>
            <p:nvPr/>
          </p:nvSpPr>
          <p:spPr>
            <a:xfrm>
              <a:off x="5128846" y="2512669"/>
              <a:ext cx="62042" cy="17606"/>
            </a:xfrm>
            <a:custGeom>
              <a:avLst/>
              <a:gdLst/>
              <a:ahLst/>
              <a:cxnLst/>
              <a:rect l="l" t="t" r="r" b="b"/>
              <a:pathLst>
                <a:path w="2368" h="672" extrusionOk="0">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74"/>
            <p:cNvSpPr/>
            <p:nvPr/>
          </p:nvSpPr>
          <p:spPr>
            <a:xfrm>
              <a:off x="5135867" y="2468731"/>
              <a:ext cx="47998" cy="43728"/>
            </a:xfrm>
            <a:custGeom>
              <a:avLst/>
              <a:gdLst/>
              <a:ahLst/>
              <a:cxnLst/>
              <a:rect l="l" t="t" r="r" b="b"/>
              <a:pathLst>
                <a:path w="1832" h="1669" extrusionOk="0">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74"/>
            <p:cNvSpPr/>
            <p:nvPr/>
          </p:nvSpPr>
          <p:spPr>
            <a:xfrm>
              <a:off x="5150697" y="2468731"/>
              <a:ext cx="33405" cy="43728"/>
            </a:xfrm>
            <a:custGeom>
              <a:avLst/>
              <a:gdLst/>
              <a:ahLst/>
              <a:cxnLst/>
              <a:rect l="l" t="t" r="r" b="b"/>
              <a:pathLst>
                <a:path w="1275" h="1669" extrusionOk="0">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74"/>
            <p:cNvSpPr/>
            <p:nvPr/>
          </p:nvSpPr>
          <p:spPr>
            <a:xfrm>
              <a:off x="4924905" y="2690488"/>
              <a:ext cx="109778" cy="93691"/>
            </a:xfrm>
            <a:custGeom>
              <a:avLst/>
              <a:gdLst/>
              <a:ahLst/>
              <a:cxnLst/>
              <a:rect l="l" t="t" r="r" b="b"/>
              <a:pathLst>
                <a:path w="4190" h="3576" extrusionOk="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74"/>
            <p:cNvSpPr/>
            <p:nvPr/>
          </p:nvSpPr>
          <p:spPr>
            <a:xfrm>
              <a:off x="4949533" y="2697772"/>
              <a:ext cx="93691" cy="86303"/>
            </a:xfrm>
            <a:custGeom>
              <a:avLst/>
              <a:gdLst/>
              <a:ahLst/>
              <a:cxnLst/>
              <a:rect l="l" t="t" r="r" b="b"/>
              <a:pathLst>
                <a:path w="3576" h="3294" extrusionOk="0">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74"/>
            <p:cNvSpPr/>
            <p:nvPr/>
          </p:nvSpPr>
          <p:spPr>
            <a:xfrm>
              <a:off x="4961087" y="2717605"/>
              <a:ext cx="46479" cy="39824"/>
            </a:xfrm>
            <a:custGeom>
              <a:avLst/>
              <a:gdLst/>
              <a:ahLst/>
              <a:cxnLst/>
              <a:rect l="l" t="t" r="r" b="b"/>
              <a:pathLst>
                <a:path w="1774" h="1520" extrusionOk="0">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74"/>
            <p:cNvSpPr/>
            <p:nvPr/>
          </p:nvSpPr>
          <p:spPr>
            <a:xfrm>
              <a:off x="5121300" y="2690488"/>
              <a:ext cx="109516" cy="93691"/>
            </a:xfrm>
            <a:custGeom>
              <a:avLst/>
              <a:gdLst/>
              <a:ahLst/>
              <a:cxnLst/>
              <a:rect l="l" t="t" r="r" b="b"/>
              <a:pathLst>
                <a:path w="4180" h="3576" extrusionOk="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74"/>
            <p:cNvSpPr/>
            <p:nvPr/>
          </p:nvSpPr>
          <p:spPr>
            <a:xfrm>
              <a:off x="5144409" y="2697772"/>
              <a:ext cx="93691" cy="86303"/>
            </a:xfrm>
            <a:custGeom>
              <a:avLst/>
              <a:gdLst/>
              <a:ahLst/>
              <a:cxnLst/>
              <a:rect l="l" t="t" r="r" b="b"/>
              <a:pathLst>
                <a:path w="3576" h="3294" extrusionOk="0">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74"/>
            <p:cNvSpPr/>
            <p:nvPr/>
          </p:nvSpPr>
          <p:spPr>
            <a:xfrm>
              <a:off x="5157220" y="2717605"/>
              <a:ext cx="46741" cy="39824"/>
            </a:xfrm>
            <a:custGeom>
              <a:avLst/>
              <a:gdLst/>
              <a:ahLst/>
              <a:cxnLst/>
              <a:rect l="l" t="t" r="r" b="b"/>
              <a:pathLst>
                <a:path w="1784" h="1520" extrusionOk="0">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74"/>
            <p:cNvSpPr/>
            <p:nvPr/>
          </p:nvSpPr>
          <p:spPr>
            <a:xfrm>
              <a:off x="4936223" y="2525245"/>
              <a:ext cx="102730" cy="102494"/>
            </a:xfrm>
            <a:custGeom>
              <a:avLst/>
              <a:gdLst/>
              <a:ahLst/>
              <a:cxnLst/>
              <a:rect l="l" t="t" r="r" b="b"/>
              <a:pathLst>
                <a:path w="3921" h="3912" extrusionOk="0">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74"/>
            <p:cNvSpPr/>
            <p:nvPr/>
          </p:nvSpPr>
          <p:spPr>
            <a:xfrm>
              <a:off x="5098952" y="2670890"/>
              <a:ext cx="183872" cy="59815"/>
            </a:xfrm>
            <a:custGeom>
              <a:avLst/>
              <a:gdLst/>
              <a:ahLst/>
              <a:cxnLst/>
              <a:rect l="l" t="t" r="r" b="b"/>
              <a:pathLst>
                <a:path w="7018" h="2283" extrusionOk="0">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74"/>
            <p:cNvSpPr/>
            <p:nvPr/>
          </p:nvSpPr>
          <p:spPr>
            <a:xfrm>
              <a:off x="5233069" y="2670890"/>
              <a:ext cx="49990" cy="59553"/>
            </a:xfrm>
            <a:custGeom>
              <a:avLst/>
              <a:gdLst/>
              <a:ahLst/>
              <a:cxnLst/>
              <a:rect l="l" t="t" r="r" b="b"/>
              <a:pathLst>
                <a:path w="1908" h="2273" extrusionOk="0">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74"/>
            <p:cNvSpPr/>
            <p:nvPr/>
          </p:nvSpPr>
          <p:spPr>
            <a:xfrm>
              <a:off x="4875937" y="2670655"/>
              <a:ext cx="223303" cy="59788"/>
            </a:xfrm>
            <a:custGeom>
              <a:avLst/>
              <a:gdLst/>
              <a:ahLst/>
              <a:cxnLst/>
              <a:rect l="l" t="t" r="r" b="b"/>
              <a:pathLst>
                <a:path w="8523" h="2282" extrusionOk="0">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74"/>
            <p:cNvSpPr/>
            <p:nvPr/>
          </p:nvSpPr>
          <p:spPr>
            <a:xfrm>
              <a:off x="5063529" y="2670890"/>
              <a:ext cx="35711" cy="59815"/>
            </a:xfrm>
            <a:custGeom>
              <a:avLst/>
              <a:gdLst/>
              <a:ahLst/>
              <a:cxnLst/>
              <a:rect l="l" t="t" r="r" b="b"/>
              <a:pathLst>
                <a:path w="1363" h="2283" extrusionOk="0">
                  <a:moveTo>
                    <a:pt x="1" y="1"/>
                  </a:moveTo>
                  <a:lnTo>
                    <a:pt x="1" y="2282"/>
                  </a:lnTo>
                  <a:lnTo>
                    <a:pt x="1362" y="2282"/>
                  </a:lnTo>
                  <a:lnTo>
                    <a:pt x="1362"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9" name="Google Shape;8419;p74"/>
          <p:cNvGrpSpPr/>
          <p:nvPr/>
        </p:nvGrpSpPr>
        <p:grpSpPr>
          <a:xfrm>
            <a:off x="4893282" y="3804774"/>
            <a:ext cx="242114" cy="362163"/>
            <a:chOff x="4893282" y="3804774"/>
            <a:chExt cx="242114" cy="362163"/>
          </a:xfrm>
        </p:grpSpPr>
        <p:sp>
          <p:nvSpPr>
            <p:cNvPr id="8420" name="Google Shape;8420;p74"/>
            <p:cNvSpPr/>
            <p:nvPr/>
          </p:nvSpPr>
          <p:spPr>
            <a:xfrm>
              <a:off x="4893517" y="3804774"/>
              <a:ext cx="241878" cy="361927"/>
            </a:xfrm>
            <a:custGeom>
              <a:avLst/>
              <a:gdLst/>
              <a:ahLst/>
              <a:cxnLst/>
              <a:rect l="l" t="t" r="r" b="b"/>
              <a:pathLst>
                <a:path w="9232" h="13814" extrusionOk="0">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74"/>
            <p:cNvSpPr/>
            <p:nvPr/>
          </p:nvSpPr>
          <p:spPr>
            <a:xfrm>
              <a:off x="4893282" y="3804774"/>
              <a:ext cx="242114" cy="362163"/>
            </a:xfrm>
            <a:custGeom>
              <a:avLst/>
              <a:gdLst/>
              <a:ahLst/>
              <a:cxnLst/>
              <a:rect l="l" t="t" r="r" b="b"/>
              <a:pathLst>
                <a:path w="9241" h="13823" extrusionOk="0">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74"/>
            <p:cNvSpPr/>
            <p:nvPr/>
          </p:nvSpPr>
          <p:spPr>
            <a:xfrm>
              <a:off x="4917124" y="3834668"/>
              <a:ext cx="83159" cy="71264"/>
            </a:xfrm>
            <a:custGeom>
              <a:avLst/>
              <a:gdLst/>
              <a:ahLst/>
              <a:cxnLst/>
              <a:rect l="l" t="t" r="r" b="b"/>
              <a:pathLst>
                <a:path w="3174" h="2720" extrusionOk="0">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74"/>
            <p:cNvSpPr/>
            <p:nvPr/>
          </p:nvSpPr>
          <p:spPr>
            <a:xfrm>
              <a:off x="4957812" y="3834668"/>
              <a:ext cx="42470" cy="71343"/>
            </a:xfrm>
            <a:custGeom>
              <a:avLst/>
              <a:gdLst/>
              <a:ahLst/>
              <a:cxnLst/>
              <a:rect l="l" t="t" r="r" b="b"/>
              <a:pathLst>
                <a:path w="1621" h="2723" extrusionOk="0">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74"/>
            <p:cNvSpPr/>
            <p:nvPr/>
          </p:nvSpPr>
          <p:spPr>
            <a:xfrm>
              <a:off x="4935961" y="3841454"/>
              <a:ext cx="57535" cy="57535"/>
            </a:xfrm>
            <a:custGeom>
              <a:avLst/>
              <a:gdLst/>
              <a:ahLst/>
              <a:cxnLst/>
              <a:rect l="l" t="t" r="r" b="b"/>
              <a:pathLst>
                <a:path w="2196" h="2196" extrusionOk="0">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74"/>
            <p:cNvSpPr/>
            <p:nvPr/>
          </p:nvSpPr>
          <p:spPr>
            <a:xfrm>
              <a:off x="4979401" y="3841690"/>
              <a:ext cx="14358" cy="16611"/>
            </a:xfrm>
            <a:custGeom>
              <a:avLst/>
              <a:gdLst/>
              <a:ahLst/>
              <a:cxnLst/>
              <a:rect l="l" t="t" r="r" b="b"/>
              <a:pathLst>
                <a:path w="548" h="634" extrusionOk="0">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74"/>
            <p:cNvSpPr/>
            <p:nvPr/>
          </p:nvSpPr>
          <p:spPr>
            <a:xfrm>
              <a:off x="5016317" y="3834668"/>
              <a:ext cx="83421" cy="71264"/>
            </a:xfrm>
            <a:custGeom>
              <a:avLst/>
              <a:gdLst/>
              <a:ahLst/>
              <a:cxnLst/>
              <a:rect l="l" t="t" r="r" b="b"/>
              <a:pathLst>
                <a:path w="3184" h="2720" extrusionOk="0">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74"/>
            <p:cNvSpPr/>
            <p:nvPr/>
          </p:nvSpPr>
          <p:spPr>
            <a:xfrm>
              <a:off x="5057267" y="3834668"/>
              <a:ext cx="42470" cy="71343"/>
            </a:xfrm>
            <a:custGeom>
              <a:avLst/>
              <a:gdLst/>
              <a:ahLst/>
              <a:cxnLst/>
              <a:rect l="l" t="t" r="r" b="b"/>
              <a:pathLst>
                <a:path w="1621" h="2723" extrusionOk="0">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74"/>
            <p:cNvSpPr/>
            <p:nvPr/>
          </p:nvSpPr>
          <p:spPr>
            <a:xfrm>
              <a:off x="5035155" y="3841454"/>
              <a:ext cx="57535" cy="57535"/>
            </a:xfrm>
            <a:custGeom>
              <a:avLst/>
              <a:gdLst/>
              <a:ahLst/>
              <a:cxnLst/>
              <a:rect l="l" t="t" r="r" b="b"/>
              <a:pathLst>
                <a:path w="2196" h="2196" extrusionOk="0">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74"/>
            <p:cNvSpPr/>
            <p:nvPr/>
          </p:nvSpPr>
          <p:spPr>
            <a:xfrm>
              <a:off x="5078620" y="3841690"/>
              <a:ext cx="14593" cy="16611"/>
            </a:xfrm>
            <a:custGeom>
              <a:avLst/>
              <a:gdLst/>
              <a:ahLst/>
              <a:cxnLst/>
              <a:rect l="l" t="t" r="r" b="b"/>
              <a:pathLst>
                <a:path w="557" h="634" extrusionOk="0">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74"/>
            <p:cNvSpPr/>
            <p:nvPr/>
          </p:nvSpPr>
          <p:spPr>
            <a:xfrm>
              <a:off x="4917124" y="3947669"/>
              <a:ext cx="83159" cy="71264"/>
            </a:xfrm>
            <a:custGeom>
              <a:avLst/>
              <a:gdLst/>
              <a:ahLst/>
              <a:cxnLst/>
              <a:rect l="l" t="t" r="r" b="b"/>
              <a:pathLst>
                <a:path w="3174" h="2720" extrusionOk="0">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74"/>
            <p:cNvSpPr/>
            <p:nvPr/>
          </p:nvSpPr>
          <p:spPr>
            <a:xfrm>
              <a:off x="4957812" y="3947433"/>
              <a:ext cx="42470" cy="71578"/>
            </a:xfrm>
            <a:custGeom>
              <a:avLst/>
              <a:gdLst/>
              <a:ahLst/>
              <a:cxnLst/>
              <a:rect l="l" t="t" r="r" b="b"/>
              <a:pathLst>
                <a:path w="1621" h="2732" extrusionOk="0">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74"/>
            <p:cNvSpPr/>
            <p:nvPr/>
          </p:nvSpPr>
          <p:spPr>
            <a:xfrm>
              <a:off x="4935961" y="3954455"/>
              <a:ext cx="57535" cy="57535"/>
            </a:xfrm>
            <a:custGeom>
              <a:avLst/>
              <a:gdLst/>
              <a:ahLst/>
              <a:cxnLst/>
              <a:rect l="l" t="t" r="r" b="b"/>
              <a:pathLst>
                <a:path w="2196" h="2196" extrusionOk="0">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74"/>
            <p:cNvSpPr/>
            <p:nvPr/>
          </p:nvSpPr>
          <p:spPr>
            <a:xfrm>
              <a:off x="4979401" y="3954717"/>
              <a:ext cx="14358" cy="16585"/>
            </a:xfrm>
            <a:custGeom>
              <a:avLst/>
              <a:gdLst/>
              <a:ahLst/>
              <a:cxnLst/>
              <a:rect l="l" t="t" r="r" b="b"/>
              <a:pathLst>
                <a:path w="548" h="633" extrusionOk="0">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74"/>
            <p:cNvSpPr/>
            <p:nvPr/>
          </p:nvSpPr>
          <p:spPr>
            <a:xfrm>
              <a:off x="5016317" y="3947669"/>
              <a:ext cx="83421" cy="71264"/>
            </a:xfrm>
            <a:custGeom>
              <a:avLst/>
              <a:gdLst/>
              <a:ahLst/>
              <a:cxnLst/>
              <a:rect l="l" t="t" r="r" b="b"/>
              <a:pathLst>
                <a:path w="3184" h="2720" extrusionOk="0">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74"/>
            <p:cNvSpPr/>
            <p:nvPr/>
          </p:nvSpPr>
          <p:spPr>
            <a:xfrm>
              <a:off x="5057267" y="3947433"/>
              <a:ext cx="42470" cy="71578"/>
            </a:xfrm>
            <a:custGeom>
              <a:avLst/>
              <a:gdLst/>
              <a:ahLst/>
              <a:cxnLst/>
              <a:rect l="l" t="t" r="r" b="b"/>
              <a:pathLst>
                <a:path w="1621" h="2732" extrusionOk="0">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74"/>
            <p:cNvSpPr/>
            <p:nvPr/>
          </p:nvSpPr>
          <p:spPr>
            <a:xfrm>
              <a:off x="5035155" y="3954455"/>
              <a:ext cx="57535" cy="57535"/>
            </a:xfrm>
            <a:custGeom>
              <a:avLst/>
              <a:gdLst/>
              <a:ahLst/>
              <a:cxnLst/>
              <a:rect l="l" t="t" r="r" b="b"/>
              <a:pathLst>
                <a:path w="2196" h="2196" extrusionOk="0">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74"/>
            <p:cNvSpPr/>
            <p:nvPr/>
          </p:nvSpPr>
          <p:spPr>
            <a:xfrm>
              <a:off x="5078620" y="3954717"/>
              <a:ext cx="14593" cy="16585"/>
            </a:xfrm>
            <a:custGeom>
              <a:avLst/>
              <a:gdLst/>
              <a:ahLst/>
              <a:cxnLst/>
              <a:rect l="l" t="t" r="r" b="b"/>
              <a:pathLst>
                <a:path w="557" h="633" extrusionOk="0">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74"/>
            <p:cNvSpPr/>
            <p:nvPr/>
          </p:nvSpPr>
          <p:spPr>
            <a:xfrm>
              <a:off x="4917124" y="4060434"/>
              <a:ext cx="83159" cy="71264"/>
            </a:xfrm>
            <a:custGeom>
              <a:avLst/>
              <a:gdLst/>
              <a:ahLst/>
              <a:cxnLst/>
              <a:rect l="l" t="t" r="r" b="b"/>
              <a:pathLst>
                <a:path w="3174" h="2720" extrusionOk="0">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74"/>
            <p:cNvSpPr/>
            <p:nvPr/>
          </p:nvSpPr>
          <p:spPr>
            <a:xfrm>
              <a:off x="4957812" y="4060434"/>
              <a:ext cx="42470" cy="71343"/>
            </a:xfrm>
            <a:custGeom>
              <a:avLst/>
              <a:gdLst/>
              <a:ahLst/>
              <a:cxnLst/>
              <a:rect l="l" t="t" r="r" b="b"/>
              <a:pathLst>
                <a:path w="1621" h="2723" extrusionOk="0">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74"/>
            <p:cNvSpPr/>
            <p:nvPr/>
          </p:nvSpPr>
          <p:spPr>
            <a:xfrm>
              <a:off x="4935961" y="4067219"/>
              <a:ext cx="57535" cy="57535"/>
            </a:xfrm>
            <a:custGeom>
              <a:avLst/>
              <a:gdLst/>
              <a:ahLst/>
              <a:cxnLst/>
              <a:rect l="l" t="t" r="r" b="b"/>
              <a:pathLst>
                <a:path w="2196" h="2196" extrusionOk="0">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74"/>
            <p:cNvSpPr/>
            <p:nvPr/>
          </p:nvSpPr>
          <p:spPr>
            <a:xfrm>
              <a:off x="4979401" y="4067455"/>
              <a:ext cx="14358" cy="16611"/>
            </a:xfrm>
            <a:custGeom>
              <a:avLst/>
              <a:gdLst/>
              <a:ahLst/>
              <a:cxnLst/>
              <a:rect l="l" t="t" r="r" b="b"/>
              <a:pathLst>
                <a:path w="548" h="634" extrusionOk="0">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74"/>
            <p:cNvSpPr/>
            <p:nvPr/>
          </p:nvSpPr>
          <p:spPr>
            <a:xfrm>
              <a:off x="5016317" y="4060434"/>
              <a:ext cx="83421" cy="71264"/>
            </a:xfrm>
            <a:custGeom>
              <a:avLst/>
              <a:gdLst/>
              <a:ahLst/>
              <a:cxnLst/>
              <a:rect l="l" t="t" r="r" b="b"/>
              <a:pathLst>
                <a:path w="3184" h="2720" extrusionOk="0">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74"/>
            <p:cNvSpPr/>
            <p:nvPr/>
          </p:nvSpPr>
          <p:spPr>
            <a:xfrm>
              <a:off x="5057267" y="4060434"/>
              <a:ext cx="42470" cy="71343"/>
            </a:xfrm>
            <a:custGeom>
              <a:avLst/>
              <a:gdLst/>
              <a:ahLst/>
              <a:cxnLst/>
              <a:rect l="l" t="t" r="r" b="b"/>
              <a:pathLst>
                <a:path w="1621" h="2723" extrusionOk="0">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74"/>
            <p:cNvSpPr/>
            <p:nvPr/>
          </p:nvSpPr>
          <p:spPr>
            <a:xfrm>
              <a:off x="5035155" y="4067219"/>
              <a:ext cx="57535" cy="57535"/>
            </a:xfrm>
            <a:custGeom>
              <a:avLst/>
              <a:gdLst/>
              <a:ahLst/>
              <a:cxnLst/>
              <a:rect l="l" t="t" r="r" b="b"/>
              <a:pathLst>
                <a:path w="2196" h="2196" extrusionOk="0">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74"/>
            <p:cNvSpPr/>
            <p:nvPr/>
          </p:nvSpPr>
          <p:spPr>
            <a:xfrm>
              <a:off x="5078620" y="4067455"/>
              <a:ext cx="14593" cy="16611"/>
            </a:xfrm>
            <a:custGeom>
              <a:avLst/>
              <a:gdLst/>
              <a:ahLst/>
              <a:cxnLst/>
              <a:rect l="l" t="t" r="r" b="b"/>
              <a:pathLst>
                <a:path w="557" h="634" extrusionOk="0">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6" name="Google Shape;8446;p74"/>
          <p:cNvGrpSpPr/>
          <p:nvPr/>
        </p:nvGrpSpPr>
        <p:grpSpPr>
          <a:xfrm>
            <a:off x="6248162" y="3804774"/>
            <a:ext cx="231058" cy="362425"/>
            <a:chOff x="6248162" y="3804774"/>
            <a:chExt cx="231058" cy="362425"/>
          </a:xfrm>
        </p:grpSpPr>
        <p:sp>
          <p:nvSpPr>
            <p:cNvPr id="8447" name="Google Shape;8447;p74"/>
            <p:cNvSpPr/>
            <p:nvPr/>
          </p:nvSpPr>
          <p:spPr>
            <a:xfrm>
              <a:off x="6248162" y="3845646"/>
              <a:ext cx="231058" cy="321553"/>
            </a:xfrm>
            <a:custGeom>
              <a:avLst/>
              <a:gdLst/>
              <a:ahLst/>
              <a:cxnLst/>
              <a:rect l="l" t="t" r="r" b="b"/>
              <a:pathLst>
                <a:path w="8819" h="12273" extrusionOk="0">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74"/>
            <p:cNvSpPr/>
            <p:nvPr/>
          </p:nvSpPr>
          <p:spPr>
            <a:xfrm>
              <a:off x="6316963" y="3845463"/>
              <a:ext cx="162257" cy="256157"/>
            </a:xfrm>
            <a:custGeom>
              <a:avLst/>
              <a:gdLst/>
              <a:ahLst/>
              <a:cxnLst/>
              <a:rect l="l" t="t" r="r" b="b"/>
              <a:pathLst>
                <a:path w="6193" h="9777" extrusionOk="0">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74"/>
            <p:cNvSpPr/>
            <p:nvPr/>
          </p:nvSpPr>
          <p:spPr>
            <a:xfrm>
              <a:off x="6256939" y="3804774"/>
              <a:ext cx="61046" cy="102232"/>
            </a:xfrm>
            <a:custGeom>
              <a:avLst/>
              <a:gdLst/>
              <a:ahLst/>
              <a:cxnLst/>
              <a:rect l="l" t="t" r="r" b="b"/>
              <a:pathLst>
                <a:path w="2330" h="3902" extrusionOk="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74"/>
            <p:cNvSpPr/>
            <p:nvPr/>
          </p:nvSpPr>
          <p:spPr>
            <a:xfrm>
              <a:off x="6288589" y="3870562"/>
              <a:ext cx="29396" cy="36706"/>
            </a:xfrm>
            <a:custGeom>
              <a:avLst/>
              <a:gdLst/>
              <a:ahLst/>
              <a:cxnLst/>
              <a:rect l="l" t="t" r="r" b="b"/>
              <a:pathLst>
                <a:path w="1122" h="1401" extrusionOk="0">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1" name="Google Shape;8451;p74"/>
          <p:cNvGrpSpPr/>
          <p:nvPr/>
        </p:nvGrpSpPr>
        <p:grpSpPr>
          <a:xfrm>
            <a:off x="5346568" y="3804774"/>
            <a:ext cx="233337" cy="362163"/>
            <a:chOff x="5346568" y="3804774"/>
            <a:chExt cx="233337" cy="362163"/>
          </a:xfrm>
        </p:grpSpPr>
        <p:sp>
          <p:nvSpPr>
            <p:cNvPr id="8452" name="Google Shape;8452;p74"/>
            <p:cNvSpPr/>
            <p:nvPr/>
          </p:nvSpPr>
          <p:spPr>
            <a:xfrm>
              <a:off x="5346568" y="3804774"/>
              <a:ext cx="233337" cy="264463"/>
            </a:xfrm>
            <a:custGeom>
              <a:avLst/>
              <a:gdLst/>
              <a:ahLst/>
              <a:cxnLst/>
              <a:rect l="l" t="t" r="r" b="b"/>
              <a:pathLst>
                <a:path w="8906" h="10094" extrusionOk="0">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74"/>
            <p:cNvSpPr/>
            <p:nvPr/>
          </p:nvSpPr>
          <p:spPr>
            <a:xfrm>
              <a:off x="5494231" y="3804774"/>
              <a:ext cx="85674" cy="264463"/>
            </a:xfrm>
            <a:custGeom>
              <a:avLst/>
              <a:gdLst/>
              <a:ahLst/>
              <a:cxnLst/>
              <a:rect l="l" t="t" r="r" b="b"/>
              <a:pathLst>
                <a:path w="3270" h="10094" extrusionOk="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74"/>
            <p:cNvSpPr/>
            <p:nvPr/>
          </p:nvSpPr>
          <p:spPr>
            <a:xfrm>
              <a:off x="5398811" y="3829900"/>
              <a:ext cx="129114" cy="110014"/>
            </a:xfrm>
            <a:custGeom>
              <a:avLst/>
              <a:gdLst/>
              <a:ahLst/>
              <a:cxnLst/>
              <a:rect l="l" t="t" r="r" b="b"/>
              <a:pathLst>
                <a:path w="4928" h="4199" extrusionOk="0">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74"/>
            <p:cNvSpPr/>
            <p:nvPr/>
          </p:nvSpPr>
          <p:spPr>
            <a:xfrm>
              <a:off x="5398811" y="3840930"/>
              <a:ext cx="129114" cy="98984"/>
            </a:xfrm>
            <a:custGeom>
              <a:avLst/>
              <a:gdLst/>
              <a:ahLst/>
              <a:cxnLst/>
              <a:rect l="l" t="t" r="r" b="b"/>
              <a:pathLst>
                <a:path w="4928" h="3778" extrusionOk="0">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74"/>
            <p:cNvSpPr/>
            <p:nvPr/>
          </p:nvSpPr>
          <p:spPr>
            <a:xfrm>
              <a:off x="5438477" y="4034076"/>
              <a:ext cx="50016" cy="132860"/>
            </a:xfrm>
            <a:custGeom>
              <a:avLst/>
              <a:gdLst/>
              <a:ahLst/>
              <a:cxnLst/>
              <a:rect l="l" t="t" r="r" b="b"/>
              <a:pathLst>
                <a:path w="1909" h="5071" extrusionOk="0">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74"/>
            <p:cNvSpPr/>
            <p:nvPr/>
          </p:nvSpPr>
          <p:spPr>
            <a:xfrm>
              <a:off x="5471647" y="4034076"/>
              <a:ext cx="16847" cy="132860"/>
            </a:xfrm>
            <a:custGeom>
              <a:avLst/>
              <a:gdLst/>
              <a:ahLst/>
              <a:cxnLst/>
              <a:rect l="l" t="t" r="r" b="b"/>
              <a:pathLst>
                <a:path w="643" h="5071" extrusionOk="0">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74"/>
            <p:cNvSpPr/>
            <p:nvPr/>
          </p:nvSpPr>
          <p:spPr>
            <a:xfrm>
              <a:off x="5369938" y="3977799"/>
              <a:ext cx="35920" cy="27667"/>
            </a:xfrm>
            <a:custGeom>
              <a:avLst/>
              <a:gdLst/>
              <a:ahLst/>
              <a:cxnLst/>
              <a:rect l="l" t="t" r="r" b="b"/>
              <a:pathLst>
                <a:path w="1371" h="1056" extrusionOk="0">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74"/>
            <p:cNvSpPr/>
            <p:nvPr/>
          </p:nvSpPr>
          <p:spPr>
            <a:xfrm>
              <a:off x="5370174" y="3985344"/>
              <a:ext cx="36208" cy="20122"/>
            </a:xfrm>
            <a:custGeom>
              <a:avLst/>
              <a:gdLst/>
              <a:ahLst/>
              <a:cxnLst/>
              <a:rect l="l" t="t" r="r" b="b"/>
              <a:pathLst>
                <a:path w="1382" h="768" extrusionOk="0">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74"/>
            <p:cNvSpPr/>
            <p:nvPr/>
          </p:nvSpPr>
          <p:spPr>
            <a:xfrm>
              <a:off x="5438477" y="3977799"/>
              <a:ext cx="49754" cy="27667"/>
            </a:xfrm>
            <a:custGeom>
              <a:avLst/>
              <a:gdLst/>
              <a:ahLst/>
              <a:cxnLst/>
              <a:rect l="l" t="t" r="r" b="b"/>
              <a:pathLst>
                <a:path w="1899" h="1056" extrusionOk="0">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74"/>
            <p:cNvSpPr/>
            <p:nvPr/>
          </p:nvSpPr>
          <p:spPr>
            <a:xfrm>
              <a:off x="5438739" y="3985344"/>
              <a:ext cx="50016" cy="20122"/>
            </a:xfrm>
            <a:custGeom>
              <a:avLst/>
              <a:gdLst/>
              <a:ahLst/>
              <a:cxnLst/>
              <a:rect l="l" t="t" r="r" b="b"/>
              <a:pathLst>
                <a:path w="1909" h="768" extrusionOk="0">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74"/>
            <p:cNvSpPr/>
            <p:nvPr/>
          </p:nvSpPr>
          <p:spPr>
            <a:xfrm>
              <a:off x="5520850" y="3977799"/>
              <a:ext cx="35946" cy="27667"/>
            </a:xfrm>
            <a:custGeom>
              <a:avLst/>
              <a:gdLst/>
              <a:ahLst/>
              <a:cxnLst/>
              <a:rect l="l" t="t" r="r" b="b"/>
              <a:pathLst>
                <a:path w="1372" h="1056" extrusionOk="0">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74"/>
            <p:cNvSpPr/>
            <p:nvPr/>
          </p:nvSpPr>
          <p:spPr>
            <a:xfrm>
              <a:off x="5520850" y="3985842"/>
              <a:ext cx="36208" cy="19624"/>
            </a:xfrm>
            <a:custGeom>
              <a:avLst/>
              <a:gdLst/>
              <a:ahLst/>
              <a:cxnLst/>
              <a:rect l="l" t="t" r="r" b="b"/>
              <a:pathLst>
                <a:path w="1382" h="749" extrusionOk="0">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74"/>
            <p:cNvSpPr/>
            <p:nvPr/>
          </p:nvSpPr>
          <p:spPr>
            <a:xfrm>
              <a:off x="5438477" y="4113410"/>
              <a:ext cx="49754" cy="53527"/>
            </a:xfrm>
            <a:custGeom>
              <a:avLst/>
              <a:gdLst/>
              <a:ahLst/>
              <a:cxnLst/>
              <a:rect l="l" t="t" r="r" b="b"/>
              <a:pathLst>
                <a:path w="1899" h="2043" extrusionOk="0">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74"/>
            <p:cNvSpPr/>
            <p:nvPr/>
          </p:nvSpPr>
          <p:spPr>
            <a:xfrm>
              <a:off x="5471647" y="4113174"/>
              <a:ext cx="16847" cy="53762"/>
            </a:xfrm>
            <a:custGeom>
              <a:avLst/>
              <a:gdLst/>
              <a:ahLst/>
              <a:cxnLst/>
              <a:rect l="l" t="t" r="r" b="b"/>
              <a:pathLst>
                <a:path w="643" h="2052" extrusionOk="0">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74"/>
            <p:cNvSpPr/>
            <p:nvPr/>
          </p:nvSpPr>
          <p:spPr>
            <a:xfrm>
              <a:off x="5452311" y="4132772"/>
              <a:ext cx="19362" cy="16427"/>
            </a:xfrm>
            <a:custGeom>
              <a:avLst/>
              <a:gdLst/>
              <a:ahLst/>
              <a:cxnLst/>
              <a:rect l="l" t="t" r="r" b="b"/>
              <a:pathLst>
                <a:path w="739" h="627" extrusionOk="0">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74"/>
            <p:cNvSpPr/>
            <p:nvPr/>
          </p:nvSpPr>
          <p:spPr>
            <a:xfrm>
              <a:off x="5419902" y="3867811"/>
              <a:ext cx="30916" cy="51011"/>
            </a:xfrm>
            <a:custGeom>
              <a:avLst/>
              <a:gdLst/>
              <a:ahLst/>
              <a:cxnLst/>
              <a:rect l="l" t="t" r="r" b="b"/>
              <a:pathLst>
                <a:path w="1180" h="1947" extrusionOk="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74"/>
            <p:cNvSpPr/>
            <p:nvPr/>
          </p:nvSpPr>
          <p:spPr>
            <a:xfrm>
              <a:off x="5475917" y="3867811"/>
              <a:ext cx="32671" cy="51011"/>
            </a:xfrm>
            <a:custGeom>
              <a:avLst/>
              <a:gdLst/>
              <a:ahLst/>
              <a:cxnLst/>
              <a:rect l="l" t="t" r="r" b="b"/>
              <a:pathLst>
                <a:path w="1247" h="1947" extrusionOk="0">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74"/>
            <p:cNvSpPr/>
            <p:nvPr/>
          </p:nvSpPr>
          <p:spPr>
            <a:xfrm>
              <a:off x="5456817" y="3905696"/>
              <a:ext cx="16349" cy="18890"/>
            </a:xfrm>
            <a:custGeom>
              <a:avLst/>
              <a:gdLst/>
              <a:ahLst/>
              <a:cxnLst/>
              <a:rect l="l" t="t" r="r" b="b"/>
              <a:pathLst>
                <a:path w="624" h="721" extrusionOk="0">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74"/>
            <p:cNvSpPr/>
            <p:nvPr/>
          </p:nvSpPr>
          <p:spPr>
            <a:xfrm>
              <a:off x="5419142" y="4028548"/>
              <a:ext cx="88425" cy="11056"/>
            </a:xfrm>
            <a:custGeom>
              <a:avLst/>
              <a:gdLst/>
              <a:ahLst/>
              <a:cxnLst/>
              <a:rect l="l" t="t" r="r" b="b"/>
              <a:pathLst>
                <a:path w="3375" h="422" extrusionOk="0">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1" name="Google Shape;8471;p74"/>
          <p:cNvGrpSpPr/>
          <p:nvPr/>
        </p:nvGrpSpPr>
        <p:grpSpPr>
          <a:xfrm>
            <a:off x="6704985" y="3805141"/>
            <a:ext cx="209967" cy="361639"/>
            <a:chOff x="6704985" y="3805141"/>
            <a:chExt cx="209967" cy="361639"/>
          </a:xfrm>
        </p:grpSpPr>
        <p:sp>
          <p:nvSpPr>
            <p:cNvPr id="8472" name="Google Shape;8472;p74"/>
            <p:cNvSpPr/>
            <p:nvPr/>
          </p:nvSpPr>
          <p:spPr>
            <a:xfrm>
              <a:off x="6704985" y="3965013"/>
              <a:ext cx="209967" cy="201426"/>
            </a:xfrm>
            <a:custGeom>
              <a:avLst/>
              <a:gdLst/>
              <a:ahLst/>
              <a:cxnLst/>
              <a:rect l="l" t="t" r="r" b="b"/>
              <a:pathLst>
                <a:path w="8014" h="7688" extrusionOk="0">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74"/>
            <p:cNvSpPr/>
            <p:nvPr/>
          </p:nvSpPr>
          <p:spPr>
            <a:xfrm>
              <a:off x="6796895" y="3965013"/>
              <a:ext cx="118057" cy="201766"/>
            </a:xfrm>
            <a:custGeom>
              <a:avLst/>
              <a:gdLst/>
              <a:ahLst/>
              <a:cxnLst/>
              <a:rect l="l" t="t" r="r" b="b"/>
              <a:pathLst>
                <a:path w="4506" h="7701" extrusionOk="0">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74"/>
            <p:cNvSpPr/>
            <p:nvPr/>
          </p:nvSpPr>
          <p:spPr>
            <a:xfrm>
              <a:off x="6789847" y="3965013"/>
              <a:ext cx="7074" cy="7808"/>
            </a:xfrm>
            <a:custGeom>
              <a:avLst/>
              <a:gdLst/>
              <a:ahLst/>
              <a:cxnLst/>
              <a:rect l="l" t="t" r="r" b="b"/>
              <a:pathLst>
                <a:path w="270" h="298" extrusionOk="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74"/>
            <p:cNvSpPr/>
            <p:nvPr/>
          </p:nvSpPr>
          <p:spPr>
            <a:xfrm>
              <a:off x="6744495" y="3965013"/>
              <a:ext cx="132939" cy="201426"/>
            </a:xfrm>
            <a:custGeom>
              <a:avLst/>
              <a:gdLst/>
              <a:ahLst/>
              <a:cxnLst/>
              <a:rect l="l" t="t" r="r" b="b"/>
              <a:pathLst>
                <a:path w="5074" h="7688" extrusionOk="0">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74"/>
            <p:cNvSpPr/>
            <p:nvPr/>
          </p:nvSpPr>
          <p:spPr>
            <a:xfrm>
              <a:off x="6772791" y="3965013"/>
              <a:ext cx="73858" cy="135873"/>
            </a:xfrm>
            <a:custGeom>
              <a:avLst/>
              <a:gdLst/>
              <a:ahLst/>
              <a:cxnLst/>
              <a:rect l="l" t="t" r="r" b="b"/>
              <a:pathLst>
                <a:path w="2819" h="5186" extrusionOk="0">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74"/>
            <p:cNvSpPr/>
            <p:nvPr/>
          </p:nvSpPr>
          <p:spPr>
            <a:xfrm>
              <a:off x="6772791" y="3978323"/>
              <a:ext cx="74094" cy="49492"/>
            </a:xfrm>
            <a:custGeom>
              <a:avLst/>
              <a:gdLst/>
              <a:ahLst/>
              <a:cxnLst/>
              <a:rect l="l" t="t" r="r" b="b"/>
              <a:pathLst>
                <a:path w="2828" h="1889" extrusionOk="0">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74"/>
            <p:cNvSpPr/>
            <p:nvPr/>
          </p:nvSpPr>
          <p:spPr>
            <a:xfrm>
              <a:off x="6727570" y="3805141"/>
              <a:ext cx="162021" cy="136528"/>
            </a:xfrm>
            <a:custGeom>
              <a:avLst/>
              <a:gdLst/>
              <a:ahLst/>
              <a:cxnLst/>
              <a:rect l="l" t="t" r="r" b="b"/>
              <a:pathLst>
                <a:path w="6184" h="5211" extrusionOk="0">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74"/>
            <p:cNvSpPr/>
            <p:nvPr/>
          </p:nvSpPr>
          <p:spPr>
            <a:xfrm>
              <a:off x="6728330" y="3805219"/>
              <a:ext cx="161261" cy="131681"/>
            </a:xfrm>
            <a:custGeom>
              <a:avLst/>
              <a:gdLst/>
              <a:ahLst/>
              <a:cxnLst/>
              <a:rect l="l" t="t" r="r" b="b"/>
              <a:pathLst>
                <a:path w="6155" h="5026" extrusionOk="0">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74"/>
            <p:cNvSpPr/>
            <p:nvPr/>
          </p:nvSpPr>
          <p:spPr>
            <a:xfrm>
              <a:off x="6789847" y="3965013"/>
              <a:ext cx="40217" cy="35999"/>
            </a:xfrm>
            <a:custGeom>
              <a:avLst/>
              <a:gdLst/>
              <a:ahLst/>
              <a:cxnLst/>
              <a:rect l="l" t="t" r="r" b="b"/>
              <a:pathLst>
                <a:path w="1535" h="1374" extrusionOk="0">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74"/>
            <p:cNvSpPr/>
            <p:nvPr/>
          </p:nvSpPr>
          <p:spPr>
            <a:xfrm>
              <a:off x="6789847" y="3969782"/>
              <a:ext cx="40217" cy="19598"/>
            </a:xfrm>
            <a:custGeom>
              <a:avLst/>
              <a:gdLst/>
              <a:ahLst/>
              <a:cxnLst/>
              <a:rect l="l" t="t" r="r" b="b"/>
              <a:pathLst>
                <a:path w="1535" h="748" extrusionOk="0">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74"/>
            <p:cNvSpPr/>
            <p:nvPr/>
          </p:nvSpPr>
          <p:spPr>
            <a:xfrm>
              <a:off x="6760477" y="3866318"/>
              <a:ext cx="99219" cy="113525"/>
            </a:xfrm>
            <a:custGeom>
              <a:avLst/>
              <a:gdLst/>
              <a:ahLst/>
              <a:cxnLst/>
              <a:rect l="l" t="t" r="r" b="b"/>
              <a:pathLst>
                <a:path w="3787" h="4333" extrusionOk="0">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74"/>
            <p:cNvSpPr/>
            <p:nvPr/>
          </p:nvSpPr>
          <p:spPr>
            <a:xfrm>
              <a:off x="6777297" y="3866318"/>
              <a:ext cx="82163" cy="109752"/>
            </a:xfrm>
            <a:custGeom>
              <a:avLst/>
              <a:gdLst/>
              <a:ahLst/>
              <a:cxnLst/>
              <a:rect l="l" t="t" r="r" b="b"/>
              <a:pathLst>
                <a:path w="3136" h="4189" extrusionOk="0">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4" name="Google Shape;8484;p74"/>
          <p:cNvGrpSpPr/>
          <p:nvPr/>
        </p:nvGrpSpPr>
        <p:grpSpPr>
          <a:xfrm>
            <a:off x="7513884" y="2448269"/>
            <a:ext cx="363184" cy="338792"/>
            <a:chOff x="7513884" y="2448269"/>
            <a:chExt cx="363184" cy="338792"/>
          </a:xfrm>
        </p:grpSpPr>
        <p:sp>
          <p:nvSpPr>
            <p:cNvPr id="8485" name="Google Shape;8485;p74"/>
            <p:cNvSpPr/>
            <p:nvPr/>
          </p:nvSpPr>
          <p:spPr>
            <a:xfrm>
              <a:off x="7666316" y="2448269"/>
              <a:ext cx="210753" cy="206954"/>
            </a:xfrm>
            <a:custGeom>
              <a:avLst/>
              <a:gdLst/>
              <a:ahLst/>
              <a:cxnLst/>
              <a:rect l="l" t="t" r="r" b="b"/>
              <a:pathLst>
                <a:path w="8044" h="7899" extrusionOk="0">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74"/>
            <p:cNvSpPr/>
            <p:nvPr/>
          </p:nvSpPr>
          <p:spPr>
            <a:xfrm>
              <a:off x="7691442" y="2471482"/>
              <a:ext cx="185627" cy="183741"/>
            </a:xfrm>
            <a:custGeom>
              <a:avLst/>
              <a:gdLst/>
              <a:ahLst/>
              <a:cxnLst/>
              <a:rect l="l" t="t" r="r" b="b"/>
              <a:pathLst>
                <a:path w="7085" h="7013" extrusionOk="0">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74"/>
            <p:cNvSpPr/>
            <p:nvPr/>
          </p:nvSpPr>
          <p:spPr>
            <a:xfrm>
              <a:off x="7755972" y="2483298"/>
              <a:ext cx="84416" cy="84154"/>
            </a:xfrm>
            <a:custGeom>
              <a:avLst/>
              <a:gdLst/>
              <a:ahLst/>
              <a:cxnLst/>
              <a:rect l="l" t="t" r="r" b="b"/>
              <a:pathLst>
                <a:path w="3222" h="3212" extrusionOk="0">
                  <a:moveTo>
                    <a:pt x="624" y="0"/>
                  </a:moveTo>
                  <a:lnTo>
                    <a:pt x="1" y="614"/>
                  </a:lnTo>
                  <a:lnTo>
                    <a:pt x="2599" y="3212"/>
                  </a:lnTo>
                  <a:lnTo>
                    <a:pt x="3222" y="2589"/>
                  </a:lnTo>
                  <a:lnTo>
                    <a:pt x="624"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74"/>
            <p:cNvSpPr/>
            <p:nvPr/>
          </p:nvSpPr>
          <p:spPr>
            <a:xfrm>
              <a:off x="7800931" y="2528258"/>
              <a:ext cx="39457" cy="39195"/>
            </a:xfrm>
            <a:custGeom>
              <a:avLst/>
              <a:gdLst/>
              <a:ahLst/>
              <a:cxnLst/>
              <a:rect l="l" t="t" r="r" b="b"/>
              <a:pathLst>
                <a:path w="1506" h="1496" extrusionOk="0">
                  <a:moveTo>
                    <a:pt x="614" y="0"/>
                  </a:moveTo>
                  <a:lnTo>
                    <a:pt x="1" y="614"/>
                  </a:lnTo>
                  <a:lnTo>
                    <a:pt x="883" y="1496"/>
                  </a:lnTo>
                  <a:lnTo>
                    <a:pt x="1506" y="882"/>
                  </a:lnTo>
                  <a:lnTo>
                    <a:pt x="61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74"/>
            <p:cNvSpPr/>
            <p:nvPr/>
          </p:nvSpPr>
          <p:spPr>
            <a:xfrm>
              <a:off x="7513884" y="2611888"/>
              <a:ext cx="195662" cy="175068"/>
            </a:xfrm>
            <a:custGeom>
              <a:avLst/>
              <a:gdLst/>
              <a:ahLst/>
              <a:cxnLst/>
              <a:rect l="l" t="t" r="r" b="b"/>
              <a:pathLst>
                <a:path w="7468" h="6682" extrusionOk="0">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74"/>
            <p:cNvSpPr/>
            <p:nvPr/>
          </p:nvSpPr>
          <p:spPr>
            <a:xfrm>
              <a:off x="7513884" y="2626691"/>
              <a:ext cx="195426" cy="160370"/>
            </a:xfrm>
            <a:custGeom>
              <a:avLst/>
              <a:gdLst/>
              <a:ahLst/>
              <a:cxnLst/>
              <a:rect l="l" t="t" r="r" b="b"/>
              <a:pathLst>
                <a:path w="7459" h="6121" extrusionOk="0">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1" name="Google Shape;8491;p74"/>
          <p:cNvGrpSpPr/>
          <p:nvPr/>
        </p:nvGrpSpPr>
        <p:grpSpPr>
          <a:xfrm>
            <a:off x="5777767" y="3804826"/>
            <a:ext cx="258699" cy="362136"/>
            <a:chOff x="5777767" y="3804826"/>
            <a:chExt cx="258699" cy="362136"/>
          </a:xfrm>
        </p:grpSpPr>
        <p:sp>
          <p:nvSpPr>
            <p:cNvPr id="8492" name="Google Shape;8492;p74"/>
            <p:cNvSpPr/>
            <p:nvPr/>
          </p:nvSpPr>
          <p:spPr>
            <a:xfrm>
              <a:off x="5777767" y="3804826"/>
              <a:ext cx="258699" cy="362136"/>
            </a:xfrm>
            <a:custGeom>
              <a:avLst/>
              <a:gdLst/>
              <a:ahLst/>
              <a:cxnLst/>
              <a:rect l="l" t="t" r="r" b="b"/>
              <a:pathLst>
                <a:path w="9874" h="13822" extrusionOk="0">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74"/>
            <p:cNvSpPr/>
            <p:nvPr/>
          </p:nvSpPr>
          <p:spPr>
            <a:xfrm>
              <a:off x="5820211" y="3822852"/>
              <a:ext cx="216255" cy="344085"/>
            </a:xfrm>
            <a:custGeom>
              <a:avLst/>
              <a:gdLst/>
              <a:ahLst/>
              <a:cxnLst/>
              <a:rect l="l" t="t" r="r" b="b"/>
              <a:pathLst>
                <a:path w="8254" h="13133" extrusionOk="0">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74"/>
            <p:cNvSpPr/>
            <p:nvPr/>
          </p:nvSpPr>
          <p:spPr>
            <a:xfrm>
              <a:off x="5841067" y="3853427"/>
              <a:ext cx="154973" cy="205775"/>
            </a:xfrm>
            <a:custGeom>
              <a:avLst/>
              <a:gdLst/>
              <a:ahLst/>
              <a:cxnLst/>
              <a:rect l="l" t="t" r="r" b="b"/>
              <a:pathLst>
                <a:path w="5915" h="7854" extrusionOk="0">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5" name="Google Shape;8495;p74"/>
          <p:cNvGrpSpPr/>
          <p:nvPr/>
        </p:nvGrpSpPr>
        <p:grpSpPr>
          <a:xfrm>
            <a:off x="7953101" y="2436584"/>
            <a:ext cx="361691" cy="362163"/>
            <a:chOff x="7953101" y="2436584"/>
            <a:chExt cx="361691" cy="362163"/>
          </a:xfrm>
        </p:grpSpPr>
        <p:sp>
          <p:nvSpPr>
            <p:cNvPr id="8496" name="Google Shape;8496;p74"/>
            <p:cNvSpPr/>
            <p:nvPr/>
          </p:nvSpPr>
          <p:spPr>
            <a:xfrm>
              <a:off x="7960673" y="2452906"/>
              <a:ext cx="304392" cy="345840"/>
            </a:xfrm>
            <a:custGeom>
              <a:avLst/>
              <a:gdLst/>
              <a:ahLst/>
              <a:cxnLst/>
              <a:rect l="l" t="t" r="r" b="b"/>
              <a:pathLst>
                <a:path w="11618" h="13200" extrusionOk="0">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74"/>
            <p:cNvSpPr/>
            <p:nvPr/>
          </p:nvSpPr>
          <p:spPr>
            <a:xfrm>
              <a:off x="8012156" y="2436846"/>
              <a:ext cx="40453" cy="46977"/>
            </a:xfrm>
            <a:custGeom>
              <a:avLst/>
              <a:gdLst/>
              <a:ahLst/>
              <a:cxnLst/>
              <a:rect l="l" t="t" r="r" b="b"/>
              <a:pathLst>
                <a:path w="1544" h="1793" extrusionOk="0">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74"/>
            <p:cNvSpPr/>
            <p:nvPr/>
          </p:nvSpPr>
          <p:spPr>
            <a:xfrm>
              <a:off x="8012156" y="2436584"/>
              <a:ext cx="23108" cy="47239"/>
            </a:xfrm>
            <a:custGeom>
              <a:avLst/>
              <a:gdLst/>
              <a:ahLst/>
              <a:cxnLst/>
              <a:rect l="l" t="t" r="r" b="b"/>
              <a:pathLst>
                <a:path w="882" h="1803" extrusionOk="0">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74"/>
            <p:cNvSpPr/>
            <p:nvPr/>
          </p:nvSpPr>
          <p:spPr>
            <a:xfrm>
              <a:off x="8098773" y="2436846"/>
              <a:ext cx="40479" cy="46977"/>
            </a:xfrm>
            <a:custGeom>
              <a:avLst/>
              <a:gdLst/>
              <a:ahLst/>
              <a:cxnLst/>
              <a:rect l="l" t="t" r="r" b="b"/>
              <a:pathLst>
                <a:path w="1545" h="1793" extrusionOk="0">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74"/>
            <p:cNvSpPr/>
            <p:nvPr/>
          </p:nvSpPr>
          <p:spPr>
            <a:xfrm>
              <a:off x="8116117" y="2436584"/>
              <a:ext cx="23135" cy="47239"/>
            </a:xfrm>
            <a:custGeom>
              <a:avLst/>
              <a:gdLst/>
              <a:ahLst/>
              <a:cxnLst/>
              <a:rect l="l" t="t" r="r" b="b"/>
              <a:pathLst>
                <a:path w="883" h="1803" extrusionOk="0">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74"/>
            <p:cNvSpPr/>
            <p:nvPr/>
          </p:nvSpPr>
          <p:spPr>
            <a:xfrm>
              <a:off x="8204254" y="2591085"/>
              <a:ext cx="108023" cy="102940"/>
            </a:xfrm>
            <a:custGeom>
              <a:avLst/>
              <a:gdLst/>
              <a:ahLst/>
              <a:cxnLst/>
              <a:rect l="l" t="t" r="r" b="b"/>
              <a:pathLst>
                <a:path w="4123" h="3929" extrusionOk="0">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74"/>
            <p:cNvSpPr/>
            <p:nvPr/>
          </p:nvSpPr>
          <p:spPr>
            <a:xfrm>
              <a:off x="8244183" y="2591085"/>
              <a:ext cx="70609" cy="102992"/>
            </a:xfrm>
            <a:custGeom>
              <a:avLst/>
              <a:gdLst/>
              <a:ahLst/>
              <a:cxnLst/>
              <a:rect l="l" t="t" r="r" b="b"/>
              <a:pathLst>
                <a:path w="2695" h="3931" extrusionOk="0">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74"/>
            <p:cNvSpPr/>
            <p:nvPr/>
          </p:nvSpPr>
          <p:spPr>
            <a:xfrm>
              <a:off x="8234646" y="2624936"/>
              <a:ext cx="40977" cy="35291"/>
            </a:xfrm>
            <a:custGeom>
              <a:avLst/>
              <a:gdLst/>
              <a:ahLst/>
              <a:cxnLst/>
              <a:rect l="l" t="t" r="r" b="b"/>
              <a:pathLst>
                <a:path w="1564" h="1347" extrusionOk="0">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74"/>
            <p:cNvSpPr/>
            <p:nvPr/>
          </p:nvSpPr>
          <p:spPr>
            <a:xfrm>
              <a:off x="7953101" y="2520214"/>
              <a:ext cx="244446" cy="184867"/>
            </a:xfrm>
            <a:custGeom>
              <a:avLst/>
              <a:gdLst/>
              <a:ahLst/>
              <a:cxnLst/>
              <a:rect l="l" t="t" r="r" b="b"/>
              <a:pathLst>
                <a:path w="9330" h="7056" extrusionOk="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5" name="Google Shape;8505;p74"/>
          <p:cNvGrpSpPr/>
          <p:nvPr/>
        </p:nvGrpSpPr>
        <p:grpSpPr>
          <a:xfrm>
            <a:off x="4859353" y="3355130"/>
            <a:ext cx="373481" cy="362267"/>
            <a:chOff x="4859353" y="3355130"/>
            <a:chExt cx="373481" cy="362267"/>
          </a:xfrm>
        </p:grpSpPr>
        <p:sp>
          <p:nvSpPr>
            <p:cNvPr id="8506" name="Google Shape;8506;p74"/>
            <p:cNvSpPr/>
            <p:nvPr/>
          </p:nvSpPr>
          <p:spPr>
            <a:xfrm>
              <a:off x="4859353" y="3355130"/>
              <a:ext cx="373219" cy="362005"/>
            </a:xfrm>
            <a:custGeom>
              <a:avLst/>
              <a:gdLst/>
              <a:ahLst/>
              <a:cxnLst/>
              <a:rect l="l" t="t" r="r" b="b"/>
              <a:pathLst>
                <a:path w="14245" h="13817" extrusionOk="0">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74"/>
            <p:cNvSpPr/>
            <p:nvPr/>
          </p:nvSpPr>
          <p:spPr>
            <a:xfrm>
              <a:off x="4868418" y="3388142"/>
              <a:ext cx="364154" cy="329255"/>
            </a:xfrm>
            <a:custGeom>
              <a:avLst/>
              <a:gdLst/>
              <a:ahLst/>
              <a:cxnLst/>
              <a:rect l="l" t="t" r="r" b="b"/>
              <a:pathLst>
                <a:path w="13899" h="12567" extrusionOk="0">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74"/>
            <p:cNvSpPr/>
            <p:nvPr/>
          </p:nvSpPr>
          <p:spPr>
            <a:xfrm>
              <a:off x="4969497" y="3355627"/>
              <a:ext cx="263336" cy="251415"/>
            </a:xfrm>
            <a:custGeom>
              <a:avLst/>
              <a:gdLst/>
              <a:ahLst/>
              <a:cxnLst/>
              <a:rect l="l" t="t" r="r" b="b"/>
              <a:pathLst>
                <a:path w="10051" h="9596" extrusionOk="0">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74"/>
            <p:cNvSpPr/>
            <p:nvPr/>
          </p:nvSpPr>
          <p:spPr>
            <a:xfrm>
              <a:off x="5178809" y="3364038"/>
              <a:ext cx="12078" cy="12078"/>
            </a:xfrm>
            <a:custGeom>
              <a:avLst/>
              <a:gdLst/>
              <a:ahLst/>
              <a:cxnLst/>
              <a:rect l="l" t="t" r="r" b="b"/>
              <a:pathLst>
                <a:path w="461" h="461" extrusionOk="0">
                  <a:moveTo>
                    <a:pt x="461" y="460"/>
                  </a:moveTo>
                  <a:lnTo>
                    <a:pt x="1" y="0"/>
                  </a:ln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74"/>
            <p:cNvSpPr/>
            <p:nvPr/>
          </p:nvSpPr>
          <p:spPr>
            <a:xfrm>
              <a:off x="4983934" y="3388142"/>
              <a:ext cx="248900" cy="218849"/>
            </a:xfrm>
            <a:custGeom>
              <a:avLst/>
              <a:gdLst/>
              <a:ahLst/>
              <a:cxnLst/>
              <a:rect l="l" t="t" r="r" b="b"/>
              <a:pathLst>
                <a:path w="9500" h="8353" extrusionOk="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74"/>
            <p:cNvSpPr/>
            <p:nvPr/>
          </p:nvSpPr>
          <p:spPr>
            <a:xfrm>
              <a:off x="4865641" y="3654098"/>
              <a:ext cx="65579" cy="63299"/>
            </a:xfrm>
            <a:custGeom>
              <a:avLst/>
              <a:gdLst/>
              <a:ahLst/>
              <a:cxnLst/>
              <a:rect l="l" t="t" r="r" b="b"/>
              <a:pathLst>
                <a:path w="2503" h="2416" extrusionOk="0">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74"/>
            <p:cNvSpPr/>
            <p:nvPr/>
          </p:nvSpPr>
          <p:spPr>
            <a:xfrm>
              <a:off x="4868156" y="3668665"/>
              <a:ext cx="63063" cy="48732"/>
            </a:xfrm>
            <a:custGeom>
              <a:avLst/>
              <a:gdLst/>
              <a:ahLst/>
              <a:cxnLst/>
              <a:rect l="l" t="t" r="r" b="b"/>
              <a:pathLst>
                <a:path w="2407" h="1860" extrusionOk="0">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74"/>
            <p:cNvSpPr/>
            <p:nvPr/>
          </p:nvSpPr>
          <p:spPr>
            <a:xfrm>
              <a:off x="5010160" y="3403076"/>
              <a:ext cx="178527" cy="165689"/>
            </a:xfrm>
            <a:custGeom>
              <a:avLst/>
              <a:gdLst/>
              <a:ahLst/>
              <a:cxnLst/>
              <a:rect l="l" t="t" r="r" b="b"/>
              <a:pathLst>
                <a:path w="6814" h="6324" extrusionOk="0">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74"/>
            <p:cNvSpPr/>
            <p:nvPr/>
          </p:nvSpPr>
          <p:spPr>
            <a:xfrm>
              <a:off x="5115274" y="3375592"/>
              <a:ext cx="27143" cy="26200"/>
            </a:xfrm>
            <a:custGeom>
              <a:avLst/>
              <a:gdLst/>
              <a:ahLst/>
              <a:cxnLst/>
              <a:rect l="l" t="t" r="r" b="b"/>
              <a:pathLst>
                <a:path w="1036" h="1000" extrusionOk="0">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74"/>
            <p:cNvSpPr/>
            <p:nvPr/>
          </p:nvSpPr>
          <p:spPr>
            <a:xfrm>
              <a:off x="5094681" y="3396185"/>
              <a:ext cx="27143" cy="26200"/>
            </a:xfrm>
            <a:custGeom>
              <a:avLst/>
              <a:gdLst/>
              <a:ahLst/>
              <a:cxnLst/>
              <a:rect l="l" t="t" r="r" b="b"/>
              <a:pathLst>
                <a:path w="1036" h="1000" extrusionOk="0">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74"/>
            <p:cNvSpPr/>
            <p:nvPr/>
          </p:nvSpPr>
          <p:spPr>
            <a:xfrm>
              <a:off x="5074088" y="3416778"/>
              <a:ext cx="29344" cy="26357"/>
            </a:xfrm>
            <a:custGeom>
              <a:avLst/>
              <a:gdLst/>
              <a:ahLst/>
              <a:cxnLst/>
              <a:rect l="l" t="t" r="r" b="b"/>
              <a:pathLst>
                <a:path w="1120" h="1006" extrusionOk="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74"/>
            <p:cNvSpPr/>
            <p:nvPr/>
          </p:nvSpPr>
          <p:spPr>
            <a:xfrm>
              <a:off x="5053495" y="3437371"/>
              <a:ext cx="26907" cy="26200"/>
            </a:xfrm>
            <a:custGeom>
              <a:avLst/>
              <a:gdLst/>
              <a:ahLst/>
              <a:cxnLst/>
              <a:rect l="l" t="t" r="r" b="b"/>
              <a:pathLst>
                <a:path w="1027" h="1000" extrusionOk="0">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74"/>
            <p:cNvSpPr/>
            <p:nvPr/>
          </p:nvSpPr>
          <p:spPr>
            <a:xfrm>
              <a:off x="5032901" y="3457965"/>
              <a:ext cx="26907" cy="26200"/>
            </a:xfrm>
            <a:custGeom>
              <a:avLst/>
              <a:gdLst/>
              <a:ahLst/>
              <a:cxnLst/>
              <a:rect l="l" t="t" r="r" b="b"/>
              <a:pathLst>
                <a:path w="1027" h="1000" extrusionOk="0">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74"/>
            <p:cNvSpPr/>
            <p:nvPr/>
          </p:nvSpPr>
          <p:spPr>
            <a:xfrm>
              <a:off x="5013304" y="3478794"/>
              <a:ext cx="25912" cy="26148"/>
            </a:xfrm>
            <a:custGeom>
              <a:avLst/>
              <a:gdLst/>
              <a:ahLst/>
              <a:cxnLst/>
              <a:rect l="l" t="t" r="r" b="b"/>
              <a:pathLst>
                <a:path w="989" h="998" extrusionOk="0">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0" name="Google Shape;8520;p74"/>
          <p:cNvGrpSpPr/>
          <p:nvPr/>
        </p:nvGrpSpPr>
        <p:grpSpPr>
          <a:xfrm>
            <a:off x="6637678" y="1500982"/>
            <a:ext cx="378721" cy="362005"/>
            <a:chOff x="6637678" y="1500982"/>
            <a:chExt cx="378721" cy="362005"/>
          </a:xfrm>
        </p:grpSpPr>
        <p:sp>
          <p:nvSpPr>
            <p:cNvPr id="8521" name="Google Shape;8521;p74"/>
            <p:cNvSpPr/>
            <p:nvPr/>
          </p:nvSpPr>
          <p:spPr>
            <a:xfrm>
              <a:off x="6637678" y="1500982"/>
              <a:ext cx="377725" cy="361717"/>
            </a:xfrm>
            <a:custGeom>
              <a:avLst/>
              <a:gdLst/>
              <a:ahLst/>
              <a:cxnLst/>
              <a:rect l="l" t="t" r="r" b="b"/>
              <a:pathLst>
                <a:path w="14417" h="13806" extrusionOk="0">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74"/>
            <p:cNvSpPr/>
            <p:nvPr/>
          </p:nvSpPr>
          <p:spPr>
            <a:xfrm>
              <a:off x="6696680" y="1551338"/>
              <a:ext cx="260218" cy="260454"/>
            </a:xfrm>
            <a:custGeom>
              <a:avLst/>
              <a:gdLst/>
              <a:ahLst/>
              <a:cxnLst/>
              <a:rect l="l" t="t" r="r" b="b"/>
              <a:pathLst>
                <a:path w="9932" h="9941" extrusionOk="0">
                  <a:moveTo>
                    <a:pt x="5464" y="0"/>
                  </a:moveTo>
                  <a:lnTo>
                    <a:pt x="1" y="5464"/>
                  </a:lnTo>
                  <a:lnTo>
                    <a:pt x="4468" y="9940"/>
                  </a:lnTo>
                  <a:lnTo>
                    <a:pt x="9931" y="4477"/>
                  </a:lnTo>
                  <a:lnTo>
                    <a:pt x="5464"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74"/>
            <p:cNvSpPr/>
            <p:nvPr/>
          </p:nvSpPr>
          <p:spPr>
            <a:xfrm>
              <a:off x="6638175" y="1500982"/>
              <a:ext cx="377725" cy="361717"/>
            </a:xfrm>
            <a:custGeom>
              <a:avLst/>
              <a:gdLst/>
              <a:ahLst/>
              <a:cxnLst/>
              <a:rect l="l" t="t" r="r" b="b"/>
              <a:pathLst>
                <a:path w="14417" h="13806" extrusionOk="0">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74"/>
            <p:cNvSpPr/>
            <p:nvPr/>
          </p:nvSpPr>
          <p:spPr>
            <a:xfrm>
              <a:off x="6842090" y="1696748"/>
              <a:ext cx="174309" cy="166239"/>
            </a:xfrm>
            <a:custGeom>
              <a:avLst/>
              <a:gdLst/>
              <a:ahLst/>
              <a:cxnLst/>
              <a:rect l="l" t="t" r="r" b="b"/>
              <a:pathLst>
                <a:path w="6653" h="6345" extrusionOk="0">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74"/>
            <p:cNvSpPr/>
            <p:nvPr/>
          </p:nvSpPr>
          <p:spPr>
            <a:xfrm>
              <a:off x="6752931" y="1608847"/>
              <a:ext cx="146458" cy="144179"/>
            </a:xfrm>
            <a:custGeom>
              <a:avLst/>
              <a:gdLst/>
              <a:ahLst/>
              <a:cxnLst/>
              <a:rect l="l" t="t" r="r" b="b"/>
              <a:pathLst>
                <a:path w="5590" h="5503" extrusionOk="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74"/>
            <p:cNvSpPr/>
            <p:nvPr/>
          </p:nvSpPr>
          <p:spPr>
            <a:xfrm>
              <a:off x="6797393" y="1608847"/>
              <a:ext cx="101735" cy="144414"/>
            </a:xfrm>
            <a:custGeom>
              <a:avLst/>
              <a:gdLst/>
              <a:ahLst/>
              <a:cxnLst/>
              <a:rect l="l" t="t" r="r" b="b"/>
              <a:pathLst>
                <a:path w="3883" h="5512" extrusionOk="0">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74"/>
            <p:cNvSpPr/>
            <p:nvPr/>
          </p:nvSpPr>
          <p:spPr>
            <a:xfrm>
              <a:off x="6697309" y="1620087"/>
              <a:ext cx="22270" cy="18654"/>
            </a:xfrm>
            <a:custGeom>
              <a:avLst/>
              <a:gdLst/>
              <a:ahLst/>
              <a:cxnLst/>
              <a:rect l="l" t="t" r="r" b="b"/>
              <a:pathLst>
                <a:path w="850" h="712" extrusionOk="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74"/>
            <p:cNvSpPr/>
            <p:nvPr/>
          </p:nvSpPr>
          <p:spPr>
            <a:xfrm>
              <a:off x="6690995" y="1582123"/>
              <a:ext cx="22296" cy="18707"/>
            </a:xfrm>
            <a:custGeom>
              <a:avLst/>
              <a:gdLst/>
              <a:ahLst/>
              <a:cxnLst/>
              <a:rect l="l" t="t" r="r" b="b"/>
              <a:pathLst>
                <a:path w="851" h="714" extrusionOk="0">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74"/>
            <p:cNvSpPr/>
            <p:nvPr/>
          </p:nvSpPr>
          <p:spPr>
            <a:xfrm>
              <a:off x="6724190" y="1548771"/>
              <a:ext cx="22244" cy="18654"/>
            </a:xfrm>
            <a:custGeom>
              <a:avLst/>
              <a:gdLst/>
              <a:ahLst/>
              <a:cxnLst/>
              <a:rect l="l" t="t" r="r" b="b"/>
              <a:pathLst>
                <a:path w="849" h="712" extrusionOk="0">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74"/>
            <p:cNvSpPr/>
            <p:nvPr/>
          </p:nvSpPr>
          <p:spPr>
            <a:xfrm>
              <a:off x="6729902" y="1587782"/>
              <a:ext cx="22322" cy="18576"/>
            </a:xfrm>
            <a:custGeom>
              <a:avLst/>
              <a:gdLst/>
              <a:ahLst/>
              <a:cxnLst/>
              <a:rect l="l" t="t" r="r" b="b"/>
              <a:pathLst>
                <a:path w="852" h="709" extrusionOk="0">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74"/>
            <p:cNvSpPr/>
            <p:nvPr/>
          </p:nvSpPr>
          <p:spPr>
            <a:xfrm>
              <a:off x="6762285" y="1555137"/>
              <a:ext cx="22322" cy="18812"/>
            </a:xfrm>
            <a:custGeom>
              <a:avLst/>
              <a:gdLst/>
              <a:ahLst/>
              <a:cxnLst/>
              <a:rect l="l" t="t" r="r" b="b"/>
              <a:pathLst>
                <a:path w="852" h="718" extrusionOk="0">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74"/>
            <p:cNvSpPr/>
            <p:nvPr/>
          </p:nvSpPr>
          <p:spPr>
            <a:xfrm>
              <a:off x="6866508" y="1789208"/>
              <a:ext cx="22322" cy="18812"/>
            </a:xfrm>
            <a:custGeom>
              <a:avLst/>
              <a:gdLst/>
              <a:ahLst/>
              <a:cxnLst/>
              <a:rect l="l" t="t" r="r" b="b"/>
              <a:pathLst>
                <a:path w="852" h="718" extrusionOk="0">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74"/>
            <p:cNvSpPr/>
            <p:nvPr/>
          </p:nvSpPr>
          <p:spPr>
            <a:xfrm>
              <a:off x="6903450" y="1794998"/>
              <a:ext cx="23554" cy="19309"/>
            </a:xfrm>
            <a:custGeom>
              <a:avLst/>
              <a:gdLst/>
              <a:ahLst/>
              <a:cxnLst/>
              <a:rect l="l" t="t" r="r" b="b"/>
              <a:pathLst>
                <a:path w="899" h="737" extrusionOk="0">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74"/>
            <p:cNvSpPr/>
            <p:nvPr/>
          </p:nvSpPr>
          <p:spPr>
            <a:xfrm>
              <a:off x="6937877" y="1762432"/>
              <a:ext cx="22270" cy="18707"/>
            </a:xfrm>
            <a:custGeom>
              <a:avLst/>
              <a:gdLst/>
              <a:ahLst/>
              <a:cxnLst/>
              <a:rect l="l" t="t" r="r" b="b"/>
              <a:pathLst>
                <a:path w="850" h="714" extrusionOk="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74"/>
            <p:cNvSpPr/>
            <p:nvPr/>
          </p:nvSpPr>
          <p:spPr>
            <a:xfrm>
              <a:off x="6898970" y="1756799"/>
              <a:ext cx="22270" cy="18812"/>
            </a:xfrm>
            <a:custGeom>
              <a:avLst/>
              <a:gdLst/>
              <a:ahLst/>
              <a:cxnLst/>
              <a:rect l="l" t="t" r="r" b="b"/>
              <a:pathLst>
                <a:path w="850" h="718" extrusionOk="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74"/>
            <p:cNvSpPr/>
            <p:nvPr/>
          </p:nvSpPr>
          <p:spPr>
            <a:xfrm>
              <a:off x="6931380" y="1724311"/>
              <a:ext cx="22506" cy="18654"/>
            </a:xfrm>
            <a:custGeom>
              <a:avLst/>
              <a:gdLst/>
              <a:ahLst/>
              <a:cxnLst/>
              <a:rect l="l" t="t" r="r" b="b"/>
              <a:pathLst>
                <a:path w="859" h="712" extrusionOk="0">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7" name="Google Shape;8537;p74"/>
          <p:cNvGrpSpPr/>
          <p:nvPr/>
        </p:nvGrpSpPr>
        <p:grpSpPr>
          <a:xfrm>
            <a:off x="5827993" y="3355496"/>
            <a:ext cx="223041" cy="362163"/>
            <a:chOff x="5827993" y="3355496"/>
            <a:chExt cx="223041" cy="362163"/>
          </a:xfrm>
        </p:grpSpPr>
        <p:sp>
          <p:nvSpPr>
            <p:cNvPr id="8538" name="Google Shape;8538;p74"/>
            <p:cNvSpPr/>
            <p:nvPr/>
          </p:nvSpPr>
          <p:spPr>
            <a:xfrm>
              <a:off x="5827993" y="3448664"/>
              <a:ext cx="223041" cy="268995"/>
            </a:xfrm>
            <a:custGeom>
              <a:avLst/>
              <a:gdLst/>
              <a:ahLst/>
              <a:cxnLst/>
              <a:rect l="l" t="t" r="r" b="b"/>
              <a:pathLst>
                <a:path w="8513" h="10267" extrusionOk="0">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74"/>
            <p:cNvSpPr/>
            <p:nvPr/>
          </p:nvSpPr>
          <p:spPr>
            <a:xfrm>
              <a:off x="5989987" y="3448664"/>
              <a:ext cx="60810" cy="268733"/>
            </a:xfrm>
            <a:custGeom>
              <a:avLst/>
              <a:gdLst/>
              <a:ahLst/>
              <a:cxnLst/>
              <a:rect l="l" t="t" r="r" b="b"/>
              <a:pathLst>
                <a:path w="2321" h="10257" extrusionOk="0">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74"/>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74"/>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74"/>
            <p:cNvSpPr/>
            <p:nvPr/>
          </p:nvSpPr>
          <p:spPr>
            <a:xfrm>
              <a:off x="5963630" y="3424560"/>
              <a:ext cx="36942" cy="24130"/>
            </a:xfrm>
            <a:custGeom>
              <a:avLst/>
              <a:gdLst/>
              <a:ahLst/>
              <a:cxnLst/>
              <a:rect l="l" t="t" r="r" b="b"/>
              <a:pathLst>
                <a:path w="1410" h="921" extrusionOk="0">
                  <a:moveTo>
                    <a:pt x="0" y="0"/>
                  </a:moveTo>
                  <a:lnTo>
                    <a:pt x="0" y="921"/>
                  </a:lnTo>
                  <a:lnTo>
                    <a:pt x="1409" y="921"/>
                  </a:lnTo>
                  <a:lnTo>
                    <a:pt x="140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74"/>
            <p:cNvSpPr/>
            <p:nvPr/>
          </p:nvSpPr>
          <p:spPr>
            <a:xfrm>
              <a:off x="5852857" y="3355496"/>
              <a:ext cx="172815" cy="69089"/>
            </a:xfrm>
            <a:custGeom>
              <a:avLst/>
              <a:gdLst/>
              <a:ahLst/>
              <a:cxnLst/>
              <a:rect l="l" t="t" r="r" b="b"/>
              <a:pathLst>
                <a:path w="6596" h="2637" extrusionOk="0">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74"/>
            <p:cNvSpPr/>
            <p:nvPr/>
          </p:nvSpPr>
          <p:spPr>
            <a:xfrm>
              <a:off x="5981708" y="3355496"/>
              <a:ext cx="43964" cy="69089"/>
            </a:xfrm>
            <a:custGeom>
              <a:avLst/>
              <a:gdLst/>
              <a:ahLst/>
              <a:cxnLst/>
              <a:rect l="l" t="t" r="r" b="b"/>
              <a:pathLst>
                <a:path w="1678" h="2637" extrusionOk="0">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74"/>
            <p:cNvSpPr/>
            <p:nvPr/>
          </p:nvSpPr>
          <p:spPr>
            <a:xfrm>
              <a:off x="5862917" y="3488854"/>
              <a:ext cx="152720" cy="188378"/>
            </a:xfrm>
            <a:custGeom>
              <a:avLst/>
              <a:gdLst/>
              <a:ahLst/>
              <a:cxnLst/>
              <a:rect l="l" t="t" r="r" b="b"/>
              <a:pathLst>
                <a:path w="5829" h="7190" extrusionOk="0">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74"/>
            <p:cNvSpPr/>
            <p:nvPr/>
          </p:nvSpPr>
          <p:spPr>
            <a:xfrm>
              <a:off x="5971412" y="3488854"/>
              <a:ext cx="44226" cy="188614"/>
            </a:xfrm>
            <a:custGeom>
              <a:avLst/>
              <a:gdLst/>
              <a:ahLst/>
              <a:cxnLst/>
              <a:rect l="l" t="t" r="r" b="b"/>
              <a:pathLst>
                <a:path w="1688" h="7199" extrusionOk="0">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74"/>
            <p:cNvSpPr/>
            <p:nvPr/>
          </p:nvSpPr>
          <p:spPr>
            <a:xfrm>
              <a:off x="5869939" y="3531036"/>
              <a:ext cx="121568" cy="104197"/>
            </a:xfrm>
            <a:custGeom>
              <a:avLst/>
              <a:gdLst/>
              <a:ahLst/>
              <a:cxnLst/>
              <a:rect l="l" t="t" r="r" b="b"/>
              <a:pathLst>
                <a:path w="4640" h="3977" extrusionOk="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74"/>
            <p:cNvSpPr/>
            <p:nvPr/>
          </p:nvSpPr>
          <p:spPr>
            <a:xfrm>
              <a:off x="5894043" y="3538058"/>
              <a:ext cx="106529" cy="97202"/>
            </a:xfrm>
            <a:custGeom>
              <a:avLst/>
              <a:gdLst/>
              <a:ahLst/>
              <a:cxnLst/>
              <a:rect l="l" t="t" r="r" b="b"/>
              <a:pathLst>
                <a:path w="4066" h="3710" extrusionOk="0">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74"/>
            <p:cNvSpPr/>
            <p:nvPr/>
          </p:nvSpPr>
          <p:spPr>
            <a:xfrm>
              <a:off x="5905597" y="3551813"/>
              <a:ext cx="67334" cy="62513"/>
            </a:xfrm>
            <a:custGeom>
              <a:avLst/>
              <a:gdLst/>
              <a:ahLst/>
              <a:cxnLst/>
              <a:rect l="l" t="t" r="r" b="b"/>
              <a:pathLst>
                <a:path w="2570" h="2386" extrusionOk="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74"/>
            <p:cNvSpPr/>
            <p:nvPr/>
          </p:nvSpPr>
          <p:spPr>
            <a:xfrm>
              <a:off x="5887781" y="3355496"/>
              <a:ext cx="14593" cy="69089"/>
            </a:xfrm>
            <a:custGeom>
              <a:avLst/>
              <a:gdLst/>
              <a:ahLst/>
              <a:cxnLst/>
              <a:rect l="l" t="t" r="r" b="b"/>
              <a:pathLst>
                <a:path w="557" h="2637" extrusionOk="0">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74"/>
            <p:cNvSpPr/>
            <p:nvPr/>
          </p:nvSpPr>
          <p:spPr>
            <a:xfrm>
              <a:off x="5931719" y="3355496"/>
              <a:ext cx="14855" cy="69089"/>
            </a:xfrm>
            <a:custGeom>
              <a:avLst/>
              <a:gdLst/>
              <a:ahLst/>
              <a:cxnLst/>
              <a:rect l="l" t="t" r="r" b="b"/>
              <a:pathLst>
                <a:path w="567" h="2637" extrusionOk="0">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74"/>
            <p:cNvSpPr/>
            <p:nvPr/>
          </p:nvSpPr>
          <p:spPr>
            <a:xfrm>
              <a:off x="5976416" y="3355496"/>
              <a:ext cx="14593" cy="69089"/>
            </a:xfrm>
            <a:custGeom>
              <a:avLst/>
              <a:gdLst/>
              <a:ahLst/>
              <a:cxnLst/>
              <a:rect l="l" t="t" r="r" b="b"/>
              <a:pathLst>
                <a:path w="557" h="2637" extrusionOk="0">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3" name="Google Shape;8553;p74"/>
          <p:cNvGrpSpPr/>
          <p:nvPr/>
        </p:nvGrpSpPr>
        <p:grpSpPr>
          <a:xfrm>
            <a:off x="7528713" y="1500641"/>
            <a:ext cx="370520" cy="361586"/>
            <a:chOff x="7528713" y="1500641"/>
            <a:chExt cx="370520" cy="361586"/>
          </a:xfrm>
        </p:grpSpPr>
        <p:sp>
          <p:nvSpPr>
            <p:cNvPr id="8554" name="Google Shape;8554;p74"/>
            <p:cNvSpPr/>
            <p:nvPr/>
          </p:nvSpPr>
          <p:spPr>
            <a:xfrm>
              <a:off x="7684158" y="1587809"/>
              <a:ext cx="121070" cy="119603"/>
            </a:xfrm>
            <a:custGeom>
              <a:avLst/>
              <a:gdLst/>
              <a:ahLst/>
              <a:cxnLst/>
              <a:rect l="l" t="t" r="r" b="b"/>
              <a:pathLst>
                <a:path w="4621" h="4565" extrusionOk="0">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74"/>
            <p:cNvSpPr/>
            <p:nvPr/>
          </p:nvSpPr>
          <p:spPr>
            <a:xfrm>
              <a:off x="7750208" y="1653282"/>
              <a:ext cx="54784" cy="53972"/>
            </a:xfrm>
            <a:custGeom>
              <a:avLst/>
              <a:gdLst/>
              <a:ahLst/>
              <a:cxnLst/>
              <a:rect l="l" t="t" r="r" b="b"/>
              <a:pathLst>
                <a:path w="2091" h="2060" extrusionOk="0">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74"/>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74"/>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74"/>
            <p:cNvSpPr/>
            <p:nvPr/>
          </p:nvSpPr>
          <p:spPr>
            <a:xfrm>
              <a:off x="7764775" y="1501846"/>
              <a:ext cx="128616" cy="155497"/>
            </a:xfrm>
            <a:custGeom>
              <a:avLst/>
              <a:gdLst/>
              <a:ahLst/>
              <a:cxnLst/>
              <a:rect l="l" t="t" r="r" b="b"/>
              <a:pathLst>
                <a:path w="4909" h="5935" extrusionOk="0">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74"/>
            <p:cNvSpPr/>
            <p:nvPr/>
          </p:nvSpPr>
          <p:spPr>
            <a:xfrm>
              <a:off x="7528713" y="1618279"/>
              <a:ext cx="252673" cy="243948"/>
            </a:xfrm>
            <a:custGeom>
              <a:avLst/>
              <a:gdLst/>
              <a:ahLst/>
              <a:cxnLst/>
              <a:rect l="l" t="t" r="r" b="b"/>
              <a:pathLst>
                <a:path w="9644" h="9311" extrusionOk="0">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74"/>
            <p:cNvSpPr/>
            <p:nvPr/>
          </p:nvSpPr>
          <p:spPr>
            <a:xfrm>
              <a:off x="7570136" y="1670627"/>
              <a:ext cx="211251" cy="191574"/>
            </a:xfrm>
            <a:custGeom>
              <a:avLst/>
              <a:gdLst/>
              <a:ahLst/>
              <a:cxnLst/>
              <a:rect l="l" t="t" r="r" b="b"/>
              <a:pathLst>
                <a:path w="8063" h="7312" extrusionOk="0">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1" name="Google Shape;8561;p74"/>
          <p:cNvGrpSpPr/>
          <p:nvPr/>
        </p:nvGrpSpPr>
        <p:grpSpPr>
          <a:xfrm>
            <a:off x="5317198" y="3355496"/>
            <a:ext cx="367429" cy="362163"/>
            <a:chOff x="5317198" y="3355496"/>
            <a:chExt cx="367429" cy="362163"/>
          </a:xfrm>
        </p:grpSpPr>
        <p:sp>
          <p:nvSpPr>
            <p:cNvPr id="8562" name="Google Shape;8562;p74"/>
            <p:cNvSpPr/>
            <p:nvPr/>
          </p:nvSpPr>
          <p:spPr>
            <a:xfrm>
              <a:off x="5378715" y="3535883"/>
              <a:ext cx="256184" cy="181776"/>
            </a:xfrm>
            <a:custGeom>
              <a:avLst/>
              <a:gdLst/>
              <a:ahLst/>
              <a:cxnLst/>
              <a:rect l="l" t="t" r="r" b="b"/>
              <a:pathLst>
                <a:path w="9778" h="6938" extrusionOk="0">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74"/>
            <p:cNvSpPr/>
            <p:nvPr/>
          </p:nvSpPr>
          <p:spPr>
            <a:xfrm>
              <a:off x="5455822" y="3438419"/>
              <a:ext cx="112031" cy="218220"/>
            </a:xfrm>
            <a:custGeom>
              <a:avLst/>
              <a:gdLst/>
              <a:ahLst/>
              <a:cxnLst/>
              <a:rect l="l" t="t" r="r" b="b"/>
              <a:pathLst>
                <a:path w="4276" h="8329" extrusionOk="0">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74"/>
            <p:cNvSpPr/>
            <p:nvPr/>
          </p:nvSpPr>
          <p:spPr>
            <a:xfrm>
              <a:off x="5448276" y="3359505"/>
              <a:ext cx="59815" cy="185129"/>
            </a:xfrm>
            <a:custGeom>
              <a:avLst/>
              <a:gdLst/>
              <a:ahLst/>
              <a:cxnLst/>
              <a:rect l="l" t="t" r="r" b="b"/>
              <a:pathLst>
                <a:path w="2283" h="7066" extrusionOk="0">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74"/>
            <p:cNvSpPr/>
            <p:nvPr/>
          </p:nvSpPr>
          <p:spPr>
            <a:xfrm>
              <a:off x="5448276" y="3359505"/>
              <a:ext cx="21877" cy="185129"/>
            </a:xfrm>
            <a:custGeom>
              <a:avLst/>
              <a:gdLst/>
              <a:ahLst/>
              <a:cxnLst/>
              <a:rect l="l" t="t" r="r" b="b"/>
              <a:pathLst>
                <a:path w="835" h="7066" extrusionOk="0">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74"/>
            <p:cNvSpPr/>
            <p:nvPr/>
          </p:nvSpPr>
          <p:spPr>
            <a:xfrm>
              <a:off x="5529653" y="3432839"/>
              <a:ext cx="67570" cy="21379"/>
            </a:xfrm>
            <a:custGeom>
              <a:avLst/>
              <a:gdLst/>
              <a:ahLst/>
              <a:cxnLst/>
              <a:rect l="l" t="t" r="r" b="b"/>
              <a:pathLst>
                <a:path w="2579" h="816" extrusionOk="0">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74"/>
            <p:cNvSpPr/>
            <p:nvPr/>
          </p:nvSpPr>
          <p:spPr>
            <a:xfrm>
              <a:off x="5571102" y="3432839"/>
              <a:ext cx="26383" cy="21877"/>
            </a:xfrm>
            <a:custGeom>
              <a:avLst/>
              <a:gdLst/>
              <a:ahLst/>
              <a:cxnLst/>
              <a:rect l="l" t="t" r="r" b="b"/>
              <a:pathLst>
                <a:path w="1007" h="835" extrusionOk="0">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74"/>
            <p:cNvSpPr/>
            <p:nvPr/>
          </p:nvSpPr>
          <p:spPr>
            <a:xfrm>
              <a:off x="5596699" y="3538058"/>
              <a:ext cx="67832" cy="21405"/>
            </a:xfrm>
            <a:custGeom>
              <a:avLst/>
              <a:gdLst/>
              <a:ahLst/>
              <a:cxnLst/>
              <a:rect l="l" t="t" r="r" b="b"/>
              <a:pathLst>
                <a:path w="2589" h="817" extrusionOk="0">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74"/>
            <p:cNvSpPr/>
            <p:nvPr/>
          </p:nvSpPr>
          <p:spPr>
            <a:xfrm>
              <a:off x="5639903" y="3538058"/>
              <a:ext cx="24628" cy="21641"/>
            </a:xfrm>
            <a:custGeom>
              <a:avLst/>
              <a:gdLst/>
              <a:ahLst/>
              <a:cxnLst/>
              <a:rect l="l" t="t" r="r" b="b"/>
              <a:pathLst>
                <a:path w="940" h="826" extrusionOk="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74"/>
            <p:cNvSpPr/>
            <p:nvPr/>
          </p:nvSpPr>
          <p:spPr>
            <a:xfrm>
              <a:off x="5576604" y="3470514"/>
              <a:ext cx="108023" cy="68592"/>
            </a:xfrm>
            <a:custGeom>
              <a:avLst/>
              <a:gdLst/>
              <a:ahLst/>
              <a:cxnLst/>
              <a:rect l="l" t="t" r="r" b="b"/>
              <a:pathLst>
                <a:path w="4123" h="2618" extrusionOk="0">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74"/>
            <p:cNvSpPr/>
            <p:nvPr/>
          </p:nvSpPr>
          <p:spPr>
            <a:xfrm>
              <a:off x="5600734" y="3538058"/>
              <a:ext cx="5528" cy="1284"/>
            </a:xfrm>
            <a:custGeom>
              <a:avLst/>
              <a:gdLst/>
              <a:ahLst/>
              <a:cxnLst/>
              <a:rect l="l" t="t" r="r" b="b"/>
              <a:pathLst>
                <a:path w="211" h="49" extrusionOk="0">
                  <a:moveTo>
                    <a:pt x="0" y="1"/>
                  </a:moveTo>
                  <a:cubicBezTo>
                    <a:pt x="10" y="20"/>
                    <a:pt x="29" y="30"/>
                    <a:pt x="38" y="49"/>
                  </a:cubicBezTo>
                  <a:cubicBezTo>
                    <a:pt x="86" y="20"/>
                    <a:pt x="153" y="1"/>
                    <a:pt x="211" y="1"/>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74"/>
            <p:cNvSpPr/>
            <p:nvPr/>
          </p:nvSpPr>
          <p:spPr>
            <a:xfrm>
              <a:off x="5621327" y="3470776"/>
              <a:ext cx="63299" cy="68565"/>
            </a:xfrm>
            <a:custGeom>
              <a:avLst/>
              <a:gdLst/>
              <a:ahLst/>
              <a:cxnLst/>
              <a:rect l="l" t="t" r="r" b="b"/>
              <a:pathLst>
                <a:path w="2416" h="2617" extrusionOk="0">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74"/>
            <p:cNvSpPr/>
            <p:nvPr/>
          </p:nvSpPr>
          <p:spPr>
            <a:xfrm>
              <a:off x="5528396" y="3355496"/>
              <a:ext cx="70085" cy="77369"/>
            </a:xfrm>
            <a:custGeom>
              <a:avLst/>
              <a:gdLst/>
              <a:ahLst/>
              <a:cxnLst/>
              <a:rect l="l" t="t" r="r" b="b"/>
              <a:pathLst>
                <a:path w="2675" h="2953" extrusionOk="0">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74"/>
            <p:cNvSpPr/>
            <p:nvPr/>
          </p:nvSpPr>
          <p:spPr>
            <a:xfrm>
              <a:off x="5554779" y="3355496"/>
              <a:ext cx="43964" cy="77369"/>
            </a:xfrm>
            <a:custGeom>
              <a:avLst/>
              <a:gdLst/>
              <a:ahLst/>
              <a:cxnLst/>
              <a:rect l="l" t="t" r="r" b="b"/>
              <a:pathLst>
                <a:path w="1678" h="2953" extrusionOk="0">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74"/>
            <p:cNvSpPr/>
            <p:nvPr/>
          </p:nvSpPr>
          <p:spPr>
            <a:xfrm>
              <a:off x="5317433" y="3355496"/>
              <a:ext cx="135637" cy="193146"/>
            </a:xfrm>
            <a:custGeom>
              <a:avLst/>
              <a:gdLst/>
              <a:ahLst/>
              <a:cxnLst/>
              <a:rect l="l" t="t" r="r" b="b"/>
              <a:pathLst>
                <a:path w="5177" h="7372" extrusionOk="0">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74"/>
            <p:cNvSpPr/>
            <p:nvPr/>
          </p:nvSpPr>
          <p:spPr>
            <a:xfrm>
              <a:off x="5317198" y="3357514"/>
              <a:ext cx="135873" cy="191129"/>
            </a:xfrm>
            <a:custGeom>
              <a:avLst/>
              <a:gdLst/>
              <a:ahLst/>
              <a:cxnLst/>
              <a:rect l="l" t="t" r="r" b="b"/>
              <a:pathLst>
                <a:path w="5186" h="7295" extrusionOk="0">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74"/>
            <p:cNvSpPr/>
            <p:nvPr/>
          </p:nvSpPr>
          <p:spPr>
            <a:xfrm>
              <a:off x="5625336" y="3485579"/>
              <a:ext cx="10821" cy="27641"/>
            </a:xfrm>
            <a:custGeom>
              <a:avLst/>
              <a:gdLst/>
              <a:ahLst/>
              <a:cxnLst/>
              <a:rect l="l" t="t" r="r" b="b"/>
              <a:pathLst>
                <a:path w="413" h="1055" extrusionOk="0">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8" name="Google Shape;8578;p74"/>
          <p:cNvGrpSpPr/>
          <p:nvPr/>
        </p:nvGrpSpPr>
        <p:grpSpPr>
          <a:xfrm>
            <a:off x="5302971" y="1500563"/>
            <a:ext cx="383175" cy="362241"/>
            <a:chOff x="5302971" y="1500563"/>
            <a:chExt cx="383175" cy="362241"/>
          </a:xfrm>
        </p:grpSpPr>
        <p:sp>
          <p:nvSpPr>
            <p:cNvPr id="8579" name="Google Shape;8579;p74"/>
            <p:cNvSpPr/>
            <p:nvPr/>
          </p:nvSpPr>
          <p:spPr>
            <a:xfrm>
              <a:off x="5302971" y="1500563"/>
              <a:ext cx="383175" cy="362241"/>
            </a:xfrm>
            <a:custGeom>
              <a:avLst/>
              <a:gdLst/>
              <a:ahLst/>
              <a:cxnLst/>
              <a:rect l="l" t="t" r="r" b="b"/>
              <a:pathLst>
                <a:path w="14625" h="13826" extrusionOk="0">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74"/>
            <p:cNvSpPr/>
            <p:nvPr/>
          </p:nvSpPr>
          <p:spPr>
            <a:xfrm>
              <a:off x="5375964" y="1557102"/>
              <a:ext cx="309920" cy="305675"/>
            </a:xfrm>
            <a:custGeom>
              <a:avLst/>
              <a:gdLst/>
              <a:ahLst/>
              <a:cxnLst/>
              <a:rect l="l" t="t" r="r" b="b"/>
              <a:pathLst>
                <a:path w="11829" h="11667" extrusionOk="0">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1" name="Google Shape;8581;p74"/>
          <p:cNvGrpSpPr/>
          <p:nvPr/>
        </p:nvGrpSpPr>
        <p:grpSpPr>
          <a:xfrm>
            <a:off x="6202705" y="1525453"/>
            <a:ext cx="364180" cy="312461"/>
            <a:chOff x="6202705" y="1525453"/>
            <a:chExt cx="364180" cy="312461"/>
          </a:xfrm>
        </p:grpSpPr>
        <p:sp>
          <p:nvSpPr>
            <p:cNvPr id="8582" name="Google Shape;8582;p74"/>
            <p:cNvSpPr/>
            <p:nvPr/>
          </p:nvSpPr>
          <p:spPr>
            <a:xfrm>
              <a:off x="6407615" y="1616891"/>
              <a:ext cx="159270" cy="221023"/>
            </a:xfrm>
            <a:custGeom>
              <a:avLst/>
              <a:gdLst/>
              <a:ahLst/>
              <a:cxnLst/>
              <a:rect l="l" t="t" r="r" b="b"/>
              <a:pathLst>
                <a:path w="6079" h="8436" extrusionOk="0">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74"/>
            <p:cNvSpPr/>
            <p:nvPr/>
          </p:nvSpPr>
          <p:spPr>
            <a:xfrm>
              <a:off x="6454592" y="1616891"/>
              <a:ext cx="112031" cy="221023"/>
            </a:xfrm>
            <a:custGeom>
              <a:avLst/>
              <a:gdLst/>
              <a:ahLst/>
              <a:cxnLst/>
              <a:rect l="l" t="t" r="r" b="b"/>
              <a:pathLst>
                <a:path w="4276" h="8436" extrusionOk="0">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74"/>
            <p:cNvSpPr/>
            <p:nvPr/>
          </p:nvSpPr>
          <p:spPr>
            <a:xfrm>
              <a:off x="6202705" y="1616891"/>
              <a:ext cx="158982" cy="221023"/>
            </a:xfrm>
            <a:custGeom>
              <a:avLst/>
              <a:gdLst/>
              <a:ahLst/>
              <a:cxnLst/>
              <a:rect l="l" t="t" r="r" b="b"/>
              <a:pathLst>
                <a:path w="6068" h="8436" extrusionOk="0">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74"/>
            <p:cNvSpPr/>
            <p:nvPr/>
          </p:nvSpPr>
          <p:spPr>
            <a:xfrm>
              <a:off x="6202705" y="1616891"/>
              <a:ext cx="112031" cy="221023"/>
            </a:xfrm>
            <a:custGeom>
              <a:avLst/>
              <a:gdLst/>
              <a:ahLst/>
              <a:cxnLst/>
              <a:rect l="l" t="t" r="r" b="b"/>
              <a:pathLst>
                <a:path w="4276" h="8436" extrusionOk="0">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74"/>
            <p:cNvSpPr/>
            <p:nvPr/>
          </p:nvSpPr>
          <p:spPr>
            <a:xfrm>
              <a:off x="6288327"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74"/>
            <p:cNvSpPr/>
            <p:nvPr/>
          </p:nvSpPr>
          <p:spPr>
            <a:xfrm>
              <a:off x="6453072"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74"/>
            <p:cNvSpPr/>
            <p:nvPr/>
          </p:nvSpPr>
          <p:spPr>
            <a:xfrm>
              <a:off x="6295086" y="1525453"/>
              <a:ext cx="177924" cy="246411"/>
            </a:xfrm>
            <a:custGeom>
              <a:avLst/>
              <a:gdLst/>
              <a:ahLst/>
              <a:cxnLst/>
              <a:rect l="l" t="t" r="r" b="b"/>
              <a:pathLst>
                <a:path w="6791" h="9405" extrusionOk="0">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9" name="Google Shape;8589;p74"/>
          <p:cNvGrpSpPr/>
          <p:nvPr/>
        </p:nvGrpSpPr>
        <p:grpSpPr>
          <a:xfrm>
            <a:off x="7087217" y="1503602"/>
            <a:ext cx="362398" cy="356163"/>
            <a:chOff x="7087217" y="1503602"/>
            <a:chExt cx="362398" cy="356163"/>
          </a:xfrm>
        </p:grpSpPr>
        <p:sp>
          <p:nvSpPr>
            <p:cNvPr id="8590" name="Google Shape;8590;p74"/>
            <p:cNvSpPr/>
            <p:nvPr/>
          </p:nvSpPr>
          <p:spPr>
            <a:xfrm>
              <a:off x="7087217" y="1503602"/>
              <a:ext cx="362398" cy="356163"/>
            </a:xfrm>
            <a:custGeom>
              <a:avLst/>
              <a:gdLst/>
              <a:ahLst/>
              <a:cxnLst/>
              <a:rect l="l" t="t" r="r" b="b"/>
              <a:pathLst>
                <a:path w="13832" h="13594" extrusionOk="0">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74"/>
            <p:cNvSpPr/>
            <p:nvPr/>
          </p:nvSpPr>
          <p:spPr>
            <a:xfrm>
              <a:off x="7140953" y="1772833"/>
              <a:ext cx="23135" cy="19781"/>
            </a:xfrm>
            <a:custGeom>
              <a:avLst/>
              <a:gdLst/>
              <a:ahLst/>
              <a:cxnLst/>
              <a:rect l="l" t="t" r="r" b="b"/>
              <a:pathLst>
                <a:path w="883" h="755" extrusionOk="0">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74"/>
            <p:cNvSpPr/>
            <p:nvPr/>
          </p:nvSpPr>
          <p:spPr>
            <a:xfrm>
              <a:off x="7278818" y="1541277"/>
              <a:ext cx="23135" cy="19912"/>
            </a:xfrm>
            <a:custGeom>
              <a:avLst/>
              <a:gdLst/>
              <a:ahLst/>
              <a:cxnLst/>
              <a:rect l="l" t="t" r="r" b="b"/>
              <a:pathLst>
                <a:path w="883" h="760" extrusionOk="0">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74"/>
            <p:cNvSpPr/>
            <p:nvPr/>
          </p:nvSpPr>
          <p:spPr>
            <a:xfrm>
              <a:off x="7322781" y="1635204"/>
              <a:ext cx="23108" cy="19781"/>
            </a:xfrm>
            <a:custGeom>
              <a:avLst/>
              <a:gdLst/>
              <a:ahLst/>
              <a:cxnLst/>
              <a:rect l="l" t="t" r="r" b="b"/>
              <a:pathLst>
                <a:path w="882" h="755" extrusionOk="0">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74"/>
            <p:cNvSpPr/>
            <p:nvPr/>
          </p:nvSpPr>
          <p:spPr>
            <a:xfrm>
              <a:off x="7258722" y="1616367"/>
              <a:ext cx="23397" cy="19781"/>
            </a:xfrm>
            <a:custGeom>
              <a:avLst/>
              <a:gdLst/>
              <a:ahLst/>
              <a:cxnLst/>
              <a:rect l="l" t="t" r="r" b="b"/>
              <a:pathLst>
                <a:path w="893" h="755" extrusionOk="0">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74"/>
            <p:cNvSpPr/>
            <p:nvPr/>
          </p:nvSpPr>
          <p:spPr>
            <a:xfrm>
              <a:off x="7231370" y="1692713"/>
              <a:ext cx="23108" cy="19912"/>
            </a:xfrm>
            <a:custGeom>
              <a:avLst/>
              <a:gdLst/>
              <a:ahLst/>
              <a:cxnLst/>
              <a:rect l="l" t="t" r="r" b="b"/>
              <a:pathLst>
                <a:path w="882" h="760" extrusionOk="0">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74"/>
            <p:cNvSpPr/>
            <p:nvPr/>
          </p:nvSpPr>
          <p:spPr>
            <a:xfrm>
              <a:off x="7399626" y="1590009"/>
              <a:ext cx="23135" cy="19833"/>
            </a:xfrm>
            <a:custGeom>
              <a:avLst/>
              <a:gdLst/>
              <a:ahLst/>
              <a:cxnLst/>
              <a:rect l="l" t="t" r="r" b="b"/>
              <a:pathLst>
                <a:path w="883" h="757" extrusionOk="0">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74"/>
            <p:cNvSpPr/>
            <p:nvPr/>
          </p:nvSpPr>
          <p:spPr>
            <a:xfrm>
              <a:off x="7108806" y="1792431"/>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74"/>
            <p:cNvSpPr/>
            <p:nvPr/>
          </p:nvSpPr>
          <p:spPr>
            <a:xfrm>
              <a:off x="7128639" y="1823320"/>
              <a:ext cx="23135" cy="19755"/>
            </a:xfrm>
            <a:custGeom>
              <a:avLst/>
              <a:gdLst/>
              <a:ahLst/>
              <a:cxnLst/>
              <a:rect l="l" t="t" r="r" b="b"/>
              <a:pathLst>
                <a:path w="883" h="754" extrusionOk="0">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74"/>
            <p:cNvSpPr/>
            <p:nvPr/>
          </p:nvSpPr>
          <p:spPr>
            <a:xfrm>
              <a:off x="7129635" y="1561137"/>
              <a:ext cx="319981" cy="298628"/>
            </a:xfrm>
            <a:custGeom>
              <a:avLst/>
              <a:gdLst/>
              <a:ahLst/>
              <a:cxnLst/>
              <a:rect l="l" t="t" r="r" b="b"/>
              <a:pathLst>
                <a:path w="12213" h="11398" extrusionOk="0">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74"/>
            <p:cNvSpPr/>
            <p:nvPr/>
          </p:nvSpPr>
          <p:spPr>
            <a:xfrm>
              <a:off x="7117583" y="1646523"/>
              <a:ext cx="107027" cy="112162"/>
            </a:xfrm>
            <a:custGeom>
              <a:avLst/>
              <a:gdLst/>
              <a:ahLst/>
              <a:cxnLst/>
              <a:rect l="l" t="t" r="r" b="b"/>
              <a:pathLst>
                <a:path w="4085" h="4281" extrusionOk="0">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74"/>
            <p:cNvSpPr/>
            <p:nvPr/>
          </p:nvSpPr>
          <p:spPr>
            <a:xfrm>
              <a:off x="7117347" y="1646523"/>
              <a:ext cx="107499" cy="112057"/>
            </a:xfrm>
            <a:custGeom>
              <a:avLst/>
              <a:gdLst/>
              <a:ahLst/>
              <a:cxnLst/>
              <a:rect l="l" t="t" r="r" b="b"/>
              <a:pathLst>
                <a:path w="4103" h="4277" extrusionOk="0">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74"/>
            <p:cNvSpPr/>
            <p:nvPr/>
          </p:nvSpPr>
          <p:spPr>
            <a:xfrm>
              <a:off x="7136421" y="1769322"/>
              <a:ext cx="23135" cy="19912"/>
            </a:xfrm>
            <a:custGeom>
              <a:avLst/>
              <a:gdLst/>
              <a:ahLst/>
              <a:cxnLst/>
              <a:rect l="l" t="t" r="r" b="b"/>
              <a:pathLst>
                <a:path w="883" h="760" extrusionOk="0">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74"/>
            <p:cNvSpPr/>
            <p:nvPr/>
          </p:nvSpPr>
          <p:spPr>
            <a:xfrm>
              <a:off x="7274311" y="1538029"/>
              <a:ext cx="23108" cy="19833"/>
            </a:xfrm>
            <a:custGeom>
              <a:avLst/>
              <a:gdLst/>
              <a:ahLst/>
              <a:cxnLst/>
              <a:rect l="l" t="t" r="r" b="b"/>
              <a:pathLst>
                <a:path w="882" h="757" extrusionOk="0">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74"/>
            <p:cNvSpPr/>
            <p:nvPr/>
          </p:nvSpPr>
          <p:spPr>
            <a:xfrm>
              <a:off x="7318249" y="1631956"/>
              <a:ext cx="23135" cy="19833"/>
            </a:xfrm>
            <a:custGeom>
              <a:avLst/>
              <a:gdLst/>
              <a:ahLst/>
              <a:cxnLst/>
              <a:rect l="l" t="t" r="r" b="b"/>
              <a:pathLst>
                <a:path w="883" h="757" extrusionOk="0">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74"/>
            <p:cNvSpPr/>
            <p:nvPr/>
          </p:nvSpPr>
          <p:spPr>
            <a:xfrm>
              <a:off x="7254216" y="1613118"/>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74"/>
            <p:cNvSpPr/>
            <p:nvPr/>
          </p:nvSpPr>
          <p:spPr>
            <a:xfrm>
              <a:off x="7226575" y="1689465"/>
              <a:ext cx="23397" cy="19833"/>
            </a:xfrm>
            <a:custGeom>
              <a:avLst/>
              <a:gdLst/>
              <a:ahLst/>
              <a:cxnLst/>
              <a:rect l="l" t="t" r="r" b="b"/>
              <a:pathLst>
                <a:path w="893" h="757" extrusionOk="0">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74"/>
            <p:cNvSpPr/>
            <p:nvPr/>
          </p:nvSpPr>
          <p:spPr>
            <a:xfrm>
              <a:off x="7395093" y="1586734"/>
              <a:ext cx="23135" cy="19833"/>
            </a:xfrm>
            <a:custGeom>
              <a:avLst/>
              <a:gdLst/>
              <a:ahLst/>
              <a:cxnLst/>
              <a:rect l="l" t="t" r="r" b="b"/>
              <a:pathLst>
                <a:path w="883" h="757" extrusionOk="0">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74"/>
            <p:cNvSpPr/>
            <p:nvPr/>
          </p:nvSpPr>
          <p:spPr>
            <a:xfrm>
              <a:off x="7104273" y="1789156"/>
              <a:ext cx="23135" cy="19912"/>
            </a:xfrm>
            <a:custGeom>
              <a:avLst/>
              <a:gdLst/>
              <a:ahLst/>
              <a:cxnLst/>
              <a:rect l="l" t="t" r="r" b="b"/>
              <a:pathLst>
                <a:path w="883" h="760" extrusionOk="0">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74"/>
            <p:cNvSpPr/>
            <p:nvPr/>
          </p:nvSpPr>
          <p:spPr>
            <a:xfrm>
              <a:off x="7124133" y="1820045"/>
              <a:ext cx="23108" cy="19781"/>
            </a:xfrm>
            <a:custGeom>
              <a:avLst/>
              <a:gdLst/>
              <a:ahLst/>
              <a:cxnLst/>
              <a:rect l="l" t="t" r="r" b="b"/>
              <a:pathLst>
                <a:path w="882" h="755" extrusionOk="0">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74"/>
            <p:cNvSpPr/>
            <p:nvPr/>
          </p:nvSpPr>
          <p:spPr>
            <a:xfrm>
              <a:off x="7159529" y="1730677"/>
              <a:ext cx="86670" cy="97438"/>
            </a:xfrm>
            <a:custGeom>
              <a:avLst/>
              <a:gdLst/>
              <a:ahLst/>
              <a:cxnLst/>
              <a:rect l="l" t="t" r="r" b="b"/>
              <a:pathLst>
                <a:path w="3308" h="3719" extrusionOk="0">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1" name="Google Shape;8611;p74"/>
          <p:cNvGrpSpPr/>
          <p:nvPr/>
        </p:nvGrpSpPr>
        <p:grpSpPr>
          <a:xfrm>
            <a:off x="7968952" y="1500877"/>
            <a:ext cx="378747" cy="361455"/>
            <a:chOff x="7968952" y="1500877"/>
            <a:chExt cx="378747" cy="361455"/>
          </a:xfrm>
        </p:grpSpPr>
        <p:sp>
          <p:nvSpPr>
            <p:cNvPr id="8612" name="Google Shape;8612;p74"/>
            <p:cNvSpPr/>
            <p:nvPr/>
          </p:nvSpPr>
          <p:spPr>
            <a:xfrm>
              <a:off x="8160579" y="1622393"/>
              <a:ext cx="52505" cy="51771"/>
            </a:xfrm>
            <a:custGeom>
              <a:avLst/>
              <a:gdLst/>
              <a:ahLst/>
              <a:cxnLst/>
              <a:rect l="l" t="t" r="r" b="b"/>
              <a:pathLst>
                <a:path w="2004" h="1976" extrusionOk="0">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74"/>
            <p:cNvSpPr/>
            <p:nvPr/>
          </p:nvSpPr>
          <p:spPr>
            <a:xfrm>
              <a:off x="8163592" y="1642750"/>
              <a:ext cx="49728" cy="31230"/>
            </a:xfrm>
            <a:custGeom>
              <a:avLst/>
              <a:gdLst/>
              <a:ahLst/>
              <a:cxnLst/>
              <a:rect l="l" t="t" r="r" b="b"/>
              <a:pathLst>
                <a:path w="1898" h="1192" extrusionOk="0">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74"/>
            <p:cNvSpPr/>
            <p:nvPr/>
          </p:nvSpPr>
          <p:spPr>
            <a:xfrm>
              <a:off x="7968952" y="1652549"/>
              <a:ext cx="215233" cy="209364"/>
            </a:xfrm>
            <a:custGeom>
              <a:avLst/>
              <a:gdLst/>
              <a:ahLst/>
              <a:cxnLst/>
              <a:rect l="l" t="t" r="r" b="b"/>
              <a:pathLst>
                <a:path w="8215" h="7991" extrusionOk="0">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74"/>
            <p:cNvSpPr/>
            <p:nvPr/>
          </p:nvSpPr>
          <p:spPr>
            <a:xfrm>
              <a:off x="8164587" y="1652287"/>
              <a:ext cx="9825" cy="10061"/>
            </a:xfrm>
            <a:custGeom>
              <a:avLst/>
              <a:gdLst/>
              <a:ahLst/>
              <a:cxnLst/>
              <a:rect l="l" t="t" r="r" b="b"/>
              <a:pathLst>
                <a:path w="375" h="384" extrusionOk="0">
                  <a:moveTo>
                    <a:pt x="374" y="384"/>
                  </a:moveTo>
                  <a:lnTo>
                    <a:pt x="0"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74"/>
            <p:cNvSpPr/>
            <p:nvPr/>
          </p:nvSpPr>
          <p:spPr>
            <a:xfrm>
              <a:off x="7972463" y="1662583"/>
              <a:ext cx="211722" cy="199565"/>
            </a:xfrm>
            <a:custGeom>
              <a:avLst/>
              <a:gdLst/>
              <a:ahLst/>
              <a:cxnLst/>
              <a:rect l="l" t="t" r="r" b="b"/>
              <a:pathLst>
                <a:path w="8081" h="7617" extrusionOk="0">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74"/>
            <p:cNvSpPr/>
            <p:nvPr/>
          </p:nvSpPr>
          <p:spPr>
            <a:xfrm>
              <a:off x="8167103" y="1502554"/>
              <a:ext cx="180597" cy="157750"/>
            </a:xfrm>
            <a:custGeom>
              <a:avLst/>
              <a:gdLst/>
              <a:ahLst/>
              <a:cxnLst/>
              <a:rect l="l" t="t" r="r" b="b"/>
              <a:pathLst>
                <a:path w="6893" h="6021" extrusionOk="0">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74"/>
            <p:cNvSpPr/>
            <p:nvPr/>
          </p:nvSpPr>
          <p:spPr>
            <a:xfrm>
              <a:off x="8187198" y="1506877"/>
              <a:ext cx="160501" cy="153427"/>
            </a:xfrm>
            <a:custGeom>
              <a:avLst/>
              <a:gdLst/>
              <a:ahLst/>
              <a:cxnLst/>
              <a:rect l="l" t="t" r="r" b="b"/>
              <a:pathLst>
                <a:path w="6126" h="5856" extrusionOk="0">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74"/>
            <p:cNvSpPr/>
            <p:nvPr/>
          </p:nvSpPr>
          <p:spPr>
            <a:xfrm>
              <a:off x="8073176" y="1500877"/>
              <a:ext cx="93193" cy="81430"/>
            </a:xfrm>
            <a:custGeom>
              <a:avLst/>
              <a:gdLst/>
              <a:ahLst/>
              <a:cxnLst/>
              <a:rect l="l" t="t" r="r" b="b"/>
              <a:pathLst>
                <a:path w="3557" h="3108" extrusionOk="0">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74"/>
            <p:cNvSpPr/>
            <p:nvPr/>
          </p:nvSpPr>
          <p:spPr>
            <a:xfrm>
              <a:off x="8081455" y="1501846"/>
              <a:ext cx="85176" cy="80696"/>
            </a:xfrm>
            <a:custGeom>
              <a:avLst/>
              <a:gdLst/>
              <a:ahLst/>
              <a:cxnLst/>
              <a:rect l="l" t="t" r="r" b="b"/>
              <a:pathLst>
                <a:path w="3251" h="3080" extrusionOk="0">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74"/>
            <p:cNvSpPr/>
            <p:nvPr/>
          </p:nvSpPr>
          <p:spPr>
            <a:xfrm>
              <a:off x="8069901" y="1562630"/>
              <a:ext cx="26907" cy="26593"/>
            </a:xfrm>
            <a:custGeom>
              <a:avLst/>
              <a:gdLst/>
              <a:ahLst/>
              <a:cxnLst/>
              <a:rect l="l" t="t" r="r" b="b"/>
              <a:pathLst>
                <a:path w="1027" h="1015" extrusionOk="0">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74"/>
            <p:cNvSpPr/>
            <p:nvPr/>
          </p:nvSpPr>
          <p:spPr>
            <a:xfrm>
              <a:off x="7970969" y="1578193"/>
              <a:ext cx="111009" cy="108337"/>
            </a:xfrm>
            <a:custGeom>
              <a:avLst/>
              <a:gdLst/>
              <a:ahLst/>
              <a:cxnLst/>
              <a:rect l="l" t="t" r="r" b="b"/>
              <a:pathLst>
                <a:path w="4237" h="4135" extrusionOk="0">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74"/>
            <p:cNvSpPr/>
            <p:nvPr/>
          </p:nvSpPr>
          <p:spPr>
            <a:xfrm>
              <a:off x="8247458" y="1676758"/>
              <a:ext cx="92958" cy="81534"/>
            </a:xfrm>
            <a:custGeom>
              <a:avLst/>
              <a:gdLst/>
              <a:ahLst/>
              <a:cxnLst/>
              <a:rect l="l" t="t" r="r" b="b"/>
              <a:pathLst>
                <a:path w="3548" h="3112" extrusionOk="0">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74"/>
            <p:cNvSpPr/>
            <p:nvPr/>
          </p:nvSpPr>
          <p:spPr>
            <a:xfrm>
              <a:off x="8255501" y="1677648"/>
              <a:ext cx="85150" cy="80460"/>
            </a:xfrm>
            <a:custGeom>
              <a:avLst/>
              <a:gdLst/>
              <a:ahLst/>
              <a:cxnLst/>
              <a:rect l="l" t="t" r="r" b="b"/>
              <a:pathLst>
                <a:path w="3250" h="3071" extrusionOk="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74"/>
            <p:cNvSpPr/>
            <p:nvPr/>
          </p:nvSpPr>
          <p:spPr>
            <a:xfrm>
              <a:off x="8244183" y="1738432"/>
              <a:ext cx="27169" cy="26776"/>
            </a:xfrm>
            <a:custGeom>
              <a:avLst/>
              <a:gdLst/>
              <a:ahLst/>
              <a:cxnLst/>
              <a:rect l="l" t="t" r="r" b="b"/>
              <a:pathLst>
                <a:path w="1037" h="1022" extrusionOk="0">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74"/>
            <p:cNvSpPr/>
            <p:nvPr/>
          </p:nvSpPr>
          <p:spPr>
            <a:xfrm>
              <a:off x="8145252" y="1753995"/>
              <a:ext cx="111036" cy="108337"/>
            </a:xfrm>
            <a:custGeom>
              <a:avLst/>
              <a:gdLst/>
              <a:ahLst/>
              <a:cxnLst/>
              <a:rect l="l" t="t" r="r" b="b"/>
              <a:pathLst>
                <a:path w="4238" h="4135" extrusionOk="0">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7" name="Google Shape;8627;p74"/>
          <p:cNvGrpSpPr/>
          <p:nvPr/>
        </p:nvGrpSpPr>
        <p:grpSpPr>
          <a:xfrm>
            <a:off x="5761445" y="1541723"/>
            <a:ext cx="362163" cy="279737"/>
            <a:chOff x="5761445" y="1541723"/>
            <a:chExt cx="362163" cy="279737"/>
          </a:xfrm>
        </p:grpSpPr>
        <p:sp>
          <p:nvSpPr>
            <p:cNvPr id="8628" name="Google Shape;8628;p74"/>
            <p:cNvSpPr/>
            <p:nvPr/>
          </p:nvSpPr>
          <p:spPr>
            <a:xfrm>
              <a:off x="5870699" y="1603371"/>
              <a:ext cx="64059" cy="218089"/>
            </a:xfrm>
            <a:custGeom>
              <a:avLst/>
              <a:gdLst/>
              <a:ahLst/>
              <a:cxnLst/>
              <a:rect l="l" t="t" r="r" b="b"/>
              <a:pathLst>
                <a:path w="2445" h="8324" extrusionOk="0">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74"/>
            <p:cNvSpPr/>
            <p:nvPr/>
          </p:nvSpPr>
          <p:spPr>
            <a:xfrm>
              <a:off x="5761445" y="1541723"/>
              <a:ext cx="139567" cy="223198"/>
            </a:xfrm>
            <a:custGeom>
              <a:avLst/>
              <a:gdLst/>
              <a:ahLst/>
              <a:cxnLst/>
              <a:rect l="l" t="t" r="r" b="b"/>
              <a:pathLst>
                <a:path w="5327" h="8519" extrusionOk="0">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74"/>
            <p:cNvSpPr/>
            <p:nvPr/>
          </p:nvSpPr>
          <p:spPr>
            <a:xfrm>
              <a:off x="5761707" y="1541854"/>
              <a:ext cx="83159" cy="222962"/>
            </a:xfrm>
            <a:custGeom>
              <a:avLst/>
              <a:gdLst/>
              <a:ahLst/>
              <a:cxnLst/>
              <a:rect l="l" t="t" r="r" b="b"/>
              <a:pathLst>
                <a:path w="3174" h="8510" extrusionOk="0">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74"/>
            <p:cNvSpPr/>
            <p:nvPr/>
          </p:nvSpPr>
          <p:spPr>
            <a:xfrm>
              <a:off x="5950059" y="1603371"/>
              <a:ext cx="64059" cy="218089"/>
            </a:xfrm>
            <a:custGeom>
              <a:avLst/>
              <a:gdLst/>
              <a:ahLst/>
              <a:cxnLst/>
              <a:rect l="l" t="t" r="r" b="b"/>
              <a:pathLst>
                <a:path w="2445" h="8324" extrusionOk="0">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74"/>
            <p:cNvSpPr/>
            <p:nvPr/>
          </p:nvSpPr>
          <p:spPr>
            <a:xfrm>
              <a:off x="5984040" y="1541723"/>
              <a:ext cx="139567" cy="223250"/>
            </a:xfrm>
            <a:custGeom>
              <a:avLst/>
              <a:gdLst/>
              <a:ahLst/>
              <a:cxnLst/>
              <a:rect l="l" t="t" r="r" b="b"/>
              <a:pathLst>
                <a:path w="5327" h="8521" extrusionOk="0">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74"/>
            <p:cNvSpPr/>
            <p:nvPr/>
          </p:nvSpPr>
          <p:spPr>
            <a:xfrm>
              <a:off x="6038955" y="1541959"/>
              <a:ext cx="84652" cy="223119"/>
            </a:xfrm>
            <a:custGeom>
              <a:avLst/>
              <a:gdLst/>
              <a:ahLst/>
              <a:cxnLst/>
              <a:rect l="l" t="t" r="r" b="b"/>
              <a:pathLst>
                <a:path w="3231" h="8516" extrusionOk="0">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4" name="Google Shape;8634;p74"/>
          <p:cNvGrpSpPr/>
          <p:nvPr/>
        </p:nvGrpSpPr>
        <p:grpSpPr>
          <a:xfrm>
            <a:off x="6204958" y="3355575"/>
            <a:ext cx="358390" cy="362320"/>
            <a:chOff x="6204958" y="3355575"/>
            <a:chExt cx="358390" cy="362320"/>
          </a:xfrm>
        </p:grpSpPr>
        <p:sp>
          <p:nvSpPr>
            <p:cNvPr id="8635" name="Google Shape;8635;p74"/>
            <p:cNvSpPr/>
            <p:nvPr/>
          </p:nvSpPr>
          <p:spPr>
            <a:xfrm>
              <a:off x="6204958" y="3355706"/>
              <a:ext cx="358154" cy="362189"/>
            </a:xfrm>
            <a:custGeom>
              <a:avLst/>
              <a:gdLst/>
              <a:ahLst/>
              <a:cxnLst/>
              <a:rect l="l" t="t" r="r" b="b"/>
              <a:pathLst>
                <a:path w="13670" h="13824" extrusionOk="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74"/>
            <p:cNvSpPr/>
            <p:nvPr/>
          </p:nvSpPr>
          <p:spPr>
            <a:xfrm>
              <a:off x="6253428" y="3355575"/>
              <a:ext cx="309920" cy="221442"/>
            </a:xfrm>
            <a:custGeom>
              <a:avLst/>
              <a:gdLst/>
              <a:ahLst/>
              <a:cxnLst/>
              <a:rect l="l" t="t" r="r" b="b"/>
              <a:pathLst>
                <a:path w="11829" h="8452" extrusionOk="0">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74"/>
            <p:cNvSpPr/>
            <p:nvPr/>
          </p:nvSpPr>
          <p:spPr>
            <a:xfrm>
              <a:off x="6225814" y="3425057"/>
              <a:ext cx="3537" cy="6550"/>
            </a:xfrm>
            <a:custGeom>
              <a:avLst/>
              <a:gdLst/>
              <a:ahLst/>
              <a:cxnLst/>
              <a:rect l="l" t="t" r="r" b="b"/>
              <a:pathLst>
                <a:path w="135" h="250" extrusionOk="0">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74"/>
            <p:cNvSpPr/>
            <p:nvPr/>
          </p:nvSpPr>
          <p:spPr>
            <a:xfrm>
              <a:off x="6367451" y="3577751"/>
              <a:ext cx="139148" cy="140144"/>
            </a:xfrm>
            <a:custGeom>
              <a:avLst/>
              <a:gdLst/>
              <a:ahLst/>
              <a:cxnLst/>
              <a:rect l="l" t="t" r="r" b="b"/>
              <a:pathLst>
                <a:path w="5311" h="5349" extrusionOk="0">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74"/>
            <p:cNvSpPr/>
            <p:nvPr/>
          </p:nvSpPr>
          <p:spPr>
            <a:xfrm>
              <a:off x="6460120" y="3595069"/>
              <a:ext cx="46479" cy="122328"/>
            </a:xfrm>
            <a:custGeom>
              <a:avLst/>
              <a:gdLst/>
              <a:ahLst/>
              <a:cxnLst/>
              <a:rect l="l" t="t" r="r" b="b"/>
              <a:pathLst>
                <a:path w="1774" h="4669" extrusionOk="0">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74"/>
            <p:cNvSpPr/>
            <p:nvPr/>
          </p:nvSpPr>
          <p:spPr>
            <a:xfrm>
              <a:off x="6419929" y="3572485"/>
              <a:ext cx="101997" cy="56513"/>
            </a:xfrm>
            <a:custGeom>
              <a:avLst/>
              <a:gdLst/>
              <a:ahLst/>
              <a:cxnLst/>
              <a:rect l="l" t="t" r="r" b="b"/>
              <a:pathLst>
                <a:path w="3893" h="2157" extrusionOk="0">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74"/>
            <p:cNvSpPr/>
            <p:nvPr/>
          </p:nvSpPr>
          <p:spPr>
            <a:xfrm>
              <a:off x="6426453" y="3572485"/>
              <a:ext cx="95211" cy="56513"/>
            </a:xfrm>
            <a:custGeom>
              <a:avLst/>
              <a:gdLst/>
              <a:ahLst/>
              <a:cxnLst/>
              <a:rect l="l" t="t" r="r" b="b"/>
              <a:pathLst>
                <a:path w="3634" h="2157" extrusionOk="0">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74"/>
            <p:cNvSpPr/>
            <p:nvPr/>
          </p:nvSpPr>
          <p:spPr>
            <a:xfrm>
              <a:off x="6381232" y="3407006"/>
              <a:ext cx="100503" cy="62277"/>
            </a:xfrm>
            <a:custGeom>
              <a:avLst/>
              <a:gdLst/>
              <a:ahLst/>
              <a:cxnLst/>
              <a:rect l="l" t="t" r="r" b="b"/>
              <a:pathLst>
                <a:path w="3836" h="2377" extrusionOk="0">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74"/>
            <p:cNvSpPr/>
            <p:nvPr/>
          </p:nvSpPr>
          <p:spPr>
            <a:xfrm>
              <a:off x="6255865" y="3454873"/>
              <a:ext cx="84259" cy="48811"/>
            </a:xfrm>
            <a:custGeom>
              <a:avLst/>
              <a:gdLst/>
              <a:ahLst/>
              <a:cxnLst/>
              <a:rect l="l" t="t" r="r" b="b"/>
              <a:pathLst>
                <a:path w="3216" h="1863" extrusionOk="0">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74"/>
            <p:cNvSpPr/>
            <p:nvPr/>
          </p:nvSpPr>
          <p:spPr>
            <a:xfrm>
              <a:off x="6422183" y="3506932"/>
              <a:ext cx="51273" cy="22637"/>
            </a:xfrm>
            <a:custGeom>
              <a:avLst/>
              <a:gdLst/>
              <a:ahLst/>
              <a:cxnLst/>
              <a:rect l="l" t="t" r="r" b="b"/>
              <a:pathLst>
                <a:path w="1957" h="864" extrusionOk="0">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74"/>
            <p:cNvSpPr/>
            <p:nvPr/>
          </p:nvSpPr>
          <p:spPr>
            <a:xfrm>
              <a:off x="6358621" y="3569236"/>
              <a:ext cx="52793" cy="23292"/>
            </a:xfrm>
            <a:custGeom>
              <a:avLst/>
              <a:gdLst/>
              <a:ahLst/>
              <a:cxnLst/>
              <a:rect l="l" t="t" r="r" b="b"/>
              <a:pathLst>
                <a:path w="2015" h="889" extrusionOk="0">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74"/>
            <p:cNvSpPr/>
            <p:nvPr/>
          </p:nvSpPr>
          <p:spPr>
            <a:xfrm>
              <a:off x="6345076" y="3480470"/>
              <a:ext cx="45509" cy="34532"/>
            </a:xfrm>
            <a:custGeom>
              <a:avLst/>
              <a:gdLst/>
              <a:ahLst/>
              <a:cxnLst/>
              <a:rect l="l" t="t" r="r" b="b"/>
              <a:pathLst>
                <a:path w="1737" h="1318" extrusionOk="0">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74"/>
            <p:cNvSpPr/>
            <p:nvPr/>
          </p:nvSpPr>
          <p:spPr>
            <a:xfrm>
              <a:off x="6278030" y="3534285"/>
              <a:ext cx="15353" cy="32933"/>
            </a:xfrm>
            <a:custGeom>
              <a:avLst/>
              <a:gdLst/>
              <a:ahLst/>
              <a:cxnLst/>
              <a:rect l="l" t="t" r="r" b="b"/>
              <a:pathLst>
                <a:path w="586" h="1257" extrusionOk="0">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74"/>
            <p:cNvSpPr/>
            <p:nvPr/>
          </p:nvSpPr>
          <p:spPr>
            <a:xfrm>
              <a:off x="6325767" y="3362911"/>
              <a:ext cx="20672" cy="25519"/>
            </a:xfrm>
            <a:custGeom>
              <a:avLst/>
              <a:gdLst/>
              <a:ahLst/>
              <a:cxnLst/>
              <a:rect l="l" t="t" r="r" b="b"/>
              <a:pathLst>
                <a:path w="789" h="974" extrusionOk="0">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74"/>
            <p:cNvSpPr/>
            <p:nvPr/>
          </p:nvSpPr>
          <p:spPr>
            <a:xfrm>
              <a:off x="6305042" y="3381146"/>
              <a:ext cx="50880" cy="19205"/>
            </a:xfrm>
            <a:custGeom>
              <a:avLst/>
              <a:gdLst/>
              <a:ahLst/>
              <a:cxnLst/>
              <a:rect l="l" t="t" r="r" b="b"/>
              <a:pathLst>
                <a:path w="1942" h="733" extrusionOk="0">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74"/>
            <p:cNvSpPr/>
            <p:nvPr/>
          </p:nvSpPr>
          <p:spPr>
            <a:xfrm>
              <a:off x="6526275" y="3501037"/>
              <a:ext cx="29056" cy="37309"/>
            </a:xfrm>
            <a:custGeom>
              <a:avLst/>
              <a:gdLst/>
              <a:ahLst/>
              <a:cxnLst/>
              <a:rect l="l" t="t" r="r" b="b"/>
              <a:pathLst>
                <a:path w="1109" h="1424" extrusionOk="0">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1" name="Google Shape;8651;p74"/>
          <p:cNvGrpSpPr/>
          <p:nvPr/>
        </p:nvGrpSpPr>
        <p:grpSpPr>
          <a:xfrm>
            <a:off x="4939970" y="1499855"/>
            <a:ext cx="242979" cy="362660"/>
            <a:chOff x="4939970" y="1499855"/>
            <a:chExt cx="242979" cy="362660"/>
          </a:xfrm>
        </p:grpSpPr>
        <p:sp>
          <p:nvSpPr>
            <p:cNvPr id="8652" name="Google Shape;8652;p74"/>
            <p:cNvSpPr/>
            <p:nvPr/>
          </p:nvSpPr>
          <p:spPr>
            <a:xfrm>
              <a:off x="4992973" y="1499855"/>
              <a:ext cx="43728" cy="120075"/>
            </a:xfrm>
            <a:custGeom>
              <a:avLst/>
              <a:gdLst/>
              <a:ahLst/>
              <a:cxnLst/>
              <a:rect l="l" t="t" r="r" b="b"/>
              <a:pathLst>
                <a:path w="1669" h="4583" extrusionOk="0">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74"/>
            <p:cNvSpPr/>
            <p:nvPr/>
          </p:nvSpPr>
          <p:spPr>
            <a:xfrm>
              <a:off x="4993470" y="1584979"/>
              <a:ext cx="42732" cy="34951"/>
            </a:xfrm>
            <a:custGeom>
              <a:avLst/>
              <a:gdLst/>
              <a:ahLst/>
              <a:cxnLst/>
              <a:rect l="l" t="t" r="r" b="b"/>
              <a:pathLst>
                <a:path w="1631" h="1334" extrusionOk="0">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74"/>
            <p:cNvSpPr/>
            <p:nvPr/>
          </p:nvSpPr>
          <p:spPr>
            <a:xfrm>
              <a:off x="4939970" y="1536588"/>
              <a:ext cx="203207" cy="325928"/>
            </a:xfrm>
            <a:custGeom>
              <a:avLst/>
              <a:gdLst/>
              <a:ahLst/>
              <a:cxnLst/>
              <a:rect l="l" t="t" r="r" b="b"/>
              <a:pathLst>
                <a:path w="7756" h="12440" extrusionOk="0">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74"/>
            <p:cNvSpPr/>
            <p:nvPr/>
          </p:nvSpPr>
          <p:spPr>
            <a:xfrm>
              <a:off x="5033163" y="1662321"/>
              <a:ext cx="149785" cy="191155"/>
            </a:xfrm>
            <a:custGeom>
              <a:avLst/>
              <a:gdLst/>
              <a:ahLst/>
              <a:cxnLst/>
              <a:rect l="l" t="t" r="r" b="b"/>
              <a:pathLst>
                <a:path w="5717" h="7296" extrusionOk="0">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74"/>
            <p:cNvSpPr/>
            <p:nvPr/>
          </p:nvSpPr>
          <p:spPr>
            <a:xfrm>
              <a:off x="5033399" y="1662321"/>
              <a:ext cx="25388" cy="27667"/>
            </a:xfrm>
            <a:custGeom>
              <a:avLst/>
              <a:gdLst/>
              <a:ahLst/>
              <a:cxnLst/>
              <a:rect l="l" t="t" r="r" b="b"/>
              <a:pathLst>
                <a:path w="969" h="1056" extrusionOk="0">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74"/>
            <p:cNvSpPr/>
            <p:nvPr/>
          </p:nvSpPr>
          <p:spPr>
            <a:xfrm>
              <a:off x="5006780" y="1626427"/>
              <a:ext cx="30680" cy="26279"/>
            </a:xfrm>
            <a:custGeom>
              <a:avLst/>
              <a:gdLst/>
              <a:ahLst/>
              <a:cxnLst/>
              <a:rect l="l" t="t" r="r" b="b"/>
              <a:pathLst>
                <a:path w="1171" h="1003" extrusionOk="0">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8" name="Google Shape;8658;p74"/>
          <p:cNvGrpSpPr/>
          <p:nvPr/>
        </p:nvGrpSpPr>
        <p:grpSpPr>
          <a:xfrm>
            <a:off x="8023448" y="3355496"/>
            <a:ext cx="284322" cy="362163"/>
            <a:chOff x="8023448" y="3355496"/>
            <a:chExt cx="284322" cy="362163"/>
          </a:xfrm>
        </p:grpSpPr>
        <p:sp>
          <p:nvSpPr>
            <p:cNvPr id="8659" name="Google Shape;8659;p74"/>
            <p:cNvSpPr/>
            <p:nvPr/>
          </p:nvSpPr>
          <p:spPr>
            <a:xfrm>
              <a:off x="8023448" y="3372815"/>
              <a:ext cx="284322" cy="344844"/>
            </a:xfrm>
            <a:custGeom>
              <a:avLst/>
              <a:gdLst/>
              <a:ahLst/>
              <a:cxnLst/>
              <a:rect l="l" t="t" r="r" b="b"/>
              <a:pathLst>
                <a:path w="10852" h="13162" extrusionOk="0">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74"/>
            <p:cNvSpPr/>
            <p:nvPr/>
          </p:nvSpPr>
          <p:spPr>
            <a:xfrm>
              <a:off x="8241930" y="3373077"/>
              <a:ext cx="65841" cy="344582"/>
            </a:xfrm>
            <a:custGeom>
              <a:avLst/>
              <a:gdLst/>
              <a:ahLst/>
              <a:cxnLst/>
              <a:rect l="l" t="t" r="r" b="b"/>
              <a:pathLst>
                <a:path w="2513" h="13152" extrusionOk="0">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74"/>
            <p:cNvSpPr/>
            <p:nvPr/>
          </p:nvSpPr>
          <p:spPr>
            <a:xfrm>
              <a:off x="8058111" y="3373077"/>
              <a:ext cx="214997" cy="312435"/>
            </a:xfrm>
            <a:custGeom>
              <a:avLst/>
              <a:gdLst/>
              <a:ahLst/>
              <a:cxnLst/>
              <a:rect l="l" t="t" r="r" b="b"/>
              <a:pathLst>
                <a:path w="8206" h="11925" extrusionOk="0">
                  <a:moveTo>
                    <a:pt x="0" y="0"/>
                  </a:moveTo>
                  <a:lnTo>
                    <a:pt x="0" y="11925"/>
                  </a:lnTo>
                  <a:lnTo>
                    <a:pt x="8205" y="11925"/>
                  </a:lnTo>
                  <a:lnTo>
                    <a:pt x="8205" y="0"/>
                  </a:ln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74"/>
            <p:cNvSpPr/>
            <p:nvPr/>
          </p:nvSpPr>
          <p:spPr>
            <a:xfrm>
              <a:off x="8058346" y="3373077"/>
              <a:ext cx="214761" cy="312435"/>
            </a:xfrm>
            <a:custGeom>
              <a:avLst/>
              <a:gdLst/>
              <a:ahLst/>
              <a:cxnLst/>
              <a:rect l="l" t="t" r="r" b="b"/>
              <a:pathLst>
                <a:path w="8197" h="11925" extrusionOk="0">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74"/>
            <p:cNvSpPr/>
            <p:nvPr/>
          </p:nvSpPr>
          <p:spPr>
            <a:xfrm>
              <a:off x="8092013" y="3355496"/>
              <a:ext cx="147427" cy="72338"/>
            </a:xfrm>
            <a:custGeom>
              <a:avLst/>
              <a:gdLst/>
              <a:ahLst/>
              <a:cxnLst/>
              <a:rect l="l" t="t" r="r" b="b"/>
              <a:pathLst>
                <a:path w="5627" h="2761" extrusionOk="0">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74"/>
            <p:cNvSpPr/>
            <p:nvPr/>
          </p:nvSpPr>
          <p:spPr>
            <a:xfrm>
              <a:off x="8162570" y="3355496"/>
              <a:ext cx="76871" cy="72102"/>
            </a:xfrm>
            <a:custGeom>
              <a:avLst/>
              <a:gdLst/>
              <a:ahLst/>
              <a:cxnLst/>
              <a:rect l="l" t="t" r="r" b="b"/>
              <a:pathLst>
                <a:path w="2934" h="2752" extrusionOk="0">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74"/>
            <p:cNvSpPr/>
            <p:nvPr/>
          </p:nvSpPr>
          <p:spPr>
            <a:xfrm>
              <a:off x="8090992" y="3448402"/>
              <a:ext cx="147454" cy="103516"/>
            </a:xfrm>
            <a:custGeom>
              <a:avLst/>
              <a:gdLst/>
              <a:ahLst/>
              <a:cxnLst/>
              <a:rect l="l" t="t" r="r" b="b"/>
              <a:pathLst>
                <a:path w="5628" h="3951" extrusionOk="0">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74"/>
            <p:cNvSpPr/>
            <p:nvPr/>
          </p:nvSpPr>
          <p:spPr>
            <a:xfrm>
              <a:off x="8091254" y="3588310"/>
              <a:ext cx="148947" cy="10559"/>
            </a:xfrm>
            <a:custGeom>
              <a:avLst/>
              <a:gdLst/>
              <a:ahLst/>
              <a:cxnLst/>
              <a:rect l="l" t="t" r="r" b="b"/>
              <a:pathLst>
                <a:path w="5685" h="403" extrusionOk="0">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74"/>
            <p:cNvSpPr/>
            <p:nvPr/>
          </p:nvSpPr>
          <p:spPr>
            <a:xfrm>
              <a:off x="8091254" y="3634998"/>
              <a:ext cx="148947" cy="10585"/>
            </a:xfrm>
            <a:custGeom>
              <a:avLst/>
              <a:gdLst/>
              <a:ahLst/>
              <a:cxnLst/>
              <a:rect l="l" t="t" r="r" b="b"/>
              <a:pathLst>
                <a:path w="5685" h="404" extrusionOk="0">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8" name="Google Shape;8668;p74"/>
          <p:cNvGrpSpPr/>
          <p:nvPr/>
        </p:nvGrpSpPr>
        <p:grpSpPr>
          <a:xfrm>
            <a:off x="6644201" y="3355496"/>
            <a:ext cx="366695" cy="361979"/>
            <a:chOff x="6644201" y="3355496"/>
            <a:chExt cx="366695" cy="361979"/>
          </a:xfrm>
        </p:grpSpPr>
        <p:sp>
          <p:nvSpPr>
            <p:cNvPr id="8669" name="Google Shape;8669;p74"/>
            <p:cNvSpPr/>
            <p:nvPr/>
          </p:nvSpPr>
          <p:spPr>
            <a:xfrm>
              <a:off x="6824274" y="3378421"/>
              <a:ext cx="11056" cy="52190"/>
            </a:xfrm>
            <a:custGeom>
              <a:avLst/>
              <a:gdLst/>
              <a:ahLst/>
              <a:cxnLst/>
              <a:rect l="l" t="t" r="r" b="b"/>
              <a:pathLst>
                <a:path w="422" h="1992" extrusionOk="0">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74"/>
            <p:cNvSpPr/>
            <p:nvPr/>
          </p:nvSpPr>
          <p:spPr>
            <a:xfrm>
              <a:off x="6904944" y="3402709"/>
              <a:ext cx="60994" cy="56802"/>
            </a:xfrm>
            <a:custGeom>
              <a:avLst/>
              <a:gdLst/>
              <a:ahLst/>
              <a:cxnLst/>
              <a:rect l="l" t="t" r="r" b="b"/>
              <a:pathLst>
                <a:path w="2328" h="2168" extrusionOk="0">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74"/>
            <p:cNvSpPr/>
            <p:nvPr/>
          </p:nvSpPr>
          <p:spPr>
            <a:xfrm>
              <a:off x="6942541" y="3531036"/>
              <a:ext cx="47239" cy="10821"/>
            </a:xfrm>
            <a:custGeom>
              <a:avLst/>
              <a:gdLst/>
              <a:ahLst/>
              <a:cxnLst/>
              <a:rect l="l" t="t" r="r" b="b"/>
              <a:pathLst>
                <a:path w="1803" h="413" extrusionOk="0">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74"/>
            <p:cNvSpPr/>
            <p:nvPr/>
          </p:nvSpPr>
          <p:spPr>
            <a:xfrm>
              <a:off x="6927397" y="3636518"/>
              <a:ext cx="30759" cy="26645"/>
            </a:xfrm>
            <a:custGeom>
              <a:avLst/>
              <a:gdLst/>
              <a:ahLst/>
              <a:cxnLst/>
              <a:rect l="l" t="t" r="r" b="b"/>
              <a:pathLst>
                <a:path w="1174" h="1017" extrusionOk="0">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74"/>
            <p:cNvSpPr/>
            <p:nvPr/>
          </p:nvSpPr>
          <p:spPr>
            <a:xfrm>
              <a:off x="6905049" y="3614169"/>
              <a:ext cx="23973" cy="21117"/>
            </a:xfrm>
            <a:custGeom>
              <a:avLst/>
              <a:gdLst/>
              <a:ahLst/>
              <a:cxnLst/>
              <a:rect l="l" t="t" r="r" b="b"/>
              <a:pathLst>
                <a:path w="915" h="806" extrusionOk="0">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74"/>
            <p:cNvSpPr/>
            <p:nvPr/>
          </p:nvSpPr>
          <p:spPr>
            <a:xfrm>
              <a:off x="6824274" y="3642360"/>
              <a:ext cx="11056" cy="52190"/>
            </a:xfrm>
            <a:custGeom>
              <a:avLst/>
              <a:gdLst/>
              <a:ahLst/>
              <a:cxnLst/>
              <a:rect l="l" t="t" r="r" b="b"/>
              <a:pathLst>
                <a:path w="422" h="1992" extrusionOk="0">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74"/>
            <p:cNvSpPr/>
            <p:nvPr/>
          </p:nvSpPr>
          <p:spPr>
            <a:xfrm>
              <a:off x="6715780" y="3612754"/>
              <a:ext cx="40034" cy="37099"/>
            </a:xfrm>
            <a:custGeom>
              <a:avLst/>
              <a:gdLst/>
              <a:ahLst/>
              <a:cxnLst/>
              <a:rect l="l" t="t" r="r" b="b"/>
              <a:pathLst>
                <a:path w="1528" h="1416" extrusionOk="0">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74"/>
            <p:cNvSpPr/>
            <p:nvPr/>
          </p:nvSpPr>
          <p:spPr>
            <a:xfrm>
              <a:off x="6669825" y="3531036"/>
              <a:ext cx="47239" cy="10821"/>
            </a:xfrm>
            <a:custGeom>
              <a:avLst/>
              <a:gdLst/>
              <a:ahLst/>
              <a:cxnLst/>
              <a:rect l="l" t="t" r="r" b="b"/>
              <a:pathLst>
                <a:path w="1803" h="413" extrusionOk="0">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74"/>
            <p:cNvSpPr/>
            <p:nvPr/>
          </p:nvSpPr>
          <p:spPr>
            <a:xfrm>
              <a:off x="6700924" y="3410097"/>
              <a:ext cx="54548" cy="50409"/>
            </a:xfrm>
            <a:custGeom>
              <a:avLst/>
              <a:gdLst/>
              <a:ahLst/>
              <a:cxnLst/>
              <a:rect l="l" t="t" r="r" b="b"/>
              <a:pathLst>
                <a:path w="2082" h="1924" extrusionOk="0">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74"/>
            <p:cNvSpPr/>
            <p:nvPr/>
          </p:nvSpPr>
          <p:spPr>
            <a:xfrm>
              <a:off x="6709492" y="3418953"/>
              <a:ext cx="240621" cy="234988"/>
            </a:xfrm>
            <a:custGeom>
              <a:avLst/>
              <a:gdLst/>
              <a:ahLst/>
              <a:cxnLst/>
              <a:rect l="l" t="t" r="r" b="b"/>
              <a:pathLst>
                <a:path w="9184" h="8969" extrusionOk="0">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74"/>
            <p:cNvSpPr/>
            <p:nvPr/>
          </p:nvSpPr>
          <p:spPr>
            <a:xfrm>
              <a:off x="6749683" y="3436114"/>
              <a:ext cx="200430" cy="218010"/>
            </a:xfrm>
            <a:custGeom>
              <a:avLst/>
              <a:gdLst/>
              <a:ahLst/>
              <a:cxnLst/>
              <a:rect l="l" t="t" r="r" b="b"/>
              <a:pathLst>
                <a:path w="7650" h="8321" extrusionOk="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74"/>
            <p:cNvSpPr/>
            <p:nvPr/>
          </p:nvSpPr>
          <p:spPr>
            <a:xfrm>
              <a:off x="6774049" y="3464226"/>
              <a:ext cx="33169" cy="28244"/>
            </a:xfrm>
            <a:custGeom>
              <a:avLst/>
              <a:gdLst/>
              <a:ahLst/>
              <a:cxnLst/>
              <a:rect l="l" t="t" r="r" b="b"/>
              <a:pathLst>
                <a:path w="1266" h="1078" extrusionOk="0">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74"/>
            <p:cNvSpPr/>
            <p:nvPr/>
          </p:nvSpPr>
          <p:spPr>
            <a:xfrm>
              <a:off x="6810964" y="3355496"/>
              <a:ext cx="33169" cy="28479"/>
            </a:xfrm>
            <a:custGeom>
              <a:avLst/>
              <a:gdLst/>
              <a:ahLst/>
              <a:cxnLst/>
              <a:rect l="l" t="t" r="r" b="b"/>
              <a:pathLst>
                <a:path w="1266" h="1087" extrusionOk="0">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74"/>
            <p:cNvSpPr/>
            <p:nvPr/>
          </p:nvSpPr>
          <p:spPr>
            <a:xfrm>
              <a:off x="6866194" y="3511203"/>
              <a:ext cx="33195" cy="28401"/>
            </a:xfrm>
            <a:custGeom>
              <a:avLst/>
              <a:gdLst/>
              <a:ahLst/>
              <a:cxnLst/>
              <a:rect l="l" t="t" r="r" b="b"/>
              <a:pathLst>
                <a:path w="1267" h="1084" extrusionOk="0">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74"/>
            <p:cNvSpPr/>
            <p:nvPr/>
          </p:nvSpPr>
          <p:spPr>
            <a:xfrm>
              <a:off x="6762992" y="3556896"/>
              <a:ext cx="52505" cy="44828"/>
            </a:xfrm>
            <a:custGeom>
              <a:avLst/>
              <a:gdLst/>
              <a:ahLst/>
              <a:cxnLst/>
              <a:rect l="l" t="t" r="r" b="b"/>
              <a:pathLst>
                <a:path w="2004" h="1711" extrusionOk="0">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74"/>
            <p:cNvSpPr/>
            <p:nvPr/>
          </p:nvSpPr>
          <p:spPr>
            <a:xfrm>
              <a:off x="6953859" y="3377426"/>
              <a:ext cx="36680" cy="35003"/>
            </a:xfrm>
            <a:custGeom>
              <a:avLst/>
              <a:gdLst/>
              <a:ahLst/>
              <a:cxnLst/>
              <a:rect l="l" t="t" r="r" b="b"/>
              <a:pathLst>
                <a:path w="1400" h="1336" extrusionOk="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74"/>
            <p:cNvSpPr/>
            <p:nvPr/>
          </p:nvSpPr>
          <p:spPr>
            <a:xfrm>
              <a:off x="6977701" y="3522259"/>
              <a:ext cx="33195" cy="28479"/>
            </a:xfrm>
            <a:custGeom>
              <a:avLst/>
              <a:gdLst/>
              <a:ahLst/>
              <a:cxnLst/>
              <a:rect l="l" t="t" r="r" b="b"/>
              <a:pathLst>
                <a:path w="1267" h="1087" extrusionOk="0">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74"/>
            <p:cNvSpPr/>
            <p:nvPr/>
          </p:nvSpPr>
          <p:spPr>
            <a:xfrm>
              <a:off x="6945816" y="3652473"/>
              <a:ext cx="38462" cy="36680"/>
            </a:xfrm>
            <a:custGeom>
              <a:avLst/>
              <a:gdLst/>
              <a:ahLst/>
              <a:cxnLst/>
              <a:rect l="l" t="t" r="r" b="b"/>
              <a:pathLst>
                <a:path w="1468" h="1400" extrusionOk="0">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74"/>
            <p:cNvSpPr/>
            <p:nvPr/>
          </p:nvSpPr>
          <p:spPr>
            <a:xfrm>
              <a:off x="6810964" y="3688996"/>
              <a:ext cx="33169" cy="28479"/>
            </a:xfrm>
            <a:custGeom>
              <a:avLst/>
              <a:gdLst/>
              <a:ahLst/>
              <a:cxnLst/>
              <a:rect l="l" t="t" r="r" b="b"/>
              <a:pathLst>
                <a:path w="1266" h="1087" extrusionOk="0">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74"/>
            <p:cNvSpPr/>
            <p:nvPr/>
          </p:nvSpPr>
          <p:spPr>
            <a:xfrm>
              <a:off x="6697702" y="3640212"/>
              <a:ext cx="29894" cy="28479"/>
            </a:xfrm>
            <a:custGeom>
              <a:avLst/>
              <a:gdLst/>
              <a:ahLst/>
              <a:cxnLst/>
              <a:rect l="l" t="t" r="r" b="b"/>
              <a:pathLst>
                <a:path w="1141" h="1087" extrusionOk="0">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74"/>
            <p:cNvSpPr/>
            <p:nvPr/>
          </p:nvSpPr>
          <p:spPr>
            <a:xfrm>
              <a:off x="6644201" y="3522259"/>
              <a:ext cx="33169" cy="28479"/>
            </a:xfrm>
            <a:custGeom>
              <a:avLst/>
              <a:gdLst/>
              <a:ahLst/>
              <a:cxnLst/>
              <a:rect l="l" t="t" r="r" b="b"/>
              <a:pathLst>
                <a:path w="1266" h="1087" extrusionOk="0">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74"/>
            <p:cNvSpPr/>
            <p:nvPr/>
          </p:nvSpPr>
          <p:spPr>
            <a:xfrm>
              <a:off x="6676349" y="3383242"/>
              <a:ext cx="39457" cy="37754"/>
            </a:xfrm>
            <a:custGeom>
              <a:avLst/>
              <a:gdLst/>
              <a:ahLst/>
              <a:cxnLst/>
              <a:rect l="l" t="t" r="r" b="b"/>
              <a:pathLst>
                <a:path w="1506" h="1441" extrusionOk="0">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1" name="Google Shape;8691;p74"/>
          <p:cNvGrpSpPr/>
          <p:nvPr/>
        </p:nvGrpSpPr>
        <p:grpSpPr>
          <a:xfrm>
            <a:off x="7955145" y="2019192"/>
            <a:ext cx="365176" cy="271013"/>
            <a:chOff x="7955145" y="2019192"/>
            <a:chExt cx="365176" cy="271013"/>
          </a:xfrm>
        </p:grpSpPr>
        <p:sp>
          <p:nvSpPr>
            <p:cNvPr id="8692" name="Google Shape;8692;p74"/>
            <p:cNvSpPr/>
            <p:nvPr/>
          </p:nvSpPr>
          <p:spPr>
            <a:xfrm>
              <a:off x="7977729" y="2019192"/>
              <a:ext cx="320243" cy="271013"/>
            </a:xfrm>
            <a:custGeom>
              <a:avLst/>
              <a:gdLst/>
              <a:ahLst/>
              <a:cxnLst/>
              <a:rect l="l" t="t" r="r" b="b"/>
              <a:pathLst>
                <a:path w="12223" h="10344" extrusionOk="0">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74"/>
            <p:cNvSpPr/>
            <p:nvPr/>
          </p:nvSpPr>
          <p:spPr>
            <a:xfrm>
              <a:off x="8084468" y="2023226"/>
              <a:ext cx="213504" cy="266978"/>
            </a:xfrm>
            <a:custGeom>
              <a:avLst/>
              <a:gdLst/>
              <a:ahLst/>
              <a:cxnLst/>
              <a:rect l="l" t="t" r="r" b="b"/>
              <a:pathLst>
                <a:path w="8149" h="10190" extrusionOk="0">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74"/>
            <p:cNvSpPr/>
            <p:nvPr/>
          </p:nvSpPr>
          <p:spPr>
            <a:xfrm>
              <a:off x="8182377" y="2136437"/>
              <a:ext cx="95735" cy="76163"/>
            </a:xfrm>
            <a:custGeom>
              <a:avLst/>
              <a:gdLst/>
              <a:ahLst/>
              <a:cxnLst/>
              <a:rect l="l" t="t" r="r" b="b"/>
              <a:pathLst>
                <a:path w="3654" h="2907" extrusionOk="0">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74"/>
            <p:cNvSpPr/>
            <p:nvPr/>
          </p:nvSpPr>
          <p:spPr>
            <a:xfrm>
              <a:off x="7997327" y="2098866"/>
              <a:ext cx="191601" cy="125026"/>
            </a:xfrm>
            <a:custGeom>
              <a:avLst/>
              <a:gdLst/>
              <a:ahLst/>
              <a:cxnLst/>
              <a:rect l="l" t="t" r="r" b="b"/>
              <a:pathLst>
                <a:path w="7313" h="4772" extrusionOk="0">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74"/>
            <p:cNvSpPr/>
            <p:nvPr/>
          </p:nvSpPr>
          <p:spPr>
            <a:xfrm>
              <a:off x="8182220" y="2122917"/>
              <a:ext cx="138100" cy="76373"/>
            </a:xfrm>
            <a:custGeom>
              <a:avLst/>
              <a:gdLst/>
              <a:ahLst/>
              <a:cxnLst/>
              <a:rect l="l" t="t" r="r" b="b"/>
              <a:pathLst>
                <a:path w="5271" h="2915" extrusionOk="0">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74"/>
            <p:cNvSpPr/>
            <p:nvPr/>
          </p:nvSpPr>
          <p:spPr>
            <a:xfrm>
              <a:off x="7955145" y="2085504"/>
              <a:ext cx="234123" cy="125341"/>
            </a:xfrm>
            <a:custGeom>
              <a:avLst/>
              <a:gdLst/>
              <a:ahLst/>
              <a:cxnLst/>
              <a:rect l="l" t="t" r="r" b="b"/>
              <a:pathLst>
                <a:path w="8936" h="4784" extrusionOk="0">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8" name="Google Shape;8698;p74"/>
          <p:cNvGrpSpPr/>
          <p:nvPr/>
        </p:nvGrpSpPr>
        <p:grpSpPr>
          <a:xfrm>
            <a:off x="7518155" y="2009471"/>
            <a:ext cx="361927" cy="290270"/>
            <a:chOff x="7518155" y="2009471"/>
            <a:chExt cx="361927" cy="290270"/>
          </a:xfrm>
        </p:grpSpPr>
        <p:sp>
          <p:nvSpPr>
            <p:cNvPr id="8699" name="Google Shape;8699;p74"/>
            <p:cNvSpPr/>
            <p:nvPr/>
          </p:nvSpPr>
          <p:spPr>
            <a:xfrm>
              <a:off x="7518155" y="2133712"/>
              <a:ext cx="361403" cy="166029"/>
            </a:xfrm>
            <a:custGeom>
              <a:avLst/>
              <a:gdLst/>
              <a:ahLst/>
              <a:cxnLst/>
              <a:rect l="l" t="t" r="r" b="b"/>
              <a:pathLst>
                <a:path w="13794" h="6337" extrusionOk="0">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74"/>
            <p:cNvSpPr/>
            <p:nvPr/>
          </p:nvSpPr>
          <p:spPr>
            <a:xfrm>
              <a:off x="7765037" y="2147781"/>
              <a:ext cx="114782" cy="40217"/>
            </a:xfrm>
            <a:custGeom>
              <a:avLst/>
              <a:gdLst/>
              <a:ahLst/>
              <a:cxnLst/>
              <a:rect l="l" t="t" r="r" b="b"/>
              <a:pathLst>
                <a:path w="4381" h="1535" extrusionOk="0">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74"/>
            <p:cNvSpPr/>
            <p:nvPr/>
          </p:nvSpPr>
          <p:spPr>
            <a:xfrm>
              <a:off x="7518417" y="2147781"/>
              <a:ext cx="114782" cy="40217"/>
            </a:xfrm>
            <a:custGeom>
              <a:avLst/>
              <a:gdLst/>
              <a:ahLst/>
              <a:cxnLst/>
              <a:rect l="l" t="t" r="r" b="b"/>
              <a:pathLst>
                <a:path w="4381" h="1535" extrusionOk="0">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74"/>
            <p:cNvSpPr/>
            <p:nvPr/>
          </p:nvSpPr>
          <p:spPr>
            <a:xfrm>
              <a:off x="7518417" y="2133712"/>
              <a:ext cx="117533" cy="39955"/>
            </a:xfrm>
            <a:custGeom>
              <a:avLst/>
              <a:gdLst/>
              <a:ahLst/>
              <a:cxnLst/>
              <a:rect l="l" t="t" r="r" b="b"/>
              <a:pathLst>
                <a:path w="4486" h="1525" extrusionOk="0">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74"/>
            <p:cNvSpPr/>
            <p:nvPr/>
          </p:nvSpPr>
          <p:spPr>
            <a:xfrm>
              <a:off x="7762548" y="2133712"/>
              <a:ext cx="117533" cy="39955"/>
            </a:xfrm>
            <a:custGeom>
              <a:avLst/>
              <a:gdLst/>
              <a:ahLst/>
              <a:cxnLst/>
              <a:rect l="l" t="t" r="r" b="b"/>
              <a:pathLst>
                <a:path w="4486" h="1525" extrusionOk="0">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74"/>
            <p:cNvSpPr/>
            <p:nvPr/>
          </p:nvSpPr>
          <p:spPr>
            <a:xfrm>
              <a:off x="7604536" y="2228896"/>
              <a:ext cx="22139" cy="18916"/>
            </a:xfrm>
            <a:custGeom>
              <a:avLst/>
              <a:gdLst/>
              <a:ahLst/>
              <a:cxnLst/>
              <a:rect l="l" t="t" r="r" b="b"/>
              <a:pathLst>
                <a:path w="845" h="722" extrusionOk="0">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74"/>
            <p:cNvSpPr/>
            <p:nvPr/>
          </p:nvSpPr>
          <p:spPr>
            <a:xfrm>
              <a:off x="7526696" y="2253000"/>
              <a:ext cx="22113" cy="18916"/>
            </a:xfrm>
            <a:custGeom>
              <a:avLst/>
              <a:gdLst/>
              <a:ahLst/>
              <a:cxnLst/>
              <a:rect l="l" t="t" r="r" b="b"/>
              <a:pathLst>
                <a:path w="844" h="722" extrusionOk="0">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74"/>
            <p:cNvSpPr/>
            <p:nvPr/>
          </p:nvSpPr>
          <p:spPr>
            <a:xfrm>
              <a:off x="7550564" y="2206286"/>
              <a:ext cx="22113" cy="18943"/>
            </a:xfrm>
            <a:custGeom>
              <a:avLst/>
              <a:gdLst/>
              <a:ahLst/>
              <a:cxnLst/>
              <a:rect l="l" t="t" r="r" b="b"/>
              <a:pathLst>
                <a:path w="844" h="723" extrusionOk="0">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74"/>
            <p:cNvSpPr/>
            <p:nvPr/>
          </p:nvSpPr>
          <p:spPr>
            <a:xfrm>
              <a:off x="7768286" y="2228896"/>
              <a:ext cx="21877" cy="18916"/>
            </a:xfrm>
            <a:custGeom>
              <a:avLst/>
              <a:gdLst/>
              <a:ahLst/>
              <a:cxnLst/>
              <a:rect l="l" t="t" r="r" b="b"/>
              <a:pathLst>
                <a:path w="835" h="722" extrusionOk="0">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74"/>
            <p:cNvSpPr/>
            <p:nvPr/>
          </p:nvSpPr>
          <p:spPr>
            <a:xfrm>
              <a:off x="7845891" y="2253000"/>
              <a:ext cx="22113" cy="18916"/>
            </a:xfrm>
            <a:custGeom>
              <a:avLst/>
              <a:gdLst/>
              <a:ahLst/>
              <a:cxnLst/>
              <a:rect l="l" t="t" r="r" b="b"/>
              <a:pathLst>
                <a:path w="844" h="722" extrusionOk="0">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74"/>
            <p:cNvSpPr/>
            <p:nvPr/>
          </p:nvSpPr>
          <p:spPr>
            <a:xfrm>
              <a:off x="7822022" y="2206286"/>
              <a:ext cx="22139" cy="18943"/>
            </a:xfrm>
            <a:custGeom>
              <a:avLst/>
              <a:gdLst/>
              <a:ahLst/>
              <a:cxnLst/>
              <a:rect l="l" t="t" r="r" b="b"/>
              <a:pathLst>
                <a:path w="845" h="723" extrusionOk="0">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74"/>
            <p:cNvSpPr/>
            <p:nvPr/>
          </p:nvSpPr>
          <p:spPr>
            <a:xfrm>
              <a:off x="7636500" y="2009471"/>
              <a:ext cx="125026" cy="206901"/>
            </a:xfrm>
            <a:custGeom>
              <a:avLst/>
              <a:gdLst/>
              <a:ahLst/>
              <a:cxnLst/>
              <a:rect l="l" t="t" r="r" b="b"/>
              <a:pathLst>
                <a:path w="4772" h="7897" extrusionOk="0">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74"/>
            <p:cNvSpPr/>
            <p:nvPr/>
          </p:nvSpPr>
          <p:spPr>
            <a:xfrm>
              <a:off x="7688167" y="2009471"/>
              <a:ext cx="73412" cy="206639"/>
            </a:xfrm>
            <a:custGeom>
              <a:avLst/>
              <a:gdLst/>
              <a:ahLst/>
              <a:cxnLst/>
              <a:rect l="l" t="t" r="r" b="b"/>
              <a:pathLst>
                <a:path w="2802" h="7887" extrusionOk="0">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2" name="Google Shape;8712;p74"/>
          <p:cNvGrpSpPr/>
          <p:nvPr/>
        </p:nvGrpSpPr>
        <p:grpSpPr>
          <a:xfrm>
            <a:off x="7079672" y="1991053"/>
            <a:ext cx="362163" cy="327264"/>
            <a:chOff x="7079672" y="1991053"/>
            <a:chExt cx="362163" cy="327264"/>
          </a:xfrm>
        </p:grpSpPr>
        <p:sp>
          <p:nvSpPr>
            <p:cNvPr id="8713" name="Google Shape;8713;p74"/>
            <p:cNvSpPr/>
            <p:nvPr/>
          </p:nvSpPr>
          <p:spPr>
            <a:xfrm>
              <a:off x="7418202" y="2117651"/>
              <a:ext cx="23632" cy="200666"/>
            </a:xfrm>
            <a:custGeom>
              <a:avLst/>
              <a:gdLst/>
              <a:ahLst/>
              <a:cxnLst/>
              <a:rect l="l" t="t" r="r" b="b"/>
              <a:pathLst>
                <a:path w="902" h="7659" extrusionOk="0">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74"/>
            <p:cNvSpPr/>
            <p:nvPr/>
          </p:nvSpPr>
          <p:spPr>
            <a:xfrm>
              <a:off x="7423992" y="2117651"/>
              <a:ext cx="17842" cy="200666"/>
            </a:xfrm>
            <a:custGeom>
              <a:avLst/>
              <a:gdLst/>
              <a:ahLst/>
              <a:cxnLst/>
              <a:rect l="l" t="t" r="r" b="b"/>
              <a:pathLst>
                <a:path w="681" h="7659" extrusionOk="0">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74"/>
            <p:cNvSpPr/>
            <p:nvPr/>
          </p:nvSpPr>
          <p:spPr>
            <a:xfrm>
              <a:off x="7103540" y="2161353"/>
              <a:ext cx="104748" cy="94687"/>
            </a:xfrm>
            <a:custGeom>
              <a:avLst/>
              <a:gdLst/>
              <a:ahLst/>
              <a:cxnLst/>
              <a:rect l="l" t="t" r="r" b="b"/>
              <a:pathLst>
                <a:path w="3998" h="3614" extrusionOk="0">
                  <a:moveTo>
                    <a:pt x="0" y="0"/>
                  </a:moveTo>
                  <a:lnTo>
                    <a:pt x="0" y="3614"/>
                  </a:lnTo>
                  <a:lnTo>
                    <a:pt x="3997" y="3614"/>
                  </a:lnTo>
                  <a:lnTo>
                    <a:pt x="3997" y="0"/>
                  </a:lnTo>
                  <a:close/>
                </a:path>
              </a:pathLst>
            </a:custGeom>
            <a:solidFill>
              <a:srgbClr val="D2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74"/>
            <p:cNvSpPr/>
            <p:nvPr/>
          </p:nvSpPr>
          <p:spPr>
            <a:xfrm>
              <a:off x="7190419" y="2161353"/>
              <a:ext cx="17868" cy="94687"/>
            </a:xfrm>
            <a:custGeom>
              <a:avLst/>
              <a:gdLst/>
              <a:ahLst/>
              <a:cxnLst/>
              <a:rect l="l" t="t" r="r" b="b"/>
              <a:pathLst>
                <a:path w="682" h="3614" extrusionOk="0">
                  <a:moveTo>
                    <a:pt x="1" y="0"/>
                  </a:moveTo>
                  <a:lnTo>
                    <a:pt x="1" y="3614"/>
                  </a:lnTo>
                  <a:lnTo>
                    <a:pt x="681" y="3614"/>
                  </a:lnTo>
                  <a:lnTo>
                    <a:pt x="681" y="0"/>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74"/>
            <p:cNvSpPr/>
            <p:nvPr/>
          </p:nvSpPr>
          <p:spPr>
            <a:xfrm>
              <a:off x="7103540" y="2090010"/>
              <a:ext cx="71343" cy="71369"/>
            </a:xfrm>
            <a:custGeom>
              <a:avLst/>
              <a:gdLst/>
              <a:ahLst/>
              <a:cxnLst/>
              <a:rect l="l" t="t" r="r" b="b"/>
              <a:pathLst>
                <a:path w="2723" h="2724" extrusionOk="0">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74"/>
            <p:cNvSpPr/>
            <p:nvPr/>
          </p:nvSpPr>
          <p:spPr>
            <a:xfrm>
              <a:off x="7103540" y="2090010"/>
              <a:ext cx="71343" cy="71369"/>
            </a:xfrm>
            <a:custGeom>
              <a:avLst/>
              <a:gdLst/>
              <a:ahLst/>
              <a:cxnLst/>
              <a:rect l="l" t="t" r="r" b="b"/>
              <a:pathLst>
                <a:path w="2723" h="2724" extrusionOk="0">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74"/>
            <p:cNvSpPr/>
            <p:nvPr/>
          </p:nvSpPr>
          <p:spPr>
            <a:xfrm>
              <a:off x="7139198" y="2256013"/>
              <a:ext cx="16847" cy="62304"/>
            </a:xfrm>
            <a:custGeom>
              <a:avLst/>
              <a:gdLst/>
              <a:ahLst/>
              <a:cxnLst/>
              <a:rect l="l" t="t" r="r" b="b"/>
              <a:pathLst>
                <a:path w="643" h="2378" extrusionOk="0">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74"/>
            <p:cNvSpPr/>
            <p:nvPr/>
          </p:nvSpPr>
          <p:spPr>
            <a:xfrm>
              <a:off x="7193930" y="2002424"/>
              <a:ext cx="11083" cy="38147"/>
            </a:xfrm>
            <a:custGeom>
              <a:avLst/>
              <a:gdLst/>
              <a:ahLst/>
              <a:cxnLst/>
              <a:rect l="l" t="t" r="r" b="b"/>
              <a:pathLst>
                <a:path w="423" h="1456" extrusionOk="0">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74"/>
            <p:cNvSpPr/>
            <p:nvPr/>
          </p:nvSpPr>
          <p:spPr>
            <a:xfrm>
              <a:off x="7193930" y="2072063"/>
              <a:ext cx="11083" cy="47108"/>
            </a:xfrm>
            <a:custGeom>
              <a:avLst/>
              <a:gdLst/>
              <a:ahLst/>
              <a:cxnLst/>
              <a:rect l="l" t="t" r="r" b="b"/>
              <a:pathLst>
                <a:path w="423" h="1798" extrusionOk="0">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74"/>
            <p:cNvSpPr/>
            <p:nvPr/>
          </p:nvSpPr>
          <p:spPr>
            <a:xfrm>
              <a:off x="7177371" y="2029488"/>
              <a:ext cx="43964" cy="47998"/>
            </a:xfrm>
            <a:custGeom>
              <a:avLst/>
              <a:gdLst/>
              <a:ahLst/>
              <a:cxnLst/>
              <a:rect l="l" t="t" r="r" b="b"/>
              <a:pathLst>
                <a:path w="1678" h="1832" extrusionOk="0">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74"/>
            <p:cNvSpPr/>
            <p:nvPr/>
          </p:nvSpPr>
          <p:spPr>
            <a:xfrm>
              <a:off x="7197205" y="2029488"/>
              <a:ext cx="24130" cy="47998"/>
            </a:xfrm>
            <a:custGeom>
              <a:avLst/>
              <a:gdLst/>
              <a:ahLst/>
              <a:cxnLst/>
              <a:rect l="l" t="t" r="r" b="b"/>
              <a:pathLst>
                <a:path w="921" h="1832" extrusionOk="0">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74"/>
            <p:cNvSpPr/>
            <p:nvPr/>
          </p:nvSpPr>
          <p:spPr>
            <a:xfrm>
              <a:off x="7208261" y="2145528"/>
              <a:ext cx="209705" cy="129611"/>
            </a:xfrm>
            <a:custGeom>
              <a:avLst/>
              <a:gdLst/>
              <a:ahLst/>
              <a:cxnLst/>
              <a:rect l="l" t="t" r="r" b="b"/>
              <a:pathLst>
                <a:path w="8004" h="4947" extrusionOk="0">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74"/>
            <p:cNvSpPr/>
            <p:nvPr/>
          </p:nvSpPr>
          <p:spPr>
            <a:xfrm>
              <a:off x="7391321" y="2145528"/>
              <a:ext cx="26645" cy="129611"/>
            </a:xfrm>
            <a:custGeom>
              <a:avLst/>
              <a:gdLst/>
              <a:ahLst/>
              <a:cxnLst/>
              <a:rect l="l" t="t" r="r" b="b"/>
              <a:pathLst>
                <a:path w="1017" h="4947" extrusionOk="0">
                  <a:moveTo>
                    <a:pt x="1" y="0"/>
                  </a:moveTo>
                  <a:lnTo>
                    <a:pt x="1" y="4946"/>
                  </a:lnTo>
                  <a:lnTo>
                    <a:pt x="1017" y="4946"/>
                  </a:lnTo>
                  <a:lnTo>
                    <a:pt x="1017"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74"/>
            <p:cNvSpPr/>
            <p:nvPr/>
          </p:nvSpPr>
          <p:spPr>
            <a:xfrm>
              <a:off x="7139198" y="1991053"/>
              <a:ext cx="88189" cy="122092"/>
            </a:xfrm>
            <a:custGeom>
              <a:avLst/>
              <a:gdLst/>
              <a:ahLst/>
              <a:cxnLst/>
              <a:rect l="l" t="t" r="r" b="b"/>
              <a:pathLst>
                <a:path w="3366" h="4660" extrusionOk="0">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74"/>
            <p:cNvSpPr/>
            <p:nvPr/>
          </p:nvSpPr>
          <p:spPr>
            <a:xfrm>
              <a:off x="7079672" y="2018406"/>
              <a:ext cx="23894" cy="299911"/>
            </a:xfrm>
            <a:custGeom>
              <a:avLst/>
              <a:gdLst/>
              <a:ahLst/>
              <a:cxnLst/>
              <a:rect l="l" t="t" r="r" b="b"/>
              <a:pathLst>
                <a:path w="912" h="11447" extrusionOk="0">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74"/>
            <p:cNvSpPr/>
            <p:nvPr/>
          </p:nvSpPr>
          <p:spPr>
            <a:xfrm>
              <a:off x="7085698" y="2018379"/>
              <a:ext cx="17868" cy="299938"/>
            </a:xfrm>
            <a:custGeom>
              <a:avLst/>
              <a:gdLst/>
              <a:ahLst/>
              <a:cxnLst/>
              <a:rect l="l" t="t" r="r" b="b"/>
              <a:pathLst>
                <a:path w="682" h="11448" extrusionOk="0">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9" name="Google Shape;8729;p74"/>
          <p:cNvGrpSpPr/>
          <p:nvPr/>
        </p:nvGrpSpPr>
        <p:grpSpPr>
          <a:xfrm>
            <a:off x="6641188" y="2035514"/>
            <a:ext cx="361901" cy="238132"/>
            <a:chOff x="6641188" y="2035514"/>
            <a:chExt cx="361901" cy="238132"/>
          </a:xfrm>
        </p:grpSpPr>
        <p:sp>
          <p:nvSpPr>
            <p:cNvPr id="8730" name="Google Shape;8730;p74"/>
            <p:cNvSpPr/>
            <p:nvPr/>
          </p:nvSpPr>
          <p:spPr>
            <a:xfrm>
              <a:off x="6641188" y="2035514"/>
              <a:ext cx="361901" cy="220787"/>
            </a:xfrm>
            <a:custGeom>
              <a:avLst/>
              <a:gdLst/>
              <a:ahLst/>
              <a:cxnLst/>
              <a:rect l="l" t="t" r="r" b="b"/>
              <a:pathLst>
                <a:path w="13813" h="8427" extrusionOk="0">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74"/>
            <p:cNvSpPr/>
            <p:nvPr/>
          </p:nvSpPr>
          <p:spPr>
            <a:xfrm>
              <a:off x="6641188" y="2035514"/>
              <a:ext cx="361901" cy="220787"/>
            </a:xfrm>
            <a:custGeom>
              <a:avLst/>
              <a:gdLst/>
              <a:ahLst/>
              <a:cxnLst/>
              <a:rect l="l" t="t" r="r" b="b"/>
              <a:pathLst>
                <a:path w="13813" h="8427" extrusionOk="0">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74"/>
            <p:cNvSpPr/>
            <p:nvPr/>
          </p:nvSpPr>
          <p:spPr>
            <a:xfrm>
              <a:off x="6681615" y="2256275"/>
              <a:ext cx="65579" cy="17371"/>
            </a:xfrm>
            <a:custGeom>
              <a:avLst/>
              <a:gdLst/>
              <a:ahLst/>
              <a:cxnLst/>
              <a:rect l="l" t="t" r="r" b="b"/>
              <a:pathLst>
                <a:path w="2503" h="663" extrusionOk="0">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74"/>
            <p:cNvSpPr/>
            <p:nvPr/>
          </p:nvSpPr>
          <p:spPr>
            <a:xfrm>
              <a:off x="6897084" y="2256275"/>
              <a:ext cx="65579" cy="17371"/>
            </a:xfrm>
            <a:custGeom>
              <a:avLst/>
              <a:gdLst/>
              <a:ahLst/>
              <a:cxnLst/>
              <a:rect l="l" t="t" r="r" b="b"/>
              <a:pathLst>
                <a:path w="2503" h="663" extrusionOk="0">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74"/>
            <p:cNvSpPr/>
            <p:nvPr/>
          </p:nvSpPr>
          <p:spPr>
            <a:xfrm>
              <a:off x="6666288" y="2064151"/>
              <a:ext cx="191653" cy="163776"/>
            </a:xfrm>
            <a:custGeom>
              <a:avLst/>
              <a:gdLst/>
              <a:ahLst/>
              <a:cxnLst/>
              <a:rect l="l" t="t" r="r" b="b"/>
              <a:pathLst>
                <a:path w="7315" h="6251" extrusionOk="0">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74"/>
            <p:cNvSpPr/>
            <p:nvPr/>
          </p:nvSpPr>
          <p:spPr>
            <a:xfrm>
              <a:off x="6666288" y="2063653"/>
              <a:ext cx="191915" cy="164274"/>
            </a:xfrm>
            <a:custGeom>
              <a:avLst/>
              <a:gdLst/>
              <a:ahLst/>
              <a:cxnLst/>
              <a:rect l="l" t="t" r="r" b="b"/>
              <a:pathLst>
                <a:path w="7325" h="6270" extrusionOk="0">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74"/>
            <p:cNvSpPr/>
            <p:nvPr/>
          </p:nvSpPr>
          <p:spPr>
            <a:xfrm>
              <a:off x="6892315" y="2171387"/>
              <a:ext cx="75115" cy="64321"/>
            </a:xfrm>
            <a:custGeom>
              <a:avLst/>
              <a:gdLst/>
              <a:ahLst/>
              <a:cxnLst/>
              <a:rect l="l" t="t" r="r" b="b"/>
              <a:pathLst>
                <a:path w="2867" h="2455" extrusionOk="0">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74"/>
            <p:cNvSpPr/>
            <p:nvPr/>
          </p:nvSpPr>
          <p:spPr>
            <a:xfrm>
              <a:off x="6925485" y="2171387"/>
              <a:ext cx="44461" cy="64111"/>
            </a:xfrm>
            <a:custGeom>
              <a:avLst/>
              <a:gdLst/>
              <a:ahLst/>
              <a:cxnLst/>
              <a:rect l="l" t="t" r="r" b="b"/>
              <a:pathLst>
                <a:path w="1697" h="2447" extrusionOk="0">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74"/>
            <p:cNvSpPr/>
            <p:nvPr/>
          </p:nvSpPr>
          <p:spPr>
            <a:xfrm>
              <a:off x="6889302" y="2064151"/>
              <a:ext cx="40715" cy="19624"/>
            </a:xfrm>
            <a:custGeom>
              <a:avLst/>
              <a:gdLst/>
              <a:ahLst/>
              <a:cxnLst/>
              <a:rect l="l" t="t" r="r" b="b"/>
              <a:pathLst>
                <a:path w="1554" h="749" extrusionOk="0">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74"/>
            <p:cNvSpPr/>
            <p:nvPr/>
          </p:nvSpPr>
          <p:spPr>
            <a:xfrm>
              <a:off x="6908402" y="2063889"/>
              <a:ext cx="21615" cy="19886"/>
            </a:xfrm>
            <a:custGeom>
              <a:avLst/>
              <a:gdLst/>
              <a:ahLst/>
              <a:cxnLst/>
              <a:rect l="l" t="t" r="r" b="b"/>
              <a:pathLst>
                <a:path w="825" h="759" extrusionOk="0">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74"/>
            <p:cNvSpPr/>
            <p:nvPr/>
          </p:nvSpPr>
          <p:spPr>
            <a:xfrm>
              <a:off x="6889302" y="2099049"/>
              <a:ext cx="40715" cy="19624"/>
            </a:xfrm>
            <a:custGeom>
              <a:avLst/>
              <a:gdLst/>
              <a:ahLst/>
              <a:cxnLst/>
              <a:rect l="l" t="t" r="r" b="b"/>
              <a:pathLst>
                <a:path w="1554" h="749" extrusionOk="0">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74"/>
            <p:cNvSpPr/>
            <p:nvPr/>
          </p:nvSpPr>
          <p:spPr>
            <a:xfrm>
              <a:off x="6889302" y="2133974"/>
              <a:ext cx="40715" cy="19598"/>
            </a:xfrm>
            <a:custGeom>
              <a:avLst/>
              <a:gdLst/>
              <a:ahLst/>
              <a:cxnLst/>
              <a:rect l="l" t="t" r="r" b="b"/>
              <a:pathLst>
                <a:path w="1554" h="748" extrusionOk="0">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74"/>
            <p:cNvSpPr/>
            <p:nvPr/>
          </p:nvSpPr>
          <p:spPr>
            <a:xfrm>
              <a:off x="6908402" y="2099049"/>
              <a:ext cx="21615" cy="19624"/>
            </a:xfrm>
            <a:custGeom>
              <a:avLst/>
              <a:gdLst/>
              <a:ahLst/>
              <a:cxnLst/>
              <a:rect l="l" t="t" r="r" b="b"/>
              <a:pathLst>
                <a:path w="825" h="749" extrusionOk="0">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74"/>
            <p:cNvSpPr/>
            <p:nvPr/>
          </p:nvSpPr>
          <p:spPr>
            <a:xfrm>
              <a:off x="6908402" y="2133974"/>
              <a:ext cx="21615" cy="19598"/>
            </a:xfrm>
            <a:custGeom>
              <a:avLst/>
              <a:gdLst/>
              <a:ahLst/>
              <a:cxnLst/>
              <a:rect l="l" t="t" r="r" b="b"/>
              <a:pathLst>
                <a:path w="825" h="748" extrusionOk="0">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74"/>
            <p:cNvSpPr/>
            <p:nvPr/>
          </p:nvSpPr>
          <p:spPr>
            <a:xfrm>
              <a:off x="6947833" y="2064151"/>
              <a:ext cx="33405" cy="89421"/>
            </a:xfrm>
            <a:custGeom>
              <a:avLst/>
              <a:gdLst/>
              <a:ahLst/>
              <a:cxnLst/>
              <a:rect l="l" t="t" r="r" b="b"/>
              <a:pathLst>
                <a:path w="1275" h="3413" extrusionOk="0">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74"/>
            <p:cNvSpPr/>
            <p:nvPr/>
          </p:nvSpPr>
          <p:spPr>
            <a:xfrm>
              <a:off x="6960645" y="2063889"/>
              <a:ext cx="20593" cy="89683"/>
            </a:xfrm>
            <a:custGeom>
              <a:avLst/>
              <a:gdLst/>
              <a:ahLst/>
              <a:cxnLst/>
              <a:rect l="l" t="t" r="r" b="b"/>
              <a:pathLst>
                <a:path w="786" h="3423" extrusionOk="0">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74"/>
            <p:cNvSpPr/>
            <p:nvPr/>
          </p:nvSpPr>
          <p:spPr>
            <a:xfrm>
              <a:off x="6816728" y="2076203"/>
              <a:ext cx="31676" cy="11083"/>
            </a:xfrm>
            <a:custGeom>
              <a:avLst/>
              <a:gdLst/>
              <a:ahLst/>
              <a:cxnLst/>
              <a:rect l="l" t="t" r="r" b="b"/>
              <a:pathLst>
                <a:path w="1209" h="423" extrusionOk="0">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74"/>
            <p:cNvSpPr/>
            <p:nvPr/>
          </p:nvSpPr>
          <p:spPr>
            <a:xfrm>
              <a:off x="6677842" y="2076203"/>
              <a:ext cx="15353" cy="11083"/>
            </a:xfrm>
            <a:custGeom>
              <a:avLst/>
              <a:gdLst/>
              <a:ahLst/>
              <a:cxnLst/>
              <a:rect l="l" t="t" r="r" b="b"/>
              <a:pathLst>
                <a:path w="586" h="423" extrusionOk="0">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74"/>
            <p:cNvSpPr/>
            <p:nvPr/>
          </p:nvSpPr>
          <p:spPr>
            <a:xfrm>
              <a:off x="6685126" y="2100569"/>
              <a:ext cx="155995" cy="90678"/>
            </a:xfrm>
            <a:custGeom>
              <a:avLst/>
              <a:gdLst/>
              <a:ahLst/>
              <a:cxnLst/>
              <a:rect l="l" t="t" r="r" b="b"/>
              <a:pathLst>
                <a:path w="5954" h="3461" extrusionOk="0">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9" name="Google Shape;8749;p74"/>
          <p:cNvGrpSpPr/>
          <p:nvPr/>
        </p:nvGrpSpPr>
        <p:grpSpPr>
          <a:xfrm>
            <a:off x="6202443" y="1986677"/>
            <a:ext cx="362425" cy="335884"/>
            <a:chOff x="6202443" y="1986677"/>
            <a:chExt cx="362425" cy="335884"/>
          </a:xfrm>
        </p:grpSpPr>
        <p:sp>
          <p:nvSpPr>
            <p:cNvPr id="8750" name="Google Shape;8750;p74"/>
            <p:cNvSpPr/>
            <p:nvPr/>
          </p:nvSpPr>
          <p:spPr>
            <a:xfrm>
              <a:off x="6202705" y="2077460"/>
              <a:ext cx="202945" cy="244891"/>
            </a:xfrm>
            <a:custGeom>
              <a:avLst/>
              <a:gdLst/>
              <a:ahLst/>
              <a:cxnLst/>
              <a:rect l="l" t="t" r="r" b="b"/>
              <a:pathLst>
                <a:path w="7746" h="9347" extrusionOk="0">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74"/>
            <p:cNvSpPr/>
            <p:nvPr/>
          </p:nvSpPr>
          <p:spPr>
            <a:xfrm>
              <a:off x="6202443" y="2077460"/>
              <a:ext cx="202185" cy="244891"/>
            </a:xfrm>
            <a:custGeom>
              <a:avLst/>
              <a:gdLst/>
              <a:ahLst/>
              <a:cxnLst/>
              <a:rect l="l" t="t" r="r" b="b"/>
              <a:pathLst>
                <a:path w="7717" h="9347" extrusionOk="0">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74"/>
            <p:cNvSpPr/>
            <p:nvPr/>
          </p:nvSpPr>
          <p:spPr>
            <a:xfrm>
              <a:off x="6248398" y="2055610"/>
              <a:ext cx="111298" cy="22139"/>
            </a:xfrm>
            <a:custGeom>
              <a:avLst/>
              <a:gdLst/>
              <a:ahLst/>
              <a:cxnLst/>
              <a:rect l="l" t="t" r="r" b="b"/>
              <a:pathLst>
                <a:path w="4248" h="845" extrusionOk="0">
                  <a:moveTo>
                    <a:pt x="1" y="1"/>
                  </a:moveTo>
                  <a:lnTo>
                    <a:pt x="1" y="844"/>
                  </a:lnTo>
                  <a:lnTo>
                    <a:pt x="4247" y="844"/>
                  </a:lnTo>
                  <a:lnTo>
                    <a:pt x="4247" y="1"/>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74"/>
            <p:cNvSpPr/>
            <p:nvPr/>
          </p:nvSpPr>
          <p:spPr>
            <a:xfrm>
              <a:off x="6331295" y="2055610"/>
              <a:ext cx="28401" cy="22139"/>
            </a:xfrm>
            <a:custGeom>
              <a:avLst/>
              <a:gdLst/>
              <a:ahLst/>
              <a:cxnLst/>
              <a:rect l="l" t="t" r="r" b="b"/>
              <a:pathLst>
                <a:path w="1084" h="845" extrusionOk="0">
                  <a:moveTo>
                    <a:pt x="0" y="1"/>
                  </a:moveTo>
                  <a:lnTo>
                    <a:pt x="0" y="844"/>
                  </a:lnTo>
                  <a:lnTo>
                    <a:pt x="1083" y="844"/>
                  </a:lnTo>
                  <a:lnTo>
                    <a:pt x="1083" y="1"/>
                  </a:ln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74"/>
            <p:cNvSpPr/>
            <p:nvPr/>
          </p:nvSpPr>
          <p:spPr>
            <a:xfrm>
              <a:off x="6225290" y="1992834"/>
              <a:ext cx="157514" cy="62801"/>
            </a:xfrm>
            <a:custGeom>
              <a:avLst/>
              <a:gdLst/>
              <a:ahLst/>
              <a:cxnLst/>
              <a:rect l="l" t="t" r="r" b="b"/>
              <a:pathLst>
                <a:path w="6012" h="2397" extrusionOk="0">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74"/>
            <p:cNvSpPr/>
            <p:nvPr/>
          </p:nvSpPr>
          <p:spPr>
            <a:xfrm>
              <a:off x="6343085" y="1992572"/>
              <a:ext cx="39719" cy="63063"/>
            </a:xfrm>
            <a:custGeom>
              <a:avLst/>
              <a:gdLst/>
              <a:ahLst/>
              <a:cxnLst/>
              <a:rect l="l" t="t" r="r" b="b"/>
              <a:pathLst>
                <a:path w="1516" h="2407" extrusionOk="0">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74"/>
            <p:cNvSpPr/>
            <p:nvPr/>
          </p:nvSpPr>
          <p:spPr>
            <a:xfrm>
              <a:off x="6222539" y="2138978"/>
              <a:ext cx="142685" cy="122223"/>
            </a:xfrm>
            <a:custGeom>
              <a:avLst/>
              <a:gdLst/>
              <a:ahLst/>
              <a:cxnLst/>
              <a:rect l="l" t="t" r="r" b="b"/>
              <a:pathLst>
                <a:path w="5446" h="4665" extrusionOk="0">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74"/>
            <p:cNvSpPr/>
            <p:nvPr/>
          </p:nvSpPr>
          <p:spPr>
            <a:xfrm>
              <a:off x="6253926" y="2149799"/>
              <a:ext cx="121070" cy="111586"/>
            </a:xfrm>
            <a:custGeom>
              <a:avLst/>
              <a:gdLst/>
              <a:ahLst/>
              <a:cxnLst/>
              <a:rect l="l" t="t" r="r" b="b"/>
              <a:pathLst>
                <a:path w="4621" h="4259" extrusionOk="0">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74"/>
            <p:cNvSpPr/>
            <p:nvPr/>
          </p:nvSpPr>
          <p:spPr>
            <a:xfrm>
              <a:off x="6355137" y="2176654"/>
              <a:ext cx="170562" cy="145908"/>
            </a:xfrm>
            <a:custGeom>
              <a:avLst/>
              <a:gdLst/>
              <a:ahLst/>
              <a:cxnLst/>
              <a:rect l="l" t="t" r="r" b="b"/>
              <a:pathLst>
                <a:path w="6510" h="5569" extrusionOk="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74"/>
            <p:cNvSpPr/>
            <p:nvPr/>
          </p:nvSpPr>
          <p:spPr>
            <a:xfrm>
              <a:off x="6394568" y="2191483"/>
              <a:ext cx="141166" cy="131026"/>
            </a:xfrm>
            <a:custGeom>
              <a:avLst/>
              <a:gdLst/>
              <a:ahLst/>
              <a:cxnLst/>
              <a:rect l="l" t="t" r="r" b="b"/>
              <a:pathLst>
                <a:path w="5388" h="5001" extrusionOk="0">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74"/>
            <p:cNvSpPr/>
            <p:nvPr/>
          </p:nvSpPr>
          <p:spPr>
            <a:xfrm>
              <a:off x="6402611" y="2199002"/>
              <a:ext cx="109516" cy="109542"/>
            </a:xfrm>
            <a:custGeom>
              <a:avLst/>
              <a:gdLst/>
              <a:ahLst/>
              <a:cxnLst/>
              <a:rect l="l" t="t" r="r" b="b"/>
              <a:pathLst>
                <a:path w="4180" h="4181" extrusionOk="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74"/>
            <p:cNvSpPr/>
            <p:nvPr/>
          </p:nvSpPr>
          <p:spPr>
            <a:xfrm>
              <a:off x="6451841" y="2085320"/>
              <a:ext cx="113027" cy="215181"/>
            </a:xfrm>
            <a:custGeom>
              <a:avLst/>
              <a:gdLst/>
              <a:ahLst/>
              <a:cxnLst/>
              <a:rect l="l" t="t" r="r" b="b"/>
              <a:pathLst>
                <a:path w="4314" h="8213" extrusionOk="0">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74"/>
            <p:cNvSpPr/>
            <p:nvPr/>
          </p:nvSpPr>
          <p:spPr>
            <a:xfrm>
              <a:off x="6497796" y="2085242"/>
              <a:ext cx="66810" cy="215259"/>
            </a:xfrm>
            <a:custGeom>
              <a:avLst/>
              <a:gdLst/>
              <a:ahLst/>
              <a:cxnLst/>
              <a:rect l="l" t="t" r="r" b="b"/>
              <a:pathLst>
                <a:path w="2550" h="8216" extrusionOk="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74"/>
            <p:cNvSpPr/>
            <p:nvPr/>
          </p:nvSpPr>
          <p:spPr>
            <a:xfrm>
              <a:off x="6498791" y="2192740"/>
              <a:ext cx="66076" cy="107761"/>
            </a:xfrm>
            <a:custGeom>
              <a:avLst/>
              <a:gdLst/>
              <a:ahLst/>
              <a:cxnLst/>
              <a:rect l="l" t="t" r="r" b="b"/>
              <a:pathLst>
                <a:path w="2522" h="4113" extrusionOk="0">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74"/>
            <p:cNvSpPr/>
            <p:nvPr/>
          </p:nvSpPr>
          <p:spPr>
            <a:xfrm>
              <a:off x="6504555" y="2192740"/>
              <a:ext cx="60050" cy="107761"/>
            </a:xfrm>
            <a:custGeom>
              <a:avLst/>
              <a:gdLst/>
              <a:ahLst/>
              <a:cxnLst/>
              <a:rect l="l" t="t" r="r" b="b"/>
              <a:pathLst>
                <a:path w="2292" h="4113" extrusionOk="0">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74"/>
            <p:cNvSpPr/>
            <p:nvPr/>
          </p:nvSpPr>
          <p:spPr>
            <a:xfrm>
              <a:off x="6268493" y="2166226"/>
              <a:ext cx="71343" cy="67596"/>
            </a:xfrm>
            <a:custGeom>
              <a:avLst/>
              <a:gdLst/>
              <a:ahLst/>
              <a:cxnLst/>
              <a:rect l="l" t="t" r="r" b="b"/>
              <a:pathLst>
                <a:path w="2723" h="2580" extrusionOk="0">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74"/>
            <p:cNvSpPr/>
            <p:nvPr/>
          </p:nvSpPr>
          <p:spPr>
            <a:xfrm>
              <a:off x="6258459" y="1986677"/>
              <a:ext cx="11318" cy="74487"/>
            </a:xfrm>
            <a:custGeom>
              <a:avLst/>
              <a:gdLst/>
              <a:ahLst/>
              <a:cxnLst/>
              <a:rect l="l" t="t" r="r" b="b"/>
              <a:pathLst>
                <a:path w="432" h="2843" extrusionOk="0">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74"/>
            <p:cNvSpPr/>
            <p:nvPr/>
          </p:nvSpPr>
          <p:spPr>
            <a:xfrm>
              <a:off x="6298623" y="1986677"/>
              <a:ext cx="11345" cy="74487"/>
            </a:xfrm>
            <a:custGeom>
              <a:avLst/>
              <a:gdLst/>
              <a:ahLst/>
              <a:cxnLst/>
              <a:rect l="l" t="t" r="r" b="b"/>
              <a:pathLst>
                <a:path w="433" h="2843" extrusionOk="0">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74"/>
            <p:cNvSpPr/>
            <p:nvPr/>
          </p:nvSpPr>
          <p:spPr>
            <a:xfrm>
              <a:off x="6338814" y="1986677"/>
              <a:ext cx="11318" cy="74487"/>
            </a:xfrm>
            <a:custGeom>
              <a:avLst/>
              <a:gdLst/>
              <a:ahLst/>
              <a:cxnLst/>
              <a:rect l="l" t="t" r="r" b="b"/>
              <a:pathLst>
                <a:path w="432" h="2843" extrusionOk="0">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74"/>
            <p:cNvSpPr/>
            <p:nvPr/>
          </p:nvSpPr>
          <p:spPr>
            <a:xfrm>
              <a:off x="6394306" y="2194286"/>
              <a:ext cx="116118" cy="111979"/>
            </a:xfrm>
            <a:custGeom>
              <a:avLst/>
              <a:gdLst/>
              <a:ahLst/>
              <a:cxnLst/>
              <a:rect l="l" t="t" r="r" b="b"/>
              <a:pathLst>
                <a:path w="4432" h="4274" extrusionOk="0">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0" name="Google Shape;8770;p74"/>
          <p:cNvGrpSpPr/>
          <p:nvPr/>
        </p:nvGrpSpPr>
        <p:grpSpPr>
          <a:xfrm>
            <a:off x="5764222" y="2016598"/>
            <a:ext cx="374293" cy="276069"/>
            <a:chOff x="5764222" y="2016598"/>
            <a:chExt cx="374293" cy="276069"/>
          </a:xfrm>
        </p:grpSpPr>
        <p:sp>
          <p:nvSpPr>
            <p:cNvPr id="8771" name="Google Shape;8771;p74"/>
            <p:cNvSpPr/>
            <p:nvPr/>
          </p:nvSpPr>
          <p:spPr>
            <a:xfrm>
              <a:off x="5925693" y="2209823"/>
              <a:ext cx="37440" cy="82844"/>
            </a:xfrm>
            <a:custGeom>
              <a:avLst/>
              <a:gdLst/>
              <a:ahLst/>
              <a:cxnLst/>
              <a:rect l="l" t="t" r="r" b="b"/>
              <a:pathLst>
                <a:path w="1429" h="3162" extrusionOk="0">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74"/>
            <p:cNvSpPr/>
            <p:nvPr/>
          </p:nvSpPr>
          <p:spPr>
            <a:xfrm>
              <a:off x="5932478" y="2209823"/>
              <a:ext cx="29973" cy="29396"/>
            </a:xfrm>
            <a:custGeom>
              <a:avLst/>
              <a:gdLst/>
              <a:ahLst/>
              <a:cxnLst/>
              <a:rect l="l" t="t" r="r" b="b"/>
              <a:pathLst>
                <a:path w="1144" h="1122" extrusionOk="0">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74"/>
            <p:cNvSpPr/>
            <p:nvPr/>
          </p:nvSpPr>
          <p:spPr>
            <a:xfrm>
              <a:off x="5913824" y="2016598"/>
              <a:ext cx="39772" cy="54103"/>
            </a:xfrm>
            <a:custGeom>
              <a:avLst/>
              <a:gdLst/>
              <a:ahLst/>
              <a:cxnLst/>
              <a:rect l="l" t="t" r="r" b="b"/>
              <a:pathLst>
                <a:path w="1518" h="2065" extrusionOk="0">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74"/>
            <p:cNvSpPr/>
            <p:nvPr/>
          </p:nvSpPr>
          <p:spPr>
            <a:xfrm>
              <a:off x="5919667" y="2050081"/>
              <a:ext cx="34191" cy="20619"/>
            </a:xfrm>
            <a:custGeom>
              <a:avLst/>
              <a:gdLst/>
              <a:ahLst/>
              <a:cxnLst/>
              <a:rect l="l" t="t" r="r" b="b"/>
              <a:pathLst>
                <a:path w="1305" h="787" extrusionOk="0">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74"/>
            <p:cNvSpPr/>
            <p:nvPr/>
          </p:nvSpPr>
          <p:spPr>
            <a:xfrm>
              <a:off x="6013096" y="2018301"/>
              <a:ext cx="39510" cy="52898"/>
            </a:xfrm>
            <a:custGeom>
              <a:avLst/>
              <a:gdLst/>
              <a:ahLst/>
              <a:cxnLst/>
              <a:rect l="l" t="t" r="r" b="b"/>
              <a:pathLst>
                <a:path w="1508" h="2019" extrusionOk="0">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74"/>
            <p:cNvSpPr/>
            <p:nvPr/>
          </p:nvSpPr>
          <p:spPr>
            <a:xfrm>
              <a:off x="6012834" y="2050841"/>
              <a:ext cx="34191" cy="20619"/>
            </a:xfrm>
            <a:custGeom>
              <a:avLst/>
              <a:gdLst/>
              <a:ahLst/>
              <a:cxnLst/>
              <a:rect l="l" t="t" r="r" b="b"/>
              <a:pathLst>
                <a:path w="1305" h="787" extrusionOk="0">
                  <a:moveTo>
                    <a:pt x="173" y="1"/>
                  </a:moveTo>
                  <a:lnTo>
                    <a:pt x="1" y="787"/>
                  </a:lnTo>
                  <a:lnTo>
                    <a:pt x="1141" y="787"/>
                  </a:lnTo>
                  <a:lnTo>
                    <a:pt x="1304"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74"/>
            <p:cNvSpPr/>
            <p:nvPr/>
          </p:nvSpPr>
          <p:spPr>
            <a:xfrm>
              <a:off x="5764222" y="2069679"/>
              <a:ext cx="201190" cy="176798"/>
            </a:xfrm>
            <a:custGeom>
              <a:avLst/>
              <a:gdLst/>
              <a:ahLst/>
              <a:cxnLst/>
              <a:rect l="l" t="t" r="r" b="b"/>
              <a:pathLst>
                <a:path w="7679" h="6748" extrusionOk="0">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74"/>
            <p:cNvSpPr/>
            <p:nvPr/>
          </p:nvSpPr>
          <p:spPr>
            <a:xfrm>
              <a:off x="5769750" y="2069679"/>
              <a:ext cx="195662" cy="176562"/>
            </a:xfrm>
            <a:custGeom>
              <a:avLst/>
              <a:gdLst/>
              <a:ahLst/>
              <a:cxnLst/>
              <a:rect l="l" t="t" r="r" b="b"/>
              <a:pathLst>
                <a:path w="7468" h="6739" extrusionOk="0">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74"/>
            <p:cNvSpPr/>
            <p:nvPr/>
          </p:nvSpPr>
          <p:spPr>
            <a:xfrm>
              <a:off x="5987236" y="2069679"/>
              <a:ext cx="151279" cy="119289"/>
            </a:xfrm>
            <a:custGeom>
              <a:avLst/>
              <a:gdLst/>
              <a:ahLst/>
              <a:cxnLst/>
              <a:rect l="l" t="t" r="r" b="b"/>
              <a:pathLst>
                <a:path w="5774" h="4553" extrusionOk="0">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74"/>
            <p:cNvSpPr/>
            <p:nvPr/>
          </p:nvSpPr>
          <p:spPr>
            <a:xfrm>
              <a:off x="5986974" y="2071434"/>
              <a:ext cx="146930" cy="117533"/>
            </a:xfrm>
            <a:custGeom>
              <a:avLst/>
              <a:gdLst/>
              <a:ahLst/>
              <a:cxnLst/>
              <a:rect l="l" t="t" r="r" b="b"/>
              <a:pathLst>
                <a:path w="5608" h="4486" extrusionOk="0">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74"/>
            <p:cNvSpPr/>
            <p:nvPr/>
          </p:nvSpPr>
          <p:spPr>
            <a:xfrm>
              <a:off x="5958836" y="2073452"/>
              <a:ext cx="44985" cy="133122"/>
            </a:xfrm>
            <a:custGeom>
              <a:avLst/>
              <a:gdLst/>
              <a:ahLst/>
              <a:cxnLst/>
              <a:rect l="l" t="t" r="r" b="b"/>
              <a:pathLst>
                <a:path w="1717" h="5081" extrusionOk="0">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2" name="Google Shape;8782;p74"/>
          <p:cNvGrpSpPr/>
          <p:nvPr/>
        </p:nvGrpSpPr>
        <p:grpSpPr>
          <a:xfrm>
            <a:off x="5325477" y="2016441"/>
            <a:ext cx="361927" cy="276515"/>
            <a:chOff x="5325477" y="2016441"/>
            <a:chExt cx="361927" cy="276515"/>
          </a:xfrm>
        </p:grpSpPr>
        <p:sp>
          <p:nvSpPr>
            <p:cNvPr id="8783" name="Google Shape;8783;p74"/>
            <p:cNvSpPr/>
            <p:nvPr/>
          </p:nvSpPr>
          <p:spPr>
            <a:xfrm>
              <a:off x="5514091" y="2232853"/>
              <a:ext cx="35449" cy="60103"/>
            </a:xfrm>
            <a:custGeom>
              <a:avLst/>
              <a:gdLst/>
              <a:ahLst/>
              <a:cxnLst/>
              <a:rect l="l" t="t" r="r" b="b"/>
              <a:pathLst>
                <a:path w="1353" h="2294" extrusionOk="0">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74"/>
            <p:cNvSpPr/>
            <p:nvPr/>
          </p:nvSpPr>
          <p:spPr>
            <a:xfrm>
              <a:off x="5605633" y="2232879"/>
              <a:ext cx="35291" cy="60077"/>
            </a:xfrm>
            <a:custGeom>
              <a:avLst/>
              <a:gdLst/>
              <a:ahLst/>
              <a:cxnLst/>
              <a:rect l="l" t="t" r="r" b="b"/>
              <a:pathLst>
                <a:path w="1347" h="2293" extrusionOk="0">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74"/>
            <p:cNvSpPr/>
            <p:nvPr/>
          </p:nvSpPr>
          <p:spPr>
            <a:xfrm>
              <a:off x="5466852" y="2264476"/>
              <a:ext cx="219530" cy="28479"/>
            </a:xfrm>
            <a:custGeom>
              <a:avLst/>
              <a:gdLst/>
              <a:ahLst/>
              <a:cxnLst/>
              <a:rect l="l" t="t" r="r" b="b"/>
              <a:pathLst>
                <a:path w="8379" h="1087" extrusionOk="0">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74"/>
            <p:cNvSpPr/>
            <p:nvPr/>
          </p:nvSpPr>
          <p:spPr>
            <a:xfrm>
              <a:off x="5325477" y="2064413"/>
              <a:ext cx="361665" cy="177060"/>
            </a:xfrm>
            <a:custGeom>
              <a:avLst/>
              <a:gdLst/>
              <a:ahLst/>
              <a:cxnLst/>
              <a:rect l="l" t="t" r="r" b="b"/>
              <a:pathLst>
                <a:path w="13804" h="6758" extrusionOk="0">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74"/>
            <p:cNvSpPr/>
            <p:nvPr/>
          </p:nvSpPr>
          <p:spPr>
            <a:xfrm>
              <a:off x="5325477" y="2064413"/>
              <a:ext cx="361927" cy="171793"/>
            </a:xfrm>
            <a:custGeom>
              <a:avLst/>
              <a:gdLst/>
              <a:ahLst/>
              <a:cxnLst/>
              <a:rect l="l" t="t" r="r" b="b"/>
              <a:pathLst>
                <a:path w="13814" h="6557" extrusionOk="0">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74"/>
            <p:cNvSpPr/>
            <p:nvPr/>
          </p:nvSpPr>
          <p:spPr>
            <a:xfrm>
              <a:off x="5567329" y="2102062"/>
              <a:ext cx="111036" cy="101735"/>
            </a:xfrm>
            <a:custGeom>
              <a:avLst/>
              <a:gdLst/>
              <a:ahLst/>
              <a:cxnLst/>
              <a:rect l="l" t="t" r="r" b="b"/>
              <a:pathLst>
                <a:path w="4238" h="3883" extrusionOk="0">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74"/>
            <p:cNvSpPr/>
            <p:nvPr/>
          </p:nvSpPr>
          <p:spPr>
            <a:xfrm>
              <a:off x="5567329" y="2102062"/>
              <a:ext cx="111036" cy="101735"/>
            </a:xfrm>
            <a:custGeom>
              <a:avLst/>
              <a:gdLst/>
              <a:ahLst/>
              <a:cxnLst/>
              <a:rect l="l" t="t" r="r" b="b"/>
              <a:pathLst>
                <a:path w="4238" h="3883" extrusionOk="0">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74"/>
            <p:cNvSpPr/>
            <p:nvPr/>
          </p:nvSpPr>
          <p:spPr>
            <a:xfrm>
              <a:off x="5506309" y="2128943"/>
              <a:ext cx="37676" cy="63587"/>
            </a:xfrm>
            <a:custGeom>
              <a:avLst/>
              <a:gdLst/>
              <a:ahLst/>
              <a:cxnLst/>
              <a:rect l="l" t="t" r="r" b="b"/>
              <a:pathLst>
                <a:path w="1438" h="2427" extrusionOk="0">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74"/>
            <p:cNvSpPr/>
            <p:nvPr/>
          </p:nvSpPr>
          <p:spPr>
            <a:xfrm>
              <a:off x="5530413" y="2128681"/>
              <a:ext cx="13572" cy="63823"/>
            </a:xfrm>
            <a:custGeom>
              <a:avLst/>
              <a:gdLst/>
              <a:ahLst/>
              <a:cxnLst/>
              <a:rect l="l" t="t" r="r" b="b"/>
              <a:pathLst>
                <a:path w="518" h="2436" extrusionOk="0">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74"/>
            <p:cNvSpPr/>
            <p:nvPr/>
          </p:nvSpPr>
          <p:spPr>
            <a:xfrm>
              <a:off x="5503532" y="2078718"/>
              <a:ext cx="17606" cy="17868"/>
            </a:xfrm>
            <a:custGeom>
              <a:avLst/>
              <a:gdLst/>
              <a:ahLst/>
              <a:cxnLst/>
              <a:rect l="l" t="t" r="r" b="b"/>
              <a:pathLst>
                <a:path w="672" h="682" extrusionOk="0">
                  <a:moveTo>
                    <a:pt x="1" y="0"/>
                  </a:moveTo>
                  <a:lnTo>
                    <a:pt x="1" y="681"/>
                  </a:lnTo>
                  <a:lnTo>
                    <a:pt x="672" y="681"/>
                  </a:lnTo>
                  <a:lnTo>
                    <a:pt x="672" y="0"/>
                  </a:lnTo>
                  <a:close/>
                </a:path>
              </a:pathLst>
            </a:custGeom>
            <a:solidFill>
              <a:srgbClr val="C3CB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74"/>
            <p:cNvSpPr/>
            <p:nvPr/>
          </p:nvSpPr>
          <p:spPr>
            <a:xfrm>
              <a:off x="5489960" y="2060876"/>
              <a:ext cx="44226" cy="17868"/>
            </a:xfrm>
            <a:custGeom>
              <a:avLst/>
              <a:gdLst/>
              <a:ahLst/>
              <a:cxnLst/>
              <a:rect l="l" t="t" r="r" b="b"/>
              <a:pathLst>
                <a:path w="1688" h="682" extrusionOk="0">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74"/>
            <p:cNvSpPr/>
            <p:nvPr/>
          </p:nvSpPr>
          <p:spPr>
            <a:xfrm>
              <a:off x="5518859" y="2060640"/>
              <a:ext cx="15589" cy="18104"/>
            </a:xfrm>
            <a:custGeom>
              <a:avLst/>
              <a:gdLst/>
              <a:ahLst/>
              <a:cxnLst/>
              <a:rect l="l" t="t" r="r" b="b"/>
              <a:pathLst>
                <a:path w="595" h="691" extrusionOk="0">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74"/>
            <p:cNvSpPr/>
            <p:nvPr/>
          </p:nvSpPr>
          <p:spPr>
            <a:xfrm>
              <a:off x="5496746" y="2016441"/>
              <a:ext cx="31178" cy="44461"/>
            </a:xfrm>
            <a:custGeom>
              <a:avLst/>
              <a:gdLst/>
              <a:ahLst/>
              <a:cxnLst/>
              <a:rect l="l" t="t" r="r" b="b"/>
              <a:pathLst>
                <a:path w="1190" h="1697" extrusionOk="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74"/>
            <p:cNvSpPr/>
            <p:nvPr/>
          </p:nvSpPr>
          <p:spPr>
            <a:xfrm>
              <a:off x="5502039" y="2016441"/>
              <a:ext cx="25886" cy="44226"/>
            </a:xfrm>
            <a:custGeom>
              <a:avLst/>
              <a:gdLst/>
              <a:ahLst/>
              <a:cxnLst/>
              <a:rect l="l" t="t" r="r" b="b"/>
              <a:pathLst>
                <a:path w="988" h="1688" extrusionOk="0">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74"/>
            <p:cNvSpPr/>
            <p:nvPr/>
          </p:nvSpPr>
          <p:spPr>
            <a:xfrm>
              <a:off x="5363676" y="2019165"/>
              <a:ext cx="133096" cy="34741"/>
            </a:xfrm>
            <a:custGeom>
              <a:avLst/>
              <a:gdLst/>
              <a:ahLst/>
              <a:cxnLst/>
              <a:rect l="l" t="t" r="r" b="b"/>
              <a:pathLst>
                <a:path w="5080" h="1326" extrusionOk="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74"/>
            <p:cNvSpPr/>
            <p:nvPr/>
          </p:nvSpPr>
          <p:spPr>
            <a:xfrm>
              <a:off x="5482939" y="2025977"/>
              <a:ext cx="14331" cy="21379"/>
            </a:xfrm>
            <a:custGeom>
              <a:avLst/>
              <a:gdLst/>
              <a:ahLst/>
              <a:cxnLst/>
              <a:rect l="l" t="t" r="r" b="b"/>
              <a:pathLst>
                <a:path w="547" h="816" extrusionOk="0">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74"/>
            <p:cNvSpPr/>
            <p:nvPr/>
          </p:nvSpPr>
          <p:spPr>
            <a:xfrm>
              <a:off x="5584647" y="2123179"/>
              <a:ext cx="26645" cy="52007"/>
            </a:xfrm>
            <a:custGeom>
              <a:avLst/>
              <a:gdLst/>
              <a:ahLst/>
              <a:cxnLst/>
              <a:rect l="l" t="t" r="r" b="b"/>
              <a:pathLst>
                <a:path w="1017" h="1985" extrusionOk="0">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74"/>
            <p:cNvSpPr/>
            <p:nvPr/>
          </p:nvSpPr>
          <p:spPr>
            <a:xfrm>
              <a:off x="5592429" y="2123913"/>
              <a:ext cx="18366" cy="51011"/>
            </a:xfrm>
            <a:custGeom>
              <a:avLst/>
              <a:gdLst/>
              <a:ahLst/>
              <a:cxnLst/>
              <a:rect l="l" t="t" r="r" b="b"/>
              <a:pathLst>
                <a:path w="701" h="1947" extrusionOk="0">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74"/>
            <p:cNvSpPr/>
            <p:nvPr/>
          </p:nvSpPr>
          <p:spPr>
            <a:xfrm>
              <a:off x="5526378" y="2019165"/>
              <a:ext cx="133096" cy="34558"/>
            </a:xfrm>
            <a:custGeom>
              <a:avLst/>
              <a:gdLst/>
              <a:ahLst/>
              <a:cxnLst/>
              <a:rect l="l" t="t" r="r" b="b"/>
              <a:pathLst>
                <a:path w="5080" h="1319" extrusionOk="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74"/>
            <p:cNvSpPr/>
            <p:nvPr/>
          </p:nvSpPr>
          <p:spPr>
            <a:xfrm>
              <a:off x="5526143" y="2025977"/>
              <a:ext cx="14593" cy="21379"/>
            </a:xfrm>
            <a:custGeom>
              <a:avLst/>
              <a:gdLst/>
              <a:ahLst/>
              <a:cxnLst/>
              <a:rect l="l" t="t" r="r" b="b"/>
              <a:pathLst>
                <a:path w="557" h="816" extrusionOk="0">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3" name="Google Shape;8803;p74"/>
          <p:cNvGrpSpPr/>
          <p:nvPr/>
        </p:nvGrpSpPr>
        <p:grpSpPr>
          <a:xfrm>
            <a:off x="4870671" y="2017200"/>
            <a:ext cx="364180" cy="274812"/>
            <a:chOff x="4870671" y="2017200"/>
            <a:chExt cx="364180" cy="274812"/>
          </a:xfrm>
        </p:grpSpPr>
        <p:sp>
          <p:nvSpPr>
            <p:cNvPr id="8804" name="Google Shape;8804;p74"/>
            <p:cNvSpPr/>
            <p:nvPr/>
          </p:nvSpPr>
          <p:spPr>
            <a:xfrm>
              <a:off x="5143151" y="2097294"/>
              <a:ext cx="91700" cy="115044"/>
            </a:xfrm>
            <a:custGeom>
              <a:avLst/>
              <a:gdLst/>
              <a:ahLst/>
              <a:cxnLst/>
              <a:rect l="l" t="t" r="r" b="b"/>
              <a:pathLst>
                <a:path w="3500" h="4391" extrusionOk="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74"/>
            <p:cNvSpPr/>
            <p:nvPr/>
          </p:nvSpPr>
          <p:spPr>
            <a:xfrm>
              <a:off x="5143151" y="2097058"/>
              <a:ext cx="33667" cy="115280"/>
            </a:xfrm>
            <a:custGeom>
              <a:avLst/>
              <a:gdLst/>
              <a:ahLst/>
              <a:cxnLst/>
              <a:rect l="l" t="t" r="r" b="b"/>
              <a:pathLst>
                <a:path w="1285" h="4400" extrusionOk="0">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74"/>
            <p:cNvSpPr/>
            <p:nvPr/>
          </p:nvSpPr>
          <p:spPr>
            <a:xfrm>
              <a:off x="4870671" y="2017200"/>
              <a:ext cx="290584" cy="274471"/>
            </a:xfrm>
            <a:custGeom>
              <a:avLst/>
              <a:gdLst/>
              <a:ahLst/>
              <a:cxnLst/>
              <a:rect l="l" t="t" r="r" b="b"/>
              <a:pathLst>
                <a:path w="11091" h="10476" extrusionOk="0">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74"/>
            <p:cNvSpPr/>
            <p:nvPr/>
          </p:nvSpPr>
          <p:spPr>
            <a:xfrm>
              <a:off x="4911595" y="2046309"/>
              <a:ext cx="263729" cy="245704"/>
            </a:xfrm>
            <a:custGeom>
              <a:avLst/>
              <a:gdLst/>
              <a:ahLst/>
              <a:cxnLst/>
              <a:rect l="l" t="t" r="r" b="b"/>
              <a:pathLst>
                <a:path w="10066" h="9378" extrusionOk="0">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74"/>
            <p:cNvSpPr/>
            <p:nvPr/>
          </p:nvSpPr>
          <p:spPr>
            <a:xfrm>
              <a:off x="4872688" y="2101774"/>
              <a:ext cx="28899" cy="103045"/>
            </a:xfrm>
            <a:custGeom>
              <a:avLst/>
              <a:gdLst/>
              <a:ahLst/>
              <a:cxnLst/>
              <a:rect l="l" t="t" r="r" b="b"/>
              <a:pathLst>
                <a:path w="1103" h="3933" extrusionOk="0">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74"/>
            <p:cNvSpPr/>
            <p:nvPr/>
          </p:nvSpPr>
          <p:spPr>
            <a:xfrm>
              <a:off x="4873946" y="2075024"/>
              <a:ext cx="73858" cy="159427"/>
            </a:xfrm>
            <a:custGeom>
              <a:avLst/>
              <a:gdLst/>
              <a:ahLst/>
              <a:cxnLst/>
              <a:rect l="l" t="t" r="r" b="b"/>
              <a:pathLst>
                <a:path w="2819" h="6085" extrusionOk="0">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74"/>
            <p:cNvSpPr/>
            <p:nvPr/>
          </p:nvSpPr>
          <p:spPr>
            <a:xfrm>
              <a:off x="4904312" y="2074945"/>
              <a:ext cx="43492" cy="159244"/>
            </a:xfrm>
            <a:custGeom>
              <a:avLst/>
              <a:gdLst/>
              <a:ahLst/>
              <a:cxnLst/>
              <a:rect l="l" t="t" r="r" b="b"/>
              <a:pathLst>
                <a:path w="1660" h="6078" extrusionOk="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74"/>
            <p:cNvSpPr/>
            <p:nvPr/>
          </p:nvSpPr>
          <p:spPr>
            <a:xfrm>
              <a:off x="4877693" y="2119407"/>
              <a:ext cx="36706" cy="70583"/>
            </a:xfrm>
            <a:custGeom>
              <a:avLst/>
              <a:gdLst/>
              <a:ahLst/>
              <a:cxnLst/>
              <a:rect l="l" t="t" r="r" b="b"/>
              <a:pathLst>
                <a:path w="1401" h="2694" extrusionOk="0">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74"/>
            <p:cNvSpPr/>
            <p:nvPr/>
          </p:nvSpPr>
          <p:spPr>
            <a:xfrm>
              <a:off x="5047888" y="2085504"/>
              <a:ext cx="106346" cy="54024"/>
            </a:xfrm>
            <a:custGeom>
              <a:avLst/>
              <a:gdLst/>
              <a:ahLst/>
              <a:cxnLst/>
              <a:rect l="l" t="t" r="r" b="b"/>
              <a:pathLst>
                <a:path w="4059" h="2062" extrusionOk="0">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74"/>
            <p:cNvSpPr/>
            <p:nvPr/>
          </p:nvSpPr>
          <p:spPr>
            <a:xfrm>
              <a:off x="5056508" y="2170313"/>
              <a:ext cx="99717" cy="68644"/>
            </a:xfrm>
            <a:custGeom>
              <a:avLst/>
              <a:gdLst/>
              <a:ahLst/>
              <a:cxnLst/>
              <a:rect l="l" t="t" r="r" b="b"/>
              <a:pathLst>
                <a:path w="3806" h="2620" extrusionOk="0">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74"/>
            <p:cNvSpPr/>
            <p:nvPr/>
          </p:nvSpPr>
          <p:spPr>
            <a:xfrm>
              <a:off x="5064368" y="2140995"/>
              <a:ext cx="45405" cy="20567"/>
            </a:xfrm>
            <a:custGeom>
              <a:avLst/>
              <a:gdLst/>
              <a:ahLst/>
              <a:cxnLst/>
              <a:rect l="l" t="t" r="r" b="b"/>
              <a:pathLst>
                <a:path w="1733" h="785" extrusionOk="0">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74"/>
            <p:cNvSpPr/>
            <p:nvPr/>
          </p:nvSpPr>
          <p:spPr>
            <a:xfrm>
              <a:off x="5039556" y="2037479"/>
              <a:ext cx="75482" cy="44016"/>
            </a:xfrm>
            <a:custGeom>
              <a:avLst/>
              <a:gdLst/>
              <a:ahLst/>
              <a:cxnLst/>
              <a:rect l="l" t="t" r="r" b="b"/>
              <a:pathLst>
                <a:path w="2881" h="1680" extrusionOk="0">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74"/>
            <p:cNvSpPr/>
            <p:nvPr/>
          </p:nvSpPr>
          <p:spPr>
            <a:xfrm>
              <a:off x="5016002" y="2240634"/>
              <a:ext cx="61884" cy="30995"/>
            </a:xfrm>
            <a:custGeom>
              <a:avLst/>
              <a:gdLst/>
              <a:ahLst/>
              <a:cxnLst/>
              <a:rect l="l" t="t" r="r" b="b"/>
              <a:pathLst>
                <a:path w="2362" h="1183" extrusionOk="0">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7" name="Google Shape;8817;p74"/>
          <p:cNvGrpSpPr/>
          <p:nvPr/>
        </p:nvGrpSpPr>
        <p:grpSpPr>
          <a:xfrm>
            <a:off x="7144726" y="3355496"/>
            <a:ext cx="260690" cy="362032"/>
            <a:chOff x="7144726" y="3355496"/>
            <a:chExt cx="260690" cy="362032"/>
          </a:xfrm>
        </p:grpSpPr>
        <p:sp>
          <p:nvSpPr>
            <p:cNvPr id="8818" name="Google Shape;8818;p74"/>
            <p:cNvSpPr/>
            <p:nvPr/>
          </p:nvSpPr>
          <p:spPr>
            <a:xfrm>
              <a:off x="7144726" y="3355496"/>
              <a:ext cx="260690" cy="362032"/>
            </a:xfrm>
            <a:custGeom>
              <a:avLst/>
              <a:gdLst/>
              <a:ahLst/>
              <a:cxnLst/>
              <a:rect l="l" t="t" r="r" b="b"/>
              <a:pathLst>
                <a:path w="9950" h="13818" extrusionOk="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74"/>
            <p:cNvSpPr/>
            <p:nvPr/>
          </p:nvSpPr>
          <p:spPr>
            <a:xfrm>
              <a:off x="7232601" y="3355496"/>
              <a:ext cx="172579" cy="330277"/>
            </a:xfrm>
            <a:custGeom>
              <a:avLst/>
              <a:gdLst/>
              <a:ahLst/>
              <a:cxnLst/>
              <a:rect l="l" t="t" r="r" b="b"/>
              <a:pathLst>
                <a:path w="6587" h="12606" extrusionOk="0">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74"/>
            <p:cNvSpPr/>
            <p:nvPr/>
          </p:nvSpPr>
          <p:spPr>
            <a:xfrm>
              <a:off x="7302424" y="3660936"/>
              <a:ext cx="85910" cy="52950"/>
            </a:xfrm>
            <a:custGeom>
              <a:avLst/>
              <a:gdLst/>
              <a:ahLst/>
              <a:cxnLst/>
              <a:rect l="l" t="t" r="r" b="b"/>
              <a:pathLst>
                <a:path w="3279" h="2021" extrusionOk="0">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74"/>
            <p:cNvSpPr/>
            <p:nvPr/>
          </p:nvSpPr>
          <p:spPr>
            <a:xfrm>
              <a:off x="7161285" y="3661198"/>
              <a:ext cx="84652" cy="52452"/>
            </a:xfrm>
            <a:custGeom>
              <a:avLst/>
              <a:gdLst/>
              <a:ahLst/>
              <a:cxnLst/>
              <a:rect l="l" t="t" r="r" b="b"/>
              <a:pathLst>
                <a:path w="3231" h="2002" extrusionOk="0">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74"/>
            <p:cNvSpPr/>
            <p:nvPr/>
          </p:nvSpPr>
          <p:spPr>
            <a:xfrm>
              <a:off x="7175066" y="3655617"/>
              <a:ext cx="71631" cy="39195"/>
            </a:xfrm>
            <a:custGeom>
              <a:avLst/>
              <a:gdLst/>
              <a:ahLst/>
              <a:cxnLst/>
              <a:rect l="l" t="t" r="r" b="b"/>
              <a:pathLst>
                <a:path w="2734" h="1496" extrusionOk="0">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74"/>
            <p:cNvSpPr/>
            <p:nvPr/>
          </p:nvSpPr>
          <p:spPr>
            <a:xfrm>
              <a:off x="7302686" y="3655670"/>
              <a:ext cx="72784" cy="39143"/>
            </a:xfrm>
            <a:custGeom>
              <a:avLst/>
              <a:gdLst/>
              <a:ahLst/>
              <a:cxnLst/>
              <a:rect l="l" t="t" r="r" b="b"/>
              <a:pathLst>
                <a:path w="2778" h="1494" extrusionOk="0">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4" name="Google Shape;8824;p74"/>
          <p:cNvGrpSpPr/>
          <p:nvPr/>
        </p:nvGrpSpPr>
        <p:grpSpPr>
          <a:xfrm>
            <a:off x="6705719" y="4278051"/>
            <a:ext cx="261712" cy="361770"/>
            <a:chOff x="6705719" y="4278051"/>
            <a:chExt cx="261712" cy="361770"/>
          </a:xfrm>
        </p:grpSpPr>
        <p:sp>
          <p:nvSpPr>
            <p:cNvPr id="8825" name="Google Shape;8825;p74"/>
            <p:cNvSpPr/>
            <p:nvPr/>
          </p:nvSpPr>
          <p:spPr>
            <a:xfrm>
              <a:off x="6863443" y="4340328"/>
              <a:ext cx="14331" cy="32802"/>
            </a:xfrm>
            <a:custGeom>
              <a:avLst/>
              <a:gdLst/>
              <a:ahLst/>
              <a:cxnLst/>
              <a:rect l="l" t="t" r="r" b="b"/>
              <a:pathLst>
                <a:path w="547" h="1252" extrusionOk="0">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74"/>
            <p:cNvSpPr/>
            <p:nvPr/>
          </p:nvSpPr>
          <p:spPr>
            <a:xfrm>
              <a:off x="6863443" y="4573875"/>
              <a:ext cx="14331" cy="65945"/>
            </a:xfrm>
            <a:custGeom>
              <a:avLst/>
              <a:gdLst/>
              <a:ahLst/>
              <a:cxnLst/>
              <a:rect l="l" t="t" r="r" b="b"/>
              <a:pathLst>
                <a:path w="547" h="2517" extrusionOk="0">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74"/>
            <p:cNvSpPr/>
            <p:nvPr/>
          </p:nvSpPr>
          <p:spPr>
            <a:xfrm>
              <a:off x="6773787" y="4364563"/>
              <a:ext cx="193644" cy="190133"/>
            </a:xfrm>
            <a:custGeom>
              <a:avLst/>
              <a:gdLst/>
              <a:ahLst/>
              <a:cxnLst/>
              <a:rect l="l" t="t" r="r" b="b"/>
              <a:pathLst>
                <a:path w="7391" h="7257" extrusionOk="0">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74"/>
            <p:cNvSpPr/>
            <p:nvPr/>
          </p:nvSpPr>
          <p:spPr>
            <a:xfrm>
              <a:off x="6877512" y="4364563"/>
              <a:ext cx="89918" cy="190133"/>
            </a:xfrm>
            <a:custGeom>
              <a:avLst/>
              <a:gdLst/>
              <a:ahLst/>
              <a:cxnLst/>
              <a:rect l="l" t="t" r="r" b="b"/>
              <a:pathLst>
                <a:path w="3432" h="7257" extrusionOk="0">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74"/>
            <p:cNvSpPr/>
            <p:nvPr/>
          </p:nvSpPr>
          <p:spPr>
            <a:xfrm>
              <a:off x="6779315" y="4427600"/>
              <a:ext cx="182850" cy="127096"/>
            </a:xfrm>
            <a:custGeom>
              <a:avLst/>
              <a:gdLst/>
              <a:ahLst/>
              <a:cxnLst/>
              <a:rect l="l" t="t" r="r" b="b"/>
              <a:pathLst>
                <a:path w="6979" h="4851" extrusionOk="0">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74"/>
            <p:cNvSpPr/>
            <p:nvPr/>
          </p:nvSpPr>
          <p:spPr>
            <a:xfrm>
              <a:off x="6877512" y="4427600"/>
              <a:ext cx="84652" cy="127096"/>
            </a:xfrm>
            <a:custGeom>
              <a:avLst/>
              <a:gdLst/>
              <a:ahLst/>
              <a:cxnLst/>
              <a:rect l="l" t="t" r="r" b="b"/>
              <a:pathLst>
                <a:path w="3231" h="4851" extrusionOk="0">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74"/>
            <p:cNvSpPr/>
            <p:nvPr/>
          </p:nvSpPr>
          <p:spPr>
            <a:xfrm>
              <a:off x="6826029" y="4554670"/>
              <a:ext cx="89421" cy="29396"/>
            </a:xfrm>
            <a:custGeom>
              <a:avLst/>
              <a:gdLst/>
              <a:ahLst/>
              <a:cxnLst/>
              <a:rect l="l" t="t" r="r" b="b"/>
              <a:pathLst>
                <a:path w="3413" h="1122" extrusionOk="0">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74"/>
            <p:cNvSpPr/>
            <p:nvPr/>
          </p:nvSpPr>
          <p:spPr>
            <a:xfrm>
              <a:off x="6871722" y="4554670"/>
              <a:ext cx="43728" cy="29396"/>
            </a:xfrm>
            <a:custGeom>
              <a:avLst/>
              <a:gdLst/>
              <a:ahLst/>
              <a:cxnLst/>
              <a:rect l="l" t="t" r="r" b="b"/>
              <a:pathLst>
                <a:path w="1669" h="1122" extrusionOk="0">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74"/>
            <p:cNvSpPr/>
            <p:nvPr/>
          </p:nvSpPr>
          <p:spPr>
            <a:xfrm>
              <a:off x="6863443" y="4278051"/>
              <a:ext cx="14331" cy="32540"/>
            </a:xfrm>
            <a:custGeom>
              <a:avLst/>
              <a:gdLst/>
              <a:ahLst/>
              <a:cxnLst/>
              <a:rect l="l" t="t" r="r" b="b"/>
              <a:pathLst>
                <a:path w="547" h="1242" extrusionOk="0">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74"/>
            <p:cNvSpPr/>
            <p:nvPr/>
          </p:nvSpPr>
          <p:spPr>
            <a:xfrm>
              <a:off x="6705719" y="4296312"/>
              <a:ext cx="200430" cy="343508"/>
            </a:xfrm>
            <a:custGeom>
              <a:avLst/>
              <a:gdLst/>
              <a:ahLst/>
              <a:cxnLst/>
              <a:rect l="l" t="t" r="r" b="b"/>
              <a:pathLst>
                <a:path w="7650" h="13111" extrusionOk="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74"/>
            <p:cNvSpPr/>
            <p:nvPr/>
          </p:nvSpPr>
          <p:spPr>
            <a:xfrm>
              <a:off x="6922367" y="4395689"/>
              <a:ext cx="42811" cy="14358"/>
            </a:xfrm>
            <a:custGeom>
              <a:avLst/>
              <a:gdLst/>
              <a:ahLst/>
              <a:cxnLst/>
              <a:rect l="l" t="t" r="r" b="b"/>
              <a:pathLst>
                <a:path w="1634" h="548" extrusionOk="0">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74"/>
            <p:cNvSpPr/>
            <p:nvPr/>
          </p:nvSpPr>
          <p:spPr>
            <a:xfrm>
              <a:off x="6901092" y="4445390"/>
              <a:ext cx="59317" cy="14148"/>
            </a:xfrm>
            <a:custGeom>
              <a:avLst/>
              <a:gdLst/>
              <a:ahLst/>
              <a:cxnLst/>
              <a:rect l="l" t="t" r="r" b="b"/>
              <a:pathLst>
                <a:path w="2264" h="540" extrusionOk="0">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74"/>
            <p:cNvSpPr/>
            <p:nvPr/>
          </p:nvSpPr>
          <p:spPr>
            <a:xfrm>
              <a:off x="6922445" y="4420526"/>
              <a:ext cx="40217" cy="14148"/>
            </a:xfrm>
            <a:custGeom>
              <a:avLst/>
              <a:gdLst/>
              <a:ahLst/>
              <a:cxnLst/>
              <a:rect l="l" t="t" r="r" b="b"/>
              <a:pathLst>
                <a:path w="1535" h="540" extrusionOk="0">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74"/>
            <p:cNvSpPr/>
            <p:nvPr/>
          </p:nvSpPr>
          <p:spPr>
            <a:xfrm>
              <a:off x="6922445" y="4470254"/>
              <a:ext cx="35449" cy="14148"/>
            </a:xfrm>
            <a:custGeom>
              <a:avLst/>
              <a:gdLst/>
              <a:ahLst/>
              <a:cxnLst/>
              <a:rect l="l" t="t" r="r" b="b"/>
              <a:pathLst>
                <a:path w="1353" h="540" extrusionOk="0">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74"/>
            <p:cNvSpPr/>
            <p:nvPr/>
          </p:nvSpPr>
          <p:spPr>
            <a:xfrm>
              <a:off x="6901014" y="4494882"/>
              <a:ext cx="54365" cy="14358"/>
            </a:xfrm>
            <a:custGeom>
              <a:avLst/>
              <a:gdLst/>
              <a:ahLst/>
              <a:cxnLst/>
              <a:rect l="l" t="t" r="r" b="b"/>
              <a:pathLst>
                <a:path w="2075" h="548" extrusionOk="0">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0" name="Google Shape;8840;p74"/>
          <p:cNvGrpSpPr/>
          <p:nvPr/>
        </p:nvGrpSpPr>
        <p:grpSpPr>
          <a:xfrm>
            <a:off x="5750650" y="2891652"/>
            <a:ext cx="320216" cy="361403"/>
            <a:chOff x="5750650" y="2891652"/>
            <a:chExt cx="320216" cy="361403"/>
          </a:xfrm>
        </p:grpSpPr>
        <p:sp>
          <p:nvSpPr>
            <p:cNvPr id="8841" name="Google Shape;8841;p74"/>
            <p:cNvSpPr/>
            <p:nvPr/>
          </p:nvSpPr>
          <p:spPr>
            <a:xfrm>
              <a:off x="5750650" y="2891652"/>
              <a:ext cx="196919" cy="193644"/>
            </a:xfrm>
            <a:custGeom>
              <a:avLst/>
              <a:gdLst/>
              <a:ahLst/>
              <a:cxnLst/>
              <a:rect l="l" t="t" r="r" b="b"/>
              <a:pathLst>
                <a:path w="7516" h="7391" extrusionOk="0">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74"/>
            <p:cNvSpPr/>
            <p:nvPr/>
          </p:nvSpPr>
          <p:spPr>
            <a:xfrm>
              <a:off x="5847590" y="2891652"/>
              <a:ext cx="99979" cy="193644"/>
            </a:xfrm>
            <a:custGeom>
              <a:avLst/>
              <a:gdLst/>
              <a:ahLst/>
              <a:cxnLst/>
              <a:rect l="l" t="t" r="r" b="b"/>
              <a:pathLst>
                <a:path w="3816" h="7391" extrusionOk="0">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74"/>
            <p:cNvSpPr/>
            <p:nvPr/>
          </p:nvSpPr>
          <p:spPr>
            <a:xfrm>
              <a:off x="5753428" y="2930821"/>
              <a:ext cx="191129" cy="154475"/>
            </a:xfrm>
            <a:custGeom>
              <a:avLst/>
              <a:gdLst/>
              <a:ahLst/>
              <a:cxnLst/>
              <a:rect l="l" t="t" r="r" b="b"/>
              <a:pathLst>
                <a:path w="7295" h="5896" extrusionOk="0">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74"/>
            <p:cNvSpPr/>
            <p:nvPr/>
          </p:nvSpPr>
          <p:spPr>
            <a:xfrm>
              <a:off x="5847852" y="2930821"/>
              <a:ext cx="96966" cy="154475"/>
            </a:xfrm>
            <a:custGeom>
              <a:avLst/>
              <a:gdLst/>
              <a:ahLst/>
              <a:cxnLst/>
              <a:rect l="l" t="t" r="r" b="b"/>
              <a:pathLst>
                <a:path w="3701" h="5896" extrusionOk="0">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74"/>
            <p:cNvSpPr/>
            <p:nvPr/>
          </p:nvSpPr>
          <p:spPr>
            <a:xfrm>
              <a:off x="5803653" y="3085270"/>
              <a:ext cx="90940" cy="29920"/>
            </a:xfrm>
            <a:custGeom>
              <a:avLst/>
              <a:gdLst/>
              <a:ahLst/>
              <a:cxnLst/>
              <a:rect l="l" t="t" r="r" b="b"/>
              <a:pathLst>
                <a:path w="3471" h="1142" extrusionOk="0">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74"/>
            <p:cNvSpPr/>
            <p:nvPr/>
          </p:nvSpPr>
          <p:spPr>
            <a:xfrm>
              <a:off x="5847093" y="3085270"/>
              <a:ext cx="47501" cy="29920"/>
            </a:xfrm>
            <a:custGeom>
              <a:avLst/>
              <a:gdLst/>
              <a:ahLst/>
              <a:cxnLst/>
              <a:rect l="l" t="t" r="r" b="b"/>
              <a:pathLst>
                <a:path w="1813" h="1142" extrusionOk="0">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74"/>
            <p:cNvSpPr/>
            <p:nvPr/>
          </p:nvSpPr>
          <p:spPr>
            <a:xfrm>
              <a:off x="6041470" y="2936611"/>
              <a:ext cx="14331" cy="56016"/>
            </a:xfrm>
            <a:custGeom>
              <a:avLst/>
              <a:gdLst/>
              <a:ahLst/>
              <a:cxnLst/>
              <a:rect l="l" t="t" r="r" b="b"/>
              <a:pathLst>
                <a:path w="547" h="2138" extrusionOk="0">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74"/>
            <p:cNvSpPr/>
            <p:nvPr/>
          </p:nvSpPr>
          <p:spPr>
            <a:xfrm>
              <a:off x="6026405" y="2971247"/>
              <a:ext cx="44226" cy="94451"/>
            </a:xfrm>
            <a:custGeom>
              <a:avLst/>
              <a:gdLst/>
              <a:ahLst/>
              <a:cxnLst/>
              <a:rect l="l" t="t" r="r" b="b"/>
              <a:pathLst>
                <a:path w="1688" h="3605" extrusionOk="0">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74"/>
            <p:cNvSpPr/>
            <p:nvPr/>
          </p:nvSpPr>
          <p:spPr>
            <a:xfrm>
              <a:off x="6038955" y="2971247"/>
              <a:ext cx="31912" cy="94215"/>
            </a:xfrm>
            <a:custGeom>
              <a:avLst/>
              <a:gdLst/>
              <a:ahLst/>
              <a:cxnLst/>
              <a:rect l="l" t="t" r="r" b="b"/>
              <a:pathLst>
                <a:path w="1218" h="3596" extrusionOk="0">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74"/>
            <p:cNvSpPr/>
            <p:nvPr/>
          </p:nvSpPr>
          <p:spPr>
            <a:xfrm>
              <a:off x="5841826" y="3065934"/>
              <a:ext cx="212718" cy="187120"/>
            </a:xfrm>
            <a:custGeom>
              <a:avLst/>
              <a:gdLst/>
              <a:ahLst/>
              <a:cxnLst/>
              <a:rect l="l" t="t" r="r" b="b"/>
              <a:pathLst>
                <a:path w="8119" h="7142" extrusionOk="0">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74"/>
            <p:cNvSpPr/>
            <p:nvPr/>
          </p:nvSpPr>
          <p:spPr>
            <a:xfrm>
              <a:off x="5908610" y="2923511"/>
              <a:ext cx="36706" cy="14384"/>
            </a:xfrm>
            <a:custGeom>
              <a:avLst/>
              <a:gdLst/>
              <a:ahLst/>
              <a:cxnLst/>
              <a:rect l="l" t="t" r="r" b="b"/>
              <a:pathLst>
                <a:path w="1401" h="549" extrusionOk="0">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74"/>
            <p:cNvSpPr/>
            <p:nvPr/>
          </p:nvSpPr>
          <p:spPr>
            <a:xfrm>
              <a:off x="5886917" y="2973998"/>
              <a:ext cx="53369" cy="14620"/>
            </a:xfrm>
            <a:custGeom>
              <a:avLst/>
              <a:gdLst/>
              <a:ahLst/>
              <a:cxnLst/>
              <a:rect l="l" t="t" r="r" b="b"/>
              <a:pathLst>
                <a:path w="2037" h="558" extrusionOk="0">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74"/>
            <p:cNvSpPr/>
            <p:nvPr/>
          </p:nvSpPr>
          <p:spPr>
            <a:xfrm>
              <a:off x="5908532" y="2948637"/>
              <a:ext cx="34270" cy="14646"/>
            </a:xfrm>
            <a:custGeom>
              <a:avLst/>
              <a:gdLst/>
              <a:ahLst/>
              <a:cxnLst/>
              <a:rect l="l" t="t" r="r" b="b"/>
              <a:pathLst>
                <a:path w="1308" h="559" extrusionOk="0">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74"/>
            <p:cNvSpPr/>
            <p:nvPr/>
          </p:nvSpPr>
          <p:spPr>
            <a:xfrm>
              <a:off x="5908532" y="2999124"/>
              <a:ext cx="29501" cy="14620"/>
            </a:xfrm>
            <a:custGeom>
              <a:avLst/>
              <a:gdLst/>
              <a:ahLst/>
              <a:cxnLst/>
              <a:rect l="l" t="t" r="r" b="b"/>
              <a:pathLst>
                <a:path w="1126" h="558" extrusionOk="0">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74"/>
            <p:cNvSpPr/>
            <p:nvPr/>
          </p:nvSpPr>
          <p:spPr>
            <a:xfrm>
              <a:off x="5886995" y="3024459"/>
              <a:ext cx="48522" cy="14410"/>
            </a:xfrm>
            <a:custGeom>
              <a:avLst/>
              <a:gdLst/>
              <a:ahLst/>
              <a:cxnLst/>
              <a:rect l="l" t="t" r="r" b="b"/>
              <a:pathLst>
                <a:path w="1852" h="550" extrusionOk="0">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6" name="Google Shape;8856;p74"/>
          <p:cNvGrpSpPr/>
          <p:nvPr/>
        </p:nvGrpSpPr>
        <p:grpSpPr>
          <a:xfrm>
            <a:off x="6658009" y="2891390"/>
            <a:ext cx="315972" cy="361927"/>
            <a:chOff x="6658009" y="2891390"/>
            <a:chExt cx="315972" cy="361927"/>
          </a:xfrm>
        </p:grpSpPr>
        <p:sp>
          <p:nvSpPr>
            <p:cNvPr id="8857" name="Google Shape;8857;p74"/>
            <p:cNvSpPr/>
            <p:nvPr/>
          </p:nvSpPr>
          <p:spPr>
            <a:xfrm>
              <a:off x="6658009" y="2891390"/>
              <a:ext cx="315972" cy="361927"/>
            </a:xfrm>
            <a:custGeom>
              <a:avLst/>
              <a:gdLst/>
              <a:ahLst/>
              <a:cxnLst/>
              <a:rect l="l" t="t" r="r" b="b"/>
              <a:pathLst>
                <a:path w="12060" h="13814" extrusionOk="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74"/>
            <p:cNvSpPr/>
            <p:nvPr/>
          </p:nvSpPr>
          <p:spPr>
            <a:xfrm>
              <a:off x="6658507" y="2921284"/>
              <a:ext cx="315474" cy="332033"/>
            </a:xfrm>
            <a:custGeom>
              <a:avLst/>
              <a:gdLst/>
              <a:ahLst/>
              <a:cxnLst/>
              <a:rect l="l" t="t" r="r" b="b"/>
              <a:pathLst>
                <a:path w="12041" h="12673" extrusionOk="0">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74"/>
            <p:cNvSpPr/>
            <p:nvPr/>
          </p:nvSpPr>
          <p:spPr>
            <a:xfrm>
              <a:off x="6742897" y="2928567"/>
              <a:ext cx="146432" cy="55780"/>
            </a:xfrm>
            <a:custGeom>
              <a:avLst/>
              <a:gdLst/>
              <a:ahLst/>
              <a:cxnLst/>
              <a:rect l="l" t="t" r="r" b="b"/>
              <a:pathLst>
                <a:path w="5589" h="2129" extrusionOk="0">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74"/>
            <p:cNvSpPr/>
            <p:nvPr/>
          </p:nvSpPr>
          <p:spPr>
            <a:xfrm>
              <a:off x="6836562" y="2928567"/>
              <a:ext cx="52767" cy="55780"/>
            </a:xfrm>
            <a:custGeom>
              <a:avLst/>
              <a:gdLst/>
              <a:ahLst/>
              <a:cxnLst/>
              <a:rect l="l" t="t" r="r" b="b"/>
              <a:pathLst>
                <a:path w="2014" h="2129" extrusionOk="0">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74"/>
            <p:cNvSpPr/>
            <p:nvPr/>
          </p:nvSpPr>
          <p:spPr>
            <a:xfrm>
              <a:off x="6810702" y="3035856"/>
              <a:ext cx="11083" cy="162702"/>
            </a:xfrm>
            <a:custGeom>
              <a:avLst/>
              <a:gdLst/>
              <a:ahLst/>
              <a:cxnLst/>
              <a:rect l="l" t="t" r="r" b="b"/>
              <a:pathLst>
                <a:path w="423" h="6210" extrusionOk="0">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74"/>
            <p:cNvSpPr/>
            <p:nvPr/>
          </p:nvSpPr>
          <p:spPr>
            <a:xfrm>
              <a:off x="6724059" y="3209091"/>
              <a:ext cx="11083" cy="44226"/>
            </a:xfrm>
            <a:custGeom>
              <a:avLst/>
              <a:gdLst/>
              <a:ahLst/>
              <a:cxnLst/>
              <a:rect l="l" t="t" r="r" b="b"/>
              <a:pathLst>
                <a:path w="423" h="1688" extrusionOk="0">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74"/>
            <p:cNvSpPr/>
            <p:nvPr/>
          </p:nvSpPr>
          <p:spPr>
            <a:xfrm>
              <a:off x="6897346" y="3209091"/>
              <a:ext cx="11083" cy="44226"/>
            </a:xfrm>
            <a:custGeom>
              <a:avLst/>
              <a:gdLst/>
              <a:ahLst/>
              <a:cxnLst/>
              <a:rect l="l" t="t" r="r" b="b"/>
              <a:pathLst>
                <a:path w="423" h="1688" extrusionOk="0">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4" name="Google Shape;8864;p74"/>
          <p:cNvGrpSpPr/>
          <p:nvPr/>
        </p:nvGrpSpPr>
        <p:grpSpPr>
          <a:xfrm>
            <a:off x="6203465" y="2891206"/>
            <a:ext cx="320478" cy="362110"/>
            <a:chOff x="6203465" y="2891206"/>
            <a:chExt cx="320478" cy="362110"/>
          </a:xfrm>
        </p:grpSpPr>
        <p:sp>
          <p:nvSpPr>
            <p:cNvPr id="8865" name="Google Shape;8865;p74"/>
            <p:cNvSpPr/>
            <p:nvPr/>
          </p:nvSpPr>
          <p:spPr>
            <a:xfrm>
              <a:off x="6203465" y="2902158"/>
              <a:ext cx="320478" cy="351159"/>
            </a:xfrm>
            <a:custGeom>
              <a:avLst/>
              <a:gdLst/>
              <a:ahLst/>
              <a:cxnLst/>
              <a:rect l="l" t="t" r="r" b="b"/>
              <a:pathLst>
                <a:path w="12232" h="13403" extrusionOk="0">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74"/>
            <p:cNvSpPr/>
            <p:nvPr/>
          </p:nvSpPr>
          <p:spPr>
            <a:xfrm>
              <a:off x="6286833" y="2902132"/>
              <a:ext cx="184867" cy="71159"/>
            </a:xfrm>
            <a:custGeom>
              <a:avLst/>
              <a:gdLst/>
              <a:ahLst/>
              <a:cxnLst/>
              <a:rect l="l" t="t" r="r" b="b"/>
              <a:pathLst>
                <a:path w="7056" h="2716" extrusionOk="0">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74"/>
            <p:cNvSpPr/>
            <p:nvPr/>
          </p:nvSpPr>
          <p:spPr>
            <a:xfrm>
              <a:off x="6457107" y="2973265"/>
              <a:ext cx="57771" cy="131865"/>
            </a:xfrm>
            <a:custGeom>
              <a:avLst/>
              <a:gdLst/>
              <a:ahLst/>
              <a:cxnLst/>
              <a:rect l="l" t="t" r="r" b="b"/>
              <a:pathLst>
                <a:path w="2205" h="5033" extrusionOk="0">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74"/>
            <p:cNvSpPr/>
            <p:nvPr/>
          </p:nvSpPr>
          <p:spPr>
            <a:xfrm>
              <a:off x="6423807" y="2891206"/>
              <a:ext cx="97988" cy="103752"/>
            </a:xfrm>
            <a:custGeom>
              <a:avLst/>
              <a:gdLst/>
              <a:ahLst/>
              <a:cxnLst/>
              <a:rect l="l" t="t" r="r" b="b"/>
              <a:pathLst>
                <a:path w="3740" h="3960" extrusionOk="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74"/>
            <p:cNvSpPr/>
            <p:nvPr/>
          </p:nvSpPr>
          <p:spPr>
            <a:xfrm>
              <a:off x="6396087" y="2978085"/>
              <a:ext cx="33405" cy="38907"/>
            </a:xfrm>
            <a:custGeom>
              <a:avLst/>
              <a:gdLst/>
              <a:ahLst/>
              <a:cxnLst/>
              <a:rect l="l" t="t" r="r" b="b"/>
              <a:pathLst>
                <a:path w="1275" h="1485" extrusionOk="0">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0" name="Google Shape;8870;p74"/>
          <p:cNvGrpSpPr/>
          <p:nvPr/>
        </p:nvGrpSpPr>
        <p:grpSpPr>
          <a:xfrm>
            <a:off x="7567280" y="2891259"/>
            <a:ext cx="307116" cy="362294"/>
            <a:chOff x="7567280" y="2891259"/>
            <a:chExt cx="307116" cy="362294"/>
          </a:xfrm>
        </p:grpSpPr>
        <p:sp>
          <p:nvSpPr>
            <p:cNvPr id="8871" name="Google Shape;8871;p74"/>
            <p:cNvSpPr/>
            <p:nvPr/>
          </p:nvSpPr>
          <p:spPr>
            <a:xfrm>
              <a:off x="7612082" y="2891337"/>
              <a:ext cx="217250" cy="207006"/>
            </a:xfrm>
            <a:custGeom>
              <a:avLst/>
              <a:gdLst/>
              <a:ahLst/>
              <a:cxnLst/>
              <a:rect l="l" t="t" r="r" b="b"/>
              <a:pathLst>
                <a:path w="8292" h="7901" extrusionOk="0">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74"/>
            <p:cNvSpPr/>
            <p:nvPr/>
          </p:nvSpPr>
          <p:spPr>
            <a:xfrm>
              <a:off x="7677870" y="3190698"/>
              <a:ext cx="85936" cy="62618"/>
            </a:xfrm>
            <a:custGeom>
              <a:avLst/>
              <a:gdLst/>
              <a:ahLst/>
              <a:cxnLst/>
              <a:rect l="l" t="t" r="r" b="b"/>
              <a:pathLst>
                <a:path w="3280" h="2390" extrusionOk="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74"/>
            <p:cNvSpPr/>
            <p:nvPr/>
          </p:nvSpPr>
          <p:spPr>
            <a:xfrm>
              <a:off x="7644229" y="2891285"/>
              <a:ext cx="63299" cy="21091"/>
            </a:xfrm>
            <a:custGeom>
              <a:avLst/>
              <a:gdLst/>
              <a:ahLst/>
              <a:cxnLst/>
              <a:rect l="l" t="t" r="r" b="b"/>
              <a:pathLst>
                <a:path w="2416" h="805" extrusionOk="0">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74"/>
            <p:cNvSpPr/>
            <p:nvPr/>
          </p:nvSpPr>
          <p:spPr>
            <a:xfrm>
              <a:off x="7707502" y="2891259"/>
              <a:ext cx="121830" cy="207268"/>
            </a:xfrm>
            <a:custGeom>
              <a:avLst/>
              <a:gdLst/>
              <a:ahLst/>
              <a:cxnLst/>
              <a:rect l="l" t="t" r="r" b="b"/>
              <a:pathLst>
                <a:path w="4650" h="7911" extrusionOk="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74"/>
            <p:cNvSpPr/>
            <p:nvPr/>
          </p:nvSpPr>
          <p:spPr>
            <a:xfrm>
              <a:off x="7707502" y="3190751"/>
              <a:ext cx="56304" cy="62801"/>
            </a:xfrm>
            <a:custGeom>
              <a:avLst/>
              <a:gdLst/>
              <a:ahLst/>
              <a:cxnLst/>
              <a:rect l="l" t="t" r="r" b="b"/>
              <a:pathLst>
                <a:path w="2149" h="2397" extrusionOk="0">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74"/>
            <p:cNvSpPr/>
            <p:nvPr/>
          </p:nvSpPr>
          <p:spPr>
            <a:xfrm>
              <a:off x="7677870" y="3190698"/>
              <a:ext cx="85936" cy="28191"/>
            </a:xfrm>
            <a:custGeom>
              <a:avLst/>
              <a:gdLst/>
              <a:ahLst/>
              <a:cxnLst/>
              <a:rect l="l" t="t" r="r" b="b"/>
              <a:pathLst>
                <a:path w="3280" h="1076" extrusionOk="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74"/>
            <p:cNvSpPr/>
            <p:nvPr/>
          </p:nvSpPr>
          <p:spPr>
            <a:xfrm>
              <a:off x="7669958" y="3221588"/>
              <a:ext cx="99874" cy="17397"/>
            </a:xfrm>
            <a:custGeom>
              <a:avLst/>
              <a:gdLst/>
              <a:ahLst/>
              <a:cxnLst/>
              <a:rect l="l" t="t" r="r" b="b"/>
              <a:pathLst>
                <a:path w="3812" h="664" extrusionOk="0">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74"/>
            <p:cNvSpPr/>
            <p:nvPr/>
          </p:nvSpPr>
          <p:spPr>
            <a:xfrm>
              <a:off x="7669958" y="3012879"/>
              <a:ext cx="99874" cy="17423"/>
            </a:xfrm>
            <a:custGeom>
              <a:avLst/>
              <a:gdLst/>
              <a:ahLst/>
              <a:cxnLst/>
              <a:rect l="l" t="t" r="r" b="b"/>
              <a:pathLst>
                <a:path w="3812" h="665" extrusionOk="0">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74"/>
            <p:cNvSpPr/>
            <p:nvPr/>
          </p:nvSpPr>
          <p:spPr>
            <a:xfrm>
              <a:off x="7670010" y="3041070"/>
              <a:ext cx="99822" cy="17423"/>
            </a:xfrm>
            <a:custGeom>
              <a:avLst/>
              <a:gdLst/>
              <a:ahLst/>
              <a:cxnLst/>
              <a:rect l="l" t="t" r="r" b="b"/>
              <a:pathLst>
                <a:path w="3810" h="665" extrusionOk="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74"/>
            <p:cNvSpPr/>
            <p:nvPr/>
          </p:nvSpPr>
          <p:spPr>
            <a:xfrm>
              <a:off x="7669958" y="3066615"/>
              <a:ext cx="99874" cy="17423"/>
            </a:xfrm>
            <a:custGeom>
              <a:avLst/>
              <a:gdLst/>
              <a:ahLst/>
              <a:cxnLst/>
              <a:rect l="l" t="t" r="r" b="b"/>
              <a:pathLst>
                <a:path w="3812" h="665" extrusionOk="0">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74"/>
            <p:cNvSpPr/>
            <p:nvPr/>
          </p:nvSpPr>
          <p:spPr>
            <a:xfrm>
              <a:off x="7567280" y="2994880"/>
              <a:ext cx="307116" cy="226368"/>
            </a:xfrm>
            <a:custGeom>
              <a:avLst/>
              <a:gdLst/>
              <a:ahLst/>
              <a:cxnLst/>
              <a:rect l="l" t="t" r="r" b="b"/>
              <a:pathLst>
                <a:path w="11722" h="8640" extrusionOk="0">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74"/>
            <p:cNvSpPr/>
            <p:nvPr/>
          </p:nvSpPr>
          <p:spPr>
            <a:xfrm>
              <a:off x="7568144" y="3019717"/>
              <a:ext cx="305151" cy="201530"/>
            </a:xfrm>
            <a:custGeom>
              <a:avLst/>
              <a:gdLst/>
              <a:ahLst/>
              <a:cxnLst/>
              <a:rect l="l" t="t" r="r" b="b"/>
              <a:pathLst>
                <a:path w="11647" h="7692" extrusionOk="0">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3" name="Google Shape;8883;p74"/>
          <p:cNvGrpSpPr/>
          <p:nvPr/>
        </p:nvGrpSpPr>
        <p:grpSpPr>
          <a:xfrm>
            <a:off x="7112579" y="2891521"/>
            <a:ext cx="338556" cy="361534"/>
            <a:chOff x="7112579" y="2891521"/>
            <a:chExt cx="338556" cy="361534"/>
          </a:xfrm>
        </p:grpSpPr>
        <p:sp>
          <p:nvSpPr>
            <p:cNvPr id="8884" name="Google Shape;8884;p74"/>
            <p:cNvSpPr/>
            <p:nvPr/>
          </p:nvSpPr>
          <p:spPr>
            <a:xfrm>
              <a:off x="7112579" y="2891521"/>
              <a:ext cx="312671" cy="361534"/>
            </a:xfrm>
            <a:custGeom>
              <a:avLst/>
              <a:gdLst/>
              <a:ahLst/>
              <a:cxnLst/>
              <a:rect l="l" t="t" r="r" b="b"/>
              <a:pathLst>
                <a:path w="11934" h="13799" extrusionOk="0">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74"/>
            <p:cNvSpPr/>
            <p:nvPr/>
          </p:nvSpPr>
          <p:spPr>
            <a:xfrm>
              <a:off x="7302424" y="2891783"/>
              <a:ext cx="148711" cy="361272"/>
            </a:xfrm>
            <a:custGeom>
              <a:avLst/>
              <a:gdLst/>
              <a:ahLst/>
              <a:cxnLst/>
              <a:rect l="l" t="t" r="r" b="b"/>
              <a:pathLst>
                <a:path w="5676" h="13789" extrusionOk="0">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6" name="Google Shape;8886;p74"/>
          <p:cNvGrpSpPr/>
          <p:nvPr/>
        </p:nvGrpSpPr>
        <p:grpSpPr>
          <a:xfrm>
            <a:off x="7155259" y="3805036"/>
            <a:ext cx="207478" cy="361272"/>
            <a:chOff x="7155259" y="3805036"/>
            <a:chExt cx="207478" cy="361272"/>
          </a:xfrm>
        </p:grpSpPr>
        <p:sp>
          <p:nvSpPr>
            <p:cNvPr id="8887" name="Google Shape;8887;p74"/>
            <p:cNvSpPr/>
            <p:nvPr/>
          </p:nvSpPr>
          <p:spPr>
            <a:xfrm>
              <a:off x="7178865" y="3839175"/>
              <a:ext cx="160265" cy="144179"/>
            </a:xfrm>
            <a:custGeom>
              <a:avLst/>
              <a:gdLst/>
              <a:ahLst/>
              <a:cxnLst/>
              <a:rect l="l" t="t" r="r" b="b"/>
              <a:pathLst>
                <a:path w="6117" h="5503" extrusionOk="0">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74"/>
            <p:cNvSpPr/>
            <p:nvPr/>
          </p:nvSpPr>
          <p:spPr>
            <a:xfrm>
              <a:off x="7281071" y="3839175"/>
              <a:ext cx="58059" cy="144179"/>
            </a:xfrm>
            <a:custGeom>
              <a:avLst/>
              <a:gdLst/>
              <a:ahLst/>
              <a:cxnLst/>
              <a:rect l="l" t="t" r="r" b="b"/>
              <a:pathLst>
                <a:path w="2216" h="5503" extrusionOk="0">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74"/>
            <p:cNvSpPr/>
            <p:nvPr/>
          </p:nvSpPr>
          <p:spPr>
            <a:xfrm>
              <a:off x="7204488" y="3805036"/>
              <a:ext cx="108756" cy="54417"/>
            </a:xfrm>
            <a:custGeom>
              <a:avLst/>
              <a:gdLst/>
              <a:ahLst/>
              <a:cxnLst/>
              <a:rect l="l" t="t" r="r" b="b"/>
              <a:pathLst>
                <a:path w="4151" h="2077" extrusionOk="0">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74"/>
            <p:cNvSpPr/>
            <p:nvPr/>
          </p:nvSpPr>
          <p:spPr>
            <a:xfrm>
              <a:off x="7275805" y="3809307"/>
              <a:ext cx="37440" cy="50252"/>
            </a:xfrm>
            <a:custGeom>
              <a:avLst/>
              <a:gdLst/>
              <a:ahLst/>
              <a:cxnLst/>
              <a:rect l="l" t="t" r="r" b="b"/>
              <a:pathLst>
                <a:path w="1429" h="1918" extrusionOk="0">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74"/>
            <p:cNvSpPr/>
            <p:nvPr/>
          </p:nvSpPr>
          <p:spPr>
            <a:xfrm>
              <a:off x="7243815" y="3815568"/>
              <a:ext cx="30104" cy="24707"/>
            </a:xfrm>
            <a:custGeom>
              <a:avLst/>
              <a:gdLst/>
              <a:ahLst/>
              <a:cxnLst/>
              <a:rect l="l" t="t" r="r" b="b"/>
              <a:pathLst>
                <a:path w="1149" h="943" extrusionOk="0">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74"/>
            <p:cNvSpPr/>
            <p:nvPr/>
          </p:nvSpPr>
          <p:spPr>
            <a:xfrm>
              <a:off x="7155259" y="3970515"/>
              <a:ext cx="207216" cy="195793"/>
            </a:xfrm>
            <a:custGeom>
              <a:avLst/>
              <a:gdLst/>
              <a:ahLst/>
              <a:cxnLst/>
              <a:rect l="l" t="t" r="r" b="b"/>
              <a:pathLst>
                <a:path w="7909" h="7473" extrusionOk="0">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74"/>
            <p:cNvSpPr/>
            <p:nvPr/>
          </p:nvSpPr>
          <p:spPr>
            <a:xfrm>
              <a:off x="7239151" y="3970515"/>
              <a:ext cx="6550" cy="4297"/>
            </a:xfrm>
            <a:custGeom>
              <a:avLst/>
              <a:gdLst/>
              <a:ahLst/>
              <a:cxnLst/>
              <a:rect l="l" t="t" r="r" b="b"/>
              <a:pathLst>
                <a:path w="250" h="164" extrusionOk="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74"/>
            <p:cNvSpPr/>
            <p:nvPr/>
          </p:nvSpPr>
          <p:spPr>
            <a:xfrm>
              <a:off x="7245675" y="3970515"/>
              <a:ext cx="117062" cy="195766"/>
            </a:xfrm>
            <a:custGeom>
              <a:avLst/>
              <a:gdLst/>
              <a:ahLst/>
              <a:cxnLst/>
              <a:rect l="l" t="t" r="r" b="b"/>
              <a:pathLst>
                <a:path w="4468" h="7472" extrusionOk="0">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74"/>
            <p:cNvSpPr/>
            <p:nvPr/>
          </p:nvSpPr>
          <p:spPr>
            <a:xfrm>
              <a:off x="7221571" y="3970515"/>
              <a:ext cx="73098" cy="84285"/>
            </a:xfrm>
            <a:custGeom>
              <a:avLst/>
              <a:gdLst/>
              <a:ahLst/>
              <a:cxnLst/>
              <a:rect l="l" t="t" r="r" b="b"/>
              <a:pathLst>
                <a:path w="2790" h="3217" extrusionOk="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74"/>
            <p:cNvSpPr/>
            <p:nvPr/>
          </p:nvSpPr>
          <p:spPr>
            <a:xfrm>
              <a:off x="7239151" y="3970515"/>
              <a:ext cx="39693" cy="19362"/>
            </a:xfrm>
            <a:custGeom>
              <a:avLst/>
              <a:gdLst/>
              <a:ahLst/>
              <a:cxnLst/>
              <a:rect l="l" t="t" r="r" b="b"/>
              <a:pathLst>
                <a:path w="1515" h="739" extrusionOk="0">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74"/>
            <p:cNvSpPr/>
            <p:nvPr/>
          </p:nvSpPr>
          <p:spPr>
            <a:xfrm>
              <a:off x="7210017" y="3869069"/>
              <a:ext cx="97962" cy="110774"/>
            </a:xfrm>
            <a:custGeom>
              <a:avLst/>
              <a:gdLst/>
              <a:ahLst/>
              <a:cxnLst/>
              <a:rect l="l" t="t" r="r" b="b"/>
              <a:pathLst>
                <a:path w="3739" h="4228" extrusionOk="0">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74"/>
            <p:cNvSpPr/>
            <p:nvPr/>
          </p:nvSpPr>
          <p:spPr>
            <a:xfrm>
              <a:off x="7261735" y="3869069"/>
              <a:ext cx="46243" cy="112031"/>
            </a:xfrm>
            <a:custGeom>
              <a:avLst/>
              <a:gdLst/>
              <a:ahLst/>
              <a:cxnLst/>
              <a:rect l="l" t="t" r="r" b="b"/>
              <a:pathLst>
                <a:path w="1765" h="4276" extrusionOk="0">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9" name="Google Shape;8899;p74"/>
          <p:cNvGrpSpPr/>
          <p:nvPr/>
        </p:nvGrpSpPr>
        <p:grpSpPr>
          <a:xfrm>
            <a:off x="4915368" y="2891390"/>
            <a:ext cx="182850" cy="361927"/>
            <a:chOff x="4915368" y="2891390"/>
            <a:chExt cx="182850" cy="361927"/>
          </a:xfrm>
        </p:grpSpPr>
        <p:sp>
          <p:nvSpPr>
            <p:cNvPr id="8900" name="Google Shape;8900;p74"/>
            <p:cNvSpPr/>
            <p:nvPr/>
          </p:nvSpPr>
          <p:spPr>
            <a:xfrm>
              <a:off x="4940992" y="2925292"/>
              <a:ext cx="131367" cy="326504"/>
            </a:xfrm>
            <a:custGeom>
              <a:avLst/>
              <a:gdLst/>
              <a:ahLst/>
              <a:cxnLst/>
              <a:rect l="l" t="t" r="r" b="b"/>
              <a:pathLst>
                <a:path w="5014" h="12462" extrusionOk="0">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74"/>
            <p:cNvSpPr/>
            <p:nvPr/>
          </p:nvSpPr>
          <p:spPr>
            <a:xfrm>
              <a:off x="4991977" y="2925292"/>
              <a:ext cx="80644" cy="328024"/>
            </a:xfrm>
            <a:custGeom>
              <a:avLst/>
              <a:gdLst/>
              <a:ahLst/>
              <a:cxnLst/>
              <a:rect l="l" t="t" r="r" b="b"/>
              <a:pathLst>
                <a:path w="3078" h="12520" extrusionOk="0">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74"/>
            <p:cNvSpPr/>
            <p:nvPr/>
          </p:nvSpPr>
          <p:spPr>
            <a:xfrm>
              <a:off x="4940992" y="3044345"/>
              <a:ext cx="131367" cy="208971"/>
            </a:xfrm>
            <a:custGeom>
              <a:avLst/>
              <a:gdLst/>
              <a:ahLst/>
              <a:cxnLst/>
              <a:rect l="l" t="t" r="r" b="b"/>
              <a:pathLst>
                <a:path w="5014" h="7976" extrusionOk="0">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74"/>
            <p:cNvSpPr/>
            <p:nvPr/>
          </p:nvSpPr>
          <p:spPr>
            <a:xfrm>
              <a:off x="4991977" y="3048852"/>
              <a:ext cx="80382" cy="203443"/>
            </a:xfrm>
            <a:custGeom>
              <a:avLst/>
              <a:gdLst/>
              <a:ahLst/>
              <a:cxnLst/>
              <a:rect l="l" t="t" r="r" b="b"/>
              <a:pathLst>
                <a:path w="3068" h="7765" extrusionOk="0">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74"/>
            <p:cNvSpPr/>
            <p:nvPr/>
          </p:nvSpPr>
          <p:spPr>
            <a:xfrm>
              <a:off x="4963838" y="3076493"/>
              <a:ext cx="19624" cy="16558"/>
            </a:xfrm>
            <a:custGeom>
              <a:avLst/>
              <a:gdLst/>
              <a:ahLst/>
              <a:cxnLst/>
              <a:rect l="l" t="t" r="r" b="b"/>
              <a:pathLst>
                <a:path w="749" h="632" extrusionOk="0">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74"/>
            <p:cNvSpPr/>
            <p:nvPr/>
          </p:nvSpPr>
          <p:spPr>
            <a:xfrm>
              <a:off x="5030386" y="3100099"/>
              <a:ext cx="16847" cy="14436"/>
            </a:xfrm>
            <a:custGeom>
              <a:avLst/>
              <a:gdLst/>
              <a:ahLst/>
              <a:cxnLst/>
              <a:rect l="l" t="t" r="r" b="b"/>
              <a:pathLst>
                <a:path w="643" h="551" extrusionOk="0">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74"/>
            <p:cNvSpPr/>
            <p:nvPr/>
          </p:nvSpPr>
          <p:spPr>
            <a:xfrm>
              <a:off x="4980921" y="3202803"/>
              <a:ext cx="16847" cy="14436"/>
            </a:xfrm>
            <a:custGeom>
              <a:avLst/>
              <a:gdLst/>
              <a:ahLst/>
              <a:cxnLst/>
              <a:rect l="l" t="t" r="r" b="b"/>
              <a:pathLst>
                <a:path w="643" h="551" extrusionOk="0">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74"/>
            <p:cNvSpPr/>
            <p:nvPr/>
          </p:nvSpPr>
          <p:spPr>
            <a:xfrm>
              <a:off x="5030386" y="3171651"/>
              <a:ext cx="16847" cy="14698"/>
            </a:xfrm>
            <a:custGeom>
              <a:avLst/>
              <a:gdLst/>
              <a:ahLst/>
              <a:cxnLst/>
              <a:rect l="l" t="t" r="r" b="b"/>
              <a:pathLst>
                <a:path w="643" h="561" extrusionOk="0">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74"/>
            <p:cNvSpPr/>
            <p:nvPr/>
          </p:nvSpPr>
          <p:spPr>
            <a:xfrm>
              <a:off x="4974135" y="3132246"/>
              <a:ext cx="20357" cy="17397"/>
            </a:xfrm>
            <a:custGeom>
              <a:avLst/>
              <a:gdLst/>
              <a:ahLst/>
              <a:cxnLst/>
              <a:rect l="l" t="t" r="r" b="b"/>
              <a:pathLst>
                <a:path w="777" h="664" extrusionOk="0">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74"/>
            <p:cNvSpPr/>
            <p:nvPr/>
          </p:nvSpPr>
          <p:spPr>
            <a:xfrm>
              <a:off x="4915368" y="2891390"/>
              <a:ext cx="182850" cy="33693"/>
            </a:xfrm>
            <a:custGeom>
              <a:avLst/>
              <a:gdLst/>
              <a:ahLst/>
              <a:cxnLst/>
              <a:rect l="l" t="t" r="r" b="b"/>
              <a:pathLst>
                <a:path w="6979" h="1286" extrusionOk="0">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74"/>
            <p:cNvSpPr/>
            <p:nvPr/>
          </p:nvSpPr>
          <p:spPr>
            <a:xfrm>
              <a:off x="5055250" y="2891390"/>
              <a:ext cx="42732" cy="33693"/>
            </a:xfrm>
            <a:custGeom>
              <a:avLst/>
              <a:gdLst/>
              <a:ahLst/>
              <a:cxnLst/>
              <a:rect l="l" t="t" r="r" b="b"/>
              <a:pathLst>
                <a:path w="1631" h="1286" extrusionOk="0">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1" name="Google Shape;8911;p74"/>
          <p:cNvGrpSpPr/>
          <p:nvPr/>
        </p:nvGrpSpPr>
        <p:grpSpPr>
          <a:xfrm>
            <a:off x="8028714" y="2891652"/>
            <a:ext cx="289589" cy="361403"/>
            <a:chOff x="8028714" y="2891652"/>
            <a:chExt cx="289589" cy="361403"/>
          </a:xfrm>
        </p:grpSpPr>
        <p:sp>
          <p:nvSpPr>
            <p:cNvPr id="8912" name="Google Shape;8912;p74"/>
            <p:cNvSpPr/>
            <p:nvPr/>
          </p:nvSpPr>
          <p:spPr>
            <a:xfrm>
              <a:off x="8096520" y="3139006"/>
              <a:ext cx="167025" cy="83421"/>
            </a:xfrm>
            <a:custGeom>
              <a:avLst/>
              <a:gdLst/>
              <a:ahLst/>
              <a:cxnLst/>
              <a:rect l="l" t="t" r="r" b="b"/>
              <a:pathLst>
                <a:path w="6375" h="3184" extrusionOk="0">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74"/>
            <p:cNvSpPr/>
            <p:nvPr/>
          </p:nvSpPr>
          <p:spPr>
            <a:xfrm>
              <a:off x="8168360" y="3139006"/>
              <a:ext cx="95185" cy="83421"/>
            </a:xfrm>
            <a:custGeom>
              <a:avLst/>
              <a:gdLst/>
              <a:ahLst/>
              <a:cxnLst/>
              <a:rect l="l" t="t" r="r" b="b"/>
              <a:pathLst>
                <a:path w="3633" h="3184" extrusionOk="0">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74"/>
            <p:cNvSpPr/>
            <p:nvPr/>
          </p:nvSpPr>
          <p:spPr>
            <a:xfrm>
              <a:off x="8028714" y="3109871"/>
              <a:ext cx="104748" cy="24392"/>
            </a:xfrm>
            <a:custGeom>
              <a:avLst/>
              <a:gdLst/>
              <a:ahLst/>
              <a:cxnLst/>
              <a:rect l="l" t="t" r="r" b="b"/>
              <a:pathLst>
                <a:path w="3998" h="931" extrusionOk="0">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74"/>
            <p:cNvSpPr/>
            <p:nvPr/>
          </p:nvSpPr>
          <p:spPr>
            <a:xfrm>
              <a:off x="8101812" y="3109871"/>
              <a:ext cx="31650" cy="24392"/>
            </a:xfrm>
            <a:custGeom>
              <a:avLst/>
              <a:gdLst/>
              <a:ahLst/>
              <a:cxnLst/>
              <a:rect l="l" t="t" r="r" b="b"/>
              <a:pathLst>
                <a:path w="1208" h="931" extrusionOk="0">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74"/>
            <p:cNvSpPr/>
            <p:nvPr/>
          </p:nvSpPr>
          <p:spPr>
            <a:xfrm>
              <a:off x="8053342" y="3134237"/>
              <a:ext cx="67570" cy="53527"/>
            </a:xfrm>
            <a:custGeom>
              <a:avLst/>
              <a:gdLst/>
              <a:ahLst/>
              <a:cxnLst/>
              <a:rect l="l" t="t" r="r" b="b"/>
              <a:pathLst>
                <a:path w="2579" h="2043" extrusionOk="0">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74"/>
            <p:cNvSpPr/>
            <p:nvPr/>
          </p:nvSpPr>
          <p:spPr>
            <a:xfrm>
              <a:off x="8159321" y="3165127"/>
              <a:ext cx="36182" cy="31099"/>
            </a:xfrm>
            <a:custGeom>
              <a:avLst/>
              <a:gdLst/>
              <a:ahLst/>
              <a:cxnLst/>
              <a:rect l="l" t="t" r="r" b="b"/>
              <a:pathLst>
                <a:path w="1381" h="1187" extrusionOk="0">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74"/>
            <p:cNvSpPr/>
            <p:nvPr/>
          </p:nvSpPr>
          <p:spPr>
            <a:xfrm>
              <a:off x="8232655" y="2960453"/>
              <a:ext cx="74356" cy="219530"/>
            </a:xfrm>
            <a:custGeom>
              <a:avLst/>
              <a:gdLst/>
              <a:ahLst/>
              <a:cxnLst/>
              <a:rect l="l" t="t" r="r" b="b"/>
              <a:pathLst>
                <a:path w="2838" h="8379" extrusionOk="0">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74"/>
            <p:cNvSpPr/>
            <p:nvPr/>
          </p:nvSpPr>
          <p:spPr>
            <a:xfrm>
              <a:off x="8243685" y="2960453"/>
              <a:ext cx="63063" cy="219766"/>
            </a:xfrm>
            <a:custGeom>
              <a:avLst/>
              <a:gdLst/>
              <a:ahLst/>
              <a:cxnLst/>
              <a:rect l="l" t="t" r="r" b="b"/>
              <a:pathLst>
                <a:path w="2407" h="8388" extrusionOk="0">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74"/>
            <p:cNvSpPr/>
            <p:nvPr/>
          </p:nvSpPr>
          <p:spPr>
            <a:xfrm>
              <a:off x="8041788" y="3222400"/>
              <a:ext cx="276515" cy="30654"/>
            </a:xfrm>
            <a:custGeom>
              <a:avLst/>
              <a:gdLst/>
              <a:ahLst/>
              <a:cxnLst/>
              <a:rect l="l" t="t" r="r" b="b"/>
              <a:pathLst>
                <a:path w="10554" h="1170" extrusionOk="0">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74"/>
            <p:cNvSpPr/>
            <p:nvPr/>
          </p:nvSpPr>
          <p:spPr>
            <a:xfrm>
              <a:off x="8286627" y="3222400"/>
              <a:ext cx="31676" cy="30654"/>
            </a:xfrm>
            <a:custGeom>
              <a:avLst/>
              <a:gdLst/>
              <a:ahLst/>
              <a:cxnLst/>
              <a:rect l="l" t="t" r="r" b="b"/>
              <a:pathLst>
                <a:path w="1209" h="1170" extrusionOk="0">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74"/>
            <p:cNvSpPr/>
            <p:nvPr/>
          </p:nvSpPr>
          <p:spPr>
            <a:xfrm>
              <a:off x="8235668" y="2891652"/>
              <a:ext cx="58531" cy="57037"/>
            </a:xfrm>
            <a:custGeom>
              <a:avLst/>
              <a:gdLst/>
              <a:ahLst/>
              <a:cxnLst/>
              <a:rect l="l" t="t" r="r" b="b"/>
              <a:pathLst>
                <a:path w="2234" h="2177" extrusionOk="0">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74"/>
            <p:cNvSpPr/>
            <p:nvPr/>
          </p:nvSpPr>
          <p:spPr>
            <a:xfrm>
              <a:off x="8240698" y="2912507"/>
              <a:ext cx="53500" cy="36182"/>
            </a:xfrm>
            <a:custGeom>
              <a:avLst/>
              <a:gdLst/>
              <a:ahLst/>
              <a:cxnLst/>
              <a:rect l="l" t="t" r="r" b="b"/>
              <a:pathLst>
                <a:path w="2042" h="1381" extrusionOk="0">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74"/>
            <p:cNvSpPr/>
            <p:nvPr/>
          </p:nvSpPr>
          <p:spPr>
            <a:xfrm>
              <a:off x="8094005" y="3011490"/>
              <a:ext cx="80408" cy="79281"/>
            </a:xfrm>
            <a:custGeom>
              <a:avLst/>
              <a:gdLst/>
              <a:ahLst/>
              <a:cxnLst/>
              <a:rect l="l" t="t" r="r" b="b"/>
              <a:pathLst>
                <a:path w="3069" h="3026" extrusionOk="0">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74"/>
            <p:cNvSpPr/>
            <p:nvPr/>
          </p:nvSpPr>
          <p:spPr>
            <a:xfrm>
              <a:off x="8140221" y="3057157"/>
              <a:ext cx="34427" cy="33536"/>
            </a:xfrm>
            <a:custGeom>
              <a:avLst/>
              <a:gdLst/>
              <a:ahLst/>
              <a:cxnLst/>
              <a:rect l="l" t="t" r="r" b="b"/>
              <a:pathLst>
                <a:path w="1314" h="1280" extrusionOk="0">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74"/>
            <p:cNvSpPr/>
            <p:nvPr/>
          </p:nvSpPr>
          <p:spPr>
            <a:xfrm>
              <a:off x="8086485" y="3036564"/>
              <a:ext cx="32907" cy="31912"/>
            </a:xfrm>
            <a:custGeom>
              <a:avLst/>
              <a:gdLst/>
              <a:ahLst/>
              <a:cxnLst/>
              <a:rect l="l" t="t" r="r" b="b"/>
              <a:pathLst>
                <a:path w="1256" h="1218" extrusionOk="0">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74"/>
            <p:cNvSpPr/>
            <p:nvPr/>
          </p:nvSpPr>
          <p:spPr>
            <a:xfrm>
              <a:off x="8115855" y="3065934"/>
              <a:ext cx="32933" cy="31912"/>
            </a:xfrm>
            <a:custGeom>
              <a:avLst/>
              <a:gdLst/>
              <a:ahLst/>
              <a:cxnLst/>
              <a:rect l="l" t="t" r="r" b="b"/>
              <a:pathLst>
                <a:path w="1257" h="1218" extrusionOk="0">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74"/>
            <p:cNvSpPr/>
            <p:nvPr/>
          </p:nvSpPr>
          <p:spPr>
            <a:xfrm>
              <a:off x="8212062" y="2913738"/>
              <a:ext cx="61544" cy="61570"/>
            </a:xfrm>
            <a:custGeom>
              <a:avLst/>
              <a:gdLst/>
              <a:ahLst/>
              <a:cxnLst/>
              <a:rect l="l" t="t" r="r" b="b"/>
              <a:pathLst>
                <a:path w="2349" h="2350" extrusionOk="0">
                  <a:moveTo>
                    <a:pt x="1150" y="1"/>
                  </a:moveTo>
                  <a:lnTo>
                    <a:pt x="0" y="1151"/>
                  </a:lnTo>
                  <a:lnTo>
                    <a:pt x="1198" y="2349"/>
                  </a:lnTo>
                  <a:lnTo>
                    <a:pt x="2348" y="1199"/>
                  </a:lnTo>
                  <a:lnTo>
                    <a:pt x="1150" y="1"/>
                  </a:ln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74"/>
            <p:cNvSpPr/>
            <p:nvPr/>
          </p:nvSpPr>
          <p:spPr>
            <a:xfrm>
              <a:off x="8212953" y="2932078"/>
              <a:ext cx="60653" cy="43466"/>
            </a:xfrm>
            <a:custGeom>
              <a:avLst/>
              <a:gdLst/>
              <a:ahLst/>
              <a:cxnLst/>
              <a:rect l="l" t="t" r="r" b="b"/>
              <a:pathLst>
                <a:path w="2315" h="1659" extrusionOk="0">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74"/>
            <p:cNvSpPr/>
            <p:nvPr/>
          </p:nvSpPr>
          <p:spPr>
            <a:xfrm>
              <a:off x="8119890" y="2937423"/>
              <a:ext cx="128354" cy="128039"/>
            </a:xfrm>
            <a:custGeom>
              <a:avLst/>
              <a:gdLst/>
              <a:ahLst/>
              <a:cxnLst/>
              <a:rect l="l" t="t" r="r" b="b"/>
              <a:pathLst>
                <a:path w="4899" h="4887" extrusionOk="0">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74"/>
            <p:cNvSpPr/>
            <p:nvPr/>
          </p:nvSpPr>
          <p:spPr>
            <a:xfrm>
              <a:off x="8153531" y="2968732"/>
              <a:ext cx="94713" cy="96730"/>
            </a:xfrm>
            <a:custGeom>
              <a:avLst/>
              <a:gdLst/>
              <a:ahLst/>
              <a:cxnLst/>
              <a:rect l="l" t="t" r="r" b="b"/>
              <a:pathLst>
                <a:path w="3615" h="3692" extrusionOk="0">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2" name="Google Shape;8932;p74"/>
          <p:cNvGrpSpPr/>
          <p:nvPr/>
        </p:nvGrpSpPr>
        <p:grpSpPr>
          <a:xfrm>
            <a:off x="7551822" y="3804774"/>
            <a:ext cx="293335" cy="361927"/>
            <a:chOff x="7551822" y="3804774"/>
            <a:chExt cx="293335" cy="361927"/>
          </a:xfrm>
        </p:grpSpPr>
        <p:sp>
          <p:nvSpPr>
            <p:cNvPr id="8933" name="Google Shape;8933;p74"/>
            <p:cNvSpPr/>
            <p:nvPr/>
          </p:nvSpPr>
          <p:spPr>
            <a:xfrm>
              <a:off x="7647242" y="3804774"/>
              <a:ext cx="121070" cy="30916"/>
            </a:xfrm>
            <a:custGeom>
              <a:avLst/>
              <a:gdLst/>
              <a:ahLst/>
              <a:cxnLst/>
              <a:rect l="l" t="t" r="r" b="b"/>
              <a:pathLst>
                <a:path w="4621" h="1180" extrusionOk="0">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74"/>
            <p:cNvSpPr/>
            <p:nvPr/>
          </p:nvSpPr>
          <p:spPr>
            <a:xfrm>
              <a:off x="7734148" y="3804774"/>
              <a:ext cx="34165" cy="31178"/>
            </a:xfrm>
            <a:custGeom>
              <a:avLst/>
              <a:gdLst/>
              <a:ahLst/>
              <a:cxnLst/>
              <a:rect l="l" t="t" r="r" b="b"/>
              <a:pathLst>
                <a:path w="1304" h="1190" extrusionOk="0">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74"/>
            <p:cNvSpPr/>
            <p:nvPr/>
          </p:nvSpPr>
          <p:spPr>
            <a:xfrm>
              <a:off x="7551822" y="3835664"/>
              <a:ext cx="285056" cy="331037"/>
            </a:xfrm>
            <a:custGeom>
              <a:avLst/>
              <a:gdLst/>
              <a:ahLst/>
              <a:cxnLst/>
              <a:rect l="l" t="t" r="r" b="b"/>
              <a:pathLst>
                <a:path w="10880" h="12635" extrusionOk="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74"/>
            <p:cNvSpPr/>
            <p:nvPr/>
          </p:nvSpPr>
          <p:spPr>
            <a:xfrm>
              <a:off x="7669329" y="3835664"/>
              <a:ext cx="174833" cy="329020"/>
            </a:xfrm>
            <a:custGeom>
              <a:avLst/>
              <a:gdLst/>
              <a:ahLst/>
              <a:cxnLst/>
              <a:rect l="l" t="t" r="r" b="b"/>
              <a:pathLst>
                <a:path w="6673" h="12558" extrusionOk="0">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74"/>
            <p:cNvSpPr/>
            <p:nvPr/>
          </p:nvSpPr>
          <p:spPr>
            <a:xfrm>
              <a:off x="7571655" y="4014007"/>
              <a:ext cx="273502" cy="152694"/>
            </a:xfrm>
            <a:custGeom>
              <a:avLst/>
              <a:gdLst/>
              <a:ahLst/>
              <a:cxnLst/>
              <a:rect l="l" t="t" r="r" b="b"/>
              <a:pathLst>
                <a:path w="10439" h="5828" extrusionOk="0">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74"/>
            <p:cNvSpPr/>
            <p:nvPr/>
          </p:nvSpPr>
          <p:spPr>
            <a:xfrm>
              <a:off x="7785369" y="4022260"/>
              <a:ext cx="52269" cy="142423"/>
            </a:xfrm>
            <a:custGeom>
              <a:avLst/>
              <a:gdLst/>
              <a:ahLst/>
              <a:cxnLst/>
              <a:rect l="l" t="t" r="r" b="b"/>
              <a:pathLst>
                <a:path w="1995" h="5436" extrusionOk="0">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74"/>
            <p:cNvSpPr/>
            <p:nvPr/>
          </p:nvSpPr>
          <p:spPr>
            <a:xfrm>
              <a:off x="7785107" y="4061927"/>
              <a:ext cx="19362" cy="16558"/>
            </a:xfrm>
            <a:custGeom>
              <a:avLst/>
              <a:gdLst/>
              <a:ahLst/>
              <a:cxnLst/>
              <a:rect l="l" t="t" r="r" b="b"/>
              <a:pathLst>
                <a:path w="739" h="632" extrusionOk="0">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74"/>
            <p:cNvSpPr/>
            <p:nvPr/>
          </p:nvSpPr>
          <p:spPr>
            <a:xfrm>
              <a:off x="7744680" y="4122711"/>
              <a:ext cx="17109" cy="14436"/>
            </a:xfrm>
            <a:custGeom>
              <a:avLst/>
              <a:gdLst/>
              <a:ahLst/>
              <a:cxnLst/>
              <a:rect l="l" t="t" r="r" b="b"/>
              <a:pathLst>
                <a:path w="653" h="551" extrusionOk="0">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74"/>
            <p:cNvSpPr/>
            <p:nvPr/>
          </p:nvSpPr>
          <p:spPr>
            <a:xfrm>
              <a:off x="7627645" y="4051892"/>
              <a:ext cx="17109" cy="14436"/>
            </a:xfrm>
            <a:custGeom>
              <a:avLst/>
              <a:gdLst/>
              <a:ahLst/>
              <a:cxnLst/>
              <a:rect l="l" t="t" r="r" b="b"/>
              <a:pathLst>
                <a:path w="653" h="551" extrusionOk="0">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74"/>
            <p:cNvSpPr/>
            <p:nvPr/>
          </p:nvSpPr>
          <p:spPr>
            <a:xfrm>
              <a:off x="7651513" y="4122711"/>
              <a:ext cx="16847" cy="14436"/>
            </a:xfrm>
            <a:custGeom>
              <a:avLst/>
              <a:gdLst/>
              <a:ahLst/>
              <a:cxnLst/>
              <a:rect l="l" t="t" r="r" b="b"/>
              <a:pathLst>
                <a:path w="643" h="551" extrusionOk="0">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74"/>
            <p:cNvSpPr/>
            <p:nvPr/>
          </p:nvSpPr>
          <p:spPr>
            <a:xfrm>
              <a:off x="7693459" y="4066957"/>
              <a:ext cx="20095" cy="17423"/>
            </a:xfrm>
            <a:custGeom>
              <a:avLst/>
              <a:gdLst/>
              <a:ahLst/>
              <a:cxnLst/>
              <a:rect l="l" t="t" r="r" b="b"/>
              <a:pathLst>
                <a:path w="767" h="665" extrusionOk="0">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4" name="Google Shape;8944;p74"/>
          <p:cNvGrpSpPr/>
          <p:nvPr/>
        </p:nvGrpSpPr>
        <p:grpSpPr>
          <a:xfrm>
            <a:off x="6263725" y="4277658"/>
            <a:ext cx="210491" cy="362163"/>
            <a:chOff x="6263725" y="4277658"/>
            <a:chExt cx="210491" cy="362163"/>
          </a:xfrm>
        </p:grpSpPr>
        <p:sp>
          <p:nvSpPr>
            <p:cNvPr id="8945" name="Google Shape;8945;p74"/>
            <p:cNvSpPr/>
            <p:nvPr/>
          </p:nvSpPr>
          <p:spPr>
            <a:xfrm>
              <a:off x="6265480" y="4277658"/>
              <a:ext cx="88189" cy="362163"/>
            </a:xfrm>
            <a:custGeom>
              <a:avLst/>
              <a:gdLst/>
              <a:ahLst/>
              <a:cxnLst/>
              <a:rect l="l" t="t" r="r" b="b"/>
              <a:pathLst>
                <a:path w="3366" h="13823" extrusionOk="0">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74"/>
            <p:cNvSpPr/>
            <p:nvPr/>
          </p:nvSpPr>
          <p:spPr>
            <a:xfrm>
              <a:off x="6265480" y="4277658"/>
              <a:ext cx="88189" cy="155497"/>
            </a:xfrm>
            <a:custGeom>
              <a:avLst/>
              <a:gdLst/>
              <a:ahLst/>
              <a:cxnLst/>
              <a:rect l="l" t="t" r="r" b="b"/>
              <a:pathLst>
                <a:path w="3366" h="5935" extrusionOk="0">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74"/>
            <p:cNvSpPr/>
            <p:nvPr/>
          </p:nvSpPr>
          <p:spPr>
            <a:xfrm>
              <a:off x="6265480" y="4433600"/>
              <a:ext cx="88189" cy="206220"/>
            </a:xfrm>
            <a:custGeom>
              <a:avLst/>
              <a:gdLst/>
              <a:ahLst/>
              <a:cxnLst/>
              <a:rect l="l" t="t" r="r" b="b"/>
              <a:pathLst>
                <a:path w="3366" h="7871" extrusionOk="0">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74"/>
            <p:cNvSpPr/>
            <p:nvPr/>
          </p:nvSpPr>
          <p:spPr>
            <a:xfrm>
              <a:off x="6267996" y="4349498"/>
              <a:ext cx="83159" cy="10559"/>
            </a:xfrm>
            <a:custGeom>
              <a:avLst/>
              <a:gdLst/>
              <a:ahLst/>
              <a:cxnLst/>
              <a:rect l="l" t="t" r="r" b="b"/>
              <a:pathLst>
                <a:path w="3174" h="403"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74"/>
            <p:cNvSpPr/>
            <p:nvPr/>
          </p:nvSpPr>
          <p:spPr>
            <a:xfrm>
              <a:off x="6263725" y="4453460"/>
              <a:ext cx="89945" cy="10585"/>
            </a:xfrm>
            <a:custGeom>
              <a:avLst/>
              <a:gdLst/>
              <a:ahLst/>
              <a:cxnLst/>
              <a:rect l="l" t="t" r="r" b="b"/>
              <a:pathLst>
                <a:path w="3433" h="404" extrusionOk="0">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74"/>
            <p:cNvSpPr/>
            <p:nvPr/>
          </p:nvSpPr>
          <p:spPr>
            <a:xfrm>
              <a:off x="6267996" y="4381881"/>
              <a:ext cx="83159" cy="10585"/>
            </a:xfrm>
            <a:custGeom>
              <a:avLst/>
              <a:gdLst/>
              <a:ahLst/>
              <a:cxnLst/>
              <a:rect l="l" t="t" r="r" b="b"/>
              <a:pathLst>
                <a:path w="3174" h="404" extrusionOk="0">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74"/>
            <p:cNvSpPr/>
            <p:nvPr/>
          </p:nvSpPr>
          <p:spPr>
            <a:xfrm>
              <a:off x="6267996" y="4525772"/>
              <a:ext cx="83159" cy="10585"/>
            </a:xfrm>
            <a:custGeom>
              <a:avLst/>
              <a:gdLst/>
              <a:ahLst/>
              <a:cxnLst/>
              <a:rect l="l" t="t" r="r" b="b"/>
              <a:pathLst>
                <a:path w="3174" h="404" extrusionOk="0">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74"/>
            <p:cNvSpPr/>
            <p:nvPr/>
          </p:nvSpPr>
          <p:spPr>
            <a:xfrm>
              <a:off x="6267996" y="4557683"/>
              <a:ext cx="83159" cy="10585"/>
            </a:xfrm>
            <a:custGeom>
              <a:avLst/>
              <a:gdLst/>
              <a:ahLst/>
              <a:cxnLst/>
              <a:rect l="l" t="t" r="r" b="b"/>
              <a:pathLst>
                <a:path w="3174" h="404"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74"/>
            <p:cNvSpPr/>
            <p:nvPr/>
          </p:nvSpPr>
          <p:spPr>
            <a:xfrm>
              <a:off x="6384271" y="4277658"/>
              <a:ext cx="88163" cy="362163"/>
            </a:xfrm>
            <a:custGeom>
              <a:avLst/>
              <a:gdLst/>
              <a:ahLst/>
              <a:cxnLst/>
              <a:rect l="l" t="t" r="r" b="b"/>
              <a:pathLst>
                <a:path w="3365" h="13823" extrusionOk="0">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74"/>
            <p:cNvSpPr/>
            <p:nvPr/>
          </p:nvSpPr>
          <p:spPr>
            <a:xfrm>
              <a:off x="6403371" y="4277920"/>
              <a:ext cx="69063" cy="66076"/>
            </a:xfrm>
            <a:custGeom>
              <a:avLst/>
              <a:gdLst/>
              <a:ahLst/>
              <a:cxnLst/>
              <a:rect l="l" t="t" r="r" b="b"/>
              <a:pathLst>
                <a:path w="2636" h="2522" extrusionOk="0">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74"/>
            <p:cNvSpPr/>
            <p:nvPr/>
          </p:nvSpPr>
          <p:spPr>
            <a:xfrm>
              <a:off x="6384271" y="4344835"/>
              <a:ext cx="88425" cy="294986"/>
            </a:xfrm>
            <a:custGeom>
              <a:avLst/>
              <a:gdLst/>
              <a:ahLst/>
              <a:cxnLst/>
              <a:rect l="l" t="t" r="r" b="b"/>
              <a:pathLst>
                <a:path w="3375" h="11259" extrusionOk="0">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74"/>
            <p:cNvSpPr/>
            <p:nvPr/>
          </p:nvSpPr>
          <p:spPr>
            <a:xfrm>
              <a:off x="6382516" y="4364563"/>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74"/>
            <p:cNvSpPr/>
            <p:nvPr/>
          </p:nvSpPr>
          <p:spPr>
            <a:xfrm>
              <a:off x="6382516" y="4541361"/>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74"/>
            <p:cNvSpPr/>
            <p:nvPr/>
          </p:nvSpPr>
          <p:spPr>
            <a:xfrm>
              <a:off x="6386524" y="4437399"/>
              <a:ext cx="81665" cy="10585"/>
            </a:xfrm>
            <a:custGeom>
              <a:avLst/>
              <a:gdLst/>
              <a:ahLst/>
              <a:cxnLst/>
              <a:rect l="l" t="t" r="r" b="b"/>
              <a:pathLst>
                <a:path w="3117" h="404" extrusionOk="0">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74"/>
            <p:cNvSpPr/>
            <p:nvPr/>
          </p:nvSpPr>
          <p:spPr>
            <a:xfrm>
              <a:off x="6386524" y="4469782"/>
              <a:ext cx="83421" cy="10585"/>
            </a:xfrm>
            <a:custGeom>
              <a:avLst/>
              <a:gdLst/>
              <a:ahLst/>
              <a:cxnLst/>
              <a:rect l="l" t="t" r="r" b="b"/>
              <a:pathLst>
                <a:path w="3184" h="404" extrusionOk="0">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0" name="Google Shape;8960;p74"/>
          <p:cNvGrpSpPr/>
          <p:nvPr/>
        </p:nvGrpSpPr>
        <p:grpSpPr>
          <a:xfrm>
            <a:off x="7987790" y="3804695"/>
            <a:ext cx="336303" cy="362005"/>
            <a:chOff x="7987790" y="3804695"/>
            <a:chExt cx="336303" cy="362005"/>
          </a:xfrm>
        </p:grpSpPr>
        <p:sp>
          <p:nvSpPr>
            <p:cNvPr id="8961" name="Google Shape;8961;p74"/>
            <p:cNvSpPr/>
            <p:nvPr/>
          </p:nvSpPr>
          <p:spPr>
            <a:xfrm>
              <a:off x="8053080" y="3851489"/>
              <a:ext cx="218010" cy="208080"/>
            </a:xfrm>
            <a:custGeom>
              <a:avLst/>
              <a:gdLst/>
              <a:ahLst/>
              <a:cxnLst/>
              <a:rect l="l" t="t" r="r" b="b"/>
              <a:pathLst>
                <a:path w="8321" h="7942" extrusionOk="0">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74"/>
            <p:cNvSpPr/>
            <p:nvPr/>
          </p:nvSpPr>
          <p:spPr>
            <a:xfrm>
              <a:off x="8057534" y="3969939"/>
              <a:ext cx="179575" cy="21196"/>
            </a:xfrm>
            <a:custGeom>
              <a:avLst/>
              <a:gdLst/>
              <a:ahLst/>
              <a:cxnLst/>
              <a:rect l="l" t="t" r="r" b="b"/>
              <a:pathLst>
                <a:path w="6854" h="809" extrusionOk="0">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74"/>
            <p:cNvSpPr/>
            <p:nvPr/>
          </p:nvSpPr>
          <p:spPr>
            <a:xfrm>
              <a:off x="8050329" y="3909312"/>
              <a:ext cx="187330" cy="27589"/>
            </a:xfrm>
            <a:custGeom>
              <a:avLst/>
              <a:gdLst/>
              <a:ahLst/>
              <a:cxnLst/>
              <a:rect l="l" t="t" r="r" b="b"/>
              <a:pathLst>
                <a:path w="7150" h="1053" extrusionOk="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74"/>
            <p:cNvSpPr/>
            <p:nvPr/>
          </p:nvSpPr>
          <p:spPr>
            <a:xfrm>
              <a:off x="8083367" y="3946568"/>
              <a:ext cx="178946" cy="18209"/>
            </a:xfrm>
            <a:custGeom>
              <a:avLst/>
              <a:gdLst/>
              <a:ahLst/>
              <a:cxnLst/>
              <a:rect l="l" t="t" r="r" b="b"/>
              <a:pathLst>
                <a:path w="6830" h="695" extrusionOk="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74"/>
            <p:cNvSpPr/>
            <p:nvPr/>
          </p:nvSpPr>
          <p:spPr>
            <a:xfrm>
              <a:off x="8082188" y="3881173"/>
              <a:ext cx="178867" cy="18052"/>
            </a:xfrm>
            <a:custGeom>
              <a:avLst/>
              <a:gdLst/>
              <a:ahLst/>
              <a:cxnLst/>
              <a:rect l="l" t="t" r="r" b="b"/>
              <a:pathLst>
                <a:path w="6827" h="689" extrusionOk="0">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74"/>
            <p:cNvSpPr/>
            <p:nvPr/>
          </p:nvSpPr>
          <p:spPr>
            <a:xfrm>
              <a:off x="8083970" y="3999492"/>
              <a:ext cx="183610" cy="28322"/>
            </a:xfrm>
            <a:custGeom>
              <a:avLst/>
              <a:gdLst/>
              <a:ahLst/>
              <a:cxnLst/>
              <a:rect l="l" t="t" r="r" b="b"/>
              <a:pathLst>
                <a:path w="7008" h="1081" extrusionOk="0">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74"/>
            <p:cNvSpPr/>
            <p:nvPr/>
          </p:nvSpPr>
          <p:spPr>
            <a:xfrm>
              <a:off x="8059106" y="3851489"/>
              <a:ext cx="129611" cy="29554"/>
            </a:xfrm>
            <a:custGeom>
              <a:avLst/>
              <a:gdLst/>
              <a:ahLst/>
              <a:cxnLst/>
              <a:rect l="l" t="t" r="r" b="b"/>
              <a:pathLst>
                <a:path w="4947" h="1128" extrusionOk="0">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74"/>
            <p:cNvSpPr/>
            <p:nvPr/>
          </p:nvSpPr>
          <p:spPr>
            <a:xfrm>
              <a:off x="7987790" y="3804695"/>
              <a:ext cx="336041" cy="362005"/>
            </a:xfrm>
            <a:custGeom>
              <a:avLst/>
              <a:gdLst/>
              <a:ahLst/>
              <a:cxnLst/>
              <a:rect l="l" t="t" r="r" b="b"/>
              <a:pathLst>
                <a:path w="12826" h="13817" extrusionOk="0">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74"/>
            <p:cNvSpPr/>
            <p:nvPr/>
          </p:nvSpPr>
          <p:spPr>
            <a:xfrm>
              <a:off x="8018680" y="3869331"/>
              <a:ext cx="51011" cy="251153"/>
            </a:xfrm>
            <a:custGeom>
              <a:avLst/>
              <a:gdLst/>
              <a:ahLst/>
              <a:cxnLst/>
              <a:rect l="l" t="t" r="r" b="b"/>
              <a:pathLst>
                <a:path w="1947" h="9586" extrusionOk="0">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74"/>
            <p:cNvSpPr/>
            <p:nvPr/>
          </p:nvSpPr>
          <p:spPr>
            <a:xfrm>
              <a:off x="8006366" y="3804695"/>
              <a:ext cx="317727" cy="300724"/>
            </a:xfrm>
            <a:custGeom>
              <a:avLst/>
              <a:gdLst/>
              <a:ahLst/>
              <a:cxnLst/>
              <a:rect l="l" t="t" r="r" b="b"/>
              <a:pathLst>
                <a:path w="12127" h="11478" extrusionOk="0">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1" name="Google Shape;8971;p74"/>
          <p:cNvGrpSpPr/>
          <p:nvPr/>
        </p:nvGrpSpPr>
        <p:grpSpPr>
          <a:xfrm>
            <a:off x="5273444" y="2891285"/>
            <a:ext cx="371123" cy="362267"/>
            <a:chOff x="5273444" y="2891285"/>
            <a:chExt cx="371123" cy="362267"/>
          </a:xfrm>
        </p:grpSpPr>
        <p:sp>
          <p:nvSpPr>
            <p:cNvPr id="8972" name="Google Shape;8972;p74"/>
            <p:cNvSpPr/>
            <p:nvPr/>
          </p:nvSpPr>
          <p:spPr>
            <a:xfrm>
              <a:off x="5301373" y="2914996"/>
              <a:ext cx="315186" cy="314452"/>
            </a:xfrm>
            <a:custGeom>
              <a:avLst/>
              <a:gdLst/>
              <a:ahLst/>
              <a:cxnLst/>
              <a:rect l="l" t="t" r="r" b="b"/>
              <a:pathLst>
                <a:path w="12030" h="12002" extrusionOk="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74"/>
            <p:cNvSpPr/>
            <p:nvPr/>
          </p:nvSpPr>
          <p:spPr>
            <a:xfrm>
              <a:off x="5427945" y="2958200"/>
              <a:ext cx="188614" cy="271249"/>
            </a:xfrm>
            <a:custGeom>
              <a:avLst/>
              <a:gdLst/>
              <a:ahLst/>
              <a:cxnLst/>
              <a:rect l="l" t="t" r="r" b="b"/>
              <a:pathLst>
                <a:path w="7199" h="10353" extrusionOk="0">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74"/>
            <p:cNvSpPr/>
            <p:nvPr/>
          </p:nvSpPr>
          <p:spPr>
            <a:xfrm>
              <a:off x="5430539" y="3027210"/>
              <a:ext cx="131786" cy="142318"/>
            </a:xfrm>
            <a:custGeom>
              <a:avLst/>
              <a:gdLst/>
              <a:ahLst/>
              <a:cxnLst/>
              <a:rect l="l" t="t" r="r" b="b"/>
              <a:pathLst>
                <a:path w="5030" h="5432" extrusionOk="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74"/>
            <p:cNvSpPr/>
            <p:nvPr/>
          </p:nvSpPr>
          <p:spPr>
            <a:xfrm>
              <a:off x="5441752" y="3027761"/>
              <a:ext cx="120572" cy="141585"/>
            </a:xfrm>
            <a:custGeom>
              <a:avLst/>
              <a:gdLst/>
              <a:ahLst/>
              <a:cxnLst/>
              <a:rect l="l" t="t" r="r" b="b"/>
              <a:pathLst>
                <a:path w="4602" h="5404" extrusionOk="0">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74"/>
            <p:cNvSpPr/>
            <p:nvPr/>
          </p:nvSpPr>
          <p:spPr>
            <a:xfrm>
              <a:off x="5382986" y="2999779"/>
              <a:ext cx="69640" cy="69587"/>
            </a:xfrm>
            <a:custGeom>
              <a:avLst/>
              <a:gdLst/>
              <a:ahLst/>
              <a:cxnLst/>
              <a:rect l="l" t="t" r="r" b="b"/>
              <a:pathLst>
                <a:path w="2658" h="2656" extrusionOk="0">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74"/>
            <p:cNvSpPr/>
            <p:nvPr/>
          </p:nvSpPr>
          <p:spPr>
            <a:xfrm>
              <a:off x="5390767" y="3000644"/>
              <a:ext cx="61858" cy="68932"/>
            </a:xfrm>
            <a:custGeom>
              <a:avLst/>
              <a:gdLst/>
              <a:ahLst/>
              <a:cxnLst/>
              <a:rect l="l" t="t" r="r" b="b"/>
              <a:pathLst>
                <a:path w="2361" h="2631" extrusionOk="0">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74"/>
            <p:cNvSpPr/>
            <p:nvPr/>
          </p:nvSpPr>
          <p:spPr>
            <a:xfrm>
              <a:off x="5510554" y="2894429"/>
              <a:ext cx="37571" cy="42706"/>
            </a:xfrm>
            <a:custGeom>
              <a:avLst/>
              <a:gdLst/>
              <a:ahLst/>
              <a:cxnLst/>
              <a:rect l="l" t="t" r="r" b="b"/>
              <a:pathLst>
                <a:path w="1434" h="1630" extrusionOk="0">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74"/>
            <p:cNvSpPr/>
            <p:nvPr/>
          </p:nvSpPr>
          <p:spPr>
            <a:xfrm>
              <a:off x="5597721" y="2995928"/>
              <a:ext cx="46846" cy="32619"/>
            </a:xfrm>
            <a:custGeom>
              <a:avLst/>
              <a:gdLst/>
              <a:ahLst/>
              <a:cxnLst/>
              <a:rect l="l" t="t" r="r" b="b"/>
              <a:pathLst>
                <a:path w="1788" h="1245" extrusionOk="0">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74"/>
            <p:cNvSpPr/>
            <p:nvPr/>
          </p:nvSpPr>
          <p:spPr>
            <a:xfrm>
              <a:off x="5594184" y="3123941"/>
              <a:ext cx="47448" cy="33824"/>
            </a:xfrm>
            <a:custGeom>
              <a:avLst/>
              <a:gdLst/>
              <a:ahLst/>
              <a:cxnLst/>
              <a:rect l="l" t="t" r="r" b="b"/>
              <a:pathLst>
                <a:path w="1811" h="1291" extrusionOk="0">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74"/>
            <p:cNvSpPr/>
            <p:nvPr/>
          </p:nvSpPr>
          <p:spPr>
            <a:xfrm>
              <a:off x="5503034" y="3211082"/>
              <a:ext cx="35894" cy="42470"/>
            </a:xfrm>
            <a:custGeom>
              <a:avLst/>
              <a:gdLst/>
              <a:ahLst/>
              <a:cxnLst/>
              <a:rect l="l" t="t" r="r" b="b"/>
              <a:pathLst>
                <a:path w="1370" h="1621" extrusionOk="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74"/>
            <p:cNvSpPr/>
            <p:nvPr/>
          </p:nvSpPr>
          <p:spPr>
            <a:xfrm>
              <a:off x="5369912" y="3207571"/>
              <a:ext cx="37466" cy="42706"/>
            </a:xfrm>
            <a:custGeom>
              <a:avLst/>
              <a:gdLst/>
              <a:ahLst/>
              <a:cxnLst/>
              <a:rect l="l" t="t" r="r" b="b"/>
              <a:pathLst>
                <a:path w="1430" h="1630" extrusionOk="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74"/>
            <p:cNvSpPr/>
            <p:nvPr/>
          </p:nvSpPr>
          <p:spPr>
            <a:xfrm>
              <a:off x="5273444" y="3116159"/>
              <a:ext cx="47029" cy="32698"/>
            </a:xfrm>
            <a:custGeom>
              <a:avLst/>
              <a:gdLst/>
              <a:ahLst/>
              <a:cxnLst/>
              <a:rect l="l" t="t" r="r" b="b"/>
              <a:pathLst>
                <a:path w="1795" h="1248" extrusionOk="0">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74"/>
            <p:cNvSpPr/>
            <p:nvPr/>
          </p:nvSpPr>
          <p:spPr>
            <a:xfrm>
              <a:off x="5277452" y="2987517"/>
              <a:ext cx="46295" cy="33248"/>
            </a:xfrm>
            <a:custGeom>
              <a:avLst/>
              <a:gdLst/>
              <a:ahLst/>
              <a:cxnLst/>
              <a:rect l="l" t="t" r="r" b="b"/>
              <a:pathLst>
                <a:path w="1767" h="1269" extrusionOk="0">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74"/>
            <p:cNvSpPr/>
            <p:nvPr/>
          </p:nvSpPr>
          <p:spPr>
            <a:xfrm>
              <a:off x="5379265" y="2891285"/>
              <a:ext cx="35632" cy="42575"/>
            </a:xfrm>
            <a:custGeom>
              <a:avLst/>
              <a:gdLst/>
              <a:ahLst/>
              <a:cxnLst/>
              <a:rect l="l" t="t" r="r" b="b"/>
              <a:pathLst>
                <a:path w="1360" h="1625" extrusionOk="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74"/>
          <p:cNvGrpSpPr/>
          <p:nvPr/>
        </p:nvGrpSpPr>
        <p:grpSpPr>
          <a:xfrm>
            <a:off x="7630397" y="3358399"/>
            <a:ext cx="214759" cy="357030"/>
            <a:chOff x="2235125" y="238075"/>
            <a:chExt cx="3144350" cy="5227375"/>
          </a:xfrm>
        </p:grpSpPr>
        <p:sp>
          <p:nvSpPr>
            <p:cNvPr id="8987" name="Google Shape;8987;p74"/>
            <p:cNvSpPr/>
            <p:nvPr/>
          </p:nvSpPr>
          <p:spPr>
            <a:xfrm>
              <a:off x="2650075" y="593150"/>
              <a:ext cx="2312675" cy="2882350"/>
            </a:xfrm>
            <a:custGeom>
              <a:avLst/>
              <a:gdLst/>
              <a:ahLst/>
              <a:cxnLst/>
              <a:rect l="l" t="t" r="r" b="b"/>
              <a:pathLst>
                <a:path w="92507" h="115294" extrusionOk="0">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74"/>
            <p:cNvSpPr/>
            <p:nvPr/>
          </p:nvSpPr>
          <p:spPr>
            <a:xfrm>
              <a:off x="3257850" y="3360975"/>
              <a:ext cx="269025" cy="1808275"/>
            </a:xfrm>
            <a:custGeom>
              <a:avLst/>
              <a:gdLst/>
              <a:ahLst/>
              <a:cxnLst/>
              <a:rect l="l" t="t" r="r" b="b"/>
              <a:pathLst>
                <a:path w="10761" h="72331" extrusionOk="0">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74"/>
            <p:cNvSpPr/>
            <p:nvPr/>
          </p:nvSpPr>
          <p:spPr>
            <a:xfrm>
              <a:off x="3093300" y="5170300"/>
              <a:ext cx="596675" cy="295150"/>
            </a:xfrm>
            <a:custGeom>
              <a:avLst/>
              <a:gdLst/>
              <a:ahLst/>
              <a:cxnLst/>
              <a:rect l="l" t="t" r="r" b="b"/>
              <a:pathLst>
                <a:path w="23867" h="11806" extrusionOk="0">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74"/>
            <p:cNvSpPr/>
            <p:nvPr/>
          </p:nvSpPr>
          <p:spPr>
            <a:xfrm>
              <a:off x="3921750" y="5170300"/>
              <a:ext cx="596700" cy="295150"/>
            </a:xfrm>
            <a:custGeom>
              <a:avLst/>
              <a:gdLst/>
              <a:ahLst/>
              <a:cxnLst/>
              <a:rect l="l" t="t" r="r" b="b"/>
              <a:pathLst>
                <a:path w="23868" h="11806" extrusionOk="0">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74"/>
            <p:cNvSpPr/>
            <p:nvPr/>
          </p:nvSpPr>
          <p:spPr>
            <a:xfrm>
              <a:off x="2235125" y="238575"/>
              <a:ext cx="2312300" cy="451450"/>
            </a:xfrm>
            <a:custGeom>
              <a:avLst/>
              <a:gdLst/>
              <a:ahLst/>
              <a:cxnLst/>
              <a:rect l="l" t="t" r="r" b="b"/>
              <a:pathLst>
                <a:path w="92492" h="18058" extrusionOk="0">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74"/>
            <p:cNvSpPr/>
            <p:nvPr/>
          </p:nvSpPr>
          <p:spPr>
            <a:xfrm>
              <a:off x="2251950" y="243125"/>
              <a:ext cx="2337325" cy="448250"/>
            </a:xfrm>
            <a:custGeom>
              <a:avLst/>
              <a:gdLst/>
              <a:ahLst/>
              <a:cxnLst/>
              <a:rect l="l" t="t" r="r" b="b"/>
              <a:pathLst>
                <a:path w="93493" h="17930" extrusionOk="0">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74"/>
            <p:cNvSpPr/>
            <p:nvPr/>
          </p:nvSpPr>
          <p:spPr>
            <a:xfrm>
              <a:off x="3807650" y="238075"/>
              <a:ext cx="1571825" cy="453150"/>
            </a:xfrm>
            <a:custGeom>
              <a:avLst/>
              <a:gdLst/>
              <a:ahLst/>
              <a:cxnLst/>
              <a:rect l="l" t="t" r="r" b="b"/>
              <a:pathLst>
                <a:path w="62873" h="18126" extrusionOk="0">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74"/>
            <p:cNvSpPr/>
            <p:nvPr/>
          </p:nvSpPr>
          <p:spPr>
            <a:xfrm>
              <a:off x="3805500" y="298575"/>
              <a:ext cx="1011300" cy="385275"/>
            </a:xfrm>
            <a:custGeom>
              <a:avLst/>
              <a:gdLst/>
              <a:ahLst/>
              <a:cxnLst/>
              <a:rect l="l" t="t" r="r" b="b"/>
              <a:pathLst>
                <a:path w="40452" h="15411" extrusionOk="0">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74"/>
            <p:cNvSpPr/>
            <p:nvPr/>
          </p:nvSpPr>
          <p:spPr>
            <a:xfrm>
              <a:off x="4086300" y="3360975"/>
              <a:ext cx="269025" cy="1808275"/>
            </a:xfrm>
            <a:custGeom>
              <a:avLst/>
              <a:gdLst/>
              <a:ahLst/>
              <a:cxnLst/>
              <a:rect l="l" t="t" r="r" b="b"/>
              <a:pathLst>
                <a:path w="10761" h="72331" extrusionOk="0">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6" name="Google Shape;8996;p74"/>
          <p:cNvGrpSpPr/>
          <p:nvPr/>
        </p:nvGrpSpPr>
        <p:grpSpPr>
          <a:xfrm>
            <a:off x="2810729" y="4267107"/>
            <a:ext cx="342496" cy="351944"/>
            <a:chOff x="2810729" y="4267107"/>
            <a:chExt cx="342496" cy="351944"/>
          </a:xfrm>
        </p:grpSpPr>
        <p:sp>
          <p:nvSpPr>
            <p:cNvPr id="8997" name="Google Shape;8997;p74"/>
            <p:cNvSpPr/>
            <p:nvPr/>
          </p:nvSpPr>
          <p:spPr>
            <a:xfrm>
              <a:off x="2890682" y="4267422"/>
              <a:ext cx="35575" cy="23627"/>
            </a:xfrm>
            <a:custGeom>
              <a:avLst/>
              <a:gdLst/>
              <a:ahLst/>
              <a:cxnLst/>
              <a:rect l="l" t="t" r="r" b="b"/>
              <a:pathLst>
                <a:path w="2376" h="1578" extrusionOk="0">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74"/>
            <p:cNvSpPr/>
            <p:nvPr/>
          </p:nvSpPr>
          <p:spPr>
            <a:xfrm>
              <a:off x="2890996" y="4390181"/>
              <a:ext cx="34946" cy="36533"/>
            </a:xfrm>
            <a:custGeom>
              <a:avLst/>
              <a:gdLst/>
              <a:ahLst/>
              <a:cxnLst/>
              <a:rect l="l" t="t" r="r" b="b"/>
              <a:pathLst>
                <a:path w="2334" h="2440" extrusionOk="0">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74"/>
            <p:cNvSpPr/>
            <p:nvPr/>
          </p:nvSpPr>
          <p:spPr>
            <a:xfrm>
              <a:off x="2886579" y="4287245"/>
              <a:ext cx="43780" cy="105466"/>
            </a:xfrm>
            <a:custGeom>
              <a:avLst/>
              <a:gdLst/>
              <a:ahLst/>
              <a:cxnLst/>
              <a:rect l="l" t="t" r="r" b="b"/>
              <a:pathLst>
                <a:path w="2924" h="7044" extrusionOk="0">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74"/>
            <p:cNvSpPr/>
            <p:nvPr/>
          </p:nvSpPr>
          <p:spPr>
            <a:xfrm>
              <a:off x="2909248" y="4287245"/>
              <a:ext cx="20797" cy="105466"/>
            </a:xfrm>
            <a:custGeom>
              <a:avLst/>
              <a:gdLst/>
              <a:ahLst/>
              <a:cxnLst/>
              <a:rect l="l" t="t" r="r" b="b"/>
              <a:pathLst>
                <a:path w="1389" h="7044" extrusionOk="0">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74"/>
            <p:cNvSpPr/>
            <p:nvPr/>
          </p:nvSpPr>
          <p:spPr>
            <a:xfrm>
              <a:off x="2819532" y="4267496"/>
              <a:ext cx="38419" cy="39917"/>
            </a:xfrm>
            <a:custGeom>
              <a:avLst/>
              <a:gdLst/>
              <a:ahLst/>
              <a:cxnLst/>
              <a:rect l="l" t="t" r="r" b="b"/>
              <a:pathLst>
                <a:path w="2566" h="2666" extrusionOk="0">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74"/>
            <p:cNvSpPr/>
            <p:nvPr/>
          </p:nvSpPr>
          <p:spPr>
            <a:xfrm>
              <a:off x="2815130" y="4306140"/>
              <a:ext cx="46924" cy="230442"/>
            </a:xfrm>
            <a:custGeom>
              <a:avLst/>
              <a:gdLst/>
              <a:ahLst/>
              <a:cxnLst/>
              <a:rect l="l" t="t" r="r" b="b"/>
              <a:pathLst>
                <a:path w="3134" h="15391" extrusionOk="0">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74"/>
            <p:cNvSpPr/>
            <p:nvPr/>
          </p:nvSpPr>
          <p:spPr>
            <a:xfrm>
              <a:off x="2838742" y="4306140"/>
              <a:ext cx="23312" cy="230442"/>
            </a:xfrm>
            <a:custGeom>
              <a:avLst/>
              <a:gdLst/>
              <a:ahLst/>
              <a:cxnLst/>
              <a:rect l="l" t="t" r="r" b="b"/>
              <a:pathLst>
                <a:path w="1557" h="15391" extrusionOk="0">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74"/>
            <p:cNvSpPr/>
            <p:nvPr/>
          </p:nvSpPr>
          <p:spPr>
            <a:xfrm>
              <a:off x="2815130" y="4505080"/>
              <a:ext cx="46924" cy="31502"/>
            </a:xfrm>
            <a:custGeom>
              <a:avLst/>
              <a:gdLst/>
              <a:ahLst/>
              <a:cxnLst/>
              <a:rect l="l" t="t" r="r" b="b"/>
              <a:pathLst>
                <a:path w="3134" h="2104" extrusionOk="0">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74"/>
            <p:cNvSpPr/>
            <p:nvPr/>
          </p:nvSpPr>
          <p:spPr>
            <a:xfrm>
              <a:off x="2888795" y="4455970"/>
              <a:ext cx="39677" cy="54799"/>
            </a:xfrm>
            <a:custGeom>
              <a:avLst/>
              <a:gdLst/>
              <a:ahLst/>
              <a:cxnLst/>
              <a:rect l="l" t="t" r="r" b="b"/>
              <a:pathLst>
                <a:path w="2650" h="3660" extrusionOk="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74"/>
            <p:cNvSpPr/>
            <p:nvPr/>
          </p:nvSpPr>
          <p:spPr>
            <a:xfrm>
              <a:off x="2883435" y="4475180"/>
              <a:ext cx="50068" cy="61402"/>
            </a:xfrm>
            <a:custGeom>
              <a:avLst/>
              <a:gdLst/>
              <a:ahLst/>
              <a:cxnLst/>
              <a:rect l="l" t="t" r="r" b="b"/>
              <a:pathLst>
                <a:path w="3344" h="4101" extrusionOk="0">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74"/>
            <p:cNvSpPr/>
            <p:nvPr/>
          </p:nvSpPr>
          <p:spPr>
            <a:xfrm>
              <a:off x="2912077" y="4475180"/>
              <a:ext cx="21426" cy="61402"/>
            </a:xfrm>
            <a:custGeom>
              <a:avLst/>
              <a:gdLst/>
              <a:ahLst/>
              <a:cxnLst/>
              <a:rect l="l" t="t" r="r" b="b"/>
              <a:pathLst>
                <a:path w="1431" h="4101" extrusionOk="0">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74"/>
            <p:cNvSpPr/>
            <p:nvPr/>
          </p:nvSpPr>
          <p:spPr>
            <a:xfrm>
              <a:off x="2955842" y="4272767"/>
              <a:ext cx="192666" cy="259399"/>
            </a:xfrm>
            <a:custGeom>
              <a:avLst/>
              <a:gdLst/>
              <a:ahLst/>
              <a:cxnLst/>
              <a:rect l="l" t="t" r="r" b="b"/>
              <a:pathLst>
                <a:path w="12868" h="17325" extrusionOk="0">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74"/>
            <p:cNvSpPr/>
            <p:nvPr/>
          </p:nvSpPr>
          <p:spPr>
            <a:xfrm>
              <a:off x="3116063" y="4273081"/>
              <a:ext cx="32445" cy="259084"/>
            </a:xfrm>
            <a:custGeom>
              <a:avLst/>
              <a:gdLst/>
              <a:ahLst/>
              <a:cxnLst/>
              <a:rect l="l" t="t" r="r" b="b"/>
              <a:pathLst>
                <a:path w="2167" h="17304" extrusionOk="0">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74"/>
            <p:cNvSpPr/>
            <p:nvPr/>
          </p:nvSpPr>
          <p:spPr>
            <a:xfrm>
              <a:off x="2984484" y="4267107"/>
              <a:ext cx="18266" cy="270733"/>
            </a:xfrm>
            <a:custGeom>
              <a:avLst/>
              <a:gdLst/>
              <a:ahLst/>
              <a:cxnLst/>
              <a:rect l="l" t="t" r="r" b="b"/>
              <a:pathLst>
                <a:path w="1220" h="18082" extrusionOk="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74"/>
            <p:cNvSpPr/>
            <p:nvPr/>
          </p:nvSpPr>
          <p:spPr>
            <a:xfrm>
              <a:off x="3091193" y="4499106"/>
              <a:ext cx="32445" cy="10705"/>
            </a:xfrm>
            <a:custGeom>
              <a:avLst/>
              <a:gdLst/>
              <a:ahLst/>
              <a:cxnLst/>
              <a:rect l="l" t="t" r="r" b="b"/>
              <a:pathLst>
                <a:path w="2167" h="715" extrusionOk="0">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74"/>
            <p:cNvSpPr/>
            <p:nvPr/>
          </p:nvSpPr>
          <p:spPr>
            <a:xfrm>
              <a:off x="3110718" y="4485571"/>
              <a:ext cx="12292" cy="10705"/>
            </a:xfrm>
            <a:custGeom>
              <a:avLst/>
              <a:gdLst/>
              <a:ahLst/>
              <a:cxnLst/>
              <a:rect l="l" t="t" r="r" b="b"/>
              <a:pathLst>
                <a:path w="821" h="715" extrusionOk="0">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74"/>
            <p:cNvSpPr/>
            <p:nvPr/>
          </p:nvSpPr>
          <p:spPr>
            <a:xfrm>
              <a:off x="2810729" y="4557334"/>
              <a:ext cx="342496" cy="61717"/>
            </a:xfrm>
            <a:custGeom>
              <a:avLst/>
              <a:gdLst/>
              <a:ahLst/>
              <a:cxnLst/>
              <a:rect l="l" t="t" r="r" b="b"/>
              <a:pathLst>
                <a:path w="22875" h="4122" extrusionOk="0">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74"/>
            <p:cNvSpPr/>
            <p:nvPr/>
          </p:nvSpPr>
          <p:spPr>
            <a:xfrm>
              <a:off x="3129598" y="4557334"/>
              <a:ext cx="23627" cy="61717"/>
            </a:xfrm>
            <a:custGeom>
              <a:avLst/>
              <a:gdLst/>
              <a:ahLst/>
              <a:cxnLst/>
              <a:rect l="l" t="t" r="r" b="b"/>
              <a:pathLst>
                <a:path w="1578" h="4122" extrusionOk="0">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74"/>
            <p:cNvSpPr/>
            <p:nvPr/>
          </p:nvSpPr>
          <p:spPr>
            <a:xfrm>
              <a:off x="2838428" y="4553711"/>
              <a:ext cx="10720" cy="22219"/>
            </a:xfrm>
            <a:custGeom>
              <a:avLst/>
              <a:gdLst/>
              <a:ahLst/>
              <a:cxnLst/>
              <a:rect l="l" t="t" r="r" b="b"/>
              <a:pathLst>
                <a:path w="716"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74"/>
            <p:cNvSpPr/>
            <p:nvPr/>
          </p:nvSpPr>
          <p:spPr>
            <a:xfrm>
              <a:off x="2863611" y="4553711"/>
              <a:ext cx="10705" cy="22219"/>
            </a:xfrm>
            <a:custGeom>
              <a:avLst/>
              <a:gdLst/>
              <a:ahLst/>
              <a:cxnLst/>
              <a:rect l="l" t="t" r="r" b="b"/>
              <a:pathLst>
                <a:path w="715"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74"/>
            <p:cNvSpPr/>
            <p:nvPr/>
          </p:nvSpPr>
          <p:spPr>
            <a:xfrm>
              <a:off x="2888795" y="4553711"/>
              <a:ext cx="10705" cy="22219"/>
            </a:xfrm>
            <a:custGeom>
              <a:avLst/>
              <a:gdLst/>
              <a:ahLst/>
              <a:cxnLst/>
              <a:rect l="l" t="t" r="r" b="b"/>
              <a:pathLst>
                <a:path w="715" h="1484" extrusionOk="0">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74"/>
            <p:cNvSpPr/>
            <p:nvPr/>
          </p:nvSpPr>
          <p:spPr>
            <a:xfrm>
              <a:off x="2913664" y="4553711"/>
              <a:ext cx="10705" cy="22219"/>
            </a:xfrm>
            <a:custGeom>
              <a:avLst/>
              <a:gdLst/>
              <a:ahLst/>
              <a:cxnLst/>
              <a:rect l="l" t="t" r="r" b="b"/>
              <a:pathLst>
                <a:path w="715" h="1484" extrusionOk="0">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74"/>
            <p:cNvSpPr/>
            <p:nvPr/>
          </p:nvSpPr>
          <p:spPr>
            <a:xfrm>
              <a:off x="2938833" y="4553711"/>
              <a:ext cx="10720" cy="22219"/>
            </a:xfrm>
            <a:custGeom>
              <a:avLst/>
              <a:gdLst/>
              <a:ahLst/>
              <a:cxnLst/>
              <a:rect l="l" t="t" r="r" b="b"/>
              <a:pathLst>
                <a:path w="716" h="1484" extrusionOk="0">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74"/>
            <p:cNvSpPr/>
            <p:nvPr/>
          </p:nvSpPr>
          <p:spPr>
            <a:xfrm>
              <a:off x="2964017" y="4553711"/>
              <a:ext cx="10720" cy="22219"/>
            </a:xfrm>
            <a:custGeom>
              <a:avLst/>
              <a:gdLst/>
              <a:ahLst/>
              <a:cxnLst/>
              <a:rect l="l" t="t" r="r" b="b"/>
              <a:pathLst>
                <a:path w="716" h="1484" extrusionOk="0">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74"/>
            <p:cNvSpPr/>
            <p:nvPr/>
          </p:nvSpPr>
          <p:spPr>
            <a:xfrm>
              <a:off x="2989201" y="4553711"/>
              <a:ext cx="10406" cy="22219"/>
            </a:xfrm>
            <a:custGeom>
              <a:avLst/>
              <a:gdLst/>
              <a:ahLst/>
              <a:cxnLst/>
              <a:rect l="l" t="t" r="r" b="b"/>
              <a:pathLst>
                <a:path w="695" h="1484" extrusionOk="0">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74"/>
            <p:cNvSpPr/>
            <p:nvPr/>
          </p:nvSpPr>
          <p:spPr>
            <a:xfrm>
              <a:off x="3014070"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74"/>
            <p:cNvSpPr/>
            <p:nvPr/>
          </p:nvSpPr>
          <p:spPr>
            <a:xfrm>
              <a:off x="3039254"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74"/>
            <p:cNvSpPr/>
            <p:nvPr/>
          </p:nvSpPr>
          <p:spPr>
            <a:xfrm>
              <a:off x="3064438"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74"/>
            <p:cNvSpPr/>
            <p:nvPr/>
          </p:nvSpPr>
          <p:spPr>
            <a:xfrm>
              <a:off x="3089472" y="4553711"/>
              <a:ext cx="10556" cy="22219"/>
            </a:xfrm>
            <a:custGeom>
              <a:avLst/>
              <a:gdLst/>
              <a:ahLst/>
              <a:cxnLst/>
              <a:rect l="l" t="t" r="r" b="b"/>
              <a:pathLst>
                <a:path w="705" h="1484" extrusionOk="0">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74"/>
            <p:cNvSpPr/>
            <p:nvPr/>
          </p:nvSpPr>
          <p:spPr>
            <a:xfrm>
              <a:off x="3114491"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7" name="Google Shape;9027;p74"/>
          <p:cNvGrpSpPr/>
          <p:nvPr/>
        </p:nvGrpSpPr>
        <p:grpSpPr>
          <a:xfrm>
            <a:off x="1779168" y="3805625"/>
            <a:ext cx="282381" cy="343454"/>
            <a:chOff x="1779168" y="3805625"/>
            <a:chExt cx="282381" cy="343454"/>
          </a:xfrm>
        </p:grpSpPr>
        <p:sp>
          <p:nvSpPr>
            <p:cNvPr id="9028" name="Google Shape;9028;p74"/>
            <p:cNvSpPr/>
            <p:nvPr/>
          </p:nvSpPr>
          <p:spPr>
            <a:xfrm>
              <a:off x="1798048" y="3814758"/>
              <a:ext cx="243662" cy="314797"/>
            </a:xfrm>
            <a:custGeom>
              <a:avLst/>
              <a:gdLst/>
              <a:ahLst/>
              <a:cxnLst/>
              <a:rect l="l" t="t" r="r" b="b"/>
              <a:pathLst>
                <a:path w="16274" h="21025" extrusionOk="0">
                  <a:moveTo>
                    <a:pt x="1" y="0"/>
                  </a:moveTo>
                  <a:lnTo>
                    <a:pt x="1" y="21025"/>
                  </a:lnTo>
                  <a:lnTo>
                    <a:pt x="16274" y="21025"/>
                  </a:lnTo>
                  <a:lnTo>
                    <a:pt x="16274"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74"/>
            <p:cNvSpPr/>
            <p:nvPr/>
          </p:nvSpPr>
          <p:spPr>
            <a:xfrm>
              <a:off x="1798048" y="3814758"/>
              <a:ext cx="54485" cy="314797"/>
            </a:xfrm>
            <a:custGeom>
              <a:avLst/>
              <a:gdLst/>
              <a:ahLst/>
              <a:cxnLst/>
              <a:rect l="l" t="t" r="r" b="b"/>
              <a:pathLst>
                <a:path w="3639" h="21025" extrusionOk="0">
                  <a:moveTo>
                    <a:pt x="1" y="0"/>
                  </a:moveTo>
                  <a:lnTo>
                    <a:pt x="1" y="21025"/>
                  </a:lnTo>
                  <a:lnTo>
                    <a:pt x="3638" y="21025"/>
                  </a:lnTo>
                  <a:lnTo>
                    <a:pt x="36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74"/>
            <p:cNvSpPr/>
            <p:nvPr/>
          </p:nvSpPr>
          <p:spPr>
            <a:xfrm>
              <a:off x="1779168" y="4116319"/>
              <a:ext cx="282381" cy="32760"/>
            </a:xfrm>
            <a:custGeom>
              <a:avLst/>
              <a:gdLst/>
              <a:ahLst/>
              <a:cxnLst/>
              <a:rect l="l" t="t" r="r" b="b"/>
              <a:pathLst>
                <a:path w="18860" h="2188" extrusionOk="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74"/>
            <p:cNvSpPr/>
            <p:nvPr/>
          </p:nvSpPr>
          <p:spPr>
            <a:xfrm>
              <a:off x="1930585" y="3847488"/>
              <a:ext cx="90359" cy="247750"/>
            </a:xfrm>
            <a:custGeom>
              <a:avLst/>
              <a:gdLst/>
              <a:ahLst/>
              <a:cxnLst/>
              <a:rect l="l" t="t" r="r" b="b"/>
              <a:pathLst>
                <a:path w="6035" h="16547" extrusionOk="0">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74"/>
            <p:cNvSpPr/>
            <p:nvPr/>
          </p:nvSpPr>
          <p:spPr>
            <a:xfrm>
              <a:off x="1818830" y="3847488"/>
              <a:ext cx="90988" cy="147659"/>
            </a:xfrm>
            <a:custGeom>
              <a:avLst/>
              <a:gdLst/>
              <a:ahLst/>
              <a:cxnLst/>
              <a:rect l="l" t="t" r="r" b="b"/>
              <a:pathLst>
                <a:path w="6077" h="9862" extrusionOk="0">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74"/>
            <p:cNvSpPr/>
            <p:nvPr/>
          </p:nvSpPr>
          <p:spPr>
            <a:xfrm>
              <a:off x="1818830" y="3847802"/>
              <a:ext cx="33703" cy="147344"/>
            </a:xfrm>
            <a:custGeom>
              <a:avLst/>
              <a:gdLst/>
              <a:ahLst/>
              <a:cxnLst/>
              <a:rect l="l" t="t" r="r" b="b"/>
              <a:pathLst>
                <a:path w="2251" h="9841" extrusionOk="0">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74"/>
            <p:cNvSpPr/>
            <p:nvPr/>
          </p:nvSpPr>
          <p:spPr>
            <a:xfrm>
              <a:off x="1831737" y="3916107"/>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74"/>
            <p:cNvSpPr/>
            <p:nvPr/>
          </p:nvSpPr>
          <p:spPr>
            <a:xfrm>
              <a:off x="1831737" y="3916107"/>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74"/>
            <p:cNvSpPr/>
            <p:nvPr/>
          </p:nvSpPr>
          <p:spPr>
            <a:xfrm>
              <a:off x="1831737" y="3892510"/>
              <a:ext cx="63603" cy="10391"/>
            </a:xfrm>
            <a:custGeom>
              <a:avLst/>
              <a:gdLst/>
              <a:ahLst/>
              <a:cxnLst/>
              <a:rect l="l" t="t" r="r" b="b"/>
              <a:pathLst>
                <a:path w="4248" h="694"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74"/>
            <p:cNvSpPr/>
            <p:nvPr/>
          </p:nvSpPr>
          <p:spPr>
            <a:xfrm>
              <a:off x="1831737" y="3892510"/>
              <a:ext cx="20797" cy="10391"/>
            </a:xfrm>
            <a:custGeom>
              <a:avLst/>
              <a:gdLst/>
              <a:ahLst/>
              <a:cxnLst/>
              <a:rect l="l" t="t" r="r" b="b"/>
              <a:pathLst>
                <a:path w="1389" h="694"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74"/>
            <p:cNvSpPr/>
            <p:nvPr/>
          </p:nvSpPr>
          <p:spPr>
            <a:xfrm>
              <a:off x="1831737" y="3868584"/>
              <a:ext cx="63603" cy="10406"/>
            </a:xfrm>
            <a:custGeom>
              <a:avLst/>
              <a:gdLst/>
              <a:ahLst/>
              <a:cxnLst/>
              <a:rect l="l" t="t" r="r" b="b"/>
              <a:pathLst>
                <a:path w="4248" h="695"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74"/>
            <p:cNvSpPr/>
            <p:nvPr/>
          </p:nvSpPr>
          <p:spPr>
            <a:xfrm>
              <a:off x="1831737" y="3868584"/>
              <a:ext cx="20797" cy="10406"/>
            </a:xfrm>
            <a:custGeom>
              <a:avLst/>
              <a:gdLst/>
              <a:ahLst/>
              <a:cxnLst/>
              <a:rect l="l" t="t" r="r" b="b"/>
              <a:pathLst>
                <a:path w="1389" h="695"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74"/>
            <p:cNvSpPr/>
            <p:nvPr/>
          </p:nvSpPr>
          <p:spPr>
            <a:xfrm>
              <a:off x="1831737" y="3940033"/>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74"/>
            <p:cNvSpPr/>
            <p:nvPr/>
          </p:nvSpPr>
          <p:spPr>
            <a:xfrm>
              <a:off x="1831737" y="3940033"/>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74"/>
            <p:cNvSpPr/>
            <p:nvPr/>
          </p:nvSpPr>
          <p:spPr>
            <a:xfrm>
              <a:off x="1831737" y="3963644"/>
              <a:ext cx="63603" cy="10406"/>
            </a:xfrm>
            <a:custGeom>
              <a:avLst/>
              <a:gdLst/>
              <a:ahLst/>
              <a:cxnLst/>
              <a:rect l="l" t="t" r="r" b="b"/>
              <a:pathLst>
                <a:path w="4248" h="695" extrusionOk="0">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74"/>
            <p:cNvSpPr/>
            <p:nvPr/>
          </p:nvSpPr>
          <p:spPr>
            <a:xfrm>
              <a:off x="1831737" y="3963644"/>
              <a:ext cx="20797" cy="10406"/>
            </a:xfrm>
            <a:custGeom>
              <a:avLst/>
              <a:gdLst/>
              <a:ahLst/>
              <a:cxnLst/>
              <a:rect l="l" t="t" r="r" b="b"/>
              <a:pathLst>
                <a:path w="1389" h="695" extrusionOk="0">
                  <a:moveTo>
                    <a:pt x="463" y="1"/>
                  </a:moveTo>
                  <a:cubicBezTo>
                    <a:pt x="0" y="1"/>
                    <a:pt x="0" y="694"/>
                    <a:pt x="463" y="694"/>
                  </a:cubicBezTo>
                  <a:lnTo>
                    <a:pt x="1388" y="694"/>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74"/>
            <p:cNvSpPr/>
            <p:nvPr/>
          </p:nvSpPr>
          <p:spPr>
            <a:xfrm>
              <a:off x="1818830" y="4022202"/>
              <a:ext cx="22369" cy="58557"/>
            </a:xfrm>
            <a:custGeom>
              <a:avLst/>
              <a:gdLst/>
              <a:ahLst/>
              <a:cxnLst/>
              <a:rect l="l" t="t" r="r" b="b"/>
              <a:pathLst>
                <a:path w="1494" h="3911" extrusionOk="0">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74"/>
            <p:cNvSpPr/>
            <p:nvPr/>
          </p:nvSpPr>
          <p:spPr>
            <a:xfrm>
              <a:off x="1865739" y="4039510"/>
              <a:ext cx="19839" cy="20168"/>
            </a:xfrm>
            <a:custGeom>
              <a:avLst/>
              <a:gdLst/>
              <a:ahLst/>
              <a:cxnLst/>
              <a:rect l="l" t="t" r="r" b="b"/>
              <a:pathLst>
                <a:path w="1325" h="1347" extrusionOk="0">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74"/>
            <p:cNvSpPr/>
            <p:nvPr/>
          </p:nvSpPr>
          <p:spPr>
            <a:xfrm>
              <a:off x="1813800" y="4009760"/>
              <a:ext cx="10391" cy="83277"/>
            </a:xfrm>
            <a:custGeom>
              <a:avLst/>
              <a:gdLst/>
              <a:ahLst/>
              <a:cxnLst/>
              <a:rect l="l" t="t" r="r" b="b"/>
              <a:pathLst>
                <a:path w="694" h="5562" extrusionOk="0">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74"/>
            <p:cNvSpPr/>
            <p:nvPr/>
          </p:nvSpPr>
          <p:spPr>
            <a:xfrm>
              <a:off x="1930585" y="3967732"/>
              <a:ext cx="90359" cy="20797"/>
            </a:xfrm>
            <a:custGeom>
              <a:avLst/>
              <a:gdLst/>
              <a:ahLst/>
              <a:cxnLst/>
              <a:rect l="l" t="t" r="r" b="b"/>
              <a:pathLst>
                <a:path w="6035" h="1389" extrusionOk="0">
                  <a:moveTo>
                    <a:pt x="0" y="1"/>
                  </a:moveTo>
                  <a:lnTo>
                    <a:pt x="0" y="1389"/>
                  </a:lnTo>
                  <a:lnTo>
                    <a:pt x="6034" y="1389"/>
                  </a:lnTo>
                  <a:lnTo>
                    <a:pt x="6034"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74"/>
            <p:cNvSpPr/>
            <p:nvPr/>
          </p:nvSpPr>
          <p:spPr>
            <a:xfrm>
              <a:off x="1992901" y="3889351"/>
              <a:ext cx="28043" cy="78396"/>
            </a:xfrm>
            <a:custGeom>
              <a:avLst/>
              <a:gdLst/>
              <a:ahLst/>
              <a:cxnLst/>
              <a:rect l="l" t="t" r="r" b="b"/>
              <a:pathLst>
                <a:path w="1873" h="5236" extrusionOk="0">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74"/>
            <p:cNvSpPr/>
            <p:nvPr/>
          </p:nvSpPr>
          <p:spPr>
            <a:xfrm>
              <a:off x="1972134" y="3913591"/>
              <a:ext cx="20782" cy="54156"/>
            </a:xfrm>
            <a:custGeom>
              <a:avLst/>
              <a:gdLst/>
              <a:ahLst/>
              <a:cxnLst/>
              <a:rect l="l" t="t" r="r" b="b"/>
              <a:pathLst>
                <a:path w="1388" h="3617" extrusionOk="0">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74"/>
            <p:cNvSpPr/>
            <p:nvPr/>
          </p:nvSpPr>
          <p:spPr>
            <a:xfrm>
              <a:off x="1930585" y="3889980"/>
              <a:ext cx="20782" cy="77767"/>
            </a:xfrm>
            <a:custGeom>
              <a:avLst/>
              <a:gdLst/>
              <a:ahLst/>
              <a:cxnLst/>
              <a:rect l="l" t="t" r="r" b="b"/>
              <a:pathLst>
                <a:path w="1388" h="5194" extrusionOk="0">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74"/>
            <p:cNvSpPr/>
            <p:nvPr/>
          </p:nvSpPr>
          <p:spPr>
            <a:xfrm>
              <a:off x="1951352" y="3921467"/>
              <a:ext cx="20797" cy="46280"/>
            </a:xfrm>
            <a:custGeom>
              <a:avLst/>
              <a:gdLst/>
              <a:ahLst/>
              <a:cxnLst/>
              <a:rect l="l" t="t" r="r" b="b"/>
              <a:pathLst>
                <a:path w="1389" h="3091" extrusionOk="0">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74"/>
            <p:cNvSpPr/>
            <p:nvPr/>
          </p:nvSpPr>
          <p:spPr>
            <a:xfrm>
              <a:off x="1974964" y="4026289"/>
              <a:ext cx="44393" cy="68948"/>
            </a:xfrm>
            <a:custGeom>
              <a:avLst/>
              <a:gdLst/>
              <a:ahLst/>
              <a:cxnLst/>
              <a:rect l="l" t="t" r="r" b="b"/>
              <a:pathLst>
                <a:path w="2965" h="4605" extrusionOk="0">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74"/>
            <p:cNvSpPr/>
            <p:nvPr/>
          </p:nvSpPr>
          <p:spPr>
            <a:xfrm>
              <a:off x="1930585" y="4017770"/>
              <a:ext cx="20782" cy="77782"/>
            </a:xfrm>
            <a:custGeom>
              <a:avLst/>
              <a:gdLst/>
              <a:ahLst/>
              <a:cxnLst/>
              <a:rect l="l" t="t" r="r" b="b"/>
              <a:pathLst>
                <a:path w="1388" h="5195" extrusionOk="0">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74"/>
            <p:cNvSpPr/>
            <p:nvPr/>
          </p:nvSpPr>
          <p:spPr>
            <a:xfrm>
              <a:off x="1951352" y="4044855"/>
              <a:ext cx="20797" cy="50697"/>
            </a:xfrm>
            <a:custGeom>
              <a:avLst/>
              <a:gdLst/>
              <a:ahLst/>
              <a:cxnLst/>
              <a:rect l="l" t="t" r="r" b="b"/>
              <a:pathLst>
                <a:path w="1389" h="3386" extrusionOk="0">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74"/>
            <p:cNvSpPr/>
            <p:nvPr/>
          </p:nvSpPr>
          <p:spPr>
            <a:xfrm>
              <a:off x="1789245" y="3805625"/>
              <a:ext cx="261914" cy="21426"/>
            </a:xfrm>
            <a:custGeom>
              <a:avLst/>
              <a:gdLst/>
              <a:ahLst/>
              <a:cxnLst/>
              <a:rect l="l" t="t" r="r" b="b"/>
              <a:pathLst>
                <a:path w="17493" h="1431" extrusionOk="0">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6" name="Google Shape;9056;p74"/>
          <p:cNvGrpSpPr/>
          <p:nvPr/>
        </p:nvGrpSpPr>
        <p:grpSpPr>
          <a:xfrm>
            <a:off x="2593522" y="2407029"/>
            <a:ext cx="391606" cy="364535"/>
            <a:chOff x="2593522" y="2407029"/>
            <a:chExt cx="391606" cy="364535"/>
          </a:xfrm>
        </p:grpSpPr>
        <p:sp>
          <p:nvSpPr>
            <p:cNvPr id="9057" name="Google Shape;9057;p74"/>
            <p:cNvSpPr/>
            <p:nvPr/>
          </p:nvSpPr>
          <p:spPr>
            <a:xfrm>
              <a:off x="2602641" y="2573867"/>
              <a:ext cx="97291" cy="197697"/>
            </a:xfrm>
            <a:custGeom>
              <a:avLst/>
              <a:gdLst/>
              <a:ahLst/>
              <a:cxnLst/>
              <a:rect l="l" t="t" r="r" b="b"/>
              <a:pathLst>
                <a:path w="6498" h="13204" extrusionOk="0">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74"/>
            <p:cNvSpPr/>
            <p:nvPr/>
          </p:nvSpPr>
          <p:spPr>
            <a:xfrm>
              <a:off x="2680078" y="2573867"/>
              <a:ext cx="19854" cy="156148"/>
            </a:xfrm>
            <a:custGeom>
              <a:avLst/>
              <a:gdLst/>
              <a:ahLst/>
              <a:cxnLst/>
              <a:rect l="l" t="t" r="r" b="b"/>
              <a:pathLst>
                <a:path w="1326" h="10429" extrusionOk="0">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74"/>
            <p:cNvSpPr/>
            <p:nvPr/>
          </p:nvSpPr>
          <p:spPr>
            <a:xfrm>
              <a:off x="2602641" y="2742907"/>
              <a:ext cx="57629" cy="28657"/>
            </a:xfrm>
            <a:custGeom>
              <a:avLst/>
              <a:gdLst/>
              <a:ahLst/>
              <a:cxnLst/>
              <a:rect l="l" t="t" r="r" b="b"/>
              <a:pathLst>
                <a:path w="3849" h="1914" extrusionOk="0">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74"/>
            <p:cNvSpPr/>
            <p:nvPr/>
          </p:nvSpPr>
          <p:spPr>
            <a:xfrm>
              <a:off x="2593522" y="2516552"/>
              <a:ext cx="106410" cy="57330"/>
            </a:xfrm>
            <a:custGeom>
              <a:avLst/>
              <a:gdLst/>
              <a:ahLst/>
              <a:cxnLst/>
              <a:rect l="l" t="t" r="r" b="b"/>
              <a:pathLst>
                <a:path w="7107" h="3829" extrusionOk="0">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74"/>
            <p:cNvSpPr/>
            <p:nvPr/>
          </p:nvSpPr>
          <p:spPr>
            <a:xfrm>
              <a:off x="2593522" y="2516567"/>
              <a:ext cx="106410" cy="56985"/>
            </a:xfrm>
            <a:custGeom>
              <a:avLst/>
              <a:gdLst/>
              <a:ahLst/>
              <a:cxnLst/>
              <a:rect l="l" t="t" r="r" b="b"/>
              <a:pathLst>
                <a:path w="7107" h="3806" extrusionOk="0">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74"/>
            <p:cNvSpPr/>
            <p:nvPr/>
          </p:nvSpPr>
          <p:spPr>
            <a:xfrm>
              <a:off x="2629726" y="2602794"/>
              <a:ext cx="43136" cy="61432"/>
            </a:xfrm>
            <a:custGeom>
              <a:avLst/>
              <a:gdLst/>
              <a:ahLst/>
              <a:cxnLst/>
              <a:rect l="l" t="t" r="r" b="b"/>
              <a:pathLst>
                <a:path w="2881" h="4103" extrusionOk="0">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74"/>
            <p:cNvSpPr/>
            <p:nvPr/>
          </p:nvSpPr>
          <p:spPr>
            <a:xfrm>
              <a:off x="2646091" y="2602704"/>
              <a:ext cx="26771" cy="61522"/>
            </a:xfrm>
            <a:custGeom>
              <a:avLst/>
              <a:gdLst/>
              <a:ahLst/>
              <a:cxnLst/>
              <a:rect l="l" t="t" r="r" b="b"/>
              <a:pathLst>
                <a:path w="1788" h="4109" extrusionOk="0">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74"/>
            <p:cNvSpPr/>
            <p:nvPr/>
          </p:nvSpPr>
          <p:spPr>
            <a:xfrm>
              <a:off x="2878719" y="2573867"/>
              <a:ext cx="97276" cy="197697"/>
            </a:xfrm>
            <a:custGeom>
              <a:avLst/>
              <a:gdLst/>
              <a:ahLst/>
              <a:cxnLst/>
              <a:rect l="l" t="t" r="r" b="b"/>
              <a:pathLst>
                <a:path w="6497" h="13204" extrusionOk="0">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74"/>
            <p:cNvSpPr/>
            <p:nvPr/>
          </p:nvSpPr>
          <p:spPr>
            <a:xfrm>
              <a:off x="2959929" y="2573867"/>
              <a:ext cx="15751" cy="197697"/>
            </a:xfrm>
            <a:custGeom>
              <a:avLst/>
              <a:gdLst/>
              <a:ahLst/>
              <a:cxnLst/>
              <a:rect l="l" t="t" r="r" b="b"/>
              <a:pathLst>
                <a:path w="1052" h="13204" extrusionOk="0">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74"/>
            <p:cNvSpPr/>
            <p:nvPr/>
          </p:nvSpPr>
          <p:spPr>
            <a:xfrm>
              <a:off x="2878719" y="2573867"/>
              <a:ext cx="20782" cy="156148"/>
            </a:xfrm>
            <a:custGeom>
              <a:avLst/>
              <a:gdLst/>
              <a:ahLst/>
              <a:cxnLst/>
              <a:rect l="l" t="t" r="r" b="b"/>
              <a:pathLst>
                <a:path w="1388" h="10429" extrusionOk="0">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74"/>
            <p:cNvSpPr/>
            <p:nvPr/>
          </p:nvSpPr>
          <p:spPr>
            <a:xfrm>
              <a:off x="2918381" y="2742907"/>
              <a:ext cx="57614" cy="28657"/>
            </a:xfrm>
            <a:custGeom>
              <a:avLst/>
              <a:gdLst/>
              <a:ahLst/>
              <a:cxnLst/>
              <a:rect l="l" t="t" r="r" b="b"/>
              <a:pathLst>
                <a:path w="3848" h="1914" extrusionOk="0">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74"/>
            <p:cNvSpPr/>
            <p:nvPr/>
          </p:nvSpPr>
          <p:spPr>
            <a:xfrm>
              <a:off x="2959929" y="2742907"/>
              <a:ext cx="15751" cy="28657"/>
            </a:xfrm>
            <a:custGeom>
              <a:avLst/>
              <a:gdLst/>
              <a:ahLst/>
              <a:cxnLst/>
              <a:rect l="l" t="t" r="r" b="b"/>
              <a:pathLst>
                <a:path w="1052" h="1914" extrusionOk="0">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74"/>
            <p:cNvSpPr/>
            <p:nvPr/>
          </p:nvSpPr>
          <p:spPr>
            <a:xfrm>
              <a:off x="2878719" y="2516552"/>
              <a:ext cx="106410" cy="57330"/>
            </a:xfrm>
            <a:custGeom>
              <a:avLst/>
              <a:gdLst/>
              <a:ahLst/>
              <a:cxnLst/>
              <a:rect l="l" t="t" r="r" b="b"/>
              <a:pathLst>
                <a:path w="7107" h="3829" extrusionOk="0">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74"/>
            <p:cNvSpPr/>
            <p:nvPr/>
          </p:nvSpPr>
          <p:spPr>
            <a:xfrm>
              <a:off x="2878719" y="2516552"/>
              <a:ext cx="106410" cy="57330"/>
            </a:xfrm>
            <a:custGeom>
              <a:avLst/>
              <a:gdLst/>
              <a:ahLst/>
              <a:cxnLst/>
              <a:rect l="l" t="t" r="r" b="b"/>
              <a:pathLst>
                <a:path w="7107" h="3829" extrusionOk="0">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74"/>
            <p:cNvSpPr/>
            <p:nvPr/>
          </p:nvSpPr>
          <p:spPr>
            <a:xfrm>
              <a:off x="2675991" y="2714249"/>
              <a:ext cx="226669" cy="28672"/>
            </a:xfrm>
            <a:custGeom>
              <a:avLst/>
              <a:gdLst/>
              <a:ahLst/>
              <a:cxnLst/>
              <a:rect l="l" t="t" r="r" b="b"/>
              <a:pathLst>
                <a:path w="15139" h="1915" extrusionOk="0">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74"/>
            <p:cNvSpPr/>
            <p:nvPr/>
          </p:nvSpPr>
          <p:spPr>
            <a:xfrm>
              <a:off x="2676305" y="2714249"/>
              <a:ext cx="226354" cy="28672"/>
            </a:xfrm>
            <a:custGeom>
              <a:avLst/>
              <a:gdLst/>
              <a:ahLst/>
              <a:cxnLst/>
              <a:rect l="l" t="t" r="r" b="b"/>
              <a:pathLst>
                <a:path w="15118" h="1915" extrusionOk="0">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74"/>
            <p:cNvSpPr/>
            <p:nvPr/>
          </p:nvSpPr>
          <p:spPr>
            <a:xfrm>
              <a:off x="2660255" y="2742907"/>
              <a:ext cx="258141" cy="28657"/>
            </a:xfrm>
            <a:custGeom>
              <a:avLst/>
              <a:gdLst/>
              <a:ahLst/>
              <a:cxnLst/>
              <a:rect l="l" t="t" r="r" b="b"/>
              <a:pathLst>
                <a:path w="17241" h="1914" extrusionOk="0">
                  <a:moveTo>
                    <a:pt x="0" y="0"/>
                  </a:moveTo>
                  <a:lnTo>
                    <a:pt x="0" y="1913"/>
                  </a:lnTo>
                  <a:lnTo>
                    <a:pt x="17240" y="1913"/>
                  </a:lnTo>
                  <a:lnTo>
                    <a:pt x="17240"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74"/>
            <p:cNvSpPr/>
            <p:nvPr/>
          </p:nvSpPr>
          <p:spPr>
            <a:xfrm>
              <a:off x="2660255" y="2742907"/>
              <a:ext cx="258141" cy="28657"/>
            </a:xfrm>
            <a:custGeom>
              <a:avLst/>
              <a:gdLst/>
              <a:ahLst/>
              <a:cxnLst/>
              <a:rect l="l" t="t" r="r" b="b"/>
              <a:pathLst>
                <a:path w="17241" h="1914" extrusionOk="0">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74"/>
            <p:cNvSpPr/>
            <p:nvPr/>
          </p:nvSpPr>
          <p:spPr>
            <a:xfrm>
              <a:off x="2715968" y="2516567"/>
              <a:ext cx="147344" cy="197697"/>
            </a:xfrm>
            <a:custGeom>
              <a:avLst/>
              <a:gdLst/>
              <a:ahLst/>
              <a:cxnLst/>
              <a:rect l="l" t="t" r="r" b="b"/>
              <a:pathLst>
                <a:path w="9841" h="13204" extrusionOk="0">
                  <a:moveTo>
                    <a:pt x="1" y="1"/>
                  </a:moveTo>
                  <a:lnTo>
                    <a:pt x="1" y="13204"/>
                  </a:lnTo>
                  <a:lnTo>
                    <a:pt x="9840" y="13204"/>
                  </a:lnTo>
                  <a:lnTo>
                    <a:pt x="984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74"/>
            <p:cNvSpPr/>
            <p:nvPr/>
          </p:nvSpPr>
          <p:spPr>
            <a:xfrm>
              <a:off x="2763191" y="2618560"/>
              <a:ext cx="52583" cy="95704"/>
            </a:xfrm>
            <a:custGeom>
              <a:avLst/>
              <a:gdLst/>
              <a:ahLst/>
              <a:cxnLst/>
              <a:rect l="l" t="t" r="r" b="b"/>
              <a:pathLst>
                <a:path w="3512" h="6392" extrusionOk="0">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74"/>
            <p:cNvSpPr/>
            <p:nvPr/>
          </p:nvSpPr>
          <p:spPr>
            <a:xfrm>
              <a:off x="2783329" y="2618515"/>
              <a:ext cx="32445" cy="95749"/>
            </a:xfrm>
            <a:custGeom>
              <a:avLst/>
              <a:gdLst/>
              <a:ahLst/>
              <a:cxnLst/>
              <a:rect l="l" t="t" r="r" b="b"/>
              <a:pathLst>
                <a:path w="2167" h="6395" extrusionOk="0">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74"/>
            <p:cNvSpPr/>
            <p:nvPr/>
          </p:nvSpPr>
          <p:spPr>
            <a:xfrm>
              <a:off x="2692041" y="2516253"/>
              <a:ext cx="47867" cy="32131"/>
            </a:xfrm>
            <a:custGeom>
              <a:avLst/>
              <a:gdLst/>
              <a:ahLst/>
              <a:cxnLst/>
              <a:rect l="l" t="t" r="r" b="b"/>
              <a:pathLst>
                <a:path w="3197" h="2146" extrusionOk="0">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74"/>
            <p:cNvSpPr/>
            <p:nvPr/>
          </p:nvSpPr>
          <p:spPr>
            <a:xfrm>
              <a:off x="2719112" y="2516253"/>
              <a:ext cx="20797" cy="31817"/>
            </a:xfrm>
            <a:custGeom>
              <a:avLst/>
              <a:gdLst/>
              <a:ahLst/>
              <a:cxnLst/>
              <a:rect l="l" t="t" r="r" b="b"/>
              <a:pathLst>
                <a:path w="1389" h="2125" extrusionOk="0">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74"/>
            <p:cNvSpPr/>
            <p:nvPr/>
          </p:nvSpPr>
          <p:spPr>
            <a:xfrm>
              <a:off x="2692041" y="2682148"/>
              <a:ext cx="47867" cy="32116"/>
            </a:xfrm>
            <a:custGeom>
              <a:avLst/>
              <a:gdLst/>
              <a:ahLst/>
              <a:cxnLst/>
              <a:rect l="l" t="t" r="r" b="b"/>
              <a:pathLst>
                <a:path w="3197" h="2145" extrusionOk="0">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74"/>
            <p:cNvSpPr/>
            <p:nvPr/>
          </p:nvSpPr>
          <p:spPr>
            <a:xfrm>
              <a:off x="2719112" y="2682148"/>
              <a:ext cx="20797" cy="31802"/>
            </a:xfrm>
            <a:custGeom>
              <a:avLst/>
              <a:gdLst/>
              <a:ahLst/>
              <a:cxnLst/>
              <a:rect l="l" t="t" r="r" b="b"/>
              <a:pathLst>
                <a:path w="1389" h="2124" extrusionOk="0">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74"/>
            <p:cNvSpPr/>
            <p:nvPr/>
          </p:nvSpPr>
          <p:spPr>
            <a:xfrm>
              <a:off x="2699917" y="2548369"/>
              <a:ext cx="31802" cy="133794"/>
            </a:xfrm>
            <a:custGeom>
              <a:avLst/>
              <a:gdLst/>
              <a:ahLst/>
              <a:cxnLst/>
              <a:rect l="l" t="t" r="r" b="b"/>
              <a:pathLst>
                <a:path w="2124" h="8936" extrusionOk="0">
                  <a:moveTo>
                    <a:pt x="0" y="0"/>
                  </a:moveTo>
                  <a:lnTo>
                    <a:pt x="0" y="8935"/>
                  </a:lnTo>
                  <a:lnTo>
                    <a:pt x="2124" y="8935"/>
                  </a:lnTo>
                  <a:lnTo>
                    <a:pt x="212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74"/>
            <p:cNvSpPr/>
            <p:nvPr/>
          </p:nvSpPr>
          <p:spPr>
            <a:xfrm>
              <a:off x="2838742" y="2516253"/>
              <a:ext cx="47852" cy="32131"/>
            </a:xfrm>
            <a:custGeom>
              <a:avLst/>
              <a:gdLst/>
              <a:ahLst/>
              <a:cxnLst/>
              <a:rect l="l" t="t" r="r" b="b"/>
              <a:pathLst>
                <a:path w="3196" h="2146" extrusionOk="0">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74"/>
            <p:cNvSpPr/>
            <p:nvPr/>
          </p:nvSpPr>
          <p:spPr>
            <a:xfrm>
              <a:off x="2838742" y="2682148"/>
              <a:ext cx="47852" cy="32116"/>
            </a:xfrm>
            <a:custGeom>
              <a:avLst/>
              <a:gdLst/>
              <a:ahLst/>
              <a:cxnLst/>
              <a:rect l="l" t="t" r="r" b="b"/>
              <a:pathLst>
                <a:path w="3196" h="2145" extrusionOk="0">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74"/>
            <p:cNvSpPr/>
            <p:nvPr/>
          </p:nvSpPr>
          <p:spPr>
            <a:xfrm>
              <a:off x="2866127" y="2516253"/>
              <a:ext cx="20467" cy="31817"/>
            </a:xfrm>
            <a:custGeom>
              <a:avLst/>
              <a:gdLst/>
              <a:ahLst/>
              <a:cxnLst/>
              <a:rect l="l" t="t" r="r" b="b"/>
              <a:pathLst>
                <a:path w="1367" h="2125" extrusionOk="0">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74"/>
            <p:cNvSpPr/>
            <p:nvPr/>
          </p:nvSpPr>
          <p:spPr>
            <a:xfrm>
              <a:off x="2865812" y="2682148"/>
              <a:ext cx="20782" cy="31802"/>
            </a:xfrm>
            <a:custGeom>
              <a:avLst/>
              <a:gdLst/>
              <a:ahLst/>
              <a:cxnLst/>
              <a:rect l="l" t="t" r="r" b="b"/>
              <a:pathLst>
                <a:path w="1388" h="2124" extrusionOk="0">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74"/>
            <p:cNvSpPr/>
            <p:nvPr/>
          </p:nvSpPr>
          <p:spPr>
            <a:xfrm>
              <a:off x="2846603" y="2548369"/>
              <a:ext cx="32131" cy="133794"/>
            </a:xfrm>
            <a:custGeom>
              <a:avLst/>
              <a:gdLst/>
              <a:ahLst/>
              <a:cxnLst/>
              <a:rect l="l" t="t" r="r" b="b"/>
              <a:pathLst>
                <a:path w="2146" h="8936" extrusionOk="0">
                  <a:moveTo>
                    <a:pt x="1" y="0"/>
                  </a:moveTo>
                  <a:lnTo>
                    <a:pt x="1" y="8935"/>
                  </a:lnTo>
                  <a:lnTo>
                    <a:pt x="2145" y="8935"/>
                  </a:lnTo>
                  <a:lnTo>
                    <a:pt x="2145"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74"/>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74"/>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74"/>
            <p:cNvSpPr/>
            <p:nvPr/>
          </p:nvSpPr>
          <p:spPr>
            <a:xfrm>
              <a:off x="2668130" y="2487925"/>
              <a:ext cx="242390" cy="28657"/>
            </a:xfrm>
            <a:custGeom>
              <a:avLst/>
              <a:gdLst/>
              <a:ahLst/>
              <a:cxnLst/>
              <a:rect l="l" t="t" r="r" b="b"/>
              <a:pathLst>
                <a:path w="16189" h="1914" extrusionOk="0">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74"/>
            <p:cNvSpPr/>
            <p:nvPr/>
          </p:nvSpPr>
          <p:spPr>
            <a:xfrm>
              <a:off x="2668130" y="2487611"/>
              <a:ext cx="242390" cy="28657"/>
            </a:xfrm>
            <a:custGeom>
              <a:avLst/>
              <a:gdLst/>
              <a:ahLst/>
              <a:cxnLst/>
              <a:rect l="l" t="t" r="r" b="b"/>
              <a:pathLst>
                <a:path w="16189" h="1914" extrusionOk="0">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74"/>
            <p:cNvSpPr/>
            <p:nvPr/>
          </p:nvSpPr>
          <p:spPr>
            <a:xfrm>
              <a:off x="2905789" y="2602495"/>
              <a:ext cx="43136" cy="61432"/>
            </a:xfrm>
            <a:custGeom>
              <a:avLst/>
              <a:gdLst/>
              <a:ahLst/>
              <a:cxnLst/>
              <a:rect l="l" t="t" r="r" b="b"/>
              <a:pathLst>
                <a:path w="2881" h="4103" extrusionOk="0">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74"/>
            <p:cNvSpPr/>
            <p:nvPr/>
          </p:nvSpPr>
          <p:spPr>
            <a:xfrm>
              <a:off x="2922154" y="2602704"/>
              <a:ext cx="26456" cy="61522"/>
            </a:xfrm>
            <a:custGeom>
              <a:avLst/>
              <a:gdLst/>
              <a:ahLst/>
              <a:cxnLst/>
              <a:rect l="l" t="t" r="r" b="b"/>
              <a:pathLst>
                <a:path w="1767" h="4109" extrusionOk="0">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74"/>
            <p:cNvSpPr/>
            <p:nvPr/>
          </p:nvSpPr>
          <p:spPr>
            <a:xfrm>
              <a:off x="2758789" y="2542066"/>
              <a:ext cx="54156" cy="46115"/>
            </a:xfrm>
            <a:custGeom>
              <a:avLst/>
              <a:gdLst/>
              <a:ahLst/>
              <a:cxnLst/>
              <a:rect l="l" t="t" r="r" b="b"/>
              <a:pathLst>
                <a:path w="3617" h="3080" extrusionOk="0">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74"/>
            <p:cNvSpPr/>
            <p:nvPr/>
          </p:nvSpPr>
          <p:spPr>
            <a:xfrm>
              <a:off x="2769794" y="2545210"/>
              <a:ext cx="46924" cy="43046"/>
            </a:xfrm>
            <a:custGeom>
              <a:avLst/>
              <a:gdLst/>
              <a:ahLst/>
              <a:cxnLst/>
              <a:rect l="l" t="t" r="r" b="b"/>
              <a:pathLst>
                <a:path w="3134" h="2875" extrusionOk="0">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6" name="Google Shape;9096;p74"/>
          <p:cNvGrpSpPr/>
          <p:nvPr/>
        </p:nvGrpSpPr>
        <p:grpSpPr>
          <a:xfrm>
            <a:off x="3955047" y="2432242"/>
            <a:ext cx="322912" cy="334396"/>
            <a:chOff x="3955047" y="2432242"/>
            <a:chExt cx="322912" cy="334396"/>
          </a:xfrm>
        </p:grpSpPr>
        <p:sp>
          <p:nvSpPr>
            <p:cNvPr id="9097" name="Google Shape;9097;p74"/>
            <p:cNvSpPr/>
            <p:nvPr/>
          </p:nvSpPr>
          <p:spPr>
            <a:xfrm>
              <a:off x="3955047" y="2432242"/>
              <a:ext cx="322912" cy="334291"/>
            </a:xfrm>
            <a:custGeom>
              <a:avLst/>
              <a:gdLst/>
              <a:ahLst/>
              <a:cxnLst/>
              <a:rect l="l" t="t" r="r" b="b"/>
              <a:pathLst>
                <a:path w="21567" h="22327" extrusionOk="0">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74"/>
            <p:cNvSpPr/>
            <p:nvPr/>
          </p:nvSpPr>
          <p:spPr>
            <a:xfrm>
              <a:off x="4009741" y="2515624"/>
              <a:ext cx="67361" cy="251014"/>
            </a:xfrm>
            <a:custGeom>
              <a:avLst/>
              <a:gdLst/>
              <a:ahLst/>
              <a:cxnLst/>
              <a:rect l="l" t="t" r="r" b="b"/>
              <a:pathLst>
                <a:path w="4499" h="16765" extrusionOk="0">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74"/>
            <p:cNvSpPr/>
            <p:nvPr/>
          </p:nvSpPr>
          <p:spPr>
            <a:xfrm>
              <a:off x="4210582" y="2432317"/>
              <a:ext cx="67346" cy="293087"/>
            </a:xfrm>
            <a:custGeom>
              <a:avLst/>
              <a:gdLst/>
              <a:ahLst/>
              <a:cxnLst/>
              <a:rect l="l" t="t" r="r" b="b"/>
              <a:pathLst>
                <a:path w="4498" h="19575" extrusionOk="0">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0" name="Google Shape;9100;p74"/>
          <p:cNvGrpSpPr/>
          <p:nvPr/>
        </p:nvGrpSpPr>
        <p:grpSpPr>
          <a:xfrm>
            <a:off x="1802465" y="1962854"/>
            <a:ext cx="265373" cy="351944"/>
            <a:chOff x="1802465" y="1962854"/>
            <a:chExt cx="265373" cy="351944"/>
          </a:xfrm>
        </p:grpSpPr>
        <p:sp>
          <p:nvSpPr>
            <p:cNvPr id="9101" name="Google Shape;9101;p74"/>
            <p:cNvSpPr/>
            <p:nvPr/>
          </p:nvSpPr>
          <p:spPr>
            <a:xfrm>
              <a:off x="1802465" y="2243020"/>
              <a:ext cx="265373" cy="71778"/>
            </a:xfrm>
            <a:custGeom>
              <a:avLst/>
              <a:gdLst/>
              <a:ahLst/>
              <a:cxnLst/>
              <a:rect l="l" t="t" r="r" b="b"/>
              <a:pathLst>
                <a:path w="17724" h="4794" extrusionOk="0">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74"/>
            <p:cNvSpPr/>
            <p:nvPr/>
          </p:nvSpPr>
          <p:spPr>
            <a:xfrm>
              <a:off x="1802465" y="2208074"/>
              <a:ext cx="265373" cy="83442"/>
            </a:xfrm>
            <a:custGeom>
              <a:avLst/>
              <a:gdLst/>
              <a:ahLst/>
              <a:cxnLst/>
              <a:rect l="l" t="t" r="r" b="b"/>
              <a:pathLst>
                <a:path w="17724" h="5573" extrusionOk="0">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74"/>
            <p:cNvSpPr/>
            <p:nvPr/>
          </p:nvSpPr>
          <p:spPr>
            <a:xfrm>
              <a:off x="1802465" y="1962854"/>
              <a:ext cx="35889" cy="316069"/>
            </a:xfrm>
            <a:custGeom>
              <a:avLst/>
              <a:gdLst/>
              <a:ahLst/>
              <a:cxnLst/>
              <a:rect l="l" t="t" r="r" b="b"/>
              <a:pathLst>
                <a:path w="2397" h="21110" extrusionOk="0">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74"/>
            <p:cNvSpPr/>
            <p:nvPr/>
          </p:nvSpPr>
          <p:spPr>
            <a:xfrm>
              <a:off x="1837082" y="2286141"/>
              <a:ext cx="230756" cy="8834"/>
            </a:xfrm>
            <a:custGeom>
              <a:avLst/>
              <a:gdLst/>
              <a:ahLst/>
              <a:cxnLst/>
              <a:rect l="l" t="t" r="r" b="b"/>
              <a:pathLst>
                <a:path w="15412" h="590" extrusionOk="0">
                  <a:moveTo>
                    <a:pt x="1" y="1"/>
                  </a:moveTo>
                  <a:lnTo>
                    <a:pt x="1" y="589"/>
                  </a:lnTo>
                  <a:lnTo>
                    <a:pt x="15412" y="589"/>
                  </a:lnTo>
                  <a:lnTo>
                    <a:pt x="15412"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74"/>
            <p:cNvSpPr/>
            <p:nvPr/>
          </p:nvSpPr>
          <p:spPr>
            <a:xfrm>
              <a:off x="1900041" y="2262843"/>
              <a:ext cx="167797" cy="9148"/>
            </a:xfrm>
            <a:custGeom>
              <a:avLst/>
              <a:gdLst/>
              <a:ahLst/>
              <a:cxnLst/>
              <a:rect l="l" t="t" r="r" b="b"/>
              <a:pathLst>
                <a:path w="11207" h="611" extrusionOk="0">
                  <a:moveTo>
                    <a:pt x="1" y="1"/>
                  </a:moveTo>
                  <a:lnTo>
                    <a:pt x="1" y="611"/>
                  </a:lnTo>
                  <a:lnTo>
                    <a:pt x="11207" y="611"/>
                  </a:lnTo>
                  <a:lnTo>
                    <a:pt x="11207"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74"/>
            <p:cNvSpPr/>
            <p:nvPr/>
          </p:nvSpPr>
          <p:spPr>
            <a:xfrm>
              <a:off x="1838339" y="1962854"/>
              <a:ext cx="229498" cy="280180"/>
            </a:xfrm>
            <a:custGeom>
              <a:avLst/>
              <a:gdLst/>
              <a:ahLst/>
              <a:cxnLst/>
              <a:rect l="l" t="t" r="r" b="b"/>
              <a:pathLst>
                <a:path w="15328" h="18713" extrusionOk="0">
                  <a:moveTo>
                    <a:pt x="1" y="1"/>
                  </a:moveTo>
                  <a:lnTo>
                    <a:pt x="1" y="18712"/>
                  </a:lnTo>
                  <a:lnTo>
                    <a:pt x="15328" y="18712"/>
                  </a:lnTo>
                  <a:lnTo>
                    <a:pt x="15328"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74"/>
            <p:cNvSpPr/>
            <p:nvPr/>
          </p:nvSpPr>
          <p:spPr>
            <a:xfrm>
              <a:off x="1854091" y="1978905"/>
              <a:ext cx="197697" cy="248394"/>
            </a:xfrm>
            <a:custGeom>
              <a:avLst/>
              <a:gdLst/>
              <a:ahLst/>
              <a:cxnLst/>
              <a:rect l="l" t="t" r="r" b="b"/>
              <a:pathLst>
                <a:path w="13204" h="16590" extrusionOk="0">
                  <a:moveTo>
                    <a:pt x="0" y="1"/>
                  </a:moveTo>
                  <a:lnTo>
                    <a:pt x="0" y="16589"/>
                  </a:lnTo>
                  <a:lnTo>
                    <a:pt x="13203" y="16589"/>
                  </a:lnTo>
                  <a:lnTo>
                    <a:pt x="13203"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8" name="Google Shape;9108;p74"/>
          <p:cNvGrpSpPr/>
          <p:nvPr/>
        </p:nvGrpSpPr>
        <p:grpSpPr>
          <a:xfrm>
            <a:off x="3512070" y="1956222"/>
            <a:ext cx="373983" cy="363622"/>
            <a:chOff x="3512070" y="1956222"/>
            <a:chExt cx="373983" cy="363622"/>
          </a:xfrm>
        </p:grpSpPr>
        <p:sp>
          <p:nvSpPr>
            <p:cNvPr id="9109" name="Google Shape;9109;p74"/>
            <p:cNvSpPr/>
            <p:nvPr/>
          </p:nvSpPr>
          <p:spPr>
            <a:xfrm>
              <a:off x="3547316" y="2232314"/>
              <a:ext cx="316069" cy="53841"/>
            </a:xfrm>
            <a:custGeom>
              <a:avLst/>
              <a:gdLst/>
              <a:ahLst/>
              <a:cxnLst/>
              <a:rect l="l" t="t" r="r" b="b"/>
              <a:pathLst>
                <a:path w="21110" h="3596" extrusionOk="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74"/>
            <p:cNvSpPr/>
            <p:nvPr/>
          </p:nvSpPr>
          <p:spPr>
            <a:xfrm>
              <a:off x="3548903" y="2232314"/>
              <a:ext cx="314482" cy="53841"/>
            </a:xfrm>
            <a:custGeom>
              <a:avLst/>
              <a:gdLst/>
              <a:ahLst/>
              <a:cxnLst/>
              <a:rect l="l" t="t" r="r" b="b"/>
              <a:pathLst>
                <a:path w="21004" h="3596" extrusionOk="0">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74"/>
            <p:cNvSpPr/>
            <p:nvPr/>
          </p:nvSpPr>
          <p:spPr>
            <a:xfrm>
              <a:off x="3515215" y="2198312"/>
              <a:ext cx="370524" cy="121217"/>
            </a:xfrm>
            <a:custGeom>
              <a:avLst/>
              <a:gdLst/>
              <a:ahLst/>
              <a:cxnLst/>
              <a:rect l="l" t="t" r="r" b="b"/>
              <a:pathLst>
                <a:path w="24747" h="8096" extrusionOk="0">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74"/>
            <p:cNvSpPr/>
            <p:nvPr/>
          </p:nvSpPr>
          <p:spPr>
            <a:xfrm>
              <a:off x="3864628" y="2198626"/>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74"/>
            <p:cNvSpPr/>
            <p:nvPr/>
          </p:nvSpPr>
          <p:spPr>
            <a:xfrm>
              <a:off x="3864628" y="2286141"/>
              <a:ext cx="21426" cy="33703"/>
            </a:xfrm>
            <a:custGeom>
              <a:avLst/>
              <a:gdLst/>
              <a:ahLst/>
              <a:cxnLst/>
              <a:rect l="l" t="t" r="r" b="b"/>
              <a:pathLst>
                <a:path w="1431" h="2251" extrusionOk="0">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74"/>
            <p:cNvSpPr/>
            <p:nvPr/>
          </p:nvSpPr>
          <p:spPr>
            <a:xfrm>
              <a:off x="3574401" y="2259070"/>
              <a:ext cx="52583" cy="52838"/>
            </a:xfrm>
            <a:custGeom>
              <a:avLst/>
              <a:gdLst/>
              <a:ahLst/>
              <a:cxnLst/>
              <a:rect l="l" t="t" r="r" b="b"/>
              <a:pathLst>
                <a:path w="3512" h="3529" extrusionOk="0">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74"/>
            <p:cNvSpPr/>
            <p:nvPr/>
          </p:nvSpPr>
          <p:spPr>
            <a:xfrm>
              <a:off x="3547316" y="1990239"/>
              <a:ext cx="316069" cy="53841"/>
            </a:xfrm>
            <a:custGeom>
              <a:avLst/>
              <a:gdLst/>
              <a:ahLst/>
              <a:cxnLst/>
              <a:rect l="l" t="t" r="r" b="b"/>
              <a:pathLst>
                <a:path w="21110" h="3596" extrusionOk="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74"/>
            <p:cNvSpPr/>
            <p:nvPr/>
          </p:nvSpPr>
          <p:spPr>
            <a:xfrm>
              <a:off x="3548903" y="1990239"/>
              <a:ext cx="314482" cy="53841"/>
            </a:xfrm>
            <a:custGeom>
              <a:avLst/>
              <a:gdLst/>
              <a:ahLst/>
              <a:cxnLst/>
              <a:rect l="l" t="t" r="r" b="b"/>
              <a:pathLst>
                <a:path w="21004" h="3596" extrusionOk="0">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74"/>
            <p:cNvSpPr/>
            <p:nvPr/>
          </p:nvSpPr>
          <p:spPr>
            <a:xfrm>
              <a:off x="3512070" y="1956222"/>
              <a:ext cx="373669" cy="121247"/>
            </a:xfrm>
            <a:custGeom>
              <a:avLst/>
              <a:gdLst/>
              <a:ahLst/>
              <a:cxnLst/>
              <a:rect l="l" t="t" r="r" b="b"/>
              <a:pathLst>
                <a:path w="24957" h="8098" extrusionOk="0">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74"/>
            <p:cNvSpPr/>
            <p:nvPr/>
          </p:nvSpPr>
          <p:spPr>
            <a:xfrm>
              <a:off x="3864628" y="1956566"/>
              <a:ext cx="21426" cy="33688"/>
            </a:xfrm>
            <a:custGeom>
              <a:avLst/>
              <a:gdLst/>
              <a:ahLst/>
              <a:cxnLst/>
              <a:rect l="l" t="t" r="r" b="b"/>
              <a:pathLst>
                <a:path w="1431" h="2250" extrusionOk="0">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74"/>
            <p:cNvSpPr/>
            <p:nvPr/>
          </p:nvSpPr>
          <p:spPr>
            <a:xfrm>
              <a:off x="3864628" y="2044065"/>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74"/>
            <p:cNvSpPr/>
            <p:nvPr/>
          </p:nvSpPr>
          <p:spPr>
            <a:xfrm>
              <a:off x="3574401" y="2016995"/>
              <a:ext cx="52583" cy="52733"/>
            </a:xfrm>
            <a:custGeom>
              <a:avLst/>
              <a:gdLst/>
              <a:ahLst/>
              <a:cxnLst/>
              <a:rect l="l" t="t" r="r" b="b"/>
              <a:pathLst>
                <a:path w="3512" h="3522" extrusionOk="0">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74"/>
            <p:cNvSpPr/>
            <p:nvPr/>
          </p:nvSpPr>
          <p:spPr>
            <a:xfrm>
              <a:off x="3536311" y="2111127"/>
              <a:ext cx="315740" cy="53841"/>
            </a:xfrm>
            <a:custGeom>
              <a:avLst/>
              <a:gdLst/>
              <a:ahLst/>
              <a:cxnLst/>
              <a:rect l="l" t="t" r="r" b="b"/>
              <a:pathLst>
                <a:path w="21088" h="3596" extrusionOk="0">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74"/>
            <p:cNvSpPr/>
            <p:nvPr/>
          </p:nvSpPr>
          <p:spPr>
            <a:xfrm>
              <a:off x="3536311" y="2111127"/>
              <a:ext cx="315740" cy="53841"/>
            </a:xfrm>
            <a:custGeom>
              <a:avLst/>
              <a:gdLst/>
              <a:ahLst/>
              <a:cxnLst/>
              <a:rect l="l" t="t" r="r" b="b"/>
              <a:pathLst>
                <a:path w="21088" h="3596" extrusionOk="0">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74"/>
            <p:cNvSpPr/>
            <p:nvPr/>
          </p:nvSpPr>
          <p:spPr>
            <a:xfrm>
              <a:off x="3513642" y="2077439"/>
              <a:ext cx="370509" cy="120888"/>
            </a:xfrm>
            <a:custGeom>
              <a:avLst/>
              <a:gdLst/>
              <a:ahLst/>
              <a:cxnLst/>
              <a:rect l="l" t="t" r="r" b="b"/>
              <a:pathLst>
                <a:path w="24746" h="8074" extrusionOk="0">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74"/>
            <p:cNvSpPr/>
            <p:nvPr/>
          </p:nvSpPr>
          <p:spPr>
            <a:xfrm>
              <a:off x="3806385" y="2077753"/>
              <a:ext cx="77767" cy="120888"/>
            </a:xfrm>
            <a:custGeom>
              <a:avLst/>
              <a:gdLst/>
              <a:ahLst/>
              <a:cxnLst/>
              <a:rect l="l" t="t" r="r" b="b"/>
              <a:pathLst>
                <a:path w="5194" h="8074" extrusionOk="0">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74"/>
            <p:cNvSpPr/>
            <p:nvPr/>
          </p:nvSpPr>
          <p:spPr>
            <a:xfrm>
              <a:off x="3772397" y="2138182"/>
              <a:ext cx="52898" cy="52568"/>
            </a:xfrm>
            <a:custGeom>
              <a:avLst/>
              <a:gdLst/>
              <a:ahLst/>
              <a:cxnLst/>
              <a:rect l="l" t="t" r="r" b="b"/>
              <a:pathLst>
                <a:path w="3533" h="3511" extrusionOk="0">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6" name="Google Shape;9126;p74"/>
          <p:cNvGrpSpPr/>
          <p:nvPr/>
        </p:nvGrpSpPr>
        <p:grpSpPr>
          <a:xfrm>
            <a:off x="842683" y="2394751"/>
            <a:ext cx="345640" cy="356660"/>
            <a:chOff x="842683" y="2394751"/>
            <a:chExt cx="345640" cy="356660"/>
          </a:xfrm>
        </p:grpSpPr>
        <p:sp>
          <p:nvSpPr>
            <p:cNvPr id="9127" name="Google Shape;9127;p74"/>
            <p:cNvSpPr/>
            <p:nvPr/>
          </p:nvSpPr>
          <p:spPr>
            <a:xfrm>
              <a:off x="1099042" y="2499888"/>
              <a:ext cx="89266" cy="107353"/>
            </a:xfrm>
            <a:custGeom>
              <a:avLst/>
              <a:gdLst/>
              <a:ahLst/>
              <a:cxnLst/>
              <a:rect l="l" t="t" r="r" b="b"/>
              <a:pathLst>
                <a:path w="5962" h="7170" extrusionOk="0">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74"/>
            <p:cNvSpPr/>
            <p:nvPr/>
          </p:nvSpPr>
          <p:spPr>
            <a:xfrm>
              <a:off x="1098908" y="2603138"/>
              <a:ext cx="89416" cy="47852"/>
            </a:xfrm>
            <a:custGeom>
              <a:avLst/>
              <a:gdLst/>
              <a:ahLst/>
              <a:cxnLst/>
              <a:rect l="l" t="t" r="r" b="b"/>
              <a:pathLst>
                <a:path w="5972" h="3196" extrusionOk="0">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74"/>
            <p:cNvSpPr/>
            <p:nvPr/>
          </p:nvSpPr>
          <p:spPr>
            <a:xfrm>
              <a:off x="1127236" y="2603138"/>
              <a:ext cx="61088" cy="48182"/>
            </a:xfrm>
            <a:custGeom>
              <a:avLst/>
              <a:gdLst/>
              <a:ahLst/>
              <a:cxnLst/>
              <a:rect l="l" t="t" r="r" b="b"/>
              <a:pathLst>
                <a:path w="4080" h="3218" extrusionOk="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74"/>
            <p:cNvSpPr/>
            <p:nvPr/>
          </p:nvSpPr>
          <p:spPr>
            <a:xfrm>
              <a:off x="842803" y="2499888"/>
              <a:ext cx="89281" cy="107353"/>
            </a:xfrm>
            <a:custGeom>
              <a:avLst/>
              <a:gdLst/>
              <a:ahLst/>
              <a:cxnLst/>
              <a:rect l="l" t="t" r="r" b="b"/>
              <a:pathLst>
                <a:path w="5963" h="7170" extrusionOk="0">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74"/>
            <p:cNvSpPr/>
            <p:nvPr/>
          </p:nvSpPr>
          <p:spPr>
            <a:xfrm>
              <a:off x="842683" y="2603138"/>
              <a:ext cx="89715" cy="47867"/>
            </a:xfrm>
            <a:custGeom>
              <a:avLst/>
              <a:gdLst/>
              <a:ahLst/>
              <a:cxnLst/>
              <a:rect l="l" t="t" r="r" b="b"/>
              <a:pathLst>
                <a:path w="5992" h="3197" extrusionOk="0">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74"/>
            <p:cNvSpPr/>
            <p:nvPr/>
          </p:nvSpPr>
          <p:spPr>
            <a:xfrm>
              <a:off x="871011" y="2603138"/>
              <a:ext cx="61073" cy="48182"/>
            </a:xfrm>
            <a:custGeom>
              <a:avLst/>
              <a:gdLst/>
              <a:ahLst/>
              <a:cxnLst/>
              <a:rect l="l" t="t" r="r" b="b"/>
              <a:pathLst>
                <a:path w="4079" h="3218" extrusionOk="0">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74"/>
            <p:cNvSpPr/>
            <p:nvPr/>
          </p:nvSpPr>
          <p:spPr>
            <a:xfrm>
              <a:off x="1003533" y="2433470"/>
              <a:ext cx="23941" cy="274506"/>
            </a:xfrm>
            <a:custGeom>
              <a:avLst/>
              <a:gdLst/>
              <a:ahLst/>
              <a:cxnLst/>
              <a:rect l="l" t="t" r="r" b="b"/>
              <a:pathLst>
                <a:path w="1599" h="18334" extrusionOk="0">
                  <a:moveTo>
                    <a:pt x="0" y="0"/>
                  </a:moveTo>
                  <a:lnTo>
                    <a:pt x="0" y="18333"/>
                  </a:lnTo>
                  <a:lnTo>
                    <a:pt x="1598" y="18333"/>
                  </a:lnTo>
                  <a:lnTo>
                    <a:pt x="15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74"/>
            <p:cNvSpPr/>
            <p:nvPr/>
          </p:nvSpPr>
          <p:spPr>
            <a:xfrm>
              <a:off x="1015496" y="2433470"/>
              <a:ext cx="11978" cy="274506"/>
            </a:xfrm>
            <a:custGeom>
              <a:avLst/>
              <a:gdLst/>
              <a:ahLst/>
              <a:cxnLst/>
              <a:rect l="l" t="t" r="r" b="b"/>
              <a:pathLst>
                <a:path w="800" h="18334" extrusionOk="0">
                  <a:moveTo>
                    <a:pt x="0" y="0"/>
                  </a:moveTo>
                  <a:lnTo>
                    <a:pt x="0" y="18333"/>
                  </a:lnTo>
                  <a:lnTo>
                    <a:pt x="799" y="18333"/>
                  </a:lnTo>
                  <a:lnTo>
                    <a:pt x="799"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74"/>
            <p:cNvSpPr/>
            <p:nvPr/>
          </p:nvSpPr>
          <p:spPr>
            <a:xfrm>
              <a:off x="932698" y="2697570"/>
              <a:ext cx="165910" cy="34646"/>
            </a:xfrm>
            <a:custGeom>
              <a:avLst/>
              <a:gdLst/>
              <a:ahLst/>
              <a:cxnLst/>
              <a:rect l="l" t="t" r="r" b="b"/>
              <a:pathLst>
                <a:path w="11081" h="2314" extrusionOk="0">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74"/>
            <p:cNvSpPr/>
            <p:nvPr/>
          </p:nvSpPr>
          <p:spPr>
            <a:xfrm>
              <a:off x="993771" y="2394751"/>
              <a:ext cx="43465" cy="43450"/>
            </a:xfrm>
            <a:custGeom>
              <a:avLst/>
              <a:gdLst/>
              <a:ahLst/>
              <a:cxnLst/>
              <a:rect l="l" t="t" r="r" b="b"/>
              <a:pathLst>
                <a:path w="2903" h="2902" extrusionOk="0">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74"/>
            <p:cNvSpPr/>
            <p:nvPr/>
          </p:nvSpPr>
          <p:spPr>
            <a:xfrm>
              <a:off x="996286" y="2397266"/>
              <a:ext cx="45037" cy="40950"/>
            </a:xfrm>
            <a:custGeom>
              <a:avLst/>
              <a:gdLst/>
              <a:ahLst/>
              <a:cxnLst/>
              <a:rect l="l" t="t" r="r" b="b"/>
              <a:pathLst>
                <a:path w="3008" h="2735" extrusionOk="0">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74"/>
            <p:cNvSpPr/>
            <p:nvPr/>
          </p:nvSpPr>
          <p:spPr>
            <a:xfrm>
              <a:off x="844570" y="2454237"/>
              <a:ext cx="341867" cy="50068"/>
            </a:xfrm>
            <a:custGeom>
              <a:avLst/>
              <a:gdLst/>
              <a:ahLst/>
              <a:cxnLst/>
              <a:rect l="l" t="t" r="r" b="b"/>
              <a:pathLst>
                <a:path w="22833" h="3344" extrusionOk="0">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74"/>
            <p:cNvSpPr/>
            <p:nvPr/>
          </p:nvSpPr>
          <p:spPr>
            <a:xfrm>
              <a:off x="844570" y="2466499"/>
              <a:ext cx="341867" cy="37821"/>
            </a:xfrm>
            <a:custGeom>
              <a:avLst/>
              <a:gdLst/>
              <a:ahLst/>
              <a:cxnLst/>
              <a:rect l="l" t="t" r="r" b="b"/>
              <a:pathLst>
                <a:path w="22833" h="2526" extrusionOk="0">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74"/>
            <p:cNvSpPr/>
            <p:nvPr/>
          </p:nvSpPr>
          <p:spPr>
            <a:xfrm>
              <a:off x="932698" y="2697555"/>
              <a:ext cx="165910" cy="34661"/>
            </a:xfrm>
            <a:custGeom>
              <a:avLst/>
              <a:gdLst/>
              <a:ahLst/>
              <a:cxnLst/>
              <a:rect l="l" t="t" r="r" b="b"/>
              <a:pathLst>
                <a:path w="11081" h="2315" extrusionOk="0">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74"/>
            <p:cNvSpPr/>
            <p:nvPr/>
          </p:nvSpPr>
          <p:spPr>
            <a:xfrm>
              <a:off x="906885" y="2723068"/>
              <a:ext cx="217221" cy="28343"/>
            </a:xfrm>
            <a:custGeom>
              <a:avLst/>
              <a:gdLst/>
              <a:ahLst/>
              <a:cxnLst/>
              <a:rect l="l" t="t" r="r" b="b"/>
              <a:pathLst>
                <a:path w="14508" h="1893" extrusionOk="0">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74"/>
            <p:cNvSpPr/>
            <p:nvPr/>
          </p:nvSpPr>
          <p:spPr>
            <a:xfrm>
              <a:off x="907200" y="2723068"/>
              <a:ext cx="216907" cy="28029"/>
            </a:xfrm>
            <a:custGeom>
              <a:avLst/>
              <a:gdLst/>
              <a:ahLst/>
              <a:cxnLst/>
              <a:rect l="l" t="t" r="r" b="b"/>
              <a:pathLst>
                <a:path w="14487" h="1872" extrusionOk="0">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3" name="Google Shape;9143;p74"/>
          <p:cNvGrpSpPr/>
          <p:nvPr/>
        </p:nvGrpSpPr>
        <p:grpSpPr>
          <a:xfrm>
            <a:off x="1290615" y="2399467"/>
            <a:ext cx="336836" cy="342511"/>
            <a:chOff x="1290615" y="2399467"/>
            <a:chExt cx="336836" cy="342511"/>
          </a:xfrm>
        </p:grpSpPr>
        <p:sp>
          <p:nvSpPr>
            <p:cNvPr id="9144" name="Google Shape;9144;p74"/>
            <p:cNvSpPr/>
            <p:nvPr/>
          </p:nvSpPr>
          <p:spPr>
            <a:xfrm>
              <a:off x="1399226" y="2683720"/>
              <a:ext cx="119316" cy="39363"/>
            </a:xfrm>
            <a:custGeom>
              <a:avLst/>
              <a:gdLst/>
              <a:ahLst/>
              <a:cxnLst/>
              <a:rect l="l" t="t" r="r" b="b"/>
              <a:pathLst>
                <a:path w="7969" h="2629" extrusionOk="0">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74"/>
            <p:cNvSpPr/>
            <p:nvPr/>
          </p:nvSpPr>
          <p:spPr>
            <a:xfrm>
              <a:off x="1321788" y="2662624"/>
              <a:ext cx="58872" cy="79354"/>
            </a:xfrm>
            <a:custGeom>
              <a:avLst/>
              <a:gdLst/>
              <a:ahLst/>
              <a:cxnLst/>
              <a:rect l="l" t="t" r="r" b="b"/>
              <a:pathLst>
                <a:path w="3932" h="5300" extrusionOk="0">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74"/>
            <p:cNvSpPr/>
            <p:nvPr/>
          </p:nvSpPr>
          <p:spPr>
            <a:xfrm>
              <a:off x="1540866" y="2676159"/>
              <a:ext cx="58887" cy="65819"/>
            </a:xfrm>
            <a:custGeom>
              <a:avLst/>
              <a:gdLst/>
              <a:ahLst/>
              <a:cxnLst/>
              <a:rect l="l" t="t" r="r" b="b"/>
              <a:pathLst>
                <a:path w="3933" h="4396" extrusionOk="0">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74"/>
            <p:cNvSpPr/>
            <p:nvPr/>
          </p:nvSpPr>
          <p:spPr>
            <a:xfrm>
              <a:off x="1290615" y="2471560"/>
              <a:ext cx="115857" cy="80283"/>
            </a:xfrm>
            <a:custGeom>
              <a:avLst/>
              <a:gdLst/>
              <a:ahLst/>
              <a:cxnLst/>
              <a:rect l="l" t="t" r="r" b="b"/>
              <a:pathLst>
                <a:path w="7738" h="5362" extrusionOk="0">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74"/>
            <p:cNvSpPr/>
            <p:nvPr/>
          </p:nvSpPr>
          <p:spPr>
            <a:xfrm>
              <a:off x="1555045" y="2471859"/>
              <a:ext cx="72407" cy="79983"/>
            </a:xfrm>
            <a:custGeom>
              <a:avLst/>
              <a:gdLst/>
              <a:ahLst/>
              <a:cxnLst/>
              <a:rect l="l" t="t" r="r" b="b"/>
              <a:pathLst>
                <a:path w="4836" h="5342" extrusionOk="0">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74"/>
            <p:cNvSpPr/>
            <p:nvPr/>
          </p:nvSpPr>
          <p:spPr>
            <a:xfrm>
              <a:off x="1313598" y="2399467"/>
              <a:ext cx="290871" cy="263172"/>
            </a:xfrm>
            <a:custGeom>
              <a:avLst/>
              <a:gdLst/>
              <a:ahLst/>
              <a:cxnLst/>
              <a:rect l="l" t="t" r="r" b="b"/>
              <a:pathLst>
                <a:path w="19427" h="17577" extrusionOk="0">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74"/>
            <p:cNvSpPr/>
            <p:nvPr/>
          </p:nvSpPr>
          <p:spPr>
            <a:xfrm>
              <a:off x="1313598" y="2399467"/>
              <a:ext cx="77138" cy="263172"/>
            </a:xfrm>
            <a:custGeom>
              <a:avLst/>
              <a:gdLst/>
              <a:ahLst/>
              <a:cxnLst/>
              <a:rect l="l" t="t" r="r" b="b"/>
              <a:pathLst>
                <a:path w="5152" h="17577" extrusionOk="0">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74"/>
            <p:cNvSpPr/>
            <p:nvPr/>
          </p:nvSpPr>
          <p:spPr>
            <a:xfrm>
              <a:off x="1332793" y="2446376"/>
              <a:ext cx="252481" cy="129392"/>
            </a:xfrm>
            <a:custGeom>
              <a:avLst/>
              <a:gdLst/>
              <a:ahLst/>
              <a:cxnLst/>
              <a:rect l="l" t="t" r="r" b="b"/>
              <a:pathLst>
                <a:path w="16863" h="8642" extrusionOk="0">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74"/>
            <p:cNvSpPr/>
            <p:nvPr/>
          </p:nvSpPr>
          <p:spPr>
            <a:xfrm>
              <a:off x="1332479" y="2446376"/>
              <a:ext cx="44094" cy="129392"/>
            </a:xfrm>
            <a:custGeom>
              <a:avLst/>
              <a:gdLst/>
              <a:ahLst/>
              <a:cxnLst/>
              <a:rect l="l" t="t" r="r" b="b"/>
              <a:pathLst>
                <a:path w="2945" h="8642" extrusionOk="0">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74"/>
            <p:cNvSpPr/>
            <p:nvPr/>
          </p:nvSpPr>
          <p:spPr>
            <a:xfrm>
              <a:off x="1332479" y="2446376"/>
              <a:ext cx="252796" cy="38105"/>
            </a:xfrm>
            <a:custGeom>
              <a:avLst/>
              <a:gdLst/>
              <a:ahLst/>
              <a:cxnLst/>
              <a:rect l="l" t="t" r="r" b="b"/>
              <a:pathLst>
                <a:path w="16884" h="2545" extrusionOk="0">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74"/>
            <p:cNvSpPr/>
            <p:nvPr/>
          </p:nvSpPr>
          <p:spPr>
            <a:xfrm>
              <a:off x="1335323" y="2597464"/>
              <a:ext cx="40935" cy="40620"/>
            </a:xfrm>
            <a:custGeom>
              <a:avLst/>
              <a:gdLst/>
              <a:ahLst/>
              <a:cxnLst/>
              <a:rect l="l" t="t" r="r" b="b"/>
              <a:pathLst>
                <a:path w="2734" h="2713" extrusionOk="0">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74"/>
            <p:cNvSpPr/>
            <p:nvPr/>
          </p:nvSpPr>
          <p:spPr>
            <a:xfrm>
              <a:off x="1541824" y="2597464"/>
              <a:ext cx="40620" cy="40620"/>
            </a:xfrm>
            <a:custGeom>
              <a:avLst/>
              <a:gdLst/>
              <a:ahLst/>
              <a:cxnLst/>
              <a:rect l="l" t="t" r="r" b="b"/>
              <a:pathLst>
                <a:path w="2713" h="2713" extrusionOk="0">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74"/>
            <p:cNvSpPr/>
            <p:nvPr/>
          </p:nvSpPr>
          <p:spPr>
            <a:xfrm>
              <a:off x="1327448" y="2441331"/>
              <a:ext cx="263172" cy="139783"/>
            </a:xfrm>
            <a:custGeom>
              <a:avLst/>
              <a:gdLst/>
              <a:ahLst/>
              <a:cxnLst/>
              <a:rect l="l" t="t" r="r" b="b"/>
              <a:pathLst>
                <a:path w="17577" h="9336" extrusionOk="0">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74"/>
            <p:cNvSpPr/>
            <p:nvPr/>
          </p:nvSpPr>
          <p:spPr>
            <a:xfrm>
              <a:off x="1321459"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74"/>
            <p:cNvSpPr/>
            <p:nvPr/>
          </p:nvSpPr>
          <p:spPr>
            <a:xfrm>
              <a:off x="1527960"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74"/>
            <p:cNvSpPr/>
            <p:nvPr/>
          </p:nvSpPr>
          <p:spPr>
            <a:xfrm>
              <a:off x="1401427" y="2594005"/>
              <a:ext cx="115228" cy="84385"/>
            </a:xfrm>
            <a:custGeom>
              <a:avLst/>
              <a:gdLst/>
              <a:ahLst/>
              <a:cxnLst/>
              <a:rect l="l" t="t" r="r" b="b"/>
              <a:pathLst>
                <a:path w="7696" h="5636" extrusionOk="0">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74"/>
            <p:cNvSpPr/>
            <p:nvPr/>
          </p:nvSpPr>
          <p:spPr>
            <a:xfrm>
              <a:off x="1396067" y="2588660"/>
              <a:ext cx="125619" cy="70520"/>
            </a:xfrm>
            <a:custGeom>
              <a:avLst/>
              <a:gdLst/>
              <a:ahLst/>
              <a:cxnLst/>
              <a:rect l="l" t="t" r="r" b="b"/>
              <a:pathLst>
                <a:path w="8390" h="4710" extrusionOk="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74"/>
            <p:cNvSpPr/>
            <p:nvPr/>
          </p:nvSpPr>
          <p:spPr>
            <a:xfrm>
              <a:off x="1301950" y="2659165"/>
              <a:ext cx="317956" cy="49125"/>
            </a:xfrm>
            <a:custGeom>
              <a:avLst/>
              <a:gdLst/>
              <a:ahLst/>
              <a:cxnLst/>
              <a:rect l="l" t="t" r="r" b="b"/>
              <a:pathLst>
                <a:path w="21236" h="3281" extrusionOk="0">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74"/>
            <p:cNvSpPr/>
            <p:nvPr/>
          </p:nvSpPr>
          <p:spPr>
            <a:xfrm>
              <a:off x="1301950" y="2659165"/>
              <a:ext cx="45666" cy="49125"/>
            </a:xfrm>
            <a:custGeom>
              <a:avLst/>
              <a:gdLst/>
              <a:ahLst/>
              <a:cxnLst/>
              <a:rect l="l" t="t" r="r" b="b"/>
              <a:pathLst>
                <a:path w="3050" h="3281" extrusionOk="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3" name="Google Shape;9163;p74"/>
          <p:cNvGrpSpPr/>
          <p:nvPr/>
        </p:nvGrpSpPr>
        <p:grpSpPr>
          <a:xfrm>
            <a:off x="1748310" y="2408601"/>
            <a:ext cx="308508" cy="333378"/>
            <a:chOff x="1748310" y="2408601"/>
            <a:chExt cx="308508" cy="333378"/>
          </a:xfrm>
        </p:grpSpPr>
        <p:sp>
          <p:nvSpPr>
            <p:cNvPr id="9164" name="Google Shape;9164;p74"/>
            <p:cNvSpPr/>
            <p:nvPr/>
          </p:nvSpPr>
          <p:spPr>
            <a:xfrm>
              <a:off x="1748310" y="2433470"/>
              <a:ext cx="308508" cy="308508"/>
            </a:xfrm>
            <a:custGeom>
              <a:avLst/>
              <a:gdLst/>
              <a:ahLst/>
              <a:cxnLst/>
              <a:rect l="l" t="t" r="r" b="b"/>
              <a:pathLst>
                <a:path w="20605" h="20605" extrusionOk="0">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74"/>
            <p:cNvSpPr/>
            <p:nvPr/>
          </p:nvSpPr>
          <p:spPr>
            <a:xfrm>
              <a:off x="2022187" y="2433470"/>
              <a:ext cx="34631" cy="308508"/>
            </a:xfrm>
            <a:custGeom>
              <a:avLst/>
              <a:gdLst/>
              <a:ahLst/>
              <a:cxnLst/>
              <a:rect l="l" t="t" r="r" b="b"/>
              <a:pathLst>
                <a:path w="2313" h="20605" extrusionOk="0">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74"/>
            <p:cNvSpPr/>
            <p:nvPr/>
          </p:nvSpPr>
          <p:spPr>
            <a:xfrm>
              <a:off x="1748310" y="2433470"/>
              <a:ext cx="308508" cy="55728"/>
            </a:xfrm>
            <a:custGeom>
              <a:avLst/>
              <a:gdLst/>
              <a:ahLst/>
              <a:cxnLst/>
              <a:rect l="l" t="t" r="r" b="b"/>
              <a:pathLst>
                <a:path w="20605" h="3722" extrusionOk="0">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74"/>
            <p:cNvSpPr/>
            <p:nvPr/>
          </p:nvSpPr>
          <p:spPr>
            <a:xfrm>
              <a:off x="2022187" y="2433470"/>
              <a:ext cx="34631" cy="55728"/>
            </a:xfrm>
            <a:custGeom>
              <a:avLst/>
              <a:gdLst/>
              <a:ahLst/>
              <a:cxnLst/>
              <a:rect l="l" t="t" r="r" b="b"/>
              <a:pathLst>
                <a:path w="2313" h="3722" extrusionOk="0">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74"/>
            <p:cNvSpPr/>
            <p:nvPr/>
          </p:nvSpPr>
          <p:spPr>
            <a:xfrm>
              <a:off x="1780111" y="2408601"/>
              <a:ext cx="28657" cy="49754"/>
            </a:xfrm>
            <a:custGeom>
              <a:avLst/>
              <a:gdLst/>
              <a:ahLst/>
              <a:cxnLst/>
              <a:rect l="l" t="t" r="r" b="b"/>
              <a:pathLst>
                <a:path w="1914" h="3323" extrusionOk="0">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74"/>
            <p:cNvSpPr/>
            <p:nvPr/>
          </p:nvSpPr>
          <p:spPr>
            <a:xfrm>
              <a:off x="1852189" y="2408601"/>
              <a:ext cx="28358" cy="49754"/>
            </a:xfrm>
            <a:custGeom>
              <a:avLst/>
              <a:gdLst/>
              <a:ahLst/>
              <a:cxnLst/>
              <a:rect l="l" t="t" r="r" b="b"/>
              <a:pathLst>
                <a:path w="1894" h="3323" extrusionOk="0">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74"/>
            <p:cNvSpPr/>
            <p:nvPr/>
          </p:nvSpPr>
          <p:spPr>
            <a:xfrm>
              <a:off x="1924282" y="2408601"/>
              <a:ext cx="28343" cy="49754"/>
            </a:xfrm>
            <a:custGeom>
              <a:avLst/>
              <a:gdLst/>
              <a:ahLst/>
              <a:cxnLst/>
              <a:rect l="l" t="t" r="r" b="b"/>
              <a:pathLst>
                <a:path w="1893" h="3323" extrusionOk="0">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74"/>
            <p:cNvSpPr/>
            <p:nvPr/>
          </p:nvSpPr>
          <p:spPr>
            <a:xfrm>
              <a:off x="1996060" y="2408601"/>
              <a:ext cx="28657" cy="49754"/>
            </a:xfrm>
            <a:custGeom>
              <a:avLst/>
              <a:gdLst/>
              <a:ahLst/>
              <a:cxnLst/>
              <a:rect l="l" t="t" r="r" b="b"/>
              <a:pathLst>
                <a:path w="1914" h="3323" extrusionOk="0">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2" name="Google Shape;9172;p74"/>
          <p:cNvGrpSpPr/>
          <p:nvPr/>
        </p:nvGrpSpPr>
        <p:grpSpPr>
          <a:xfrm>
            <a:off x="3044614" y="2418033"/>
            <a:ext cx="376184" cy="315141"/>
            <a:chOff x="3044614" y="2418033"/>
            <a:chExt cx="376184" cy="315141"/>
          </a:xfrm>
        </p:grpSpPr>
        <p:sp>
          <p:nvSpPr>
            <p:cNvPr id="9173" name="Google Shape;9173;p74"/>
            <p:cNvSpPr/>
            <p:nvPr/>
          </p:nvSpPr>
          <p:spPr>
            <a:xfrm>
              <a:off x="3326965" y="2418033"/>
              <a:ext cx="93833" cy="233601"/>
            </a:xfrm>
            <a:custGeom>
              <a:avLst/>
              <a:gdLst/>
              <a:ahLst/>
              <a:cxnLst/>
              <a:rect l="l" t="t" r="r" b="b"/>
              <a:pathLst>
                <a:path w="6267" h="15602" extrusionOk="0">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74"/>
            <p:cNvSpPr/>
            <p:nvPr/>
          </p:nvSpPr>
          <p:spPr>
            <a:xfrm>
              <a:off x="3393398" y="2639656"/>
              <a:ext cx="27400" cy="29286"/>
            </a:xfrm>
            <a:custGeom>
              <a:avLst/>
              <a:gdLst/>
              <a:ahLst/>
              <a:cxnLst/>
              <a:rect l="l" t="t" r="r" b="b"/>
              <a:pathLst>
                <a:path w="1830" h="1956" extrusionOk="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74"/>
            <p:cNvSpPr/>
            <p:nvPr/>
          </p:nvSpPr>
          <p:spPr>
            <a:xfrm>
              <a:off x="3044928" y="2418033"/>
              <a:ext cx="93503" cy="233601"/>
            </a:xfrm>
            <a:custGeom>
              <a:avLst/>
              <a:gdLst/>
              <a:ahLst/>
              <a:cxnLst/>
              <a:rect l="l" t="t" r="r" b="b"/>
              <a:pathLst>
                <a:path w="6245" h="15602" extrusionOk="0">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74"/>
            <p:cNvSpPr/>
            <p:nvPr/>
          </p:nvSpPr>
          <p:spPr>
            <a:xfrm>
              <a:off x="3044614" y="2639641"/>
              <a:ext cx="27400" cy="29301"/>
            </a:xfrm>
            <a:custGeom>
              <a:avLst/>
              <a:gdLst/>
              <a:ahLst/>
              <a:cxnLst/>
              <a:rect l="l" t="t" r="r" b="b"/>
              <a:pathLst>
                <a:path w="1830" h="1957" extrusionOk="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74"/>
            <p:cNvSpPr/>
            <p:nvPr/>
          </p:nvSpPr>
          <p:spPr>
            <a:xfrm>
              <a:off x="3061922" y="2599275"/>
              <a:ext cx="341238" cy="133899"/>
            </a:xfrm>
            <a:custGeom>
              <a:avLst/>
              <a:gdLst/>
              <a:ahLst/>
              <a:cxnLst/>
              <a:rect l="l" t="t" r="r" b="b"/>
              <a:pathLst>
                <a:path w="22791" h="8943" extrusionOk="0">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74"/>
            <p:cNvSpPr/>
            <p:nvPr/>
          </p:nvSpPr>
          <p:spPr>
            <a:xfrm>
              <a:off x="3261176" y="2611628"/>
              <a:ext cx="129707" cy="108625"/>
            </a:xfrm>
            <a:custGeom>
              <a:avLst/>
              <a:gdLst/>
              <a:ahLst/>
              <a:cxnLst/>
              <a:rect l="l" t="t" r="r" b="b"/>
              <a:pathLst>
                <a:path w="8663" h="7255" extrusionOk="0">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74"/>
            <p:cNvSpPr/>
            <p:nvPr/>
          </p:nvSpPr>
          <p:spPr>
            <a:xfrm>
              <a:off x="3074828" y="2611628"/>
              <a:ext cx="129707" cy="108625"/>
            </a:xfrm>
            <a:custGeom>
              <a:avLst/>
              <a:gdLst/>
              <a:ahLst/>
              <a:cxnLst/>
              <a:rect l="l" t="t" r="r" b="b"/>
              <a:pathLst>
                <a:path w="8663" h="7255" extrusionOk="0">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74"/>
            <p:cNvSpPr/>
            <p:nvPr/>
          </p:nvSpPr>
          <p:spPr>
            <a:xfrm>
              <a:off x="3090250" y="2617302"/>
              <a:ext cx="102322" cy="95704"/>
            </a:xfrm>
            <a:custGeom>
              <a:avLst/>
              <a:gdLst/>
              <a:ahLst/>
              <a:cxnLst/>
              <a:rect l="l" t="t" r="r" b="b"/>
              <a:pathLst>
                <a:path w="6834" h="6392" extrusionOk="0">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74"/>
            <p:cNvSpPr/>
            <p:nvPr/>
          </p:nvSpPr>
          <p:spPr>
            <a:xfrm>
              <a:off x="3276613" y="2617302"/>
              <a:ext cx="102307" cy="95704"/>
            </a:xfrm>
            <a:custGeom>
              <a:avLst/>
              <a:gdLst/>
              <a:ahLst/>
              <a:cxnLst/>
              <a:rect l="l" t="t" r="r" b="b"/>
              <a:pathLst>
                <a:path w="6833" h="6392" extrusionOk="0">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2" name="Google Shape;9182;p74"/>
          <p:cNvGrpSpPr/>
          <p:nvPr/>
        </p:nvGrpSpPr>
        <p:grpSpPr>
          <a:xfrm>
            <a:off x="3943638" y="3815072"/>
            <a:ext cx="357933" cy="342676"/>
            <a:chOff x="3943638" y="3815072"/>
            <a:chExt cx="357933" cy="342676"/>
          </a:xfrm>
        </p:grpSpPr>
        <p:sp>
          <p:nvSpPr>
            <p:cNvPr id="9183" name="Google Shape;9183;p74"/>
            <p:cNvSpPr/>
            <p:nvPr/>
          </p:nvSpPr>
          <p:spPr>
            <a:xfrm>
              <a:off x="4136918" y="3996389"/>
              <a:ext cx="87215" cy="87514"/>
            </a:xfrm>
            <a:custGeom>
              <a:avLst/>
              <a:gdLst/>
              <a:ahLst/>
              <a:cxnLst/>
              <a:rect l="l" t="t" r="r" b="b"/>
              <a:pathLst>
                <a:path w="5825" h="5845" extrusionOk="0">
                  <a:moveTo>
                    <a:pt x="1073" y="0"/>
                  </a:moveTo>
                  <a:lnTo>
                    <a:pt x="1" y="1072"/>
                  </a:lnTo>
                  <a:lnTo>
                    <a:pt x="4752" y="5845"/>
                  </a:lnTo>
                  <a:lnTo>
                    <a:pt x="5824" y="4752"/>
                  </a:lnTo>
                  <a:lnTo>
                    <a:pt x="1073" y="0"/>
                  </a:ln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74"/>
            <p:cNvSpPr/>
            <p:nvPr/>
          </p:nvSpPr>
          <p:spPr>
            <a:xfrm>
              <a:off x="4173750" y="4034240"/>
              <a:ext cx="127820" cy="123508"/>
            </a:xfrm>
            <a:custGeom>
              <a:avLst/>
              <a:gdLst/>
              <a:ahLst/>
              <a:cxnLst/>
              <a:rect l="l" t="t" r="r" b="b"/>
              <a:pathLst>
                <a:path w="8537" h="8249" extrusionOk="0">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74"/>
            <p:cNvSpPr/>
            <p:nvPr/>
          </p:nvSpPr>
          <p:spPr>
            <a:xfrm>
              <a:off x="4173750" y="4042969"/>
              <a:ext cx="122460" cy="114779"/>
            </a:xfrm>
            <a:custGeom>
              <a:avLst/>
              <a:gdLst/>
              <a:ahLst/>
              <a:cxnLst/>
              <a:rect l="l" t="t" r="r" b="b"/>
              <a:pathLst>
                <a:path w="8179" h="7666" extrusionOk="0">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74"/>
            <p:cNvSpPr/>
            <p:nvPr/>
          </p:nvSpPr>
          <p:spPr>
            <a:xfrm>
              <a:off x="3943638" y="3815072"/>
              <a:ext cx="268846" cy="245235"/>
            </a:xfrm>
            <a:custGeom>
              <a:avLst/>
              <a:gdLst/>
              <a:ahLst/>
              <a:cxnLst/>
              <a:rect l="l" t="t" r="r" b="b"/>
              <a:pathLst>
                <a:path w="17956" h="16379" extrusionOk="0">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74"/>
            <p:cNvSpPr/>
            <p:nvPr/>
          </p:nvSpPr>
          <p:spPr>
            <a:xfrm>
              <a:off x="3974795" y="3843715"/>
              <a:ext cx="206516" cy="187860"/>
            </a:xfrm>
            <a:custGeom>
              <a:avLst/>
              <a:gdLst/>
              <a:ahLst/>
              <a:cxnLst/>
              <a:rect l="l" t="t" r="r" b="b"/>
              <a:pathLst>
                <a:path w="13793" h="12547" extrusionOk="0">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74"/>
            <p:cNvSpPr/>
            <p:nvPr/>
          </p:nvSpPr>
          <p:spPr>
            <a:xfrm>
              <a:off x="3973538" y="3863538"/>
              <a:ext cx="178817" cy="167857"/>
            </a:xfrm>
            <a:custGeom>
              <a:avLst/>
              <a:gdLst/>
              <a:ahLst/>
              <a:cxnLst/>
              <a:rect l="l" t="t" r="r" b="b"/>
              <a:pathLst>
                <a:path w="11943" h="11211" extrusionOk="0">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74"/>
            <p:cNvSpPr/>
            <p:nvPr/>
          </p:nvSpPr>
          <p:spPr>
            <a:xfrm>
              <a:off x="4028008" y="3869842"/>
              <a:ext cx="102202" cy="29017"/>
            </a:xfrm>
            <a:custGeom>
              <a:avLst/>
              <a:gdLst/>
              <a:ahLst/>
              <a:cxnLst/>
              <a:rect l="l" t="t" r="r" b="b"/>
              <a:pathLst>
                <a:path w="6826" h="1938" extrusionOk="0">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74"/>
            <p:cNvSpPr/>
            <p:nvPr/>
          </p:nvSpPr>
          <p:spPr>
            <a:xfrm>
              <a:off x="4173750" y="4034240"/>
              <a:ext cx="51640" cy="50936"/>
            </a:xfrm>
            <a:custGeom>
              <a:avLst/>
              <a:gdLst/>
              <a:ahLst/>
              <a:cxnLst/>
              <a:rect l="l" t="t" r="r" b="b"/>
              <a:pathLst>
                <a:path w="3449" h="3402" extrusionOk="0">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74"/>
            <p:cNvSpPr/>
            <p:nvPr/>
          </p:nvSpPr>
          <p:spPr>
            <a:xfrm>
              <a:off x="4173750" y="4042969"/>
              <a:ext cx="36533" cy="42207"/>
            </a:xfrm>
            <a:custGeom>
              <a:avLst/>
              <a:gdLst/>
              <a:ahLst/>
              <a:cxnLst/>
              <a:rect l="l" t="t" r="r" b="b"/>
              <a:pathLst>
                <a:path w="2440" h="2819" extrusionOk="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2" name="Google Shape;9192;p74"/>
          <p:cNvGrpSpPr/>
          <p:nvPr/>
        </p:nvGrpSpPr>
        <p:grpSpPr>
          <a:xfrm>
            <a:off x="3508282" y="3810341"/>
            <a:ext cx="351644" cy="351959"/>
            <a:chOff x="3508282" y="3810341"/>
            <a:chExt cx="351644" cy="351959"/>
          </a:xfrm>
        </p:grpSpPr>
        <p:sp>
          <p:nvSpPr>
            <p:cNvPr id="9193" name="Google Shape;9193;p74"/>
            <p:cNvSpPr/>
            <p:nvPr/>
          </p:nvSpPr>
          <p:spPr>
            <a:xfrm>
              <a:off x="3508282" y="3810341"/>
              <a:ext cx="133180" cy="64232"/>
            </a:xfrm>
            <a:custGeom>
              <a:avLst/>
              <a:gdLst/>
              <a:ahLst/>
              <a:cxnLst/>
              <a:rect l="l" t="t" r="r" b="b"/>
              <a:pathLst>
                <a:path w="8895" h="4290" extrusionOk="0">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74"/>
            <p:cNvSpPr/>
            <p:nvPr/>
          </p:nvSpPr>
          <p:spPr>
            <a:xfrm>
              <a:off x="3535053" y="3847802"/>
              <a:ext cx="58872" cy="26771"/>
            </a:xfrm>
            <a:custGeom>
              <a:avLst/>
              <a:gdLst/>
              <a:ahLst/>
              <a:cxnLst/>
              <a:rect l="l" t="t" r="r" b="b"/>
              <a:pathLst>
                <a:path w="3932" h="1788" extrusionOk="0">
                  <a:moveTo>
                    <a:pt x="1808" y="1"/>
                  </a:moveTo>
                  <a:cubicBezTo>
                    <a:pt x="1808" y="989"/>
                    <a:pt x="1009" y="1788"/>
                    <a:pt x="0" y="1788"/>
                  </a:cubicBezTo>
                  <a:lnTo>
                    <a:pt x="3932" y="1788"/>
                  </a:lnTo>
                  <a:lnTo>
                    <a:pt x="3932"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74"/>
            <p:cNvSpPr/>
            <p:nvPr/>
          </p:nvSpPr>
          <p:spPr>
            <a:xfrm>
              <a:off x="3545743" y="3810341"/>
              <a:ext cx="239261" cy="351959"/>
            </a:xfrm>
            <a:custGeom>
              <a:avLst/>
              <a:gdLst/>
              <a:ahLst/>
              <a:cxnLst/>
              <a:rect l="l" t="t" r="r" b="b"/>
              <a:pathLst>
                <a:path w="15980" h="23507" extrusionOk="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74"/>
            <p:cNvSpPr/>
            <p:nvPr/>
          </p:nvSpPr>
          <p:spPr>
            <a:xfrm>
              <a:off x="3583205" y="4082317"/>
              <a:ext cx="201799" cy="79983"/>
            </a:xfrm>
            <a:custGeom>
              <a:avLst/>
              <a:gdLst/>
              <a:ahLst/>
              <a:cxnLst/>
              <a:rect l="l" t="t" r="r" b="b"/>
              <a:pathLst>
                <a:path w="13478" h="5342" extrusionOk="0">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74"/>
            <p:cNvSpPr/>
            <p:nvPr/>
          </p:nvSpPr>
          <p:spPr>
            <a:xfrm>
              <a:off x="3545429" y="3810341"/>
              <a:ext cx="232328" cy="15437"/>
            </a:xfrm>
            <a:custGeom>
              <a:avLst/>
              <a:gdLst/>
              <a:ahLst/>
              <a:cxnLst/>
              <a:rect l="l" t="t" r="r" b="b"/>
              <a:pathLst>
                <a:path w="15517" h="1031" extrusionOk="0">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74"/>
            <p:cNvSpPr/>
            <p:nvPr/>
          </p:nvSpPr>
          <p:spPr>
            <a:xfrm>
              <a:off x="3620666" y="4097753"/>
              <a:ext cx="239261" cy="64546"/>
            </a:xfrm>
            <a:custGeom>
              <a:avLst/>
              <a:gdLst/>
              <a:ahLst/>
              <a:cxnLst/>
              <a:rect l="l" t="t" r="r" b="b"/>
              <a:pathLst>
                <a:path w="15980" h="4311" extrusionOk="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74"/>
            <p:cNvSpPr/>
            <p:nvPr/>
          </p:nvSpPr>
          <p:spPr>
            <a:xfrm>
              <a:off x="3620666" y="4147791"/>
              <a:ext cx="231385" cy="14508"/>
            </a:xfrm>
            <a:custGeom>
              <a:avLst/>
              <a:gdLst/>
              <a:ahLst/>
              <a:cxnLst/>
              <a:rect l="l" t="t" r="r" b="b"/>
              <a:pathLst>
                <a:path w="15454" h="969" extrusionOk="0">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74"/>
            <p:cNvSpPr/>
            <p:nvPr/>
          </p:nvSpPr>
          <p:spPr>
            <a:xfrm>
              <a:off x="3604301" y="4097753"/>
              <a:ext cx="53841" cy="27085"/>
            </a:xfrm>
            <a:custGeom>
              <a:avLst/>
              <a:gdLst/>
              <a:ahLst/>
              <a:cxnLst/>
              <a:rect l="l" t="t" r="r" b="b"/>
              <a:pathLst>
                <a:path w="3596" h="1809" extrusionOk="0">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74"/>
            <p:cNvSpPr/>
            <p:nvPr/>
          </p:nvSpPr>
          <p:spPr>
            <a:xfrm>
              <a:off x="3606187" y="3867401"/>
              <a:ext cx="159292" cy="25124"/>
            </a:xfrm>
            <a:custGeom>
              <a:avLst/>
              <a:gdLst/>
              <a:ahLst/>
              <a:cxnLst/>
              <a:rect l="l" t="t" r="r" b="b"/>
              <a:pathLst>
                <a:path w="10639" h="1678" extrusionOk="0">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74"/>
            <p:cNvSpPr/>
            <p:nvPr/>
          </p:nvSpPr>
          <p:spPr>
            <a:xfrm>
              <a:off x="3606187" y="3904159"/>
              <a:ext cx="159292" cy="25184"/>
            </a:xfrm>
            <a:custGeom>
              <a:avLst/>
              <a:gdLst/>
              <a:ahLst/>
              <a:cxnLst/>
              <a:rect l="l" t="t" r="r" b="b"/>
              <a:pathLst>
                <a:path w="10639" h="1682" extrusionOk="0">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74"/>
            <p:cNvSpPr/>
            <p:nvPr/>
          </p:nvSpPr>
          <p:spPr>
            <a:xfrm>
              <a:off x="3606187" y="3940976"/>
              <a:ext cx="159292" cy="25199"/>
            </a:xfrm>
            <a:custGeom>
              <a:avLst/>
              <a:gdLst/>
              <a:ahLst/>
              <a:cxnLst/>
              <a:rect l="l" t="t" r="r" b="b"/>
              <a:pathLst>
                <a:path w="10639" h="1683" extrusionOk="0">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74"/>
            <p:cNvSpPr/>
            <p:nvPr/>
          </p:nvSpPr>
          <p:spPr>
            <a:xfrm>
              <a:off x="3711639" y="3882434"/>
              <a:ext cx="147030" cy="147015"/>
            </a:xfrm>
            <a:custGeom>
              <a:avLst/>
              <a:gdLst/>
              <a:ahLst/>
              <a:cxnLst/>
              <a:rect l="l" t="t" r="r" b="b"/>
              <a:pathLst>
                <a:path w="9820" h="9819" extrusionOk="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74"/>
            <p:cNvSpPr/>
            <p:nvPr/>
          </p:nvSpPr>
          <p:spPr>
            <a:xfrm>
              <a:off x="3682996" y="3930915"/>
              <a:ext cx="127191" cy="127176"/>
            </a:xfrm>
            <a:custGeom>
              <a:avLst/>
              <a:gdLst/>
              <a:ahLst/>
              <a:cxnLst/>
              <a:rect l="l" t="t" r="r" b="b"/>
              <a:pathLst>
                <a:path w="8495" h="8494" extrusionOk="0">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6" name="Google Shape;9206;p74"/>
          <p:cNvGrpSpPr/>
          <p:nvPr/>
        </p:nvGrpSpPr>
        <p:grpSpPr>
          <a:xfrm>
            <a:off x="2224585" y="1962854"/>
            <a:ext cx="303163" cy="351809"/>
            <a:chOff x="2224585" y="1962854"/>
            <a:chExt cx="303163" cy="351809"/>
          </a:xfrm>
        </p:grpSpPr>
        <p:sp>
          <p:nvSpPr>
            <p:cNvPr id="9207" name="Google Shape;9207;p74"/>
            <p:cNvSpPr/>
            <p:nvPr/>
          </p:nvSpPr>
          <p:spPr>
            <a:xfrm>
              <a:off x="2283143" y="1962854"/>
              <a:ext cx="181018" cy="81870"/>
            </a:xfrm>
            <a:custGeom>
              <a:avLst/>
              <a:gdLst/>
              <a:ahLst/>
              <a:cxnLst/>
              <a:rect l="l" t="t" r="r" b="b"/>
              <a:pathLst>
                <a:path w="12090" h="5468" extrusionOk="0">
                  <a:moveTo>
                    <a:pt x="652" y="1"/>
                  </a:moveTo>
                  <a:lnTo>
                    <a:pt x="0" y="5467"/>
                  </a:lnTo>
                  <a:lnTo>
                    <a:pt x="12089" y="5467"/>
                  </a:lnTo>
                  <a:lnTo>
                    <a:pt x="11774"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74"/>
            <p:cNvSpPr/>
            <p:nvPr/>
          </p:nvSpPr>
          <p:spPr>
            <a:xfrm>
              <a:off x="2224899" y="1962854"/>
              <a:ext cx="141355" cy="186378"/>
            </a:xfrm>
            <a:custGeom>
              <a:avLst/>
              <a:gdLst/>
              <a:ahLst/>
              <a:cxnLst/>
              <a:rect l="l" t="t" r="r" b="b"/>
              <a:pathLst>
                <a:path w="9441" h="12448" extrusionOk="0">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74"/>
            <p:cNvSpPr/>
            <p:nvPr/>
          </p:nvSpPr>
          <p:spPr>
            <a:xfrm>
              <a:off x="2386393" y="1962854"/>
              <a:ext cx="141355" cy="186378"/>
            </a:xfrm>
            <a:custGeom>
              <a:avLst/>
              <a:gdLst/>
              <a:ahLst/>
              <a:cxnLst/>
              <a:rect l="l" t="t" r="r" b="b"/>
              <a:pathLst>
                <a:path w="9441" h="12448" extrusionOk="0">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74"/>
            <p:cNvSpPr/>
            <p:nvPr/>
          </p:nvSpPr>
          <p:spPr>
            <a:xfrm>
              <a:off x="2279684" y="2074609"/>
              <a:ext cx="86571" cy="74623"/>
            </a:xfrm>
            <a:custGeom>
              <a:avLst/>
              <a:gdLst/>
              <a:ahLst/>
              <a:cxnLst/>
              <a:rect l="l" t="t" r="r" b="b"/>
              <a:pathLst>
                <a:path w="5782" h="4984" extrusionOk="0">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74"/>
            <p:cNvSpPr/>
            <p:nvPr/>
          </p:nvSpPr>
          <p:spPr>
            <a:xfrm>
              <a:off x="2386393" y="2074609"/>
              <a:ext cx="86571" cy="74623"/>
            </a:xfrm>
            <a:custGeom>
              <a:avLst/>
              <a:gdLst/>
              <a:ahLst/>
              <a:cxnLst/>
              <a:rect l="l" t="t" r="r" b="b"/>
              <a:pathLst>
                <a:path w="5782" h="4984" extrusionOk="0">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74"/>
            <p:cNvSpPr/>
            <p:nvPr/>
          </p:nvSpPr>
          <p:spPr>
            <a:xfrm>
              <a:off x="2224585" y="2087830"/>
              <a:ext cx="265073" cy="226833"/>
            </a:xfrm>
            <a:custGeom>
              <a:avLst/>
              <a:gdLst/>
              <a:ahLst/>
              <a:cxnLst/>
              <a:rect l="l" t="t" r="r" b="b"/>
              <a:pathLst>
                <a:path w="17704" h="15150" extrusionOk="0">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74"/>
            <p:cNvSpPr/>
            <p:nvPr/>
          </p:nvSpPr>
          <p:spPr>
            <a:xfrm>
              <a:off x="2274953" y="2125605"/>
              <a:ext cx="177244" cy="151627"/>
            </a:xfrm>
            <a:custGeom>
              <a:avLst/>
              <a:gdLst/>
              <a:ahLst/>
              <a:cxnLst/>
              <a:rect l="l" t="t" r="r" b="b"/>
              <a:pathLst>
                <a:path w="11838" h="10127" extrusionOk="0">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74"/>
            <p:cNvSpPr/>
            <p:nvPr/>
          </p:nvSpPr>
          <p:spPr>
            <a:xfrm>
              <a:off x="2326263" y="2154053"/>
              <a:ext cx="99492" cy="89191"/>
            </a:xfrm>
            <a:custGeom>
              <a:avLst/>
              <a:gdLst/>
              <a:ahLst/>
              <a:cxnLst/>
              <a:rect l="l" t="t" r="r" b="b"/>
              <a:pathLst>
                <a:path w="6645" h="5957" extrusionOk="0">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5" name="Google Shape;9215;p74"/>
          <p:cNvGrpSpPr/>
          <p:nvPr/>
        </p:nvGrpSpPr>
        <p:grpSpPr>
          <a:xfrm>
            <a:off x="2622794" y="1990868"/>
            <a:ext cx="389090" cy="296231"/>
            <a:chOff x="2622794" y="1990868"/>
            <a:chExt cx="389090" cy="296231"/>
          </a:xfrm>
        </p:grpSpPr>
        <p:sp>
          <p:nvSpPr>
            <p:cNvPr id="9216" name="Google Shape;9216;p74"/>
            <p:cNvSpPr/>
            <p:nvPr/>
          </p:nvSpPr>
          <p:spPr>
            <a:xfrm>
              <a:off x="2654910" y="1990868"/>
              <a:ext cx="324873" cy="224468"/>
            </a:xfrm>
            <a:custGeom>
              <a:avLst/>
              <a:gdLst/>
              <a:ahLst/>
              <a:cxnLst/>
              <a:rect l="l" t="t" r="r" b="b"/>
              <a:pathLst>
                <a:path w="21698" h="14992" extrusionOk="0">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74"/>
            <p:cNvSpPr/>
            <p:nvPr/>
          </p:nvSpPr>
          <p:spPr>
            <a:xfrm>
              <a:off x="2654910" y="1990868"/>
              <a:ext cx="324873" cy="224468"/>
            </a:xfrm>
            <a:custGeom>
              <a:avLst/>
              <a:gdLst/>
              <a:ahLst/>
              <a:cxnLst/>
              <a:rect l="l" t="t" r="r" b="b"/>
              <a:pathLst>
                <a:path w="21698" h="14992" extrusionOk="0">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74"/>
            <p:cNvSpPr/>
            <p:nvPr/>
          </p:nvSpPr>
          <p:spPr>
            <a:xfrm>
              <a:off x="2679135" y="2015108"/>
              <a:ext cx="276407" cy="162137"/>
            </a:xfrm>
            <a:custGeom>
              <a:avLst/>
              <a:gdLst/>
              <a:ahLst/>
              <a:cxnLst/>
              <a:rect l="l" t="t" r="r" b="b"/>
              <a:pathLst>
                <a:path w="18461" h="10829" extrusionOk="0">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74"/>
            <p:cNvSpPr/>
            <p:nvPr/>
          </p:nvSpPr>
          <p:spPr>
            <a:xfrm>
              <a:off x="2679135" y="2015108"/>
              <a:ext cx="276722" cy="162137"/>
            </a:xfrm>
            <a:custGeom>
              <a:avLst/>
              <a:gdLst/>
              <a:ahLst/>
              <a:cxnLst/>
              <a:rect l="l" t="t" r="r" b="b"/>
              <a:pathLst>
                <a:path w="18482" h="10829" extrusionOk="0">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74"/>
            <p:cNvSpPr/>
            <p:nvPr/>
          </p:nvSpPr>
          <p:spPr>
            <a:xfrm>
              <a:off x="2622794" y="2264430"/>
              <a:ext cx="388776" cy="22668"/>
            </a:xfrm>
            <a:custGeom>
              <a:avLst/>
              <a:gdLst/>
              <a:ahLst/>
              <a:cxnLst/>
              <a:rect l="l" t="t" r="r" b="b"/>
              <a:pathLst>
                <a:path w="25966" h="1514" extrusionOk="0">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74"/>
            <p:cNvSpPr/>
            <p:nvPr/>
          </p:nvSpPr>
          <p:spPr>
            <a:xfrm>
              <a:off x="2623108" y="2201471"/>
              <a:ext cx="388776" cy="62974"/>
            </a:xfrm>
            <a:custGeom>
              <a:avLst/>
              <a:gdLst/>
              <a:ahLst/>
              <a:cxnLst/>
              <a:rect l="l" t="t" r="r" b="b"/>
              <a:pathLst>
                <a:path w="25966" h="4206" extrusionOk="0">
                  <a:moveTo>
                    <a:pt x="2124" y="0"/>
                  </a:moveTo>
                  <a:lnTo>
                    <a:pt x="1" y="4205"/>
                  </a:lnTo>
                  <a:lnTo>
                    <a:pt x="25966" y="4205"/>
                  </a:lnTo>
                  <a:lnTo>
                    <a:pt x="23821" y="0"/>
                  </a:lnTo>
                  <a:close/>
                </a:path>
              </a:pathLst>
            </a:custGeom>
            <a:solidFill>
              <a:srgbClr val="A1B4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74"/>
            <p:cNvSpPr/>
            <p:nvPr/>
          </p:nvSpPr>
          <p:spPr>
            <a:xfrm>
              <a:off x="2623108" y="2201471"/>
              <a:ext cx="388776" cy="62974"/>
            </a:xfrm>
            <a:custGeom>
              <a:avLst/>
              <a:gdLst/>
              <a:ahLst/>
              <a:cxnLst/>
              <a:rect l="l" t="t" r="r" b="b"/>
              <a:pathLst>
                <a:path w="25966" h="4206" extrusionOk="0">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74"/>
            <p:cNvSpPr/>
            <p:nvPr/>
          </p:nvSpPr>
          <p:spPr>
            <a:xfrm>
              <a:off x="2766021" y="2232943"/>
              <a:ext cx="102951" cy="31502"/>
            </a:xfrm>
            <a:custGeom>
              <a:avLst/>
              <a:gdLst/>
              <a:ahLst/>
              <a:cxnLst/>
              <a:rect l="l" t="t" r="r" b="b"/>
              <a:pathLst>
                <a:path w="6876" h="2104" extrusionOk="0">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74"/>
            <p:cNvSpPr/>
            <p:nvPr/>
          </p:nvSpPr>
          <p:spPr>
            <a:xfrm>
              <a:off x="2766021" y="2253096"/>
              <a:ext cx="102951" cy="11349"/>
            </a:xfrm>
            <a:custGeom>
              <a:avLst/>
              <a:gdLst/>
              <a:ahLst/>
              <a:cxnLst/>
              <a:rect l="l" t="t" r="r" b="b"/>
              <a:pathLst>
                <a:path w="6876" h="758" extrusionOk="0">
                  <a:moveTo>
                    <a:pt x="211" y="0"/>
                  </a:moveTo>
                  <a:lnTo>
                    <a:pt x="1" y="757"/>
                  </a:lnTo>
                  <a:lnTo>
                    <a:pt x="6876" y="757"/>
                  </a:lnTo>
                  <a:lnTo>
                    <a:pt x="6665" y="0"/>
                  </a:ln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5" name="Google Shape;9225;p74"/>
          <p:cNvGrpSpPr/>
          <p:nvPr/>
        </p:nvGrpSpPr>
        <p:grpSpPr>
          <a:xfrm>
            <a:off x="3977326" y="1952149"/>
            <a:ext cx="327074" cy="375241"/>
            <a:chOff x="3977326" y="1952149"/>
            <a:chExt cx="327074" cy="375241"/>
          </a:xfrm>
        </p:grpSpPr>
        <p:sp>
          <p:nvSpPr>
            <p:cNvPr id="9226" name="Google Shape;9226;p74"/>
            <p:cNvSpPr/>
            <p:nvPr/>
          </p:nvSpPr>
          <p:spPr>
            <a:xfrm>
              <a:off x="4035868" y="2103566"/>
              <a:ext cx="209974" cy="49754"/>
            </a:xfrm>
            <a:custGeom>
              <a:avLst/>
              <a:gdLst/>
              <a:ahLst/>
              <a:cxnLst/>
              <a:rect l="l" t="t" r="r" b="b"/>
              <a:pathLst>
                <a:path w="14024" h="3323" extrusionOk="0">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74"/>
            <p:cNvSpPr/>
            <p:nvPr/>
          </p:nvSpPr>
          <p:spPr>
            <a:xfrm>
              <a:off x="4035868" y="2142285"/>
              <a:ext cx="209974" cy="185105"/>
            </a:xfrm>
            <a:custGeom>
              <a:avLst/>
              <a:gdLst/>
              <a:ahLst/>
              <a:cxnLst/>
              <a:rect l="l" t="t" r="r" b="b"/>
              <a:pathLst>
                <a:path w="14024" h="12363" extrusionOk="0">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74"/>
            <p:cNvSpPr/>
            <p:nvPr/>
          </p:nvSpPr>
          <p:spPr>
            <a:xfrm>
              <a:off x="4064825" y="2171242"/>
              <a:ext cx="41264" cy="156148"/>
            </a:xfrm>
            <a:custGeom>
              <a:avLst/>
              <a:gdLst/>
              <a:ahLst/>
              <a:cxnLst/>
              <a:rect l="l" t="t" r="r" b="b"/>
              <a:pathLst>
                <a:path w="2756" h="10429" extrusionOk="0">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74"/>
            <p:cNvSpPr/>
            <p:nvPr/>
          </p:nvSpPr>
          <p:spPr>
            <a:xfrm>
              <a:off x="4120553" y="2171242"/>
              <a:ext cx="40935" cy="156148"/>
            </a:xfrm>
            <a:custGeom>
              <a:avLst/>
              <a:gdLst/>
              <a:ahLst/>
              <a:cxnLst/>
              <a:rect l="l" t="t" r="r" b="b"/>
              <a:pathLst>
                <a:path w="2734" h="10429" extrusionOk="0">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74"/>
            <p:cNvSpPr/>
            <p:nvPr/>
          </p:nvSpPr>
          <p:spPr>
            <a:xfrm>
              <a:off x="4175951" y="2171242"/>
              <a:ext cx="41249" cy="156148"/>
            </a:xfrm>
            <a:custGeom>
              <a:avLst/>
              <a:gdLst/>
              <a:ahLst/>
              <a:cxnLst/>
              <a:rect l="l" t="t" r="r" b="b"/>
              <a:pathLst>
                <a:path w="2755" h="10429" extrusionOk="0">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74"/>
            <p:cNvSpPr/>
            <p:nvPr/>
          </p:nvSpPr>
          <p:spPr>
            <a:xfrm>
              <a:off x="3977326" y="1952149"/>
              <a:ext cx="327074" cy="64232"/>
            </a:xfrm>
            <a:custGeom>
              <a:avLst/>
              <a:gdLst/>
              <a:ahLst/>
              <a:cxnLst/>
              <a:rect l="l" t="t" r="r" b="b"/>
              <a:pathLst>
                <a:path w="21845" h="4290" extrusionOk="0">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74"/>
            <p:cNvSpPr/>
            <p:nvPr/>
          </p:nvSpPr>
          <p:spPr>
            <a:xfrm>
              <a:off x="4223489" y="2103566"/>
              <a:ext cx="22354" cy="49754"/>
            </a:xfrm>
            <a:custGeom>
              <a:avLst/>
              <a:gdLst/>
              <a:ahLst/>
              <a:cxnLst/>
              <a:rect l="l" t="t" r="r" b="b"/>
              <a:pathLst>
                <a:path w="1493" h="3323" extrusionOk="0">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74"/>
            <p:cNvSpPr/>
            <p:nvPr/>
          </p:nvSpPr>
          <p:spPr>
            <a:xfrm>
              <a:off x="4223489" y="2142285"/>
              <a:ext cx="22354" cy="185105"/>
            </a:xfrm>
            <a:custGeom>
              <a:avLst/>
              <a:gdLst/>
              <a:ahLst/>
              <a:cxnLst/>
              <a:rect l="l" t="t" r="r" b="b"/>
              <a:pathLst>
                <a:path w="1493" h="12363" extrusionOk="0">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74"/>
            <p:cNvSpPr/>
            <p:nvPr/>
          </p:nvSpPr>
          <p:spPr>
            <a:xfrm>
              <a:off x="4077103" y="2171242"/>
              <a:ext cx="28987" cy="156148"/>
            </a:xfrm>
            <a:custGeom>
              <a:avLst/>
              <a:gdLst/>
              <a:ahLst/>
              <a:cxnLst/>
              <a:rect l="l" t="t" r="r" b="b"/>
              <a:pathLst>
                <a:path w="1936" h="10429" extrusionOk="0">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74"/>
            <p:cNvSpPr/>
            <p:nvPr/>
          </p:nvSpPr>
          <p:spPr>
            <a:xfrm>
              <a:off x="4132516" y="2171242"/>
              <a:ext cx="28972" cy="156148"/>
            </a:xfrm>
            <a:custGeom>
              <a:avLst/>
              <a:gdLst/>
              <a:ahLst/>
              <a:cxnLst/>
              <a:rect l="l" t="t" r="r" b="b"/>
              <a:pathLst>
                <a:path w="1935" h="10429" extrusionOk="0">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74"/>
            <p:cNvSpPr/>
            <p:nvPr/>
          </p:nvSpPr>
          <p:spPr>
            <a:xfrm>
              <a:off x="4188228" y="2171242"/>
              <a:ext cx="28657" cy="156148"/>
            </a:xfrm>
            <a:custGeom>
              <a:avLst/>
              <a:gdLst/>
              <a:ahLst/>
              <a:cxnLst/>
              <a:rect l="l" t="t" r="r" b="b"/>
              <a:pathLst>
                <a:path w="1914" h="10429" extrusionOk="0">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74"/>
            <p:cNvSpPr/>
            <p:nvPr/>
          </p:nvSpPr>
          <p:spPr>
            <a:xfrm>
              <a:off x="4255590" y="1952149"/>
              <a:ext cx="48810" cy="64232"/>
            </a:xfrm>
            <a:custGeom>
              <a:avLst/>
              <a:gdLst/>
              <a:ahLst/>
              <a:cxnLst/>
              <a:rect l="l" t="t" r="r" b="b"/>
              <a:pathLst>
                <a:path w="3260" h="4290" extrusionOk="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74"/>
            <p:cNvSpPr/>
            <p:nvPr/>
          </p:nvSpPr>
          <p:spPr>
            <a:xfrm>
              <a:off x="3988346" y="2010706"/>
              <a:ext cx="307865" cy="98235"/>
            </a:xfrm>
            <a:custGeom>
              <a:avLst/>
              <a:gdLst/>
              <a:ahLst/>
              <a:cxnLst/>
              <a:rect l="l" t="t" r="r" b="b"/>
              <a:pathLst>
                <a:path w="20562" h="6561" extrusionOk="0">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74"/>
            <p:cNvSpPr/>
            <p:nvPr/>
          </p:nvSpPr>
          <p:spPr>
            <a:xfrm>
              <a:off x="4230092" y="2010706"/>
              <a:ext cx="66119" cy="98549"/>
            </a:xfrm>
            <a:custGeom>
              <a:avLst/>
              <a:gdLst/>
              <a:ahLst/>
              <a:cxnLst/>
              <a:rect l="l" t="t" r="r" b="b"/>
              <a:pathLst>
                <a:path w="4416" h="6582" extrusionOk="0">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74"/>
            <p:cNvSpPr/>
            <p:nvPr/>
          </p:nvSpPr>
          <p:spPr>
            <a:xfrm>
              <a:off x="3982671" y="2005346"/>
              <a:ext cx="318899" cy="109254"/>
            </a:xfrm>
            <a:custGeom>
              <a:avLst/>
              <a:gdLst/>
              <a:ahLst/>
              <a:cxnLst/>
              <a:rect l="l" t="t" r="r" b="b"/>
              <a:pathLst>
                <a:path w="21299" h="7297" extrusionOk="0">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74"/>
            <p:cNvSpPr/>
            <p:nvPr/>
          </p:nvSpPr>
          <p:spPr>
            <a:xfrm>
              <a:off x="4014158" y="2043871"/>
              <a:ext cx="65175" cy="71045"/>
            </a:xfrm>
            <a:custGeom>
              <a:avLst/>
              <a:gdLst/>
              <a:ahLst/>
              <a:cxnLst/>
              <a:rect l="l" t="t" r="r" b="b"/>
              <a:pathLst>
                <a:path w="4353" h="4745" extrusionOk="0">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74"/>
            <p:cNvSpPr/>
            <p:nvPr/>
          </p:nvSpPr>
          <p:spPr>
            <a:xfrm>
              <a:off x="4204908" y="2043751"/>
              <a:ext cx="65490" cy="71164"/>
            </a:xfrm>
            <a:custGeom>
              <a:avLst/>
              <a:gdLst/>
              <a:ahLst/>
              <a:cxnLst/>
              <a:rect l="l" t="t" r="r" b="b"/>
              <a:pathLst>
                <a:path w="4374" h="4753" extrusionOk="0">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3" name="Google Shape;9243;p74"/>
          <p:cNvGrpSpPr/>
          <p:nvPr/>
        </p:nvGrpSpPr>
        <p:grpSpPr>
          <a:xfrm>
            <a:off x="1341612" y="3340055"/>
            <a:ext cx="259399" cy="370524"/>
            <a:chOff x="1341612" y="3340055"/>
            <a:chExt cx="259399" cy="370524"/>
          </a:xfrm>
        </p:grpSpPr>
        <p:sp>
          <p:nvSpPr>
            <p:cNvPr id="9244" name="Google Shape;9244;p74"/>
            <p:cNvSpPr/>
            <p:nvPr/>
          </p:nvSpPr>
          <p:spPr>
            <a:xfrm>
              <a:off x="1383954" y="3340055"/>
              <a:ext cx="43615" cy="35664"/>
            </a:xfrm>
            <a:custGeom>
              <a:avLst/>
              <a:gdLst/>
              <a:ahLst/>
              <a:cxnLst/>
              <a:rect l="l" t="t" r="r" b="b"/>
              <a:pathLst>
                <a:path w="2913" h="2382" extrusionOk="0">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74"/>
            <p:cNvSpPr/>
            <p:nvPr/>
          </p:nvSpPr>
          <p:spPr>
            <a:xfrm>
              <a:off x="1363966" y="3403329"/>
              <a:ext cx="237045" cy="307251"/>
            </a:xfrm>
            <a:custGeom>
              <a:avLst/>
              <a:gdLst/>
              <a:ahLst/>
              <a:cxnLst/>
              <a:rect l="l" t="t" r="r" b="b"/>
              <a:pathLst>
                <a:path w="15832" h="20521" extrusionOk="0">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74"/>
            <p:cNvSpPr/>
            <p:nvPr/>
          </p:nvSpPr>
          <p:spPr>
            <a:xfrm>
              <a:off x="1341612" y="3371841"/>
              <a:ext cx="237045" cy="306936"/>
            </a:xfrm>
            <a:custGeom>
              <a:avLst/>
              <a:gdLst/>
              <a:ahLst/>
              <a:cxnLst/>
              <a:rect l="l" t="t" r="r" b="b"/>
              <a:pathLst>
                <a:path w="15832" h="20500" extrusionOk="0">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74"/>
            <p:cNvSpPr/>
            <p:nvPr/>
          </p:nvSpPr>
          <p:spPr>
            <a:xfrm>
              <a:off x="1556303" y="3371841"/>
              <a:ext cx="22354" cy="306936"/>
            </a:xfrm>
            <a:custGeom>
              <a:avLst/>
              <a:gdLst/>
              <a:ahLst/>
              <a:cxnLst/>
              <a:rect l="l" t="t" r="r" b="b"/>
              <a:pathLst>
                <a:path w="1493" h="20500" extrusionOk="0">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74"/>
            <p:cNvSpPr/>
            <p:nvPr/>
          </p:nvSpPr>
          <p:spPr>
            <a:xfrm>
              <a:off x="1379387" y="3455583"/>
              <a:ext cx="44708" cy="44708"/>
            </a:xfrm>
            <a:custGeom>
              <a:avLst/>
              <a:gdLst/>
              <a:ahLst/>
              <a:cxnLst/>
              <a:rect l="l" t="t" r="r" b="b"/>
              <a:pathLst>
                <a:path w="2986" h="2986" extrusionOk="0">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74"/>
            <p:cNvSpPr/>
            <p:nvPr/>
          </p:nvSpPr>
          <p:spPr>
            <a:xfrm>
              <a:off x="1379387" y="3527975"/>
              <a:ext cx="44708" cy="44723"/>
            </a:xfrm>
            <a:custGeom>
              <a:avLst/>
              <a:gdLst/>
              <a:ahLst/>
              <a:cxnLst/>
              <a:rect l="l" t="t" r="r" b="b"/>
              <a:pathLst>
                <a:path w="2986" h="2987" extrusionOk="0">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74"/>
            <p:cNvSpPr/>
            <p:nvPr/>
          </p:nvSpPr>
          <p:spPr>
            <a:xfrm>
              <a:off x="1379387" y="3600067"/>
              <a:ext cx="44708" cy="44708"/>
            </a:xfrm>
            <a:custGeom>
              <a:avLst/>
              <a:gdLst/>
              <a:ahLst/>
              <a:cxnLst/>
              <a:rect l="l" t="t" r="r" b="b"/>
              <a:pathLst>
                <a:path w="2986" h="2986" extrusionOk="0">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74"/>
            <p:cNvSpPr/>
            <p:nvPr/>
          </p:nvSpPr>
          <p:spPr>
            <a:xfrm>
              <a:off x="1444233" y="3459041"/>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74"/>
            <p:cNvSpPr/>
            <p:nvPr/>
          </p:nvSpPr>
          <p:spPr>
            <a:xfrm>
              <a:off x="1444233" y="3482967"/>
              <a:ext cx="103894" cy="10720"/>
            </a:xfrm>
            <a:custGeom>
              <a:avLst/>
              <a:gdLst/>
              <a:ahLst/>
              <a:cxnLst/>
              <a:rect l="l" t="t" r="r" b="b"/>
              <a:pathLst>
                <a:path w="6939" h="716" extrusionOk="0">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74"/>
            <p:cNvSpPr/>
            <p:nvPr/>
          </p:nvSpPr>
          <p:spPr>
            <a:xfrm>
              <a:off x="1444233" y="3531433"/>
              <a:ext cx="103894" cy="10735"/>
            </a:xfrm>
            <a:custGeom>
              <a:avLst/>
              <a:gdLst/>
              <a:ahLst/>
              <a:cxnLst/>
              <a:rect l="l" t="t" r="r" b="b"/>
              <a:pathLst>
                <a:path w="6939" h="717"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74"/>
            <p:cNvSpPr/>
            <p:nvPr/>
          </p:nvSpPr>
          <p:spPr>
            <a:xfrm>
              <a:off x="1444233" y="3555359"/>
              <a:ext cx="103894" cy="10720"/>
            </a:xfrm>
            <a:custGeom>
              <a:avLst/>
              <a:gdLst/>
              <a:ahLst/>
              <a:cxnLst/>
              <a:rect l="l" t="t" r="r" b="b"/>
              <a:pathLst>
                <a:path w="6939" h="716"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74"/>
            <p:cNvSpPr/>
            <p:nvPr/>
          </p:nvSpPr>
          <p:spPr>
            <a:xfrm>
              <a:off x="1444233" y="3603526"/>
              <a:ext cx="103894" cy="11035"/>
            </a:xfrm>
            <a:custGeom>
              <a:avLst/>
              <a:gdLst/>
              <a:ahLst/>
              <a:cxnLst/>
              <a:rect l="l" t="t" r="r" b="b"/>
              <a:pathLst>
                <a:path w="6939" h="737" extrusionOk="0">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74"/>
            <p:cNvSpPr/>
            <p:nvPr/>
          </p:nvSpPr>
          <p:spPr>
            <a:xfrm>
              <a:off x="1444233" y="3627452"/>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74"/>
            <p:cNvSpPr/>
            <p:nvPr/>
          </p:nvSpPr>
          <p:spPr>
            <a:xfrm>
              <a:off x="1390183" y="3448845"/>
              <a:ext cx="55413" cy="37087"/>
            </a:xfrm>
            <a:custGeom>
              <a:avLst/>
              <a:gdLst/>
              <a:ahLst/>
              <a:cxnLst/>
              <a:rect l="l" t="t" r="r" b="b"/>
              <a:pathLst>
                <a:path w="3701" h="2477" extrusionOk="0">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74"/>
            <p:cNvSpPr/>
            <p:nvPr/>
          </p:nvSpPr>
          <p:spPr>
            <a:xfrm>
              <a:off x="1390183" y="3521686"/>
              <a:ext cx="54874" cy="37147"/>
            </a:xfrm>
            <a:custGeom>
              <a:avLst/>
              <a:gdLst/>
              <a:ahLst/>
              <a:cxnLst/>
              <a:rect l="l" t="t" r="r" b="b"/>
              <a:pathLst>
                <a:path w="3665" h="2481" extrusionOk="0">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74"/>
            <p:cNvSpPr/>
            <p:nvPr/>
          </p:nvSpPr>
          <p:spPr>
            <a:xfrm>
              <a:off x="1390183" y="3595216"/>
              <a:ext cx="55413" cy="37267"/>
            </a:xfrm>
            <a:custGeom>
              <a:avLst/>
              <a:gdLst/>
              <a:ahLst/>
              <a:cxnLst/>
              <a:rect l="l" t="t" r="r" b="b"/>
              <a:pathLst>
                <a:path w="3701" h="2489" extrusionOk="0">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74"/>
            <p:cNvSpPr/>
            <p:nvPr/>
          </p:nvSpPr>
          <p:spPr>
            <a:xfrm>
              <a:off x="1368682" y="3362409"/>
              <a:ext cx="74309" cy="38734"/>
            </a:xfrm>
            <a:custGeom>
              <a:avLst/>
              <a:gdLst/>
              <a:ahLst/>
              <a:cxnLst/>
              <a:rect l="l" t="t" r="r" b="b"/>
              <a:pathLst>
                <a:path w="4963" h="2587" extrusionOk="0">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74"/>
            <p:cNvSpPr/>
            <p:nvPr/>
          </p:nvSpPr>
          <p:spPr>
            <a:xfrm>
              <a:off x="1409602" y="3362409"/>
              <a:ext cx="33389" cy="38734"/>
            </a:xfrm>
            <a:custGeom>
              <a:avLst/>
              <a:gdLst/>
              <a:ahLst/>
              <a:cxnLst/>
              <a:rect l="l" t="t" r="r" b="b"/>
              <a:pathLst>
                <a:path w="2230" h="2587" extrusionOk="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2" name="Google Shape;9262;p74"/>
          <p:cNvGrpSpPr/>
          <p:nvPr/>
        </p:nvGrpSpPr>
        <p:grpSpPr>
          <a:xfrm>
            <a:off x="2179892" y="3844972"/>
            <a:ext cx="351629" cy="282381"/>
            <a:chOff x="2179892" y="3844972"/>
            <a:chExt cx="351629" cy="282381"/>
          </a:xfrm>
        </p:grpSpPr>
        <p:sp>
          <p:nvSpPr>
            <p:cNvPr id="9263" name="Google Shape;9263;p74"/>
            <p:cNvSpPr/>
            <p:nvPr/>
          </p:nvSpPr>
          <p:spPr>
            <a:xfrm>
              <a:off x="2179892"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74"/>
            <p:cNvSpPr/>
            <p:nvPr/>
          </p:nvSpPr>
          <p:spPr>
            <a:xfrm>
              <a:off x="2179892" y="3844972"/>
              <a:ext cx="15751" cy="282381"/>
            </a:xfrm>
            <a:custGeom>
              <a:avLst/>
              <a:gdLst/>
              <a:ahLst/>
              <a:cxnLst/>
              <a:rect l="l" t="t" r="r" b="b"/>
              <a:pathLst>
                <a:path w="1052" h="18860" extrusionOk="0">
                  <a:moveTo>
                    <a:pt x="0" y="0"/>
                  </a:moveTo>
                  <a:lnTo>
                    <a:pt x="0" y="18859"/>
                  </a:lnTo>
                  <a:lnTo>
                    <a:pt x="1052" y="18859"/>
                  </a:lnTo>
                  <a:lnTo>
                    <a:pt x="1052"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74"/>
            <p:cNvSpPr/>
            <p:nvPr/>
          </p:nvSpPr>
          <p:spPr>
            <a:xfrm>
              <a:off x="2250083" y="3844972"/>
              <a:ext cx="70535" cy="282381"/>
            </a:xfrm>
            <a:custGeom>
              <a:avLst/>
              <a:gdLst/>
              <a:ahLst/>
              <a:cxnLst/>
              <a:rect l="l" t="t" r="r" b="b"/>
              <a:pathLst>
                <a:path w="4711" h="18860" extrusionOk="0">
                  <a:moveTo>
                    <a:pt x="1" y="0"/>
                  </a:moveTo>
                  <a:lnTo>
                    <a:pt x="1" y="11732"/>
                  </a:ln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74"/>
            <p:cNvSpPr/>
            <p:nvPr/>
          </p:nvSpPr>
          <p:spPr>
            <a:xfrm>
              <a:off x="2250083"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74"/>
            <p:cNvSpPr/>
            <p:nvPr/>
          </p:nvSpPr>
          <p:spPr>
            <a:xfrm>
              <a:off x="2320604"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74"/>
            <p:cNvSpPr/>
            <p:nvPr/>
          </p:nvSpPr>
          <p:spPr>
            <a:xfrm>
              <a:off x="2390795" y="3844972"/>
              <a:ext cx="70535" cy="282381"/>
            </a:xfrm>
            <a:custGeom>
              <a:avLst/>
              <a:gdLst/>
              <a:ahLst/>
              <a:cxnLst/>
              <a:rect l="l" t="t" r="r" b="b"/>
              <a:pathLst>
                <a:path w="4711" h="18860" extrusionOk="0">
                  <a:moveTo>
                    <a:pt x="1" y="0"/>
                  </a:move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74"/>
            <p:cNvSpPr/>
            <p:nvPr/>
          </p:nvSpPr>
          <p:spPr>
            <a:xfrm>
              <a:off x="2461315" y="3844972"/>
              <a:ext cx="70206" cy="282381"/>
            </a:xfrm>
            <a:custGeom>
              <a:avLst/>
              <a:gdLst/>
              <a:ahLst/>
              <a:cxnLst/>
              <a:rect l="l" t="t" r="r" b="b"/>
              <a:pathLst>
                <a:path w="4689" h="18860" extrusionOk="0">
                  <a:moveTo>
                    <a:pt x="0" y="0"/>
                  </a:moveTo>
                  <a:lnTo>
                    <a:pt x="0" y="11732"/>
                  </a:lnTo>
                  <a:lnTo>
                    <a:pt x="0" y="18859"/>
                  </a:lnTo>
                  <a:lnTo>
                    <a:pt x="4688" y="18859"/>
                  </a:lnTo>
                  <a:lnTo>
                    <a:pt x="4688"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74"/>
            <p:cNvSpPr/>
            <p:nvPr/>
          </p:nvSpPr>
          <p:spPr>
            <a:xfrm>
              <a:off x="2320604"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74"/>
            <p:cNvSpPr/>
            <p:nvPr/>
          </p:nvSpPr>
          <p:spPr>
            <a:xfrm>
              <a:off x="2390795"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74"/>
            <p:cNvSpPr/>
            <p:nvPr/>
          </p:nvSpPr>
          <p:spPr>
            <a:xfrm>
              <a:off x="2461315"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74"/>
            <p:cNvSpPr/>
            <p:nvPr/>
          </p:nvSpPr>
          <p:spPr>
            <a:xfrm>
              <a:off x="2229631"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74"/>
            <p:cNvSpPr/>
            <p:nvPr/>
          </p:nvSpPr>
          <p:spPr>
            <a:xfrm>
              <a:off x="2229631"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74"/>
            <p:cNvSpPr/>
            <p:nvPr/>
          </p:nvSpPr>
          <p:spPr>
            <a:xfrm>
              <a:off x="2370342"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74"/>
            <p:cNvSpPr/>
            <p:nvPr/>
          </p:nvSpPr>
          <p:spPr>
            <a:xfrm>
              <a:off x="2370342"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74"/>
            <p:cNvSpPr/>
            <p:nvPr/>
          </p:nvSpPr>
          <p:spPr>
            <a:xfrm>
              <a:off x="2440533" y="3844972"/>
              <a:ext cx="41249" cy="175672"/>
            </a:xfrm>
            <a:custGeom>
              <a:avLst/>
              <a:gdLst/>
              <a:ahLst/>
              <a:cxnLst/>
              <a:rect l="l" t="t" r="r" b="b"/>
              <a:pathLst>
                <a:path w="2755" h="11733" extrusionOk="0">
                  <a:moveTo>
                    <a:pt x="0" y="0"/>
                  </a:moveTo>
                  <a:lnTo>
                    <a:pt x="0" y="11732"/>
                  </a:lnTo>
                  <a:lnTo>
                    <a:pt x="2755" y="11732"/>
                  </a:lnTo>
                  <a:lnTo>
                    <a:pt x="275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74"/>
            <p:cNvSpPr/>
            <p:nvPr/>
          </p:nvSpPr>
          <p:spPr>
            <a:xfrm>
              <a:off x="2440533" y="3844972"/>
              <a:ext cx="13550" cy="175672"/>
            </a:xfrm>
            <a:custGeom>
              <a:avLst/>
              <a:gdLst/>
              <a:ahLst/>
              <a:cxnLst/>
              <a:rect l="l" t="t" r="r" b="b"/>
              <a:pathLst>
                <a:path w="905" h="11733" extrusionOk="0">
                  <a:moveTo>
                    <a:pt x="0" y="0"/>
                  </a:moveTo>
                  <a:lnTo>
                    <a:pt x="0" y="11732"/>
                  </a:lnTo>
                  <a:lnTo>
                    <a:pt x="905" y="11732"/>
                  </a:lnTo>
                  <a:lnTo>
                    <a:pt x="905"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74"/>
            <p:cNvSpPr/>
            <p:nvPr/>
          </p:nvSpPr>
          <p:spPr>
            <a:xfrm>
              <a:off x="2244738"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74"/>
            <p:cNvSpPr/>
            <p:nvPr/>
          </p:nvSpPr>
          <p:spPr>
            <a:xfrm>
              <a:off x="2315244" y="3844972"/>
              <a:ext cx="10720" cy="282381"/>
            </a:xfrm>
            <a:custGeom>
              <a:avLst/>
              <a:gdLst/>
              <a:ahLst/>
              <a:cxnLst/>
              <a:rect l="l" t="t" r="r" b="b"/>
              <a:pathLst>
                <a:path w="716" h="18860" extrusionOk="0">
                  <a:moveTo>
                    <a:pt x="1" y="0"/>
                  </a:moveTo>
                  <a:lnTo>
                    <a:pt x="1" y="18859"/>
                  </a:lnTo>
                  <a:lnTo>
                    <a:pt x="716" y="18859"/>
                  </a:lnTo>
                  <a:lnTo>
                    <a:pt x="716"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74"/>
            <p:cNvSpPr/>
            <p:nvPr/>
          </p:nvSpPr>
          <p:spPr>
            <a:xfrm>
              <a:off x="2385450"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74"/>
            <p:cNvSpPr/>
            <p:nvPr/>
          </p:nvSpPr>
          <p:spPr>
            <a:xfrm>
              <a:off x="2455955" y="3985684"/>
              <a:ext cx="10720" cy="141670"/>
            </a:xfrm>
            <a:custGeom>
              <a:avLst/>
              <a:gdLst/>
              <a:ahLst/>
              <a:cxnLst/>
              <a:rect l="l" t="t" r="r" b="b"/>
              <a:pathLst>
                <a:path w="716" h="9462" extrusionOk="0">
                  <a:moveTo>
                    <a:pt x="1" y="0"/>
                  </a:moveTo>
                  <a:lnTo>
                    <a:pt x="1"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3" name="Google Shape;9283;p74"/>
          <p:cNvGrpSpPr/>
          <p:nvPr/>
        </p:nvGrpSpPr>
        <p:grpSpPr>
          <a:xfrm>
            <a:off x="3131170" y="3816884"/>
            <a:ext cx="220051" cy="338169"/>
            <a:chOff x="3131170" y="3816884"/>
            <a:chExt cx="220051" cy="338169"/>
          </a:xfrm>
        </p:grpSpPr>
        <p:sp>
          <p:nvSpPr>
            <p:cNvPr id="9284" name="Google Shape;9284;p74"/>
            <p:cNvSpPr/>
            <p:nvPr/>
          </p:nvSpPr>
          <p:spPr>
            <a:xfrm>
              <a:off x="3131170" y="3816884"/>
              <a:ext cx="220051" cy="258530"/>
            </a:xfrm>
            <a:custGeom>
              <a:avLst/>
              <a:gdLst/>
              <a:ahLst/>
              <a:cxnLst/>
              <a:rect l="l" t="t" r="r" b="b"/>
              <a:pathLst>
                <a:path w="14697"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74"/>
            <p:cNvSpPr/>
            <p:nvPr/>
          </p:nvSpPr>
          <p:spPr>
            <a:xfrm>
              <a:off x="3131170" y="3816884"/>
              <a:ext cx="118373" cy="258530"/>
            </a:xfrm>
            <a:custGeom>
              <a:avLst/>
              <a:gdLst/>
              <a:ahLst/>
              <a:cxnLst/>
              <a:rect l="l" t="t" r="r" b="b"/>
              <a:pathLst>
                <a:path w="7906"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74"/>
            <p:cNvSpPr/>
            <p:nvPr/>
          </p:nvSpPr>
          <p:spPr>
            <a:xfrm>
              <a:off x="3235049" y="3816884"/>
              <a:ext cx="12292" cy="179041"/>
            </a:xfrm>
            <a:custGeom>
              <a:avLst/>
              <a:gdLst/>
              <a:ahLst/>
              <a:cxnLst/>
              <a:rect l="l" t="t" r="r" b="b"/>
              <a:pathLst>
                <a:path w="821" h="11958" extrusionOk="0">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74"/>
            <p:cNvSpPr/>
            <p:nvPr/>
          </p:nvSpPr>
          <p:spPr>
            <a:xfrm>
              <a:off x="3212396" y="3974350"/>
              <a:ext cx="57929" cy="30858"/>
            </a:xfrm>
            <a:custGeom>
              <a:avLst/>
              <a:gdLst/>
              <a:ahLst/>
              <a:cxnLst/>
              <a:rect l="l" t="t" r="r" b="b"/>
              <a:pathLst>
                <a:path w="3869" h="2061" extrusionOk="0">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74"/>
            <p:cNvSpPr/>
            <p:nvPr/>
          </p:nvSpPr>
          <p:spPr>
            <a:xfrm>
              <a:off x="3213339" y="3981597"/>
              <a:ext cx="56042" cy="23612"/>
            </a:xfrm>
            <a:custGeom>
              <a:avLst/>
              <a:gdLst/>
              <a:ahLst/>
              <a:cxnLst/>
              <a:rect l="l" t="t" r="r" b="b"/>
              <a:pathLst>
                <a:path w="3743" h="1577" extrusionOk="0">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74"/>
            <p:cNvSpPr/>
            <p:nvPr/>
          </p:nvSpPr>
          <p:spPr>
            <a:xfrm>
              <a:off x="3199804" y="4118834"/>
              <a:ext cx="83112" cy="36218"/>
            </a:xfrm>
            <a:custGeom>
              <a:avLst/>
              <a:gdLst/>
              <a:ahLst/>
              <a:cxnLst/>
              <a:rect l="l" t="t" r="r" b="b"/>
              <a:pathLst>
                <a:path w="5551" h="2419" extrusionOk="0">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74"/>
            <p:cNvSpPr/>
            <p:nvPr/>
          </p:nvSpPr>
          <p:spPr>
            <a:xfrm>
              <a:off x="3199804" y="4118834"/>
              <a:ext cx="25199" cy="36218"/>
            </a:xfrm>
            <a:custGeom>
              <a:avLst/>
              <a:gdLst/>
              <a:ahLst/>
              <a:cxnLst/>
              <a:rect l="l" t="t" r="r" b="b"/>
              <a:pathLst>
                <a:path w="1683" h="2419" extrusionOk="0">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74"/>
            <p:cNvSpPr/>
            <p:nvPr/>
          </p:nvSpPr>
          <p:spPr>
            <a:xfrm>
              <a:off x="3176192" y="4074770"/>
              <a:ext cx="130021" cy="44708"/>
            </a:xfrm>
            <a:custGeom>
              <a:avLst/>
              <a:gdLst/>
              <a:ahLst/>
              <a:cxnLst/>
              <a:rect l="l" t="t" r="r" b="b"/>
              <a:pathLst>
                <a:path w="8684" h="2986" extrusionOk="0">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74"/>
            <p:cNvSpPr/>
            <p:nvPr/>
          </p:nvSpPr>
          <p:spPr>
            <a:xfrm>
              <a:off x="3176192" y="4093336"/>
              <a:ext cx="130021" cy="26142"/>
            </a:xfrm>
            <a:custGeom>
              <a:avLst/>
              <a:gdLst/>
              <a:ahLst/>
              <a:cxnLst/>
              <a:rect l="l" t="t" r="r" b="b"/>
              <a:pathLst>
                <a:path w="8684" h="1746" extrusionOk="0">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3" name="Google Shape;9293;p74"/>
          <p:cNvGrpSpPr/>
          <p:nvPr/>
        </p:nvGrpSpPr>
        <p:grpSpPr>
          <a:xfrm>
            <a:off x="903502" y="3359564"/>
            <a:ext cx="247990" cy="333393"/>
            <a:chOff x="903502" y="3359564"/>
            <a:chExt cx="247990" cy="333393"/>
          </a:xfrm>
        </p:grpSpPr>
        <p:sp>
          <p:nvSpPr>
            <p:cNvPr id="9294" name="Google Shape;9294;p74"/>
            <p:cNvSpPr/>
            <p:nvPr/>
          </p:nvSpPr>
          <p:spPr>
            <a:xfrm>
              <a:off x="903502" y="3364610"/>
              <a:ext cx="247930" cy="328347"/>
            </a:xfrm>
            <a:custGeom>
              <a:avLst/>
              <a:gdLst/>
              <a:ahLst/>
              <a:cxnLst/>
              <a:rect l="l" t="t" r="r" b="b"/>
              <a:pathLst>
                <a:path w="16559" h="21930" extrusionOk="0">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74"/>
            <p:cNvSpPr/>
            <p:nvPr/>
          </p:nvSpPr>
          <p:spPr>
            <a:xfrm>
              <a:off x="1032175" y="3364610"/>
              <a:ext cx="119316" cy="328347"/>
            </a:xfrm>
            <a:custGeom>
              <a:avLst/>
              <a:gdLst/>
              <a:ahLst/>
              <a:cxnLst/>
              <a:rect l="l" t="t" r="r" b="b"/>
              <a:pathLst>
                <a:path w="7969" h="21930" extrusionOk="0">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74"/>
            <p:cNvSpPr/>
            <p:nvPr/>
          </p:nvSpPr>
          <p:spPr>
            <a:xfrm>
              <a:off x="953480" y="3587460"/>
              <a:ext cx="147958" cy="77782"/>
            </a:xfrm>
            <a:custGeom>
              <a:avLst/>
              <a:gdLst/>
              <a:ahLst/>
              <a:cxnLst/>
              <a:rect l="l" t="t" r="r" b="b"/>
              <a:pathLst>
                <a:path w="9882" h="5195" extrusionOk="0">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74"/>
            <p:cNvSpPr/>
            <p:nvPr/>
          </p:nvSpPr>
          <p:spPr>
            <a:xfrm>
              <a:off x="1013295" y="3587490"/>
              <a:ext cx="88473" cy="77752"/>
            </a:xfrm>
            <a:custGeom>
              <a:avLst/>
              <a:gdLst/>
              <a:ahLst/>
              <a:cxnLst/>
              <a:rect l="l" t="t" r="r" b="b"/>
              <a:pathLst>
                <a:path w="5909" h="5193" extrusionOk="0">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74"/>
            <p:cNvSpPr/>
            <p:nvPr/>
          </p:nvSpPr>
          <p:spPr>
            <a:xfrm>
              <a:off x="1048226" y="3630282"/>
              <a:ext cx="19854" cy="17323"/>
            </a:xfrm>
            <a:custGeom>
              <a:avLst/>
              <a:gdLst/>
              <a:ahLst/>
              <a:cxnLst/>
              <a:rect l="l" t="t" r="r" b="b"/>
              <a:pathLst>
                <a:path w="1326" h="1157" extrusionOk="0">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74"/>
            <p:cNvSpPr/>
            <p:nvPr/>
          </p:nvSpPr>
          <p:spPr>
            <a:xfrm>
              <a:off x="1056101" y="3630282"/>
              <a:ext cx="12682" cy="17173"/>
            </a:xfrm>
            <a:custGeom>
              <a:avLst/>
              <a:gdLst/>
              <a:ahLst/>
              <a:cxnLst/>
              <a:rect l="l" t="t" r="r" b="b"/>
              <a:pathLst>
                <a:path w="847" h="1147" extrusionOk="0">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74"/>
            <p:cNvSpPr/>
            <p:nvPr/>
          </p:nvSpPr>
          <p:spPr>
            <a:xfrm>
              <a:off x="981493" y="3635013"/>
              <a:ext cx="19854" cy="16994"/>
            </a:xfrm>
            <a:custGeom>
              <a:avLst/>
              <a:gdLst/>
              <a:ahLst/>
              <a:cxnLst/>
              <a:rect l="l" t="t" r="r" b="b"/>
              <a:pathLst>
                <a:path w="1326" h="1135" extrusionOk="0">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74"/>
            <p:cNvSpPr/>
            <p:nvPr/>
          </p:nvSpPr>
          <p:spPr>
            <a:xfrm>
              <a:off x="989369" y="3635013"/>
              <a:ext cx="12682" cy="16844"/>
            </a:xfrm>
            <a:custGeom>
              <a:avLst/>
              <a:gdLst/>
              <a:ahLst/>
              <a:cxnLst/>
              <a:rect l="l" t="t" r="r" b="b"/>
              <a:pathLst>
                <a:path w="847" h="1125" extrusionOk="0">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74"/>
            <p:cNvSpPr/>
            <p:nvPr/>
          </p:nvSpPr>
          <p:spPr>
            <a:xfrm>
              <a:off x="1008249" y="3606041"/>
              <a:ext cx="24255" cy="20602"/>
            </a:xfrm>
            <a:custGeom>
              <a:avLst/>
              <a:gdLst/>
              <a:ahLst/>
              <a:cxnLst/>
              <a:rect l="l" t="t" r="r" b="b"/>
              <a:pathLst>
                <a:path w="1620" h="1376" extrusionOk="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74"/>
            <p:cNvSpPr/>
            <p:nvPr/>
          </p:nvSpPr>
          <p:spPr>
            <a:xfrm>
              <a:off x="1018011" y="3606041"/>
              <a:ext cx="14179" cy="20662"/>
            </a:xfrm>
            <a:custGeom>
              <a:avLst/>
              <a:gdLst/>
              <a:ahLst/>
              <a:cxnLst/>
              <a:rect l="l" t="t" r="r" b="b"/>
              <a:pathLst>
                <a:path w="947" h="1380" extrusionOk="0">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74"/>
            <p:cNvSpPr/>
            <p:nvPr/>
          </p:nvSpPr>
          <p:spPr>
            <a:xfrm>
              <a:off x="995657" y="3550329"/>
              <a:ext cx="24255" cy="20602"/>
            </a:xfrm>
            <a:custGeom>
              <a:avLst/>
              <a:gdLst/>
              <a:ahLst/>
              <a:cxnLst/>
              <a:rect l="l" t="t" r="r" b="b"/>
              <a:pathLst>
                <a:path w="1620" h="1376" extrusionOk="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74"/>
            <p:cNvSpPr/>
            <p:nvPr/>
          </p:nvSpPr>
          <p:spPr>
            <a:xfrm>
              <a:off x="1004790" y="3550329"/>
              <a:ext cx="15751" cy="20363"/>
            </a:xfrm>
            <a:custGeom>
              <a:avLst/>
              <a:gdLst/>
              <a:ahLst/>
              <a:cxnLst/>
              <a:rect l="l" t="t" r="r" b="b"/>
              <a:pathLst>
                <a:path w="1052" h="1360" extrusionOk="0">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74"/>
            <p:cNvSpPr/>
            <p:nvPr/>
          </p:nvSpPr>
          <p:spPr>
            <a:xfrm>
              <a:off x="1026830" y="3523558"/>
              <a:ext cx="23941" cy="20437"/>
            </a:xfrm>
            <a:custGeom>
              <a:avLst/>
              <a:gdLst/>
              <a:ahLst/>
              <a:cxnLst/>
              <a:rect l="l" t="t" r="r" b="b"/>
              <a:pathLst>
                <a:path w="1599" h="1365" extrusionOk="0">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74"/>
            <p:cNvSpPr/>
            <p:nvPr/>
          </p:nvSpPr>
          <p:spPr>
            <a:xfrm>
              <a:off x="1035948" y="3523258"/>
              <a:ext cx="15766" cy="20677"/>
            </a:xfrm>
            <a:custGeom>
              <a:avLst/>
              <a:gdLst/>
              <a:ahLst/>
              <a:cxnLst/>
              <a:rect l="l" t="t" r="r" b="b"/>
              <a:pathLst>
                <a:path w="1053" h="1381" extrusionOk="0">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74"/>
            <p:cNvSpPr/>
            <p:nvPr/>
          </p:nvSpPr>
          <p:spPr>
            <a:xfrm>
              <a:off x="1012666" y="3484854"/>
              <a:ext cx="19839" cy="17144"/>
            </a:xfrm>
            <a:custGeom>
              <a:avLst/>
              <a:gdLst/>
              <a:ahLst/>
              <a:cxnLst/>
              <a:rect l="l" t="t" r="r" b="b"/>
              <a:pathLst>
                <a:path w="1325" h="1145" extrusionOk="0">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74"/>
            <p:cNvSpPr/>
            <p:nvPr/>
          </p:nvSpPr>
          <p:spPr>
            <a:xfrm>
              <a:off x="1020527" y="3484854"/>
              <a:ext cx="12622" cy="16934"/>
            </a:xfrm>
            <a:custGeom>
              <a:avLst/>
              <a:gdLst/>
              <a:ahLst/>
              <a:cxnLst/>
              <a:rect l="l" t="t" r="r" b="b"/>
              <a:pathLst>
                <a:path w="843" h="1131" extrusionOk="0">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74"/>
            <p:cNvSpPr/>
            <p:nvPr/>
          </p:nvSpPr>
          <p:spPr>
            <a:xfrm>
              <a:off x="918534" y="3642559"/>
              <a:ext cx="24884" cy="10091"/>
            </a:xfrm>
            <a:custGeom>
              <a:avLst/>
              <a:gdLst/>
              <a:ahLst/>
              <a:cxnLst/>
              <a:rect l="l" t="t" r="r" b="b"/>
              <a:pathLst>
                <a:path w="1662" h="674" extrusionOk="0">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74"/>
            <p:cNvSpPr/>
            <p:nvPr/>
          </p:nvSpPr>
          <p:spPr>
            <a:xfrm>
              <a:off x="933342" y="3615175"/>
              <a:ext cx="24555" cy="10091"/>
            </a:xfrm>
            <a:custGeom>
              <a:avLst/>
              <a:gdLst/>
              <a:ahLst/>
              <a:cxnLst/>
              <a:rect l="l" t="t" r="r" b="b"/>
              <a:pathLst>
                <a:path w="1640" h="674" extrusionOk="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74"/>
            <p:cNvSpPr/>
            <p:nvPr/>
          </p:nvSpPr>
          <p:spPr>
            <a:xfrm>
              <a:off x="947820" y="3587790"/>
              <a:ext cx="24884" cy="10091"/>
            </a:xfrm>
            <a:custGeom>
              <a:avLst/>
              <a:gdLst/>
              <a:ahLst/>
              <a:cxnLst/>
              <a:rect l="l" t="t" r="r" b="b"/>
              <a:pathLst>
                <a:path w="1662" h="674" extrusionOk="0">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74"/>
            <p:cNvSpPr/>
            <p:nvPr/>
          </p:nvSpPr>
          <p:spPr>
            <a:xfrm>
              <a:off x="962299" y="3560405"/>
              <a:ext cx="24884" cy="10406"/>
            </a:xfrm>
            <a:custGeom>
              <a:avLst/>
              <a:gdLst/>
              <a:ahLst/>
              <a:cxnLst/>
              <a:rect l="l" t="t" r="r" b="b"/>
              <a:pathLst>
                <a:path w="1662" h="695" extrusionOk="0">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74"/>
            <p:cNvSpPr/>
            <p:nvPr/>
          </p:nvSpPr>
          <p:spPr>
            <a:xfrm>
              <a:off x="984637" y="3359564"/>
              <a:ext cx="85957" cy="26456"/>
            </a:xfrm>
            <a:custGeom>
              <a:avLst/>
              <a:gdLst/>
              <a:ahLst/>
              <a:cxnLst/>
              <a:rect l="l" t="t" r="r" b="b"/>
              <a:pathLst>
                <a:path w="5741" h="1767" extrusionOk="0">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74"/>
            <p:cNvSpPr/>
            <p:nvPr/>
          </p:nvSpPr>
          <p:spPr>
            <a:xfrm>
              <a:off x="1037535" y="3359564"/>
              <a:ext cx="33059" cy="26456"/>
            </a:xfrm>
            <a:custGeom>
              <a:avLst/>
              <a:gdLst/>
              <a:ahLst/>
              <a:cxnLst/>
              <a:rect l="l" t="t" r="r" b="b"/>
              <a:pathLst>
                <a:path w="2208" h="1767" extrusionOk="0">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6" name="Google Shape;9316;p74"/>
          <p:cNvGrpSpPr/>
          <p:nvPr/>
        </p:nvGrpSpPr>
        <p:grpSpPr>
          <a:xfrm>
            <a:off x="2616191" y="2890461"/>
            <a:ext cx="365793" cy="361152"/>
            <a:chOff x="2616191" y="2890461"/>
            <a:chExt cx="365793" cy="361152"/>
          </a:xfrm>
        </p:grpSpPr>
        <p:sp>
          <p:nvSpPr>
            <p:cNvPr id="9317" name="Google Shape;9317;p74"/>
            <p:cNvSpPr/>
            <p:nvPr/>
          </p:nvSpPr>
          <p:spPr>
            <a:xfrm>
              <a:off x="2616191" y="3225545"/>
              <a:ext cx="30604" cy="26067"/>
            </a:xfrm>
            <a:custGeom>
              <a:avLst/>
              <a:gdLst/>
              <a:ahLst/>
              <a:cxnLst/>
              <a:rect l="l" t="t" r="r" b="b"/>
              <a:pathLst>
                <a:path w="2044" h="1741" extrusionOk="0">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74"/>
            <p:cNvSpPr/>
            <p:nvPr/>
          </p:nvSpPr>
          <p:spPr>
            <a:xfrm>
              <a:off x="2627196" y="3189506"/>
              <a:ext cx="53527" cy="51326"/>
            </a:xfrm>
            <a:custGeom>
              <a:avLst/>
              <a:gdLst/>
              <a:ahLst/>
              <a:cxnLst/>
              <a:rect l="l" t="t" r="r" b="b"/>
              <a:pathLst>
                <a:path w="3575" h="3428" extrusionOk="0">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74"/>
            <p:cNvSpPr/>
            <p:nvPr/>
          </p:nvSpPr>
          <p:spPr>
            <a:xfrm>
              <a:off x="2631298" y="3201544"/>
              <a:ext cx="49424" cy="39288"/>
            </a:xfrm>
            <a:custGeom>
              <a:avLst/>
              <a:gdLst/>
              <a:ahLst/>
              <a:cxnLst/>
              <a:rect l="l" t="t" r="r" b="b"/>
              <a:pathLst>
                <a:path w="3301" h="2624" extrusionOk="0">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74"/>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74"/>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74"/>
            <p:cNvSpPr/>
            <p:nvPr/>
          </p:nvSpPr>
          <p:spPr>
            <a:xfrm>
              <a:off x="2663085" y="2897153"/>
              <a:ext cx="318899" cy="327314"/>
            </a:xfrm>
            <a:custGeom>
              <a:avLst/>
              <a:gdLst/>
              <a:ahLst/>
              <a:cxnLst/>
              <a:rect l="l" t="t" r="r" b="b"/>
              <a:pathLst>
                <a:path w="21299" h="21861" extrusionOk="0">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74"/>
            <p:cNvSpPr/>
            <p:nvPr/>
          </p:nvSpPr>
          <p:spPr>
            <a:xfrm>
              <a:off x="2643576" y="3148033"/>
              <a:ext cx="78082" cy="76435"/>
            </a:xfrm>
            <a:custGeom>
              <a:avLst/>
              <a:gdLst/>
              <a:ahLst/>
              <a:cxnLst/>
              <a:rect l="l" t="t" r="r" b="b"/>
              <a:pathLst>
                <a:path w="5215" h="5105" extrusionOk="0">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74"/>
            <p:cNvSpPr/>
            <p:nvPr/>
          </p:nvSpPr>
          <p:spPr>
            <a:xfrm>
              <a:off x="2815759" y="2931141"/>
              <a:ext cx="122774" cy="122789"/>
            </a:xfrm>
            <a:custGeom>
              <a:avLst/>
              <a:gdLst/>
              <a:ahLst/>
              <a:cxnLst/>
              <a:rect l="l" t="t" r="r" b="b"/>
              <a:pathLst>
                <a:path w="8200" h="8201" extrusionOk="0">
                  <a:moveTo>
                    <a:pt x="4962" y="1"/>
                  </a:moveTo>
                  <a:lnTo>
                    <a:pt x="0" y="4962"/>
                  </a:lnTo>
                  <a:lnTo>
                    <a:pt x="3238" y="8200"/>
                  </a:lnTo>
                  <a:lnTo>
                    <a:pt x="8200" y="3238"/>
                  </a:lnTo>
                  <a:lnTo>
                    <a:pt x="4962"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74"/>
            <p:cNvSpPr/>
            <p:nvPr/>
          </p:nvSpPr>
          <p:spPr>
            <a:xfrm>
              <a:off x="2663085" y="3185179"/>
              <a:ext cx="58572" cy="39288"/>
            </a:xfrm>
            <a:custGeom>
              <a:avLst/>
              <a:gdLst/>
              <a:ahLst/>
              <a:cxnLst/>
              <a:rect l="l" t="t" r="r" b="b"/>
              <a:pathLst>
                <a:path w="3912" h="2624" extrusionOk="0">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74"/>
            <p:cNvSpPr/>
            <p:nvPr/>
          </p:nvSpPr>
          <p:spPr>
            <a:xfrm>
              <a:off x="2852906" y="2968288"/>
              <a:ext cx="85628" cy="85643"/>
            </a:xfrm>
            <a:custGeom>
              <a:avLst/>
              <a:gdLst/>
              <a:ahLst/>
              <a:cxnLst/>
              <a:rect l="l" t="t" r="r" b="b"/>
              <a:pathLst>
                <a:path w="5719" h="5720" extrusionOk="0">
                  <a:moveTo>
                    <a:pt x="4962" y="1"/>
                  </a:moveTo>
                  <a:lnTo>
                    <a:pt x="0" y="4962"/>
                  </a:lnTo>
                  <a:lnTo>
                    <a:pt x="757" y="5719"/>
                  </a:lnTo>
                  <a:lnTo>
                    <a:pt x="5719" y="757"/>
                  </a:lnTo>
                  <a:lnTo>
                    <a:pt x="4962"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74"/>
            <p:cNvSpPr/>
            <p:nvPr/>
          </p:nvSpPr>
          <p:spPr>
            <a:xfrm>
              <a:off x="2874302" y="2921783"/>
              <a:ext cx="82813" cy="146311"/>
            </a:xfrm>
            <a:custGeom>
              <a:avLst/>
              <a:gdLst/>
              <a:ahLst/>
              <a:cxnLst/>
              <a:rect l="l" t="t" r="r" b="b"/>
              <a:pathLst>
                <a:path w="5531" h="9772" extrusionOk="0">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8" name="Google Shape;9328;p74"/>
          <p:cNvGrpSpPr/>
          <p:nvPr/>
        </p:nvGrpSpPr>
        <p:grpSpPr>
          <a:xfrm>
            <a:off x="3049959" y="1945861"/>
            <a:ext cx="402940" cy="388536"/>
            <a:chOff x="3049959" y="1945861"/>
            <a:chExt cx="402940" cy="388536"/>
          </a:xfrm>
        </p:grpSpPr>
        <p:sp>
          <p:nvSpPr>
            <p:cNvPr id="9329" name="Google Shape;9329;p74"/>
            <p:cNvSpPr/>
            <p:nvPr/>
          </p:nvSpPr>
          <p:spPr>
            <a:xfrm>
              <a:off x="3049959" y="1993398"/>
              <a:ext cx="355402" cy="340999"/>
            </a:xfrm>
            <a:custGeom>
              <a:avLst/>
              <a:gdLst/>
              <a:ahLst/>
              <a:cxnLst/>
              <a:rect l="l" t="t" r="r" b="b"/>
              <a:pathLst>
                <a:path w="23737" h="22775" extrusionOk="0">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74"/>
            <p:cNvSpPr/>
            <p:nvPr/>
          </p:nvSpPr>
          <p:spPr>
            <a:xfrm>
              <a:off x="3093080" y="2196350"/>
              <a:ext cx="12607" cy="11184"/>
            </a:xfrm>
            <a:custGeom>
              <a:avLst/>
              <a:gdLst/>
              <a:ahLst/>
              <a:cxnLst/>
              <a:rect l="l" t="t" r="r" b="b"/>
              <a:pathLst>
                <a:path w="842" h="747" extrusionOk="0">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74"/>
            <p:cNvSpPr/>
            <p:nvPr/>
          </p:nvSpPr>
          <p:spPr>
            <a:xfrm>
              <a:off x="3093080" y="2164564"/>
              <a:ext cx="12607" cy="11184"/>
            </a:xfrm>
            <a:custGeom>
              <a:avLst/>
              <a:gdLst/>
              <a:ahLst/>
              <a:cxnLst/>
              <a:rect l="l" t="t" r="r" b="b"/>
              <a:pathLst>
                <a:path w="842" h="747" extrusionOk="0">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74"/>
            <p:cNvSpPr/>
            <p:nvPr/>
          </p:nvSpPr>
          <p:spPr>
            <a:xfrm>
              <a:off x="3336413" y="2211458"/>
              <a:ext cx="12292" cy="11514"/>
            </a:xfrm>
            <a:custGeom>
              <a:avLst/>
              <a:gdLst/>
              <a:ahLst/>
              <a:cxnLst/>
              <a:rect l="l" t="t" r="r" b="b"/>
              <a:pathLst>
                <a:path w="821" h="769" extrusionOk="0">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74"/>
            <p:cNvSpPr/>
            <p:nvPr/>
          </p:nvSpPr>
          <p:spPr>
            <a:xfrm>
              <a:off x="3196330" y="1945861"/>
              <a:ext cx="116172" cy="116486"/>
            </a:xfrm>
            <a:custGeom>
              <a:avLst/>
              <a:gdLst/>
              <a:ahLst/>
              <a:cxnLst/>
              <a:rect l="l" t="t" r="r" b="b"/>
              <a:pathLst>
                <a:path w="7759" h="7780" extrusionOk="0">
                  <a:moveTo>
                    <a:pt x="3176" y="0"/>
                  </a:moveTo>
                  <a:lnTo>
                    <a:pt x="1" y="3175"/>
                  </a:lnTo>
                  <a:lnTo>
                    <a:pt x="4584" y="7779"/>
                  </a:lnTo>
                  <a:lnTo>
                    <a:pt x="7759" y="4584"/>
                  </a:lnTo>
                  <a:lnTo>
                    <a:pt x="3176"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74"/>
            <p:cNvSpPr/>
            <p:nvPr/>
          </p:nvSpPr>
          <p:spPr>
            <a:xfrm>
              <a:off x="3336413" y="2085943"/>
              <a:ext cx="116486" cy="116486"/>
            </a:xfrm>
            <a:custGeom>
              <a:avLst/>
              <a:gdLst/>
              <a:ahLst/>
              <a:cxnLst/>
              <a:rect l="l" t="t" r="r" b="b"/>
              <a:pathLst>
                <a:path w="7780" h="7780" extrusionOk="0">
                  <a:moveTo>
                    <a:pt x="3175" y="0"/>
                  </a:moveTo>
                  <a:lnTo>
                    <a:pt x="1" y="3196"/>
                  </a:lnTo>
                  <a:lnTo>
                    <a:pt x="4605" y="7779"/>
                  </a:lnTo>
                  <a:lnTo>
                    <a:pt x="7780" y="4605"/>
                  </a:lnTo>
                  <a:lnTo>
                    <a:pt x="317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5" name="Google Shape;9335;p74"/>
          <p:cNvGrpSpPr/>
          <p:nvPr/>
        </p:nvGrpSpPr>
        <p:grpSpPr>
          <a:xfrm>
            <a:off x="2483025" y="4268679"/>
            <a:ext cx="202428" cy="349114"/>
            <a:chOff x="2483025" y="4268679"/>
            <a:chExt cx="202428" cy="349114"/>
          </a:xfrm>
        </p:grpSpPr>
        <p:sp>
          <p:nvSpPr>
            <p:cNvPr id="9336" name="Google Shape;9336;p74"/>
            <p:cNvSpPr/>
            <p:nvPr/>
          </p:nvSpPr>
          <p:spPr>
            <a:xfrm>
              <a:off x="2497818" y="4274339"/>
              <a:ext cx="172528" cy="337780"/>
            </a:xfrm>
            <a:custGeom>
              <a:avLst/>
              <a:gdLst/>
              <a:ahLst/>
              <a:cxnLst/>
              <a:rect l="l" t="t" r="r" b="b"/>
              <a:pathLst>
                <a:path w="11523" h="22560" extrusionOk="0">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74"/>
            <p:cNvSpPr/>
            <p:nvPr/>
          </p:nvSpPr>
          <p:spPr>
            <a:xfrm>
              <a:off x="2599811" y="4274339"/>
              <a:ext cx="76195" cy="337780"/>
            </a:xfrm>
            <a:custGeom>
              <a:avLst/>
              <a:gdLst/>
              <a:ahLst/>
              <a:cxnLst/>
              <a:rect l="l" t="t" r="r" b="b"/>
              <a:pathLst>
                <a:path w="5089" h="22560" extrusionOk="0">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74"/>
            <p:cNvSpPr/>
            <p:nvPr/>
          </p:nvSpPr>
          <p:spPr>
            <a:xfrm>
              <a:off x="2492159" y="4274339"/>
              <a:ext cx="76195" cy="337780"/>
            </a:xfrm>
            <a:custGeom>
              <a:avLst/>
              <a:gdLst/>
              <a:ahLst/>
              <a:cxnLst/>
              <a:rect l="l" t="t" r="r" b="b"/>
              <a:pathLst>
                <a:path w="5089" h="22560" extrusionOk="0">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74"/>
            <p:cNvSpPr/>
            <p:nvPr/>
          </p:nvSpPr>
          <p:spPr>
            <a:xfrm>
              <a:off x="2483025" y="4606444"/>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74"/>
            <p:cNvSpPr/>
            <p:nvPr/>
          </p:nvSpPr>
          <p:spPr>
            <a:xfrm>
              <a:off x="2483025" y="4268679"/>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74"/>
            <p:cNvSpPr/>
            <p:nvPr/>
          </p:nvSpPr>
          <p:spPr>
            <a:xfrm>
              <a:off x="2520487" y="4378847"/>
              <a:ext cx="127506" cy="210933"/>
            </a:xfrm>
            <a:custGeom>
              <a:avLst/>
              <a:gdLst/>
              <a:ahLst/>
              <a:cxnLst/>
              <a:rect l="l" t="t" r="r" b="b"/>
              <a:pathLst>
                <a:path w="8516" h="14088" extrusionOk="0">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2" name="Google Shape;9342;p74"/>
          <p:cNvGrpSpPr/>
          <p:nvPr/>
        </p:nvGrpSpPr>
        <p:grpSpPr>
          <a:xfrm>
            <a:off x="862507" y="2885984"/>
            <a:ext cx="329590" cy="365000"/>
            <a:chOff x="862507" y="2885984"/>
            <a:chExt cx="329590" cy="365000"/>
          </a:xfrm>
        </p:grpSpPr>
        <p:sp>
          <p:nvSpPr>
            <p:cNvPr id="9343" name="Google Shape;9343;p74"/>
            <p:cNvSpPr/>
            <p:nvPr/>
          </p:nvSpPr>
          <p:spPr>
            <a:xfrm>
              <a:off x="862821" y="2975834"/>
              <a:ext cx="313854" cy="275150"/>
            </a:xfrm>
            <a:custGeom>
              <a:avLst/>
              <a:gdLst/>
              <a:ahLst/>
              <a:cxnLst/>
              <a:rect l="l" t="t" r="r" b="b"/>
              <a:pathLst>
                <a:path w="20962" h="18377" extrusionOk="0">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74"/>
            <p:cNvSpPr/>
            <p:nvPr/>
          </p:nvSpPr>
          <p:spPr>
            <a:xfrm>
              <a:off x="862507" y="2975819"/>
              <a:ext cx="250894" cy="275165"/>
            </a:xfrm>
            <a:custGeom>
              <a:avLst/>
              <a:gdLst/>
              <a:ahLst/>
              <a:cxnLst/>
              <a:rect l="l" t="t" r="r" b="b"/>
              <a:pathLst>
                <a:path w="16757" h="18378" extrusionOk="0">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74"/>
            <p:cNvSpPr/>
            <p:nvPr/>
          </p:nvSpPr>
          <p:spPr>
            <a:xfrm>
              <a:off x="1034691" y="2885984"/>
              <a:ext cx="157406" cy="87050"/>
            </a:xfrm>
            <a:custGeom>
              <a:avLst/>
              <a:gdLst/>
              <a:ahLst/>
              <a:cxnLst/>
              <a:rect l="l" t="t" r="r" b="b"/>
              <a:pathLst>
                <a:path w="10513" h="5814" extrusionOk="0">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74"/>
            <p:cNvSpPr/>
            <p:nvPr/>
          </p:nvSpPr>
          <p:spPr>
            <a:xfrm>
              <a:off x="1034691" y="2885984"/>
              <a:ext cx="157406" cy="58707"/>
            </a:xfrm>
            <a:custGeom>
              <a:avLst/>
              <a:gdLst/>
              <a:ahLst/>
              <a:cxnLst/>
              <a:rect l="l" t="t" r="r" b="b"/>
              <a:pathLst>
                <a:path w="10513" h="3921" extrusionOk="0">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74"/>
            <p:cNvSpPr/>
            <p:nvPr/>
          </p:nvSpPr>
          <p:spPr>
            <a:xfrm>
              <a:off x="1103639" y="3030843"/>
              <a:ext cx="44393" cy="63139"/>
            </a:xfrm>
            <a:custGeom>
              <a:avLst/>
              <a:gdLst/>
              <a:ahLst/>
              <a:cxnLst/>
              <a:rect l="l" t="t" r="r" b="b"/>
              <a:pathLst>
                <a:path w="2965" h="4217" extrusionOk="0">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74"/>
            <p:cNvSpPr/>
            <p:nvPr/>
          </p:nvSpPr>
          <p:spPr>
            <a:xfrm>
              <a:off x="986853" y="3004491"/>
              <a:ext cx="65804" cy="14808"/>
            </a:xfrm>
            <a:custGeom>
              <a:avLst/>
              <a:gdLst/>
              <a:ahLst/>
              <a:cxnLst/>
              <a:rect l="l" t="t" r="r" b="b"/>
              <a:pathLst>
                <a:path w="4395" h="989" extrusionOk="0">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74"/>
            <p:cNvSpPr/>
            <p:nvPr/>
          </p:nvSpPr>
          <p:spPr>
            <a:xfrm>
              <a:off x="991330" y="2933641"/>
              <a:ext cx="56356" cy="85972"/>
            </a:xfrm>
            <a:custGeom>
              <a:avLst/>
              <a:gdLst/>
              <a:ahLst/>
              <a:cxnLst/>
              <a:rect l="l" t="t" r="r" b="b"/>
              <a:pathLst>
                <a:path w="3764" h="5742" extrusionOk="0">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0" name="Google Shape;9350;p74"/>
          <p:cNvGrpSpPr/>
          <p:nvPr/>
        </p:nvGrpSpPr>
        <p:grpSpPr>
          <a:xfrm>
            <a:off x="3082075" y="2871805"/>
            <a:ext cx="318884" cy="379807"/>
            <a:chOff x="3082075" y="2871805"/>
            <a:chExt cx="318884" cy="379807"/>
          </a:xfrm>
        </p:grpSpPr>
        <p:sp>
          <p:nvSpPr>
            <p:cNvPr id="9351" name="Google Shape;9351;p74"/>
            <p:cNvSpPr/>
            <p:nvPr/>
          </p:nvSpPr>
          <p:spPr>
            <a:xfrm>
              <a:off x="3105357" y="2915584"/>
              <a:ext cx="248708" cy="281887"/>
            </a:xfrm>
            <a:custGeom>
              <a:avLst/>
              <a:gdLst/>
              <a:ahLst/>
              <a:cxnLst/>
              <a:rect l="l" t="t" r="r" b="b"/>
              <a:pathLst>
                <a:path w="16611" h="18827" extrusionOk="0">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74"/>
            <p:cNvSpPr/>
            <p:nvPr/>
          </p:nvSpPr>
          <p:spPr>
            <a:xfrm>
              <a:off x="3210180" y="2990956"/>
              <a:ext cx="62974" cy="68005"/>
            </a:xfrm>
            <a:custGeom>
              <a:avLst/>
              <a:gdLst/>
              <a:ahLst/>
              <a:cxnLst/>
              <a:rect l="l" t="t" r="r" b="b"/>
              <a:pathLst>
                <a:path w="4206" h="4542" extrusionOk="0">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74"/>
            <p:cNvSpPr/>
            <p:nvPr/>
          </p:nvSpPr>
          <p:spPr>
            <a:xfrm>
              <a:off x="3241667" y="3020542"/>
              <a:ext cx="31487" cy="163709"/>
            </a:xfrm>
            <a:custGeom>
              <a:avLst/>
              <a:gdLst/>
              <a:ahLst/>
              <a:cxnLst/>
              <a:rect l="l" t="t" r="r" b="b"/>
              <a:pathLst>
                <a:path w="2103" h="10934" extrusionOk="0">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74"/>
            <p:cNvSpPr/>
            <p:nvPr/>
          </p:nvSpPr>
          <p:spPr>
            <a:xfrm>
              <a:off x="3210180" y="3020542"/>
              <a:ext cx="31502" cy="163709"/>
            </a:xfrm>
            <a:custGeom>
              <a:avLst/>
              <a:gdLst/>
              <a:ahLst/>
              <a:cxnLst/>
              <a:rect l="l" t="t" r="r" b="b"/>
              <a:pathLst>
                <a:path w="2104" h="10934" extrusionOk="0">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74"/>
            <p:cNvSpPr/>
            <p:nvPr/>
          </p:nvSpPr>
          <p:spPr>
            <a:xfrm>
              <a:off x="3236307" y="3026845"/>
              <a:ext cx="10720" cy="157406"/>
            </a:xfrm>
            <a:custGeom>
              <a:avLst/>
              <a:gdLst/>
              <a:ahLst/>
              <a:cxnLst/>
              <a:rect l="l" t="t" r="r" b="b"/>
              <a:pathLst>
                <a:path w="716" h="10513" extrusionOk="0">
                  <a:moveTo>
                    <a:pt x="1" y="0"/>
                  </a:moveTo>
                  <a:lnTo>
                    <a:pt x="1" y="10512"/>
                  </a:lnTo>
                  <a:lnTo>
                    <a:pt x="716" y="10512"/>
                  </a:lnTo>
                  <a:lnTo>
                    <a:pt x="716"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74"/>
            <p:cNvSpPr/>
            <p:nvPr/>
          </p:nvSpPr>
          <p:spPr>
            <a:xfrm>
              <a:off x="3224673" y="2973318"/>
              <a:ext cx="33688" cy="30080"/>
            </a:xfrm>
            <a:custGeom>
              <a:avLst/>
              <a:gdLst/>
              <a:ahLst/>
              <a:cxnLst/>
              <a:rect l="l" t="t" r="r" b="b"/>
              <a:pathLst>
                <a:path w="2250" h="2009" extrusionOk="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74"/>
            <p:cNvSpPr/>
            <p:nvPr/>
          </p:nvSpPr>
          <p:spPr>
            <a:xfrm>
              <a:off x="3255651" y="2935558"/>
              <a:ext cx="81720" cy="99477"/>
            </a:xfrm>
            <a:custGeom>
              <a:avLst/>
              <a:gdLst/>
              <a:ahLst/>
              <a:cxnLst/>
              <a:rect l="l" t="t" r="r" b="b"/>
              <a:pathLst>
                <a:path w="5458" h="6644" extrusionOk="0">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74"/>
            <p:cNvSpPr/>
            <p:nvPr/>
          </p:nvSpPr>
          <p:spPr>
            <a:xfrm>
              <a:off x="3230752" y="2932399"/>
              <a:ext cx="25304" cy="13880"/>
            </a:xfrm>
            <a:custGeom>
              <a:avLst/>
              <a:gdLst/>
              <a:ahLst/>
              <a:cxnLst/>
              <a:rect l="l" t="t" r="r" b="b"/>
              <a:pathLst>
                <a:path w="1690" h="927" extrusionOk="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74"/>
            <p:cNvSpPr/>
            <p:nvPr/>
          </p:nvSpPr>
          <p:spPr>
            <a:xfrm>
              <a:off x="3374817" y="3024629"/>
              <a:ext cx="26142" cy="10091"/>
            </a:xfrm>
            <a:custGeom>
              <a:avLst/>
              <a:gdLst/>
              <a:ahLst/>
              <a:cxnLst/>
              <a:rect l="l" t="t" r="r" b="b"/>
              <a:pathLst>
                <a:path w="1746" h="674" extrusionOk="0">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74"/>
            <p:cNvSpPr/>
            <p:nvPr/>
          </p:nvSpPr>
          <p:spPr>
            <a:xfrm>
              <a:off x="3082075" y="3024629"/>
              <a:ext cx="26142" cy="10091"/>
            </a:xfrm>
            <a:custGeom>
              <a:avLst/>
              <a:gdLst/>
              <a:ahLst/>
              <a:cxnLst/>
              <a:rect l="l" t="t" r="r" b="b"/>
              <a:pathLst>
                <a:path w="1746" h="674" extrusionOk="0">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74"/>
            <p:cNvSpPr/>
            <p:nvPr/>
          </p:nvSpPr>
          <p:spPr>
            <a:xfrm>
              <a:off x="3355623" y="2948000"/>
              <a:ext cx="25528" cy="16844"/>
            </a:xfrm>
            <a:custGeom>
              <a:avLst/>
              <a:gdLst/>
              <a:ahLst/>
              <a:cxnLst/>
              <a:rect l="l" t="t" r="r" b="b"/>
              <a:pathLst>
                <a:path w="1705" h="1125" extrusionOk="0">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74"/>
            <p:cNvSpPr/>
            <p:nvPr/>
          </p:nvSpPr>
          <p:spPr>
            <a:xfrm>
              <a:off x="3102213" y="3094371"/>
              <a:ext cx="25528" cy="16844"/>
            </a:xfrm>
            <a:custGeom>
              <a:avLst/>
              <a:gdLst/>
              <a:ahLst/>
              <a:cxnLst/>
              <a:rect l="l" t="t" r="r" b="b"/>
              <a:pathLst>
                <a:path w="1705" h="1125" extrusionOk="0">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74"/>
            <p:cNvSpPr/>
            <p:nvPr/>
          </p:nvSpPr>
          <p:spPr>
            <a:xfrm>
              <a:off x="3305001" y="2892257"/>
              <a:ext cx="19629" cy="20976"/>
            </a:xfrm>
            <a:custGeom>
              <a:avLst/>
              <a:gdLst/>
              <a:ahLst/>
              <a:cxnLst/>
              <a:rect l="l" t="t" r="r" b="b"/>
              <a:pathLst>
                <a:path w="1311" h="1401" extrusionOk="0">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74"/>
            <p:cNvSpPr/>
            <p:nvPr/>
          </p:nvSpPr>
          <p:spPr>
            <a:xfrm>
              <a:off x="3236307" y="2871805"/>
              <a:ext cx="10406" cy="22833"/>
            </a:xfrm>
            <a:custGeom>
              <a:avLst/>
              <a:gdLst/>
              <a:ahLst/>
              <a:cxnLst/>
              <a:rect l="l" t="t" r="r" b="b"/>
              <a:pathLst>
                <a:path w="695" h="1525" extrusionOk="0">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74"/>
            <p:cNvSpPr/>
            <p:nvPr/>
          </p:nvSpPr>
          <p:spPr>
            <a:xfrm>
              <a:off x="3158405" y="2892257"/>
              <a:ext cx="19689" cy="21276"/>
            </a:xfrm>
            <a:custGeom>
              <a:avLst/>
              <a:gdLst/>
              <a:ahLst/>
              <a:cxnLst/>
              <a:rect l="l" t="t" r="r" b="b"/>
              <a:pathLst>
                <a:path w="1315" h="1421" extrusionOk="0">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74"/>
            <p:cNvSpPr/>
            <p:nvPr/>
          </p:nvSpPr>
          <p:spPr>
            <a:xfrm>
              <a:off x="3101884" y="2948000"/>
              <a:ext cx="25528" cy="16844"/>
            </a:xfrm>
            <a:custGeom>
              <a:avLst/>
              <a:gdLst/>
              <a:ahLst/>
              <a:cxnLst/>
              <a:rect l="l" t="t" r="r" b="b"/>
              <a:pathLst>
                <a:path w="1705" h="1125" extrusionOk="0">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74"/>
            <p:cNvSpPr/>
            <p:nvPr/>
          </p:nvSpPr>
          <p:spPr>
            <a:xfrm>
              <a:off x="3355278" y="3094371"/>
              <a:ext cx="25543" cy="16844"/>
            </a:xfrm>
            <a:custGeom>
              <a:avLst/>
              <a:gdLst/>
              <a:ahLst/>
              <a:cxnLst/>
              <a:rect l="l" t="t" r="r" b="b"/>
              <a:pathLst>
                <a:path w="1706" h="1125" extrusionOk="0">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74"/>
            <p:cNvSpPr/>
            <p:nvPr/>
          </p:nvSpPr>
          <p:spPr>
            <a:xfrm>
              <a:off x="3223401" y="3230187"/>
              <a:ext cx="36533" cy="21426"/>
            </a:xfrm>
            <a:custGeom>
              <a:avLst/>
              <a:gdLst/>
              <a:ahLst/>
              <a:cxnLst/>
              <a:rect l="l" t="t" r="r" b="b"/>
              <a:pathLst>
                <a:path w="2440" h="1431" extrusionOk="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74"/>
            <p:cNvSpPr/>
            <p:nvPr/>
          </p:nvSpPr>
          <p:spPr>
            <a:xfrm>
              <a:off x="3188470" y="3173531"/>
              <a:ext cx="106095" cy="61088"/>
            </a:xfrm>
            <a:custGeom>
              <a:avLst/>
              <a:gdLst/>
              <a:ahLst/>
              <a:cxnLst/>
              <a:rect l="l" t="t" r="r" b="b"/>
              <a:pathLst>
                <a:path w="7086" h="4080" extrusionOk="0">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74"/>
            <p:cNvSpPr/>
            <p:nvPr/>
          </p:nvSpPr>
          <p:spPr>
            <a:xfrm>
              <a:off x="3188470" y="3191153"/>
              <a:ext cx="106095" cy="13865"/>
            </a:xfrm>
            <a:custGeom>
              <a:avLst/>
              <a:gdLst/>
              <a:ahLst/>
              <a:cxnLst/>
              <a:rect l="l" t="t" r="r" b="b"/>
              <a:pathLst>
                <a:path w="7086" h="926" extrusionOk="0">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1" name="Google Shape;9371;p74"/>
          <p:cNvGrpSpPr/>
          <p:nvPr/>
        </p:nvGrpSpPr>
        <p:grpSpPr>
          <a:xfrm>
            <a:off x="2594780" y="1516494"/>
            <a:ext cx="410187" cy="324244"/>
            <a:chOff x="2594780" y="1516494"/>
            <a:chExt cx="410187" cy="324244"/>
          </a:xfrm>
        </p:grpSpPr>
        <p:sp>
          <p:nvSpPr>
            <p:cNvPr id="9372" name="Google Shape;9372;p74"/>
            <p:cNvSpPr/>
            <p:nvPr/>
          </p:nvSpPr>
          <p:spPr>
            <a:xfrm>
              <a:off x="2594780" y="1641455"/>
              <a:ext cx="241776" cy="199284"/>
            </a:xfrm>
            <a:custGeom>
              <a:avLst/>
              <a:gdLst/>
              <a:ahLst/>
              <a:cxnLst/>
              <a:rect l="l" t="t" r="r" b="b"/>
              <a:pathLst>
                <a:path w="16148" h="13310" extrusionOk="0">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74"/>
            <p:cNvSpPr/>
            <p:nvPr/>
          </p:nvSpPr>
          <p:spPr>
            <a:xfrm>
              <a:off x="2632556" y="1738731"/>
              <a:ext cx="204000" cy="102008"/>
            </a:xfrm>
            <a:custGeom>
              <a:avLst/>
              <a:gdLst/>
              <a:ahLst/>
              <a:cxnLst/>
              <a:rect l="l" t="t" r="r" b="b"/>
              <a:pathLst>
                <a:path w="13625" h="6813" extrusionOk="0">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74"/>
            <p:cNvSpPr/>
            <p:nvPr/>
          </p:nvSpPr>
          <p:spPr>
            <a:xfrm>
              <a:off x="2721957" y="1516494"/>
              <a:ext cx="241132" cy="239560"/>
            </a:xfrm>
            <a:custGeom>
              <a:avLst/>
              <a:gdLst/>
              <a:ahLst/>
              <a:cxnLst/>
              <a:rect l="l" t="t" r="r" b="b"/>
              <a:pathLst>
                <a:path w="16105" h="16000" extrusionOk="0">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74"/>
            <p:cNvSpPr/>
            <p:nvPr/>
          </p:nvSpPr>
          <p:spPr>
            <a:xfrm>
              <a:off x="2881234" y="1828446"/>
              <a:ext cx="40306" cy="12292"/>
            </a:xfrm>
            <a:custGeom>
              <a:avLst/>
              <a:gdLst/>
              <a:ahLst/>
              <a:cxnLst/>
              <a:rect l="l" t="t" r="r" b="b"/>
              <a:pathLst>
                <a:path w="2692" h="821" extrusionOk="0">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74"/>
            <p:cNvSpPr/>
            <p:nvPr/>
          </p:nvSpPr>
          <p:spPr>
            <a:xfrm>
              <a:off x="2735177" y="1828446"/>
              <a:ext cx="89101" cy="12292"/>
            </a:xfrm>
            <a:custGeom>
              <a:avLst/>
              <a:gdLst/>
              <a:ahLst/>
              <a:cxnLst/>
              <a:rect l="l" t="t" r="r" b="b"/>
              <a:pathLst>
                <a:path w="5951" h="821" extrusionOk="0">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74"/>
            <p:cNvSpPr/>
            <p:nvPr/>
          </p:nvSpPr>
          <p:spPr>
            <a:xfrm>
              <a:off x="2832439" y="1828446"/>
              <a:ext cx="14179" cy="12203"/>
            </a:xfrm>
            <a:custGeom>
              <a:avLst/>
              <a:gdLst/>
              <a:ahLst/>
              <a:cxnLst/>
              <a:rect l="l" t="t" r="r" b="b"/>
              <a:pathLst>
                <a:path w="947" h="815" extrusionOk="0">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74"/>
            <p:cNvSpPr/>
            <p:nvPr/>
          </p:nvSpPr>
          <p:spPr>
            <a:xfrm>
              <a:off x="2990773" y="1828446"/>
              <a:ext cx="14194" cy="12203"/>
            </a:xfrm>
            <a:custGeom>
              <a:avLst/>
              <a:gdLst/>
              <a:ahLst/>
              <a:cxnLst/>
              <a:rect l="l" t="t" r="r" b="b"/>
              <a:pathLst>
                <a:path w="948" h="815" extrusionOk="0">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74"/>
            <p:cNvSpPr/>
            <p:nvPr/>
          </p:nvSpPr>
          <p:spPr>
            <a:xfrm>
              <a:off x="2928143" y="1828446"/>
              <a:ext cx="45022" cy="12292"/>
            </a:xfrm>
            <a:custGeom>
              <a:avLst/>
              <a:gdLst/>
              <a:ahLst/>
              <a:cxnLst/>
              <a:rect l="l" t="t" r="r" b="b"/>
              <a:pathLst>
                <a:path w="3007" h="821" extrusionOk="0">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0" name="Google Shape;9380;p74"/>
          <p:cNvGrpSpPr/>
          <p:nvPr/>
        </p:nvGrpSpPr>
        <p:grpSpPr>
          <a:xfrm>
            <a:off x="1742965" y="1502959"/>
            <a:ext cx="333692" cy="333363"/>
            <a:chOff x="1742965" y="1502959"/>
            <a:chExt cx="333692" cy="333363"/>
          </a:xfrm>
        </p:grpSpPr>
        <p:sp>
          <p:nvSpPr>
            <p:cNvPr id="9381" name="Google Shape;9381;p74"/>
            <p:cNvSpPr/>
            <p:nvPr/>
          </p:nvSpPr>
          <p:spPr>
            <a:xfrm>
              <a:off x="1742965" y="1502959"/>
              <a:ext cx="333692" cy="333363"/>
            </a:xfrm>
            <a:custGeom>
              <a:avLst/>
              <a:gdLst/>
              <a:ahLst/>
              <a:cxnLst/>
              <a:rect l="l" t="t" r="r" b="b"/>
              <a:pathLst>
                <a:path w="22287" h="22265" extrusionOk="0">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74"/>
            <p:cNvSpPr/>
            <p:nvPr/>
          </p:nvSpPr>
          <p:spPr>
            <a:xfrm>
              <a:off x="1854719" y="1629492"/>
              <a:ext cx="22040" cy="21740"/>
            </a:xfrm>
            <a:custGeom>
              <a:avLst/>
              <a:gdLst/>
              <a:ahLst/>
              <a:cxnLst/>
              <a:rect l="l" t="t" r="r" b="b"/>
              <a:pathLst>
                <a:path w="1472" h="1452" extrusionOk="0">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74"/>
            <p:cNvSpPr/>
            <p:nvPr/>
          </p:nvSpPr>
          <p:spPr>
            <a:xfrm>
              <a:off x="1898783" y="1629492"/>
              <a:ext cx="22054" cy="21740"/>
            </a:xfrm>
            <a:custGeom>
              <a:avLst/>
              <a:gdLst/>
              <a:ahLst/>
              <a:cxnLst/>
              <a:rect l="l" t="t" r="r" b="b"/>
              <a:pathLst>
                <a:path w="1473" h="1452" extrusionOk="0">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74"/>
            <p:cNvSpPr/>
            <p:nvPr/>
          </p:nvSpPr>
          <p:spPr>
            <a:xfrm>
              <a:off x="1942863" y="1629492"/>
              <a:ext cx="21725" cy="21740"/>
            </a:xfrm>
            <a:custGeom>
              <a:avLst/>
              <a:gdLst/>
              <a:ahLst/>
              <a:cxnLst/>
              <a:rect l="l" t="t" r="r" b="b"/>
              <a:pathLst>
                <a:path w="1451" h="1452" extrusionOk="0">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5" name="Google Shape;9385;p74"/>
          <p:cNvGrpSpPr/>
          <p:nvPr/>
        </p:nvGrpSpPr>
        <p:grpSpPr>
          <a:xfrm>
            <a:off x="3051531" y="1516809"/>
            <a:ext cx="390034" cy="296545"/>
            <a:chOff x="3051531" y="1516809"/>
            <a:chExt cx="390034" cy="296545"/>
          </a:xfrm>
        </p:grpSpPr>
        <p:sp>
          <p:nvSpPr>
            <p:cNvPr id="9386" name="Google Shape;9386;p74"/>
            <p:cNvSpPr/>
            <p:nvPr/>
          </p:nvSpPr>
          <p:spPr>
            <a:xfrm>
              <a:off x="3051531" y="1516809"/>
              <a:ext cx="389719" cy="296545"/>
            </a:xfrm>
            <a:custGeom>
              <a:avLst/>
              <a:gdLst/>
              <a:ahLst/>
              <a:cxnLst/>
              <a:rect l="l" t="t" r="r" b="b"/>
              <a:pathLst>
                <a:path w="26029" h="19806" extrusionOk="0">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74"/>
            <p:cNvSpPr/>
            <p:nvPr/>
          </p:nvSpPr>
          <p:spPr>
            <a:xfrm>
              <a:off x="3051531" y="1744391"/>
              <a:ext cx="389719" cy="68963"/>
            </a:xfrm>
            <a:custGeom>
              <a:avLst/>
              <a:gdLst/>
              <a:ahLst/>
              <a:cxnLst/>
              <a:rect l="l" t="t" r="r" b="b"/>
              <a:pathLst>
                <a:path w="26029" h="4606" extrusionOk="0">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74"/>
            <p:cNvSpPr/>
            <p:nvPr/>
          </p:nvSpPr>
          <p:spPr>
            <a:xfrm>
              <a:off x="3051531" y="1753838"/>
              <a:ext cx="389719" cy="59516"/>
            </a:xfrm>
            <a:custGeom>
              <a:avLst/>
              <a:gdLst/>
              <a:ahLst/>
              <a:cxnLst/>
              <a:rect l="l" t="t" r="r" b="b"/>
              <a:pathLst>
                <a:path w="26029" h="3975" extrusionOk="0">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74"/>
            <p:cNvSpPr/>
            <p:nvPr/>
          </p:nvSpPr>
          <p:spPr>
            <a:xfrm>
              <a:off x="3051846" y="1516809"/>
              <a:ext cx="389405" cy="65804"/>
            </a:xfrm>
            <a:custGeom>
              <a:avLst/>
              <a:gdLst/>
              <a:ahLst/>
              <a:cxnLst/>
              <a:rect l="l" t="t" r="r" b="b"/>
              <a:pathLst>
                <a:path w="26008" h="4395" extrusionOk="0">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74"/>
            <p:cNvSpPr/>
            <p:nvPr/>
          </p:nvSpPr>
          <p:spPr>
            <a:xfrm>
              <a:off x="3051846" y="1516809"/>
              <a:ext cx="389719" cy="56356"/>
            </a:xfrm>
            <a:custGeom>
              <a:avLst/>
              <a:gdLst/>
              <a:ahLst/>
              <a:cxnLst/>
              <a:rect l="l" t="t" r="r" b="b"/>
              <a:pathLst>
                <a:path w="26029" h="3764" extrusionOk="0">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74"/>
            <p:cNvSpPr/>
            <p:nvPr/>
          </p:nvSpPr>
          <p:spPr>
            <a:xfrm>
              <a:off x="3077973" y="1539148"/>
              <a:ext cx="15751" cy="11978"/>
            </a:xfrm>
            <a:custGeom>
              <a:avLst/>
              <a:gdLst/>
              <a:ahLst/>
              <a:cxnLst/>
              <a:rect l="l" t="t" r="r" b="b"/>
              <a:pathLst>
                <a:path w="1052" h="800" extrusionOk="0">
                  <a:moveTo>
                    <a:pt x="526" y="1"/>
                  </a:moveTo>
                  <a:cubicBezTo>
                    <a:pt x="1" y="1"/>
                    <a:pt x="1" y="779"/>
                    <a:pt x="526" y="800"/>
                  </a:cubicBezTo>
                  <a:cubicBezTo>
                    <a:pt x="1052" y="779"/>
                    <a:pt x="1052" y="1"/>
                    <a:pt x="52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74"/>
            <p:cNvSpPr/>
            <p:nvPr/>
          </p:nvSpPr>
          <p:spPr>
            <a:xfrm>
              <a:off x="3100012" y="1539148"/>
              <a:ext cx="15751" cy="11978"/>
            </a:xfrm>
            <a:custGeom>
              <a:avLst/>
              <a:gdLst/>
              <a:ahLst/>
              <a:cxnLst/>
              <a:rect l="l" t="t" r="r" b="b"/>
              <a:pathLst>
                <a:path w="1052" h="800" extrusionOk="0">
                  <a:moveTo>
                    <a:pt x="526" y="1"/>
                  </a:moveTo>
                  <a:cubicBezTo>
                    <a:pt x="0" y="1"/>
                    <a:pt x="0" y="779"/>
                    <a:pt x="526" y="800"/>
                  </a:cubicBezTo>
                  <a:cubicBezTo>
                    <a:pt x="1052" y="779"/>
                    <a:pt x="1052" y="1"/>
                    <a:pt x="52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74"/>
            <p:cNvSpPr/>
            <p:nvPr/>
          </p:nvSpPr>
          <p:spPr>
            <a:xfrm>
              <a:off x="3121737" y="1539148"/>
              <a:ext cx="15751" cy="11978"/>
            </a:xfrm>
            <a:custGeom>
              <a:avLst/>
              <a:gdLst/>
              <a:ahLst/>
              <a:cxnLst/>
              <a:rect l="l" t="t" r="r" b="b"/>
              <a:pathLst>
                <a:path w="1052" h="800" extrusionOk="0">
                  <a:moveTo>
                    <a:pt x="526" y="1"/>
                  </a:moveTo>
                  <a:cubicBezTo>
                    <a:pt x="0" y="1"/>
                    <a:pt x="0" y="800"/>
                    <a:pt x="526" y="800"/>
                  </a:cubicBezTo>
                  <a:cubicBezTo>
                    <a:pt x="1051" y="800"/>
                    <a:pt x="1051" y="1"/>
                    <a:pt x="526" y="1"/>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74"/>
            <p:cNvSpPr/>
            <p:nvPr/>
          </p:nvSpPr>
          <p:spPr>
            <a:xfrm>
              <a:off x="3336727" y="1539148"/>
              <a:ext cx="81226" cy="11978"/>
            </a:xfrm>
            <a:custGeom>
              <a:avLst/>
              <a:gdLst/>
              <a:ahLst/>
              <a:cxnLst/>
              <a:rect l="l" t="t" r="r" b="b"/>
              <a:pathLst>
                <a:path w="5425" h="800" extrusionOk="0">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74"/>
            <p:cNvSpPr/>
            <p:nvPr/>
          </p:nvSpPr>
          <p:spPr>
            <a:xfrm>
              <a:off x="3301153" y="1539148"/>
              <a:ext cx="30244" cy="11978"/>
            </a:xfrm>
            <a:custGeom>
              <a:avLst/>
              <a:gdLst/>
              <a:ahLst/>
              <a:cxnLst/>
              <a:rect l="l" t="t" r="r" b="b"/>
              <a:pathLst>
                <a:path w="2020" h="800" extrusionOk="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74"/>
            <p:cNvSpPr/>
            <p:nvPr/>
          </p:nvSpPr>
          <p:spPr>
            <a:xfrm>
              <a:off x="3170832" y="1608096"/>
              <a:ext cx="151432" cy="107667"/>
            </a:xfrm>
            <a:custGeom>
              <a:avLst/>
              <a:gdLst/>
              <a:ahLst/>
              <a:cxnLst/>
              <a:rect l="l" t="t" r="r" b="b"/>
              <a:pathLst>
                <a:path w="10114" h="7191" extrusionOk="0">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74"/>
            <p:cNvSpPr/>
            <p:nvPr/>
          </p:nvSpPr>
          <p:spPr>
            <a:xfrm>
              <a:off x="3170832" y="1608096"/>
              <a:ext cx="151432" cy="44079"/>
            </a:xfrm>
            <a:custGeom>
              <a:avLst/>
              <a:gdLst/>
              <a:ahLst/>
              <a:cxnLst/>
              <a:rect l="l" t="t" r="r" b="b"/>
              <a:pathLst>
                <a:path w="10114" h="2944" extrusionOk="0">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74"/>
            <p:cNvSpPr/>
            <p:nvPr/>
          </p:nvSpPr>
          <p:spPr>
            <a:xfrm>
              <a:off x="3227503" y="1642084"/>
              <a:ext cx="41878" cy="40007"/>
            </a:xfrm>
            <a:custGeom>
              <a:avLst/>
              <a:gdLst/>
              <a:ahLst/>
              <a:cxnLst/>
              <a:rect l="l" t="t" r="r" b="b"/>
              <a:pathLst>
                <a:path w="2797" h="2672" extrusionOk="0">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74"/>
            <p:cNvSpPr/>
            <p:nvPr/>
          </p:nvSpPr>
          <p:spPr>
            <a:xfrm>
              <a:off x="3087106" y="1776177"/>
              <a:ext cx="160865" cy="11679"/>
            </a:xfrm>
            <a:custGeom>
              <a:avLst/>
              <a:gdLst/>
              <a:ahLst/>
              <a:cxnLst/>
              <a:rect l="l" t="t" r="r" b="b"/>
              <a:pathLst>
                <a:path w="10744" h="780" extrusionOk="0">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74"/>
            <p:cNvSpPr/>
            <p:nvPr/>
          </p:nvSpPr>
          <p:spPr>
            <a:xfrm>
              <a:off x="3362540" y="1775563"/>
              <a:ext cx="46295" cy="11978"/>
            </a:xfrm>
            <a:custGeom>
              <a:avLst/>
              <a:gdLst/>
              <a:ahLst/>
              <a:cxnLst/>
              <a:rect l="l" t="t" r="r" b="b"/>
              <a:pathLst>
                <a:path w="3092" h="800" extrusionOk="0">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1" name="Google Shape;9401;p74"/>
          <p:cNvGrpSpPr/>
          <p:nvPr/>
        </p:nvGrpSpPr>
        <p:grpSpPr>
          <a:xfrm>
            <a:off x="3514900" y="1489020"/>
            <a:ext cx="354145" cy="351869"/>
            <a:chOff x="3514900" y="1489020"/>
            <a:chExt cx="354145" cy="351869"/>
          </a:xfrm>
        </p:grpSpPr>
        <p:sp>
          <p:nvSpPr>
            <p:cNvPr id="9402" name="Google Shape;9402;p74"/>
            <p:cNvSpPr/>
            <p:nvPr/>
          </p:nvSpPr>
          <p:spPr>
            <a:xfrm>
              <a:off x="3514900" y="1489020"/>
              <a:ext cx="354145" cy="351869"/>
            </a:xfrm>
            <a:custGeom>
              <a:avLst/>
              <a:gdLst/>
              <a:ahLst/>
              <a:cxnLst/>
              <a:rect l="l" t="t" r="r" b="b"/>
              <a:pathLst>
                <a:path w="23653" h="23501" extrusionOk="0">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74"/>
            <p:cNvSpPr/>
            <p:nvPr/>
          </p:nvSpPr>
          <p:spPr>
            <a:xfrm>
              <a:off x="3619094" y="1759498"/>
              <a:ext cx="24570" cy="24884"/>
            </a:xfrm>
            <a:custGeom>
              <a:avLst/>
              <a:gdLst/>
              <a:ahLst/>
              <a:cxnLst/>
              <a:rect l="l" t="t" r="r" b="b"/>
              <a:pathLst>
                <a:path w="1641" h="1662" extrusionOk="0">
                  <a:moveTo>
                    <a:pt x="526" y="1"/>
                  </a:moveTo>
                  <a:lnTo>
                    <a:pt x="1"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74"/>
            <p:cNvSpPr/>
            <p:nvPr/>
          </p:nvSpPr>
          <p:spPr>
            <a:xfrm>
              <a:off x="3623181" y="1722052"/>
              <a:ext cx="41249" cy="41249"/>
            </a:xfrm>
            <a:custGeom>
              <a:avLst/>
              <a:gdLst/>
              <a:ahLst/>
              <a:cxnLst/>
              <a:rect l="l" t="t" r="r" b="b"/>
              <a:pathLst>
                <a:path w="2755" h="2755" extrusionOk="0">
                  <a:moveTo>
                    <a:pt x="526" y="0"/>
                  </a:moveTo>
                  <a:lnTo>
                    <a:pt x="1" y="526"/>
                  </a:lnTo>
                  <a:lnTo>
                    <a:pt x="2229" y="2754"/>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74"/>
            <p:cNvSpPr/>
            <p:nvPr/>
          </p:nvSpPr>
          <p:spPr>
            <a:xfrm>
              <a:off x="3560536" y="1784682"/>
              <a:ext cx="41264" cy="41579"/>
            </a:xfrm>
            <a:custGeom>
              <a:avLst/>
              <a:gdLst/>
              <a:ahLst/>
              <a:cxnLst/>
              <a:rect l="l" t="t" r="r" b="b"/>
              <a:pathLst>
                <a:path w="2756" h="2777" extrusionOk="0">
                  <a:moveTo>
                    <a:pt x="527" y="1"/>
                  </a:moveTo>
                  <a:lnTo>
                    <a:pt x="1" y="548"/>
                  </a:lnTo>
                  <a:lnTo>
                    <a:pt x="2230" y="2776"/>
                  </a:lnTo>
                  <a:lnTo>
                    <a:pt x="2755" y="2251"/>
                  </a:lnTo>
                  <a:lnTo>
                    <a:pt x="527"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74"/>
            <p:cNvSpPr/>
            <p:nvPr/>
          </p:nvSpPr>
          <p:spPr>
            <a:xfrm>
              <a:off x="3660957" y="1717635"/>
              <a:ext cx="24570" cy="24884"/>
            </a:xfrm>
            <a:custGeom>
              <a:avLst/>
              <a:gdLst/>
              <a:ahLst/>
              <a:cxnLst/>
              <a:rect l="l" t="t" r="r" b="b"/>
              <a:pathLst>
                <a:path w="1641" h="1662" extrusionOk="0">
                  <a:moveTo>
                    <a:pt x="526" y="1"/>
                  </a:moveTo>
                  <a:lnTo>
                    <a:pt x="1" y="547"/>
                  </a:lnTo>
                  <a:lnTo>
                    <a:pt x="1115" y="1662"/>
                  </a:lnTo>
                  <a:lnTo>
                    <a:pt x="1641"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74"/>
            <p:cNvSpPr/>
            <p:nvPr/>
          </p:nvSpPr>
          <p:spPr>
            <a:xfrm>
              <a:off x="3681739" y="1696868"/>
              <a:ext cx="24570" cy="24555"/>
            </a:xfrm>
            <a:custGeom>
              <a:avLst/>
              <a:gdLst/>
              <a:ahLst/>
              <a:cxnLst/>
              <a:rect l="l" t="t" r="r" b="b"/>
              <a:pathLst>
                <a:path w="1641" h="1640" extrusionOk="0">
                  <a:moveTo>
                    <a:pt x="526" y="0"/>
                  </a:moveTo>
                  <a:lnTo>
                    <a:pt x="0" y="526"/>
                  </a:lnTo>
                  <a:lnTo>
                    <a:pt x="1115" y="1640"/>
                  </a:lnTo>
                  <a:lnTo>
                    <a:pt x="1640" y="1114"/>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74"/>
            <p:cNvSpPr/>
            <p:nvPr/>
          </p:nvSpPr>
          <p:spPr>
            <a:xfrm>
              <a:off x="3686141" y="1659092"/>
              <a:ext cx="41249" cy="41564"/>
            </a:xfrm>
            <a:custGeom>
              <a:avLst/>
              <a:gdLst/>
              <a:ahLst/>
              <a:cxnLst/>
              <a:rect l="l" t="t" r="r" b="b"/>
              <a:pathLst>
                <a:path w="2755" h="2776" extrusionOk="0">
                  <a:moveTo>
                    <a:pt x="526" y="0"/>
                  </a:moveTo>
                  <a:lnTo>
                    <a:pt x="1" y="547"/>
                  </a:lnTo>
                  <a:lnTo>
                    <a:pt x="2229" y="2775"/>
                  </a:lnTo>
                  <a:lnTo>
                    <a:pt x="2755" y="2250"/>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74"/>
            <p:cNvSpPr/>
            <p:nvPr/>
          </p:nvSpPr>
          <p:spPr>
            <a:xfrm>
              <a:off x="3723602" y="1654990"/>
              <a:ext cx="24884" cy="24570"/>
            </a:xfrm>
            <a:custGeom>
              <a:avLst/>
              <a:gdLst/>
              <a:ahLst/>
              <a:cxnLst/>
              <a:rect l="l" t="t" r="r" b="b"/>
              <a:pathLst>
                <a:path w="1662" h="1641" extrusionOk="0">
                  <a:moveTo>
                    <a:pt x="526" y="1"/>
                  </a:moveTo>
                  <a:lnTo>
                    <a:pt x="1" y="526"/>
                  </a:lnTo>
                  <a:lnTo>
                    <a:pt x="1115" y="1641"/>
                  </a:lnTo>
                  <a:lnTo>
                    <a:pt x="1662"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74"/>
            <p:cNvSpPr/>
            <p:nvPr/>
          </p:nvSpPr>
          <p:spPr>
            <a:xfrm>
              <a:off x="3744698" y="1633909"/>
              <a:ext cx="24570" cy="24884"/>
            </a:xfrm>
            <a:custGeom>
              <a:avLst/>
              <a:gdLst/>
              <a:ahLst/>
              <a:cxnLst/>
              <a:rect l="l" t="t" r="r" b="b"/>
              <a:pathLst>
                <a:path w="1641" h="1662" extrusionOk="0">
                  <a:moveTo>
                    <a:pt x="526" y="0"/>
                  </a:moveTo>
                  <a:lnTo>
                    <a:pt x="0" y="547"/>
                  </a:lnTo>
                  <a:lnTo>
                    <a:pt x="1115" y="1661"/>
                  </a:lnTo>
                  <a:lnTo>
                    <a:pt x="1640"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74"/>
            <p:cNvSpPr/>
            <p:nvPr/>
          </p:nvSpPr>
          <p:spPr>
            <a:xfrm>
              <a:off x="3748786" y="1596447"/>
              <a:ext cx="41564" cy="41249"/>
            </a:xfrm>
            <a:custGeom>
              <a:avLst/>
              <a:gdLst/>
              <a:ahLst/>
              <a:cxnLst/>
              <a:rect l="l" t="t" r="r" b="b"/>
              <a:pathLst>
                <a:path w="2776" h="2755" extrusionOk="0">
                  <a:moveTo>
                    <a:pt x="526" y="0"/>
                  </a:moveTo>
                  <a:lnTo>
                    <a:pt x="1" y="526"/>
                  </a:lnTo>
                  <a:lnTo>
                    <a:pt x="2229" y="2755"/>
                  </a:lnTo>
                  <a:lnTo>
                    <a:pt x="2776"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74"/>
            <p:cNvSpPr/>
            <p:nvPr/>
          </p:nvSpPr>
          <p:spPr>
            <a:xfrm>
              <a:off x="3786561" y="1592030"/>
              <a:ext cx="24570" cy="24884"/>
            </a:xfrm>
            <a:custGeom>
              <a:avLst/>
              <a:gdLst/>
              <a:ahLst/>
              <a:cxnLst/>
              <a:rect l="l" t="t" r="r" b="b"/>
              <a:pathLst>
                <a:path w="1641" h="1662" extrusionOk="0">
                  <a:moveTo>
                    <a:pt x="526" y="1"/>
                  </a:moveTo>
                  <a:lnTo>
                    <a:pt x="0"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74"/>
            <p:cNvSpPr/>
            <p:nvPr/>
          </p:nvSpPr>
          <p:spPr>
            <a:xfrm>
              <a:off x="3807343" y="1571264"/>
              <a:ext cx="24869" cy="24570"/>
            </a:xfrm>
            <a:custGeom>
              <a:avLst/>
              <a:gdLst/>
              <a:ahLst/>
              <a:cxnLst/>
              <a:rect l="l" t="t" r="r" b="b"/>
              <a:pathLst>
                <a:path w="1661" h="1641" extrusionOk="0">
                  <a:moveTo>
                    <a:pt x="526" y="0"/>
                  </a:moveTo>
                  <a:lnTo>
                    <a:pt x="0" y="526"/>
                  </a:lnTo>
                  <a:lnTo>
                    <a:pt x="1114" y="1640"/>
                  </a:lnTo>
                  <a:lnTo>
                    <a:pt x="1661"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74"/>
            <p:cNvSpPr/>
            <p:nvPr/>
          </p:nvSpPr>
          <p:spPr>
            <a:xfrm>
              <a:off x="3811745" y="1533488"/>
              <a:ext cx="41249" cy="41564"/>
            </a:xfrm>
            <a:custGeom>
              <a:avLst/>
              <a:gdLst/>
              <a:ahLst/>
              <a:cxnLst/>
              <a:rect l="l" t="t" r="r" b="b"/>
              <a:pathLst>
                <a:path w="2755" h="2776" extrusionOk="0">
                  <a:moveTo>
                    <a:pt x="526" y="0"/>
                  </a:moveTo>
                  <a:lnTo>
                    <a:pt x="0" y="526"/>
                  </a:lnTo>
                  <a:lnTo>
                    <a:pt x="2229" y="2776"/>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74"/>
            <p:cNvSpPr/>
            <p:nvPr/>
          </p:nvSpPr>
          <p:spPr>
            <a:xfrm>
              <a:off x="3597998" y="1780594"/>
              <a:ext cx="24570" cy="24570"/>
            </a:xfrm>
            <a:custGeom>
              <a:avLst/>
              <a:gdLst/>
              <a:ahLst/>
              <a:cxnLst/>
              <a:rect l="l" t="t" r="r" b="b"/>
              <a:pathLst>
                <a:path w="1641" h="1641" extrusionOk="0">
                  <a:moveTo>
                    <a:pt x="526" y="1"/>
                  </a:moveTo>
                  <a:lnTo>
                    <a:pt x="1" y="526"/>
                  </a:lnTo>
                  <a:lnTo>
                    <a:pt x="1115" y="1640"/>
                  </a:lnTo>
                  <a:lnTo>
                    <a:pt x="1641"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74"/>
            <p:cNvSpPr/>
            <p:nvPr/>
          </p:nvSpPr>
          <p:spPr>
            <a:xfrm>
              <a:off x="3623181" y="1625090"/>
              <a:ext cx="108940" cy="108925"/>
            </a:xfrm>
            <a:custGeom>
              <a:avLst/>
              <a:gdLst/>
              <a:ahLst/>
              <a:cxnLst/>
              <a:rect l="l" t="t" r="r" b="b"/>
              <a:pathLst>
                <a:path w="7276" h="7275" extrusionOk="0">
                  <a:moveTo>
                    <a:pt x="3070" y="1"/>
                  </a:moveTo>
                  <a:lnTo>
                    <a:pt x="1" y="3049"/>
                  </a:lnTo>
                  <a:lnTo>
                    <a:pt x="4206" y="7275"/>
                  </a:lnTo>
                  <a:lnTo>
                    <a:pt x="7275" y="4205"/>
                  </a:lnTo>
                  <a:lnTo>
                    <a:pt x="3070" y="1"/>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7" name="Google Shape;9417;p74"/>
            <p:cNvSpPr/>
            <p:nvPr/>
          </p:nvSpPr>
          <p:spPr>
            <a:xfrm>
              <a:off x="3517416" y="1493826"/>
              <a:ext cx="316698" cy="313225"/>
            </a:xfrm>
            <a:custGeom>
              <a:avLst/>
              <a:gdLst/>
              <a:ahLst/>
              <a:cxnLst/>
              <a:rect l="l" t="t" r="r" b="b"/>
              <a:pathLst>
                <a:path w="21152" h="20920" extrusionOk="0">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8" name="Google Shape;9418;p74"/>
            <p:cNvSpPr/>
            <p:nvPr/>
          </p:nvSpPr>
          <p:spPr>
            <a:xfrm>
              <a:off x="3788133" y="1761399"/>
              <a:ext cx="73230" cy="72287"/>
            </a:xfrm>
            <a:custGeom>
              <a:avLst/>
              <a:gdLst/>
              <a:ahLst/>
              <a:cxnLst/>
              <a:rect l="l" t="t" r="r" b="b"/>
              <a:pathLst>
                <a:path w="4891" h="4828" extrusionOk="0">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74"/>
            <p:cNvSpPr/>
            <p:nvPr/>
          </p:nvSpPr>
          <p:spPr>
            <a:xfrm>
              <a:off x="3822136" y="1761399"/>
              <a:ext cx="39198" cy="72407"/>
            </a:xfrm>
            <a:custGeom>
              <a:avLst/>
              <a:gdLst/>
              <a:ahLst/>
              <a:cxnLst/>
              <a:rect l="l" t="t" r="r" b="b"/>
              <a:pathLst>
                <a:path w="2618" h="4836" extrusionOk="0">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74"/>
            <p:cNvSpPr/>
            <p:nvPr/>
          </p:nvSpPr>
          <p:spPr>
            <a:xfrm>
              <a:off x="3541656" y="1493781"/>
              <a:ext cx="292458" cy="313270"/>
            </a:xfrm>
            <a:custGeom>
              <a:avLst/>
              <a:gdLst/>
              <a:ahLst/>
              <a:cxnLst/>
              <a:rect l="l" t="t" r="r" b="b"/>
              <a:pathLst>
                <a:path w="19533" h="20923" extrusionOk="0">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74"/>
            <p:cNvSpPr/>
            <p:nvPr/>
          </p:nvSpPr>
          <p:spPr>
            <a:xfrm>
              <a:off x="3834728" y="1807979"/>
              <a:ext cx="26636" cy="25708"/>
            </a:xfrm>
            <a:custGeom>
              <a:avLst/>
              <a:gdLst/>
              <a:ahLst/>
              <a:cxnLst/>
              <a:rect l="l" t="t" r="r" b="b"/>
              <a:pathLst>
                <a:path w="1779" h="1717" extrusionOk="0">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74"/>
            <p:cNvSpPr/>
            <p:nvPr/>
          </p:nvSpPr>
          <p:spPr>
            <a:xfrm>
              <a:off x="3552047" y="1524984"/>
              <a:ext cx="68320" cy="68334"/>
            </a:xfrm>
            <a:custGeom>
              <a:avLst/>
              <a:gdLst/>
              <a:ahLst/>
              <a:cxnLst/>
              <a:rect l="l" t="t" r="r" b="b"/>
              <a:pathLst>
                <a:path w="4563" h="4564" extrusionOk="0">
                  <a:moveTo>
                    <a:pt x="3049" y="1"/>
                  </a:moveTo>
                  <a:lnTo>
                    <a:pt x="0" y="3070"/>
                  </a:lnTo>
                  <a:lnTo>
                    <a:pt x="1493" y="4563"/>
                  </a:lnTo>
                  <a:lnTo>
                    <a:pt x="4563" y="1494"/>
                  </a:lnTo>
                  <a:lnTo>
                    <a:pt x="3049"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74"/>
            <p:cNvSpPr/>
            <p:nvPr/>
          </p:nvSpPr>
          <p:spPr>
            <a:xfrm>
              <a:off x="3593281" y="1566218"/>
              <a:ext cx="221623" cy="221952"/>
            </a:xfrm>
            <a:custGeom>
              <a:avLst/>
              <a:gdLst/>
              <a:ahLst/>
              <a:cxnLst/>
              <a:rect l="l" t="t" r="r" b="b"/>
              <a:pathLst>
                <a:path w="14802" h="14824" extrusionOk="0">
                  <a:moveTo>
                    <a:pt x="526" y="1"/>
                  </a:moveTo>
                  <a:lnTo>
                    <a:pt x="1" y="548"/>
                  </a:lnTo>
                  <a:lnTo>
                    <a:pt x="14276" y="14823"/>
                  </a:lnTo>
                  <a:lnTo>
                    <a:pt x="14802" y="14298"/>
                  </a:lnTo>
                  <a:lnTo>
                    <a:pt x="526"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4" name="Google Shape;9424;p74"/>
          <p:cNvGrpSpPr/>
          <p:nvPr/>
        </p:nvGrpSpPr>
        <p:grpSpPr>
          <a:xfrm>
            <a:off x="3066324" y="3350446"/>
            <a:ext cx="346598" cy="333183"/>
            <a:chOff x="3066324" y="3350446"/>
            <a:chExt cx="346598" cy="333183"/>
          </a:xfrm>
        </p:grpSpPr>
        <p:sp>
          <p:nvSpPr>
            <p:cNvPr id="9425" name="Google Shape;9425;p74"/>
            <p:cNvSpPr/>
            <p:nvPr/>
          </p:nvSpPr>
          <p:spPr>
            <a:xfrm>
              <a:off x="3077658" y="3672759"/>
              <a:ext cx="297174" cy="10735"/>
            </a:xfrm>
            <a:custGeom>
              <a:avLst/>
              <a:gdLst/>
              <a:ahLst/>
              <a:cxnLst/>
              <a:rect l="l" t="t" r="r" b="b"/>
              <a:pathLst>
                <a:path w="19848" h="717" extrusionOk="0">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74"/>
            <p:cNvSpPr/>
            <p:nvPr/>
          </p:nvSpPr>
          <p:spPr>
            <a:xfrm>
              <a:off x="3066324" y="3350446"/>
              <a:ext cx="346598" cy="333183"/>
            </a:xfrm>
            <a:custGeom>
              <a:avLst/>
              <a:gdLst/>
              <a:ahLst/>
              <a:cxnLst/>
              <a:rect l="l" t="t" r="r" b="b"/>
              <a:pathLst>
                <a:path w="23149" h="22253" extrusionOk="0">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74"/>
            <p:cNvSpPr/>
            <p:nvPr/>
          </p:nvSpPr>
          <p:spPr>
            <a:xfrm>
              <a:off x="3079545" y="3516970"/>
              <a:ext cx="333378" cy="166524"/>
            </a:xfrm>
            <a:custGeom>
              <a:avLst/>
              <a:gdLst/>
              <a:ahLst/>
              <a:cxnLst/>
              <a:rect l="l" t="t" r="r" b="b"/>
              <a:pathLst>
                <a:path w="22266" h="11122" extrusionOk="0">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74"/>
            <p:cNvSpPr/>
            <p:nvPr/>
          </p:nvSpPr>
          <p:spPr>
            <a:xfrm>
              <a:off x="3079545" y="3371841"/>
              <a:ext cx="333378" cy="145143"/>
            </a:xfrm>
            <a:custGeom>
              <a:avLst/>
              <a:gdLst/>
              <a:ahLst/>
              <a:cxnLst/>
              <a:rect l="l" t="t" r="r" b="b"/>
              <a:pathLst>
                <a:path w="22266" h="9694" extrusionOk="0">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74"/>
            <p:cNvSpPr/>
            <p:nvPr/>
          </p:nvSpPr>
          <p:spPr>
            <a:xfrm>
              <a:off x="3188784" y="3371841"/>
              <a:ext cx="224138" cy="145143"/>
            </a:xfrm>
            <a:custGeom>
              <a:avLst/>
              <a:gdLst/>
              <a:ahLst/>
              <a:cxnLst/>
              <a:rect l="l" t="t" r="r" b="b"/>
              <a:pathLst>
                <a:path w="14970" h="9694" extrusionOk="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74"/>
            <p:cNvSpPr/>
            <p:nvPr/>
          </p:nvSpPr>
          <p:spPr>
            <a:xfrm>
              <a:off x="3079545" y="3516970"/>
              <a:ext cx="333378" cy="144814"/>
            </a:xfrm>
            <a:custGeom>
              <a:avLst/>
              <a:gdLst/>
              <a:ahLst/>
              <a:cxnLst/>
              <a:rect l="l" t="t" r="r" b="b"/>
              <a:pathLst>
                <a:path w="22266" h="9672" extrusionOk="0">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74"/>
            <p:cNvSpPr/>
            <p:nvPr/>
          </p:nvSpPr>
          <p:spPr>
            <a:xfrm>
              <a:off x="3079545" y="3516970"/>
              <a:ext cx="181018" cy="136938"/>
            </a:xfrm>
            <a:custGeom>
              <a:avLst/>
              <a:gdLst/>
              <a:ahLst/>
              <a:cxnLst/>
              <a:rect l="l" t="t" r="r" b="b"/>
              <a:pathLst>
                <a:path w="12090" h="9146" extrusionOk="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74"/>
            <p:cNvSpPr/>
            <p:nvPr/>
          </p:nvSpPr>
          <p:spPr>
            <a:xfrm>
              <a:off x="3079545" y="3430084"/>
              <a:ext cx="333378" cy="173771"/>
            </a:xfrm>
            <a:custGeom>
              <a:avLst/>
              <a:gdLst/>
              <a:ahLst/>
              <a:cxnLst/>
              <a:rect l="l" t="t" r="r" b="b"/>
              <a:pathLst>
                <a:path w="22266" h="11606" extrusionOk="0">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74"/>
            <p:cNvSpPr/>
            <p:nvPr/>
          </p:nvSpPr>
          <p:spPr>
            <a:xfrm>
              <a:off x="3079545" y="3444563"/>
              <a:ext cx="333378" cy="144814"/>
            </a:xfrm>
            <a:custGeom>
              <a:avLst/>
              <a:gdLst/>
              <a:ahLst/>
              <a:cxnLst/>
              <a:rect l="l" t="t" r="r" b="b"/>
              <a:pathLst>
                <a:path w="22266" h="9672" extrusionOk="0">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74"/>
            <p:cNvSpPr/>
            <p:nvPr/>
          </p:nvSpPr>
          <p:spPr>
            <a:xfrm>
              <a:off x="3079545" y="3444563"/>
              <a:ext cx="186692" cy="144814"/>
            </a:xfrm>
            <a:custGeom>
              <a:avLst/>
              <a:gdLst/>
              <a:ahLst/>
              <a:cxnLst/>
              <a:rect l="l" t="t" r="r" b="b"/>
              <a:pathLst>
                <a:path w="12469" h="9672" extrusionOk="0">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5" name="Google Shape;9435;p74"/>
          <p:cNvGrpSpPr/>
          <p:nvPr/>
        </p:nvGrpSpPr>
        <p:grpSpPr>
          <a:xfrm>
            <a:off x="1282755" y="1952089"/>
            <a:ext cx="363278" cy="363338"/>
            <a:chOff x="1282755" y="1952089"/>
            <a:chExt cx="363278" cy="363338"/>
          </a:xfrm>
        </p:grpSpPr>
        <p:sp>
          <p:nvSpPr>
            <p:cNvPr id="9436" name="Google Shape;9436;p74"/>
            <p:cNvSpPr/>
            <p:nvPr/>
          </p:nvSpPr>
          <p:spPr>
            <a:xfrm>
              <a:off x="1282755" y="1952089"/>
              <a:ext cx="359924" cy="363338"/>
            </a:xfrm>
            <a:custGeom>
              <a:avLst/>
              <a:gdLst/>
              <a:ahLst/>
              <a:cxnLst/>
              <a:rect l="l" t="t" r="r" b="b"/>
              <a:pathLst>
                <a:path w="24039" h="24267" extrusionOk="0">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74"/>
            <p:cNvSpPr/>
            <p:nvPr/>
          </p:nvSpPr>
          <p:spPr>
            <a:xfrm>
              <a:off x="1437900" y="2104404"/>
              <a:ext cx="61118" cy="57644"/>
            </a:xfrm>
            <a:custGeom>
              <a:avLst/>
              <a:gdLst/>
              <a:ahLst/>
              <a:cxnLst/>
              <a:rect l="l" t="t" r="r" b="b"/>
              <a:pathLst>
                <a:path w="4082" h="3850" extrusionOk="0">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74"/>
            <p:cNvSpPr/>
            <p:nvPr/>
          </p:nvSpPr>
          <p:spPr>
            <a:xfrm>
              <a:off x="1286214" y="2015019"/>
              <a:ext cx="61148" cy="47313"/>
            </a:xfrm>
            <a:custGeom>
              <a:avLst/>
              <a:gdLst/>
              <a:ahLst/>
              <a:cxnLst/>
              <a:rect l="l" t="t" r="r" b="b"/>
              <a:pathLst>
                <a:path w="4084" h="3160" extrusionOk="0">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74"/>
            <p:cNvSpPr/>
            <p:nvPr/>
          </p:nvSpPr>
          <p:spPr>
            <a:xfrm>
              <a:off x="1595396" y="2201696"/>
              <a:ext cx="50637" cy="47253"/>
            </a:xfrm>
            <a:custGeom>
              <a:avLst/>
              <a:gdLst/>
              <a:ahLst/>
              <a:cxnLst/>
              <a:rect l="l" t="t" r="r" b="b"/>
              <a:pathLst>
                <a:path w="3382" h="3156" extrusionOk="0">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0" name="Google Shape;9440;p74"/>
            <p:cNvSpPr/>
            <p:nvPr/>
          </p:nvSpPr>
          <p:spPr>
            <a:xfrm>
              <a:off x="1452034" y="2121653"/>
              <a:ext cx="46984" cy="40276"/>
            </a:xfrm>
            <a:custGeom>
              <a:avLst/>
              <a:gdLst/>
              <a:ahLst/>
              <a:cxnLst/>
              <a:rect l="l" t="t" r="r" b="b"/>
              <a:pathLst>
                <a:path w="3138" h="2690" extrusionOk="0">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74"/>
            <p:cNvSpPr/>
            <p:nvPr/>
          </p:nvSpPr>
          <p:spPr>
            <a:xfrm>
              <a:off x="1307445" y="2032701"/>
              <a:ext cx="33868" cy="29631"/>
            </a:xfrm>
            <a:custGeom>
              <a:avLst/>
              <a:gdLst/>
              <a:ahLst/>
              <a:cxnLst/>
              <a:rect l="l" t="t" r="r" b="b"/>
              <a:pathLst>
                <a:path w="2262" h="1979" extrusionOk="0">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74"/>
            <p:cNvSpPr/>
            <p:nvPr/>
          </p:nvSpPr>
          <p:spPr>
            <a:xfrm>
              <a:off x="1612464" y="2219064"/>
              <a:ext cx="33568" cy="29750"/>
            </a:xfrm>
            <a:custGeom>
              <a:avLst/>
              <a:gdLst/>
              <a:ahLst/>
              <a:cxnLst/>
              <a:rect l="l" t="t" r="r" b="b"/>
              <a:pathLst>
                <a:path w="2242" h="1987" extrusionOk="0">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3" name="Google Shape;9443;p74"/>
          <p:cNvGrpSpPr/>
          <p:nvPr/>
        </p:nvGrpSpPr>
        <p:grpSpPr>
          <a:xfrm>
            <a:off x="3510094" y="2909281"/>
            <a:ext cx="355133" cy="343574"/>
            <a:chOff x="3510094" y="2909281"/>
            <a:chExt cx="355133" cy="343574"/>
          </a:xfrm>
        </p:grpSpPr>
        <p:sp>
          <p:nvSpPr>
            <p:cNvPr id="9444" name="Google Shape;9444;p74"/>
            <p:cNvSpPr/>
            <p:nvPr/>
          </p:nvSpPr>
          <p:spPr>
            <a:xfrm>
              <a:off x="3583205" y="3134527"/>
              <a:ext cx="50652" cy="47523"/>
            </a:xfrm>
            <a:custGeom>
              <a:avLst/>
              <a:gdLst/>
              <a:ahLst/>
              <a:cxnLst/>
              <a:rect l="l" t="t" r="r" b="b"/>
              <a:pathLst>
                <a:path w="3383" h="3174" extrusionOk="0">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74"/>
            <p:cNvSpPr/>
            <p:nvPr/>
          </p:nvSpPr>
          <p:spPr>
            <a:xfrm>
              <a:off x="3655746" y="2909281"/>
              <a:ext cx="209480" cy="192127"/>
            </a:xfrm>
            <a:custGeom>
              <a:avLst/>
              <a:gdLst/>
              <a:ahLst/>
              <a:cxnLst/>
              <a:rect l="l" t="t" r="r" b="b"/>
              <a:pathLst>
                <a:path w="13991" h="12832" extrusionOk="0">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74"/>
            <p:cNvSpPr/>
            <p:nvPr/>
          </p:nvSpPr>
          <p:spPr>
            <a:xfrm>
              <a:off x="3673863" y="2923430"/>
              <a:ext cx="184806" cy="179550"/>
            </a:xfrm>
            <a:custGeom>
              <a:avLst/>
              <a:gdLst/>
              <a:ahLst/>
              <a:cxnLst/>
              <a:rect l="l" t="t" r="r" b="b"/>
              <a:pathLst>
                <a:path w="12343" h="11992" extrusionOk="0">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74"/>
            <p:cNvSpPr/>
            <p:nvPr/>
          </p:nvSpPr>
          <p:spPr>
            <a:xfrm>
              <a:off x="3541970" y="3007531"/>
              <a:ext cx="218793" cy="216383"/>
            </a:xfrm>
            <a:custGeom>
              <a:avLst/>
              <a:gdLst/>
              <a:ahLst/>
              <a:cxnLst/>
              <a:rect l="l" t="t" r="r" b="b"/>
              <a:pathLst>
                <a:path w="14613" h="14452" extrusionOk="0">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74"/>
            <p:cNvSpPr/>
            <p:nvPr/>
          </p:nvSpPr>
          <p:spPr>
            <a:xfrm>
              <a:off x="3562123" y="3027504"/>
              <a:ext cx="198640" cy="196409"/>
            </a:xfrm>
            <a:custGeom>
              <a:avLst/>
              <a:gdLst/>
              <a:ahLst/>
              <a:cxnLst/>
              <a:rect l="l" t="t" r="r" b="b"/>
              <a:pathLst>
                <a:path w="13267" h="13118" extrusionOk="0">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74"/>
            <p:cNvSpPr/>
            <p:nvPr/>
          </p:nvSpPr>
          <p:spPr>
            <a:xfrm>
              <a:off x="3516562" y="3033523"/>
              <a:ext cx="217446" cy="210304"/>
            </a:xfrm>
            <a:custGeom>
              <a:avLst/>
              <a:gdLst/>
              <a:ahLst/>
              <a:cxnLst/>
              <a:rect l="l" t="t" r="r" b="b"/>
              <a:pathLst>
                <a:path w="14523" h="14046" extrusionOk="0">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74"/>
            <p:cNvSpPr/>
            <p:nvPr/>
          </p:nvSpPr>
          <p:spPr>
            <a:xfrm>
              <a:off x="3524033" y="3056041"/>
              <a:ext cx="202413" cy="188100"/>
            </a:xfrm>
            <a:custGeom>
              <a:avLst/>
              <a:gdLst/>
              <a:ahLst/>
              <a:cxnLst/>
              <a:rect l="l" t="t" r="r" b="b"/>
              <a:pathLst>
                <a:path w="13519" h="12563" extrusionOk="0">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74"/>
            <p:cNvSpPr/>
            <p:nvPr/>
          </p:nvSpPr>
          <p:spPr>
            <a:xfrm>
              <a:off x="3556389" y="3171360"/>
              <a:ext cx="39108" cy="35620"/>
            </a:xfrm>
            <a:custGeom>
              <a:avLst/>
              <a:gdLst/>
              <a:ahLst/>
              <a:cxnLst/>
              <a:rect l="l" t="t" r="r" b="b"/>
              <a:pathLst>
                <a:path w="2612" h="2379" extrusionOk="0">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74"/>
            <p:cNvSpPr/>
            <p:nvPr/>
          </p:nvSpPr>
          <p:spPr>
            <a:xfrm>
              <a:off x="3573413" y="3180268"/>
              <a:ext cx="22084" cy="21920"/>
            </a:xfrm>
            <a:custGeom>
              <a:avLst/>
              <a:gdLst/>
              <a:ahLst/>
              <a:cxnLst/>
              <a:rect l="l" t="t" r="r" b="b"/>
              <a:pathLst>
                <a:path w="1475" h="1464" extrusionOk="0">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74"/>
            <p:cNvSpPr/>
            <p:nvPr/>
          </p:nvSpPr>
          <p:spPr>
            <a:xfrm>
              <a:off x="3510094" y="2969111"/>
              <a:ext cx="174534" cy="41549"/>
            </a:xfrm>
            <a:custGeom>
              <a:avLst/>
              <a:gdLst/>
              <a:ahLst/>
              <a:cxnLst/>
              <a:rect l="l" t="t" r="r" b="b"/>
              <a:pathLst>
                <a:path w="11657" h="2775" extrusionOk="0">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74"/>
            <p:cNvSpPr/>
            <p:nvPr/>
          </p:nvSpPr>
          <p:spPr>
            <a:xfrm>
              <a:off x="3529948" y="2930572"/>
              <a:ext cx="133270" cy="33928"/>
            </a:xfrm>
            <a:custGeom>
              <a:avLst/>
              <a:gdLst/>
              <a:ahLst/>
              <a:cxnLst/>
              <a:rect l="l" t="t" r="r" b="b"/>
              <a:pathLst>
                <a:path w="8901" h="2266" extrusionOk="0">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74"/>
            <p:cNvSpPr/>
            <p:nvPr/>
          </p:nvSpPr>
          <p:spPr>
            <a:xfrm>
              <a:off x="3753292" y="3083980"/>
              <a:ext cx="52793" cy="168875"/>
            </a:xfrm>
            <a:custGeom>
              <a:avLst/>
              <a:gdLst/>
              <a:ahLst/>
              <a:cxnLst/>
              <a:rect l="l" t="t" r="r" b="b"/>
              <a:pathLst>
                <a:path w="3526" h="11279" extrusionOk="0">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74"/>
            <p:cNvSpPr/>
            <p:nvPr/>
          </p:nvSpPr>
          <p:spPr>
            <a:xfrm>
              <a:off x="3799243" y="3105481"/>
              <a:ext cx="43046" cy="127700"/>
            </a:xfrm>
            <a:custGeom>
              <a:avLst/>
              <a:gdLst/>
              <a:ahLst/>
              <a:cxnLst/>
              <a:rect l="l" t="t" r="r" b="b"/>
              <a:pathLst>
                <a:path w="2875" h="8529" extrusionOk="0">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57" name="Google Shape;9457;p74"/>
          <p:cNvSpPr/>
          <p:nvPr/>
        </p:nvSpPr>
        <p:spPr>
          <a:xfrm>
            <a:off x="2513884" y="1812081"/>
            <a:ext cx="32745" cy="26456"/>
          </a:xfrm>
          <a:custGeom>
            <a:avLst/>
            <a:gdLst/>
            <a:ahLst/>
            <a:cxnLst/>
            <a:rect l="l" t="t" r="r" b="b"/>
            <a:pathLst>
              <a:path w="2187" h="1767" extrusionOk="0">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58" name="Google Shape;9458;p74"/>
          <p:cNvGrpSpPr/>
          <p:nvPr/>
        </p:nvGrpSpPr>
        <p:grpSpPr>
          <a:xfrm>
            <a:off x="2163842" y="1506972"/>
            <a:ext cx="382787" cy="331566"/>
            <a:chOff x="2163842" y="1506972"/>
            <a:chExt cx="382787" cy="331566"/>
          </a:xfrm>
        </p:grpSpPr>
        <p:sp>
          <p:nvSpPr>
            <p:cNvPr id="9459" name="Google Shape;9459;p74"/>
            <p:cNvSpPr/>
            <p:nvPr/>
          </p:nvSpPr>
          <p:spPr>
            <a:xfrm>
              <a:off x="2247253" y="1506972"/>
              <a:ext cx="214152" cy="101768"/>
            </a:xfrm>
            <a:custGeom>
              <a:avLst/>
              <a:gdLst/>
              <a:ahLst/>
              <a:cxnLst/>
              <a:rect l="l" t="t" r="r" b="b"/>
              <a:pathLst>
                <a:path w="14303" h="6797" extrusionOk="0">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74"/>
            <p:cNvSpPr/>
            <p:nvPr/>
          </p:nvSpPr>
          <p:spPr>
            <a:xfrm>
              <a:off x="2163842" y="1812081"/>
              <a:ext cx="382787" cy="26456"/>
            </a:xfrm>
            <a:custGeom>
              <a:avLst/>
              <a:gdLst/>
              <a:ahLst/>
              <a:cxnLst/>
              <a:rect l="l" t="t" r="r" b="b"/>
              <a:pathLst>
                <a:path w="25566" h="1767" extrusionOk="0">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74"/>
            <p:cNvSpPr/>
            <p:nvPr/>
          </p:nvSpPr>
          <p:spPr>
            <a:xfrm>
              <a:off x="2178634" y="1592030"/>
              <a:ext cx="353201" cy="220066"/>
            </a:xfrm>
            <a:custGeom>
              <a:avLst/>
              <a:gdLst/>
              <a:ahLst/>
              <a:cxnLst/>
              <a:rect l="l" t="t" r="r" b="b"/>
              <a:pathLst>
                <a:path w="23590" h="14698" extrusionOk="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74"/>
            <p:cNvSpPr/>
            <p:nvPr/>
          </p:nvSpPr>
          <p:spPr>
            <a:xfrm>
              <a:off x="2178634" y="1592030"/>
              <a:ext cx="353201" cy="220066"/>
            </a:xfrm>
            <a:custGeom>
              <a:avLst/>
              <a:gdLst/>
              <a:ahLst/>
              <a:cxnLst/>
              <a:rect l="l" t="t" r="r" b="b"/>
              <a:pathLst>
                <a:path w="23590" h="14698" extrusionOk="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74"/>
            <p:cNvSpPr/>
            <p:nvPr/>
          </p:nvSpPr>
          <p:spPr>
            <a:xfrm>
              <a:off x="2201602" y="1615013"/>
              <a:ext cx="307251" cy="174100"/>
            </a:xfrm>
            <a:custGeom>
              <a:avLst/>
              <a:gdLst/>
              <a:ahLst/>
              <a:cxnLst/>
              <a:rect l="l" t="t" r="r" b="b"/>
              <a:pathLst>
                <a:path w="20521" h="11628" extrusionOk="0">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74"/>
            <p:cNvSpPr/>
            <p:nvPr/>
          </p:nvSpPr>
          <p:spPr>
            <a:xfrm>
              <a:off x="2201932" y="1615013"/>
              <a:ext cx="306921" cy="173786"/>
            </a:xfrm>
            <a:custGeom>
              <a:avLst/>
              <a:gdLst/>
              <a:ahLst/>
              <a:cxnLst/>
              <a:rect l="l" t="t" r="r" b="b"/>
              <a:pathLst>
                <a:path w="20499" h="11607" extrusionOk="0">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5" name="Google Shape;9465;p74"/>
            <p:cNvSpPr/>
            <p:nvPr/>
          </p:nvSpPr>
          <p:spPr>
            <a:xfrm>
              <a:off x="2254500" y="1777450"/>
              <a:ext cx="76824" cy="34646"/>
            </a:xfrm>
            <a:custGeom>
              <a:avLst/>
              <a:gdLst/>
              <a:ahLst/>
              <a:cxnLst/>
              <a:rect l="l" t="t" r="r" b="b"/>
              <a:pathLst>
                <a:path w="5131" h="2314" extrusionOk="0">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74"/>
            <p:cNvSpPr/>
            <p:nvPr/>
          </p:nvSpPr>
          <p:spPr>
            <a:xfrm>
              <a:off x="2300765" y="1777450"/>
              <a:ext cx="30873" cy="34646"/>
            </a:xfrm>
            <a:custGeom>
              <a:avLst/>
              <a:gdLst/>
              <a:ahLst/>
              <a:cxnLst/>
              <a:rect l="l" t="t" r="r" b="b"/>
              <a:pathLst>
                <a:path w="2062" h="2314" extrusionOk="0">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7" name="Google Shape;9467;p74"/>
          <p:cNvGrpSpPr/>
          <p:nvPr/>
        </p:nvGrpSpPr>
        <p:grpSpPr>
          <a:xfrm>
            <a:off x="1738877" y="3349652"/>
            <a:ext cx="357918" cy="350536"/>
            <a:chOff x="1738877" y="3349652"/>
            <a:chExt cx="357918" cy="350536"/>
          </a:xfrm>
        </p:grpSpPr>
        <p:sp>
          <p:nvSpPr>
            <p:cNvPr id="9468" name="Google Shape;9468;p74"/>
            <p:cNvSpPr/>
            <p:nvPr/>
          </p:nvSpPr>
          <p:spPr>
            <a:xfrm>
              <a:off x="1814114" y="3407461"/>
              <a:ext cx="154516" cy="282965"/>
            </a:xfrm>
            <a:custGeom>
              <a:avLst/>
              <a:gdLst/>
              <a:ahLst/>
              <a:cxnLst/>
              <a:rect l="l" t="t" r="r" b="b"/>
              <a:pathLst>
                <a:path w="10320" h="18899" extrusionOk="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74"/>
            <p:cNvSpPr/>
            <p:nvPr/>
          </p:nvSpPr>
          <p:spPr>
            <a:xfrm>
              <a:off x="1813800" y="3521057"/>
              <a:ext cx="47538" cy="80402"/>
            </a:xfrm>
            <a:custGeom>
              <a:avLst/>
              <a:gdLst/>
              <a:ahLst/>
              <a:cxnLst/>
              <a:rect l="l" t="t" r="r" b="b"/>
              <a:pathLst>
                <a:path w="3175" h="5370" extrusionOk="0">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74"/>
            <p:cNvSpPr/>
            <p:nvPr/>
          </p:nvSpPr>
          <p:spPr>
            <a:xfrm>
              <a:off x="1900041" y="3407506"/>
              <a:ext cx="61402" cy="56896"/>
            </a:xfrm>
            <a:custGeom>
              <a:avLst/>
              <a:gdLst/>
              <a:ahLst/>
              <a:cxnLst/>
              <a:rect l="l" t="t" r="r" b="b"/>
              <a:pathLst>
                <a:path w="4101" h="3800" extrusionOk="0">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74"/>
            <p:cNvSpPr/>
            <p:nvPr/>
          </p:nvSpPr>
          <p:spPr>
            <a:xfrm>
              <a:off x="1738877" y="3658310"/>
              <a:ext cx="215320" cy="41878"/>
            </a:xfrm>
            <a:custGeom>
              <a:avLst/>
              <a:gdLst/>
              <a:ahLst/>
              <a:cxnLst/>
              <a:rect l="l" t="t" r="r" b="b"/>
              <a:pathLst>
                <a:path w="14381" h="2797" extrusionOk="0">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74"/>
            <p:cNvSpPr/>
            <p:nvPr/>
          </p:nvSpPr>
          <p:spPr>
            <a:xfrm>
              <a:off x="1901928" y="3658310"/>
              <a:ext cx="52269" cy="41878"/>
            </a:xfrm>
            <a:custGeom>
              <a:avLst/>
              <a:gdLst/>
              <a:ahLst/>
              <a:cxnLst/>
              <a:rect l="l" t="t" r="r" b="b"/>
              <a:pathLst>
                <a:path w="3491" h="2797" extrusionOk="0">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74"/>
            <p:cNvSpPr/>
            <p:nvPr/>
          </p:nvSpPr>
          <p:spPr>
            <a:xfrm>
              <a:off x="1781369" y="3503749"/>
              <a:ext cx="93818" cy="80402"/>
            </a:xfrm>
            <a:custGeom>
              <a:avLst/>
              <a:gdLst/>
              <a:ahLst/>
              <a:cxnLst/>
              <a:rect l="l" t="t" r="r" b="b"/>
              <a:pathLst>
                <a:path w="6266" h="5370" extrusionOk="0">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74"/>
            <p:cNvSpPr/>
            <p:nvPr/>
          </p:nvSpPr>
          <p:spPr>
            <a:xfrm>
              <a:off x="1829221" y="3503749"/>
              <a:ext cx="45966" cy="80283"/>
            </a:xfrm>
            <a:custGeom>
              <a:avLst/>
              <a:gdLst/>
              <a:ahLst/>
              <a:cxnLst/>
              <a:rect l="l" t="t" r="r" b="b"/>
              <a:pathLst>
                <a:path w="3070" h="5362" extrusionOk="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74"/>
            <p:cNvSpPr/>
            <p:nvPr/>
          </p:nvSpPr>
          <p:spPr>
            <a:xfrm>
              <a:off x="1813800" y="3528289"/>
              <a:ext cx="36832" cy="31337"/>
            </a:xfrm>
            <a:custGeom>
              <a:avLst/>
              <a:gdLst/>
              <a:ahLst/>
              <a:cxnLst/>
              <a:rect l="l" t="t" r="r" b="b"/>
              <a:pathLst>
                <a:path w="2460" h="2093" extrusionOk="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74"/>
            <p:cNvSpPr/>
            <p:nvPr/>
          </p:nvSpPr>
          <p:spPr>
            <a:xfrm>
              <a:off x="1881475" y="3351479"/>
              <a:ext cx="95075" cy="97186"/>
            </a:xfrm>
            <a:custGeom>
              <a:avLst/>
              <a:gdLst/>
              <a:ahLst/>
              <a:cxnLst/>
              <a:rect l="l" t="t" r="r" b="b"/>
              <a:pathLst>
                <a:path w="6350" h="6491" extrusionOk="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74"/>
            <p:cNvSpPr/>
            <p:nvPr/>
          </p:nvSpPr>
          <p:spPr>
            <a:xfrm>
              <a:off x="1914834" y="3370584"/>
              <a:ext cx="61717" cy="78082"/>
            </a:xfrm>
            <a:custGeom>
              <a:avLst/>
              <a:gdLst/>
              <a:ahLst/>
              <a:cxnLst/>
              <a:rect l="l" t="t" r="r" b="b"/>
              <a:pathLst>
                <a:path w="4122" h="5215" extrusionOk="0">
                  <a:moveTo>
                    <a:pt x="2755" y="1"/>
                  </a:moveTo>
                  <a:lnTo>
                    <a:pt x="1" y="4374"/>
                  </a:lnTo>
                  <a:lnTo>
                    <a:pt x="1346" y="5215"/>
                  </a:lnTo>
                  <a:lnTo>
                    <a:pt x="4122" y="821"/>
                  </a:lnTo>
                  <a:lnTo>
                    <a:pt x="2818"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74"/>
            <p:cNvSpPr/>
            <p:nvPr/>
          </p:nvSpPr>
          <p:spPr>
            <a:xfrm>
              <a:off x="1934987" y="3382861"/>
              <a:ext cx="140412" cy="147255"/>
            </a:xfrm>
            <a:custGeom>
              <a:avLst/>
              <a:gdLst/>
              <a:ahLst/>
              <a:cxnLst/>
              <a:rect l="l" t="t" r="r" b="b"/>
              <a:pathLst>
                <a:path w="9378" h="9835" extrusionOk="0">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74"/>
            <p:cNvSpPr/>
            <p:nvPr/>
          </p:nvSpPr>
          <p:spPr>
            <a:xfrm>
              <a:off x="1974020" y="3389165"/>
              <a:ext cx="101379" cy="140801"/>
            </a:xfrm>
            <a:custGeom>
              <a:avLst/>
              <a:gdLst/>
              <a:ahLst/>
              <a:cxnLst/>
              <a:rect l="l" t="t" r="r" b="b"/>
              <a:pathLst>
                <a:path w="6771" h="9404" extrusionOk="0">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74"/>
            <p:cNvSpPr/>
            <p:nvPr/>
          </p:nvSpPr>
          <p:spPr>
            <a:xfrm>
              <a:off x="2010538" y="3427884"/>
              <a:ext cx="86257" cy="88937"/>
            </a:xfrm>
            <a:custGeom>
              <a:avLst/>
              <a:gdLst/>
              <a:ahLst/>
              <a:cxnLst/>
              <a:rect l="l" t="t" r="r" b="b"/>
              <a:pathLst>
                <a:path w="5761" h="5940" extrusionOk="0">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74"/>
            <p:cNvSpPr/>
            <p:nvPr/>
          </p:nvSpPr>
          <p:spPr>
            <a:xfrm>
              <a:off x="2020929" y="3432600"/>
              <a:ext cx="75866" cy="84370"/>
            </a:xfrm>
            <a:custGeom>
              <a:avLst/>
              <a:gdLst/>
              <a:ahLst/>
              <a:cxnLst/>
              <a:rect l="l" t="t" r="r" b="b"/>
              <a:pathLst>
                <a:path w="5067" h="5635" extrusionOk="0">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74"/>
            <p:cNvSpPr/>
            <p:nvPr/>
          </p:nvSpPr>
          <p:spPr>
            <a:xfrm>
              <a:off x="1861322" y="3349652"/>
              <a:ext cx="46924" cy="44873"/>
            </a:xfrm>
            <a:custGeom>
              <a:avLst/>
              <a:gdLst/>
              <a:ahLst/>
              <a:cxnLst/>
              <a:rect l="l" t="t" r="r" b="b"/>
              <a:pathLst>
                <a:path w="3134" h="2997" extrusionOk="0">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74"/>
            <p:cNvSpPr/>
            <p:nvPr/>
          </p:nvSpPr>
          <p:spPr>
            <a:xfrm>
              <a:off x="1877687" y="3358306"/>
              <a:ext cx="30559" cy="36218"/>
            </a:xfrm>
            <a:custGeom>
              <a:avLst/>
              <a:gdLst/>
              <a:ahLst/>
              <a:cxnLst/>
              <a:rect l="l" t="t" r="r" b="b"/>
              <a:pathLst>
                <a:path w="2041" h="2419" extrusionOk="0">
                  <a:moveTo>
                    <a:pt x="1136" y="1"/>
                  </a:moveTo>
                  <a:lnTo>
                    <a:pt x="1" y="1851"/>
                  </a:lnTo>
                  <a:lnTo>
                    <a:pt x="863" y="2419"/>
                  </a:lnTo>
                  <a:lnTo>
                    <a:pt x="2040" y="547"/>
                  </a:lnTo>
                  <a:lnTo>
                    <a:pt x="1136"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74"/>
            <p:cNvSpPr/>
            <p:nvPr/>
          </p:nvSpPr>
          <p:spPr>
            <a:xfrm>
              <a:off x="1872656" y="3625880"/>
              <a:ext cx="42193" cy="32430"/>
            </a:xfrm>
            <a:custGeom>
              <a:avLst/>
              <a:gdLst/>
              <a:ahLst/>
              <a:cxnLst/>
              <a:rect l="l" t="t" r="r" b="b"/>
              <a:pathLst>
                <a:path w="2818" h="2166" extrusionOk="0">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74"/>
            <p:cNvSpPr/>
            <p:nvPr/>
          </p:nvSpPr>
          <p:spPr>
            <a:xfrm>
              <a:off x="1885563" y="3625745"/>
              <a:ext cx="28972" cy="32565"/>
            </a:xfrm>
            <a:custGeom>
              <a:avLst/>
              <a:gdLst/>
              <a:ahLst/>
              <a:cxnLst/>
              <a:rect l="l" t="t" r="r" b="b"/>
              <a:pathLst>
                <a:path w="1935" h="2175" extrusionOk="0">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6" name="Google Shape;9486;p74"/>
          <p:cNvGrpSpPr/>
          <p:nvPr/>
        </p:nvGrpSpPr>
        <p:grpSpPr>
          <a:xfrm>
            <a:off x="1971819" y="4276854"/>
            <a:ext cx="383281" cy="333947"/>
            <a:chOff x="1971819" y="4276854"/>
            <a:chExt cx="383281" cy="333947"/>
          </a:xfrm>
        </p:grpSpPr>
        <p:sp>
          <p:nvSpPr>
            <p:cNvPr id="9487" name="Google Shape;9487;p74"/>
            <p:cNvSpPr/>
            <p:nvPr/>
          </p:nvSpPr>
          <p:spPr>
            <a:xfrm>
              <a:off x="1971819" y="4277094"/>
              <a:ext cx="383281" cy="333707"/>
            </a:xfrm>
            <a:custGeom>
              <a:avLst/>
              <a:gdLst/>
              <a:ahLst/>
              <a:cxnLst/>
              <a:rect l="l" t="t" r="r" b="b"/>
              <a:pathLst>
                <a:path w="25599" h="22288" extrusionOk="0">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74"/>
            <p:cNvSpPr/>
            <p:nvPr/>
          </p:nvSpPr>
          <p:spPr>
            <a:xfrm>
              <a:off x="2071910" y="4276854"/>
              <a:ext cx="281124" cy="183233"/>
            </a:xfrm>
            <a:custGeom>
              <a:avLst/>
              <a:gdLst/>
              <a:ahLst/>
              <a:cxnLst/>
              <a:rect l="l" t="t" r="r" b="b"/>
              <a:pathLst>
                <a:path w="18776" h="12238" extrusionOk="0">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74"/>
            <p:cNvSpPr/>
            <p:nvPr/>
          </p:nvSpPr>
          <p:spPr>
            <a:xfrm>
              <a:off x="2169187" y="4328644"/>
              <a:ext cx="141984" cy="106574"/>
            </a:xfrm>
            <a:custGeom>
              <a:avLst/>
              <a:gdLst/>
              <a:ahLst/>
              <a:cxnLst/>
              <a:rect l="l" t="t" r="r" b="b"/>
              <a:pathLst>
                <a:path w="9483" h="7118" extrusionOk="0">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74"/>
            <p:cNvSpPr/>
            <p:nvPr/>
          </p:nvSpPr>
          <p:spPr>
            <a:xfrm>
              <a:off x="2194685" y="4328959"/>
              <a:ext cx="103894" cy="98699"/>
            </a:xfrm>
            <a:custGeom>
              <a:avLst/>
              <a:gdLst/>
              <a:ahLst/>
              <a:cxnLst/>
              <a:rect l="l" t="t" r="r" b="b"/>
              <a:pathLst>
                <a:path w="6939" h="6592" extrusionOk="0">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74"/>
            <p:cNvSpPr/>
            <p:nvPr/>
          </p:nvSpPr>
          <p:spPr>
            <a:xfrm>
              <a:off x="2061849" y="4499810"/>
              <a:ext cx="81226" cy="60684"/>
            </a:xfrm>
            <a:custGeom>
              <a:avLst/>
              <a:gdLst/>
              <a:ahLst/>
              <a:cxnLst/>
              <a:rect l="l" t="t" r="r" b="b"/>
              <a:pathLst>
                <a:path w="5425" h="4053" extrusionOk="0">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74"/>
            <p:cNvSpPr/>
            <p:nvPr/>
          </p:nvSpPr>
          <p:spPr>
            <a:xfrm>
              <a:off x="2075384" y="4499600"/>
              <a:ext cx="62660" cy="57435"/>
            </a:xfrm>
            <a:custGeom>
              <a:avLst/>
              <a:gdLst/>
              <a:ahLst/>
              <a:cxnLst/>
              <a:rect l="l" t="t" r="r" b="b"/>
              <a:pathLst>
                <a:path w="4185" h="3836" extrusionOk="0">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74"/>
            <p:cNvSpPr/>
            <p:nvPr/>
          </p:nvSpPr>
          <p:spPr>
            <a:xfrm>
              <a:off x="2030047" y="4417027"/>
              <a:ext cx="81241" cy="60684"/>
            </a:xfrm>
            <a:custGeom>
              <a:avLst/>
              <a:gdLst/>
              <a:ahLst/>
              <a:cxnLst/>
              <a:rect l="l" t="t" r="r" b="b"/>
              <a:pathLst>
                <a:path w="5426" h="4053" extrusionOk="0">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74"/>
            <p:cNvSpPr/>
            <p:nvPr/>
          </p:nvSpPr>
          <p:spPr>
            <a:xfrm>
              <a:off x="2043897" y="4416937"/>
              <a:ext cx="62345" cy="57315"/>
            </a:xfrm>
            <a:custGeom>
              <a:avLst/>
              <a:gdLst/>
              <a:ahLst/>
              <a:cxnLst/>
              <a:rect l="l" t="t" r="r" b="b"/>
              <a:pathLst>
                <a:path w="4164" h="3828" extrusionOk="0">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74"/>
            <p:cNvSpPr/>
            <p:nvPr/>
          </p:nvSpPr>
          <p:spPr>
            <a:xfrm>
              <a:off x="2067194" y="4330845"/>
              <a:ext cx="80911" cy="60609"/>
            </a:xfrm>
            <a:custGeom>
              <a:avLst/>
              <a:gdLst/>
              <a:ahLst/>
              <a:cxnLst/>
              <a:rect l="l" t="t" r="r" b="b"/>
              <a:pathLst>
                <a:path w="5404" h="4048" extrusionOk="0">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74"/>
            <p:cNvSpPr/>
            <p:nvPr/>
          </p:nvSpPr>
          <p:spPr>
            <a:xfrm>
              <a:off x="2080415" y="4330845"/>
              <a:ext cx="62974" cy="57464"/>
            </a:xfrm>
            <a:custGeom>
              <a:avLst/>
              <a:gdLst/>
              <a:ahLst/>
              <a:cxnLst/>
              <a:rect l="l" t="t" r="r" b="b"/>
              <a:pathLst>
                <a:path w="4206" h="3838" extrusionOk="0">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7" name="Google Shape;9497;p74"/>
          <p:cNvGrpSpPr/>
          <p:nvPr/>
        </p:nvGrpSpPr>
        <p:grpSpPr>
          <a:xfrm>
            <a:off x="1825119" y="2885819"/>
            <a:ext cx="175987" cy="361391"/>
            <a:chOff x="1825119" y="2885819"/>
            <a:chExt cx="175987" cy="361391"/>
          </a:xfrm>
        </p:grpSpPr>
        <p:sp>
          <p:nvSpPr>
            <p:cNvPr id="9498" name="Google Shape;9498;p74"/>
            <p:cNvSpPr/>
            <p:nvPr/>
          </p:nvSpPr>
          <p:spPr>
            <a:xfrm>
              <a:off x="1825119" y="2885819"/>
              <a:ext cx="175987" cy="56356"/>
            </a:xfrm>
            <a:custGeom>
              <a:avLst/>
              <a:gdLst/>
              <a:ahLst/>
              <a:cxnLst/>
              <a:rect l="l" t="t" r="r" b="b"/>
              <a:pathLst>
                <a:path w="11754" h="3764" extrusionOk="0">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9" name="Google Shape;9499;p74"/>
            <p:cNvSpPr/>
            <p:nvPr/>
          </p:nvSpPr>
          <p:spPr>
            <a:xfrm>
              <a:off x="1951666" y="2886119"/>
              <a:ext cx="49439" cy="56371"/>
            </a:xfrm>
            <a:custGeom>
              <a:avLst/>
              <a:gdLst/>
              <a:ahLst/>
              <a:cxnLst/>
              <a:rect l="l" t="t" r="r" b="b"/>
              <a:pathLst>
                <a:path w="3302" h="3765" extrusionOk="0">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74"/>
            <p:cNvSpPr/>
            <p:nvPr/>
          </p:nvSpPr>
          <p:spPr>
            <a:xfrm>
              <a:off x="1853776" y="2942161"/>
              <a:ext cx="118058" cy="304735"/>
            </a:xfrm>
            <a:custGeom>
              <a:avLst/>
              <a:gdLst/>
              <a:ahLst/>
              <a:cxnLst/>
              <a:rect l="l" t="t" r="r" b="b"/>
              <a:pathLst>
                <a:path w="7885" h="20353" extrusionOk="0">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74"/>
            <p:cNvSpPr/>
            <p:nvPr/>
          </p:nvSpPr>
          <p:spPr>
            <a:xfrm>
              <a:off x="1853776" y="2942161"/>
              <a:ext cx="118058" cy="305050"/>
            </a:xfrm>
            <a:custGeom>
              <a:avLst/>
              <a:gdLst/>
              <a:ahLst/>
              <a:cxnLst/>
              <a:rect l="l" t="t" r="r" b="b"/>
              <a:pathLst>
                <a:path w="7885" h="20374" extrusionOk="0">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74"/>
            <p:cNvSpPr/>
            <p:nvPr/>
          </p:nvSpPr>
          <p:spPr>
            <a:xfrm>
              <a:off x="1933100" y="2963257"/>
              <a:ext cx="38419" cy="10705"/>
            </a:xfrm>
            <a:custGeom>
              <a:avLst/>
              <a:gdLst/>
              <a:ahLst/>
              <a:cxnLst/>
              <a:rect l="l" t="t" r="r" b="b"/>
              <a:pathLst>
                <a:path w="2566" h="715" extrusionOk="0">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74"/>
            <p:cNvSpPr/>
            <p:nvPr/>
          </p:nvSpPr>
          <p:spPr>
            <a:xfrm>
              <a:off x="1933100" y="300134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74"/>
            <p:cNvSpPr/>
            <p:nvPr/>
          </p:nvSpPr>
          <p:spPr>
            <a:xfrm>
              <a:off x="1933100" y="303943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74"/>
            <p:cNvSpPr/>
            <p:nvPr/>
          </p:nvSpPr>
          <p:spPr>
            <a:xfrm>
              <a:off x="1933100" y="3077527"/>
              <a:ext cx="38419" cy="11020"/>
            </a:xfrm>
            <a:custGeom>
              <a:avLst/>
              <a:gdLst/>
              <a:ahLst/>
              <a:cxnLst/>
              <a:rect l="l" t="t" r="r" b="b"/>
              <a:pathLst>
                <a:path w="2566" h="736" extrusionOk="0">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74"/>
            <p:cNvSpPr/>
            <p:nvPr/>
          </p:nvSpPr>
          <p:spPr>
            <a:xfrm>
              <a:off x="1933100" y="3115931"/>
              <a:ext cx="38419" cy="10705"/>
            </a:xfrm>
            <a:custGeom>
              <a:avLst/>
              <a:gdLst/>
              <a:ahLst/>
              <a:cxnLst/>
              <a:rect l="l" t="t" r="r" b="b"/>
              <a:pathLst>
                <a:path w="2566" h="715" extrusionOk="0">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74"/>
            <p:cNvSpPr/>
            <p:nvPr/>
          </p:nvSpPr>
          <p:spPr>
            <a:xfrm>
              <a:off x="1933100" y="3154007"/>
              <a:ext cx="38419" cy="10720"/>
            </a:xfrm>
            <a:custGeom>
              <a:avLst/>
              <a:gdLst/>
              <a:ahLst/>
              <a:cxnLst/>
              <a:rect l="l" t="t" r="r" b="b"/>
              <a:pathLst>
                <a:path w="2566" h="716" extrusionOk="0">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8" name="Google Shape;9508;p74"/>
          <p:cNvGrpSpPr/>
          <p:nvPr/>
        </p:nvGrpSpPr>
        <p:grpSpPr>
          <a:xfrm>
            <a:off x="3504824" y="3405844"/>
            <a:ext cx="369896" cy="226339"/>
            <a:chOff x="3504824" y="3405844"/>
            <a:chExt cx="369896" cy="226339"/>
          </a:xfrm>
        </p:grpSpPr>
        <p:sp>
          <p:nvSpPr>
            <p:cNvPr id="9509" name="Google Shape;9509;p74"/>
            <p:cNvSpPr/>
            <p:nvPr/>
          </p:nvSpPr>
          <p:spPr>
            <a:xfrm>
              <a:off x="3504824" y="3461871"/>
              <a:ext cx="369896" cy="141984"/>
            </a:xfrm>
            <a:custGeom>
              <a:avLst/>
              <a:gdLst/>
              <a:ahLst/>
              <a:cxnLst/>
              <a:rect l="l" t="t" r="r" b="b"/>
              <a:pathLst>
                <a:path w="24705" h="9483" extrusionOk="0">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74"/>
            <p:cNvSpPr/>
            <p:nvPr/>
          </p:nvSpPr>
          <p:spPr>
            <a:xfrm>
              <a:off x="3835357" y="3461557"/>
              <a:ext cx="39363" cy="142299"/>
            </a:xfrm>
            <a:custGeom>
              <a:avLst/>
              <a:gdLst/>
              <a:ahLst/>
              <a:cxnLst/>
              <a:rect l="l" t="t" r="r" b="b"/>
              <a:pathLst>
                <a:path w="2629" h="9504" extrusionOk="0">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74"/>
            <p:cNvSpPr/>
            <p:nvPr/>
          </p:nvSpPr>
          <p:spPr>
            <a:xfrm>
              <a:off x="3554877" y="3603840"/>
              <a:ext cx="73051" cy="28343"/>
            </a:xfrm>
            <a:custGeom>
              <a:avLst/>
              <a:gdLst/>
              <a:ahLst/>
              <a:cxnLst/>
              <a:rect l="l" t="t" r="r" b="b"/>
              <a:pathLst>
                <a:path w="4879" h="1893" extrusionOk="0">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74"/>
            <p:cNvSpPr/>
            <p:nvPr/>
          </p:nvSpPr>
          <p:spPr>
            <a:xfrm>
              <a:off x="3595797" y="3603840"/>
              <a:ext cx="32131" cy="28343"/>
            </a:xfrm>
            <a:custGeom>
              <a:avLst/>
              <a:gdLst/>
              <a:ahLst/>
              <a:cxnLst/>
              <a:rect l="l" t="t" r="r" b="b"/>
              <a:pathLst>
                <a:path w="2146" h="1893" extrusionOk="0">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74"/>
            <p:cNvSpPr/>
            <p:nvPr/>
          </p:nvSpPr>
          <p:spPr>
            <a:xfrm>
              <a:off x="3751930" y="3603840"/>
              <a:ext cx="73051" cy="28343"/>
            </a:xfrm>
            <a:custGeom>
              <a:avLst/>
              <a:gdLst/>
              <a:ahLst/>
              <a:cxnLst/>
              <a:rect l="l" t="t" r="r" b="b"/>
              <a:pathLst>
                <a:path w="4879" h="1893" extrusionOk="0">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74"/>
            <p:cNvSpPr/>
            <p:nvPr/>
          </p:nvSpPr>
          <p:spPr>
            <a:xfrm>
              <a:off x="3796638" y="3603840"/>
              <a:ext cx="28343" cy="28343"/>
            </a:xfrm>
            <a:custGeom>
              <a:avLst/>
              <a:gdLst/>
              <a:ahLst/>
              <a:cxnLst/>
              <a:rect l="l" t="t" r="r" b="b"/>
              <a:pathLst>
                <a:path w="1893" h="1893" extrusionOk="0">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74"/>
            <p:cNvSpPr/>
            <p:nvPr/>
          </p:nvSpPr>
          <p:spPr>
            <a:xfrm>
              <a:off x="3510813" y="3405844"/>
              <a:ext cx="184791" cy="158229"/>
            </a:xfrm>
            <a:custGeom>
              <a:avLst/>
              <a:gdLst/>
              <a:ahLst/>
              <a:cxnLst/>
              <a:rect l="l" t="t" r="r" b="b"/>
              <a:pathLst>
                <a:path w="12342" h="10568" extrusionOk="0">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74"/>
            <p:cNvSpPr/>
            <p:nvPr/>
          </p:nvSpPr>
          <p:spPr>
            <a:xfrm>
              <a:off x="3600528" y="3405844"/>
              <a:ext cx="99792" cy="158110"/>
            </a:xfrm>
            <a:custGeom>
              <a:avLst/>
              <a:gdLst/>
              <a:ahLst/>
              <a:cxnLst/>
              <a:rect l="l" t="t" r="r" b="b"/>
              <a:pathLst>
                <a:path w="6665" h="10560" extrusionOk="0">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74"/>
            <p:cNvSpPr/>
            <p:nvPr/>
          </p:nvSpPr>
          <p:spPr>
            <a:xfrm>
              <a:off x="3548274" y="3433543"/>
              <a:ext cx="119630" cy="102562"/>
            </a:xfrm>
            <a:custGeom>
              <a:avLst/>
              <a:gdLst/>
              <a:ahLst/>
              <a:cxnLst/>
              <a:rect l="l" t="t" r="r" b="b"/>
              <a:pathLst>
                <a:path w="7990" h="6850" extrusionOk="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74"/>
            <p:cNvSpPr/>
            <p:nvPr/>
          </p:nvSpPr>
          <p:spPr>
            <a:xfrm>
              <a:off x="3603987" y="3433543"/>
              <a:ext cx="65490" cy="102322"/>
            </a:xfrm>
            <a:custGeom>
              <a:avLst/>
              <a:gdLst/>
              <a:ahLst/>
              <a:cxnLst/>
              <a:rect l="l" t="t" r="r" b="b"/>
              <a:pathLst>
                <a:path w="4374" h="6834" extrusionOk="0">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74"/>
            <p:cNvSpPr/>
            <p:nvPr/>
          </p:nvSpPr>
          <p:spPr>
            <a:xfrm>
              <a:off x="3705979" y="3507208"/>
              <a:ext cx="59815" cy="50981"/>
            </a:xfrm>
            <a:custGeom>
              <a:avLst/>
              <a:gdLst/>
              <a:ahLst/>
              <a:cxnLst/>
              <a:rect l="l" t="t" r="r" b="b"/>
              <a:pathLst>
                <a:path w="3995" h="3405" extrusionOk="0">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74"/>
            <p:cNvSpPr/>
            <p:nvPr/>
          </p:nvSpPr>
          <p:spPr>
            <a:xfrm>
              <a:off x="3730849" y="3507208"/>
              <a:ext cx="37476" cy="50966"/>
            </a:xfrm>
            <a:custGeom>
              <a:avLst/>
              <a:gdLst/>
              <a:ahLst/>
              <a:cxnLst/>
              <a:rect l="l" t="t" r="r" b="b"/>
              <a:pathLst>
                <a:path w="2503" h="3404" extrusionOk="0">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74"/>
            <p:cNvSpPr/>
            <p:nvPr/>
          </p:nvSpPr>
          <p:spPr>
            <a:xfrm>
              <a:off x="3779943" y="3507208"/>
              <a:ext cx="59516" cy="50981"/>
            </a:xfrm>
            <a:custGeom>
              <a:avLst/>
              <a:gdLst/>
              <a:ahLst/>
              <a:cxnLst/>
              <a:rect l="l" t="t" r="r" b="b"/>
              <a:pathLst>
                <a:path w="3975" h="3405" extrusionOk="0">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74"/>
            <p:cNvSpPr/>
            <p:nvPr/>
          </p:nvSpPr>
          <p:spPr>
            <a:xfrm>
              <a:off x="3804498" y="3506893"/>
              <a:ext cx="37476" cy="51281"/>
            </a:xfrm>
            <a:custGeom>
              <a:avLst/>
              <a:gdLst/>
              <a:ahLst/>
              <a:cxnLst/>
              <a:rect l="l" t="t" r="r" b="b"/>
              <a:pathLst>
                <a:path w="2503" h="3425" extrusionOk="0">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74"/>
            <p:cNvSpPr/>
            <p:nvPr/>
          </p:nvSpPr>
          <p:spPr>
            <a:xfrm>
              <a:off x="3751930" y="3436059"/>
              <a:ext cx="65175" cy="25513"/>
            </a:xfrm>
            <a:custGeom>
              <a:avLst/>
              <a:gdLst/>
              <a:ahLst/>
              <a:cxnLst/>
              <a:rect l="l" t="t" r="r" b="b"/>
              <a:pathLst>
                <a:path w="4353" h="1704" extrusionOk="0">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74"/>
            <p:cNvSpPr/>
            <p:nvPr/>
          </p:nvSpPr>
          <p:spPr>
            <a:xfrm>
              <a:off x="3777428" y="3436059"/>
              <a:ext cx="39677" cy="25513"/>
            </a:xfrm>
            <a:custGeom>
              <a:avLst/>
              <a:gdLst/>
              <a:ahLst/>
              <a:cxnLst/>
              <a:rect l="l" t="t" r="r" b="b"/>
              <a:pathLst>
                <a:path w="2650" h="1704" extrusionOk="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5" name="Google Shape;9525;p74"/>
          <p:cNvGrpSpPr/>
          <p:nvPr/>
        </p:nvGrpSpPr>
        <p:grpSpPr>
          <a:xfrm>
            <a:off x="1295661" y="3819594"/>
            <a:ext cx="345640" cy="342900"/>
            <a:chOff x="1295661" y="3819594"/>
            <a:chExt cx="345640" cy="342900"/>
          </a:xfrm>
        </p:grpSpPr>
        <p:sp>
          <p:nvSpPr>
            <p:cNvPr id="9526" name="Google Shape;9526;p74"/>
            <p:cNvSpPr/>
            <p:nvPr/>
          </p:nvSpPr>
          <p:spPr>
            <a:xfrm>
              <a:off x="1465015" y="4073902"/>
              <a:ext cx="10391" cy="88233"/>
            </a:xfrm>
            <a:custGeom>
              <a:avLst/>
              <a:gdLst/>
              <a:ahLst/>
              <a:cxnLst/>
              <a:rect l="l" t="t" r="r" b="b"/>
              <a:pathLst>
                <a:path w="694" h="5893" extrusionOk="0">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74"/>
            <p:cNvSpPr/>
            <p:nvPr/>
          </p:nvSpPr>
          <p:spPr>
            <a:xfrm>
              <a:off x="1465015" y="4011961"/>
              <a:ext cx="10391" cy="60773"/>
            </a:xfrm>
            <a:custGeom>
              <a:avLst/>
              <a:gdLst/>
              <a:ahLst/>
              <a:cxnLst/>
              <a:rect l="l" t="t" r="r" b="b"/>
              <a:pathLst>
                <a:path w="694" h="4059" extrusionOk="0">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74"/>
            <p:cNvSpPr/>
            <p:nvPr/>
          </p:nvSpPr>
          <p:spPr>
            <a:xfrm>
              <a:off x="1497610" y="4073947"/>
              <a:ext cx="71434" cy="88547"/>
            </a:xfrm>
            <a:custGeom>
              <a:avLst/>
              <a:gdLst/>
              <a:ahLst/>
              <a:cxnLst/>
              <a:rect l="l" t="t" r="r" b="b"/>
              <a:pathLst>
                <a:path w="4771" h="5914" extrusionOk="0">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74"/>
            <p:cNvSpPr/>
            <p:nvPr/>
          </p:nvSpPr>
          <p:spPr>
            <a:xfrm>
              <a:off x="1372455" y="4073797"/>
              <a:ext cx="70341" cy="88428"/>
            </a:xfrm>
            <a:custGeom>
              <a:avLst/>
              <a:gdLst/>
              <a:ahLst/>
              <a:cxnLst/>
              <a:rect l="l" t="t" r="r" b="b"/>
              <a:pathLst>
                <a:path w="4698" h="5906" extrusionOk="0">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74"/>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74"/>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74"/>
            <p:cNvSpPr/>
            <p:nvPr/>
          </p:nvSpPr>
          <p:spPr>
            <a:xfrm>
              <a:off x="1359549" y="3850318"/>
              <a:ext cx="205572" cy="136639"/>
            </a:xfrm>
            <a:custGeom>
              <a:avLst/>
              <a:gdLst/>
              <a:ahLst/>
              <a:cxnLst/>
              <a:rect l="l" t="t" r="r" b="b"/>
              <a:pathLst>
                <a:path w="13730" h="9126" extrusionOk="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74"/>
            <p:cNvSpPr/>
            <p:nvPr/>
          </p:nvSpPr>
          <p:spPr>
            <a:xfrm>
              <a:off x="1359549" y="3850318"/>
              <a:ext cx="188893" cy="136639"/>
            </a:xfrm>
            <a:custGeom>
              <a:avLst/>
              <a:gdLst/>
              <a:ahLst/>
              <a:cxnLst/>
              <a:rect l="l" t="t" r="r" b="b"/>
              <a:pathLst>
                <a:path w="12616" h="9126" extrusionOk="0">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74"/>
            <p:cNvSpPr/>
            <p:nvPr/>
          </p:nvSpPr>
          <p:spPr>
            <a:xfrm>
              <a:off x="1323360" y="3819594"/>
              <a:ext cx="68005" cy="151507"/>
            </a:xfrm>
            <a:custGeom>
              <a:avLst/>
              <a:gdLst/>
              <a:ahLst/>
              <a:cxnLst/>
              <a:rect l="l" t="t" r="r" b="b"/>
              <a:pathLst>
                <a:path w="4542" h="10119" extrusionOk="0">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74"/>
            <p:cNvSpPr/>
            <p:nvPr/>
          </p:nvSpPr>
          <p:spPr>
            <a:xfrm>
              <a:off x="1324304" y="3819774"/>
              <a:ext cx="55099" cy="151132"/>
            </a:xfrm>
            <a:custGeom>
              <a:avLst/>
              <a:gdLst/>
              <a:ahLst/>
              <a:cxnLst/>
              <a:rect l="l" t="t" r="r" b="b"/>
              <a:pathLst>
                <a:path w="3680" h="10094" extrusionOk="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74"/>
            <p:cNvSpPr/>
            <p:nvPr/>
          </p:nvSpPr>
          <p:spPr>
            <a:xfrm>
              <a:off x="1295976" y="3845482"/>
              <a:ext cx="57929" cy="89850"/>
            </a:xfrm>
            <a:custGeom>
              <a:avLst/>
              <a:gdLst/>
              <a:ahLst/>
              <a:cxnLst/>
              <a:rect l="l" t="t" r="r" b="b"/>
              <a:pathLst>
                <a:path w="3869" h="6001" extrusionOk="0">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74"/>
            <p:cNvSpPr/>
            <p:nvPr/>
          </p:nvSpPr>
          <p:spPr>
            <a:xfrm>
              <a:off x="1295661" y="3845332"/>
              <a:ext cx="55728" cy="90000"/>
            </a:xfrm>
            <a:custGeom>
              <a:avLst/>
              <a:gdLst/>
              <a:ahLst/>
              <a:cxnLst/>
              <a:rect l="l" t="t" r="r" b="b"/>
              <a:pathLst>
                <a:path w="3722" h="6011" extrusionOk="0">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74"/>
            <p:cNvSpPr/>
            <p:nvPr/>
          </p:nvSpPr>
          <p:spPr>
            <a:xfrm>
              <a:off x="1549999" y="3927755"/>
              <a:ext cx="65175" cy="56057"/>
            </a:xfrm>
            <a:custGeom>
              <a:avLst/>
              <a:gdLst/>
              <a:ahLst/>
              <a:cxnLst/>
              <a:rect l="l" t="t" r="r" b="b"/>
              <a:pathLst>
                <a:path w="4353" h="3744" extrusionOk="0">
                  <a:moveTo>
                    <a:pt x="737" y="1"/>
                  </a:moveTo>
                  <a:lnTo>
                    <a:pt x="1" y="2776"/>
                  </a:lnTo>
                  <a:lnTo>
                    <a:pt x="3617" y="3743"/>
                  </a:lnTo>
                  <a:lnTo>
                    <a:pt x="4353" y="968"/>
                  </a:lnTo>
                  <a:lnTo>
                    <a:pt x="73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74"/>
            <p:cNvSpPr/>
            <p:nvPr/>
          </p:nvSpPr>
          <p:spPr>
            <a:xfrm>
              <a:off x="1549999" y="3927755"/>
              <a:ext cx="28972" cy="46295"/>
            </a:xfrm>
            <a:custGeom>
              <a:avLst/>
              <a:gdLst/>
              <a:ahLst/>
              <a:cxnLst/>
              <a:rect l="l" t="t" r="r" b="b"/>
              <a:pathLst>
                <a:path w="1935" h="3092" extrusionOk="0">
                  <a:moveTo>
                    <a:pt x="737" y="1"/>
                  </a:moveTo>
                  <a:lnTo>
                    <a:pt x="1" y="2776"/>
                  </a:lnTo>
                  <a:lnTo>
                    <a:pt x="1178" y="3091"/>
                  </a:lnTo>
                  <a:lnTo>
                    <a:pt x="1935" y="316"/>
                  </a:lnTo>
                  <a:lnTo>
                    <a:pt x="737"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74"/>
            <p:cNvSpPr/>
            <p:nvPr/>
          </p:nvSpPr>
          <p:spPr>
            <a:xfrm>
              <a:off x="1600995" y="3929477"/>
              <a:ext cx="40306" cy="73710"/>
            </a:xfrm>
            <a:custGeom>
              <a:avLst/>
              <a:gdLst/>
              <a:ahLst/>
              <a:cxnLst/>
              <a:rect l="l" t="t" r="r" b="b"/>
              <a:pathLst>
                <a:path w="2692" h="4923" extrusionOk="0">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74"/>
            <p:cNvSpPr/>
            <p:nvPr/>
          </p:nvSpPr>
          <p:spPr>
            <a:xfrm>
              <a:off x="1403942" y="4059663"/>
              <a:ext cx="132537" cy="23926"/>
            </a:xfrm>
            <a:custGeom>
              <a:avLst/>
              <a:gdLst/>
              <a:ahLst/>
              <a:cxnLst/>
              <a:rect l="l" t="t" r="r" b="b"/>
              <a:pathLst>
                <a:path w="8852" h="1598" extrusionOk="0">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74"/>
            <p:cNvSpPr/>
            <p:nvPr/>
          </p:nvSpPr>
          <p:spPr>
            <a:xfrm>
              <a:off x="1403942" y="4059663"/>
              <a:ext cx="33688" cy="24240"/>
            </a:xfrm>
            <a:custGeom>
              <a:avLst/>
              <a:gdLst/>
              <a:ahLst/>
              <a:cxnLst/>
              <a:rect l="l" t="t" r="r" b="b"/>
              <a:pathLst>
                <a:path w="2250" h="1619" extrusionOk="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3" name="Google Shape;9543;p74"/>
          <p:cNvGrpSpPr/>
          <p:nvPr/>
        </p:nvGrpSpPr>
        <p:grpSpPr>
          <a:xfrm>
            <a:off x="3486572" y="2433470"/>
            <a:ext cx="379328" cy="281738"/>
            <a:chOff x="3486572" y="2433470"/>
            <a:chExt cx="379328" cy="281738"/>
          </a:xfrm>
        </p:grpSpPr>
        <p:sp>
          <p:nvSpPr>
            <p:cNvPr id="9544" name="Google Shape;9544;p74"/>
            <p:cNvSpPr/>
            <p:nvPr/>
          </p:nvSpPr>
          <p:spPr>
            <a:xfrm>
              <a:off x="3549217" y="2556544"/>
              <a:ext cx="253724" cy="139858"/>
            </a:xfrm>
            <a:custGeom>
              <a:avLst/>
              <a:gdLst/>
              <a:ahLst/>
              <a:cxnLst/>
              <a:rect l="l" t="t" r="r" b="b"/>
              <a:pathLst>
                <a:path w="16946" h="9341" extrusionOk="0">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74"/>
            <p:cNvSpPr/>
            <p:nvPr/>
          </p:nvSpPr>
          <p:spPr>
            <a:xfrm>
              <a:off x="3549532" y="2556544"/>
              <a:ext cx="62016" cy="129392"/>
            </a:xfrm>
            <a:custGeom>
              <a:avLst/>
              <a:gdLst/>
              <a:ahLst/>
              <a:cxnLst/>
              <a:rect l="l" t="t" r="r" b="b"/>
              <a:pathLst>
                <a:path w="4142" h="8642" extrusionOk="0">
                  <a:moveTo>
                    <a:pt x="0" y="1"/>
                  </a:moveTo>
                  <a:lnTo>
                    <a:pt x="0" y="6371"/>
                  </a:lnTo>
                  <a:cubicBezTo>
                    <a:pt x="1241" y="7359"/>
                    <a:pt x="2649" y="8137"/>
                    <a:pt x="4142" y="8642"/>
                  </a:cubicBezTo>
                  <a:lnTo>
                    <a:pt x="414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74"/>
            <p:cNvSpPr/>
            <p:nvPr/>
          </p:nvSpPr>
          <p:spPr>
            <a:xfrm>
              <a:off x="3746734" y="2570079"/>
              <a:ext cx="12921" cy="113342"/>
            </a:xfrm>
            <a:custGeom>
              <a:avLst/>
              <a:gdLst/>
              <a:ahLst/>
              <a:cxnLst/>
              <a:rect l="l" t="t" r="r" b="b"/>
              <a:pathLst>
                <a:path w="863" h="7570" extrusionOk="0">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74"/>
            <p:cNvSpPr/>
            <p:nvPr/>
          </p:nvSpPr>
          <p:spPr>
            <a:xfrm>
              <a:off x="3549532" y="2556544"/>
              <a:ext cx="253410" cy="56057"/>
            </a:xfrm>
            <a:custGeom>
              <a:avLst/>
              <a:gdLst/>
              <a:ahLst/>
              <a:cxnLst/>
              <a:rect l="l" t="t" r="r" b="b"/>
              <a:pathLst>
                <a:path w="16925" h="3744" extrusionOk="0">
                  <a:moveTo>
                    <a:pt x="0" y="1"/>
                  </a:moveTo>
                  <a:lnTo>
                    <a:pt x="0" y="526"/>
                  </a:lnTo>
                  <a:lnTo>
                    <a:pt x="8452" y="3743"/>
                  </a:lnTo>
                  <a:lnTo>
                    <a:pt x="16925" y="526"/>
                  </a:lnTo>
                  <a:lnTo>
                    <a:pt x="1692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74"/>
            <p:cNvSpPr/>
            <p:nvPr/>
          </p:nvSpPr>
          <p:spPr>
            <a:xfrm>
              <a:off x="3486572" y="2433470"/>
              <a:ext cx="379328" cy="171255"/>
            </a:xfrm>
            <a:custGeom>
              <a:avLst/>
              <a:gdLst/>
              <a:ahLst/>
              <a:cxnLst/>
              <a:rect l="l" t="t" r="r" b="b"/>
              <a:pathLst>
                <a:path w="25335" h="11438" extrusionOk="0">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74"/>
            <p:cNvSpPr/>
            <p:nvPr/>
          </p:nvSpPr>
          <p:spPr>
            <a:xfrm>
              <a:off x="3486572" y="2505862"/>
              <a:ext cx="189507" cy="98863"/>
            </a:xfrm>
            <a:custGeom>
              <a:avLst/>
              <a:gdLst/>
              <a:ahLst/>
              <a:cxnLst/>
              <a:rect l="l" t="t" r="r" b="b"/>
              <a:pathLst>
                <a:path w="12657" h="6603" extrusionOk="0">
                  <a:moveTo>
                    <a:pt x="0" y="1"/>
                  </a:moveTo>
                  <a:lnTo>
                    <a:pt x="0" y="1788"/>
                  </a:lnTo>
                  <a:lnTo>
                    <a:pt x="12657" y="6602"/>
                  </a:lnTo>
                  <a:lnTo>
                    <a:pt x="12657" y="4836"/>
                  </a:lnTo>
                  <a:lnTo>
                    <a:pt x="0"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74"/>
            <p:cNvSpPr/>
            <p:nvPr/>
          </p:nvSpPr>
          <p:spPr>
            <a:xfrm>
              <a:off x="3667994" y="2491294"/>
              <a:ext cx="111650" cy="223914"/>
            </a:xfrm>
            <a:custGeom>
              <a:avLst/>
              <a:gdLst/>
              <a:ahLst/>
              <a:cxnLst/>
              <a:rect l="l" t="t" r="r" b="b"/>
              <a:pathLst>
                <a:path w="7457" h="14955" extrusionOk="0">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51" name="Google Shape;9551;p74"/>
          <p:cNvSpPr/>
          <p:nvPr/>
        </p:nvSpPr>
        <p:spPr>
          <a:xfrm>
            <a:off x="3751930" y="2709533"/>
            <a:ext cx="38105" cy="32535"/>
          </a:xfrm>
          <a:custGeom>
            <a:avLst/>
            <a:gdLst/>
            <a:ahLst/>
            <a:cxnLst/>
            <a:rect l="l" t="t" r="r" b="b"/>
            <a:pathLst>
              <a:path w="2545" h="2173" extrusionOk="0">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52" name="Google Shape;9552;p74"/>
          <p:cNvGrpSpPr/>
          <p:nvPr/>
        </p:nvGrpSpPr>
        <p:grpSpPr>
          <a:xfrm>
            <a:off x="3997149" y="3329634"/>
            <a:ext cx="270733" cy="355762"/>
            <a:chOff x="3997149" y="3329634"/>
            <a:chExt cx="270733" cy="355762"/>
          </a:xfrm>
        </p:grpSpPr>
        <p:sp>
          <p:nvSpPr>
            <p:cNvPr id="9553" name="Google Shape;9553;p74"/>
            <p:cNvSpPr/>
            <p:nvPr/>
          </p:nvSpPr>
          <p:spPr>
            <a:xfrm>
              <a:off x="4161787" y="3488627"/>
              <a:ext cx="32430" cy="32445"/>
            </a:xfrm>
            <a:custGeom>
              <a:avLst/>
              <a:gdLst/>
              <a:ahLst/>
              <a:cxnLst/>
              <a:rect l="l" t="t" r="r" b="b"/>
              <a:pathLst>
                <a:path w="2166" h="2167" extrusionOk="0">
                  <a:moveTo>
                    <a:pt x="0" y="1"/>
                  </a:moveTo>
                  <a:lnTo>
                    <a:pt x="0" y="2166"/>
                  </a:lnTo>
                  <a:lnTo>
                    <a:pt x="2166" y="2166"/>
                  </a:lnTo>
                  <a:lnTo>
                    <a:pt x="1346"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74"/>
            <p:cNvSpPr/>
            <p:nvPr/>
          </p:nvSpPr>
          <p:spPr>
            <a:xfrm>
              <a:off x="4181925" y="3488627"/>
              <a:ext cx="20168" cy="55114"/>
            </a:xfrm>
            <a:custGeom>
              <a:avLst/>
              <a:gdLst/>
              <a:ahLst/>
              <a:cxnLst/>
              <a:rect l="l" t="t" r="r" b="b"/>
              <a:pathLst>
                <a:path w="1347" h="3681" extrusionOk="0">
                  <a:moveTo>
                    <a:pt x="1" y="1"/>
                  </a:moveTo>
                  <a:lnTo>
                    <a:pt x="1" y="3680"/>
                  </a:lnTo>
                  <a:lnTo>
                    <a:pt x="1347" y="3680"/>
                  </a:lnTo>
                  <a:lnTo>
                    <a:pt x="1347"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74"/>
            <p:cNvSpPr/>
            <p:nvPr/>
          </p:nvSpPr>
          <p:spPr>
            <a:xfrm>
              <a:off x="4181925" y="3488627"/>
              <a:ext cx="20168" cy="17338"/>
            </a:xfrm>
            <a:custGeom>
              <a:avLst/>
              <a:gdLst/>
              <a:ahLst/>
              <a:cxnLst/>
              <a:rect l="l" t="t" r="r" b="b"/>
              <a:pathLst>
                <a:path w="1347" h="1158" extrusionOk="0">
                  <a:moveTo>
                    <a:pt x="1" y="1"/>
                  </a:moveTo>
                  <a:lnTo>
                    <a:pt x="1" y="1157"/>
                  </a:lnTo>
                  <a:lnTo>
                    <a:pt x="1347" y="1157"/>
                  </a:lnTo>
                  <a:lnTo>
                    <a:pt x="1347"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74"/>
            <p:cNvSpPr/>
            <p:nvPr/>
          </p:nvSpPr>
          <p:spPr>
            <a:xfrm>
              <a:off x="4181925" y="3488627"/>
              <a:ext cx="7576" cy="55114"/>
            </a:xfrm>
            <a:custGeom>
              <a:avLst/>
              <a:gdLst/>
              <a:ahLst/>
              <a:cxnLst/>
              <a:rect l="l" t="t" r="r" b="b"/>
              <a:pathLst>
                <a:path w="506" h="3681" extrusionOk="0">
                  <a:moveTo>
                    <a:pt x="1" y="1"/>
                  </a:moveTo>
                  <a:lnTo>
                    <a:pt x="1" y="3680"/>
                  </a:lnTo>
                  <a:lnTo>
                    <a:pt x="506" y="3680"/>
                  </a:lnTo>
                  <a:lnTo>
                    <a:pt x="506"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74"/>
            <p:cNvSpPr/>
            <p:nvPr/>
          </p:nvSpPr>
          <p:spPr>
            <a:xfrm>
              <a:off x="4161787" y="3493673"/>
              <a:ext cx="20153" cy="8819"/>
            </a:xfrm>
            <a:custGeom>
              <a:avLst/>
              <a:gdLst/>
              <a:ahLst/>
              <a:cxnLst/>
              <a:rect l="l" t="t" r="r" b="b"/>
              <a:pathLst>
                <a:path w="1346" h="589" extrusionOk="0">
                  <a:moveTo>
                    <a:pt x="0" y="0"/>
                  </a:moveTo>
                  <a:lnTo>
                    <a:pt x="0" y="589"/>
                  </a:lnTo>
                  <a:lnTo>
                    <a:pt x="1346" y="589"/>
                  </a:lnTo>
                  <a:lnTo>
                    <a:pt x="134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74"/>
            <p:cNvSpPr/>
            <p:nvPr/>
          </p:nvSpPr>
          <p:spPr>
            <a:xfrm>
              <a:off x="4161787" y="3493673"/>
              <a:ext cx="7576" cy="27400"/>
            </a:xfrm>
            <a:custGeom>
              <a:avLst/>
              <a:gdLst/>
              <a:ahLst/>
              <a:cxnLst/>
              <a:rect l="l" t="t" r="r" b="b"/>
              <a:pathLst>
                <a:path w="506" h="1830" extrusionOk="0">
                  <a:moveTo>
                    <a:pt x="0" y="0"/>
                  </a:moveTo>
                  <a:lnTo>
                    <a:pt x="0" y="1829"/>
                  </a:lnTo>
                  <a:lnTo>
                    <a:pt x="505" y="1829"/>
                  </a:lnTo>
                  <a:lnTo>
                    <a:pt x="5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74"/>
            <p:cNvSpPr/>
            <p:nvPr/>
          </p:nvSpPr>
          <p:spPr>
            <a:xfrm>
              <a:off x="4163988" y="3331550"/>
              <a:ext cx="35904" cy="33389"/>
            </a:xfrm>
            <a:custGeom>
              <a:avLst/>
              <a:gdLst/>
              <a:ahLst/>
              <a:cxnLst/>
              <a:rect l="l" t="t" r="r" b="b"/>
              <a:pathLst>
                <a:path w="2398" h="2230" extrusionOk="0">
                  <a:moveTo>
                    <a:pt x="1" y="1"/>
                  </a:moveTo>
                  <a:lnTo>
                    <a:pt x="1" y="2229"/>
                  </a:lnTo>
                  <a:lnTo>
                    <a:pt x="2397" y="2229"/>
                  </a:lnTo>
                  <a:lnTo>
                    <a:pt x="2397"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74"/>
            <p:cNvSpPr/>
            <p:nvPr/>
          </p:nvSpPr>
          <p:spPr>
            <a:xfrm>
              <a:off x="4163988" y="3331550"/>
              <a:ext cx="13550" cy="33389"/>
            </a:xfrm>
            <a:custGeom>
              <a:avLst/>
              <a:gdLst/>
              <a:ahLst/>
              <a:cxnLst/>
              <a:rect l="l" t="t" r="r" b="b"/>
              <a:pathLst>
                <a:path w="905" h="2230" extrusionOk="0">
                  <a:moveTo>
                    <a:pt x="1" y="1"/>
                  </a:moveTo>
                  <a:lnTo>
                    <a:pt x="1" y="2229"/>
                  </a:lnTo>
                  <a:lnTo>
                    <a:pt x="905" y="2229"/>
                  </a:lnTo>
                  <a:lnTo>
                    <a:pt x="90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74"/>
            <p:cNvSpPr/>
            <p:nvPr/>
          </p:nvSpPr>
          <p:spPr>
            <a:xfrm>
              <a:off x="3997149" y="3374342"/>
              <a:ext cx="180074" cy="268577"/>
            </a:xfrm>
            <a:custGeom>
              <a:avLst/>
              <a:gdLst/>
              <a:ahLst/>
              <a:cxnLst/>
              <a:rect l="l" t="t" r="r" b="b"/>
              <a:pathLst>
                <a:path w="12027" h="17938" extrusionOk="0">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74"/>
            <p:cNvSpPr/>
            <p:nvPr/>
          </p:nvSpPr>
          <p:spPr>
            <a:xfrm>
              <a:off x="4133459" y="3631539"/>
              <a:ext cx="52269" cy="42207"/>
            </a:xfrm>
            <a:custGeom>
              <a:avLst/>
              <a:gdLst/>
              <a:ahLst/>
              <a:cxnLst/>
              <a:rect l="l" t="t" r="r" b="b"/>
              <a:pathLst>
                <a:path w="3491" h="2819" extrusionOk="0">
                  <a:moveTo>
                    <a:pt x="0" y="1"/>
                  </a:moveTo>
                  <a:lnTo>
                    <a:pt x="0" y="2818"/>
                  </a:lnTo>
                  <a:lnTo>
                    <a:pt x="3490" y="2818"/>
                  </a:lnTo>
                  <a:lnTo>
                    <a:pt x="349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74"/>
            <p:cNvSpPr/>
            <p:nvPr/>
          </p:nvSpPr>
          <p:spPr>
            <a:xfrm>
              <a:off x="4152339" y="3354219"/>
              <a:ext cx="59201" cy="141355"/>
            </a:xfrm>
            <a:custGeom>
              <a:avLst/>
              <a:gdLst/>
              <a:ahLst/>
              <a:cxnLst/>
              <a:rect l="l" t="t" r="r" b="b"/>
              <a:pathLst>
                <a:path w="3954" h="9441" extrusionOk="0">
                  <a:moveTo>
                    <a:pt x="1" y="0"/>
                  </a:moveTo>
                  <a:lnTo>
                    <a:pt x="1" y="9440"/>
                  </a:lnTo>
                  <a:lnTo>
                    <a:pt x="3953" y="9440"/>
                  </a:lnTo>
                  <a:lnTo>
                    <a:pt x="3953"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74"/>
            <p:cNvSpPr/>
            <p:nvPr/>
          </p:nvSpPr>
          <p:spPr>
            <a:xfrm>
              <a:off x="4152339" y="3354219"/>
              <a:ext cx="21111" cy="141355"/>
            </a:xfrm>
            <a:custGeom>
              <a:avLst/>
              <a:gdLst/>
              <a:ahLst/>
              <a:cxnLst/>
              <a:rect l="l" t="t" r="r" b="b"/>
              <a:pathLst>
                <a:path w="1410" h="9441" extrusionOk="0">
                  <a:moveTo>
                    <a:pt x="1" y="0"/>
                  </a:moveTo>
                  <a:lnTo>
                    <a:pt x="1" y="9440"/>
                  </a:lnTo>
                  <a:lnTo>
                    <a:pt x="1409" y="9440"/>
                  </a:lnTo>
                  <a:lnTo>
                    <a:pt x="1409"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74"/>
            <p:cNvSpPr/>
            <p:nvPr/>
          </p:nvSpPr>
          <p:spPr>
            <a:xfrm>
              <a:off x="4133459" y="3577713"/>
              <a:ext cx="99477" cy="36533"/>
            </a:xfrm>
            <a:custGeom>
              <a:avLst/>
              <a:gdLst/>
              <a:ahLst/>
              <a:cxnLst/>
              <a:rect l="l" t="t" r="r" b="b"/>
              <a:pathLst>
                <a:path w="6644" h="2440" extrusionOk="0">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74"/>
            <p:cNvSpPr/>
            <p:nvPr/>
          </p:nvSpPr>
          <p:spPr>
            <a:xfrm>
              <a:off x="4133459" y="3577713"/>
              <a:ext cx="97276" cy="19225"/>
            </a:xfrm>
            <a:custGeom>
              <a:avLst/>
              <a:gdLst/>
              <a:ahLst/>
              <a:cxnLst/>
              <a:rect l="l" t="t" r="r" b="b"/>
              <a:pathLst>
                <a:path w="6497" h="1284" extrusionOk="0">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74"/>
            <p:cNvSpPr/>
            <p:nvPr/>
          </p:nvSpPr>
          <p:spPr>
            <a:xfrm>
              <a:off x="4133459" y="3614231"/>
              <a:ext cx="73979" cy="28657"/>
            </a:xfrm>
            <a:custGeom>
              <a:avLst/>
              <a:gdLst/>
              <a:ahLst/>
              <a:cxnLst/>
              <a:rect l="l" t="t" r="r" b="b"/>
              <a:pathLst>
                <a:path w="4941" h="1914" extrusionOk="0">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74"/>
            <p:cNvSpPr/>
            <p:nvPr/>
          </p:nvSpPr>
          <p:spPr>
            <a:xfrm>
              <a:off x="4145736" y="3329664"/>
              <a:ext cx="71149" cy="11035"/>
            </a:xfrm>
            <a:custGeom>
              <a:avLst/>
              <a:gdLst/>
              <a:ahLst/>
              <a:cxnLst/>
              <a:rect l="l" t="t" r="r" b="b"/>
              <a:pathLst>
                <a:path w="4752" h="737" extrusionOk="0">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74"/>
            <p:cNvSpPr/>
            <p:nvPr/>
          </p:nvSpPr>
          <p:spPr>
            <a:xfrm>
              <a:off x="4161667" y="3329634"/>
              <a:ext cx="55219" cy="11080"/>
            </a:xfrm>
            <a:custGeom>
              <a:avLst/>
              <a:gdLst/>
              <a:ahLst/>
              <a:cxnLst/>
              <a:rect l="l" t="t" r="r" b="b"/>
              <a:pathLst>
                <a:path w="3688" h="740" extrusionOk="0">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74"/>
            <p:cNvSpPr/>
            <p:nvPr/>
          </p:nvSpPr>
          <p:spPr>
            <a:xfrm>
              <a:off x="4043744" y="3662712"/>
              <a:ext cx="224138" cy="22683"/>
            </a:xfrm>
            <a:custGeom>
              <a:avLst/>
              <a:gdLst/>
              <a:ahLst/>
              <a:cxnLst/>
              <a:rect l="l" t="t" r="r" b="b"/>
              <a:pathLst>
                <a:path w="14970" h="1515" extrusionOk="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74"/>
            <p:cNvSpPr/>
            <p:nvPr/>
          </p:nvSpPr>
          <p:spPr>
            <a:xfrm>
              <a:off x="4084035" y="3662712"/>
              <a:ext cx="183847" cy="22683"/>
            </a:xfrm>
            <a:custGeom>
              <a:avLst/>
              <a:gdLst/>
              <a:ahLst/>
              <a:cxnLst/>
              <a:rect l="l" t="t" r="r" b="b"/>
              <a:pathLst>
                <a:path w="12279" h="1515" extrusionOk="0">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74"/>
            <p:cNvSpPr/>
            <p:nvPr/>
          </p:nvSpPr>
          <p:spPr>
            <a:xfrm>
              <a:off x="4105131" y="3396396"/>
              <a:ext cx="30544" cy="25917"/>
            </a:xfrm>
            <a:custGeom>
              <a:avLst/>
              <a:gdLst/>
              <a:ahLst/>
              <a:cxnLst/>
              <a:rect l="l" t="t" r="r" b="b"/>
              <a:pathLst>
                <a:path w="2040" h="1731" extrusionOk="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74"/>
            <p:cNvSpPr/>
            <p:nvPr/>
          </p:nvSpPr>
          <p:spPr>
            <a:xfrm>
              <a:off x="4087179" y="3593135"/>
              <a:ext cx="30559" cy="25917"/>
            </a:xfrm>
            <a:custGeom>
              <a:avLst/>
              <a:gdLst/>
              <a:ahLst/>
              <a:cxnLst/>
              <a:rect l="l" t="t" r="r" b="b"/>
              <a:pathLst>
                <a:path w="2041" h="1731" extrusionOk="0">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4" name="Google Shape;9574;p74"/>
          <p:cNvGrpSpPr/>
          <p:nvPr/>
        </p:nvGrpSpPr>
        <p:grpSpPr>
          <a:xfrm>
            <a:off x="3954343" y="2899354"/>
            <a:ext cx="345655" cy="343529"/>
            <a:chOff x="3954343" y="2899354"/>
            <a:chExt cx="345655" cy="343529"/>
          </a:xfrm>
        </p:grpSpPr>
        <p:sp>
          <p:nvSpPr>
            <p:cNvPr id="9575" name="Google Shape;9575;p74"/>
            <p:cNvSpPr/>
            <p:nvPr/>
          </p:nvSpPr>
          <p:spPr>
            <a:xfrm>
              <a:off x="3954343" y="2899354"/>
              <a:ext cx="345655" cy="343529"/>
            </a:xfrm>
            <a:custGeom>
              <a:avLst/>
              <a:gdLst/>
              <a:ahLst/>
              <a:cxnLst/>
              <a:rect l="l" t="t" r="r" b="b"/>
              <a:pathLst>
                <a:path w="23086" h="22944" extrusionOk="0">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74"/>
            <p:cNvSpPr/>
            <p:nvPr/>
          </p:nvSpPr>
          <p:spPr>
            <a:xfrm>
              <a:off x="4210897" y="2911946"/>
              <a:ext cx="33434" cy="31502"/>
            </a:xfrm>
            <a:custGeom>
              <a:avLst/>
              <a:gdLst/>
              <a:ahLst/>
              <a:cxnLst/>
              <a:rect l="l" t="t" r="r" b="b"/>
              <a:pathLst>
                <a:path w="2233" h="2104" extrusionOk="0">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74"/>
            <p:cNvSpPr/>
            <p:nvPr/>
          </p:nvSpPr>
          <p:spPr>
            <a:xfrm>
              <a:off x="4186656" y="2936501"/>
              <a:ext cx="27834" cy="25049"/>
            </a:xfrm>
            <a:custGeom>
              <a:avLst/>
              <a:gdLst/>
              <a:ahLst/>
              <a:cxnLst/>
              <a:rect l="l" t="t" r="r" b="b"/>
              <a:pathLst>
                <a:path w="1859" h="1673" extrusionOk="0">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74"/>
            <p:cNvSpPr/>
            <p:nvPr/>
          </p:nvSpPr>
          <p:spPr>
            <a:xfrm>
              <a:off x="4162101" y="2960727"/>
              <a:ext cx="26501" cy="24600"/>
            </a:xfrm>
            <a:custGeom>
              <a:avLst/>
              <a:gdLst/>
              <a:ahLst/>
              <a:cxnLst/>
              <a:rect l="l" t="t" r="r" b="b"/>
              <a:pathLst>
                <a:path w="1770" h="1643" extrusionOk="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74"/>
            <p:cNvSpPr/>
            <p:nvPr/>
          </p:nvSpPr>
          <p:spPr>
            <a:xfrm>
              <a:off x="4137861" y="2985281"/>
              <a:ext cx="27834" cy="25064"/>
            </a:xfrm>
            <a:custGeom>
              <a:avLst/>
              <a:gdLst/>
              <a:ahLst/>
              <a:cxnLst/>
              <a:rect l="l" t="t" r="r" b="b"/>
              <a:pathLst>
                <a:path w="1859" h="1674" extrusionOk="0">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74"/>
            <p:cNvSpPr/>
            <p:nvPr/>
          </p:nvSpPr>
          <p:spPr>
            <a:xfrm>
              <a:off x="4113306" y="3009522"/>
              <a:ext cx="33434" cy="31517"/>
            </a:xfrm>
            <a:custGeom>
              <a:avLst/>
              <a:gdLst/>
              <a:ahLst/>
              <a:cxnLst/>
              <a:rect l="l" t="t" r="r" b="b"/>
              <a:pathLst>
                <a:path w="2233" h="2105" extrusionOk="0">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74"/>
            <p:cNvSpPr/>
            <p:nvPr/>
          </p:nvSpPr>
          <p:spPr>
            <a:xfrm>
              <a:off x="4089066" y="3034077"/>
              <a:ext cx="27504" cy="25184"/>
            </a:xfrm>
            <a:custGeom>
              <a:avLst/>
              <a:gdLst/>
              <a:ahLst/>
              <a:cxnLst/>
              <a:rect l="l" t="t" r="r" b="b"/>
              <a:pathLst>
                <a:path w="1837" h="1682" extrusionOk="0">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74"/>
            <p:cNvSpPr/>
            <p:nvPr/>
          </p:nvSpPr>
          <p:spPr>
            <a:xfrm>
              <a:off x="4064511" y="3058317"/>
              <a:ext cx="26516" cy="24585"/>
            </a:xfrm>
            <a:custGeom>
              <a:avLst/>
              <a:gdLst/>
              <a:ahLst/>
              <a:cxnLst/>
              <a:rect l="l" t="t" r="r" b="b"/>
              <a:pathLst>
                <a:path w="1771" h="1642" extrusionOk="0">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74"/>
            <p:cNvSpPr/>
            <p:nvPr/>
          </p:nvSpPr>
          <p:spPr>
            <a:xfrm>
              <a:off x="4040285" y="3082872"/>
              <a:ext cx="27729" cy="25184"/>
            </a:xfrm>
            <a:custGeom>
              <a:avLst/>
              <a:gdLst/>
              <a:ahLst/>
              <a:cxnLst/>
              <a:rect l="l" t="t" r="r" b="b"/>
              <a:pathLst>
                <a:path w="1852" h="1682" extrusionOk="0">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74"/>
            <p:cNvSpPr/>
            <p:nvPr/>
          </p:nvSpPr>
          <p:spPr>
            <a:xfrm>
              <a:off x="4015730" y="3107113"/>
              <a:ext cx="34751" cy="32281"/>
            </a:xfrm>
            <a:custGeom>
              <a:avLst/>
              <a:gdLst/>
              <a:ahLst/>
              <a:cxnLst/>
              <a:rect l="l" t="t" r="r" b="b"/>
              <a:pathLst>
                <a:path w="2321" h="2156" extrusionOk="0">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74"/>
            <p:cNvSpPr/>
            <p:nvPr/>
          </p:nvSpPr>
          <p:spPr>
            <a:xfrm>
              <a:off x="3991490" y="3131668"/>
              <a:ext cx="27789" cy="25318"/>
            </a:xfrm>
            <a:custGeom>
              <a:avLst/>
              <a:gdLst/>
              <a:ahLst/>
              <a:cxnLst/>
              <a:rect l="l" t="t" r="r" b="b"/>
              <a:pathLst>
                <a:path w="1856" h="1691" extrusionOk="0">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74"/>
            <p:cNvSpPr/>
            <p:nvPr/>
          </p:nvSpPr>
          <p:spPr>
            <a:xfrm>
              <a:off x="3966935" y="3155908"/>
              <a:ext cx="27834" cy="25348"/>
            </a:xfrm>
            <a:custGeom>
              <a:avLst/>
              <a:gdLst/>
              <a:ahLst/>
              <a:cxnLst/>
              <a:rect l="l" t="t" r="r" b="b"/>
              <a:pathLst>
                <a:path w="1859" h="1693" extrusionOk="0">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7" name="Google Shape;9587;p74"/>
          <p:cNvGrpSpPr/>
          <p:nvPr/>
        </p:nvGrpSpPr>
        <p:grpSpPr>
          <a:xfrm>
            <a:off x="2166043" y="3351344"/>
            <a:ext cx="369566" cy="349803"/>
            <a:chOff x="2166043" y="3351344"/>
            <a:chExt cx="369566" cy="349803"/>
          </a:xfrm>
        </p:grpSpPr>
        <p:sp>
          <p:nvSpPr>
            <p:cNvPr id="9588" name="Google Shape;9588;p74"/>
            <p:cNvSpPr/>
            <p:nvPr/>
          </p:nvSpPr>
          <p:spPr>
            <a:xfrm>
              <a:off x="2166357" y="3351344"/>
              <a:ext cx="369252" cy="349803"/>
            </a:xfrm>
            <a:custGeom>
              <a:avLst/>
              <a:gdLst/>
              <a:ahLst/>
              <a:cxnLst/>
              <a:rect l="l" t="t" r="r" b="b"/>
              <a:pathLst>
                <a:path w="24662" h="23363" extrusionOk="0">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74"/>
            <p:cNvSpPr/>
            <p:nvPr/>
          </p:nvSpPr>
          <p:spPr>
            <a:xfrm>
              <a:off x="2166043" y="3351344"/>
              <a:ext cx="353516" cy="335624"/>
            </a:xfrm>
            <a:custGeom>
              <a:avLst/>
              <a:gdLst/>
              <a:ahLst/>
              <a:cxnLst/>
              <a:rect l="l" t="t" r="r" b="b"/>
              <a:pathLst>
                <a:path w="23611" h="22416" extrusionOk="0">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74"/>
            <p:cNvSpPr/>
            <p:nvPr/>
          </p:nvSpPr>
          <p:spPr>
            <a:xfrm>
              <a:off x="2373487" y="3352332"/>
              <a:ext cx="159292" cy="158978"/>
            </a:xfrm>
            <a:custGeom>
              <a:avLst/>
              <a:gdLst/>
              <a:ahLst/>
              <a:cxnLst/>
              <a:rect l="l" t="t" r="r" b="b"/>
              <a:pathLst>
                <a:path w="10639" h="10618" extrusionOk="0">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74"/>
            <p:cNvSpPr/>
            <p:nvPr/>
          </p:nvSpPr>
          <p:spPr>
            <a:xfrm>
              <a:off x="2373487" y="3352332"/>
              <a:ext cx="71149" cy="45337"/>
            </a:xfrm>
            <a:custGeom>
              <a:avLst/>
              <a:gdLst/>
              <a:ahLst/>
              <a:cxnLst/>
              <a:rect l="l" t="t" r="r" b="b"/>
              <a:pathLst>
                <a:path w="4752" h="3028" extrusionOk="0">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74"/>
            <p:cNvSpPr/>
            <p:nvPr/>
          </p:nvSpPr>
          <p:spPr>
            <a:xfrm>
              <a:off x="2275596" y="3447587"/>
              <a:ext cx="166195" cy="157032"/>
            </a:xfrm>
            <a:custGeom>
              <a:avLst/>
              <a:gdLst/>
              <a:ahLst/>
              <a:cxnLst/>
              <a:rect l="l" t="t" r="r" b="b"/>
              <a:pathLst>
                <a:path w="11100" h="10488" extrusionOk="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74"/>
            <p:cNvSpPr/>
            <p:nvPr/>
          </p:nvSpPr>
          <p:spPr>
            <a:xfrm>
              <a:off x="2284191" y="3555853"/>
              <a:ext cx="46774" cy="42657"/>
            </a:xfrm>
            <a:custGeom>
              <a:avLst/>
              <a:gdLst/>
              <a:ahLst/>
              <a:cxnLst/>
              <a:rect l="l" t="t" r="r" b="b"/>
              <a:pathLst>
                <a:path w="3124" h="2849" extrusionOk="0">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74"/>
            <p:cNvSpPr/>
            <p:nvPr/>
          </p:nvSpPr>
          <p:spPr>
            <a:xfrm>
              <a:off x="2317235" y="3521342"/>
              <a:ext cx="47418" cy="43166"/>
            </a:xfrm>
            <a:custGeom>
              <a:avLst/>
              <a:gdLst/>
              <a:ahLst/>
              <a:cxnLst/>
              <a:rect l="l" t="t" r="r" b="b"/>
              <a:pathLst>
                <a:path w="3167" h="2883" extrusionOk="0">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74"/>
            <p:cNvSpPr/>
            <p:nvPr/>
          </p:nvSpPr>
          <p:spPr>
            <a:xfrm>
              <a:off x="2352121" y="3487863"/>
              <a:ext cx="46475" cy="42657"/>
            </a:xfrm>
            <a:custGeom>
              <a:avLst/>
              <a:gdLst/>
              <a:ahLst/>
              <a:cxnLst/>
              <a:rect l="l" t="t" r="r" b="b"/>
              <a:pathLst>
                <a:path w="3104" h="2849" extrusionOk="0">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74"/>
            <p:cNvSpPr/>
            <p:nvPr/>
          </p:nvSpPr>
          <p:spPr>
            <a:xfrm>
              <a:off x="2386108" y="3453861"/>
              <a:ext cx="46475" cy="42732"/>
            </a:xfrm>
            <a:custGeom>
              <a:avLst/>
              <a:gdLst/>
              <a:ahLst/>
              <a:cxnLst/>
              <a:rect l="l" t="t" r="r" b="b"/>
              <a:pathLst>
                <a:path w="3104" h="2854" extrusionOk="0">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7" name="Google Shape;9597;p74"/>
          <p:cNvGrpSpPr/>
          <p:nvPr/>
        </p:nvGrpSpPr>
        <p:grpSpPr>
          <a:xfrm>
            <a:off x="2619649" y="3352332"/>
            <a:ext cx="365793" cy="329275"/>
            <a:chOff x="2619649" y="3352332"/>
            <a:chExt cx="365793" cy="329275"/>
          </a:xfrm>
        </p:grpSpPr>
        <p:sp>
          <p:nvSpPr>
            <p:cNvPr id="9598" name="Google Shape;9598;p74"/>
            <p:cNvSpPr/>
            <p:nvPr/>
          </p:nvSpPr>
          <p:spPr>
            <a:xfrm>
              <a:off x="2707164" y="3352332"/>
              <a:ext cx="190765" cy="72437"/>
            </a:xfrm>
            <a:custGeom>
              <a:avLst/>
              <a:gdLst/>
              <a:ahLst/>
              <a:cxnLst/>
              <a:rect l="l" t="t" r="r" b="b"/>
              <a:pathLst>
                <a:path w="12741" h="4838" extrusionOk="0">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74"/>
            <p:cNvSpPr/>
            <p:nvPr/>
          </p:nvSpPr>
          <p:spPr>
            <a:xfrm>
              <a:off x="2743038" y="3358306"/>
              <a:ext cx="118687" cy="29301"/>
            </a:xfrm>
            <a:custGeom>
              <a:avLst/>
              <a:gdLst/>
              <a:ahLst/>
              <a:cxnLst/>
              <a:rect l="l" t="t" r="r" b="b"/>
              <a:pathLst>
                <a:path w="7927" h="1957" extrusionOk="0">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74"/>
            <p:cNvSpPr/>
            <p:nvPr/>
          </p:nvSpPr>
          <p:spPr>
            <a:xfrm>
              <a:off x="2632556" y="3552530"/>
              <a:ext cx="339666" cy="129078"/>
            </a:xfrm>
            <a:custGeom>
              <a:avLst/>
              <a:gdLst/>
              <a:ahLst/>
              <a:cxnLst/>
              <a:rect l="l" t="t" r="r" b="b"/>
              <a:pathLst>
                <a:path w="22686" h="8621" extrusionOk="0">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74"/>
            <p:cNvSpPr/>
            <p:nvPr/>
          </p:nvSpPr>
          <p:spPr>
            <a:xfrm>
              <a:off x="2632556" y="3552530"/>
              <a:ext cx="48810" cy="129078"/>
            </a:xfrm>
            <a:custGeom>
              <a:avLst/>
              <a:gdLst/>
              <a:ahLst/>
              <a:cxnLst/>
              <a:rect l="l" t="t" r="r" b="b"/>
              <a:pathLst>
                <a:path w="3260" h="8621" extrusionOk="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74"/>
            <p:cNvSpPr/>
            <p:nvPr/>
          </p:nvSpPr>
          <p:spPr>
            <a:xfrm>
              <a:off x="2632870" y="3552530"/>
              <a:ext cx="339352" cy="69907"/>
            </a:xfrm>
            <a:custGeom>
              <a:avLst/>
              <a:gdLst/>
              <a:ahLst/>
              <a:cxnLst/>
              <a:rect l="l" t="t" r="r" b="b"/>
              <a:pathLst>
                <a:path w="22665" h="4669" extrusionOk="0">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74"/>
            <p:cNvSpPr/>
            <p:nvPr/>
          </p:nvSpPr>
          <p:spPr>
            <a:xfrm>
              <a:off x="2619649" y="3415606"/>
              <a:ext cx="365793" cy="177544"/>
            </a:xfrm>
            <a:custGeom>
              <a:avLst/>
              <a:gdLst/>
              <a:ahLst/>
              <a:cxnLst/>
              <a:rect l="l" t="t" r="r" b="b"/>
              <a:pathLst>
                <a:path w="24431" h="11858" extrusionOk="0">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74"/>
            <p:cNvSpPr/>
            <p:nvPr/>
          </p:nvSpPr>
          <p:spPr>
            <a:xfrm>
              <a:off x="2619649" y="3415591"/>
              <a:ext cx="48167" cy="140113"/>
            </a:xfrm>
            <a:custGeom>
              <a:avLst/>
              <a:gdLst/>
              <a:ahLst/>
              <a:cxnLst/>
              <a:rect l="l" t="t" r="r" b="b"/>
              <a:pathLst>
                <a:path w="3217" h="9358" extrusionOk="0">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74"/>
            <p:cNvSpPr/>
            <p:nvPr/>
          </p:nvSpPr>
          <p:spPr>
            <a:xfrm>
              <a:off x="2726358" y="3508151"/>
              <a:ext cx="152061" cy="81540"/>
            </a:xfrm>
            <a:custGeom>
              <a:avLst/>
              <a:gdLst/>
              <a:ahLst/>
              <a:cxnLst/>
              <a:rect l="l" t="t" r="r" b="b"/>
              <a:pathLst>
                <a:path w="10156" h="5446" extrusionOk="0">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74"/>
            <p:cNvSpPr/>
            <p:nvPr/>
          </p:nvSpPr>
          <p:spPr>
            <a:xfrm>
              <a:off x="2770108" y="3553473"/>
              <a:ext cx="64861" cy="80926"/>
            </a:xfrm>
            <a:custGeom>
              <a:avLst/>
              <a:gdLst/>
              <a:ahLst/>
              <a:cxnLst/>
              <a:rect l="l" t="t" r="r" b="b"/>
              <a:pathLst>
                <a:path w="4332" h="5405" extrusionOk="0">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74"/>
            <p:cNvSpPr/>
            <p:nvPr/>
          </p:nvSpPr>
          <p:spPr>
            <a:xfrm>
              <a:off x="2787431" y="3572368"/>
              <a:ext cx="29915" cy="42821"/>
            </a:xfrm>
            <a:custGeom>
              <a:avLst/>
              <a:gdLst/>
              <a:ahLst/>
              <a:cxnLst/>
              <a:rect l="l" t="t" r="r" b="b"/>
              <a:pathLst>
                <a:path w="1998" h="2860" extrusionOk="0">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8" name="Google Shape;9608;p74"/>
          <p:cNvGrpSpPr/>
          <p:nvPr/>
        </p:nvGrpSpPr>
        <p:grpSpPr>
          <a:xfrm>
            <a:off x="1296135" y="1515240"/>
            <a:ext cx="340624" cy="351944"/>
            <a:chOff x="1293760" y="1498228"/>
            <a:chExt cx="340624" cy="351944"/>
          </a:xfrm>
        </p:grpSpPr>
        <p:sp>
          <p:nvSpPr>
            <p:cNvPr id="9609" name="Google Shape;9609;p74"/>
            <p:cNvSpPr/>
            <p:nvPr/>
          </p:nvSpPr>
          <p:spPr>
            <a:xfrm>
              <a:off x="1331535" y="1498228"/>
              <a:ext cx="265388" cy="71164"/>
            </a:xfrm>
            <a:custGeom>
              <a:avLst/>
              <a:gdLst/>
              <a:ahLst/>
              <a:cxnLst/>
              <a:rect l="l" t="t" r="r" b="b"/>
              <a:pathLst>
                <a:path w="17725" h="4753" extrusionOk="0">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74"/>
            <p:cNvSpPr/>
            <p:nvPr/>
          </p:nvSpPr>
          <p:spPr>
            <a:xfrm>
              <a:off x="1337839" y="1585353"/>
              <a:ext cx="69263" cy="67212"/>
            </a:xfrm>
            <a:custGeom>
              <a:avLst/>
              <a:gdLst/>
              <a:ahLst/>
              <a:cxnLst/>
              <a:rect l="l" t="t" r="r" b="b"/>
              <a:pathLst>
                <a:path w="4626" h="4489" extrusionOk="0">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74"/>
            <p:cNvSpPr/>
            <p:nvPr/>
          </p:nvSpPr>
          <p:spPr>
            <a:xfrm>
              <a:off x="1521042" y="1585353"/>
              <a:ext cx="69577" cy="67212"/>
            </a:xfrm>
            <a:custGeom>
              <a:avLst/>
              <a:gdLst/>
              <a:ahLst/>
              <a:cxnLst/>
              <a:rect l="l" t="t" r="r" b="b"/>
              <a:pathLst>
                <a:path w="4647" h="4489" extrusionOk="0">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74"/>
            <p:cNvSpPr/>
            <p:nvPr/>
          </p:nvSpPr>
          <p:spPr>
            <a:xfrm>
              <a:off x="1349173" y="1766505"/>
              <a:ext cx="87514" cy="83666"/>
            </a:xfrm>
            <a:custGeom>
              <a:avLst/>
              <a:gdLst/>
              <a:ahLst/>
              <a:cxnLst/>
              <a:rect l="l" t="t" r="r" b="b"/>
              <a:pathLst>
                <a:path w="5845" h="5588" extrusionOk="0">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74"/>
            <p:cNvSpPr/>
            <p:nvPr/>
          </p:nvSpPr>
          <p:spPr>
            <a:xfrm>
              <a:off x="1491457" y="1766505"/>
              <a:ext cx="87829" cy="83666"/>
            </a:xfrm>
            <a:custGeom>
              <a:avLst/>
              <a:gdLst/>
              <a:ahLst/>
              <a:cxnLst/>
              <a:rect l="l" t="t" r="r" b="b"/>
              <a:pathLst>
                <a:path w="5866" h="5588" extrusionOk="0">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74"/>
            <p:cNvSpPr/>
            <p:nvPr/>
          </p:nvSpPr>
          <p:spPr>
            <a:xfrm>
              <a:off x="1342870" y="1588257"/>
              <a:ext cx="242405" cy="242405"/>
            </a:xfrm>
            <a:custGeom>
              <a:avLst/>
              <a:gdLst/>
              <a:ahLst/>
              <a:cxnLst/>
              <a:rect l="l" t="t" r="r" b="b"/>
              <a:pathLst>
                <a:path w="16190" h="16190" extrusionOk="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74"/>
            <p:cNvSpPr/>
            <p:nvPr/>
          </p:nvSpPr>
          <p:spPr>
            <a:xfrm>
              <a:off x="1364205" y="1611420"/>
              <a:ext cx="208792" cy="196334"/>
            </a:xfrm>
            <a:custGeom>
              <a:avLst/>
              <a:gdLst/>
              <a:ahLst/>
              <a:cxnLst/>
              <a:rect l="l" t="t" r="r" b="b"/>
              <a:pathLst>
                <a:path w="13945" h="13113" extrusionOk="0">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74"/>
            <p:cNvSpPr/>
            <p:nvPr/>
          </p:nvSpPr>
          <p:spPr>
            <a:xfrm>
              <a:off x="1402370" y="1612812"/>
              <a:ext cx="187620" cy="192981"/>
            </a:xfrm>
            <a:custGeom>
              <a:avLst/>
              <a:gdLst/>
              <a:ahLst/>
              <a:cxnLst/>
              <a:rect l="l" t="t" r="r" b="b"/>
              <a:pathLst>
                <a:path w="12531" h="12889" extrusionOk="0">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74"/>
            <p:cNvSpPr/>
            <p:nvPr/>
          </p:nvSpPr>
          <p:spPr>
            <a:xfrm>
              <a:off x="1449893" y="1635795"/>
              <a:ext cx="26456" cy="94447"/>
            </a:xfrm>
            <a:custGeom>
              <a:avLst/>
              <a:gdLst/>
              <a:ahLst/>
              <a:cxnLst/>
              <a:rect l="l" t="t" r="r" b="b"/>
              <a:pathLst>
                <a:path w="1767" h="6308" extrusionOk="0">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74"/>
            <p:cNvSpPr/>
            <p:nvPr/>
          </p:nvSpPr>
          <p:spPr>
            <a:xfrm>
              <a:off x="1448635" y="1704414"/>
              <a:ext cx="65175" cy="62660"/>
            </a:xfrm>
            <a:custGeom>
              <a:avLst/>
              <a:gdLst/>
              <a:ahLst/>
              <a:cxnLst/>
              <a:rect l="l" t="t" r="r" b="b"/>
              <a:pathLst>
                <a:path w="4353" h="4185" extrusionOk="0">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74"/>
            <p:cNvSpPr/>
            <p:nvPr/>
          </p:nvSpPr>
          <p:spPr>
            <a:xfrm>
              <a:off x="1293760" y="1542382"/>
              <a:ext cx="95405" cy="89655"/>
            </a:xfrm>
            <a:custGeom>
              <a:avLst/>
              <a:gdLst/>
              <a:ahLst/>
              <a:cxnLst/>
              <a:rect l="l" t="t" r="r" b="b"/>
              <a:pathLst>
                <a:path w="6372" h="5988" extrusionOk="0">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74"/>
            <p:cNvSpPr/>
            <p:nvPr/>
          </p:nvSpPr>
          <p:spPr>
            <a:xfrm>
              <a:off x="1309511" y="1542382"/>
              <a:ext cx="77453" cy="61552"/>
            </a:xfrm>
            <a:custGeom>
              <a:avLst/>
              <a:gdLst/>
              <a:ahLst/>
              <a:cxnLst/>
              <a:rect l="l" t="t" r="r" b="b"/>
              <a:pathLst>
                <a:path w="5173" h="4111" extrusionOk="0">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1" name="Google Shape;9621;p74"/>
            <p:cNvSpPr/>
            <p:nvPr/>
          </p:nvSpPr>
          <p:spPr>
            <a:xfrm>
              <a:off x="1538350" y="1542546"/>
              <a:ext cx="96034" cy="89551"/>
            </a:xfrm>
            <a:custGeom>
              <a:avLst/>
              <a:gdLst/>
              <a:ahLst/>
              <a:cxnLst/>
              <a:rect l="l" t="t" r="r" b="b"/>
              <a:pathLst>
                <a:path w="6414" h="5981" extrusionOk="0">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74"/>
            <p:cNvSpPr/>
            <p:nvPr/>
          </p:nvSpPr>
          <p:spPr>
            <a:xfrm>
              <a:off x="1565735" y="1550167"/>
              <a:ext cx="68649" cy="80283"/>
            </a:xfrm>
            <a:custGeom>
              <a:avLst/>
              <a:gdLst/>
              <a:ahLst/>
              <a:cxnLst/>
              <a:rect l="l" t="t" r="r" b="b"/>
              <a:pathLst>
                <a:path w="4585" h="5362" extrusionOk="0">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3" name="Google Shape;9623;p74"/>
          <p:cNvGrpSpPr/>
          <p:nvPr/>
        </p:nvGrpSpPr>
        <p:grpSpPr>
          <a:xfrm>
            <a:off x="849601" y="1952074"/>
            <a:ext cx="406713" cy="383745"/>
            <a:chOff x="849601" y="1952074"/>
            <a:chExt cx="406713" cy="383745"/>
          </a:xfrm>
        </p:grpSpPr>
        <p:sp>
          <p:nvSpPr>
            <p:cNvPr id="9624" name="Google Shape;9624;p74"/>
            <p:cNvSpPr/>
            <p:nvPr/>
          </p:nvSpPr>
          <p:spPr>
            <a:xfrm>
              <a:off x="849601" y="2240819"/>
              <a:ext cx="130650" cy="95001"/>
            </a:xfrm>
            <a:custGeom>
              <a:avLst/>
              <a:gdLst/>
              <a:ahLst/>
              <a:cxnLst/>
              <a:rect l="l" t="t" r="r" b="b"/>
              <a:pathLst>
                <a:path w="8726" h="6345" extrusionOk="0">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74"/>
            <p:cNvSpPr/>
            <p:nvPr/>
          </p:nvSpPr>
          <p:spPr>
            <a:xfrm>
              <a:off x="875728" y="2284494"/>
              <a:ext cx="75252" cy="51326"/>
            </a:xfrm>
            <a:custGeom>
              <a:avLst/>
              <a:gdLst/>
              <a:ahLst/>
              <a:cxnLst/>
              <a:rect l="l" t="t" r="r" b="b"/>
              <a:pathLst>
                <a:path w="5026" h="3428" extrusionOk="0">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74"/>
            <p:cNvSpPr/>
            <p:nvPr/>
          </p:nvSpPr>
          <p:spPr>
            <a:xfrm>
              <a:off x="890520" y="2158335"/>
              <a:ext cx="156777" cy="155519"/>
            </a:xfrm>
            <a:custGeom>
              <a:avLst/>
              <a:gdLst/>
              <a:ahLst/>
              <a:cxnLst/>
              <a:rect l="l" t="t" r="r" b="b"/>
              <a:pathLst>
                <a:path w="10471" h="10387" extrusionOk="0">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74"/>
            <p:cNvSpPr/>
            <p:nvPr/>
          </p:nvSpPr>
          <p:spPr>
            <a:xfrm>
              <a:off x="890206" y="2158335"/>
              <a:ext cx="157091" cy="138840"/>
            </a:xfrm>
            <a:custGeom>
              <a:avLst/>
              <a:gdLst/>
              <a:ahLst/>
              <a:cxnLst/>
              <a:rect l="l" t="t" r="r" b="b"/>
              <a:pathLst>
                <a:path w="10492" h="9273" extrusionOk="0">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74"/>
            <p:cNvSpPr/>
            <p:nvPr/>
          </p:nvSpPr>
          <p:spPr>
            <a:xfrm>
              <a:off x="903741" y="1952074"/>
              <a:ext cx="352572" cy="349817"/>
            </a:xfrm>
            <a:custGeom>
              <a:avLst/>
              <a:gdLst/>
              <a:ahLst/>
              <a:cxnLst/>
              <a:rect l="l" t="t" r="r" b="b"/>
              <a:pathLst>
                <a:path w="23548" h="23364" extrusionOk="0">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74"/>
            <p:cNvSpPr/>
            <p:nvPr/>
          </p:nvSpPr>
          <p:spPr>
            <a:xfrm>
              <a:off x="903741" y="1952074"/>
              <a:ext cx="258141" cy="227372"/>
            </a:xfrm>
            <a:custGeom>
              <a:avLst/>
              <a:gdLst/>
              <a:ahLst/>
              <a:cxnLst/>
              <a:rect l="l" t="t" r="r" b="b"/>
              <a:pathLst>
                <a:path w="17241" h="15186" extrusionOk="0">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74"/>
            <p:cNvSpPr/>
            <p:nvPr/>
          </p:nvSpPr>
          <p:spPr>
            <a:xfrm>
              <a:off x="989054" y="2039274"/>
              <a:ext cx="178817" cy="175268"/>
            </a:xfrm>
            <a:custGeom>
              <a:avLst/>
              <a:gdLst/>
              <a:ahLst/>
              <a:cxnLst/>
              <a:rect l="l" t="t" r="r" b="b"/>
              <a:pathLst>
                <a:path w="11943" h="11706" extrusionOk="0">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1" name="Google Shape;9631;p74"/>
          <p:cNvGrpSpPr/>
          <p:nvPr/>
        </p:nvGrpSpPr>
        <p:grpSpPr>
          <a:xfrm>
            <a:off x="2253871" y="2893365"/>
            <a:ext cx="203985" cy="355417"/>
            <a:chOff x="2253871" y="2893365"/>
            <a:chExt cx="203985" cy="355417"/>
          </a:xfrm>
        </p:grpSpPr>
        <p:sp>
          <p:nvSpPr>
            <p:cNvPr id="9632" name="Google Shape;9632;p74"/>
            <p:cNvSpPr/>
            <p:nvPr/>
          </p:nvSpPr>
          <p:spPr>
            <a:xfrm>
              <a:off x="2329722" y="3200915"/>
              <a:ext cx="51326" cy="47553"/>
            </a:xfrm>
            <a:custGeom>
              <a:avLst/>
              <a:gdLst/>
              <a:ahLst/>
              <a:cxnLst/>
              <a:rect l="l" t="t" r="r" b="b"/>
              <a:pathLst>
                <a:path w="3428" h="3176" extrusionOk="0">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74"/>
            <p:cNvSpPr/>
            <p:nvPr/>
          </p:nvSpPr>
          <p:spPr>
            <a:xfrm>
              <a:off x="2342628" y="3200915"/>
              <a:ext cx="38419" cy="47867"/>
            </a:xfrm>
            <a:custGeom>
              <a:avLst/>
              <a:gdLst/>
              <a:ahLst/>
              <a:cxnLst/>
              <a:rect l="l" t="t" r="r" b="b"/>
              <a:pathLst>
                <a:path w="2566" h="3197" extrusionOk="0">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74"/>
            <p:cNvSpPr/>
            <p:nvPr/>
          </p:nvSpPr>
          <p:spPr>
            <a:xfrm>
              <a:off x="2253871" y="2893365"/>
              <a:ext cx="203985" cy="326775"/>
            </a:xfrm>
            <a:custGeom>
              <a:avLst/>
              <a:gdLst/>
              <a:ahLst/>
              <a:cxnLst/>
              <a:rect l="l" t="t" r="r" b="b"/>
              <a:pathLst>
                <a:path w="13624" h="21825" extrusionOk="0">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74"/>
            <p:cNvSpPr/>
            <p:nvPr/>
          </p:nvSpPr>
          <p:spPr>
            <a:xfrm>
              <a:off x="2326578" y="2893365"/>
              <a:ext cx="131279" cy="326775"/>
            </a:xfrm>
            <a:custGeom>
              <a:avLst/>
              <a:gdLst/>
              <a:ahLst/>
              <a:cxnLst/>
              <a:rect l="l" t="t" r="r" b="b"/>
              <a:pathLst>
                <a:path w="8768" h="21825" extrusionOk="0">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74"/>
            <p:cNvSpPr/>
            <p:nvPr/>
          </p:nvSpPr>
          <p:spPr>
            <a:xfrm>
              <a:off x="2350504" y="2893365"/>
              <a:ext cx="10720" cy="58093"/>
            </a:xfrm>
            <a:custGeom>
              <a:avLst/>
              <a:gdLst/>
              <a:ahLst/>
              <a:cxnLst/>
              <a:rect l="l" t="t" r="r" b="b"/>
              <a:pathLst>
                <a:path w="716" h="3880" extrusionOk="0">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74"/>
            <p:cNvSpPr/>
            <p:nvPr/>
          </p:nvSpPr>
          <p:spPr>
            <a:xfrm>
              <a:off x="2330036" y="2946248"/>
              <a:ext cx="51326" cy="50068"/>
            </a:xfrm>
            <a:custGeom>
              <a:avLst/>
              <a:gdLst/>
              <a:ahLst/>
              <a:cxnLst/>
              <a:rect l="l" t="t" r="r" b="b"/>
              <a:pathLst>
                <a:path w="3428" h="3344" extrusionOk="0">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74"/>
            <p:cNvSpPr/>
            <p:nvPr/>
          </p:nvSpPr>
          <p:spPr>
            <a:xfrm>
              <a:off x="2342943" y="2946248"/>
              <a:ext cx="38419" cy="49754"/>
            </a:xfrm>
            <a:custGeom>
              <a:avLst/>
              <a:gdLst/>
              <a:ahLst/>
              <a:cxnLst/>
              <a:rect l="l" t="t" r="r" b="b"/>
              <a:pathLst>
                <a:path w="2566" h="3323" extrusionOk="0">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74"/>
            <p:cNvSpPr/>
            <p:nvPr/>
          </p:nvSpPr>
          <p:spPr>
            <a:xfrm>
              <a:off x="2254186" y="3012037"/>
              <a:ext cx="32116" cy="118073"/>
            </a:xfrm>
            <a:custGeom>
              <a:avLst/>
              <a:gdLst/>
              <a:ahLst/>
              <a:cxnLst/>
              <a:rect l="l" t="t" r="r" b="b"/>
              <a:pathLst>
                <a:path w="2145" h="7886" extrusionOk="0">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74"/>
            <p:cNvSpPr/>
            <p:nvPr/>
          </p:nvSpPr>
          <p:spPr>
            <a:xfrm>
              <a:off x="2255758" y="3012037"/>
              <a:ext cx="30544" cy="117759"/>
            </a:xfrm>
            <a:custGeom>
              <a:avLst/>
              <a:gdLst/>
              <a:ahLst/>
              <a:cxnLst/>
              <a:rect l="l" t="t" r="r" b="b"/>
              <a:pathLst>
                <a:path w="2040" h="7865" extrusionOk="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74"/>
            <p:cNvSpPr/>
            <p:nvPr/>
          </p:nvSpPr>
          <p:spPr>
            <a:xfrm>
              <a:off x="2425426" y="3012037"/>
              <a:ext cx="32430" cy="118073"/>
            </a:xfrm>
            <a:custGeom>
              <a:avLst/>
              <a:gdLst/>
              <a:ahLst/>
              <a:cxnLst/>
              <a:rect l="l" t="t" r="r" b="b"/>
              <a:pathLst>
                <a:path w="2166" h="7886" extrusionOk="0">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74"/>
            <p:cNvSpPr/>
            <p:nvPr/>
          </p:nvSpPr>
          <p:spPr>
            <a:xfrm>
              <a:off x="2441791" y="3012037"/>
              <a:ext cx="16065" cy="118073"/>
            </a:xfrm>
            <a:custGeom>
              <a:avLst/>
              <a:gdLst/>
              <a:ahLst/>
              <a:cxnLst/>
              <a:rect l="l" t="t" r="r" b="b"/>
              <a:pathLst>
                <a:path w="1073" h="7886" extrusionOk="0">
                  <a:moveTo>
                    <a:pt x="1" y="1"/>
                  </a:moveTo>
                  <a:lnTo>
                    <a:pt x="1" y="7885"/>
                  </a:lnTo>
                  <a:lnTo>
                    <a:pt x="1073" y="7885"/>
                  </a:lnTo>
                  <a:lnTo>
                    <a:pt x="1073"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3" name="Google Shape;9643;p74"/>
          <p:cNvGrpSpPr/>
          <p:nvPr/>
        </p:nvGrpSpPr>
        <p:grpSpPr>
          <a:xfrm>
            <a:off x="2191541" y="2408601"/>
            <a:ext cx="308823" cy="342571"/>
            <a:chOff x="2191541" y="2408601"/>
            <a:chExt cx="308823" cy="342571"/>
          </a:xfrm>
        </p:grpSpPr>
        <p:sp>
          <p:nvSpPr>
            <p:cNvPr id="9644" name="Google Shape;9644;p74"/>
            <p:cNvSpPr/>
            <p:nvPr/>
          </p:nvSpPr>
          <p:spPr>
            <a:xfrm>
              <a:off x="2222384" y="2722754"/>
              <a:ext cx="22054" cy="28418"/>
            </a:xfrm>
            <a:custGeom>
              <a:avLst/>
              <a:gdLst/>
              <a:ahLst/>
              <a:cxnLst/>
              <a:rect l="l" t="t" r="r" b="b"/>
              <a:pathLst>
                <a:path w="1473" h="1898" extrusionOk="0">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74"/>
            <p:cNvSpPr/>
            <p:nvPr/>
          </p:nvSpPr>
          <p:spPr>
            <a:xfrm>
              <a:off x="2447451" y="2724640"/>
              <a:ext cx="22054" cy="26456"/>
            </a:xfrm>
            <a:custGeom>
              <a:avLst/>
              <a:gdLst/>
              <a:ahLst/>
              <a:cxnLst/>
              <a:rect l="l" t="t" r="r" b="b"/>
              <a:pathLst>
                <a:path w="1473" h="1767" extrusionOk="0">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74"/>
            <p:cNvSpPr/>
            <p:nvPr/>
          </p:nvSpPr>
          <p:spPr>
            <a:xfrm>
              <a:off x="2191541" y="2611313"/>
              <a:ext cx="308823" cy="16709"/>
            </a:xfrm>
            <a:custGeom>
              <a:avLst/>
              <a:gdLst/>
              <a:ahLst/>
              <a:cxnLst/>
              <a:rect l="l" t="t" r="r" b="b"/>
              <a:pathLst>
                <a:path w="20626" h="1116" extrusionOk="0">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74"/>
            <p:cNvSpPr/>
            <p:nvPr/>
          </p:nvSpPr>
          <p:spPr>
            <a:xfrm>
              <a:off x="2211993" y="2470287"/>
              <a:ext cx="140412" cy="263052"/>
            </a:xfrm>
            <a:custGeom>
              <a:avLst/>
              <a:gdLst/>
              <a:ahLst/>
              <a:cxnLst/>
              <a:rect l="l" t="t" r="r" b="b"/>
              <a:pathLst>
                <a:path w="9378" h="17569" extrusionOk="0">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74"/>
            <p:cNvSpPr/>
            <p:nvPr/>
          </p:nvSpPr>
          <p:spPr>
            <a:xfrm>
              <a:off x="2233718" y="2470287"/>
              <a:ext cx="118687" cy="262917"/>
            </a:xfrm>
            <a:custGeom>
              <a:avLst/>
              <a:gdLst/>
              <a:ahLst/>
              <a:cxnLst/>
              <a:rect l="l" t="t" r="r" b="b"/>
              <a:pathLst>
                <a:path w="7927" h="17560" extrusionOk="0">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74"/>
            <p:cNvSpPr/>
            <p:nvPr/>
          </p:nvSpPr>
          <p:spPr>
            <a:xfrm>
              <a:off x="2339484" y="2470287"/>
              <a:ext cx="140098" cy="263052"/>
            </a:xfrm>
            <a:custGeom>
              <a:avLst/>
              <a:gdLst/>
              <a:ahLst/>
              <a:cxnLst/>
              <a:rect l="l" t="t" r="r" b="b"/>
              <a:pathLst>
                <a:path w="9357" h="17569" extrusionOk="0">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74"/>
            <p:cNvSpPr/>
            <p:nvPr/>
          </p:nvSpPr>
          <p:spPr>
            <a:xfrm>
              <a:off x="2339484" y="2470287"/>
              <a:ext cx="140412" cy="257512"/>
            </a:xfrm>
            <a:custGeom>
              <a:avLst/>
              <a:gdLst/>
              <a:ahLst/>
              <a:cxnLst/>
              <a:rect l="l" t="t" r="r" b="b"/>
              <a:pathLst>
                <a:path w="9378" h="17199" extrusionOk="0">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74"/>
            <p:cNvSpPr/>
            <p:nvPr/>
          </p:nvSpPr>
          <p:spPr>
            <a:xfrm>
              <a:off x="2328150" y="2408601"/>
              <a:ext cx="35275" cy="32116"/>
            </a:xfrm>
            <a:custGeom>
              <a:avLst/>
              <a:gdLst/>
              <a:ahLst/>
              <a:cxnLst/>
              <a:rect l="l" t="t" r="r" b="b"/>
              <a:pathLst>
                <a:path w="2356" h="2145" extrusionOk="0">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74"/>
            <p:cNvSpPr/>
            <p:nvPr/>
          </p:nvSpPr>
          <p:spPr>
            <a:xfrm>
              <a:off x="2291632" y="2434728"/>
              <a:ext cx="94776" cy="80911"/>
            </a:xfrm>
            <a:custGeom>
              <a:avLst/>
              <a:gdLst/>
              <a:ahLst/>
              <a:cxnLst/>
              <a:rect l="l" t="t" r="r" b="b"/>
              <a:pathLst>
                <a:path w="6330" h="5404" extrusionOk="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74"/>
            <p:cNvSpPr/>
            <p:nvPr/>
          </p:nvSpPr>
          <p:spPr>
            <a:xfrm>
              <a:off x="2336025" y="2434728"/>
              <a:ext cx="53212" cy="80911"/>
            </a:xfrm>
            <a:custGeom>
              <a:avLst/>
              <a:gdLst/>
              <a:ahLst/>
              <a:cxnLst/>
              <a:rect l="l" t="t" r="r" b="b"/>
              <a:pathLst>
                <a:path w="3554" h="5404" extrusionOk="0">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74"/>
            <p:cNvSpPr/>
            <p:nvPr/>
          </p:nvSpPr>
          <p:spPr>
            <a:xfrm>
              <a:off x="2324691" y="2459283"/>
              <a:ext cx="36847" cy="31637"/>
            </a:xfrm>
            <a:custGeom>
              <a:avLst/>
              <a:gdLst/>
              <a:ahLst/>
              <a:cxnLst/>
              <a:rect l="l" t="t" r="r" b="b"/>
              <a:pathLst>
                <a:path w="2461" h="2113" extrusionOk="0">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74"/>
            <p:cNvSpPr/>
            <p:nvPr/>
          </p:nvSpPr>
          <p:spPr>
            <a:xfrm>
              <a:off x="2328464" y="2591804"/>
              <a:ext cx="34961" cy="56042"/>
            </a:xfrm>
            <a:custGeom>
              <a:avLst/>
              <a:gdLst/>
              <a:ahLst/>
              <a:cxnLst/>
              <a:rect l="l" t="t" r="r" b="b"/>
              <a:pathLst>
                <a:path w="2335" h="3743" extrusionOk="0">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74"/>
            <p:cNvSpPr/>
            <p:nvPr/>
          </p:nvSpPr>
          <p:spPr>
            <a:xfrm>
              <a:off x="2339484" y="2591804"/>
              <a:ext cx="23941" cy="56042"/>
            </a:xfrm>
            <a:custGeom>
              <a:avLst/>
              <a:gdLst/>
              <a:ahLst/>
              <a:cxnLst/>
              <a:rect l="l" t="t" r="r" b="b"/>
              <a:pathLst>
                <a:path w="1599" h="3743" extrusionOk="0">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7" name="Google Shape;9657;p74"/>
          <p:cNvGrpSpPr/>
          <p:nvPr/>
        </p:nvGrpSpPr>
        <p:grpSpPr>
          <a:xfrm>
            <a:off x="847400" y="1503588"/>
            <a:ext cx="342496" cy="341553"/>
            <a:chOff x="847400" y="1503588"/>
            <a:chExt cx="342496" cy="341553"/>
          </a:xfrm>
        </p:grpSpPr>
        <p:sp>
          <p:nvSpPr>
            <p:cNvPr id="9658" name="Google Shape;9658;p74"/>
            <p:cNvSpPr/>
            <p:nvPr/>
          </p:nvSpPr>
          <p:spPr>
            <a:xfrm>
              <a:off x="989998" y="1503588"/>
              <a:ext cx="57300" cy="31487"/>
            </a:xfrm>
            <a:custGeom>
              <a:avLst/>
              <a:gdLst/>
              <a:ahLst/>
              <a:cxnLst/>
              <a:rect l="l" t="t" r="r" b="b"/>
              <a:pathLst>
                <a:path w="3827" h="2103" extrusionOk="0">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74"/>
            <p:cNvSpPr/>
            <p:nvPr/>
          </p:nvSpPr>
          <p:spPr>
            <a:xfrm>
              <a:off x="1025572" y="1503588"/>
              <a:ext cx="21725" cy="31487"/>
            </a:xfrm>
            <a:custGeom>
              <a:avLst/>
              <a:gdLst/>
              <a:ahLst/>
              <a:cxnLst/>
              <a:rect l="l" t="t" r="r" b="b"/>
              <a:pathLst>
                <a:path w="1451" h="2103" extrusionOk="0">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74"/>
            <p:cNvSpPr/>
            <p:nvPr/>
          </p:nvSpPr>
          <p:spPr>
            <a:xfrm>
              <a:off x="867538" y="1552368"/>
              <a:ext cx="302220" cy="183233"/>
            </a:xfrm>
            <a:custGeom>
              <a:avLst/>
              <a:gdLst/>
              <a:ahLst/>
              <a:cxnLst/>
              <a:rect l="l" t="t" r="r" b="b"/>
              <a:pathLst>
                <a:path w="20185" h="12238" extrusionOk="0">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74"/>
            <p:cNvSpPr/>
            <p:nvPr/>
          </p:nvSpPr>
          <p:spPr>
            <a:xfrm>
              <a:off x="1149275" y="1552368"/>
              <a:ext cx="20482" cy="183233"/>
            </a:xfrm>
            <a:custGeom>
              <a:avLst/>
              <a:gdLst/>
              <a:ahLst/>
              <a:cxnLst/>
              <a:rect l="l" t="t" r="r" b="b"/>
              <a:pathLst>
                <a:path w="1368" h="12238" extrusionOk="0">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74"/>
            <p:cNvSpPr/>
            <p:nvPr/>
          </p:nvSpPr>
          <p:spPr>
            <a:xfrm>
              <a:off x="847400" y="1524984"/>
              <a:ext cx="342496" cy="37476"/>
            </a:xfrm>
            <a:custGeom>
              <a:avLst/>
              <a:gdLst/>
              <a:ahLst/>
              <a:cxnLst/>
              <a:rect l="l" t="t" r="r" b="b"/>
              <a:pathLst>
                <a:path w="22875" h="2503" extrusionOk="0">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74"/>
            <p:cNvSpPr/>
            <p:nvPr/>
          </p:nvSpPr>
          <p:spPr>
            <a:xfrm>
              <a:off x="950964" y="1790042"/>
              <a:ext cx="135366" cy="31487"/>
            </a:xfrm>
            <a:custGeom>
              <a:avLst/>
              <a:gdLst/>
              <a:ahLst/>
              <a:cxnLst/>
              <a:rect l="l" t="t" r="r" b="b"/>
              <a:pathLst>
                <a:path w="9041" h="2103" extrusionOk="0">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74"/>
            <p:cNvSpPr/>
            <p:nvPr/>
          </p:nvSpPr>
          <p:spPr>
            <a:xfrm>
              <a:off x="911931" y="1752581"/>
              <a:ext cx="82798" cy="92560"/>
            </a:xfrm>
            <a:custGeom>
              <a:avLst/>
              <a:gdLst/>
              <a:ahLst/>
              <a:cxnLst/>
              <a:rect l="l" t="t" r="r" b="b"/>
              <a:pathLst>
                <a:path w="5530" h="6182" extrusionOk="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74"/>
            <p:cNvSpPr/>
            <p:nvPr/>
          </p:nvSpPr>
          <p:spPr>
            <a:xfrm>
              <a:off x="1041623" y="1752850"/>
              <a:ext cx="83741" cy="92290"/>
            </a:xfrm>
            <a:custGeom>
              <a:avLst/>
              <a:gdLst/>
              <a:ahLst/>
              <a:cxnLst/>
              <a:rect l="l" t="t" r="r" b="b"/>
              <a:pathLst>
                <a:path w="5593" h="6164" extrusionOk="0">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74"/>
            <p:cNvSpPr/>
            <p:nvPr/>
          </p:nvSpPr>
          <p:spPr>
            <a:xfrm>
              <a:off x="949392" y="1752850"/>
              <a:ext cx="46535" cy="20198"/>
            </a:xfrm>
            <a:custGeom>
              <a:avLst/>
              <a:gdLst/>
              <a:ahLst/>
              <a:cxnLst/>
              <a:rect l="l" t="t" r="r" b="b"/>
              <a:pathLst>
                <a:path w="3108" h="1349" extrusionOk="0">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74"/>
            <p:cNvSpPr/>
            <p:nvPr/>
          </p:nvSpPr>
          <p:spPr>
            <a:xfrm>
              <a:off x="1041623" y="1752850"/>
              <a:ext cx="46280" cy="20198"/>
            </a:xfrm>
            <a:custGeom>
              <a:avLst/>
              <a:gdLst/>
              <a:ahLst/>
              <a:cxnLst/>
              <a:rect l="l" t="t" r="r" b="b"/>
              <a:pathLst>
                <a:path w="3091" h="1349" extrusionOk="0">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74"/>
            <p:cNvSpPr/>
            <p:nvPr/>
          </p:nvSpPr>
          <p:spPr>
            <a:xfrm>
              <a:off x="847400" y="1725510"/>
              <a:ext cx="342496" cy="37162"/>
            </a:xfrm>
            <a:custGeom>
              <a:avLst/>
              <a:gdLst/>
              <a:ahLst/>
              <a:cxnLst/>
              <a:rect l="l" t="t" r="r" b="b"/>
              <a:pathLst>
                <a:path w="22875" h="2482" extrusionOk="0">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74"/>
            <p:cNvSpPr/>
            <p:nvPr/>
          </p:nvSpPr>
          <p:spPr>
            <a:xfrm>
              <a:off x="1168799" y="1524984"/>
              <a:ext cx="21096" cy="37476"/>
            </a:xfrm>
            <a:custGeom>
              <a:avLst/>
              <a:gdLst/>
              <a:ahLst/>
              <a:cxnLst/>
              <a:rect l="l" t="t" r="r" b="b"/>
              <a:pathLst>
                <a:path w="1409" h="2503" extrusionOk="0">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74"/>
            <p:cNvSpPr/>
            <p:nvPr/>
          </p:nvSpPr>
          <p:spPr>
            <a:xfrm>
              <a:off x="1168799" y="1725510"/>
              <a:ext cx="21096" cy="37162"/>
            </a:xfrm>
            <a:custGeom>
              <a:avLst/>
              <a:gdLst/>
              <a:ahLst/>
              <a:cxnLst/>
              <a:rect l="l" t="t" r="r" b="b"/>
              <a:pathLst>
                <a:path w="1409" h="2482" extrusionOk="0">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74"/>
            <p:cNvSpPr/>
            <p:nvPr/>
          </p:nvSpPr>
          <p:spPr>
            <a:xfrm>
              <a:off x="1046339" y="1601703"/>
              <a:ext cx="47418" cy="50787"/>
            </a:xfrm>
            <a:custGeom>
              <a:avLst/>
              <a:gdLst/>
              <a:ahLst/>
              <a:cxnLst/>
              <a:rect l="l" t="t" r="r" b="b"/>
              <a:pathLst>
                <a:path w="3167" h="3392" extrusionOk="0">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74"/>
            <p:cNvSpPr/>
            <p:nvPr/>
          </p:nvSpPr>
          <p:spPr>
            <a:xfrm>
              <a:off x="990567" y="1630091"/>
              <a:ext cx="48556" cy="29331"/>
            </a:xfrm>
            <a:custGeom>
              <a:avLst/>
              <a:gdLst/>
              <a:ahLst/>
              <a:cxnLst/>
              <a:rect l="l" t="t" r="r" b="b"/>
              <a:pathLst>
                <a:path w="3243" h="1959" extrusionOk="0">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74"/>
            <p:cNvSpPr/>
            <p:nvPr/>
          </p:nvSpPr>
          <p:spPr>
            <a:xfrm>
              <a:off x="940573" y="1633983"/>
              <a:ext cx="44543" cy="51565"/>
            </a:xfrm>
            <a:custGeom>
              <a:avLst/>
              <a:gdLst/>
              <a:ahLst/>
              <a:cxnLst/>
              <a:rect l="l" t="t" r="r" b="b"/>
              <a:pathLst>
                <a:path w="2975" h="3444" extrusionOk="0">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74"/>
            <p:cNvSpPr/>
            <p:nvPr/>
          </p:nvSpPr>
          <p:spPr>
            <a:xfrm>
              <a:off x="912560" y="1673256"/>
              <a:ext cx="45966" cy="39408"/>
            </a:xfrm>
            <a:custGeom>
              <a:avLst/>
              <a:gdLst/>
              <a:ahLst/>
              <a:cxnLst/>
              <a:rect l="l" t="t" r="r" b="b"/>
              <a:pathLst>
                <a:path w="3070" h="2632" extrusionOk="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74"/>
            <p:cNvSpPr/>
            <p:nvPr/>
          </p:nvSpPr>
          <p:spPr>
            <a:xfrm>
              <a:off x="960502" y="1606823"/>
              <a:ext cx="45876" cy="39318"/>
            </a:xfrm>
            <a:custGeom>
              <a:avLst/>
              <a:gdLst/>
              <a:ahLst/>
              <a:cxnLst/>
              <a:rect l="l" t="t" r="r" b="b"/>
              <a:pathLst>
                <a:path w="3064" h="2626" extrusionOk="0">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74"/>
            <p:cNvSpPr/>
            <p:nvPr/>
          </p:nvSpPr>
          <p:spPr>
            <a:xfrm>
              <a:off x="1019269" y="1640197"/>
              <a:ext cx="45981" cy="39423"/>
            </a:xfrm>
            <a:custGeom>
              <a:avLst/>
              <a:gdLst/>
              <a:ahLst/>
              <a:cxnLst/>
              <a:rect l="l" t="t" r="r" b="b"/>
              <a:pathLst>
                <a:path w="3071" h="2633" extrusionOk="0">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74"/>
            <p:cNvSpPr/>
            <p:nvPr/>
          </p:nvSpPr>
          <p:spPr>
            <a:xfrm>
              <a:off x="1067750" y="1575037"/>
              <a:ext cx="46280" cy="39318"/>
            </a:xfrm>
            <a:custGeom>
              <a:avLst/>
              <a:gdLst/>
              <a:ahLst/>
              <a:cxnLst/>
              <a:rect l="l" t="t" r="r" b="b"/>
              <a:pathLst>
                <a:path w="3091" h="2626" extrusionOk="0">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8" name="Google Shape;9678;p74"/>
          <p:cNvGrpSpPr/>
          <p:nvPr/>
        </p:nvGrpSpPr>
        <p:grpSpPr>
          <a:xfrm>
            <a:off x="1329963" y="2899669"/>
            <a:ext cx="280495" cy="361077"/>
            <a:chOff x="1329963" y="2899669"/>
            <a:chExt cx="280495" cy="361077"/>
          </a:xfrm>
        </p:grpSpPr>
        <p:sp>
          <p:nvSpPr>
            <p:cNvPr id="9679" name="Google Shape;9679;p74"/>
            <p:cNvSpPr/>
            <p:nvPr/>
          </p:nvSpPr>
          <p:spPr>
            <a:xfrm>
              <a:off x="1329963" y="2899669"/>
              <a:ext cx="280495" cy="361077"/>
            </a:xfrm>
            <a:custGeom>
              <a:avLst/>
              <a:gdLst/>
              <a:ahLst/>
              <a:cxnLst/>
              <a:rect l="l" t="t" r="r" b="b"/>
              <a:pathLst>
                <a:path w="18734" h="24116" extrusionOk="0">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74"/>
            <p:cNvSpPr/>
            <p:nvPr/>
          </p:nvSpPr>
          <p:spPr>
            <a:xfrm>
              <a:off x="1537722" y="2899669"/>
              <a:ext cx="72736" cy="361077"/>
            </a:xfrm>
            <a:custGeom>
              <a:avLst/>
              <a:gdLst/>
              <a:ahLst/>
              <a:cxnLst/>
              <a:rect l="l" t="t" r="r" b="b"/>
              <a:pathLst>
                <a:path w="4858" h="24116" extrusionOk="0">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74"/>
            <p:cNvSpPr/>
            <p:nvPr/>
          </p:nvSpPr>
          <p:spPr>
            <a:xfrm>
              <a:off x="1402685" y="3004806"/>
              <a:ext cx="135052" cy="255940"/>
            </a:xfrm>
            <a:custGeom>
              <a:avLst/>
              <a:gdLst/>
              <a:ahLst/>
              <a:cxnLst/>
              <a:rect l="l" t="t" r="r" b="b"/>
              <a:pathLst>
                <a:path w="9020" h="17094" extrusionOk="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74"/>
            <p:cNvSpPr/>
            <p:nvPr/>
          </p:nvSpPr>
          <p:spPr>
            <a:xfrm>
              <a:off x="1459655" y="3004806"/>
              <a:ext cx="57315" cy="255940"/>
            </a:xfrm>
            <a:custGeom>
              <a:avLst/>
              <a:gdLst/>
              <a:ahLst/>
              <a:cxnLst/>
              <a:rect l="l" t="t" r="r" b="b"/>
              <a:pathLst>
                <a:path w="3828" h="17094" extrusionOk="0">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74"/>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74"/>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74"/>
            <p:cNvSpPr/>
            <p:nvPr/>
          </p:nvSpPr>
          <p:spPr>
            <a:xfrm>
              <a:off x="1425024" y="3119390"/>
              <a:ext cx="31502" cy="26906"/>
            </a:xfrm>
            <a:custGeom>
              <a:avLst/>
              <a:gdLst/>
              <a:ahLst/>
              <a:cxnLst/>
              <a:rect l="l" t="t" r="r" b="b"/>
              <a:pathLst>
                <a:path w="2104" h="1797" extrusionOk="0">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6" name="Google Shape;9686;p74"/>
          <p:cNvGrpSpPr/>
          <p:nvPr/>
        </p:nvGrpSpPr>
        <p:grpSpPr>
          <a:xfrm>
            <a:off x="937429" y="3800908"/>
            <a:ext cx="195496" cy="343439"/>
            <a:chOff x="937429" y="3800908"/>
            <a:chExt cx="195496" cy="343439"/>
          </a:xfrm>
        </p:grpSpPr>
        <p:sp>
          <p:nvSpPr>
            <p:cNvPr id="9687" name="Google Shape;9687;p74"/>
            <p:cNvSpPr/>
            <p:nvPr/>
          </p:nvSpPr>
          <p:spPr>
            <a:xfrm>
              <a:off x="1010450" y="3957356"/>
              <a:ext cx="49439" cy="88473"/>
            </a:xfrm>
            <a:custGeom>
              <a:avLst/>
              <a:gdLst/>
              <a:ahLst/>
              <a:cxnLst/>
              <a:rect l="l" t="t" r="r" b="b"/>
              <a:pathLst>
                <a:path w="3302" h="5909" extrusionOk="0">
                  <a:moveTo>
                    <a:pt x="1" y="0"/>
                  </a:moveTo>
                  <a:lnTo>
                    <a:pt x="1" y="5908"/>
                  </a:lnTo>
                  <a:lnTo>
                    <a:pt x="3302" y="5908"/>
                  </a:lnTo>
                  <a:lnTo>
                    <a:pt x="3302"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74"/>
            <p:cNvSpPr/>
            <p:nvPr/>
          </p:nvSpPr>
          <p:spPr>
            <a:xfrm>
              <a:off x="1035005" y="3957356"/>
              <a:ext cx="24570" cy="88473"/>
            </a:xfrm>
            <a:custGeom>
              <a:avLst/>
              <a:gdLst/>
              <a:ahLst/>
              <a:cxnLst/>
              <a:rect l="l" t="t" r="r" b="b"/>
              <a:pathLst>
                <a:path w="1641" h="5909" extrusionOk="0">
                  <a:moveTo>
                    <a:pt x="1" y="0"/>
                  </a:moveTo>
                  <a:lnTo>
                    <a:pt x="1" y="5908"/>
                  </a:lnTo>
                  <a:lnTo>
                    <a:pt x="1641" y="5908"/>
                  </a:lnTo>
                  <a:lnTo>
                    <a:pt x="164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74"/>
            <p:cNvSpPr/>
            <p:nvPr/>
          </p:nvSpPr>
          <p:spPr>
            <a:xfrm>
              <a:off x="967015" y="3818845"/>
              <a:ext cx="136325" cy="164653"/>
            </a:xfrm>
            <a:custGeom>
              <a:avLst/>
              <a:gdLst/>
              <a:ahLst/>
              <a:cxnLst/>
              <a:rect l="l" t="t" r="r" b="b"/>
              <a:pathLst>
                <a:path w="9105" h="10997" extrusionOk="0">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74"/>
            <p:cNvSpPr/>
            <p:nvPr/>
          </p:nvSpPr>
          <p:spPr>
            <a:xfrm>
              <a:off x="986225" y="3818845"/>
              <a:ext cx="117115" cy="146925"/>
            </a:xfrm>
            <a:custGeom>
              <a:avLst/>
              <a:gdLst/>
              <a:ahLst/>
              <a:cxnLst/>
              <a:rect l="l" t="t" r="r" b="b"/>
              <a:pathLst>
                <a:path w="7822" h="9813" extrusionOk="0">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74"/>
            <p:cNvSpPr/>
            <p:nvPr/>
          </p:nvSpPr>
          <p:spPr>
            <a:xfrm>
              <a:off x="937429" y="3800908"/>
              <a:ext cx="195496" cy="37776"/>
            </a:xfrm>
            <a:custGeom>
              <a:avLst/>
              <a:gdLst/>
              <a:ahLst/>
              <a:cxnLst/>
              <a:rect l="l" t="t" r="r" b="b"/>
              <a:pathLst>
                <a:path w="13057" h="2523" extrusionOk="0">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74"/>
            <p:cNvSpPr/>
            <p:nvPr/>
          </p:nvSpPr>
          <p:spPr>
            <a:xfrm>
              <a:off x="961984" y="3800908"/>
              <a:ext cx="170941" cy="37776"/>
            </a:xfrm>
            <a:custGeom>
              <a:avLst/>
              <a:gdLst/>
              <a:ahLst/>
              <a:cxnLst/>
              <a:rect l="l" t="t" r="r" b="b"/>
              <a:pathLst>
                <a:path w="11417" h="2523" extrusionOk="0">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74"/>
            <p:cNvSpPr/>
            <p:nvPr/>
          </p:nvSpPr>
          <p:spPr>
            <a:xfrm>
              <a:off x="988740" y="3858987"/>
              <a:ext cx="92560" cy="85493"/>
            </a:xfrm>
            <a:custGeom>
              <a:avLst/>
              <a:gdLst/>
              <a:ahLst/>
              <a:cxnLst/>
              <a:rect l="l" t="t" r="r" b="b"/>
              <a:pathLst>
                <a:path w="6182" h="5710" extrusionOk="0">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74"/>
            <p:cNvSpPr/>
            <p:nvPr/>
          </p:nvSpPr>
          <p:spPr>
            <a:xfrm>
              <a:off x="988426" y="4031320"/>
              <a:ext cx="93818" cy="37162"/>
            </a:xfrm>
            <a:custGeom>
              <a:avLst/>
              <a:gdLst/>
              <a:ahLst/>
              <a:cxnLst/>
              <a:rect l="l" t="t" r="r" b="b"/>
              <a:pathLst>
                <a:path w="6266" h="2482" extrusionOk="0">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74"/>
            <p:cNvSpPr/>
            <p:nvPr/>
          </p:nvSpPr>
          <p:spPr>
            <a:xfrm>
              <a:off x="967015" y="4057762"/>
              <a:ext cx="136325" cy="38734"/>
            </a:xfrm>
            <a:custGeom>
              <a:avLst/>
              <a:gdLst/>
              <a:ahLst/>
              <a:cxnLst/>
              <a:rect l="l" t="t" r="r" b="b"/>
              <a:pathLst>
                <a:path w="9105" h="2587" extrusionOk="0">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74"/>
            <p:cNvSpPr/>
            <p:nvPr/>
          </p:nvSpPr>
          <p:spPr>
            <a:xfrm>
              <a:off x="937429" y="4076971"/>
              <a:ext cx="195496" cy="67376"/>
            </a:xfrm>
            <a:custGeom>
              <a:avLst/>
              <a:gdLst/>
              <a:ahLst/>
              <a:cxnLst/>
              <a:rect l="l" t="t" r="r" b="b"/>
              <a:pathLst>
                <a:path w="13057" h="4500" extrusionOk="0">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74"/>
            <p:cNvSpPr/>
            <p:nvPr/>
          </p:nvSpPr>
          <p:spPr>
            <a:xfrm>
              <a:off x="961984" y="4076971"/>
              <a:ext cx="170941" cy="67376"/>
            </a:xfrm>
            <a:custGeom>
              <a:avLst/>
              <a:gdLst/>
              <a:ahLst/>
              <a:cxnLst/>
              <a:rect l="l" t="t" r="r" b="b"/>
              <a:pathLst>
                <a:path w="11417" h="4500" extrusionOk="0">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74"/>
            <p:cNvSpPr/>
            <p:nvPr/>
          </p:nvSpPr>
          <p:spPr>
            <a:xfrm>
              <a:off x="992513" y="4093336"/>
              <a:ext cx="85328" cy="10406"/>
            </a:xfrm>
            <a:custGeom>
              <a:avLst/>
              <a:gdLst/>
              <a:ahLst/>
              <a:cxnLst/>
              <a:rect l="l" t="t" r="r" b="b"/>
              <a:pathLst>
                <a:path w="5699" h="695" extrusionOk="0">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74"/>
            <p:cNvSpPr/>
            <p:nvPr/>
          </p:nvSpPr>
          <p:spPr>
            <a:xfrm>
              <a:off x="992513" y="4116319"/>
              <a:ext cx="85328" cy="10406"/>
            </a:xfrm>
            <a:custGeom>
              <a:avLst/>
              <a:gdLst/>
              <a:ahLst/>
              <a:cxnLst/>
              <a:rect l="l" t="t" r="r" b="b"/>
              <a:pathLst>
                <a:path w="5699" h="695" extrusionOk="0">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0" name="Google Shape;9700;p74"/>
          <p:cNvGrpSpPr/>
          <p:nvPr/>
        </p:nvGrpSpPr>
        <p:grpSpPr>
          <a:xfrm>
            <a:off x="2687659" y="3810655"/>
            <a:ext cx="365164" cy="342511"/>
            <a:chOff x="2611459" y="3810655"/>
            <a:chExt cx="365164" cy="342511"/>
          </a:xfrm>
        </p:grpSpPr>
        <p:sp>
          <p:nvSpPr>
            <p:cNvPr id="9701" name="Google Shape;9701;p74"/>
            <p:cNvSpPr/>
            <p:nvPr/>
          </p:nvSpPr>
          <p:spPr>
            <a:xfrm>
              <a:off x="2901073" y="3962941"/>
              <a:ext cx="56042" cy="160640"/>
            </a:xfrm>
            <a:custGeom>
              <a:avLst/>
              <a:gdLst/>
              <a:ahLst/>
              <a:cxnLst/>
              <a:rect l="l" t="t" r="r" b="b"/>
              <a:pathLst>
                <a:path w="3743" h="10729" extrusionOk="0">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74"/>
            <p:cNvSpPr/>
            <p:nvPr/>
          </p:nvSpPr>
          <p:spPr>
            <a:xfrm>
              <a:off x="2879976" y="4089249"/>
              <a:ext cx="39677" cy="54470"/>
            </a:xfrm>
            <a:custGeom>
              <a:avLst/>
              <a:gdLst/>
              <a:ahLst/>
              <a:cxnLst/>
              <a:rect l="l" t="t" r="r" b="b"/>
              <a:pathLst>
                <a:path w="2650" h="3638" extrusionOk="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74"/>
            <p:cNvSpPr/>
            <p:nvPr/>
          </p:nvSpPr>
          <p:spPr>
            <a:xfrm>
              <a:off x="2901073" y="4089249"/>
              <a:ext cx="18581" cy="54470"/>
            </a:xfrm>
            <a:custGeom>
              <a:avLst/>
              <a:gdLst/>
              <a:ahLst/>
              <a:cxnLst/>
              <a:rect l="l" t="t" r="r" b="b"/>
              <a:pathLst>
                <a:path w="1241" h="3638" extrusionOk="0">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74"/>
            <p:cNvSpPr/>
            <p:nvPr/>
          </p:nvSpPr>
          <p:spPr>
            <a:xfrm>
              <a:off x="2622479" y="4021573"/>
              <a:ext cx="269475" cy="131593"/>
            </a:xfrm>
            <a:custGeom>
              <a:avLst/>
              <a:gdLst/>
              <a:ahLst/>
              <a:cxnLst/>
              <a:rect l="l" t="t" r="r" b="b"/>
              <a:pathLst>
                <a:path w="17998" h="8789" extrusionOk="0">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74"/>
            <p:cNvSpPr/>
            <p:nvPr/>
          </p:nvSpPr>
          <p:spPr>
            <a:xfrm>
              <a:off x="2642947" y="4021573"/>
              <a:ext cx="248693" cy="131279"/>
            </a:xfrm>
            <a:custGeom>
              <a:avLst/>
              <a:gdLst/>
              <a:ahLst/>
              <a:cxnLst/>
              <a:rect l="l" t="t" r="r" b="b"/>
              <a:pathLst>
                <a:path w="16610" h="8768" extrusionOk="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74"/>
            <p:cNvSpPr/>
            <p:nvPr/>
          </p:nvSpPr>
          <p:spPr>
            <a:xfrm>
              <a:off x="2921525" y="3936889"/>
              <a:ext cx="52898" cy="45352"/>
            </a:xfrm>
            <a:custGeom>
              <a:avLst/>
              <a:gdLst/>
              <a:ahLst/>
              <a:cxnLst/>
              <a:rect l="l" t="t" r="r" b="b"/>
              <a:pathLst>
                <a:path w="3533" h="3029" extrusionOk="0">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74"/>
            <p:cNvSpPr/>
            <p:nvPr/>
          </p:nvSpPr>
          <p:spPr>
            <a:xfrm>
              <a:off x="2942621" y="3936889"/>
              <a:ext cx="34003" cy="45307"/>
            </a:xfrm>
            <a:custGeom>
              <a:avLst/>
              <a:gdLst/>
              <a:ahLst/>
              <a:cxnLst/>
              <a:rect l="l" t="t" r="r" b="b"/>
              <a:pathLst>
                <a:path w="2271" h="3026" extrusionOk="0">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74"/>
            <p:cNvSpPr/>
            <p:nvPr/>
          </p:nvSpPr>
          <p:spPr>
            <a:xfrm>
              <a:off x="2611459" y="3810655"/>
              <a:ext cx="295288" cy="284163"/>
            </a:xfrm>
            <a:custGeom>
              <a:avLst/>
              <a:gdLst/>
              <a:ahLst/>
              <a:cxnLst/>
              <a:rect l="l" t="t" r="r" b="b"/>
              <a:pathLst>
                <a:path w="19722" h="18979" extrusionOk="0">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74"/>
            <p:cNvSpPr/>
            <p:nvPr/>
          </p:nvSpPr>
          <p:spPr>
            <a:xfrm>
              <a:off x="2744924" y="3810655"/>
              <a:ext cx="166854" cy="284313"/>
            </a:xfrm>
            <a:custGeom>
              <a:avLst/>
              <a:gdLst/>
              <a:ahLst/>
              <a:cxnLst/>
              <a:rect l="l" t="t" r="r" b="b"/>
              <a:pathLst>
                <a:path w="11144" h="18989" extrusionOk="0">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74"/>
            <p:cNvSpPr/>
            <p:nvPr/>
          </p:nvSpPr>
          <p:spPr>
            <a:xfrm>
              <a:off x="2722900" y="3921467"/>
              <a:ext cx="73036" cy="62540"/>
            </a:xfrm>
            <a:custGeom>
              <a:avLst/>
              <a:gdLst/>
              <a:ahLst/>
              <a:cxnLst/>
              <a:rect l="l" t="t" r="r" b="b"/>
              <a:pathLst>
                <a:path w="4878" h="4177" extrusionOk="0">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74"/>
            <p:cNvSpPr/>
            <p:nvPr/>
          </p:nvSpPr>
          <p:spPr>
            <a:xfrm>
              <a:off x="2752800" y="3921467"/>
              <a:ext cx="46295" cy="62540"/>
            </a:xfrm>
            <a:custGeom>
              <a:avLst/>
              <a:gdLst/>
              <a:ahLst/>
              <a:cxnLst/>
              <a:rect l="l" t="t" r="r" b="b"/>
              <a:pathLst>
                <a:path w="3092" h="4177" extrusionOk="0">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2" name="Google Shape;9712;p74"/>
          <p:cNvGrpSpPr/>
          <p:nvPr/>
        </p:nvGrpSpPr>
        <p:grpSpPr>
          <a:xfrm>
            <a:off x="3952456" y="1524280"/>
            <a:ext cx="370195" cy="300154"/>
            <a:chOff x="3952456" y="1524280"/>
            <a:chExt cx="370195" cy="300154"/>
          </a:xfrm>
        </p:grpSpPr>
        <p:sp>
          <p:nvSpPr>
            <p:cNvPr id="9713" name="Google Shape;9713;p74"/>
            <p:cNvSpPr/>
            <p:nvPr/>
          </p:nvSpPr>
          <p:spPr>
            <a:xfrm>
              <a:off x="3952456" y="1550482"/>
              <a:ext cx="370195" cy="248064"/>
            </a:xfrm>
            <a:custGeom>
              <a:avLst/>
              <a:gdLst/>
              <a:ahLst/>
              <a:cxnLst/>
              <a:rect l="l" t="t" r="r" b="b"/>
              <a:pathLst>
                <a:path w="24725" h="16568" extrusionOk="0">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74"/>
            <p:cNvSpPr/>
            <p:nvPr/>
          </p:nvSpPr>
          <p:spPr>
            <a:xfrm>
              <a:off x="3977955" y="1550482"/>
              <a:ext cx="344697" cy="226669"/>
            </a:xfrm>
            <a:custGeom>
              <a:avLst/>
              <a:gdLst/>
              <a:ahLst/>
              <a:cxnLst/>
              <a:rect l="l" t="t" r="r" b="b"/>
              <a:pathLst>
                <a:path w="23022" h="15139" extrusionOk="0">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74"/>
            <p:cNvSpPr/>
            <p:nvPr/>
          </p:nvSpPr>
          <p:spPr>
            <a:xfrm>
              <a:off x="3990232" y="1524280"/>
              <a:ext cx="294644" cy="251613"/>
            </a:xfrm>
            <a:custGeom>
              <a:avLst/>
              <a:gdLst/>
              <a:ahLst/>
              <a:cxnLst/>
              <a:rect l="l" t="t" r="r" b="b"/>
              <a:pathLst>
                <a:path w="19679" h="16805" extrusionOk="0">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74"/>
            <p:cNvSpPr/>
            <p:nvPr/>
          </p:nvSpPr>
          <p:spPr>
            <a:xfrm>
              <a:off x="4003138" y="1524430"/>
              <a:ext cx="281738" cy="230367"/>
            </a:xfrm>
            <a:custGeom>
              <a:avLst/>
              <a:gdLst/>
              <a:ahLst/>
              <a:cxnLst/>
              <a:rect l="l" t="t" r="r" b="b"/>
              <a:pathLst>
                <a:path w="18817" h="15386" extrusionOk="0">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74"/>
            <p:cNvSpPr/>
            <p:nvPr/>
          </p:nvSpPr>
          <p:spPr>
            <a:xfrm>
              <a:off x="4137547" y="1524280"/>
              <a:ext cx="147329" cy="230517"/>
            </a:xfrm>
            <a:custGeom>
              <a:avLst/>
              <a:gdLst/>
              <a:ahLst/>
              <a:cxnLst/>
              <a:rect l="l" t="t" r="r" b="b"/>
              <a:pathLst>
                <a:path w="9840" h="15396" extrusionOk="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74"/>
            <p:cNvSpPr/>
            <p:nvPr/>
          </p:nvSpPr>
          <p:spPr>
            <a:xfrm>
              <a:off x="4137547" y="1766430"/>
              <a:ext cx="25828" cy="58003"/>
            </a:xfrm>
            <a:custGeom>
              <a:avLst/>
              <a:gdLst/>
              <a:ahLst/>
              <a:cxnLst/>
              <a:rect l="l" t="t" r="r" b="b"/>
              <a:pathLst>
                <a:path w="1725" h="3874" extrusionOk="0">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722"/>
        <p:cNvGrpSpPr/>
        <p:nvPr/>
      </p:nvGrpSpPr>
      <p:grpSpPr>
        <a:xfrm>
          <a:off x="0" y="0"/>
          <a:ext cx="0" cy="0"/>
          <a:chOff x="0" y="0"/>
          <a:chExt cx="0" cy="0"/>
        </a:xfrm>
      </p:grpSpPr>
      <p:sp>
        <p:nvSpPr>
          <p:cNvPr id="9723" name="Google Shape;9723;p75"/>
          <p:cNvSpPr txBox="1">
            <a:spLocks noGrp="1"/>
          </p:cNvSpPr>
          <p:nvPr>
            <p:ph type="title" idx="4294967295"/>
          </p:nvPr>
        </p:nvSpPr>
        <p:spPr>
          <a:xfrm>
            <a:off x="849675"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9724" name="Google Shape;9724;p75"/>
          <p:cNvSpPr txBox="1">
            <a:spLocks noGrp="1"/>
          </p:cNvSpPr>
          <p:nvPr>
            <p:ph type="title" idx="4294967295"/>
          </p:nvPr>
        </p:nvSpPr>
        <p:spPr>
          <a:xfrm>
            <a:off x="4858400"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9725" name="Google Shape;9725;p75"/>
          <p:cNvGrpSpPr/>
          <p:nvPr/>
        </p:nvGrpSpPr>
        <p:grpSpPr>
          <a:xfrm>
            <a:off x="908482" y="1502585"/>
            <a:ext cx="257112" cy="362808"/>
            <a:chOff x="908482" y="1502585"/>
            <a:chExt cx="257112" cy="362808"/>
          </a:xfrm>
        </p:grpSpPr>
        <p:sp>
          <p:nvSpPr>
            <p:cNvPr id="9726" name="Google Shape;9726;p75"/>
            <p:cNvSpPr/>
            <p:nvPr/>
          </p:nvSpPr>
          <p:spPr>
            <a:xfrm>
              <a:off x="908482" y="1526088"/>
              <a:ext cx="257112" cy="339305"/>
            </a:xfrm>
            <a:custGeom>
              <a:avLst/>
              <a:gdLst/>
              <a:ahLst/>
              <a:cxnLst/>
              <a:rect l="l" t="t" r="r" b="b"/>
              <a:pathLst>
                <a:path w="9791" h="12921" extrusionOk="0">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75"/>
            <p:cNvSpPr/>
            <p:nvPr/>
          </p:nvSpPr>
          <p:spPr>
            <a:xfrm>
              <a:off x="920036" y="1526088"/>
              <a:ext cx="234003" cy="315671"/>
            </a:xfrm>
            <a:custGeom>
              <a:avLst/>
              <a:gdLst/>
              <a:ahLst/>
              <a:cxnLst/>
              <a:rect l="l" t="t" r="r" b="b"/>
              <a:pathLst>
                <a:path w="8911" h="12021" extrusionOk="0">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75"/>
            <p:cNvSpPr/>
            <p:nvPr/>
          </p:nvSpPr>
          <p:spPr>
            <a:xfrm>
              <a:off x="931853" y="1549459"/>
              <a:ext cx="210631" cy="280746"/>
            </a:xfrm>
            <a:custGeom>
              <a:avLst/>
              <a:gdLst/>
              <a:ahLst/>
              <a:cxnLst/>
              <a:rect l="l" t="t" r="r" b="b"/>
              <a:pathLst>
                <a:path w="8021" h="10691" extrusionOk="0">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75"/>
            <p:cNvSpPr/>
            <p:nvPr/>
          </p:nvSpPr>
          <p:spPr>
            <a:xfrm>
              <a:off x="984373" y="1502585"/>
              <a:ext cx="105329" cy="52678"/>
            </a:xfrm>
            <a:custGeom>
              <a:avLst/>
              <a:gdLst/>
              <a:ahLst/>
              <a:cxnLst/>
              <a:rect l="l" t="t" r="r" b="b"/>
              <a:pathLst>
                <a:path w="4011" h="2006" extrusionOk="0">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75"/>
            <p:cNvSpPr/>
            <p:nvPr/>
          </p:nvSpPr>
          <p:spPr>
            <a:xfrm>
              <a:off x="964022" y="1663559"/>
              <a:ext cx="29175" cy="29175"/>
            </a:xfrm>
            <a:custGeom>
              <a:avLst/>
              <a:gdLst/>
              <a:ahLst/>
              <a:cxnLst/>
              <a:rect l="l" t="t" r="r" b="b"/>
              <a:pathLst>
                <a:path w="1111" h="1111" extrusionOk="0">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75"/>
            <p:cNvSpPr/>
            <p:nvPr/>
          </p:nvSpPr>
          <p:spPr>
            <a:xfrm>
              <a:off x="964022" y="1716079"/>
              <a:ext cx="29175" cy="29437"/>
            </a:xfrm>
            <a:custGeom>
              <a:avLst/>
              <a:gdLst/>
              <a:ahLst/>
              <a:cxnLst/>
              <a:rect l="l" t="t" r="r" b="b"/>
              <a:pathLst>
                <a:path w="1111" h="1121" extrusionOk="0">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75"/>
            <p:cNvSpPr/>
            <p:nvPr/>
          </p:nvSpPr>
          <p:spPr>
            <a:xfrm>
              <a:off x="964022" y="1768862"/>
              <a:ext cx="29175" cy="29175"/>
            </a:xfrm>
            <a:custGeom>
              <a:avLst/>
              <a:gdLst/>
              <a:ahLst/>
              <a:cxnLst/>
              <a:rect l="l" t="t" r="r" b="b"/>
              <a:pathLst>
                <a:path w="1111" h="1111" extrusionOk="0">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75"/>
            <p:cNvSpPr/>
            <p:nvPr/>
          </p:nvSpPr>
          <p:spPr>
            <a:xfrm>
              <a:off x="1005985" y="1660539"/>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75"/>
            <p:cNvSpPr/>
            <p:nvPr/>
          </p:nvSpPr>
          <p:spPr>
            <a:xfrm>
              <a:off x="1005985" y="1683910"/>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75"/>
            <p:cNvSpPr/>
            <p:nvPr/>
          </p:nvSpPr>
          <p:spPr>
            <a:xfrm>
              <a:off x="1005985" y="1713322"/>
              <a:ext cx="68145" cy="11581"/>
            </a:xfrm>
            <a:custGeom>
              <a:avLst/>
              <a:gdLst/>
              <a:ahLst/>
              <a:cxnLst/>
              <a:rect l="l" t="t" r="r" b="b"/>
              <a:pathLst>
                <a:path w="2595" h="441" extrusionOk="0">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75"/>
            <p:cNvSpPr/>
            <p:nvPr/>
          </p:nvSpPr>
          <p:spPr>
            <a:xfrm>
              <a:off x="1005985" y="1736693"/>
              <a:ext cx="109110" cy="11581"/>
            </a:xfrm>
            <a:custGeom>
              <a:avLst/>
              <a:gdLst/>
              <a:ahLst/>
              <a:cxnLst/>
              <a:rect l="l" t="t" r="r" b="b"/>
              <a:pathLst>
                <a:path w="4155" h="441" extrusionOk="0">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75"/>
            <p:cNvSpPr/>
            <p:nvPr/>
          </p:nvSpPr>
          <p:spPr>
            <a:xfrm>
              <a:off x="1005985" y="1765842"/>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75"/>
            <p:cNvSpPr/>
            <p:nvPr/>
          </p:nvSpPr>
          <p:spPr>
            <a:xfrm>
              <a:off x="1005985" y="1789213"/>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75"/>
            <p:cNvSpPr/>
            <p:nvPr/>
          </p:nvSpPr>
          <p:spPr>
            <a:xfrm>
              <a:off x="1005985" y="1572831"/>
              <a:ext cx="103333" cy="11843"/>
            </a:xfrm>
            <a:custGeom>
              <a:avLst/>
              <a:gdLst/>
              <a:ahLst/>
              <a:cxnLst/>
              <a:rect l="l" t="t" r="r" b="b"/>
              <a:pathLst>
                <a:path w="3935" h="451" extrusionOk="0">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75"/>
            <p:cNvSpPr/>
            <p:nvPr/>
          </p:nvSpPr>
          <p:spPr>
            <a:xfrm>
              <a:off x="959243" y="1625613"/>
              <a:ext cx="155853" cy="11581"/>
            </a:xfrm>
            <a:custGeom>
              <a:avLst/>
              <a:gdLst/>
              <a:ahLst/>
              <a:cxnLst/>
              <a:rect l="l" t="t" r="r" b="b"/>
              <a:pathLst>
                <a:path w="5935" h="441" extrusionOk="0">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75"/>
            <p:cNvSpPr/>
            <p:nvPr/>
          </p:nvSpPr>
          <p:spPr>
            <a:xfrm>
              <a:off x="1005985" y="1596202"/>
              <a:ext cx="27179" cy="11843"/>
            </a:xfrm>
            <a:custGeom>
              <a:avLst/>
              <a:gdLst/>
              <a:ahLst/>
              <a:cxnLst/>
              <a:rect l="l" t="t" r="r" b="b"/>
              <a:pathLst>
                <a:path w="1035" h="451" extrusionOk="0">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75"/>
            <p:cNvSpPr/>
            <p:nvPr/>
          </p:nvSpPr>
          <p:spPr>
            <a:xfrm>
              <a:off x="1040911" y="1596202"/>
              <a:ext cx="38996" cy="11843"/>
            </a:xfrm>
            <a:custGeom>
              <a:avLst/>
              <a:gdLst/>
              <a:ahLst/>
              <a:cxnLst/>
              <a:rect l="l" t="t" r="r" b="b"/>
              <a:pathLst>
                <a:path w="1485" h="451" extrusionOk="0">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75"/>
            <p:cNvSpPr/>
            <p:nvPr/>
          </p:nvSpPr>
          <p:spPr>
            <a:xfrm>
              <a:off x="961002" y="1572831"/>
              <a:ext cx="35215" cy="35215"/>
            </a:xfrm>
            <a:custGeom>
              <a:avLst/>
              <a:gdLst/>
              <a:ahLst/>
              <a:cxnLst/>
              <a:rect l="l" t="t" r="r" b="b"/>
              <a:pathLst>
                <a:path w="1341" h="1341" extrusionOk="0">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75"/>
            <p:cNvSpPr/>
            <p:nvPr/>
          </p:nvSpPr>
          <p:spPr>
            <a:xfrm>
              <a:off x="984373" y="1543682"/>
              <a:ext cx="105329" cy="11581"/>
            </a:xfrm>
            <a:custGeom>
              <a:avLst/>
              <a:gdLst/>
              <a:ahLst/>
              <a:cxnLst/>
              <a:rect l="l" t="t" r="r" b="b"/>
              <a:pathLst>
                <a:path w="4011" h="441" extrusionOk="0">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75"/>
            <p:cNvSpPr/>
            <p:nvPr/>
          </p:nvSpPr>
          <p:spPr>
            <a:xfrm>
              <a:off x="969799" y="1581628"/>
              <a:ext cx="17620" cy="17620"/>
            </a:xfrm>
            <a:custGeom>
              <a:avLst/>
              <a:gdLst/>
              <a:ahLst/>
              <a:cxnLst/>
              <a:rect l="l" t="t" r="r" b="b"/>
              <a:pathLst>
                <a:path w="671" h="671" extrusionOk="0">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6" name="Google Shape;9746;p75"/>
          <p:cNvGrpSpPr/>
          <p:nvPr/>
        </p:nvGrpSpPr>
        <p:grpSpPr>
          <a:xfrm>
            <a:off x="1303537" y="1502716"/>
            <a:ext cx="362939" cy="362677"/>
            <a:chOff x="1303537" y="1502716"/>
            <a:chExt cx="362939" cy="362677"/>
          </a:xfrm>
        </p:grpSpPr>
        <p:sp>
          <p:nvSpPr>
            <p:cNvPr id="9747" name="Google Shape;9747;p75"/>
            <p:cNvSpPr/>
            <p:nvPr/>
          </p:nvSpPr>
          <p:spPr>
            <a:xfrm>
              <a:off x="1426697" y="1695727"/>
              <a:ext cx="116883" cy="99552"/>
            </a:xfrm>
            <a:custGeom>
              <a:avLst/>
              <a:gdLst/>
              <a:ahLst/>
              <a:cxnLst/>
              <a:rect l="l" t="t" r="r" b="b"/>
              <a:pathLst>
                <a:path w="4451" h="3791" extrusionOk="0">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75"/>
            <p:cNvSpPr/>
            <p:nvPr/>
          </p:nvSpPr>
          <p:spPr>
            <a:xfrm>
              <a:off x="1464643" y="1695727"/>
              <a:ext cx="40992" cy="17620"/>
            </a:xfrm>
            <a:custGeom>
              <a:avLst/>
              <a:gdLst/>
              <a:ahLst/>
              <a:cxnLst/>
              <a:rect l="l" t="t" r="r" b="b"/>
              <a:pathLst>
                <a:path w="1561" h="671" extrusionOk="0">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75"/>
            <p:cNvSpPr/>
            <p:nvPr/>
          </p:nvSpPr>
          <p:spPr>
            <a:xfrm>
              <a:off x="1426697" y="1710538"/>
              <a:ext cx="116883" cy="84741"/>
            </a:xfrm>
            <a:custGeom>
              <a:avLst/>
              <a:gdLst/>
              <a:ahLst/>
              <a:cxnLst/>
              <a:rect l="l" t="t" r="r" b="b"/>
              <a:pathLst>
                <a:path w="4451" h="3227" extrusionOk="0">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75"/>
            <p:cNvSpPr/>
            <p:nvPr/>
          </p:nvSpPr>
          <p:spPr>
            <a:xfrm>
              <a:off x="1444291" y="1613796"/>
              <a:ext cx="29437" cy="64363"/>
            </a:xfrm>
            <a:custGeom>
              <a:avLst/>
              <a:gdLst/>
              <a:ahLst/>
              <a:cxnLst/>
              <a:rect l="l" t="t" r="r" b="b"/>
              <a:pathLst>
                <a:path w="1121" h="2451" extrusionOk="0">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75"/>
            <p:cNvSpPr/>
            <p:nvPr/>
          </p:nvSpPr>
          <p:spPr>
            <a:xfrm>
              <a:off x="1456108" y="1608019"/>
              <a:ext cx="69878" cy="70140"/>
            </a:xfrm>
            <a:custGeom>
              <a:avLst/>
              <a:gdLst/>
              <a:ahLst/>
              <a:cxnLst/>
              <a:rect l="l" t="t" r="r" b="b"/>
              <a:pathLst>
                <a:path w="2661" h="2671" extrusionOk="0">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75"/>
            <p:cNvSpPr/>
            <p:nvPr/>
          </p:nvSpPr>
          <p:spPr>
            <a:xfrm>
              <a:off x="1450068" y="1637168"/>
              <a:ext cx="70140" cy="64363"/>
            </a:xfrm>
            <a:custGeom>
              <a:avLst/>
              <a:gdLst/>
              <a:ahLst/>
              <a:cxnLst/>
              <a:rect l="l" t="t" r="r" b="b"/>
              <a:pathLst>
                <a:path w="2671" h="2451" extrusionOk="0">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75"/>
            <p:cNvSpPr/>
            <p:nvPr/>
          </p:nvSpPr>
          <p:spPr>
            <a:xfrm>
              <a:off x="1450068" y="1637168"/>
              <a:ext cx="70140" cy="63103"/>
            </a:xfrm>
            <a:custGeom>
              <a:avLst/>
              <a:gdLst/>
              <a:ahLst/>
              <a:cxnLst/>
              <a:rect l="l" t="t" r="r" b="b"/>
              <a:pathLst>
                <a:path w="2671" h="2403" extrusionOk="0">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75"/>
            <p:cNvSpPr/>
            <p:nvPr/>
          </p:nvSpPr>
          <p:spPr>
            <a:xfrm>
              <a:off x="1426697" y="1725638"/>
              <a:ext cx="23398" cy="69642"/>
            </a:xfrm>
            <a:custGeom>
              <a:avLst/>
              <a:gdLst/>
              <a:ahLst/>
              <a:cxnLst/>
              <a:rect l="l" t="t" r="r" b="b"/>
              <a:pathLst>
                <a:path w="891" h="2652" extrusionOk="0">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75"/>
            <p:cNvSpPr/>
            <p:nvPr/>
          </p:nvSpPr>
          <p:spPr>
            <a:xfrm>
              <a:off x="1520182" y="1725638"/>
              <a:ext cx="23398" cy="69642"/>
            </a:xfrm>
            <a:custGeom>
              <a:avLst/>
              <a:gdLst/>
              <a:ahLst/>
              <a:cxnLst/>
              <a:rect l="l" t="t" r="r" b="b"/>
              <a:pathLst>
                <a:path w="891" h="2652" extrusionOk="0">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75"/>
            <p:cNvSpPr/>
            <p:nvPr/>
          </p:nvSpPr>
          <p:spPr>
            <a:xfrm>
              <a:off x="1303537" y="1502716"/>
              <a:ext cx="362939" cy="362677"/>
            </a:xfrm>
            <a:custGeom>
              <a:avLst/>
              <a:gdLst/>
              <a:ahLst/>
              <a:cxnLst/>
              <a:rect l="l" t="t" r="r" b="b"/>
              <a:pathLst>
                <a:path w="13821" h="13811" extrusionOk="0">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75"/>
            <p:cNvSpPr/>
            <p:nvPr/>
          </p:nvSpPr>
          <p:spPr>
            <a:xfrm>
              <a:off x="1346262" y="1555236"/>
              <a:ext cx="267694" cy="257742"/>
            </a:xfrm>
            <a:custGeom>
              <a:avLst/>
              <a:gdLst/>
              <a:ahLst/>
              <a:cxnLst/>
              <a:rect l="l" t="t" r="r" b="b"/>
              <a:pathLst>
                <a:path w="10194" h="9815" extrusionOk="0">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8" name="Google Shape;9758;p75"/>
          <p:cNvGrpSpPr/>
          <p:nvPr/>
        </p:nvGrpSpPr>
        <p:grpSpPr>
          <a:xfrm>
            <a:off x="1751901" y="1502716"/>
            <a:ext cx="362677" cy="362677"/>
            <a:chOff x="1751901" y="1502716"/>
            <a:chExt cx="362677" cy="362677"/>
          </a:xfrm>
        </p:grpSpPr>
        <p:sp>
          <p:nvSpPr>
            <p:cNvPr id="9759" name="Google Shape;9759;p75"/>
            <p:cNvSpPr/>
            <p:nvPr/>
          </p:nvSpPr>
          <p:spPr>
            <a:xfrm>
              <a:off x="1751901" y="1502716"/>
              <a:ext cx="362677" cy="362677"/>
            </a:xfrm>
            <a:custGeom>
              <a:avLst/>
              <a:gdLst/>
              <a:ahLst/>
              <a:cxnLst/>
              <a:rect l="l" t="t" r="r" b="b"/>
              <a:pathLst>
                <a:path w="13811" h="13811" extrusionOk="0">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75"/>
            <p:cNvSpPr/>
            <p:nvPr/>
          </p:nvSpPr>
          <p:spPr>
            <a:xfrm>
              <a:off x="1779027" y="1529843"/>
              <a:ext cx="308397" cy="308397"/>
            </a:xfrm>
            <a:custGeom>
              <a:avLst/>
              <a:gdLst/>
              <a:ahLst/>
              <a:cxnLst/>
              <a:rect l="l" t="t" r="r" b="b"/>
              <a:pathLst>
                <a:path w="11744" h="11744" extrusionOk="0">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75"/>
            <p:cNvSpPr/>
            <p:nvPr/>
          </p:nvSpPr>
          <p:spPr>
            <a:xfrm>
              <a:off x="1927816" y="1551035"/>
              <a:ext cx="10845" cy="138416"/>
            </a:xfrm>
            <a:custGeom>
              <a:avLst/>
              <a:gdLst/>
              <a:ahLst/>
              <a:cxnLst/>
              <a:rect l="l" t="t" r="r" b="b"/>
              <a:pathLst>
                <a:path w="413" h="5271" extrusionOk="0">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75"/>
            <p:cNvSpPr/>
            <p:nvPr/>
          </p:nvSpPr>
          <p:spPr>
            <a:xfrm>
              <a:off x="1925821" y="1678632"/>
              <a:ext cx="142014" cy="10819"/>
            </a:xfrm>
            <a:custGeom>
              <a:avLst/>
              <a:gdLst/>
              <a:ahLst/>
              <a:cxnLst/>
              <a:rect l="l" t="t" r="r" b="b"/>
              <a:pathLst>
                <a:path w="5408" h="412" extrusionOk="0">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75"/>
            <p:cNvSpPr/>
            <p:nvPr/>
          </p:nvSpPr>
          <p:spPr>
            <a:xfrm>
              <a:off x="1816999" y="1567789"/>
              <a:ext cx="288020" cy="270215"/>
            </a:xfrm>
            <a:custGeom>
              <a:avLst/>
              <a:gdLst/>
              <a:ahLst/>
              <a:cxnLst/>
              <a:rect l="l" t="t" r="r" b="b"/>
              <a:pathLst>
                <a:path w="10968" h="10290" extrusionOk="0">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75"/>
            <p:cNvSpPr/>
            <p:nvPr/>
          </p:nvSpPr>
          <p:spPr>
            <a:xfrm>
              <a:off x="1798644" y="1678632"/>
              <a:ext cx="22400" cy="10819"/>
            </a:xfrm>
            <a:custGeom>
              <a:avLst/>
              <a:gdLst/>
              <a:ahLst/>
              <a:cxnLst/>
              <a:rect l="l" t="t" r="r" b="b"/>
              <a:pathLst>
                <a:path w="853" h="412" extrusionOk="0">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75"/>
            <p:cNvSpPr/>
            <p:nvPr/>
          </p:nvSpPr>
          <p:spPr>
            <a:xfrm>
              <a:off x="1927816" y="1798063"/>
              <a:ext cx="10845" cy="18828"/>
            </a:xfrm>
            <a:custGeom>
              <a:avLst/>
              <a:gdLst/>
              <a:ahLst/>
              <a:cxnLst/>
              <a:rect l="l" t="t" r="r" b="b"/>
              <a:pathLst>
                <a:path w="413" h="717" extrusionOk="0">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75"/>
            <p:cNvSpPr/>
            <p:nvPr/>
          </p:nvSpPr>
          <p:spPr>
            <a:xfrm>
              <a:off x="1835486" y="1588508"/>
              <a:ext cx="20667" cy="16518"/>
            </a:xfrm>
            <a:custGeom>
              <a:avLst/>
              <a:gdLst/>
              <a:ahLst/>
              <a:cxnLst/>
              <a:rect l="l" t="t" r="r" b="b"/>
              <a:pathLst>
                <a:path w="787" h="629" extrusionOk="0">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75"/>
            <p:cNvSpPr/>
            <p:nvPr/>
          </p:nvSpPr>
          <p:spPr>
            <a:xfrm>
              <a:off x="2009958" y="1763189"/>
              <a:ext cx="20667" cy="16491"/>
            </a:xfrm>
            <a:custGeom>
              <a:avLst/>
              <a:gdLst/>
              <a:ahLst/>
              <a:cxnLst/>
              <a:rect l="l" t="t" r="r" b="b"/>
              <a:pathLst>
                <a:path w="787" h="628" extrusionOk="0">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75"/>
            <p:cNvSpPr/>
            <p:nvPr/>
          </p:nvSpPr>
          <p:spPr>
            <a:xfrm>
              <a:off x="2010247" y="1588193"/>
              <a:ext cx="21113" cy="16833"/>
            </a:xfrm>
            <a:custGeom>
              <a:avLst/>
              <a:gdLst/>
              <a:ahLst/>
              <a:cxnLst/>
              <a:rect l="l" t="t" r="r" b="b"/>
              <a:pathLst>
                <a:path w="804" h="641" extrusionOk="0">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75"/>
            <p:cNvSpPr/>
            <p:nvPr/>
          </p:nvSpPr>
          <p:spPr>
            <a:xfrm>
              <a:off x="1835591" y="1762927"/>
              <a:ext cx="20719" cy="16754"/>
            </a:xfrm>
            <a:custGeom>
              <a:avLst/>
              <a:gdLst/>
              <a:ahLst/>
              <a:cxnLst/>
              <a:rect l="l" t="t" r="r" b="b"/>
              <a:pathLst>
                <a:path w="789" h="638" extrusionOk="0">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75"/>
            <p:cNvSpPr/>
            <p:nvPr/>
          </p:nvSpPr>
          <p:spPr>
            <a:xfrm>
              <a:off x="1808018" y="1628581"/>
              <a:ext cx="22820" cy="14128"/>
            </a:xfrm>
            <a:custGeom>
              <a:avLst/>
              <a:gdLst/>
              <a:ahLst/>
              <a:cxnLst/>
              <a:rect l="l" t="t" r="r" b="b"/>
              <a:pathLst>
                <a:path w="869" h="538" extrusionOk="0">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75"/>
            <p:cNvSpPr/>
            <p:nvPr/>
          </p:nvSpPr>
          <p:spPr>
            <a:xfrm>
              <a:off x="2035194" y="1725139"/>
              <a:ext cx="23004" cy="14102"/>
            </a:xfrm>
            <a:custGeom>
              <a:avLst/>
              <a:gdLst/>
              <a:ahLst/>
              <a:cxnLst/>
              <a:rect l="l" t="t" r="r" b="b"/>
              <a:pathLst>
                <a:path w="876" h="537" extrusionOk="0">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75"/>
            <p:cNvSpPr/>
            <p:nvPr/>
          </p:nvSpPr>
          <p:spPr>
            <a:xfrm>
              <a:off x="1973299" y="1561276"/>
              <a:ext cx="16649" cy="18119"/>
            </a:xfrm>
            <a:custGeom>
              <a:avLst/>
              <a:gdLst/>
              <a:ahLst/>
              <a:cxnLst/>
              <a:rect l="l" t="t" r="r" b="b"/>
              <a:pathLst>
                <a:path w="634" h="690" extrusionOk="0">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75"/>
            <p:cNvSpPr/>
            <p:nvPr/>
          </p:nvSpPr>
          <p:spPr>
            <a:xfrm>
              <a:off x="1876557" y="1788557"/>
              <a:ext cx="16623" cy="18277"/>
            </a:xfrm>
            <a:custGeom>
              <a:avLst/>
              <a:gdLst/>
              <a:ahLst/>
              <a:cxnLst/>
              <a:rect l="l" t="t" r="r" b="b"/>
              <a:pathLst>
                <a:path w="633" h="696" extrusionOk="0">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75"/>
            <p:cNvSpPr/>
            <p:nvPr/>
          </p:nvSpPr>
          <p:spPr>
            <a:xfrm>
              <a:off x="1878710" y="1560541"/>
              <a:ext cx="15966" cy="18093"/>
            </a:xfrm>
            <a:custGeom>
              <a:avLst/>
              <a:gdLst/>
              <a:ahLst/>
              <a:cxnLst/>
              <a:rect l="l" t="t" r="r" b="b"/>
              <a:pathLst>
                <a:path w="608" h="689" extrusionOk="0">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75"/>
            <p:cNvSpPr/>
            <p:nvPr/>
          </p:nvSpPr>
          <p:spPr>
            <a:xfrm>
              <a:off x="1971014" y="1789292"/>
              <a:ext cx="16386" cy="18277"/>
            </a:xfrm>
            <a:custGeom>
              <a:avLst/>
              <a:gdLst/>
              <a:ahLst/>
              <a:cxnLst/>
              <a:rect l="l" t="t" r="r" b="b"/>
              <a:pathLst>
                <a:path w="624" h="696" extrusionOk="0">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75"/>
            <p:cNvSpPr/>
            <p:nvPr/>
          </p:nvSpPr>
          <p:spPr>
            <a:xfrm>
              <a:off x="2036375" y="1630734"/>
              <a:ext cx="22951" cy="13997"/>
            </a:xfrm>
            <a:custGeom>
              <a:avLst/>
              <a:gdLst/>
              <a:ahLst/>
              <a:cxnLst/>
              <a:rect l="l" t="t" r="r" b="b"/>
              <a:pathLst>
                <a:path w="874" h="533" extrusionOk="0">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75"/>
            <p:cNvSpPr/>
            <p:nvPr/>
          </p:nvSpPr>
          <p:spPr>
            <a:xfrm>
              <a:off x="1807441" y="1723143"/>
              <a:ext cx="22846" cy="14075"/>
            </a:xfrm>
            <a:custGeom>
              <a:avLst/>
              <a:gdLst/>
              <a:ahLst/>
              <a:cxnLst/>
              <a:rect l="l" t="t" r="r" b="b"/>
              <a:pathLst>
                <a:path w="870" h="536" extrusionOk="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8" name="Google Shape;9778;p75"/>
          <p:cNvGrpSpPr/>
          <p:nvPr/>
        </p:nvGrpSpPr>
        <p:grpSpPr>
          <a:xfrm>
            <a:off x="3095178" y="1502716"/>
            <a:ext cx="334290" cy="362677"/>
            <a:chOff x="3095178" y="1502716"/>
            <a:chExt cx="334290" cy="362677"/>
          </a:xfrm>
        </p:grpSpPr>
        <p:sp>
          <p:nvSpPr>
            <p:cNvPr id="9779" name="Google Shape;9779;p75"/>
            <p:cNvSpPr/>
            <p:nvPr/>
          </p:nvSpPr>
          <p:spPr>
            <a:xfrm>
              <a:off x="3125351" y="1502716"/>
              <a:ext cx="304117" cy="304117"/>
            </a:xfrm>
            <a:custGeom>
              <a:avLst/>
              <a:gdLst/>
              <a:ahLst/>
              <a:cxnLst/>
              <a:rect l="l" t="t" r="r" b="b"/>
              <a:pathLst>
                <a:path w="11581" h="11581" extrusionOk="0">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75"/>
            <p:cNvSpPr/>
            <p:nvPr/>
          </p:nvSpPr>
          <p:spPr>
            <a:xfrm>
              <a:off x="3095178" y="1505973"/>
              <a:ext cx="289306" cy="300887"/>
            </a:xfrm>
            <a:custGeom>
              <a:avLst/>
              <a:gdLst/>
              <a:ahLst/>
              <a:cxnLst/>
              <a:rect l="l" t="t" r="r" b="b"/>
              <a:pathLst>
                <a:path w="11017" h="11458" extrusionOk="0">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75"/>
            <p:cNvSpPr/>
            <p:nvPr/>
          </p:nvSpPr>
          <p:spPr>
            <a:xfrm>
              <a:off x="3125351" y="1503215"/>
              <a:ext cx="303854" cy="303356"/>
            </a:xfrm>
            <a:custGeom>
              <a:avLst/>
              <a:gdLst/>
              <a:ahLst/>
              <a:cxnLst/>
              <a:rect l="l" t="t" r="r" b="b"/>
              <a:pathLst>
                <a:path w="11571" h="11552" extrusionOk="0">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75"/>
            <p:cNvSpPr/>
            <p:nvPr/>
          </p:nvSpPr>
          <p:spPr>
            <a:xfrm>
              <a:off x="3125351" y="1505973"/>
              <a:ext cx="229224" cy="300598"/>
            </a:xfrm>
            <a:custGeom>
              <a:avLst/>
              <a:gdLst/>
              <a:ahLst/>
              <a:cxnLst/>
              <a:rect l="l" t="t" r="r" b="b"/>
              <a:pathLst>
                <a:path w="8729" h="11447" extrusionOk="0">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75"/>
            <p:cNvSpPr/>
            <p:nvPr/>
          </p:nvSpPr>
          <p:spPr>
            <a:xfrm>
              <a:off x="3177871" y="1795253"/>
              <a:ext cx="198814" cy="70140"/>
            </a:xfrm>
            <a:custGeom>
              <a:avLst/>
              <a:gdLst/>
              <a:ahLst/>
              <a:cxnLst/>
              <a:rect l="l" t="t" r="r" b="b"/>
              <a:pathLst>
                <a:path w="7571" h="2671" extrusionOk="0">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75"/>
            <p:cNvSpPr/>
            <p:nvPr/>
          </p:nvSpPr>
          <p:spPr>
            <a:xfrm>
              <a:off x="3265580" y="1818624"/>
              <a:ext cx="23398" cy="46769"/>
            </a:xfrm>
            <a:custGeom>
              <a:avLst/>
              <a:gdLst/>
              <a:ahLst/>
              <a:cxnLst/>
              <a:rect l="l" t="t" r="r" b="b"/>
              <a:pathLst>
                <a:path w="891" h="1781" extrusionOk="0">
                  <a:moveTo>
                    <a:pt x="211" y="0"/>
                  </a:moveTo>
                  <a:lnTo>
                    <a:pt x="0" y="1780"/>
                  </a:lnTo>
                  <a:lnTo>
                    <a:pt x="890" y="1780"/>
                  </a:lnTo>
                  <a:lnTo>
                    <a:pt x="680"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75"/>
            <p:cNvSpPr/>
            <p:nvPr/>
          </p:nvSpPr>
          <p:spPr>
            <a:xfrm>
              <a:off x="3267076" y="1806807"/>
              <a:ext cx="20378" cy="19879"/>
            </a:xfrm>
            <a:custGeom>
              <a:avLst/>
              <a:gdLst/>
              <a:ahLst/>
              <a:cxnLst/>
              <a:rect l="l" t="t" r="r" b="b"/>
              <a:pathLst>
                <a:path w="776" h="757" extrusionOk="0">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75"/>
            <p:cNvSpPr/>
            <p:nvPr/>
          </p:nvSpPr>
          <p:spPr>
            <a:xfrm>
              <a:off x="3341734" y="1818861"/>
              <a:ext cx="34952" cy="46533"/>
            </a:xfrm>
            <a:custGeom>
              <a:avLst/>
              <a:gdLst/>
              <a:ahLst/>
              <a:cxnLst/>
              <a:rect l="l" t="t" r="r" b="b"/>
              <a:pathLst>
                <a:path w="1331" h="1772" extrusionOk="0">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75"/>
            <p:cNvSpPr/>
            <p:nvPr/>
          </p:nvSpPr>
          <p:spPr>
            <a:xfrm>
              <a:off x="3213060" y="1614033"/>
              <a:ext cx="128700" cy="93538"/>
            </a:xfrm>
            <a:custGeom>
              <a:avLst/>
              <a:gdLst/>
              <a:ahLst/>
              <a:cxnLst/>
              <a:rect l="l" t="t" r="r" b="b"/>
              <a:pathLst>
                <a:path w="4901" h="3562" extrusionOk="0">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75"/>
            <p:cNvSpPr/>
            <p:nvPr/>
          </p:nvSpPr>
          <p:spPr>
            <a:xfrm>
              <a:off x="3242208" y="1614033"/>
              <a:ext cx="99552" cy="93276"/>
            </a:xfrm>
            <a:custGeom>
              <a:avLst/>
              <a:gdLst/>
              <a:ahLst/>
              <a:cxnLst/>
              <a:rect l="l" t="t" r="r" b="b"/>
              <a:pathLst>
                <a:path w="3791" h="3552" extrusionOk="0">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75"/>
            <p:cNvSpPr/>
            <p:nvPr/>
          </p:nvSpPr>
          <p:spPr>
            <a:xfrm>
              <a:off x="3242208" y="1754287"/>
              <a:ext cx="70140" cy="52546"/>
            </a:xfrm>
            <a:custGeom>
              <a:avLst/>
              <a:gdLst/>
              <a:ahLst/>
              <a:cxnLst/>
              <a:rect l="l" t="t" r="r" b="b"/>
              <a:pathLst>
                <a:path w="2671" h="2001" extrusionOk="0">
                  <a:moveTo>
                    <a:pt x="0" y="0"/>
                  </a:moveTo>
                  <a:lnTo>
                    <a:pt x="0" y="2000"/>
                  </a:lnTo>
                  <a:lnTo>
                    <a:pt x="2670" y="2000"/>
                  </a:lnTo>
                  <a:lnTo>
                    <a:pt x="2670"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75"/>
            <p:cNvSpPr/>
            <p:nvPr/>
          </p:nvSpPr>
          <p:spPr>
            <a:xfrm>
              <a:off x="3242208" y="1754287"/>
              <a:ext cx="70140" cy="29044"/>
            </a:xfrm>
            <a:custGeom>
              <a:avLst/>
              <a:gdLst/>
              <a:ahLst/>
              <a:cxnLst/>
              <a:rect l="l" t="t" r="r" b="b"/>
              <a:pathLst>
                <a:path w="2671" h="1106" extrusionOk="0">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75"/>
            <p:cNvSpPr/>
            <p:nvPr/>
          </p:nvSpPr>
          <p:spPr>
            <a:xfrm>
              <a:off x="3230654" y="1785379"/>
              <a:ext cx="46769" cy="41780"/>
            </a:xfrm>
            <a:custGeom>
              <a:avLst/>
              <a:gdLst/>
              <a:ahLst/>
              <a:cxnLst/>
              <a:rect l="l" t="t" r="r" b="b"/>
              <a:pathLst>
                <a:path w="1781" h="1591" extrusionOk="0">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75"/>
            <p:cNvSpPr/>
            <p:nvPr/>
          </p:nvSpPr>
          <p:spPr>
            <a:xfrm>
              <a:off x="3277397" y="1785379"/>
              <a:ext cx="46769" cy="41780"/>
            </a:xfrm>
            <a:custGeom>
              <a:avLst/>
              <a:gdLst/>
              <a:ahLst/>
              <a:cxnLst/>
              <a:rect l="l" t="t" r="r" b="b"/>
              <a:pathLst>
                <a:path w="1781" h="1591" extrusionOk="0">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75"/>
            <p:cNvSpPr/>
            <p:nvPr/>
          </p:nvSpPr>
          <p:spPr>
            <a:xfrm>
              <a:off x="3218837" y="1661327"/>
              <a:ext cx="116883" cy="110318"/>
            </a:xfrm>
            <a:custGeom>
              <a:avLst/>
              <a:gdLst/>
              <a:ahLst/>
              <a:cxnLst/>
              <a:rect l="l" t="t" r="r" b="b"/>
              <a:pathLst>
                <a:path w="4451" h="4201" extrusionOk="0">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75"/>
            <p:cNvSpPr/>
            <p:nvPr/>
          </p:nvSpPr>
          <p:spPr>
            <a:xfrm>
              <a:off x="3218837" y="1661327"/>
              <a:ext cx="105329" cy="110056"/>
            </a:xfrm>
            <a:custGeom>
              <a:avLst/>
              <a:gdLst/>
              <a:ahLst/>
              <a:cxnLst/>
              <a:rect l="l" t="t" r="r" b="b"/>
              <a:pathLst>
                <a:path w="4011" h="4191" extrusionOk="0">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75"/>
            <p:cNvSpPr/>
            <p:nvPr/>
          </p:nvSpPr>
          <p:spPr>
            <a:xfrm>
              <a:off x="3177871" y="1818861"/>
              <a:ext cx="35215" cy="46533"/>
            </a:xfrm>
            <a:custGeom>
              <a:avLst/>
              <a:gdLst/>
              <a:ahLst/>
              <a:cxnLst/>
              <a:rect l="l" t="t" r="r" b="b"/>
              <a:pathLst>
                <a:path w="1341" h="1772" extrusionOk="0">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6" name="Google Shape;9796;p75"/>
          <p:cNvGrpSpPr/>
          <p:nvPr/>
        </p:nvGrpSpPr>
        <p:grpSpPr>
          <a:xfrm>
            <a:off x="3542281" y="1505605"/>
            <a:ext cx="366196" cy="357005"/>
            <a:chOff x="3542281" y="1505605"/>
            <a:chExt cx="366196" cy="357005"/>
          </a:xfrm>
        </p:grpSpPr>
        <p:sp>
          <p:nvSpPr>
            <p:cNvPr id="9797" name="Google Shape;9797;p75"/>
            <p:cNvSpPr/>
            <p:nvPr/>
          </p:nvSpPr>
          <p:spPr>
            <a:xfrm>
              <a:off x="3612133" y="1573592"/>
              <a:ext cx="226466" cy="226703"/>
            </a:xfrm>
            <a:custGeom>
              <a:avLst/>
              <a:gdLst/>
              <a:ahLst/>
              <a:cxnLst/>
              <a:rect l="l" t="t" r="r" b="b"/>
              <a:pathLst>
                <a:path w="8624" h="8633" extrusionOk="0">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75"/>
            <p:cNvSpPr/>
            <p:nvPr/>
          </p:nvSpPr>
          <p:spPr>
            <a:xfrm>
              <a:off x="3657379" y="1652740"/>
              <a:ext cx="135974" cy="136001"/>
            </a:xfrm>
            <a:custGeom>
              <a:avLst/>
              <a:gdLst/>
              <a:ahLst/>
              <a:cxnLst/>
              <a:rect l="l" t="t" r="r" b="b"/>
              <a:pathLst>
                <a:path w="5178" h="5179" extrusionOk="0">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75"/>
            <p:cNvSpPr/>
            <p:nvPr/>
          </p:nvSpPr>
          <p:spPr>
            <a:xfrm>
              <a:off x="3542281" y="1681153"/>
              <a:ext cx="54805" cy="11318"/>
            </a:xfrm>
            <a:custGeom>
              <a:avLst/>
              <a:gdLst/>
              <a:ahLst/>
              <a:cxnLst/>
              <a:rect l="l" t="t" r="r" b="b"/>
              <a:pathLst>
                <a:path w="2087" h="431" extrusionOk="0">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75"/>
            <p:cNvSpPr/>
            <p:nvPr/>
          </p:nvSpPr>
          <p:spPr>
            <a:xfrm>
              <a:off x="3853909" y="1681153"/>
              <a:ext cx="54568" cy="11318"/>
            </a:xfrm>
            <a:custGeom>
              <a:avLst/>
              <a:gdLst/>
              <a:ahLst/>
              <a:cxnLst/>
              <a:rect l="l" t="t" r="r" b="b"/>
              <a:pathLst>
                <a:path w="2078" h="431" extrusionOk="0">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75"/>
            <p:cNvSpPr/>
            <p:nvPr/>
          </p:nvSpPr>
          <p:spPr>
            <a:xfrm>
              <a:off x="3719694" y="1505605"/>
              <a:ext cx="11344" cy="50918"/>
            </a:xfrm>
            <a:custGeom>
              <a:avLst/>
              <a:gdLst/>
              <a:ahLst/>
              <a:cxnLst/>
              <a:rect l="l" t="t" r="r" b="b"/>
              <a:pathLst>
                <a:path w="432" h="1939" extrusionOk="0">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75"/>
            <p:cNvSpPr/>
            <p:nvPr/>
          </p:nvSpPr>
          <p:spPr>
            <a:xfrm>
              <a:off x="3639023" y="1798850"/>
              <a:ext cx="25814" cy="31092"/>
            </a:xfrm>
            <a:custGeom>
              <a:avLst/>
              <a:gdLst/>
              <a:ahLst/>
              <a:cxnLst/>
              <a:rect l="l" t="t" r="r" b="b"/>
              <a:pathLst>
                <a:path w="983" h="1184" extrusionOk="0">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75"/>
            <p:cNvSpPr/>
            <p:nvPr/>
          </p:nvSpPr>
          <p:spPr>
            <a:xfrm>
              <a:off x="3786053" y="1543761"/>
              <a:ext cx="25971" cy="31092"/>
            </a:xfrm>
            <a:custGeom>
              <a:avLst/>
              <a:gdLst/>
              <a:ahLst/>
              <a:cxnLst/>
              <a:rect l="l" t="t" r="r" b="b"/>
              <a:pathLst>
                <a:path w="989" h="1184" extrusionOk="0">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75"/>
            <p:cNvSpPr/>
            <p:nvPr/>
          </p:nvSpPr>
          <p:spPr>
            <a:xfrm>
              <a:off x="3579728" y="1601874"/>
              <a:ext cx="35950" cy="22741"/>
            </a:xfrm>
            <a:custGeom>
              <a:avLst/>
              <a:gdLst/>
              <a:ahLst/>
              <a:cxnLst/>
              <a:rect l="l" t="t" r="r" b="b"/>
              <a:pathLst>
                <a:path w="1369" h="866" extrusionOk="0">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75"/>
            <p:cNvSpPr/>
            <p:nvPr/>
          </p:nvSpPr>
          <p:spPr>
            <a:xfrm>
              <a:off x="3834818" y="1749167"/>
              <a:ext cx="35687" cy="22741"/>
            </a:xfrm>
            <a:custGeom>
              <a:avLst/>
              <a:gdLst/>
              <a:ahLst/>
              <a:cxnLst/>
              <a:rect l="l" t="t" r="r" b="b"/>
              <a:pathLst>
                <a:path w="1359" h="866" extrusionOk="0">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75"/>
            <p:cNvSpPr/>
            <p:nvPr/>
          </p:nvSpPr>
          <p:spPr>
            <a:xfrm>
              <a:off x="3786000" y="1798850"/>
              <a:ext cx="25709" cy="31092"/>
            </a:xfrm>
            <a:custGeom>
              <a:avLst/>
              <a:gdLst/>
              <a:ahLst/>
              <a:cxnLst/>
              <a:rect l="l" t="t" r="r" b="b"/>
              <a:pathLst>
                <a:path w="979" h="1184" extrusionOk="0">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75"/>
            <p:cNvSpPr/>
            <p:nvPr/>
          </p:nvSpPr>
          <p:spPr>
            <a:xfrm>
              <a:off x="3638472" y="1543761"/>
              <a:ext cx="25971" cy="31092"/>
            </a:xfrm>
            <a:custGeom>
              <a:avLst/>
              <a:gdLst/>
              <a:ahLst/>
              <a:cxnLst/>
              <a:rect l="l" t="t" r="r" b="b"/>
              <a:pathLst>
                <a:path w="989" h="1184" extrusionOk="0">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75"/>
            <p:cNvSpPr/>
            <p:nvPr/>
          </p:nvSpPr>
          <p:spPr>
            <a:xfrm>
              <a:off x="3835317" y="1601507"/>
              <a:ext cx="36291" cy="23109"/>
            </a:xfrm>
            <a:custGeom>
              <a:avLst/>
              <a:gdLst/>
              <a:ahLst/>
              <a:cxnLst/>
              <a:rect l="l" t="t" r="r" b="b"/>
              <a:pathLst>
                <a:path w="1382" h="880" extrusionOk="0">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75"/>
            <p:cNvSpPr/>
            <p:nvPr/>
          </p:nvSpPr>
          <p:spPr>
            <a:xfrm>
              <a:off x="3579964" y="1749167"/>
              <a:ext cx="35950" cy="22741"/>
            </a:xfrm>
            <a:custGeom>
              <a:avLst/>
              <a:gdLst/>
              <a:ahLst/>
              <a:cxnLst/>
              <a:rect l="l" t="t" r="r" b="b"/>
              <a:pathLst>
                <a:path w="1369" h="866" extrusionOk="0">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75"/>
            <p:cNvSpPr/>
            <p:nvPr/>
          </p:nvSpPr>
          <p:spPr>
            <a:xfrm>
              <a:off x="3737209" y="1591764"/>
              <a:ext cx="80776" cy="68302"/>
            </a:xfrm>
            <a:custGeom>
              <a:avLst/>
              <a:gdLst/>
              <a:ahLst/>
              <a:cxnLst/>
              <a:rect l="l" t="t" r="r" b="b"/>
              <a:pathLst>
                <a:path w="3076" h="2601" extrusionOk="0">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75"/>
            <p:cNvSpPr/>
            <p:nvPr/>
          </p:nvSpPr>
          <p:spPr>
            <a:xfrm>
              <a:off x="3691307" y="1732150"/>
              <a:ext cx="68118" cy="102073"/>
            </a:xfrm>
            <a:custGeom>
              <a:avLst/>
              <a:gdLst/>
              <a:ahLst/>
              <a:cxnLst/>
              <a:rect l="l" t="t" r="r" b="b"/>
              <a:pathLst>
                <a:path w="2594" h="3887" extrusionOk="0">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75"/>
            <p:cNvSpPr/>
            <p:nvPr/>
          </p:nvSpPr>
          <p:spPr>
            <a:xfrm>
              <a:off x="3691307" y="1751267"/>
              <a:ext cx="68118" cy="82955"/>
            </a:xfrm>
            <a:custGeom>
              <a:avLst/>
              <a:gdLst/>
              <a:ahLst/>
              <a:cxnLst/>
              <a:rect l="l" t="t" r="r" b="b"/>
              <a:pathLst>
                <a:path w="2594" h="3159" extrusionOk="0">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75"/>
            <p:cNvSpPr/>
            <p:nvPr/>
          </p:nvSpPr>
          <p:spPr>
            <a:xfrm>
              <a:off x="3712656" y="1732150"/>
              <a:ext cx="25420" cy="17122"/>
            </a:xfrm>
            <a:custGeom>
              <a:avLst/>
              <a:gdLst/>
              <a:ahLst/>
              <a:cxnLst/>
              <a:rect l="l" t="t" r="r" b="b"/>
              <a:pathLst>
                <a:path w="968" h="652" extrusionOk="0">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75"/>
            <p:cNvSpPr/>
            <p:nvPr/>
          </p:nvSpPr>
          <p:spPr>
            <a:xfrm>
              <a:off x="3702625" y="1686930"/>
              <a:ext cx="45509" cy="51049"/>
            </a:xfrm>
            <a:custGeom>
              <a:avLst/>
              <a:gdLst/>
              <a:ahLst/>
              <a:cxnLst/>
              <a:rect l="l" t="t" r="r" b="b"/>
              <a:pathLst>
                <a:path w="1733" h="1944" extrusionOk="0">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75"/>
            <p:cNvSpPr/>
            <p:nvPr/>
          </p:nvSpPr>
          <p:spPr>
            <a:xfrm>
              <a:off x="3702625" y="1686930"/>
              <a:ext cx="31171" cy="50944"/>
            </a:xfrm>
            <a:custGeom>
              <a:avLst/>
              <a:gdLst/>
              <a:ahLst/>
              <a:cxnLst/>
              <a:rect l="l" t="t" r="r" b="b"/>
              <a:pathLst>
                <a:path w="1187" h="1940" extrusionOk="0">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75"/>
            <p:cNvSpPr/>
            <p:nvPr/>
          </p:nvSpPr>
          <p:spPr>
            <a:xfrm>
              <a:off x="3702625" y="1834196"/>
              <a:ext cx="45509" cy="28177"/>
            </a:xfrm>
            <a:custGeom>
              <a:avLst/>
              <a:gdLst/>
              <a:ahLst/>
              <a:cxnLst/>
              <a:rect l="l" t="t" r="r" b="b"/>
              <a:pathLst>
                <a:path w="1733" h="1073" extrusionOk="0">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75"/>
            <p:cNvSpPr/>
            <p:nvPr/>
          </p:nvSpPr>
          <p:spPr>
            <a:xfrm>
              <a:off x="3691307" y="1759303"/>
              <a:ext cx="11344" cy="74920"/>
            </a:xfrm>
            <a:custGeom>
              <a:avLst/>
              <a:gdLst/>
              <a:ahLst/>
              <a:cxnLst/>
              <a:rect l="l" t="t" r="r" b="b"/>
              <a:pathLst>
                <a:path w="432" h="2853" extrusionOk="0">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75"/>
            <p:cNvSpPr/>
            <p:nvPr/>
          </p:nvSpPr>
          <p:spPr>
            <a:xfrm>
              <a:off x="3748107" y="1759303"/>
              <a:ext cx="11318" cy="74920"/>
            </a:xfrm>
            <a:custGeom>
              <a:avLst/>
              <a:gdLst/>
              <a:ahLst/>
              <a:cxnLst/>
              <a:rect l="l" t="t" r="r" b="b"/>
              <a:pathLst>
                <a:path w="431" h="2853" extrusionOk="0">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75"/>
            <p:cNvSpPr/>
            <p:nvPr/>
          </p:nvSpPr>
          <p:spPr>
            <a:xfrm>
              <a:off x="3722477" y="1845514"/>
              <a:ext cx="5803" cy="17095"/>
            </a:xfrm>
            <a:custGeom>
              <a:avLst/>
              <a:gdLst/>
              <a:ahLst/>
              <a:cxnLst/>
              <a:rect l="l" t="t" r="r" b="b"/>
              <a:pathLst>
                <a:path w="221" h="651" extrusionOk="0">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75"/>
            <p:cNvSpPr/>
            <p:nvPr/>
          </p:nvSpPr>
          <p:spPr>
            <a:xfrm>
              <a:off x="3702625" y="1686930"/>
              <a:ext cx="45509" cy="22662"/>
            </a:xfrm>
            <a:custGeom>
              <a:avLst/>
              <a:gdLst/>
              <a:ahLst/>
              <a:cxnLst/>
              <a:rect l="l" t="t" r="r" b="b"/>
              <a:pathLst>
                <a:path w="1733" h="863" extrusionOk="0">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75"/>
            <p:cNvSpPr/>
            <p:nvPr/>
          </p:nvSpPr>
          <p:spPr>
            <a:xfrm>
              <a:off x="3702625" y="1686930"/>
              <a:ext cx="31171" cy="20640"/>
            </a:xfrm>
            <a:custGeom>
              <a:avLst/>
              <a:gdLst/>
              <a:ahLst/>
              <a:cxnLst/>
              <a:rect l="l" t="t" r="r" b="b"/>
              <a:pathLst>
                <a:path w="1187" h="786" extrusionOk="0">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2" name="Google Shape;9822;p75"/>
          <p:cNvGrpSpPr/>
          <p:nvPr/>
        </p:nvGrpSpPr>
        <p:grpSpPr>
          <a:xfrm>
            <a:off x="1748382" y="3384797"/>
            <a:ext cx="364673" cy="340067"/>
            <a:chOff x="1748382" y="3384797"/>
            <a:chExt cx="364673" cy="340067"/>
          </a:xfrm>
        </p:grpSpPr>
        <p:sp>
          <p:nvSpPr>
            <p:cNvPr id="9823" name="Google Shape;9823;p75"/>
            <p:cNvSpPr/>
            <p:nvPr/>
          </p:nvSpPr>
          <p:spPr>
            <a:xfrm>
              <a:off x="1805182" y="3628332"/>
              <a:ext cx="45509" cy="45509"/>
            </a:xfrm>
            <a:custGeom>
              <a:avLst/>
              <a:gdLst/>
              <a:ahLst/>
              <a:cxnLst/>
              <a:rect l="l" t="t" r="r" b="b"/>
              <a:pathLst>
                <a:path w="1733" h="1733" extrusionOk="0">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75"/>
            <p:cNvSpPr/>
            <p:nvPr/>
          </p:nvSpPr>
          <p:spPr>
            <a:xfrm>
              <a:off x="1954208" y="3509453"/>
              <a:ext cx="105828" cy="90728"/>
            </a:xfrm>
            <a:custGeom>
              <a:avLst/>
              <a:gdLst/>
              <a:ahLst/>
              <a:cxnLst/>
              <a:rect l="l" t="t" r="r" b="b"/>
              <a:pathLst>
                <a:path w="4030" h="3455" extrusionOk="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75"/>
            <p:cNvSpPr/>
            <p:nvPr/>
          </p:nvSpPr>
          <p:spPr>
            <a:xfrm>
              <a:off x="1964764" y="3546165"/>
              <a:ext cx="100051" cy="54043"/>
            </a:xfrm>
            <a:custGeom>
              <a:avLst/>
              <a:gdLst/>
              <a:ahLst/>
              <a:cxnLst/>
              <a:rect l="l" t="t" r="r" b="b"/>
              <a:pathLst>
                <a:path w="3810" h="2058" extrusionOk="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75"/>
            <p:cNvSpPr/>
            <p:nvPr/>
          </p:nvSpPr>
          <p:spPr>
            <a:xfrm>
              <a:off x="1833569" y="3407433"/>
              <a:ext cx="153096" cy="294585"/>
            </a:xfrm>
            <a:custGeom>
              <a:avLst/>
              <a:gdLst/>
              <a:ahLst/>
              <a:cxnLst/>
              <a:rect l="l" t="t" r="r" b="b"/>
              <a:pathLst>
                <a:path w="5830" h="11218" extrusionOk="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75"/>
            <p:cNvSpPr/>
            <p:nvPr/>
          </p:nvSpPr>
          <p:spPr>
            <a:xfrm>
              <a:off x="1833569" y="3583086"/>
              <a:ext cx="152991" cy="118932"/>
            </a:xfrm>
            <a:custGeom>
              <a:avLst/>
              <a:gdLst/>
              <a:ahLst/>
              <a:cxnLst/>
              <a:rect l="l" t="t" r="r" b="b"/>
              <a:pathLst>
                <a:path w="5826" h="4529" extrusionOk="0">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75"/>
            <p:cNvSpPr/>
            <p:nvPr/>
          </p:nvSpPr>
          <p:spPr>
            <a:xfrm>
              <a:off x="1975058" y="3384797"/>
              <a:ext cx="45535" cy="340067"/>
            </a:xfrm>
            <a:custGeom>
              <a:avLst/>
              <a:gdLst/>
              <a:ahLst/>
              <a:cxnLst/>
              <a:rect l="l" t="t" r="r" b="b"/>
              <a:pathLst>
                <a:path w="1734" h="12950" extrusionOk="0">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75"/>
            <p:cNvSpPr/>
            <p:nvPr/>
          </p:nvSpPr>
          <p:spPr>
            <a:xfrm>
              <a:off x="1975058" y="3696451"/>
              <a:ext cx="45535" cy="28413"/>
            </a:xfrm>
            <a:custGeom>
              <a:avLst/>
              <a:gdLst/>
              <a:ahLst/>
              <a:cxnLst/>
              <a:rect l="l" t="t" r="r" b="b"/>
              <a:pathLst>
                <a:path w="1734" h="1082" extrusionOk="0">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75"/>
            <p:cNvSpPr/>
            <p:nvPr/>
          </p:nvSpPr>
          <p:spPr>
            <a:xfrm>
              <a:off x="1748618" y="3503676"/>
              <a:ext cx="45272" cy="102073"/>
            </a:xfrm>
            <a:custGeom>
              <a:avLst/>
              <a:gdLst/>
              <a:ahLst/>
              <a:cxnLst/>
              <a:rect l="l" t="t" r="r" b="b"/>
              <a:pathLst>
                <a:path w="1724" h="3887" extrusionOk="0">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75"/>
            <p:cNvSpPr/>
            <p:nvPr/>
          </p:nvSpPr>
          <p:spPr>
            <a:xfrm>
              <a:off x="1748382" y="3508954"/>
              <a:ext cx="45509" cy="96794"/>
            </a:xfrm>
            <a:custGeom>
              <a:avLst/>
              <a:gdLst/>
              <a:ahLst/>
              <a:cxnLst/>
              <a:rect l="l" t="t" r="r" b="b"/>
              <a:pathLst>
                <a:path w="1733" h="3686" extrusionOk="0">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75"/>
            <p:cNvSpPr/>
            <p:nvPr/>
          </p:nvSpPr>
          <p:spPr>
            <a:xfrm>
              <a:off x="1788087" y="3503676"/>
              <a:ext cx="56827" cy="102073"/>
            </a:xfrm>
            <a:custGeom>
              <a:avLst/>
              <a:gdLst/>
              <a:ahLst/>
              <a:cxnLst/>
              <a:rect l="l" t="t" r="r" b="b"/>
              <a:pathLst>
                <a:path w="2164"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75"/>
            <p:cNvSpPr/>
            <p:nvPr/>
          </p:nvSpPr>
          <p:spPr>
            <a:xfrm>
              <a:off x="1788087" y="3588627"/>
              <a:ext cx="56827" cy="17122"/>
            </a:xfrm>
            <a:custGeom>
              <a:avLst/>
              <a:gdLst/>
              <a:ahLst/>
              <a:cxnLst/>
              <a:rect l="l" t="t" r="r" b="b"/>
              <a:pathLst>
                <a:path w="2164" h="652" extrusionOk="0">
                  <a:moveTo>
                    <a:pt x="0" y="0"/>
                  </a:moveTo>
                  <a:lnTo>
                    <a:pt x="0" y="651"/>
                  </a:lnTo>
                  <a:lnTo>
                    <a:pt x="2163" y="651"/>
                  </a:lnTo>
                  <a:lnTo>
                    <a:pt x="2163"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75"/>
            <p:cNvSpPr/>
            <p:nvPr/>
          </p:nvSpPr>
          <p:spPr>
            <a:xfrm>
              <a:off x="1788087" y="3605722"/>
              <a:ext cx="56827" cy="90755"/>
            </a:xfrm>
            <a:custGeom>
              <a:avLst/>
              <a:gdLst/>
              <a:ahLst/>
              <a:cxnLst/>
              <a:rect l="l" t="t" r="r" b="b"/>
              <a:pathLst>
                <a:path w="2164" h="3456" extrusionOk="0">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75"/>
            <p:cNvSpPr/>
            <p:nvPr/>
          </p:nvSpPr>
          <p:spPr>
            <a:xfrm>
              <a:off x="2080860" y="3548922"/>
              <a:ext cx="32195" cy="11581"/>
            </a:xfrm>
            <a:custGeom>
              <a:avLst/>
              <a:gdLst/>
              <a:ahLst/>
              <a:cxnLst/>
              <a:rect l="l" t="t" r="r" b="b"/>
              <a:pathLst>
                <a:path w="1226" h="441" extrusionOk="0">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75"/>
            <p:cNvSpPr/>
            <p:nvPr/>
          </p:nvSpPr>
          <p:spPr>
            <a:xfrm>
              <a:off x="2059510" y="3484874"/>
              <a:ext cx="27468" cy="23345"/>
            </a:xfrm>
            <a:custGeom>
              <a:avLst/>
              <a:gdLst/>
              <a:ahLst/>
              <a:cxnLst/>
              <a:rect l="l" t="t" r="r" b="b"/>
              <a:pathLst>
                <a:path w="1046" h="889" extrusionOk="0">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75"/>
            <p:cNvSpPr/>
            <p:nvPr/>
          </p:nvSpPr>
          <p:spPr>
            <a:xfrm>
              <a:off x="2058723" y="3600969"/>
              <a:ext cx="27704" cy="23608"/>
            </a:xfrm>
            <a:custGeom>
              <a:avLst/>
              <a:gdLst/>
              <a:ahLst/>
              <a:cxnLst/>
              <a:rect l="l" t="t" r="r" b="b"/>
              <a:pathLst>
                <a:path w="1055" h="899" extrusionOk="0">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8" name="Google Shape;9838;p75"/>
          <p:cNvGrpSpPr/>
          <p:nvPr/>
        </p:nvGrpSpPr>
        <p:grpSpPr>
          <a:xfrm>
            <a:off x="6221064" y="3811049"/>
            <a:ext cx="364673" cy="339804"/>
            <a:chOff x="6221064" y="3811049"/>
            <a:chExt cx="364673" cy="339804"/>
          </a:xfrm>
        </p:grpSpPr>
        <p:sp>
          <p:nvSpPr>
            <p:cNvPr id="9839" name="Google Shape;9839;p75"/>
            <p:cNvSpPr/>
            <p:nvPr/>
          </p:nvSpPr>
          <p:spPr>
            <a:xfrm>
              <a:off x="6277838" y="4054558"/>
              <a:ext cx="45272" cy="45272"/>
            </a:xfrm>
            <a:custGeom>
              <a:avLst/>
              <a:gdLst/>
              <a:ahLst/>
              <a:cxnLst/>
              <a:rect l="l" t="t" r="r" b="b"/>
              <a:pathLst>
                <a:path w="1724" h="1724" extrusionOk="0">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75"/>
            <p:cNvSpPr/>
            <p:nvPr/>
          </p:nvSpPr>
          <p:spPr>
            <a:xfrm>
              <a:off x="6426890" y="3935679"/>
              <a:ext cx="105828" cy="90728"/>
            </a:xfrm>
            <a:custGeom>
              <a:avLst/>
              <a:gdLst/>
              <a:ahLst/>
              <a:cxnLst/>
              <a:rect l="l" t="t" r="r" b="b"/>
              <a:pathLst>
                <a:path w="4030" h="3455" extrusionOk="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75"/>
            <p:cNvSpPr/>
            <p:nvPr/>
          </p:nvSpPr>
          <p:spPr>
            <a:xfrm>
              <a:off x="6437446" y="3972391"/>
              <a:ext cx="100051" cy="54043"/>
            </a:xfrm>
            <a:custGeom>
              <a:avLst/>
              <a:gdLst/>
              <a:ahLst/>
              <a:cxnLst/>
              <a:rect l="l" t="t" r="r" b="b"/>
              <a:pathLst>
                <a:path w="3810" h="2058" extrusionOk="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75"/>
            <p:cNvSpPr/>
            <p:nvPr/>
          </p:nvSpPr>
          <p:spPr>
            <a:xfrm>
              <a:off x="6306251" y="3833659"/>
              <a:ext cx="153070" cy="294585"/>
            </a:xfrm>
            <a:custGeom>
              <a:avLst/>
              <a:gdLst/>
              <a:ahLst/>
              <a:cxnLst/>
              <a:rect l="l" t="t" r="r" b="b"/>
              <a:pathLst>
                <a:path w="5829" h="11218" extrusionOk="0">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75"/>
            <p:cNvSpPr/>
            <p:nvPr/>
          </p:nvSpPr>
          <p:spPr>
            <a:xfrm>
              <a:off x="6306251" y="4009312"/>
              <a:ext cx="152833" cy="119010"/>
            </a:xfrm>
            <a:custGeom>
              <a:avLst/>
              <a:gdLst/>
              <a:ahLst/>
              <a:cxnLst/>
              <a:rect l="l" t="t" r="r" b="b"/>
              <a:pathLst>
                <a:path w="5820" h="4532" extrusionOk="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75"/>
            <p:cNvSpPr/>
            <p:nvPr/>
          </p:nvSpPr>
          <p:spPr>
            <a:xfrm>
              <a:off x="6447740" y="3811049"/>
              <a:ext cx="45509" cy="339804"/>
            </a:xfrm>
            <a:custGeom>
              <a:avLst/>
              <a:gdLst/>
              <a:ahLst/>
              <a:cxnLst/>
              <a:rect l="l" t="t" r="r" b="b"/>
              <a:pathLst>
                <a:path w="1733" h="12940" extrusionOk="0">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75"/>
            <p:cNvSpPr/>
            <p:nvPr/>
          </p:nvSpPr>
          <p:spPr>
            <a:xfrm>
              <a:off x="6447740" y="4122677"/>
              <a:ext cx="45509" cy="28177"/>
            </a:xfrm>
            <a:custGeom>
              <a:avLst/>
              <a:gdLst/>
              <a:ahLst/>
              <a:cxnLst/>
              <a:rect l="l" t="t" r="r" b="b"/>
              <a:pathLst>
                <a:path w="1733" h="1073" extrusionOk="0">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75"/>
            <p:cNvSpPr/>
            <p:nvPr/>
          </p:nvSpPr>
          <p:spPr>
            <a:xfrm>
              <a:off x="6221300" y="3929902"/>
              <a:ext cx="45272" cy="102073"/>
            </a:xfrm>
            <a:custGeom>
              <a:avLst/>
              <a:gdLst/>
              <a:ahLst/>
              <a:cxnLst/>
              <a:rect l="l" t="t" r="r" b="b"/>
              <a:pathLst>
                <a:path w="1724" h="3887" extrusionOk="0">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75"/>
            <p:cNvSpPr/>
            <p:nvPr/>
          </p:nvSpPr>
          <p:spPr>
            <a:xfrm>
              <a:off x="6221064" y="3935180"/>
              <a:ext cx="45509" cy="96794"/>
            </a:xfrm>
            <a:custGeom>
              <a:avLst/>
              <a:gdLst/>
              <a:ahLst/>
              <a:cxnLst/>
              <a:rect l="l" t="t" r="r" b="b"/>
              <a:pathLst>
                <a:path w="1733" h="3686" extrusionOk="0">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75"/>
            <p:cNvSpPr/>
            <p:nvPr/>
          </p:nvSpPr>
          <p:spPr>
            <a:xfrm>
              <a:off x="6260769" y="3929902"/>
              <a:ext cx="56800" cy="102073"/>
            </a:xfrm>
            <a:custGeom>
              <a:avLst/>
              <a:gdLst/>
              <a:ahLst/>
              <a:cxnLst/>
              <a:rect l="l" t="t" r="r" b="b"/>
              <a:pathLst>
                <a:path w="2163"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75"/>
            <p:cNvSpPr/>
            <p:nvPr/>
          </p:nvSpPr>
          <p:spPr>
            <a:xfrm>
              <a:off x="6260769" y="4014853"/>
              <a:ext cx="56800" cy="17122"/>
            </a:xfrm>
            <a:custGeom>
              <a:avLst/>
              <a:gdLst/>
              <a:ahLst/>
              <a:cxnLst/>
              <a:rect l="l" t="t" r="r" b="b"/>
              <a:pathLst>
                <a:path w="2163" h="652" extrusionOk="0">
                  <a:moveTo>
                    <a:pt x="0" y="1"/>
                  </a:moveTo>
                  <a:lnTo>
                    <a:pt x="0" y="651"/>
                  </a:lnTo>
                  <a:lnTo>
                    <a:pt x="2163" y="651"/>
                  </a:lnTo>
                  <a:lnTo>
                    <a:pt x="216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75"/>
            <p:cNvSpPr/>
            <p:nvPr/>
          </p:nvSpPr>
          <p:spPr>
            <a:xfrm>
              <a:off x="6260769" y="4031686"/>
              <a:ext cx="56800" cy="90755"/>
            </a:xfrm>
            <a:custGeom>
              <a:avLst/>
              <a:gdLst/>
              <a:ahLst/>
              <a:cxnLst/>
              <a:rect l="l" t="t" r="r" b="b"/>
              <a:pathLst>
                <a:path w="2163" h="3456" extrusionOk="0">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75"/>
            <p:cNvSpPr/>
            <p:nvPr/>
          </p:nvSpPr>
          <p:spPr>
            <a:xfrm>
              <a:off x="6553542" y="3975148"/>
              <a:ext cx="32195" cy="11581"/>
            </a:xfrm>
            <a:custGeom>
              <a:avLst/>
              <a:gdLst/>
              <a:ahLst/>
              <a:cxnLst/>
              <a:rect l="l" t="t" r="r" b="b"/>
              <a:pathLst>
                <a:path w="1226" h="441" extrusionOk="0">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75"/>
            <p:cNvSpPr/>
            <p:nvPr/>
          </p:nvSpPr>
          <p:spPr>
            <a:xfrm>
              <a:off x="6532192" y="3911100"/>
              <a:ext cx="27442" cy="23608"/>
            </a:xfrm>
            <a:custGeom>
              <a:avLst/>
              <a:gdLst/>
              <a:ahLst/>
              <a:cxnLst/>
              <a:rect l="l" t="t" r="r" b="b"/>
              <a:pathLst>
                <a:path w="1045" h="899" extrusionOk="0">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3" name="Google Shape;9853;p75"/>
            <p:cNvSpPr/>
            <p:nvPr/>
          </p:nvSpPr>
          <p:spPr>
            <a:xfrm>
              <a:off x="6531221" y="4027327"/>
              <a:ext cx="27626" cy="23503"/>
            </a:xfrm>
            <a:custGeom>
              <a:avLst/>
              <a:gdLst/>
              <a:ahLst/>
              <a:cxnLst/>
              <a:rect l="l" t="t" r="r" b="b"/>
              <a:pathLst>
                <a:path w="1052" h="895" extrusionOk="0">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4" name="Google Shape;9854;p75"/>
          <p:cNvGrpSpPr/>
          <p:nvPr/>
        </p:nvGrpSpPr>
        <p:grpSpPr>
          <a:xfrm>
            <a:off x="2182643" y="3386320"/>
            <a:ext cx="382030" cy="320451"/>
            <a:chOff x="2182643" y="3386320"/>
            <a:chExt cx="382030" cy="320451"/>
          </a:xfrm>
        </p:grpSpPr>
        <p:sp>
          <p:nvSpPr>
            <p:cNvPr id="9855" name="Google Shape;9855;p75"/>
            <p:cNvSpPr/>
            <p:nvPr/>
          </p:nvSpPr>
          <p:spPr>
            <a:xfrm>
              <a:off x="2182643" y="3386320"/>
              <a:ext cx="382030" cy="320451"/>
            </a:xfrm>
            <a:custGeom>
              <a:avLst/>
              <a:gdLst/>
              <a:ahLst/>
              <a:cxnLst/>
              <a:rect l="l" t="t" r="r" b="b"/>
              <a:pathLst>
                <a:path w="14548" h="12203" extrusionOk="0">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75"/>
            <p:cNvSpPr/>
            <p:nvPr/>
          </p:nvSpPr>
          <p:spPr>
            <a:xfrm>
              <a:off x="2281171" y="3466492"/>
              <a:ext cx="185002" cy="184739"/>
            </a:xfrm>
            <a:custGeom>
              <a:avLst/>
              <a:gdLst/>
              <a:ahLst/>
              <a:cxnLst/>
              <a:rect l="l" t="t" r="r" b="b"/>
              <a:pathLst>
                <a:path w="7045" h="7035" extrusionOk="0">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75"/>
            <p:cNvSpPr/>
            <p:nvPr/>
          </p:nvSpPr>
          <p:spPr>
            <a:xfrm>
              <a:off x="2299763" y="3484821"/>
              <a:ext cx="147791" cy="148054"/>
            </a:xfrm>
            <a:custGeom>
              <a:avLst/>
              <a:gdLst/>
              <a:ahLst/>
              <a:cxnLst/>
              <a:rect l="l" t="t" r="r" b="b"/>
              <a:pathLst>
                <a:path w="5628" h="5638" extrusionOk="0">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75"/>
            <p:cNvSpPr/>
            <p:nvPr/>
          </p:nvSpPr>
          <p:spPr>
            <a:xfrm>
              <a:off x="2336711" y="3564993"/>
              <a:ext cx="73922" cy="67830"/>
            </a:xfrm>
            <a:custGeom>
              <a:avLst/>
              <a:gdLst/>
              <a:ahLst/>
              <a:cxnLst/>
              <a:rect l="l" t="t" r="r" b="b"/>
              <a:pathLst>
                <a:path w="2815" h="2583" extrusionOk="0">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75"/>
            <p:cNvSpPr/>
            <p:nvPr/>
          </p:nvSpPr>
          <p:spPr>
            <a:xfrm>
              <a:off x="2295745" y="3386320"/>
              <a:ext cx="139519" cy="36974"/>
            </a:xfrm>
            <a:custGeom>
              <a:avLst/>
              <a:gdLst/>
              <a:ahLst/>
              <a:cxnLst/>
              <a:rect l="l" t="t" r="r" b="b"/>
              <a:pathLst>
                <a:path w="5313" h="1408" extrusionOk="0">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75"/>
            <p:cNvSpPr/>
            <p:nvPr/>
          </p:nvSpPr>
          <p:spPr>
            <a:xfrm>
              <a:off x="2342987" y="3386320"/>
              <a:ext cx="92514" cy="36974"/>
            </a:xfrm>
            <a:custGeom>
              <a:avLst/>
              <a:gdLst/>
              <a:ahLst/>
              <a:cxnLst/>
              <a:rect l="l" t="t" r="r" b="b"/>
              <a:pathLst>
                <a:path w="3523" h="1408" extrusionOk="0">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75"/>
            <p:cNvSpPr/>
            <p:nvPr/>
          </p:nvSpPr>
          <p:spPr>
            <a:xfrm>
              <a:off x="2182643" y="3676073"/>
              <a:ext cx="382030" cy="30698"/>
            </a:xfrm>
            <a:custGeom>
              <a:avLst/>
              <a:gdLst/>
              <a:ahLst/>
              <a:cxnLst/>
              <a:rect l="l" t="t" r="r" b="b"/>
              <a:pathLst>
                <a:path w="14548" h="1169" extrusionOk="0">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75"/>
            <p:cNvSpPr/>
            <p:nvPr/>
          </p:nvSpPr>
          <p:spPr>
            <a:xfrm>
              <a:off x="2336711" y="3584609"/>
              <a:ext cx="74158" cy="48213"/>
            </a:xfrm>
            <a:custGeom>
              <a:avLst/>
              <a:gdLst/>
              <a:ahLst/>
              <a:cxnLst/>
              <a:rect l="l" t="t" r="r" b="b"/>
              <a:pathLst>
                <a:path w="2824" h="1836" extrusionOk="0">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75"/>
            <p:cNvSpPr/>
            <p:nvPr/>
          </p:nvSpPr>
          <p:spPr>
            <a:xfrm>
              <a:off x="2360082" y="3564993"/>
              <a:ext cx="27179" cy="18513"/>
            </a:xfrm>
            <a:custGeom>
              <a:avLst/>
              <a:gdLst/>
              <a:ahLst/>
              <a:cxnLst/>
              <a:rect l="l" t="t" r="r" b="b"/>
              <a:pathLst>
                <a:path w="1035" h="705" extrusionOk="0">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75"/>
            <p:cNvSpPr/>
            <p:nvPr/>
          </p:nvSpPr>
          <p:spPr>
            <a:xfrm>
              <a:off x="2349027" y="3515756"/>
              <a:ext cx="49290" cy="55566"/>
            </a:xfrm>
            <a:custGeom>
              <a:avLst/>
              <a:gdLst/>
              <a:ahLst/>
              <a:cxnLst/>
              <a:rect l="l" t="t" r="r" b="b"/>
              <a:pathLst>
                <a:path w="1877" h="2116" extrusionOk="0">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75"/>
            <p:cNvSpPr/>
            <p:nvPr/>
          </p:nvSpPr>
          <p:spPr>
            <a:xfrm>
              <a:off x="2349027" y="3515756"/>
              <a:ext cx="33954" cy="55461"/>
            </a:xfrm>
            <a:custGeom>
              <a:avLst/>
              <a:gdLst/>
              <a:ahLst/>
              <a:cxnLst/>
              <a:rect l="l" t="t" r="r" b="b"/>
              <a:pathLst>
                <a:path w="1293" h="2112" extrusionOk="0">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75"/>
            <p:cNvSpPr/>
            <p:nvPr/>
          </p:nvSpPr>
          <p:spPr>
            <a:xfrm>
              <a:off x="2349027" y="3515756"/>
              <a:ext cx="49290" cy="24894"/>
            </a:xfrm>
            <a:custGeom>
              <a:avLst/>
              <a:gdLst/>
              <a:ahLst/>
              <a:cxnLst/>
              <a:rect l="l" t="t" r="r" b="b"/>
              <a:pathLst>
                <a:path w="1877" h="948" extrusionOk="0">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75"/>
            <p:cNvSpPr/>
            <p:nvPr/>
          </p:nvSpPr>
          <p:spPr>
            <a:xfrm>
              <a:off x="2349027" y="3515755"/>
              <a:ext cx="33954" cy="22374"/>
            </a:xfrm>
            <a:custGeom>
              <a:avLst/>
              <a:gdLst/>
              <a:ahLst/>
              <a:cxnLst/>
              <a:rect l="l" t="t" r="r" b="b"/>
              <a:pathLst>
                <a:path w="1293" h="852" extrusionOk="0">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8" name="Google Shape;9868;p75"/>
            <p:cNvSpPr/>
            <p:nvPr/>
          </p:nvSpPr>
          <p:spPr>
            <a:xfrm>
              <a:off x="2336711" y="3595402"/>
              <a:ext cx="18382" cy="34978"/>
            </a:xfrm>
            <a:custGeom>
              <a:avLst/>
              <a:gdLst/>
              <a:ahLst/>
              <a:cxnLst/>
              <a:rect l="l" t="t" r="r" b="b"/>
              <a:pathLst>
                <a:path w="700" h="1332" extrusionOk="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75"/>
            <p:cNvSpPr/>
            <p:nvPr/>
          </p:nvSpPr>
          <p:spPr>
            <a:xfrm>
              <a:off x="2392251" y="3595402"/>
              <a:ext cx="18382" cy="34978"/>
            </a:xfrm>
            <a:custGeom>
              <a:avLst/>
              <a:gdLst/>
              <a:ahLst/>
              <a:cxnLst/>
              <a:rect l="l" t="t" r="r" b="b"/>
              <a:pathLst>
                <a:path w="700" h="1332" extrusionOk="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0" name="Google Shape;9870;p75"/>
          <p:cNvGrpSpPr/>
          <p:nvPr/>
        </p:nvGrpSpPr>
        <p:grpSpPr>
          <a:xfrm>
            <a:off x="3084386" y="3389340"/>
            <a:ext cx="353880" cy="330745"/>
            <a:chOff x="3084386" y="3389340"/>
            <a:chExt cx="353880" cy="330745"/>
          </a:xfrm>
        </p:grpSpPr>
        <p:sp>
          <p:nvSpPr>
            <p:cNvPr id="9871" name="Google Shape;9871;p75"/>
            <p:cNvSpPr/>
            <p:nvPr/>
          </p:nvSpPr>
          <p:spPr>
            <a:xfrm>
              <a:off x="3084386" y="3458430"/>
              <a:ext cx="353880" cy="261655"/>
            </a:xfrm>
            <a:custGeom>
              <a:avLst/>
              <a:gdLst/>
              <a:ahLst/>
              <a:cxnLst/>
              <a:rect l="l" t="t" r="r" b="b"/>
              <a:pathLst>
                <a:path w="13476" h="9964" extrusionOk="0">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75"/>
            <p:cNvSpPr/>
            <p:nvPr/>
          </p:nvSpPr>
          <p:spPr>
            <a:xfrm>
              <a:off x="3084386" y="3458430"/>
              <a:ext cx="176940" cy="261655"/>
            </a:xfrm>
            <a:custGeom>
              <a:avLst/>
              <a:gdLst/>
              <a:ahLst/>
              <a:cxnLst/>
              <a:rect l="l" t="t" r="r" b="b"/>
              <a:pathLst>
                <a:path w="6738" h="9964" extrusionOk="0">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75"/>
            <p:cNvSpPr/>
            <p:nvPr/>
          </p:nvSpPr>
          <p:spPr>
            <a:xfrm>
              <a:off x="3115031" y="3489102"/>
              <a:ext cx="292825" cy="200574"/>
            </a:xfrm>
            <a:custGeom>
              <a:avLst/>
              <a:gdLst/>
              <a:ahLst/>
              <a:cxnLst/>
              <a:rect l="l" t="t" r="r" b="b"/>
              <a:pathLst>
                <a:path w="11151" h="7638" extrusionOk="0">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75"/>
            <p:cNvSpPr/>
            <p:nvPr/>
          </p:nvSpPr>
          <p:spPr>
            <a:xfrm>
              <a:off x="3115031" y="3489102"/>
              <a:ext cx="146294" cy="200338"/>
            </a:xfrm>
            <a:custGeom>
              <a:avLst/>
              <a:gdLst/>
              <a:ahLst/>
              <a:cxnLst/>
              <a:rect l="l" t="t" r="r" b="b"/>
              <a:pathLst>
                <a:path w="5571" h="7629" extrusionOk="0">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75"/>
            <p:cNvSpPr/>
            <p:nvPr/>
          </p:nvSpPr>
          <p:spPr>
            <a:xfrm>
              <a:off x="3191947" y="3389340"/>
              <a:ext cx="138994" cy="115885"/>
            </a:xfrm>
            <a:custGeom>
              <a:avLst/>
              <a:gdLst/>
              <a:ahLst/>
              <a:cxnLst/>
              <a:rect l="l" t="t" r="r" b="b"/>
              <a:pathLst>
                <a:path w="5293"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75"/>
            <p:cNvSpPr/>
            <p:nvPr/>
          </p:nvSpPr>
          <p:spPr>
            <a:xfrm>
              <a:off x="3223091" y="3538103"/>
              <a:ext cx="137261" cy="97792"/>
            </a:xfrm>
            <a:custGeom>
              <a:avLst/>
              <a:gdLst/>
              <a:ahLst/>
              <a:cxnLst/>
              <a:rect l="l" t="t" r="r" b="b"/>
              <a:pathLst>
                <a:path w="5227" h="3724" extrusionOk="0">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75"/>
            <p:cNvSpPr/>
            <p:nvPr/>
          </p:nvSpPr>
          <p:spPr>
            <a:xfrm>
              <a:off x="3182651" y="3610475"/>
              <a:ext cx="40467" cy="34532"/>
            </a:xfrm>
            <a:custGeom>
              <a:avLst/>
              <a:gdLst/>
              <a:ahLst/>
              <a:cxnLst/>
              <a:rect l="l" t="t" r="r" b="b"/>
              <a:pathLst>
                <a:path w="1541" h="1315" extrusionOk="0">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75"/>
            <p:cNvSpPr/>
            <p:nvPr/>
          </p:nvSpPr>
          <p:spPr>
            <a:xfrm>
              <a:off x="3145729" y="3529489"/>
              <a:ext cx="39495" cy="35005"/>
            </a:xfrm>
            <a:custGeom>
              <a:avLst/>
              <a:gdLst/>
              <a:ahLst/>
              <a:cxnLst/>
              <a:rect l="l" t="t" r="r" b="b"/>
              <a:pathLst>
                <a:path w="1504" h="1333" extrusionOk="0">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75"/>
            <p:cNvSpPr/>
            <p:nvPr/>
          </p:nvSpPr>
          <p:spPr>
            <a:xfrm>
              <a:off x="3345252" y="3621741"/>
              <a:ext cx="39521" cy="34978"/>
            </a:xfrm>
            <a:custGeom>
              <a:avLst/>
              <a:gdLst/>
              <a:ahLst/>
              <a:cxnLst/>
              <a:rect l="l" t="t" r="r" b="b"/>
              <a:pathLst>
                <a:path w="1505" h="1332" extrusionOk="0">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75"/>
            <p:cNvSpPr/>
            <p:nvPr/>
          </p:nvSpPr>
          <p:spPr>
            <a:xfrm>
              <a:off x="3245491" y="3544930"/>
              <a:ext cx="39705" cy="34873"/>
            </a:xfrm>
            <a:custGeom>
              <a:avLst/>
              <a:gdLst/>
              <a:ahLst/>
              <a:cxnLst/>
              <a:rect l="l" t="t" r="r" b="b"/>
              <a:pathLst>
                <a:path w="1512" h="1328" extrusionOk="0">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75"/>
            <p:cNvSpPr/>
            <p:nvPr/>
          </p:nvSpPr>
          <p:spPr>
            <a:xfrm>
              <a:off x="3191947" y="3389340"/>
              <a:ext cx="69642" cy="115885"/>
            </a:xfrm>
            <a:custGeom>
              <a:avLst/>
              <a:gdLst/>
              <a:ahLst/>
              <a:cxnLst/>
              <a:rect l="l" t="t" r="r" b="b"/>
              <a:pathLst>
                <a:path w="2652"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75"/>
            <p:cNvSpPr/>
            <p:nvPr/>
          </p:nvSpPr>
          <p:spPr>
            <a:xfrm>
              <a:off x="3240449" y="3450683"/>
              <a:ext cx="36711" cy="31670"/>
            </a:xfrm>
            <a:custGeom>
              <a:avLst/>
              <a:gdLst/>
              <a:ahLst/>
              <a:cxnLst/>
              <a:rect l="l" t="t" r="r" b="b"/>
              <a:pathLst>
                <a:path w="1398" h="1206" extrusionOk="0">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3" name="Google Shape;9883;p75"/>
          <p:cNvGrpSpPr/>
          <p:nvPr/>
        </p:nvGrpSpPr>
        <p:grpSpPr>
          <a:xfrm>
            <a:off x="863499" y="1970906"/>
            <a:ext cx="347078" cy="364016"/>
            <a:chOff x="863499" y="1970906"/>
            <a:chExt cx="347078" cy="364016"/>
          </a:xfrm>
        </p:grpSpPr>
        <p:sp>
          <p:nvSpPr>
            <p:cNvPr id="9884" name="Google Shape;9884;p75"/>
            <p:cNvSpPr/>
            <p:nvPr/>
          </p:nvSpPr>
          <p:spPr>
            <a:xfrm>
              <a:off x="984872" y="1970906"/>
              <a:ext cx="225705" cy="173447"/>
            </a:xfrm>
            <a:custGeom>
              <a:avLst/>
              <a:gdLst/>
              <a:ahLst/>
              <a:cxnLst/>
              <a:rect l="l" t="t" r="r" b="b"/>
              <a:pathLst>
                <a:path w="8595" h="6605" extrusionOk="0">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75"/>
            <p:cNvSpPr/>
            <p:nvPr/>
          </p:nvSpPr>
          <p:spPr>
            <a:xfrm>
              <a:off x="1020822" y="1970906"/>
              <a:ext cx="159871" cy="173447"/>
            </a:xfrm>
            <a:custGeom>
              <a:avLst/>
              <a:gdLst/>
              <a:ahLst/>
              <a:cxnLst/>
              <a:rect l="l" t="t" r="r" b="b"/>
              <a:pathLst>
                <a:path w="6088" h="6605" extrusionOk="0">
                  <a:moveTo>
                    <a:pt x="4728" y="1"/>
                  </a:moveTo>
                  <a:lnTo>
                    <a:pt x="0" y="6604"/>
                  </a:lnTo>
                  <a:lnTo>
                    <a:pt x="1369" y="6604"/>
                  </a:lnTo>
                  <a:lnTo>
                    <a:pt x="6087"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75"/>
            <p:cNvSpPr/>
            <p:nvPr/>
          </p:nvSpPr>
          <p:spPr>
            <a:xfrm>
              <a:off x="1056746" y="1970906"/>
              <a:ext cx="153831" cy="173447"/>
            </a:xfrm>
            <a:custGeom>
              <a:avLst/>
              <a:gdLst/>
              <a:ahLst/>
              <a:cxnLst/>
              <a:rect l="l" t="t" r="r" b="b"/>
              <a:pathLst>
                <a:path w="5858" h="6605" extrusionOk="0">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75"/>
            <p:cNvSpPr/>
            <p:nvPr/>
          </p:nvSpPr>
          <p:spPr>
            <a:xfrm>
              <a:off x="863499" y="1970906"/>
              <a:ext cx="225967" cy="173447"/>
            </a:xfrm>
            <a:custGeom>
              <a:avLst/>
              <a:gdLst/>
              <a:ahLst/>
              <a:cxnLst/>
              <a:rect l="l" t="t" r="r" b="b"/>
              <a:pathLst>
                <a:path w="8605" h="6605" extrusionOk="0">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75"/>
            <p:cNvSpPr/>
            <p:nvPr/>
          </p:nvSpPr>
          <p:spPr>
            <a:xfrm>
              <a:off x="895405" y="1970906"/>
              <a:ext cx="159871" cy="173447"/>
            </a:xfrm>
            <a:custGeom>
              <a:avLst/>
              <a:gdLst/>
              <a:ahLst/>
              <a:cxnLst/>
              <a:rect l="l" t="t" r="r" b="b"/>
              <a:pathLst>
                <a:path w="6088" h="6605" extrusionOk="0">
                  <a:moveTo>
                    <a:pt x="1" y="1"/>
                  </a:moveTo>
                  <a:lnTo>
                    <a:pt x="4719" y="6604"/>
                  </a:lnTo>
                  <a:lnTo>
                    <a:pt x="6088" y="6604"/>
                  </a:lnTo>
                  <a:lnTo>
                    <a:pt x="136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75"/>
            <p:cNvSpPr/>
            <p:nvPr/>
          </p:nvSpPr>
          <p:spPr>
            <a:xfrm>
              <a:off x="863499" y="1970906"/>
              <a:ext cx="155827" cy="173185"/>
            </a:xfrm>
            <a:custGeom>
              <a:avLst/>
              <a:gdLst/>
              <a:ahLst/>
              <a:cxnLst/>
              <a:rect l="l" t="t" r="r" b="b"/>
              <a:pathLst>
                <a:path w="5934" h="6595" extrusionOk="0">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75"/>
            <p:cNvSpPr/>
            <p:nvPr/>
          </p:nvSpPr>
          <p:spPr>
            <a:xfrm>
              <a:off x="1073080" y="2094302"/>
              <a:ext cx="35714" cy="49789"/>
            </a:xfrm>
            <a:custGeom>
              <a:avLst/>
              <a:gdLst/>
              <a:ahLst/>
              <a:cxnLst/>
              <a:rect l="l" t="t" r="r" b="b"/>
              <a:pathLst>
                <a:path w="1360" h="1896" extrusionOk="0">
                  <a:moveTo>
                    <a:pt x="738" y="1"/>
                  </a:moveTo>
                  <a:lnTo>
                    <a:pt x="1" y="1034"/>
                  </a:lnTo>
                  <a:lnTo>
                    <a:pt x="613" y="1896"/>
                  </a:lnTo>
                  <a:lnTo>
                    <a:pt x="1130" y="1187"/>
                  </a:lnTo>
                  <a:lnTo>
                    <a:pt x="1360" y="862"/>
                  </a:lnTo>
                  <a:lnTo>
                    <a:pt x="738"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75"/>
            <p:cNvSpPr/>
            <p:nvPr/>
          </p:nvSpPr>
          <p:spPr>
            <a:xfrm>
              <a:off x="1054987" y="2069171"/>
              <a:ext cx="37473" cy="52310"/>
            </a:xfrm>
            <a:custGeom>
              <a:avLst/>
              <a:gdLst/>
              <a:ahLst/>
              <a:cxnLst/>
              <a:rect l="l" t="t" r="r" b="b"/>
              <a:pathLst>
                <a:path w="1427" h="1992" extrusionOk="0">
                  <a:moveTo>
                    <a:pt x="747" y="1"/>
                  </a:moveTo>
                  <a:lnTo>
                    <a:pt x="1" y="1034"/>
                  </a:lnTo>
                  <a:lnTo>
                    <a:pt x="690" y="1991"/>
                  </a:lnTo>
                  <a:lnTo>
                    <a:pt x="1427" y="958"/>
                  </a:lnTo>
                  <a:lnTo>
                    <a:pt x="747"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75"/>
            <p:cNvSpPr/>
            <p:nvPr/>
          </p:nvSpPr>
          <p:spPr>
            <a:xfrm>
              <a:off x="1037156" y="2044040"/>
              <a:ext cx="37473" cy="52310"/>
            </a:xfrm>
            <a:custGeom>
              <a:avLst/>
              <a:gdLst/>
              <a:ahLst/>
              <a:cxnLst/>
              <a:rect l="l" t="t" r="r" b="b"/>
              <a:pathLst>
                <a:path w="1427" h="1992" extrusionOk="0">
                  <a:moveTo>
                    <a:pt x="737" y="1"/>
                  </a:moveTo>
                  <a:lnTo>
                    <a:pt x="0" y="1034"/>
                  </a:lnTo>
                  <a:lnTo>
                    <a:pt x="680" y="1991"/>
                  </a:lnTo>
                  <a:lnTo>
                    <a:pt x="1426" y="958"/>
                  </a:lnTo>
                  <a:lnTo>
                    <a:pt x="73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75"/>
            <p:cNvSpPr/>
            <p:nvPr/>
          </p:nvSpPr>
          <p:spPr>
            <a:xfrm>
              <a:off x="924317" y="2114890"/>
              <a:ext cx="225442" cy="220033"/>
            </a:xfrm>
            <a:custGeom>
              <a:avLst/>
              <a:gdLst/>
              <a:ahLst/>
              <a:cxnLst/>
              <a:rect l="l" t="t" r="r" b="b"/>
              <a:pathLst>
                <a:path w="8585" h="8379" extrusionOk="0">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75"/>
            <p:cNvSpPr/>
            <p:nvPr/>
          </p:nvSpPr>
          <p:spPr>
            <a:xfrm>
              <a:off x="1020822" y="2115100"/>
              <a:ext cx="128937" cy="219822"/>
            </a:xfrm>
            <a:custGeom>
              <a:avLst/>
              <a:gdLst/>
              <a:ahLst/>
              <a:cxnLst/>
              <a:rect l="l" t="t" r="r" b="b"/>
              <a:pathLst>
                <a:path w="4910" h="8371" extrusionOk="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75"/>
            <p:cNvSpPr/>
            <p:nvPr/>
          </p:nvSpPr>
          <p:spPr>
            <a:xfrm>
              <a:off x="953964" y="2141806"/>
              <a:ext cx="166147" cy="166147"/>
            </a:xfrm>
            <a:custGeom>
              <a:avLst/>
              <a:gdLst/>
              <a:ahLst/>
              <a:cxnLst/>
              <a:rect l="l" t="t" r="r" b="b"/>
              <a:pathLst>
                <a:path w="6327" h="6327" extrusionOk="0">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75"/>
            <p:cNvSpPr/>
            <p:nvPr/>
          </p:nvSpPr>
          <p:spPr>
            <a:xfrm>
              <a:off x="1020560" y="2141806"/>
              <a:ext cx="104068" cy="166252"/>
            </a:xfrm>
            <a:custGeom>
              <a:avLst/>
              <a:gdLst/>
              <a:ahLst/>
              <a:cxnLst/>
              <a:rect l="l" t="t" r="r" b="b"/>
              <a:pathLst>
                <a:path w="3963" h="6331" extrusionOk="0">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75"/>
            <p:cNvSpPr/>
            <p:nvPr/>
          </p:nvSpPr>
          <p:spPr>
            <a:xfrm>
              <a:off x="1020560" y="2187551"/>
              <a:ext cx="20378" cy="74657"/>
            </a:xfrm>
            <a:custGeom>
              <a:avLst/>
              <a:gdLst/>
              <a:ahLst/>
              <a:cxnLst/>
              <a:rect l="l" t="t" r="r" b="b"/>
              <a:pathLst>
                <a:path w="776" h="2843" extrusionOk="0">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8" name="Google Shape;9898;p75"/>
          <p:cNvGrpSpPr/>
          <p:nvPr/>
        </p:nvGrpSpPr>
        <p:grpSpPr>
          <a:xfrm>
            <a:off x="1749879" y="1970906"/>
            <a:ext cx="364436" cy="364174"/>
            <a:chOff x="1749879" y="1970906"/>
            <a:chExt cx="364436" cy="364174"/>
          </a:xfrm>
        </p:grpSpPr>
        <p:sp>
          <p:nvSpPr>
            <p:cNvPr id="9899" name="Google Shape;9899;p75"/>
            <p:cNvSpPr/>
            <p:nvPr/>
          </p:nvSpPr>
          <p:spPr>
            <a:xfrm>
              <a:off x="1750141" y="1970906"/>
              <a:ext cx="276124" cy="181982"/>
            </a:xfrm>
            <a:custGeom>
              <a:avLst/>
              <a:gdLst/>
              <a:ahLst/>
              <a:cxnLst/>
              <a:rect l="l" t="t" r="r" b="b"/>
              <a:pathLst>
                <a:path w="10515" h="6930" extrusionOk="0">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75"/>
            <p:cNvSpPr/>
            <p:nvPr/>
          </p:nvSpPr>
          <p:spPr>
            <a:xfrm>
              <a:off x="1932097" y="1970906"/>
              <a:ext cx="182218" cy="275966"/>
            </a:xfrm>
            <a:custGeom>
              <a:avLst/>
              <a:gdLst/>
              <a:ahLst/>
              <a:cxnLst/>
              <a:rect l="l" t="t" r="r" b="b"/>
              <a:pathLst>
                <a:path w="6939" h="10509" extrusionOk="0">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75"/>
            <p:cNvSpPr/>
            <p:nvPr/>
          </p:nvSpPr>
          <p:spPr>
            <a:xfrm>
              <a:off x="1838086" y="2152862"/>
              <a:ext cx="276229" cy="182218"/>
            </a:xfrm>
            <a:custGeom>
              <a:avLst/>
              <a:gdLst/>
              <a:ahLst/>
              <a:cxnLst/>
              <a:rect l="l" t="t" r="r" b="b"/>
              <a:pathLst>
                <a:path w="10519" h="6939" extrusionOk="0">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75"/>
            <p:cNvSpPr/>
            <p:nvPr/>
          </p:nvSpPr>
          <p:spPr>
            <a:xfrm>
              <a:off x="1749879" y="2058877"/>
              <a:ext cx="182244" cy="276203"/>
            </a:xfrm>
            <a:custGeom>
              <a:avLst/>
              <a:gdLst/>
              <a:ahLst/>
              <a:cxnLst/>
              <a:rect l="l" t="t" r="r" b="b"/>
              <a:pathLst>
                <a:path w="6940" h="10518" extrusionOk="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75"/>
            <p:cNvSpPr/>
            <p:nvPr/>
          </p:nvSpPr>
          <p:spPr>
            <a:xfrm>
              <a:off x="1750141" y="2152862"/>
              <a:ext cx="41228" cy="182218"/>
            </a:xfrm>
            <a:custGeom>
              <a:avLst/>
              <a:gdLst/>
              <a:ahLst/>
              <a:cxnLst/>
              <a:rect l="l" t="t" r="r" b="b"/>
              <a:pathLst>
                <a:path w="1570" h="6939" extrusionOk="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75"/>
            <p:cNvSpPr/>
            <p:nvPr/>
          </p:nvSpPr>
          <p:spPr>
            <a:xfrm>
              <a:off x="1796832" y="2059035"/>
              <a:ext cx="50340" cy="93853"/>
            </a:xfrm>
            <a:custGeom>
              <a:avLst/>
              <a:gdLst/>
              <a:ahLst/>
              <a:cxnLst/>
              <a:rect l="l" t="t" r="r" b="b"/>
              <a:pathLst>
                <a:path w="1917" h="3574" extrusionOk="0">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75"/>
            <p:cNvSpPr/>
            <p:nvPr/>
          </p:nvSpPr>
          <p:spPr>
            <a:xfrm>
              <a:off x="1750141" y="1970906"/>
              <a:ext cx="41228" cy="181982"/>
            </a:xfrm>
            <a:custGeom>
              <a:avLst/>
              <a:gdLst/>
              <a:ahLst/>
              <a:cxnLst/>
              <a:rect l="l" t="t" r="r" b="b"/>
              <a:pathLst>
                <a:path w="1570" h="6930" extrusionOk="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75"/>
            <p:cNvSpPr/>
            <p:nvPr/>
          </p:nvSpPr>
          <p:spPr>
            <a:xfrm>
              <a:off x="1999953" y="2029518"/>
              <a:ext cx="41990" cy="64678"/>
            </a:xfrm>
            <a:custGeom>
              <a:avLst/>
              <a:gdLst/>
              <a:ahLst/>
              <a:cxnLst/>
              <a:rect l="l" t="t" r="r" b="b"/>
              <a:pathLst>
                <a:path w="1599" h="2463" extrusionOk="0">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75"/>
            <p:cNvSpPr/>
            <p:nvPr/>
          </p:nvSpPr>
          <p:spPr>
            <a:xfrm>
              <a:off x="1932097" y="1970906"/>
              <a:ext cx="23634" cy="76443"/>
            </a:xfrm>
            <a:custGeom>
              <a:avLst/>
              <a:gdLst/>
              <a:ahLst/>
              <a:cxnLst/>
              <a:rect l="l" t="t" r="r" b="b"/>
              <a:pathLst>
                <a:path w="900" h="2911" extrusionOk="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75"/>
            <p:cNvSpPr/>
            <p:nvPr/>
          </p:nvSpPr>
          <p:spPr>
            <a:xfrm>
              <a:off x="1932097" y="2076708"/>
              <a:ext cx="23634" cy="76180"/>
            </a:xfrm>
            <a:custGeom>
              <a:avLst/>
              <a:gdLst/>
              <a:ahLst/>
              <a:cxnLst/>
              <a:rect l="l" t="t" r="r" b="b"/>
              <a:pathLst>
                <a:path w="900" h="2901" extrusionOk="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75"/>
            <p:cNvSpPr/>
            <p:nvPr/>
          </p:nvSpPr>
          <p:spPr>
            <a:xfrm>
              <a:off x="1981860" y="2152862"/>
              <a:ext cx="47268" cy="94011"/>
            </a:xfrm>
            <a:custGeom>
              <a:avLst/>
              <a:gdLst/>
              <a:ahLst/>
              <a:cxnLst/>
              <a:rect l="l" t="t" r="r" b="b"/>
              <a:pathLst>
                <a:path w="1800" h="3580" extrusionOk="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75"/>
            <p:cNvSpPr/>
            <p:nvPr/>
          </p:nvSpPr>
          <p:spPr>
            <a:xfrm>
              <a:off x="1920542" y="2152862"/>
              <a:ext cx="23398" cy="76417"/>
            </a:xfrm>
            <a:custGeom>
              <a:avLst/>
              <a:gdLst/>
              <a:ahLst/>
              <a:cxnLst/>
              <a:rect l="l" t="t" r="r" b="b"/>
              <a:pathLst>
                <a:path w="891" h="2910" extrusionOk="0">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75"/>
            <p:cNvSpPr/>
            <p:nvPr/>
          </p:nvSpPr>
          <p:spPr>
            <a:xfrm>
              <a:off x="1834068" y="2211605"/>
              <a:ext cx="42252" cy="64888"/>
            </a:xfrm>
            <a:custGeom>
              <a:avLst/>
              <a:gdLst/>
              <a:ahLst/>
              <a:cxnLst/>
              <a:rect l="l" t="t" r="r" b="b"/>
              <a:pathLst>
                <a:path w="1609" h="2471" extrusionOk="0">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75"/>
            <p:cNvSpPr/>
            <p:nvPr/>
          </p:nvSpPr>
          <p:spPr>
            <a:xfrm>
              <a:off x="1920542" y="2258663"/>
              <a:ext cx="29175" cy="76417"/>
            </a:xfrm>
            <a:custGeom>
              <a:avLst/>
              <a:gdLst/>
              <a:ahLst/>
              <a:cxnLst/>
              <a:rect l="l" t="t" r="r" b="b"/>
              <a:pathLst>
                <a:path w="1111" h="2910" extrusionOk="0">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3" name="Google Shape;9913;p75"/>
          <p:cNvGrpSpPr/>
          <p:nvPr/>
        </p:nvGrpSpPr>
        <p:grpSpPr>
          <a:xfrm>
            <a:off x="2186425" y="1976158"/>
            <a:ext cx="396106" cy="353985"/>
            <a:chOff x="2186425" y="1976158"/>
            <a:chExt cx="396106" cy="353985"/>
          </a:xfrm>
        </p:grpSpPr>
        <p:sp>
          <p:nvSpPr>
            <p:cNvPr id="9914" name="Google Shape;9914;p75"/>
            <p:cNvSpPr/>
            <p:nvPr/>
          </p:nvSpPr>
          <p:spPr>
            <a:xfrm>
              <a:off x="2256277" y="2024949"/>
              <a:ext cx="255379" cy="255352"/>
            </a:xfrm>
            <a:custGeom>
              <a:avLst/>
              <a:gdLst/>
              <a:ahLst/>
              <a:cxnLst/>
              <a:rect l="l" t="t" r="r" b="b"/>
              <a:pathLst>
                <a:path w="9725" h="9724" extrusionOk="0">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75"/>
            <p:cNvSpPr/>
            <p:nvPr/>
          </p:nvSpPr>
          <p:spPr>
            <a:xfrm>
              <a:off x="2230909" y="2027706"/>
              <a:ext cx="243036" cy="252700"/>
            </a:xfrm>
            <a:custGeom>
              <a:avLst/>
              <a:gdLst/>
              <a:ahLst/>
              <a:cxnLst/>
              <a:rect l="l" t="t" r="r" b="b"/>
              <a:pathLst>
                <a:path w="9255" h="9623" extrusionOk="0">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75"/>
            <p:cNvSpPr/>
            <p:nvPr/>
          </p:nvSpPr>
          <p:spPr>
            <a:xfrm>
              <a:off x="2309322" y="2026210"/>
              <a:ext cx="202570" cy="252332"/>
            </a:xfrm>
            <a:custGeom>
              <a:avLst/>
              <a:gdLst/>
              <a:ahLst/>
              <a:cxnLst/>
              <a:rect l="l" t="t" r="r" b="b"/>
              <a:pathLst>
                <a:path w="7714" h="9609" extrusionOk="0">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75"/>
            <p:cNvSpPr/>
            <p:nvPr/>
          </p:nvSpPr>
          <p:spPr>
            <a:xfrm>
              <a:off x="2339468" y="2073189"/>
              <a:ext cx="16360" cy="26181"/>
            </a:xfrm>
            <a:custGeom>
              <a:avLst/>
              <a:gdLst/>
              <a:ahLst/>
              <a:cxnLst/>
              <a:rect l="l" t="t" r="r" b="b"/>
              <a:pathLst>
                <a:path w="623" h="997" extrusionOk="0">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75"/>
            <p:cNvSpPr/>
            <p:nvPr/>
          </p:nvSpPr>
          <p:spPr>
            <a:xfrm>
              <a:off x="2309322" y="2158901"/>
              <a:ext cx="146531" cy="119641"/>
            </a:xfrm>
            <a:custGeom>
              <a:avLst/>
              <a:gdLst/>
              <a:ahLst/>
              <a:cxnLst/>
              <a:rect l="l" t="t" r="r" b="b"/>
              <a:pathLst>
                <a:path w="5580" h="4556" extrusionOk="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75"/>
            <p:cNvSpPr/>
            <p:nvPr/>
          </p:nvSpPr>
          <p:spPr>
            <a:xfrm>
              <a:off x="2236765" y="2073740"/>
              <a:ext cx="345765" cy="256403"/>
            </a:xfrm>
            <a:custGeom>
              <a:avLst/>
              <a:gdLst/>
              <a:ahLst/>
              <a:cxnLst/>
              <a:rect l="l" t="t" r="r" b="b"/>
              <a:pathLst>
                <a:path w="13167" h="9764" extrusionOk="0">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75"/>
            <p:cNvSpPr/>
            <p:nvPr/>
          </p:nvSpPr>
          <p:spPr>
            <a:xfrm>
              <a:off x="2186425" y="1976158"/>
              <a:ext cx="344820" cy="255510"/>
            </a:xfrm>
            <a:custGeom>
              <a:avLst/>
              <a:gdLst/>
              <a:ahLst/>
              <a:cxnLst/>
              <a:rect l="l" t="t" r="r" b="b"/>
              <a:pathLst>
                <a:path w="13131" h="9730" extrusionOk="0">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1" name="Google Shape;9921;p75"/>
          <p:cNvGrpSpPr/>
          <p:nvPr/>
        </p:nvGrpSpPr>
        <p:grpSpPr>
          <a:xfrm>
            <a:off x="2659157" y="2017412"/>
            <a:ext cx="319190" cy="271240"/>
            <a:chOff x="2659157" y="2017412"/>
            <a:chExt cx="319190" cy="271240"/>
          </a:xfrm>
        </p:grpSpPr>
        <p:sp>
          <p:nvSpPr>
            <p:cNvPr id="9922" name="Google Shape;9922;p75"/>
            <p:cNvSpPr/>
            <p:nvPr/>
          </p:nvSpPr>
          <p:spPr>
            <a:xfrm>
              <a:off x="2808183" y="2086765"/>
              <a:ext cx="164125" cy="149314"/>
            </a:xfrm>
            <a:custGeom>
              <a:avLst/>
              <a:gdLst/>
              <a:ahLst/>
              <a:cxnLst/>
              <a:rect l="l" t="t" r="r" b="b"/>
              <a:pathLst>
                <a:path w="6250" h="5686" extrusionOk="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75"/>
            <p:cNvSpPr/>
            <p:nvPr/>
          </p:nvSpPr>
          <p:spPr>
            <a:xfrm>
              <a:off x="2881816" y="2017412"/>
              <a:ext cx="96532" cy="177334"/>
            </a:xfrm>
            <a:custGeom>
              <a:avLst/>
              <a:gdLst/>
              <a:ahLst/>
              <a:cxnLst/>
              <a:rect l="l" t="t" r="r" b="b"/>
              <a:pathLst>
                <a:path w="3676" h="6753" extrusionOk="0">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75"/>
            <p:cNvSpPr/>
            <p:nvPr/>
          </p:nvSpPr>
          <p:spPr>
            <a:xfrm>
              <a:off x="2947650" y="2150603"/>
              <a:ext cx="30698" cy="44196"/>
            </a:xfrm>
            <a:custGeom>
              <a:avLst/>
              <a:gdLst/>
              <a:ahLst/>
              <a:cxnLst/>
              <a:rect l="l" t="t" r="r" b="b"/>
              <a:pathLst>
                <a:path w="1169" h="1683" extrusionOk="0">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75"/>
            <p:cNvSpPr/>
            <p:nvPr/>
          </p:nvSpPr>
          <p:spPr>
            <a:xfrm>
              <a:off x="2818976" y="2136029"/>
              <a:ext cx="124682" cy="83034"/>
            </a:xfrm>
            <a:custGeom>
              <a:avLst/>
              <a:gdLst/>
              <a:ahLst/>
              <a:cxnLst/>
              <a:rect l="l" t="t" r="r" b="b"/>
              <a:pathLst>
                <a:path w="4748" h="3162" extrusionOk="0">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75"/>
            <p:cNvSpPr/>
            <p:nvPr/>
          </p:nvSpPr>
          <p:spPr>
            <a:xfrm>
              <a:off x="2867741" y="2177730"/>
              <a:ext cx="73160" cy="41360"/>
            </a:xfrm>
            <a:custGeom>
              <a:avLst/>
              <a:gdLst/>
              <a:ahLst/>
              <a:cxnLst/>
              <a:rect l="l" t="t" r="r" b="b"/>
              <a:pathLst>
                <a:path w="2786" h="1575" extrusionOk="0">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75"/>
            <p:cNvSpPr/>
            <p:nvPr/>
          </p:nvSpPr>
          <p:spPr>
            <a:xfrm>
              <a:off x="2795867" y="2157641"/>
              <a:ext cx="124919" cy="82798"/>
            </a:xfrm>
            <a:custGeom>
              <a:avLst/>
              <a:gdLst/>
              <a:ahLst/>
              <a:cxnLst/>
              <a:rect l="l" t="t" r="r" b="b"/>
              <a:pathLst>
                <a:path w="4757" h="3153" extrusionOk="0">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75"/>
            <p:cNvSpPr/>
            <p:nvPr/>
          </p:nvSpPr>
          <p:spPr>
            <a:xfrm>
              <a:off x="2852667" y="2204620"/>
              <a:ext cx="65099" cy="35845"/>
            </a:xfrm>
            <a:custGeom>
              <a:avLst/>
              <a:gdLst/>
              <a:ahLst/>
              <a:cxnLst/>
              <a:rect l="l" t="t" r="r" b="b"/>
              <a:pathLst>
                <a:path w="2479" h="1365" extrusionOk="0">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75"/>
            <p:cNvSpPr/>
            <p:nvPr/>
          </p:nvSpPr>
          <p:spPr>
            <a:xfrm>
              <a:off x="2772732" y="2178990"/>
              <a:ext cx="124945" cy="83060"/>
            </a:xfrm>
            <a:custGeom>
              <a:avLst/>
              <a:gdLst/>
              <a:ahLst/>
              <a:cxnLst/>
              <a:rect l="l" t="t" r="r" b="b"/>
              <a:pathLst>
                <a:path w="4758" h="3163" extrusionOk="0">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75"/>
            <p:cNvSpPr/>
            <p:nvPr/>
          </p:nvSpPr>
          <p:spPr>
            <a:xfrm>
              <a:off x="2837594" y="2231011"/>
              <a:ext cx="56800" cy="31013"/>
            </a:xfrm>
            <a:custGeom>
              <a:avLst/>
              <a:gdLst/>
              <a:ahLst/>
              <a:cxnLst/>
              <a:rect l="l" t="t" r="r" b="b"/>
              <a:pathLst>
                <a:path w="2163" h="1181" extrusionOk="0">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75"/>
            <p:cNvSpPr/>
            <p:nvPr/>
          </p:nvSpPr>
          <p:spPr>
            <a:xfrm>
              <a:off x="2749623" y="2200602"/>
              <a:ext cx="124919" cy="82955"/>
            </a:xfrm>
            <a:custGeom>
              <a:avLst/>
              <a:gdLst/>
              <a:ahLst/>
              <a:cxnLst/>
              <a:rect l="l" t="t" r="r" b="b"/>
              <a:pathLst>
                <a:path w="4757" h="3159" extrusionOk="0">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75"/>
            <p:cNvSpPr/>
            <p:nvPr/>
          </p:nvSpPr>
          <p:spPr>
            <a:xfrm>
              <a:off x="2822495" y="2255906"/>
              <a:ext cx="49054" cy="27494"/>
            </a:xfrm>
            <a:custGeom>
              <a:avLst/>
              <a:gdLst/>
              <a:ahLst/>
              <a:cxnLst/>
              <a:rect l="l" t="t" r="r" b="b"/>
              <a:pathLst>
                <a:path w="1868" h="1047" extrusionOk="0">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75"/>
            <p:cNvSpPr/>
            <p:nvPr/>
          </p:nvSpPr>
          <p:spPr>
            <a:xfrm>
              <a:off x="2673968" y="2097059"/>
              <a:ext cx="159109" cy="144036"/>
            </a:xfrm>
            <a:custGeom>
              <a:avLst/>
              <a:gdLst/>
              <a:ahLst/>
              <a:cxnLst/>
              <a:rect l="l" t="t" r="r" b="b"/>
              <a:pathLst>
                <a:path w="6059" h="5485" extrusionOk="0">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75"/>
            <p:cNvSpPr/>
            <p:nvPr/>
          </p:nvSpPr>
          <p:spPr>
            <a:xfrm>
              <a:off x="2659157" y="2039261"/>
              <a:ext cx="98528" cy="170191"/>
            </a:xfrm>
            <a:custGeom>
              <a:avLst/>
              <a:gdLst/>
              <a:ahLst/>
              <a:cxnLst/>
              <a:rect l="l" t="t" r="r" b="b"/>
              <a:pathLst>
                <a:path w="3752" h="6481" extrusionOk="0">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75"/>
            <p:cNvSpPr/>
            <p:nvPr/>
          </p:nvSpPr>
          <p:spPr>
            <a:xfrm>
              <a:off x="2659157" y="2039261"/>
              <a:ext cx="75918" cy="159109"/>
            </a:xfrm>
            <a:custGeom>
              <a:avLst/>
              <a:gdLst/>
              <a:ahLst/>
              <a:cxnLst/>
              <a:rect l="l" t="t" r="r" b="b"/>
              <a:pathLst>
                <a:path w="2891" h="6059" extrusionOk="0">
                  <a:moveTo>
                    <a:pt x="0" y="1"/>
                  </a:moveTo>
                  <a:lnTo>
                    <a:pt x="0" y="5810"/>
                  </a:lnTo>
                  <a:lnTo>
                    <a:pt x="431" y="6059"/>
                  </a:lnTo>
                  <a:lnTo>
                    <a:pt x="2890" y="1676"/>
                  </a:lnTo>
                  <a:lnTo>
                    <a:pt x="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75"/>
            <p:cNvSpPr/>
            <p:nvPr/>
          </p:nvSpPr>
          <p:spPr>
            <a:xfrm>
              <a:off x="2659157" y="2159138"/>
              <a:ext cx="47268" cy="50314"/>
            </a:xfrm>
            <a:custGeom>
              <a:avLst/>
              <a:gdLst/>
              <a:ahLst/>
              <a:cxnLst/>
              <a:rect l="l" t="t" r="r" b="b"/>
              <a:pathLst>
                <a:path w="1800" h="1916" extrusionOk="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75"/>
            <p:cNvSpPr/>
            <p:nvPr/>
          </p:nvSpPr>
          <p:spPr>
            <a:xfrm>
              <a:off x="2659157" y="2159138"/>
              <a:ext cx="24894" cy="39232"/>
            </a:xfrm>
            <a:custGeom>
              <a:avLst/>
              <a:gdLst/>
              <a:ahLst/>
              <a:cxnLst/>
              <a:rect l="l" t="t" r="r" b="b"/>
              <a:pathLst>
                <a:path w="948" h="1494" extrusionOk="0">
                  <a:moveTo>
                    <a:pt x="0" y="1"/>
                  </a:moveTo>
                  <a:lnTo>
                    <a:pt x="0" y="1245"/>
                  </a:lnTo>
                  <a:lnTo>
                    <a:pt x="431" y="1494"/>
                  </a:lnTo>
                  <a:lnTo>
                    <a:pt x="948" y="575"/>
                  </a:lnTo>
                  <a:lnTo>
                    <a:pt x="0"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75"/>
            <p:cNvSpPr/>
            <p:nvPr/>
          </p:nvSpPr>
          <p:spPr>
            <a:xfrm>
              <a:off x="2706898" y="2179463"/>
              <a:ext cx="67121" cy="53859"/>
            </a:xfrm>
            <a:custGeom>
              <a:avLst/>
              <a:gdLst/>
              <a:ahLst/>
              <a:cxnLst/>
              <a:rect l="l" t="t" r="r" b="b"/>
              <a:pathLst>
                <a:path w="2556" h="2051" extrusionOk="0">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75"/>
            <p:cNvSpPr/>
            <p:nvPr/>
          </p:nvSpPr>
          <p:spPr>
            <a:xfrm>
              <a:off x="2710154" y="2180513"/>
              <a:ext cx="63864" cy="52914"/>
            </a:xfrm>
            <a:custGeom>
              <a:avLst/>
              <a:gdLst/>
              <a:ahLst/>
              <a:cxnLst/>
              <a:rect l="l" t="t" r="r" b="b"/>
              <a:pathLst>
                <a:path w="2432" h="2015" extrusionOk="0">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75"/>
            <p:cNvSpPr/>
            <p:nvPr/>
          </p:nvSpPr>
          <p:spPr>
            <a:xfrm>
              <a:off x="2732528" y="2203254"/>
              <a:ext cx="59847" cy="48528"/>
            </a:xfrm>
            <a:custGeom>
              <a:avLst/>
              <a:gdLst/>
              <a:ahLst/>
              <a:cxnLst/>
              <a:rect l="l" t="t" r="r" b="b"/>
              <a:pathLst>
                <a:path w="2279" h="1848" extrusionOk="0">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75"/>
            <p:cNvSpPr/>
            <p:nvPr/>
          </p:nvSpPr>
          <p:spPr>
            <a:xfrm>
              <a:off x="2735810" y="2204384"/>
              <a:ext cx="56564" cy="47399"/>
            </a:xfrm>
            <a:custGeom>
              <a:avLst/>
              <a:gdLst/>
              <a:ahLst/>
              <a:cxnLst/>
              <a:rect l="l" t="t" r="r" b="b"/>
              <a:pathLst>
                <a:path w="2154" h="1805" extrusionOk="0">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75"/>
            <p:cNvSpPr/>
            <p:nvPr/>
          </p:nvSpPr>
          <p:spPr>
            <a:xfrm>
              <a:off x="2758158" y="2226967"/>
              <a:ext cx="52310" cy="43303"/>
            </a:xfrm>
            <a:custGeom>
              <a:avLst/>
              <a:gdLst/>
              <a:ahLst/>
              <a:cxnLst/>
              <a:rect l="l" t="t" r="r" b="b"/>
              <a:pathLst>
                <a:path w="1992" h="1649" extrusionOk="0">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75"/>
            <p:cNvSpPr/>
            <p:nvPr/>
          </p:nvSpPr>
          <p:spPr>
            <a:xfrm>
              <a:off x="2761178" y="2228018"/>
              <a:ext cx="49290" cy="42252"/>
            </a:xfrm>
            <a:custGeom>
              <a:avLst/>
              <a:gdLst/>
              <a:ahLst/>
              <a:cxnLst/>
              <a:rect l="l" t="t" r="r" b="b"/>
              <a:pathLst>
                <a:path w="1877" h="1609" extrusionOk="0">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75"/>
            <p:cNvSpPr/>
            <p:nvPr/>
          </p:nvSpPr>
          <p:spPr>
            <a:xfrm>
              <a:off x="2783814" y="2250706"/>
              <a:ext cx="45010" cy="37919"/>
            </a:xfrm>
            <a:custGeom>
              <a:avLst/>
              <a:gdLst/>
              <a:ahLst/>
              <a:cxnLst/>
              <a:rect l="l" t="t" r="r" b="b"/>
              <a:pathLst>
                <a:path w="1714" h="1444" extrusionOk="0">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75"/>
            <p:cNvSpPr/>
            <p:nvPr/>
          </p:nvSpPr>
          <p:spPr>
            <a:xfrm>
              <a:off x="2786807" y="2251888"/>
              <a:ext cx="42016" cy="36764"/>
            </a:xfrm>
            <a:custGeom>
              <a:avLst/>
              <a:gdLst/>
              <a:ahLst/>
              <a:cxnLst/>
              <a:rect l="l" t="t" r="r" b="b"/>
              <a:pathLst>
                <a:path w="1600" h="1400" extrusionOk="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75"/>
            <p:cNvSpPr/>
            <p:nvPr/>
          </p:nvSpPr>
          <p:spPr>
            <a:xfrm>
              <a:off x="2788829" y="2102101"/>
              <a:ext cx="64862" cy="99788"/>
            </a:xfrm>
            <a:custGeom>
              <a:avLst/>
              <a:gdLst/>
              <a:ahLst/>
              <a:cxnLst/>
              <a:rect l="l" t="t" r="r" b="b"/>
              <a:pathLst>
                <a:path w="2470" h="3800" extrusionOk="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75"/>
            <p:cNvSpPr/>
            <p:nvPr/>
          </p:nvSpPr>
          <p:spPr>
            <a:xfrm>
              <a:off x="2788829" y="2102101"/>
              <a:ext cx="27415" cy="99788"/>
            </a:xfrm>
            <a:custGeom>
              <a:avLst/>
              <a:gdLst/>
              <a:ahLst/>
              <a:cxnLst/>
              <a:rect l="l" t="t" r="r" b="b"/>
              <a:pathLst>
                <a:path w="1044" h="3800" extrusionOk="0">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8" name="Google Shape;9948;p75"/>
          <p:cNvGrpSpPr/>
          <p:nvPr/>
        </p:nvGrpSpPr>
        <p:grpSpPr>
          <a:xfrm>
            <a:off x="3111775" y="1993516"/>
            <a:ext cx="318928" cy="319217"/>
            <a:chOff x="3111775" y="1993516"/>
            <a:chExt cx="318928" cy="319217"/>
          </a:xfrm>
        </p:grpSpPr>
        <p:sp>
          <p:nvSpPr>
            <p:cNvPr id="9949" name="Google Shape;9949;p75"/>
            <p:cNvSpPr/>
            <p:nvPr/>
          </p:nvSpPr>
          <p:spPr>
            <a:xfrm>
              <a:off x="3204263" y="2013894"/>
              <a:ext cx="154067" cy="140964"/>
            </a:xfrm>
            <a:custGeom>
              <a:avLst/>
              <a:gdLst/>
              <a:ahLst/>
              <a:cxnLst/>
              <a:rect l="l" t="t" r="r" b="b"/>
              <a:pathLst>
                <a:path w="5867" h="5368" extrusionOk="0">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75"/>
            <p:cNvSpPr/>
            <p:nvPr/>
          </p:nvSpPr>
          <p:spPr>
            <a:xfrm>
              <a:off x="3204263" y="2013894"/>
              <a:ext cx="143773" cy="102808"/>
            </a:xfrm>
            <a:custGeom>
              <a:avLst/>
              <a:gdLst/>
              <a:ahLst/>
              <a:cxnLst/>
              <a:rect l="l" t="t" r="r" b="b"/>
              <a:pathLst>
                <a:path w="5475" h="3915" extrusionOk="0">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75"/>
            <p:cNvSpPr/>
            <p:nvPr/>
          </p:nvSpPr>
          <p:spPr>
            <a:xfrm>
              <a:off x="3112773" y="2137788"/>
              <a:ext cx="112865" cy="113102"/>
            </a:xfrm>
            <a:custGeom>
              <a:avLst/>
              <a:gdLst/>
              <a:ahLst/>
              <a:cxnLst/>
              <a:rect l="l" t="t" r="r" b="b"/>
              <a:pathLst>
                <a:path w="4298" h="4307" extrusionOk="0">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75"/>
            <p:cNvSpPr/>
            <p:nvPr/>
          </p:nvSpPr>
          <p:spPr>
            <a:xfrm>
              <a:off x="3143182" y="2138025"/>
              <a:ext cx="82220" cy="112865"/>
            </a:xfrm>
            <a:custGeom>
              <a:avLst/>
              <a:gdLst/>
              <a:ahLst/>
              <a:cxnLst/>
              <a:rect l="l" t="t" r="r" b="b"/>
              <a:pathLst>
                <a:path w="3131" h="4298" extrusionOk="0">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75"/>
            <p:cNvSpPr/>
            <p:nvPr/>
          </p:nvSpPr>
          <p:spPr>
            <a:xfrm>
              <a:off x="3111775" y="2223238"/>
              <a:ext cx="113102" cy="89231"/>
            </a:xfrm>
            <a:custGeom>
              <a:avLst/>
              <a:gdLst/>
              <a:ahLst/>
              <a:cxnLst/>
              <a:rect l="l" t="t" r="r" b="b"/>
              <a:pathLst>
                <a:path w="4307" h="3398" extrusionOk="0">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75"/>
            <p:cNvSpPr/>
            <p:nvPr/>
          </p:nvSpPr>
          <p:spPr>
            <a:xfrm>
              <a:off x="3149222" y="2223238"/>
              <a:ext cx="38208" cy="25157"/>
            </a:xfrm>
            <a:custGeom>
              <a:avLst/>
              <a:gdLst/>
              <a:ahLst/>
              <a:cxnLst/>
              <a:rect l="l" t="t" r="r" b="b"/>
              <a:pathLst>
                <a:path w="1455" h="958" extrusionOk="0">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75"/>
            <p:cNvSpPr/>
            <p:nvPr/>
          </p:nvSpPr>
          <p:spPr>
            <a:xfrm>
              <a:off x="3112011" y="2256142"/>
              <a:ext cx="113128" cy="56328"/>
            </a:xfrm>
            <a:custGeom>
              <a:avLst/>
              <a:gdLst/>
              <a:ahLst/>
              <a:cxnLst/>
              <a:rect l="l" t="t" r="r" b="b"/>
              <a:pathLst>
                <a:path w="4308" h="2145" extrusionOk="0">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75"/>
            <p:cNvSpPr/>
            <p:nvPr/>
          </p:nvSpPr>
          <p:spPr>
            <a:xfrm>
              <a:off x="3130629" y="2174106"/>
              <a:ext cx="75419" cy="61711"/>
            </a:xfrm>
            <a:custGeom>
              <a:avLst/>
              <a:gdLst/>
              <a:ahLst/>
              <a:cxnLst/>
              <a:rect l="l" t="t" r="r" b="b"/>
              <a:pathLst>
                <a:path w="2872" h="2350" extrusionOk="0">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75"/>
            <p:cNvSpPr/>
            <p:nvPr/>
          </p:nvSpPr>
          <p:spPr>
            <a:xfrm>
              <a:off x="3130629" y="2174106"/>
              <a:ext cx="75419" cy="61212"/>
            </a:xfrm>
            <a:custGeom>
              <a:avLst/>
              <a:gdLst/>
              <a:ahLst/>
              <a:cxnLst/>
              <a:rect l="l" t="t" r="r" b="b"/>
              <a:pathLst>
                <a:path w="2872" h="2331" extrusionOk="0">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75"/>
            <p:cNvSpPr/>
            <p:nvPr/>
          </p:nvSpPr>
          <p:spPr>
            <a:xfrm>
              <a:off x="3111775" y="2268957"/>
              <a:ext cx="25157" cy="43513"/>
            </a:xfrm>
            <a:custGeom>
              <a:avLst/>
              <a:gdLst/>
              <a:ahLst/>
              <a:cxnLst/>
              <a:rect l="l" t="t" r="r" b="b"/>
              <a:pathLst>
                <a:path w="958" h="1657" extrusionOk="0">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75"/>
            <p:cNvSpPr/>
            <p:nvPr/>
          </p:nvSpPr>
          <p:spPr>
            <a:xfrm>
              <a:off x="3199720" y="2268957"/>
              <a:ext cx="25157" cy="43513"/>
            </a:xfrm>
            <a:custGeom>
              <a:avLst/>
              <a:gdLst/>
              <a:ahLst/>
              <a:cxnLst/>
              <a:rect l="l" t="t" r="r" b="b"/>
              <a:pathLst>
                <a:path w="958" h="1657" extrusionOk="0">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75"/>
            <p:cNvSpPr/>
            <p:nvPr/>
          </p:nvSpPr>
          <p:spPr>
            <a:xfrm>
              <a:off x="3325636" y="2149343"/>
              <a:ext cx="30934" cy="67882"/>
            </a:xfrm>
            <a:custGeom>
              <a:avLst/>
              <a:gdLst/>
              <a:ahLst/>
              <a:cxnLst/>
              <a:rect l="l" t="t" r="r" b="b"/>
              <a:pathLst>
                <a:path w="1178" h="2585" extrusionOk="0">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75"/>
            <p:cNvSpPr/>
            <p:nvPr/>
          </p:nvSpPr>
          <p:spPr>
            <a:xfrm>
              <a:off x="3337952" y="2143067"/>
              <a:ext cx="73922" cy="73896"/>
            </a:xfrm>
            <a:custGeom>
              <a:avLst/>
              <a:gdLst/>
              <a:ahLst/>
              <a:cxnLst/>
              <a:rect l="l" t="t" r="r" b="b"/>
              <a:pathLst>
                <a:path w="2815" h="2814" extrusionOk="0">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75"/>
            <p:cNvSpPr/>
            <p:nvPr/>
          </p:nvSpPr>
          <p:spPr>
            <a:xfrm>
              <a:off x="3350268" y="2235554"/>
              <a:ext cx="36974" cy="27153"/>
            </a:xfrm>
            <a:custGeom>
              <a:avLst/>
              <a:gdLst/>
              <a:ahLst/>
              <a:cxnLst/>
              <a:rect l="l" t="t" r="r" b="b"/>
              <a:pathLst>
                <a:path w="1408" h="1034" extrusionOk="0">
                  <a:moveTo>
                    <a:pt x="0" y="0"/>
                  </a:moveTo>
                  <a:lnTo>
                    <a:pt x="0" y="1034"/>
                  </a:lnTo>
                  <a:lnTo>
                    <a:pt x="1407" y="1034"/>
                  </a:lnTo>
                  <a:lnTo>
                    <a:pt x="140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75"/>
            <p:cNvSpPr/>
            <p:nvPr/>
          </p:nvSpPr>
          <p:spPr>
            <a:xfrm>
              <a:off x="3350268" y="2235554"/>
              <a:ext cx="36974" cy="14916"/>
            </a:xfrm>
            <a:custGeom>
              <a:avLst/>
              <a:gdLst/>
              <a:ahLst/>
              <a:cxnLst/>
              <a:rect l="l" t="t" r="r" b="b"/>
              <a:pathLst>
                <a:path w="1408" h="568" extrusionOk="0">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75"/>
            <p:cNvSpPr/>
            <p:nvPr/>
          </p:nvSpPr>
          <p:spPr>
            <a:xfrm>
              <a:off x="3307044" y="2250365"/>
              <a:ext cx="123658" cy="62367"/>
            </a:xfrm>
            <a:custGeom>
              <a:avLst/>
              <a:gdLst/>
              <a:ahLst/>
              <a:cxnLst/>
              <a:rect l="l" t="t" r="r" b="b"/>
              <a:pathLst>
                <a:path w="4709" h="2375" extrusionOk="0">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75"/>
            <p:cNvSpPr/>
            <p:nvPr/>
          </p:nvSpPr>
          <p:spPr>
            <a:xfrm>
              <a:off x="3362584" y="2262681"/>
              <a:ext cx="12342" cy="49789"/>
            </a:xfrm>
            <a:custGeom>
              <a:avLst/>
              <a:gdLst/>
              <a:ahLst/>
              <a:cxnLst/>
              <a:rect l="l" t="t" r="r" b="b"/>
              <a:pathLst>
                <a:path w="470" h="1896" extrusionOk="0">
                  <a:moveTo>
                    <a:pt x="115" y="1"/>
                  </a:moveTo>
                  <a:lnTo>
                    <a:pt x="0" y="1896"/>
                  </a:lnTo>
                  <a:lnTo>
                    <a:pt x="469" y="1896"/>
                  </a:lnTo>
                  <a:lnTo>
                    <a:pt x="355"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6" name="Google Shape;9966;p75"/>
            <p:cNvSpPr/>
            <p:nvPr/>
          </p:nvSpPr>
          <p:spPr>
            <a:xfrm>
              <a:off x="3331676" y="2173948"/>
              <a:ext cx="74158" cy="67646"/>
            </a:xfrm>
            <a:custGeom>
              <a:avLst/>
              <a:gdLst/>
              <a:ahLst/>
              <a:cxnLst/>
              <a:rect l="l" t="t" r="r" b="b"/>
              <a:pathLst>
                <a:path w="2824" h="2576" extrusionOk="0">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75"/>
            <p:cNvSpPr/>
            <p:nvPr/>
          </p:nvSpPr>
          <p:spPr>
            <a:xfrm>
              <a:off x="3331676" y="2173975"/>
              <a:ext cx="73896" cy="66123"/>
            </a:xfrm>
            <a:custGeom>
              <a:avLst/>
              <a:gdLst/>
              <a:ahLst/>
              <a:cxnLst/>
              <a:rect l="l" t="t" r="r" b="b"/>
              <a:pathLst>
                <a:path w="2814" h="2518" extrusionOk="0">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75"/>
            <p:cNvSpPr/>
            <p:nvPr/>
          </p:nvSpPr>
          <p:spPr>
            <a:xfrm>
              <a:off x="3307281" y="2266200"/>
              <a:ext cx="24921" cy="46533"/>
            </a:xfrm>
            <a:custGeom>
              <a:avLst/>
              <a:gdLst/>
              <a:ahLst/>
              <a:cxnLst/>
              <a:rect l="l" t="t" r="r" b="b"/>
              <a:pathLst>
                <a:path w="949" h="1772" extrusionOk="0">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75"/>
            <p:cNvSpPr/>
            <p:nvPr/>
          </p:nvSpPr>
          <p:spPr>
            <a:xfrm>
              <a:off x="3405545" y="2266200"/>
              <a:ext cx="24658" cy="46533"/>
            </a:xfrm>
            <a:custGeom>
              <a:avLst/>
              <a:gdLst/>
              <a:ahLst/>
              <a:cxnLst/>
              <a:rect l="l" t="t" r="r" b="b"/>
              <a:pathLst>
                <a:path w="939" h="1772" extrusionOk="0">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75"/>
            <p:cNvSpPr/>
            <p:nvPr/>
          </p:nvSpPr>
          <p:spPr>
            <a:xfrm>
              <a:off x="3362584" y="2262681"/>
              <a:ext cx="12342" cy="12342"/>
            </a:xfrm>
            <a:custGeom>
              <a:avLst/>
              <a:gdLst/>
              <a:ahLst/>
              <a:cxnLst/>
              <a:rect l="l" t="t" r="r" b="b"/>
              <a:pathLst>
                <a:path w="470" h="470" extrusionOk="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75"/>
            <p:cNvSpPr/>
            <p:nvPr/>
          </p:nvSpPr>
          <p:spPr>
            <a:xfrm>
              <a:off x="3343493" y="2245481"/>
              <a:ext cx="25393" cy="25971"/>
            </a:xfrm>
            <a:custGeom>
              <a:avLst/>
              <a:gdLst/>
              <a:ahLst/>
              <a:cxnLst/>
              <a:rect l="l" t="t" r="r" b="b"/>
              <a:pathLst>
                <a:path w="967" h="989" extrusionOk="0">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75"/>
            <p:cNvSpPr/>
            <p:nvPr/>
          </p:nvSpPr>
          <p:spPr>
            <a:xfrm>
              <a:off x="3368860" y="2245559"/>
              <a:ext cx="25420" cy="26076"/>
            </a:xfrm>
            <a:custGeom>
              <a:avLst/>
              <a:gdLst/>
              <a:ahLst/>
              <a:cxnLst/>
              <a:rect l="l" t="t" r="r" b="b"/>
              <a:pathLst>
                <a:path w="968" h="993" extrusionOk="0">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75"/>
            <p:cNvSpPr/>
            <p:nvPr/>
          </p:nvSpPr>
          <p:spPr>
            <a:xfrm>
              <a:off x="3163297" y="1993516"/>
              <a:ext cx="174419" cy="150233"/>
            </a:xfrm>
            <a:custGeom>
              <a:avLst/>
              <a:gdLst/>
              <a:ahLst/>
              <a:cxnLst/>
              <a:rect l="l" t="t" r="r" b="b"/>
              <a:pathLst>
                <a:path w="6642" h="5721" extrusionOk="0">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75"/>
            <p:cNvSpPr/>
            <p:nvPr/>
          </p:nvSpPr>
          <p:spPr>
            <a:xfrm>
              <a:off x="3192446" y="2019172"/>
              <a:ext cx="28912" cy="10320"/>
            </a:xfrm>
            <a:custGeom>
              <a:avLst/>
              <a:gdLst/>
              <a:ahLst/>
              <a:cxnLst/>
              <a:rect l="l" t="t" r="r" b="b"/>
              <a:pathLst>
                <a:path w="1101" h="393" extrusionOk="0">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75"/>
            <p:cNvSpPr/>
            <p:nvPr/>
          </p:nvSpPr>
          <p:spPr>
            <a:xfrm>
              <a:off x="3228133" y="2019172"/>
              <a:ext cx="80434" cy="10320"/>
            </a:xfrm>
            <a:custGeom>
              <a:avLst/>
              <a:gdLst/>
              <a:ahLst/>
              <a:cxnLst/>
              <a:rect l="l" t="t" r="r" b="b"/>
              <a:pathLst>
                <a:path w="3063" h="393" extrusionOk="0">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75"/>
            <p:cNvSpPr/>
            <p:nvPr/>
          </p:nvSpPr>
          <p:spPr>
            <a:xfrm>
              <a:off x="3192183" y="2044802"/>
              <a:ext cx="116384" cy="10320"/>
            </a:xfrm>
            <a:custGeom>
              <a:avLst/>
              <a:gdLst/>
              <a:ahLst/>
              <a:cxnLst/>
              <a:rect l="l" t="t" r="r" b="b"/>
              <a:pathLst>
                <a:path w="4432" h="393" extrusionOk="0">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75"/>
            <p:cNvSpPr/>
            <p:nvPr/>
          </p:nvSpPr>
          <p:spPr>
            <a:xfrm>
              <a:off x="3192183" y="2070431"/>
              <a:ext cx="80461" cy="10320"/>
            </a:xfrm>
            <a:custGeom>
              <a:avLst/>
              <a:gdLst/>
              <a:ahLst/>
              <a:cxnLst/>
              <a:rect l="l" t="t" r="r" b="b"/>
              <a:pathLst>
                <a:path w="3064" h="393" extrusionOk="0">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75"/>
            <p:cNvSpPr/>
            <p:nvPr/>
          </p:nvSpPr>
          <p:spPr>
            <a:xfrm>
              <a:off x="3279655" y="2070431"/>
              <a:ext cx="28912" cy="10320"/>
            </a:xfrm>
            <a:custGeom>
              <a:avLst/>
              <a:gdLst/>
              <a:ahLst/>
              <a:cxnLst/>
              <a:rect l="l" t="t" r="r" b="b"/>
              <a:pathLst>
                <a:path w="1101" h="393" extrusionOk="0">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9" name="Google Shape;9979;p75"/>
          <p:cNvGrpSpPr/>
          <p:nvPr/>
        </p:nvGrpSpPr>
        <p:grpSpPr>
          <a:xfrm>
            <a:off x="4023785" y="1970407"/>
            <a:ext cx="288807" cy="355377"/>
            <a:chOff x="4023785" y="1970407"/>
            <a:chExt cx="288807" cy="355377"/>
          </a:xfrm>
        </p:grpSpPr>
        <p:sp>
          <p:nvSpPr>
            <p:cNvPr id="9980" name="Google Shape;9980;p75"/>
            <p:cNvSpPr/>
            <p:nvPr/>
          </p:nvSpPr>
          <p:spPr>
            <a:xfrm>
              <a:off x="4062492" y="2036766"/>
              <a:ext cx="31197" cy="34191"/>
            </a:xfrm>
            <a:custGeom>
              <a:avLst/>
              <a:gdLst/>
              <a:ahLst/>
              <a:cxnLst/>
              <a:rect l="l" t="t" r="r" b="b"/>
              <a:pathLst>
                <a:path w="1188" h="1302" extrusionOk="0">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75"/>
            <p:cNvSpPr/>
            <p:nvPr/>
          </p:nvSpPr>
          <p:spPr>
            <a:xfrm>
              <a:off x="4242452" y="2036766"/>
              <a:ext cx="31433" cy="34191"/>
            </a:xfrm>
            <a:custGeom>
              <a:avLst/>
              <a:gdLst/>
              <a:ahLst/>
              <a:cxnLst/>
              <a:rect l="l" t="t" r="r" b="b"/>
              <a:pathLst>
                <a:path w="1197" h="1302" extrusionOk="0">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75"/>
            <p:cNvSpPr/>
            <p:nvPr/>
          </p:nvSpPr>
          <p:spPr>
            <a:xfrm>
              <a:off x="4152222" y="2009613"/>
              <a:ext cx="31932" cy="32457"/>
            </a:xfrm>
            <a:custGeom>
              <a:avLst/>
              <a:gdLst/>
              <a:ahLst/>
              <a:cxnLst/>
              <a:rect l="l" t="t" r="r" b="b"/>
              <a:pathLst>
                <a:path w="1216" h="1236" extrusionOk="0">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75"/>
            <p:cNvSpPr/>
            <p:nvPr/>
          </p:nvSpPr>
          <p:spPr>
            <a:xfrm>
              <a:off x="4152222" y="2009613"/>
              <a:ext cx="21376" cy="32457"/>
            </a:xfrm>
            <a:custGeom>
              <a:avLst/>
              <a:gdLst/>
              <a:ahLst/>
              <a:cxnLst/>
              <a:rect l="l" t="t" r="r" b="b"/>
              <a:pathLst>
                <a:path w="814" h="1236" extrusionOk="0">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75"/>
            <p:cNvSpPr/>
            <p:nvPr/>
          </p:nvSpPr>
          <p:spPr>
            <a:xfrm>
              <a:off x="4023785" y="2036766"/>
              <a:ext cx="288807" cy="288781"/>
            </a:xfrm>
            <a:custGeom>
              <a:avLst/>
              <a:gdLst/>
              <a:ahLst/>
              <a:cxnLst/>
              <a:rect l="l" t="t" r="r" b="b"/>
              <a:pathLst>
                <a:path w="10998" h="10997" extrusionOk="0">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75"/>
            <p:cNvSpPr/>
            <p:nvPr/>
          </p:nvSpPr>
          <p:spPr>
            <a:xfrm>
              <a:off x="4030087" y="2037002"/>
              <a:ext cx="151048" cy="288781"/>
            </a:xfrm>
            <a:custGeom>
              <a:avLst/>
              <a:gdLst/>
              <a:ahLst/>
              <a:cxnLst/>
              <a:rect l="l" t="t" r="r" b="b"/>
              <a:pathLst>
                <a:path w="5752" h="10997" extrusionOk="0">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75"/>
            <p:cNvSpPr/>
            <p:nvPr/>
          </p:nvSpPr>
          <p:spPr>
            <a:xfrm>
              <a:off x="4037624" y="2060111"/>
              <a:ext cx="251597" cy="242065"/>
            </a:xfrm>
            <a:custGeom>
              <a:avLst/>
              <a:gdLst/>
              <a:ahLst/>
              <a:cxnLst/>
              <a:rect l="l" t="t" r="r" b="b"/>
              <a:pathLst>
                <a:path w="9581" h="9218" extrusionOk="0">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75"/>
            <p:cNvSpPr/>
            <p:nvPr/>
          </p:nvSpPr>
          <p:spPr>
            <a:xfrm>
              <a:off x="4049940" y="2060137"/>
              <a:ext cx="125418" cy="242038"/>
            </a:xfrm>
            <a:custGeom>
              <a:avLst/>
              <a:gdLst/>
              <a:ahLst/>
              <a:cxnLst/>
              <a:rect l="l" t="t" r="r" b="b"/>
              <a:pathLst>
                <a:path w="4776" h="9217" extrusionOk="0">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75"/>
            <p:cNvSpPr/>
            <p:nvPr/>
          </p:nvSpPr>
          <p:spPr>
            <a:xfrm>
              <a:off x="4054194" y="2076340"/>
              <a:ext cx="217932" cy="209739"/>
            </a:xfrm>
            <a:custGeom>
              <a:avLst/>
              <a:gdLst/>
              <a:ahLst/>
              <a:cxnLst/>
              <a:rect l="l" t="t" r="r" b="b"/>
              <a:pathLst>
                <a:path w="8299" h="7987" extrusionOk="0">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75"/>
            <p:cNvSpPr/>
            <p:nvPr/>
          </p:nvSpPr>
          <p:spPr>
            <a:xfrm>
              <a:off x="4062492" y="2076340"/>
              <a:ext cx="118144" cy="209607"/>
            </a:xfrm>
            <a:custGeom>
              <a:avLst/>
              <a:gdLst/>
              <a:ahLst/>
              <a:cxnLst/>
              <a:rect l="l" t="t" r="r" b="b"/>
              <a:pathLst>
                <a:path w="4499" h="7982" extrusionOk="0">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75"/>
            <p:cNvSpPr/>
            <p:nvPr/>
          </p:nvSpPr>
          <p:spPr>
            <a:xfrm>
              <a:off x="4162516" y="2109821"/>
              <a:ext cx="11344" cy="74736"/>
            </a:xfrm>
            <a:custGeom>
              <a:avLst/>
              <a:gdLst/>
              <a:ahLst/>
              <a:cxnLst/>
              <a:rect l="l" t="t" r="r" b="b"/>
              <a:pathLst>
                <a:path w="432" h="2846" extrusionOk="0">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75"/>
            <p:cNvSpPr/>
            <p:nvPr/>
          </p:nvSpPr>
          <p:spPr>
            <a:xfrm>
              <a:off x="4245970" y="2009561"/>
              <a:ext cx="55803" cy="47294"/>
            </a:xfrm>
            <a:custGeom>
              <a:avLst/>
              <a:gdLst/>
              <a:ahLst/>
              <a:cxnLst/>
              <a:rect l="l" t="t" r="r" b="b"/>
              <a:pathLst>
                <a:path w="2125" h="1801" extrusionOk="0">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75"/>
            <p:cNvSpPr/>
            <p:nvPr/>
          </p:nvSpPr>
          <p:spPr>
            <a:xfrm>
              <a:off x="4034604" y="2009561"/>
              <a:ext cx="55829" cy="47294"/>
            </a:xfrm>
            <a:custGeom>
              <a:avLst/>
              <a:gdLst/>
              <a:ahLst/>
              <a:cxnLst/>
              <a:rect l="l" t="t" r="r" b="b"/>
              <a:pathLst>
                <a:path w="2126" h="1801" extrusionOk="0">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75"/>
            <p:cNvSpPr/>
            <p:nvPr/>
          </p:nvSpPr>
          <p:spPr>
            <a:xfrm>
              <a:off x="4133368" y="1970407"/>
              <a:ext cx="69642" cy="41753"/>
            </a:xfrm>
            <a:custGeom>
              <a:avLst/>
              <a:gdLst/>
              <a:ahLst/>
              <a:cxnLst/>
              <a:rect l="l" t="t" r="r" b="b"/>
              <a:pathLst>
                <a:path w="2652" h="1590" extrusionOk="0">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4" name="Google Shape;9994;p75"/>
            <p:cNvSpPr/>
            <p:nvPr/>
          </p:nvSpPr>
          <p:spPr>
            <a:xfrm>
              <a:off x="4245970" y="2009561"/>
              <a:ext cx="49526" cy="47294"/>
            </a:xfrm>
            <a:custGeom>
              <a:avLst/>
              <a:gdLst/>
              <a:ahLst/>
              <a:cxnLst/>
              <a:rect l="l" t="t" r="r" b="b"/>
              <a:pathLst>
                <a:path w="1886" h="1801" extrusionOk="0">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75"/>
            <p:cNvSpPr/>
            <p:nvPr/>
          </p:nvSpPr>
          <p:spPr>
            <a:xfrm>
              <a:off x="4034604" y="2009561"/>
              <a:ext cx="49789" cy="47294"/>
            </a:xfrm>
            <a:custGeom>
              <a:avLst/>
              <a:gdLst/>
              <a:ahLst/>
              <a:cxnLst/>
              <a:rect l="l" t="t" r="r" b="b"/>
              <a:pathLst>
                <a:path w="1896" h="1801" extrusionOk="0">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75"/>
            <p:cNvSpPr/>
            <p:nvPr/>
          </p:nvSpPr>
          <p:spPr>
            <a:xfrm>
              <a:off x="4133368" y="1970407"/>
              <a:ext cx="30435" cy="41990"/>
            </a:xfrm>
            <a:custGeom>
              <a:avLst/>
              <a:gdLst/>
              <a:ahLst/>
              <a:cxnLst/>
              <a:rect l="l" t="t" r="r" b="b"/>
              <a:pathLst>
                <a:path w="1159" h="1599" extrusionOk="0">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75"/>
            <p:cNvSpPr/>
            <p:nvPr/>
          </p:nvSpPr>
          <p:spPr>
            <a:xfrm>
              <a:off x="4049178" y="2070930"/>
              <a:ext cx="229224" cy="220426"/>
            </a:xfrm>
            <a:custGeom>
              <a:avLst/>
              <a:gdLst/>
              <a:ahLst/>
              <a:cxnLst/>
              <a:rect l="l" t="t" r="r" b="b"/>
              <a:pathLst>
                <a:path w="8729" h="8394" extrusionOk="0">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75"/>
            <p:cNvSpPr/>
            <p:nvPr/>
          </p:nvSpPr>
          <p:spPr>
            <a:xfrm>
              <a:off x="4153719" y="2166674"/>
              <a:ext cx="28676" cy="28939"/>
            </a:xfrm>
            <a:custGeom>
              <a:avLst/>
              <a:gdLst/>
              <a:ahLst/>
              <a:cxnLst/>
              <a:rect l="l" t="t" r="r" b="b"/>
              <a:pathLst>
                <a:path w="1092" h="1102" extrusionOk="0">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75"/>
            <p:cNvSpPr/>
            <p:nvPr/>
          </p:nvSpPr>
          <p:spPr>
            <a:xfrm>
              <a:off x="4153982" y="2166832"/>
              <a:ext cx="23398" cy="28833"/>
            </a:xfrm>
            <a:custGeom>
              <a:avLst/>
              <a:gdLst/>
              <a:ahLst/>
              <a:cxnLst/>
              <a:rect l="l" t="t" r="r" b="b"/>
              <a:pathLst>
                <a:path w="891" h="1098" extrusionOk="0">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0" name="Google Shape;10000;p75"/>
          <p:cNvGrpSpPr/>
          <p:nvPr/>
        </p:nvGrpSpPr>
        <p:grpSpPr>
          <a:xfrm>
            <a:off x="3544540" y="3380963"/>
            <a:ext cx="320188" cy="319269"/>
            <a:chOff x="3544540" y="3380963"/>
            <a:chExt cx="320188" cy="319269"/>
          </a:xfrm>
        </p:grpSpPr>
        <p:sp>
          <p:nvSpPr>
            <p:cNvPr id="10001" name="Google Shape;10001;p75"/>
            <p:cNvSpPr/>
            <p:nvPr/>
          </p:nvSpPr>
          <p:spPr>
            <a:xfrm>
              <a:off x="3636528" y="3558218"/>
              <a:ext cx="51023" cy="51049"/>
            </a:xfrm>
            <a:custGeom>
              <a:avLst/>
              <a:gdLst/>
              <a:ahLst/>
              <a:cxnLst/>
              <a:rect l="l" t="t" r="r" b="b"/>
              <a:pathLst>
                <a:path w="1943" h="1944" extrusionOk="0">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75"/>
            <p:cNvSpPr/>
            <p:nvPr/>
          </p:nvSpPr>
          <p:spPr>
            <a:xfrm>
              <a:off x="3636765" y="3558454"/>
              <a:ext cx="40992" cy="50813"/>
            </a:xfrm>
            <a:custGeom>
              <a:avLst/>
              <a:gdLst/>
              <a:ahLst/>
              <a:cxnLst/>
              <a:rect l="l" t="t" r="r" b="b"/>
              <a:pathLst>
                <a:path w="1561" h="1935" extrusionOk="0">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75"/>
            <p:cNvSpPr/>
            <p:nvPr/>
          </p:nvSpPr>
          <p:spPr>
            <a:xfrm>
              <a:off x="3632248" y="3380963"/>
              <a:ext cx="232480" cy="221897"/>
            </a:xfrm>
            <a:custGeom>
              <a:avLst/>
              <a:gdLst/>
              <a:ahLst/>
              <a:cxnLst/>
              <a:rect l="l" t="t" r="r" b="b"/>
              <a:pathLst>
                <a:path w="8853" h="8450" extrusionOk="0">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75"/>
            <p:cNvSpPr/>
            <p:nvPr/>
          </p:nvSpPr>
          <p:spPr>
            <a:xfrm>
              <a:off x="3627731" y="3381094"/>
              <a:ext cx="135738" cy="221792"/>
            </a:xfrm>
            <a:custGeom>
              <a:avLst/>
              <a:gdLst/>
              <a:ahLst/>
              <a:cxnLst/>
              <a:rect l="l" t="t" r="r" b="b"/>
              <a:pathLst>
                <a:path w="5169" h="8446" extrusionOk="0">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75"/>
            <p:cNvSpPr/>
            <p:nvPr/>
          </p:nvSpPr>
          <p:spPr>
            <a:xfrm>
              <a:off x="3664154" y="3402050"/>
              <a:ext cx="188258" cy="179723"/>
            </a:xfrm>
            <a:custGeom>
              <a:avLst/>
              <a:gdLst/>
              <a:ahLst/>
              <a:cxnLst/>
              <a:rect l="l" t="t" r="r" b="b"/>
              <a:pathLst>
                <a:path w="7169" h="6844" extrusionOk="0">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75"/>
            <p:cNvSpPr/>
            <p:nvPr/>
          </p:nvSpPr>
          <p:spPr>
            <a:xfrm>
              <a:off x="3656381" y="3402102"/>
              <a:ext cx="107088" cy="179540"/>
            </a:xfrm>
            <a:custGeom>
              <a:avLst/>
              <a:gdLst/>
              <a:ahLst/>
              <a:cxnLst/>
              <a:rect l="l" t="t" r="r" b="b"/>
              <a:pathLst>
                <a:path w="4078" h="6837" extrusionOk="0">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75"/>
            <p:cNvSpPr/>
            <p:nvPr/>
          </p:nvSpPr>
          <p:spPr>
            <a:xfrm>
              <a:off x="3729252" y="3437579"/>
              <a:ext cx="49290" cy="49027"/>
            </a:xfrm>
            <a:custGeom>
              <a:avLst/>
              <a:gdLst/>
              <a:ahLst/>
              <a:cxnLst/>
              <a:rect l="l" t="t" r="r" b="b"/>
              <a:pathLst>
                <a:path w="1877" h="1867" extrusionOk="0">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75"/>
            <p:cNvSpPr/>
            <p:nvPr/>
          </p:nvSpPr>
          <p:spPr>
            <a:xfrm>
              <a:off x="3729252" y="3437658"/>
              <a:ext cx="34217" cy="49132"/>
            </a:xfrm>
            <a:custGeom>
              <a:avLst/>
              <a:gdLst/>
              <a:ahLst/>
              <a:cxnLst/>
              <a:rect l="l" t="t" r="r" b="b"/>
              <a:pathLst>
                <a:path w="1303" h="1871" extrusionOk="0">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75"/>
            <p:cNvSpPr/>
            <p:nvPr/>
          </p:nvSpPr>
          <p:spPr>
            <a:xfrm>
              <a:off x="3713680" y="3486581"/>
              <a:ext cx="80434" cy="51548"/>
            </a:xfrm>
            <a:custGeom>
              <a:avLst/>
              <a:gdLst/>
              <a:ahLst/>
              <a:cxnLst/>
              <a:rect l="l" t="t" r="r" b="b"/>
              <a:pathLst>
                <a:path w="3063" h="1963" extrusionOk="0">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75"/>
            <p:cNvSpPr/>
            <p:nvPr/>
          </p:nvSpPr>
          <p:spPr>
            <a:xfrm>
              <a:off x="3713680" y="3486581"/>
              <a:ext cx="45745" cy="51548"/>
            </a:xfrm>
            <a:custGeom>
              <a:avLst/>
              <a:gdLst/>
              <a:ahLst/>
              <a:cxnLst/>
              <a:rect l="l" t="t" r="r" b="b"/>
              <a:pathLst>
                <a:path w="1742" h="1963" extrusionOk="0">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75"/>
            <p:cNvSpPr/>
            <p:nvPr/>
          </p:nvSpPr>
          <p:spPr>
            <a:xfrm>
              <a:off x="3728990" y="3507274"/>
              <a:ext cx="9847" cy="30856"/>
            </a:xfrm>
            <a:custGeom>
              <a:avLst/>
              <a:gdLst/>
              <a:ahLst/>
              <a:cxnLst/>
              <a:rect l="l" t="t" r="r" b="b"/>
              <a:pathLst>
                <a:path w="375" h="1175" extrusionOk="0">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75"/>
            <p:cNvSpPr/>
            <p:nvPr/>
          </p:nvSpPr>
          <p:spPr>
            <a:xfrm>
              <a:off x="3768958" y="3507274"/>
              <a:ext cx="9821" cy="30856"/>
            </a:xfrm>
            <a:custGeom>
              <a:avLst/>
              <a:gdLst/>
              <a:ahLst/>
              <a:cxnLst/>
              <a:rect l="l" t="t" r="r" b="b"/>
              <a:pathLst>
                <a:path w="374" h="1175" extrusionOk="0">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75"/>
            <p:cNvSpPr/>
            <p:nvPr/>
          </p:nvSpPr>
          <p:spPr>
            <a:xfrm>
              <a:off x="3544540" y="3586342"/>
              <a:ext cx="116384" cy="113890"/>
            </a:xfrm>
            <a:custGeom>
              <a:avLst/>
              <a:gdLst/>
              <a:ahLst/>
              <a:cxnLst/>
              <a:rect l="l" t="t" r="r" b="b"/>
              <a:pathLst>
                <a:path w="4432" h="4337" extrusionOk="0">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75"/>
            <p:cNvSpPr/>
            <p:nvPr/>
          </p:nvSpPr>
          <p:spPr>
            <a:xfrm>
              <a:off x="3544540" y="3586369"/>
              <a:ext cx="101810" cy="113863"/>
            </a:xfrm>
            <a:custGeom>
              <a:avLst/>
              <a:gdLst/>
              <a:ahLst/>
              <a:cxnLst/>
              <a:rect l="l" t="t" r="r" b="b"/>
              <a:pathLst>
                <a:path w="3877" h="4336" extrusionOk="0">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75"/>
            <p:cNvSpPr/>
            <p:nvPr/>
          </p:nvSpPr>
          <p:spPr>
            <a:xfrm>
              <a:off x="3618409" y="3586106"/>
              <a:ext cx="42515" cy="41491"/>
            </a:xfrm>
            <a:custGeom>
              <a:avLst/>
              <a:gdLst/>
              <a:ahLst/>
              <a:cxnLst/>
              <a:rect l="l" t="t" r="r" b="b"/>
              <a:pathLst>
                <a:path w="1619" h="1580" extrusionOk="0">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75"/>
            <p:cNvSpPr/>
            <p:nvPr/>
          </p:nvSpPr>
          <p:spPr>
            <a:xfrm>
              <a:off x="3618409" y="3586106"/>
              <a:ext cx="27941" cy="22899"/>
            </a:xfrm>
            <a:custGeom>
              <a:avLst/>
              <a:gdLst/>
              <a:ahLst/>
              <a:cxnLst/>
              <a:rect l="l" t="t" r="r" b="b"/>
              <a:pathLst>
                <a:path w="1064" h="872" extrusionOk="0">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7" name="Google Shape;10017;p75"/>
          <p:cNvGrpSpPr/>
          <p:nvPr/>
        </p:nvGrpSpPr>
        <p:grpSpPr>
          <a:xfrm>
            <a:off x="3944637" y="3354834"/>
            <a:ext cx="415696" cy="371605"/>
            <a:chOff x="3944637" y="3354834"/>
            <a:chExt cx="415696" cy="371605"/>
          </a:xfrm>
        </p:grpSpPr>
        <p:sp>
          <p:nvSpPr>
            <p:cNvPr id="10018" name="Google Shape;10018;p75"/>
            <p:cNvSpPr/>
            <p:nvPr/>
          </p:nvSpPr>
          <p:spPr>
            <a:xfrm>
              <a:off x="4069031" y="3391598"/>
              <a:ext cx="126941" cy="126941"/>
            </a:xfrm>
            <a:custGeom>
              <a:avLst/>
              <a:gdLst/>
              <a:ahLst/>
              <a:cxnLst/>
              <a:rect l="l" t="t" r="r" b="b"/>
              <a:pathLst>
                <a:path w="4834" h="4834" extrusionOk="0">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75"/>
            <p:cNvSpPr/>
            <p:nvPr/>
          </p:nvSpPr>
          <p:spPr>
            <a:xfrm>
              <a:off x="4068768" y="3391546"/>
              <a:ext cx="71926" cy="126731"/>
            </a:xfrm>
            <a:custGeom>
              <a:avLst/>
              <a:gdLst/>
              <a:ahLst/>
              <a:cxnLst/>
              <a:rect l="l" t="t" r="r" b="b"/>
              <a:pathLst>
                <a:path w="2739" h="4826" extrusionOk="0">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75"/>
            <p:cNvSpPr/>
            <p:nvPr/>
          </p:nvSpPr>
          <p:spPr>
            <a:xfrm>
              <a:off x="4089382" y="3411950"/>
              <a:ext cx="86238" cy="86238"/>
            </a:xfrm>
            <a:custGeom>
              <a:avLst/>
              <a:gdLst/>
              <a:ahLst/>
              <a:cxnLst/>
              <a:rect l="l" t="t" r="r" b="b"/>
              <a:pathLst>
                <a:path w="3284" h="3284" extrusionOk="0">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75"/>
            <p:cNvSpPr/>
            <p:nvPr/>
          </p:nvSpPr>
          <p:spPr>
            <a:xfrm>
              <a:off x="4088909" y="3411792"/>
              <a:ext cx="51785" cy="86212"/>
            </a:xfrm>
            <a:custGeom>
              <a:avLst/>
              <a:gdLst/>
              <a:ahLst/>
              <a:cxnLst/>
              <a:rect l="l" t="t" r="r" b="b"/>
              <a:pathLst>
                <a:path w="1972" h="3283" extrusionOk="0">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75"/>
            <p:cNvSpPr/>
            <p:nvPr/>
          </p:nvSpPr>
          <p:spPr>
            <a:xfrm>
              <a:off x="4114776" y="3426025"/>
              <a:ext cx="34453" cy="59085"/>
            </a:xfrm>
            <a:custGeom>
              <a:avLst/>
              <a:gdLst/>
              <a:ahLst/>
              <a:cxnLst/>
              <a:rect l="l" t="t" r="r" b="b"/>
              <a:pathLst>
                <a:path w="1312" h="2250" extrusionOk="0">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75"/>
            <p:cNvSpPr/>
            <p:nvPr/>
          </p:nvSpPr>
          <p:spPr>
            <a:xfrm>
              <a:off x="4167296" y="3354913"/>
              <a:ext cx="126941" cy="126678"/>
            </a:xfrm>
            <a:custGeom>
              <a:avLst/>
              <a:gdLst/>
              <a:ahLst/>
              <a:cxnLst/>
              <a:rect l="l" t="t" r="r" b="b"/>
              <a:pathLst>
                <a:path w="4834" h="4824" extrusionOk="0">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75"/>
            <p:cNvSpPr/>
            <p:nvPr/>
          </p:nvSpPr>
          <p:spPr>
            <a:xfrm>
              <a:off x="4167033" y="3354834"/>
              <a:ext cx="71926" cy="126757"/>
            </a:xfrm>
            <a:custGeom>
              <a:avLst/>
              <a:gdLst/>
              <a:ahLst/>
              <a:cxnLst/>
              <a:rect l="l" t="t" r="r" b="b"/>
              <a:pathLst>
                <a:path w="2739" h="4827" extrusionOk="0">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75"/>
            <p:cNvSpPr/>
            <p:nvPr/>
          </p:nvSpPr>
          <p:spPr>
            <a:xfrm>
              <a:off x="4187647" y="3375264"/>
              <a:ext cx="86238" cy="86212"/>
            </a:xfrm>
            <a:custGeom>
              <a:avLst/>
              <a:gdLst/>
              <a:ahLst/>
              <a:cxnLst/>
              <a:rect l="l" t="t" r="r" b="b"/>
              <a:pathLst>
                <a:path w="3284" h="3283" extrusionOk="0">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75"/>
            <p:cNvSpPr/>
            <p:nvPr/>
          </p:nvSpPr>
          <p:spPr>
            <a:xfrm>
              <a:off x="4187174" y="3375107"/>
              <a:ext cx="51785" cy="86212"/>
            </a:xfrm>
            <a:custGeom>
              <a:avLst/>
              <a:gdLst/>
              <a:ahLst/>
              <a:cxnLst/>
              <a:rect l="l" t="t" r="r" b="b"/>
              <a:pathLst>
                <a:path w="1972" h="3283" extrusionOk="0">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75"/>
            <p:cNvSpPr/>
            <p:nvPr/>
          </p:nvSpPr>
          <p:spPr>
            <a:xfrm>
              <a:off x="4213040" y="3389340"/>
              <a:ext cx="34453" cy="59085"/>
            </a:xfrm>
            <a:custGeom>
              <a:avLst/>
              <a:gdLst/>
              <a:ahLst/>
              <a:cxnLst/>
              <a:rect l="l" t="t" r="r" b="b"/>
              <a:pathLst>
                <a:path w="1312" h="2250" extrusionOk="0">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75"/>
            <p:cNvSpPr/>
            <p:nvPr/>
          </p:nvSpPr>
          <p:spPr>
            <a:xfrm>
              <a:off x="3944637" y="3566017"/>
              <a:ext cx="142513" cy="160422"/>
            </a:xfrm>
            <a:custGeom>
              <a:avLst/>
              <a:gdLst/>
              <a:ahLst/>
              <a:cxnLst/>
              <a:rect l="l" t="t" r="r" b="b"/>
              <a:pathLst>
                <a:path w="5427" h="6109" extrusionOk="0">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75"/>
            <p:cNvSpPr/>
            <p:nvPr/>
          </p:nvSpPr>
          <p:spPr>
            <a:xfrm>
              <a:off x="3983843" y="3674313"/>
              <a:ext cx="103307" cy="52126"/>
            </a:xfrm>
            <a:custGeom>
              <a:avLst/>
              <a:gdLst/>
              <a:ahLst/>
              <a:cxnLst/>
              <a:rect l="l" t="t" r="r" b="b"/>
              <a:pathLst>
                <a:path w="3934" h="1985" extrusionOk="0">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75"/>
            <p:cNvSpPr/>
            <p:nvPr/>
          </p:nvSpPr>
          <p:spPr>
            <a:xfrm>
              <a:off x="4082843" y="3493513"/>
              <a:ext cx="277489" cy="171294"/>
            </a:xfrm>
            <a:custGeom>
              <a:avLst/>
              <a:gdLst/>
              <a:ahLst/>
              <a:cxnLst/>
              <a:rect l="l" t="t" r="r" b="b"/>
              <a:pathLst>
                <a:path w="10567" h="6523" extrusionOk="0">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75"/>
            <p:cNvSpPr/>
            <p:nvPr/>
          </p:nvSpPr>
          <p:spPr>
            <a:xfrm>
              <a:off x="4082843" y="3558454"/>
              <a:ext cx="56328" cy="106353"/>
            </a:xfrm>
            <a:custGeom>
              <a:avLst/>
              <a:gdLst/>
              <a:ahLst/>
              <a:cxnLst/>
              <a:rect l="l" t="t" r="r" b="b"/>
              <a:pathLst>
                <a:path w="2145" h="4050" extrusionOk="0">
                  <a:moveTo>
                    <a:pt x="747" y="1"/>
                  </a:moveTo>
                  <a:lnTo>
                    <a:pt x="1" y="307"/>
                  </a:lnTo>
                  <a:lnTo>
                    <a:pt x="1398" y="4049"/>
                  </a:lnTo>
                  <a:lnTo>
                    <a:pt x="2145" y="3743"/>
                  </a:lnTo>
                  <a:lnTo>
                    <a:pt x="74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75"/>
            <p:cNvSpPr/>
            <p:nvPr/>
          </p:nvSpPr>
          <p:spPr>
            <a:xfrm>
              <a:off x="4155977" y="3543880"/>
              <a:ext cx="79962" cy="50944"/>
            </a:xfrm>
            <a:custGeom>
              <a:avLst/>
              <a:gdLst/>
              <a:ahLst/>
              <a:cxnLst/>
              <a:rect l="l" t="t" r="r" b="b"/>
              <a:pathLst>
                <a:path w="3045" h="1940" extrusionOk="0">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75"/>
            <p:cNvSpPr/>
            <p:nvPr/>
          </p:nvSpPr>
          <p:spPr>
            <a:xfrm>
              <a:off x="4038359" y="3553701"/>
              <a:ext cx="86500" cy="139756"/>
            </a:xfrm>
            <a:custGeom>
              <a:avLst/>
              <a:gdLst/>
              <a:ahLst/>
              <a:cxnLst/>
              <a:rect l="l" t="t" r="r" b="b"/>
              <a:pathLst>
                <a:path w="3294" h="5322" extrusionOk="0">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75"/>
            <p:cNvSpPr/>
            <p:nvPr/>
          </p:nvSpPr>
          <p:spPr>
            <a:xfrm>
              <a:off x="4078826" y="3658741"/>
              <a:ext cx="46034" cy="34716"/>
            </a:xfrm>
            <a:custGeom>
              <a:avLst/>
              <a:gdLst/>
              <a:ahLst/>
              <a:cxnLst/>
              <a:rect l="l" t="t" r="r" b="b"/>
              <a:pathLst>
                <a:path w="1753" h="1322" extrusionOk="0">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5" name="Google Shape;10035;p75"/>
          <p:cNvGrpSpPr/>
          <p:nvPr/>
        </p:nvGrpSpPr>
        <p:grpSpPr>
          <a:xfrm>
            <a:off x="1314619" y="3821527"/>
            <a:ext cx="346317" cy="332136"/>
            <a:chOff x="1314619" y="3821527"/>
            <a:chExt cx="346317" cy="332136"/>
          </a:xfrm>
        </p:grpSpPr>
        <p:sp>
          <p:nvSpPr>
            <p:cNvPr id="10036" name="Google Shape;10036;p75"/>
            <p:cNvSpPr/>
            <p:nvPr/>
          </p:nvSpPr>
          <p:spPr>
            <a:xfrm>
              <a:off x="1426198" y="4020893"/>
              <a:ext cx="9060" cy="19117"/>
            </a:xfrm>
            <a:custGeom>
              <a:avLst/>
              <a:gdLst/>
              <a:ahLst/>
              <a:cxnLst/>
              <a:rect l="l" t="t" r="r" b="b"/>
              <a:pathLst>
                <a:path w="345" h="728" extrusionOk="0">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75"/>
            <p:cNvSpPr/>
            <p:nvPr/>
          </p:nvSpPr>
          <p:spPr>
            <a:xfrm>
              <a:off x="1435231" y="3843218"/>
              <a:ext cx="225705" cy="237495"/>
            </a:xfrm>
            <a:custGeom>
              <a:avLst/>
              <a:gdLst/>
              <a:ahLst/>
              <a:cxnLst/>
              <a:rect l="l" t="t" r="r" b="b"/>
              <a:pathLst>
                <a:path w="8595" h="9044" extrusionOk="0">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75"/>
            <p:cNvSpPr/>
            <p:nvPr/>
          </p:nvSpPr>
          <p:spPr>
            <a:xfrm>
              <a:off x="1414381" y="3821527"/>
              <a:ext cx="238021" cy="230195"/>
            </a:xfrm>
            <a:custGeom>
              <a:avLst/>
              <a:gdLst/>
              <a:ahLst/>
              <a:cxnLst/>
              <a:rect l="l" t="t" r="r" b="b"/>
              <a:pathLst>
                <a:path w="9064" h="8766" extrusionOk="0">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75"/>
            <p:cNvSpPr/>
            <p:nvPr/>
          </p:nvSpPr>
          <p:spPr>
            <a:xfrm>
              <a:off x="1536280" y="3935180"/>
              <a:ext cx="22872" cy="55330"/>
            </a:xfrm>
            <a:custGeom>
              <a:avLst/>
              <a:gdLst/>
              <a:ahLst/>
              <a:cxnLst/>
              <a:rect l="l" t="t" r="r" b="b"/>
              <a:pathLst>
                <a:path w="871" h="2107" extrusionOk="0">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75"/>
            <p:cNvSpPr/>
            <p:nvPr/>
          </p:nvSpPr>
          <p:spPr>
            <a:xfrm>
              <a:off x="1343505" y="4079453"/>
              <a:ext cx="153831" cy="74211"/>
            </a:xfrm>
            <a:custGeom>
              <a:avLst/>
              <a:gdLst/>
              <a:ahLst/>
              <a:cxnLst/>
              <a:rect l="l" t="t" r="r" b="b"/>
              <a:pathLst>
                <a:path w="5858" h="2826" extrusionOk="0">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75"/>
            <p:cNvSpPr/>
            <p:nvPr/>
          </p:nvSpPr>
          <p:spPr>
            <a:xfrm>
              <a:off x="1459627" y="4036465"/>
              <a:ext cx="84216" cy="47005"/>
            </a:xfrm>
            <a:custGeom>
              <a:avLst/>
              <a:gdLst/>
              <a:ahLst/>
              <a:cxnLst/>
              <a:rect l="l" t="t" r="r" b="b"/>
              <a:pathLst>
                <a:path w="3207" h="1790" extrusionOk="0">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75"/>
            <p:cNvSpPr/>
            <p:nvPr/>
          </p:nvSpPr>
          <p:spPr>
            <a:xfrm>
              <a:off x="1314619" y="3913516"/>
              <a:ext cx="239019" cy="230195"/>
            </a:xfrm>
            <a:custGeom>
              <a:avLst/>
              <a:gdLst/>
              <a:ahLst/>
              <a:cxnLst/>
              <a:rect l="l" t="t" r="r" b="b"/>
              <a:pathLst>
                <a:path w="9102" h="8766" extrusionOk="0">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75"/>
            <p:cNvSpPr/>
            <p:nvPr/>
          </p:nvSpPr>
          <p:spPr>
            <a:xfrm>
              <a:off x="1450830" y="4059075"/>
              <a:ext cx="36948" cy="22400"/>
            </a:xfrm>
            <a:custGeom>
              <a:avLst/>
              <a:gdLst/>
              <a:ahLst/>
              <a:cxnLst/>
              <a:rect l="l" t="t" r="r" b="b"/>
              <a:pathLst>
                <a:path w="1407" h="853" extrusionOk="0">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4" name="Google Shape;10044;p75"/>
          <p:cNvGrpSpPr/>
          <p:nvPr/>
        </p:nvGrpSpPr>
        <p:grpSpPr>
          <a:xfrm>
            <a:off x="1751139" y="3790934"/>
            <a:ext cx="386258" cy="380507"/>
            <a:chOff x="1751139" y="3790934"/>
            <a:chExt cx="386258" cy="380507"/>
          </a:xfrm>
        </p:grpSpPr>
        <p:sp>
          <p:nvSpPr>
            <p:cNvPr id="10045" name="Google Shape;10045;p75"/>
            <p:cNvSpPr/>
            <p:nvPr/>
          </p:nvSpPr>
          <p:spPr>
            <a:xfrm>
              <a:off x="1751139" y="3913069"/>
              <a:ext cx="195059" cy="195296"/>
            </a:xfrm>
            <a:custGeom>
              <a:avLst/>
              <a:gdLst/>
              <a:ahLst/>
              <a:cxnLst/>
              <a:rect l="l" t="t" r="r" b="b"/>
              <a:pathLst>
                <a:path w="7428" h="7437" extrusionOk="0">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75"/>
            <p:cNvSpPr/>
            <p:nvPr/>
          </p:nvSpPr>
          <p:spPr>
            <a:xfrm>
              <a:off x="1837902" y="3913122"/>
              <a:ext cx="46979" cy="68591"/>
            </a:xfrm>
            <a:custGeom>
              <a:avLst/>
              <a:gdLst/>
              <a:ahLst/>
              <a:cxnLst/>
              <a:rect l="l" t="t" r="r" b="b"/>
              <a:pathLst>
                <a:path w="1789" h="2612" extrusionOk="0">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75"/>
            <p:cNvSpPr/>
            <p:nvPr/>
          </p:nvSpPr>
          <p:spPr>
            <a:xfrm>
              <a:off x="1752137" y="4011597"/>
              <a:ext cx="34217" cy="60319"/>
            </a:xfrm>
            <a:custGeom>
              <a:avLst/>
              <a:gdLst/>
              <a:ahLst/>
              <a:cxnLst/>
              <a:rect l="l" t="t" r="r" b="b"/>
              <a:pathLst>
                <a:path w="1303" h="2297" extrusionOk="0">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75"/>
            <p:cNvSpPr/>
            <p:nvPr/>
          </p:nvSpPr>
          <p:spPr>
            <a:xfrm>
              <a:off x="1813480" y="3981687"/>
              <a:ext cx="9821" cy="42751"/>
            </a:xfrm>
            <a:custGeom>
              <a:avLst/>
              <a:gdLst/>
              <a:ahLst/>
              <a:cxnLst/>
              <a:rect l="l" t="t" r="r" b="b"/>
              <a:pathLst>
                <a:path w="374" h="1628" extrusionOk="0">
                  <a:moveTo>
                    <a:pt x="0" y="0"/>
                  </a:moveTo>
                  <a:lnTo>
                    <a:pt x="0" y="1436"/>
                  </a:lnTo>
                  <a:lnTo>
                    <a:pt x="0" y="1541"/>
                  </a:lnTo>
                  <a:lnTo>
                    <a:pt x="0" y="1627"/>
                  </a:lnTo>
                  <a:lnTo>
                    <a:pt x="373" y="1627"/>
                  </a:lnTo>
                  <a:lnTo>
                    <a:pt x="37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75"/>
            <p:cNvSpPr/>
            <p:nvPr/>
          </p:nvSpPr>
          <p:spPr>
            <a:xfrm>
              <a:off x="1813480" y="4059075"/>
              <a:ext cx="9821" cy="48030"/>
            </a:xfrm>
            <a:custGeom>
              <a:avLst/>
              <a:gdLst/>
              <a:ahLst/>
              <a:cxnLst/>
              <a:rect l="l" t="t" r="r" b="b"/>
              <a:pathLst>
                <a:path w="374" h="1829" extrusionOk="0">
                  <a:moveTo>
                    <a:pt x="0" y="1"/>
                  </a:moveTo>
                  <a:lnTo>
                    <a:pt x="0" y="1197"/>
                  </a:lnTo>
                  <a:cubicBezTo>
                    <a:pt x="10" y="1599"/>
                    <a:pt x="192" y="1762"/>
                    <a:pt x="373" y="1829"/>
                  </a:cubicBezTo>
                  <a:lnTo>
                    <a:pt x="373"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75"/>
            <p:cNvSpPr/>
            <p:nvPr/>
          </p:nvSpPr>
          <p:spPr>
            <a:xfrm>
              <a:off x="1939870" y="3853748"/>
              <a:ext cx="197528" cy="191042"/>
            </a:xfrm>
            <a:custGeom>
              <a:avLst/>
              <a:gdLst/>
              <a:ahLst/>
              <a:cxnLst/>
              <a:rect l="l" t="t" r="r" b="b"/>
              <a:pathLst>
                <a:path w="7522" h="7275" extrusionOk="0">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75"/>
            <p:cNvSpPr/>
            <p:nvPr/>
          </p:nvSpPr>
          <p:spPr>
            <a:xfrm>
              <a:off x="1981098" y="3893217"/>
              <a:ext cx="29674" cy="49290"/>
            </a:xfrm>
            <a:custGeom>
              <a:avLst/>
              <a:gdLst/>
              <a:ahLst/>
              <a:cxnLst/>
              <a:rect l="l" t="t" r="r" b="b"/>
              <a:pathLst>
                <a:path w="1130" h="1877" extrusionOk="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75"/>
            <p:cNvSpPr/>
            <p:nvPr/>
          </p:nvSpPr>
          <p:spPr>
            <a:xfrm>
              <a:off x="1879052" y="3981687"/>
              <a:ext cx="188783" cy="189755"/>
            </a:xfrm>
            <a:custGeom>
              <a:avLst/>
              <a:gdLst/>
              <a:ahLst/>
              <a:cxnLst/>
              <a:rect l="l" t="t" r="r" b="b"/>
              <a:pathLst>
                <a:path w="7189" h="7226" extrusionOk="0">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75"/>
            <p:cNvSpPr/>
            <p:nvPr/>
          </p:nvSpPr>
          <p:spPr>
            <a:xfrm>
              <a:off x="1878815" y="4016875"/>
              <a:ext cx="33193" cy="56564"/>
            </a:xfrm>
            <a:custGeom>
              <a:avLst/>
              <a:gdLst/>
              <a:ahLst/>
              <a:cxnLst/>
              <a:rect l="l" t="t" r="r" b="b"/>
              <a:pathLst>
                <a:path w="1264" h="2154" extrusionOk="0">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75"/>
            <p:cNvSpPr/>
            <p:nvPr/>
          </p:nvSpPr>
          <p:spPr>
            <a:xfrm>
              <a:off x="1941130" y="3981687"/>
              <a:ext cx="8324" cy="48266"/>
            </a:xfrm>
            <a:custGeom>
              <a:avLst/>
              <a:gdLst/>
              <a:ahLst/>
              <a:cxnLst/>
              <a:rect l="l" t="t" r="r" b="b"/>
              <a:pathLst>
                <a:path w="317" h="1838" extrusionOk="0">
                  <a:moveTo>
                    <a:pt x="1" y="0"/>
                  </a:moveTo>
                  <a:lnTo>
                    <a:pt x="1" y="1838"/>
                  </a:lnTo>
                  <a:lnTo>
                    <a:pt x="317" y="1838"/>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75"/>
            <p:cNvSpPr/>
            <p:nvPr/>
          </p:nvSpPr>
          <p:spPr>
            <a:xfrm>
              <a:off x="1941130" y="4060598"/>
              <a:ext cx="8324" cy="47767"/>
            </a:xfrm>
            <a:custGeom>
              <a:avLst/>
              <a:gdLst/>
              <a:ahLst/>
              <a:cxnLst/>
              <a:rect l="l" t="t" r="r" b="b"/>
              <a:pathLst>
                <a:path w="317" h="1819" extrusionOk="0">
                  <a:moveTo>
                    <a:pt x="1" y="0"/>
                  </a:moveTo>
                  <a:lnTo>
                    <a:pt x="1" y="1819"/>
                  </a:lnTo>
                  <a:lnTo>
                    <a:pt x="317" y="1819"/>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75"/>
            <p:cNvSpPr/>
            <p:nvPr/>
          </p:nvSpPr>
          <p:spPr>
            <a:xfrm>
              <a:off x="1966261" y="4108339"/>
              <a:ext cx="44012" cy="62551"/>
            </a:xfrm>
            <a:custGeom>
              <a:avLst/>
              <a:gdLst/>
              <a:ahLst/>
              <a:cxnLst/>
              <a:rect l="l" t="t" r="r" b="b"/>
              <a:pathLst>
                <a:path w="1676" h="2382" extrusionOk="0">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75"/>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75"/>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75"/>
            <p:cNvSpPr/>
            <p:nvPr/>
          </p:nvSpPr>
          <p:spPr>
            <a:xfrm>
              <a:off x="1838349" y="3791249"/>
              <a:ext cx="44012" cy="62525"/>
            </a:xfrm>
            <a:custGeom>
              <a:avLst/>
              <a:gdLst/>
              <a:ahLst/>
              <a:cxnLst/>
              <a:rect l="l" t="t" r="r" b="b"/>
              <a:pathLst>
                <a:path w="1676" h="2381" extrusionOk="0">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75"/>
            <p:cNvSpPr/>
            <p:nvPr/>
          </p:nvSpPr>
          <p:spPr>
            <a:xfrm>
              <a:off x="1813480" y="3854772"/>
              <a:ext cx="9821" cy="126941"/>
            </a:xfrm>
            <a:custGeom>
              <a:avLst/>
              <a:gdLst/>
              <a:ahLst/>
              <a:cxnLst/>
              <a:rect l="l" t="t" r="r" b="b"/>
              <a:pathLst>
                <a:path w="374" h="4834" extrusionOk="0">
                  <a:moveTo>
                    <a:pt x="373" y="0"/>
                  </a:moveTo>
                  <a:cubicBezTo>
                    <a:pt x="201" y="67"/>
                    <a:pt x="29" y="211"/>
                    <a:pt x="0" y="546"/>
                  </a:cubicBezTo>
                  <a:lnTo>
                    <a:pt x="0" y="4833"/>
                  </a:lnTo>
                  <a:lnTo>
                    <a:pt x="373" y="4833"/>
                  </a:lnTo>
                  <a:lnTo>
                    <a:pt x="37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75"/>
            <p:cNvSpPr/>
            <p:nvPr/>
          </p:nvSpPr>
          <p:spPr>
            <a:xfrm>
              <a:off x="1940894" y="3853748"/>
              <a:ext cx="8823" cy="48791"/>
            </a:xfrm>
            <a:custGeom>
              <a:avLst/>
              <a:gdLst/>
              <a:ahLst/>
              <a:cxnLst/>
              <a:rect l="l" t="t" r="r" b="b"/>
              <a:pathLst>
                <a:path w="336" h="1858" extrusionOk="0">
                  <a:moveTo>
                    <a:pt x="0" y="1"/>
                  </a:moveTo>
                  <a:lnTo>
                    <a:pt x="0" y="1858"/>
                  </a:lnTo>
                  <a:lnTo>
                    <a:pt x="335" y="1858"/>
                  </a:lnTo>
                  <a:lnTo>
                    <a:pt x="335"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75"/>
            <p:cNvSpPr/>
            <p:nvPr/>
          </p:nvSpPr>
          <p:spPr>
            <a:xfrm>
              <a:off x="1940894" y="3933184"/>
              <a:ext cx="8823" cy="48528"/>
            </a:xfrm>
            <a:custGeom>
              <a:avLst/>
              <a:gdLst/>
              <a:ahLst/>
              <a:cxnLst/>
              <a:rect l="l" t="t" r="r" b="b"/>
              <a:pathLst>
                <a:path w="336" h="1848" extrusionOk="0">
                  <a:moveTo>
                    <a:pt x="0" y="0"/>
                  </a:moveTo>
                  <a:lnTo>
                    <a:pt x="0" y="1847"/>
                  </a:lnTo>
                  <a:lnTo>
                    <a:pt x="335" y="1847"/>
                  </a:lnTo>
                  <a:lnTo>
                    <a:pt x="33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3" name="Google Shape;10063;p75"/>
          <p:cNvGrpSpPr/>
          <p:nvPr/>
        </p:nvGrpSpPr>
        <p:grpSpPr>
          <a:xfrm>
            <a:off x="2189681" y="3821606"/>
            <a:ext cx="395607" cy="318928"/>
            <a:chOff x="2189681" y="3821606"/>
            <a:chExt cx="395607" cy="318928"/>
          </a:xfrm>
        </p:grpSpPr>
        <p:sp>
          <p:nvSpPr>
            <p:cNvPr id="10064" name="Google Shape;10064;p75"/>
            <p:cNvSpPr/>
            <p:nvPr/>
          </p:nvSpPr>
          <p:spPr>
            <a:xfrm>
              <a:off x="2189681" y="3846973"/>
              <a:ext cx="395607" cy="293561"/>
            </a:xfrm>
            <a:custGeom>
              <a:avLst/>
              <a:gdLst/>
              <a:ahLst/>
              <a:cxnLst/>
              <a:rect l="l" t="t" r="r" b="b"/>
              <a:pathLst>
                <a:path w="15065" h="11179" extrusionOk="0">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75"/>
            <p:cNvSpPr/>
            <p:nvPr/>
          </p:nvSpPr>
          <p:spPr>
            <a:xfrm>
              <a:off x="2189681" y="3846973"/>
              <a:ext cx="395607" cy="38235"/>
            </a:xfrm>
            <a:custGeom>
              <a:avLst/>
              <a:gdLst/>
              <a:ahLst/>
              <a:cxnLst/>
              <a:rect l="l" t="t" r="r" b="b"/>
              <a:pathLst>
                <a:path w="15065" h="1456" extrusionOk="0">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75"/>
            <p:cNvSpPr/>
            <p:nvPr/>
          </p:nvSpPr>
          <p:spPr>
            <a:xfrm>
              <a:off x="2215075" y="3847235"/>
              <a:ext cx="51286" cy="25393"/>
            </a:xfrm>
            <a:custGeom>
              <a:avLst/>
              <a:gdLst/>
              <a:ahLst/>
              <a:cxnLst/>
              <a:rect l="l" t="t" r="r" b="b"/>
              <a:pathLst>
                <a:path w="1953" h="967" extrusionOk="0">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75"/>
            <p:cNvSpPr/>
            <p:nvPr/>
          </p:nvSpPr>
          <p:spPr>
            <a:xfrm>
              <a:off x="2508609" y="3847235"/>
              <a:ext cx="51286" cy="25393"/>
            </a:xfrm>
            <a:custGeom>
              <a:avLst/>
              <a:gdLst/>
              <a:ahLst/>
              <a:cxnLst/>
              <a:rect l="l" t="t" r="r" b="b"/>
              <a:pathLst>
                <a:path w="1953" h="967" extrusionOk="0">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75"/>
            <p:cNvSpPr/>
            <p:nvPr/>
          </p:nvSpPr>
          <p:spPr>
            <a:xfrm>
              <a:off x="2228152"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75"/>
            <p:cNvSpPr/>
            <p:nvPr/>
          </p:nvSpPr>
          <p:spPr>
            <a:xfrm>
              <a:off x="2228152"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75"/>
            <p:cNvSpPr/>
            <p:nvPr/>
          </p:nvSpPr>
          <p:spPr>
            <a:xfrm>
              <a:off x="2521686"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75"/>
            <p:cNvSpPr/>
            <p:nvPr/>
          </p:nvSpPr>
          <p:spPr>
            <a:xfrm>
              <a:off x="2521686"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75"/>
            <p:cNvSpPr/>
            <p:nvPr/>
          </p:nvSpPr>
          <p:spPr>
            <a:xfrm>
              <a:off x="2189681" y="3885418"/>
              <a:ext cx="395607" cy="12605"/>
            </a:xfrm>
            <a:custGeom>
              <a:avLst/>
              <a:gdLst/>
              <a:ahLst/>
              <a:cxnLst/>
              <a:rect l="l" t="t" r="r" b="b"/>
              <a:pathLst>
                <a:path w="15065" h="480" extrusionOk="0">
                  <a:moveTo>
                    <a:pt x="1" y="1"/>
                  </a:moveTo>
                  <a:lnTo>
                    <a:pt x="1" y="479"/>
                  </a:lnTo>
                  <a:lnTo>
                    <a:pt x="15064" y="479"/>
                  </a:lnTo>
                  <a:lnTo>
                    <a:pt x="1506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75"/>
            <p:cNvSpPr/>
            <p:nvPr/>
          </p:nvSpPr>
          <p:spPr>
            <a:xfrm>
              <a:off x="2228152"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75"/>
            <p:cNvSpPr/>
            <p:nvPr/>
          </p:nvSpPr>
          <p:spPr>
            <a:xfrm>
              <a:off x="2228152"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75"/>
            <p:cNvSpPr/>
            <p:nvPr/>
          </p:nvSpPr>
          <p:spPr>
            <a:xfrm>
              <a:off x="2228152"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75"/>
            <p:cNvSpPr/>
            <p:nvPr/>
          </p:nvSpPr>
          <p:spPr>
            <a:xfrm>
              <a:off x="2317357" y="4025672"/>
              <a:ext cx="51049" cy="25656"/>
            </a:xfrm>
            <a:custGeom>
              <a:avLst/>
              <a:gdLst/>
              <a:ahLst/>
              <a:cxnLst/>
              <a:rect l="l" t="t" r="r" b="b"/>
              <a:pathLst>
                <a:path w="1944" h="977" extrusionOk="0">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75"/>
            <p:cNvSpPr/>
            <p:nvPr/>
          </p:nvSpPr>
          <p:spPr>
            <a:xfrm>
              <a:off x="2406825" y="4025672"/>
              <a:ext cx="50787" cy="25656"/>
            </a:xfrm>
            <a:custGeom>
              <a:avLst/>
              <a:gdLst/>
              <a:ahLst/>
              <a:cxnLst/>
              <a:rect l="l" t="t" r="r" b="b"/>
              <a:pathLst>
                <a:path w="1934" h="977" extrusionOk="0">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75"/>
            <p:cNvSpPr/>
            <p:nvPr/>
          </p:nvSpPr>
          <p:spPr>
            <a:xfrm>
              <a:off x="2317357" y="3974885"/>
              <a:ext cx="51049" cy="25420"/>
            </a:xfrm>
            <a:custGeom>
              <a:avLst/>
              <a:gdLst/>
              <a:ahLst/>
              <a:cxnLst/>
              <a:rect l="l" t="t" r="r" b="b"/>
              <a:pathLst>
                <a:path w="1944" h="968" extrusionOk="0">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75"/>
            <p:cNvSpPr/>
            <p:nvPr/>
          </p:nvSpPr>
          <p:spPr>
            <a:xfrm>
              <a:off x="2228152"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75"/>
            <p:cNvSpPr/>
            <p:nvPr/>
          </p:nvSpPr>
          <p:spPr>
            <a:xfrm>
              <a:off x="2317357" y="3923888"/>
              <a:ext cx="51049" cy="25157"/>
            </a:xfrm>
            <a:custGeom>
              <a:avLst/>
              <a:gdLst/>
              <a:ahLst/>
              <a:cxnLst/>
              <a:rect l="l" t="t" r="r" b="b"/>
              <a:pathLst>
                <a:path w="1944" h="958" extrusionOk="0">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75"/>
            <p:cNvSpPr/>
            <p:nvPr/>
          </p:nvSpPr>
          <p:spPr>
            <a:xfrm>
              <a:off x="2317357" y="4076932"/>
              <a:ext cx="51049" cy="25393"/>
            </a:xfrm>
            <a:custGeom>
              <a:avLst/>
              <a:gdLst/>
              <a:ahLst/>
              <a:cxnLst/>
              <a:rect l="l" t="t" r="r" b="b"/>
              <a:pathLst>
                <a:path w="1944" h="967" extrusionOk="0">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75"/>
            <p:cNvSpPr/>
            <p:nvPr/>
          </p:nvSpPr>
          <p:spPr>
            <a:xfrm>
              <a:off x="2496057"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75"/>
            <p:cNvSpPr/>
            <p:nvPr/>
          </p:nvSpPr>
          <p:spPr>
            <a:xfrm>
              <a:off x="2496057"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75"/>
            <p:cNvSpPr/>
            <p:nvPr/>
          </p:nvSpPr>
          <p:spPr>
            <a:xfrm>
              <a:off x="2496057"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75"/>
            <p:cNvSpPr/>
            <p:nvPr/>
          </p:nvSpPr>
          <p:spPr>
            <a:xfrm>
              <a:off x="2406825" y="3974885"/>
              <a:ext cx="50787" cy="25420"/>
            </a:xfrm>
            <a:custGeom>
              <a:avLst/>
              <a:gdLst/>
              <a:ahLst/>
              <a:cxnLst/>
              <a:rect l="l" t="t" r="r" b="b"/>
              <a:pathLst>
                <a:path w="1934" h="968" extrusionOk="0">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75"/>
            <p:cNvSpPr/>
            <p:nvPr/>
          </p:nvSpPr>
          <p:spPr>
            <a:xfrm>
              <a:off x="2406825" y="3923888"/>
              <a:ext cx="50787" cy="25157"/>
            </a:xfrm>
            <a:custGeom>
              <a:avLst/>
              <a:gdLst/>
              <a:ahLst/>
              <a:cxnLst/>
              <a:rect l="l" t="t" r="r" b="b"/>
              <a:pathLst>
                <a:path w="1934" h="958" extrusionOk="0">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75"/>
            <p:cNvSpPr/>
            <p:nvPr/>
          </p:nvSpPr>
          <p:spPr>
            <a:xfrm>
              <a:off x="2496057"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75"/>
            <p:cNvSpPr/>
            <p:nvPr/>
          </p:nvSpPr>
          <p:spPr>
            <a:xfrm>
              <a:off x="2406825" y="4076932"/>
              <a:ext cx="50787" cy="25393"/>
            </a:xfrm>
            <a:custGeom>
              <a:avLst/>
              <a:gdLst/>
              <a:ahLst/>
              <a:cxnLst/>
              <a:rect l="l" t="t" r="r" b="b"/>
              <a:pathLst>
                <a:path w="1934" h="967" extrusionOk="0">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75"/>
            <p:cNvSpPr/>
            <p:nvPr/>
          </p:nvSpPr>
          <p:spPr>
            <a:xfrm>
              <a:off x="2493168" y="3968137"/>
              <a:ext cx="56538" cy="38445"/>
            </a:xfrm>
            <a:custGeom>
              <a:avLst/>
              <a:gdLst/>
              <a:ahLst/>
              <a:cxnLst/>
              <a:rect l="l" t="t" r="r" b="b"/>
              <a:pathLst>
                <a:path w="2153" h="1464" extrusionOk="0">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75"/>
            <p:cNvSpPr/>
            <p:nvPr/>
          </p:nvSpPr>
          <p:spPr>
            <a:xfrm>
              <a:off x="2314495" y="3968137"/>
              <a:ext cx="56590" cy="38445"/>
            </a:xfrm>
            <a:custGeom>
              <a:avLst/>
              <a:gdLst/>
              <a:ahLst/>
              <a:cxnLst/>
              <a:rect l="l" t="t" r="r" b="b"/>
              <a:pathLst>
                <a:path w="2155" h="1464" extrusionOk="0">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75"/>
            <p:cNvSpPr/>
            <p:nvPr/>
          </p:nvSpPr>
          <p:spPr>
            <a:xfrm>
              <a:off x="2403963" y="4019160"/>
              <a:ext cx="56538" cy="38445"/>
            </a:xfrm>
            <a:custGeom>
              <a:avLst/>
              <a:gdLst/>
              <a:ahLst/>
              <a:cxnLst/>
              <a:rect l="l" t="t" r="r" b="b"/>
              <a:pathLst>
                <a:path w="2153" h="1464" extrusionOk="0">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75"/>
            <p:cNvSpPr/>
            <p:nvPr/>
          </p:nvSpPr>
          <p:spPr>
            <a:xfrm>
              <a:off x="2225263" y="4070157"/>
              <a:ext cx="56538" cy="38471"/>
            </a:xfrm>
            <a:custGeom>
              <a:avLst/>
              <a:gdLst/>
              <a:ahLst/>
              <a:cxnLst/>
              <a:rect l="l" t="t" r="r" b="b"/>
              <a:pathLst>
                <a:path w="2153" h="1465" extrusionOk="0">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75"/>
            <p:cNvSpPr/>
            <p:nvPr/>
          </p:nvSpPr>
          <p:spPr>
            <a:xfrm>
              <a:off x="2403963" y="3917113"/>
              <a:ext cx="56538" cy="38445"/>
            </a:xfrm>
            <a:custGeom>
              <a:avLst/>
              <a:gdLst/>
              <a:ahLst/>
              <a:cxnLst/>
              <a:rect l="l" t="t" r="r" b="b"/>
              <a:pathLst>
                <a:path w="2153" h="1464" extrusionOk="0">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94" name="Google Shape;10094;p75"/>
          <p:cNvSpPr/>
          <p:nvPr/>
        </p:nvSpPr>
        <p:spPr>
          <a:xfrm>
            <a:off x="1288464" y="2040049"/>
            <a:ext cx="62341" cy="140885"/>
          </a:xfrm>
          <a:custGeom>
            <a:avLst/>
            <a:gdLst/>
            <a:ahLst/>
            <a:cxnLst/>
            <a:rect l="l" t="t" r="r" b="b"/>
            <a:pathLst>
              <a:path w="2374" h="5365" extrusionOk="0">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95" name="Google Shape;10095;p75"/>
          <p:cNvGrpSpPr/>
          <p:nvPr/>
        </p:nvGrpSpPr>
        <p:grpSpPr>
          <a:xfrm>
            <a:off x="1277409" y="1961347"/>
            <a:ext cx="420475" cy="383055"/>
            <a:chOff x="1277409" y="1961347"/>
            <a:chExt cx="420475" cy="383055"/>
          </a:xfrm>
        </p:grpSpPr>
        <p:sp>
          <p:nvSpPr>
            <p:cNvPr id="10096" name="Google Shape;10096;p75"/>
            <p:cNvSpPr/>
            <p:nvPr/>
          </p:nvSpPr>
          <p:spPr>
            <a:xfrm>
              <a:off x="1293244" y="2187288"/>
              <a:ext cx="108848" cy="47531"/>
            </a:xfrm>
            <a:custGeom>
              <a:avLst/>
              <a:gdLst/>
              <a:ahLst/>
              <a:cxnLst/>
              <a:rect l="l" t="t" r="r" b="b"/>
              <a:pathLst>
                <a:path w="4145" h="1810" extrusionOk="0">
                  <a:moveTo>
                    <a:pt x="1" y="1"/>
                  </a:moveTo>
                  <a:cubicBezTo>
                    <a:pt x="144" y="1034"/>
                    <a:pt x="1025" y="1809"/>
                    <a:pt x="2077" y="1809"/>
                  </a:cubicBezTo>
                  <a:cubicBezTo>
                    <a:pt x="3120" y="1809"/>
                    <a:pt x="4011" y="1034"/>
                    <a:pt x="414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75"/>
            <p:cNvSpPr/>
            <p:nvPr/>
          </p:nvSpPr>
          <p:spPr>
            <a:xfrm>
              <a:off x="1349650" y="2040049"/>
              <a:ext cx="63129" cy="140832"/>
            </a:xfrm>
            <a:custGeom>
              <a:avLst/>
              <a:gdLst/>
              <a:ahLst/>
              <a:cxnLst/>
              <a:rect l="l" t="t" r="r" b="b"/>
              <a:pathLst>
                <a:path w="2404" h="5363" extrusionOk="0">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75"/>
            <p:cNvSpPr/>
            <p:nvPr/>
          </p:nvSpPr>
          <p:spPr>
            <a:xfrm>
              <a:off x="1562907" y="2041493"/>
              <a:ext cx="62499" cy="139441"/>
            </a:xfrm>
            <a:custGeom>
              <a:avLst/>
              <a:gdLst/>
              <a:ahLst/>
              <a:cxnLst/>
              <a:rect l="l" t="t" r="r" b="b"/>
              <a:pathLst>
                <a:path w="2380" h="5310" extrusionOk="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75"/>
            <p:cNvSpPr/>
            <p:nvPr/>
          </p:nvSpPr>
          <p:spPr>
            <a:xfrm>
              <a:off x="1624330" y="2041493"/>
              <a:ext cx="62919" cy="139309"/>
            </a:xfrm>
            <a:custGeom>
              <a:avLst/>
              <a:gdLst/>
              <a:ahLst/>
              <a:cxnLst/>
              <a:rect l="l" t="t" r="r" b="b"/>
              <a:pathLst>
                <a:path w="2396" h="5305" extrusionOk="0">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75"/>
            <p:cNvSpPr/>
            <p:nvPr/>
          </p:nvSpPr>
          <p:spPr>
            <a:xfrm>
              <a:off x="1351725" y="2013106"/>
              <a:ext cx="129357" cy="40257"/>
            </a:xfrm>
            <a:custGeom>
              <a:avLst/>
              <a:gdLst/>
              <a:ahLst/>
              <a:cxnLst/>
              <a:rect l="l" t="t" r="r" b="b"/>
              <a:pathLst>
                <a:path w="4926" h="1533" extrusionOk="0">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75"/>
            <p:cNvSpPr/>
            <p:nvPr/>
          </p:nvSpPr>
          <p:spPr>
            <a:xfrm>
              <a:off x="1491191" y="2012344"/>
              <a:ext cx="133900" cy="41281"/>
            </a:xfrm>
            <a:custGeom>
              <a:avLst/>
              <a:gdLst/>
              <a:ahLst/>
              <a:cxnLst/>
              <a:rect l="l" t="t" r="r" b="b"/>
              <a:pathLst>
                <a:path w="5099" h="1572" extrusionOk="0">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75"/>
            <p:cNvSpPr/>
            <p:nvPr/>
          </p:nvSpPr>
          <p:spPr>
            <a:xfrm>
              <a:off x="1474700" y="1961347"/>
              <a:ext cx="25157" cy="32195"/>
            </a:xfrm>
            <a:custGeom>
              <a:avLst/>
              <a:gdLst/>
              <a:ahLst/>
              <a:cxnLst/>
              <a:rect l="l" t="t" r="r" b="b"/>
              <a:pathLst>
                <a:path w="958" h="1226" extrusionOk="0">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75"/>
            <p:cNvSpPr/>
            <p:nvPr/>
          </p:nvSpPr>
          <p:spPr>
            <a:xfrm>
              <a:off x="1474700" y="2036503"/>
              <a:ext cx="24894" cy="259633"/>
            </a:xfrm>
            <a:custGeom>
              <a:avLst/>
              <a:gdLst/>
              <a:ahLst/>
              <a:cxnLst/>
              <a:rect l="l" t="t" r="r" b="b"/>
              <a:pathLst>
                <a:path w="948" h="9887" extrusionOk="0">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75"/>
            <p:cNvSpPr/>
            <p:nvPr/>
          </p:nvSpPr>
          <p:spPr>
            <a:xfrm>
              <a:off x="1474700" y="1961347"/>
              <a:ext cx="20877" cy="32195"/>
            </a:xfrm>
            <a:custGeom>
              <a:avLst/>
              <a:gdLst/>
              <a:ahLst/>
              <a:cxnLst/>
              <a:rect l="l" t="t" r="r" b="b"/>
              <a:pathLst>
                <a:path w="795" h="1226" extrusionOk="0">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75"/>
            <p:cNvSpPr/>
            <p:nvPr/>
          </p:nvSpPr>
          <p:spPr>
            <a:xfrm>
              <a:off x="1474700" y="2036503"/>
              <a:ext cx="16596" cy="259633"/>
            </a:xfrm>
            <a:custGeom>
              <a:avLst/>
              <a:gdLst/>
              <a:ahLst/>
              <a:cxnLst/>
              <a:rect l="l" t="t" r="r" b="b"/>
              <a:pathLst>
                <a:path w="632" h="9887" extrusionOk="0">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75"/>
            <p:cNvSpPr/>
            <p:nvPr/>
          </p:nvSpPr>
          <p:spPr>
            <a:xfrm>
              <a:off x="1551852" y="2161921"/>
              <a:ext cx="145796" cy="25393"/>
            </a:xfrm>
            <a:custGeom>
              <a:avLst/>
              <a:gdLst/>
              <a:ahLst/>
              <a:cxnLst/>
              <a:rect l="l" t="t" r="r" b="b"/>
              <a:pathLst>
                <a:path w="5552" h="967" extrusionOk="0">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75"/>
            <p:cNvSpPr/>
            <p:nvPr/>
          </p:nvSpPr>
          <p:spPr>
            <a:xfrm>
              <a:off x="1551852" y="2166175"/>
              <a:ext cx="146032" cy="21139"/>
            </a:xfrm>
            <a:custGeom>
              <a:avLst/>
              <a:gdLst/>
              <a:ahLst/>
              <a:cxnLst/>
              <a:rect l="l" t="t" r="r" b="b"/>
              <a:pathLst>
                <a:path w="5561" h="805" extrusionOk="0">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75"/>
            <p:cNvSpPr/>
            <p:nvPr/>
          </p:nvSpPr>
          <p:spPr>
            <a:xfrm>
              <a:off x="1572965" y="2187288"/>
              <a:ext cx="108848" cy="47531"/>
            </a:xfrm>
            <a:custGeom>
              <a:avLst/>
              <a:gdLst/>
              <a:ahLst/>
              <a:cxnLst/>
              <a:rect l="l" t="t" r="r" b="b"/>
              <a:pathLst>
                <a:path w="4145" h="1810" extrusionOk="0">
                  <a:moveTo>
                    <a:pt x="0" y="1"/>
                  </a:moveTo>
                  <a:cubicBezTo>
                    <a:pt x="144" y="1034"/>
                    <a:pt x="1024" y="1809"/>
                    <a:pt x="2077" y="1809"/>
                  </a:cubicBezTo>
                  <a:cubicBezTo>
                    <a:pt x="3120" y="1809"/>
                    <a:pt x="4010" y="1034"/>
                    <a:pt x="4144"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75"/>
            <p:cNvSpPr/>
            <p:nvPr/>
          </p:nvSpPr>
          <p:spPr>
            <a:xfrm>
              <a:off x="1293244" y="2187288"/>
              <a:ext cx="67121" cy="47531"/>
            </a:xfrm>
            <a:custGeom>
              <a:avLst/>
              <a:gdLst/>
              <a:ahLst/>
              <a:cxnLst/>
              <a:rect l="l" t="t" r="r" b="b"/>
              <a:pathLst>
                <a:path w="2556" h="1810" extrusionOk="0">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75"/>
            <p:cNvSpPr/>
            <p:nvPr/>
          </p:nvSpPr>
          <p:spPr>
            <a:xfrm>
              <a:off x="1572965" y="2187288"/>
              <a:ext cx="67121" cy="47531"/>
            </a:xfrm>
            <a:custGeom>
              <a:avLst/>
              <a:gdLst/>
              <a:ahLst/>
              <a:cxnLst/>
              <a:rect l="l" t="t" r="r" b="b"/>
              <a:pathLst>
                <a:path w="2556" h="1810" extrusionOk="0">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75"/>
            <p:cNvSpPr/>
            <p:nvPr/>
          </p:nvSpPr>
          <p:spPr>
            <a:xfrm>
              <a:off x="1333211" y="2029466"/>
              <a:ext cx="34191" cy="33954"/>
            </a:xfrm>
            <a:custGeom>
              <a:avLst/>
              <a:gdLst/>
              <a:ahLst/>
              <a:cxnLst/>
              <a:rect l="l" t="t" r="r" b="b"/>
              <a:pathLst>
                <a:path w="1302" h="1293" extrusionOk="0">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75"/>
            <p:cNvSpPr/>
            <p:nvPr/>
          </p:nvSpPr>
          <p:spPr>
            <a:xfrm>
              <a:off x="1607891" y="2029466"/>
              <a:ext cx="33954" cy="33954"/>
            </a:xfrm>
            <a:custGeom>
              <a:avLst/>
              <a:gdLst/>
              <a:ahLst/>
              <a:cxnLst/>
              <a:rect l="l" t="t" r="r" b="b"/>
              <a:pathLst>
                <a:path w="1293" h="1293" extrusionOk="0">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75"/>
            <p:cNvSpPr/>
            <p:nvPr/>
          </p:nvSpPr>
          <p:spPr>
            <a:xfrm>
              <a:off x="1428456" y="2293589"/>
              <a:ext cx="117382" cy="27941"/>
            </a:xfrm>
            <a:custGeom>
              <a:avLst/>
              <a:gdLst/>
              <a:ahLst/>
              <a:cxnLst/>
              <a:rect l="l" t="t" r="r" b="b"/>
              <a:pathLst>
                <a:path w="4470" h="1064" extrusionOk="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75"/>
            <p:cNvSpPr/>
            <p:nvPr/>
          </p:nvSpPr>
          <p:spPr>
            <a:xfrm>
              <a:off x="1428456" y="2302150"/>
              <a:ext cx="117382" cy="19380"/>
            </a:xfrm>
            <a:custGeom>
              <a:avLst/>
              <a:gdLst/>
              <a:ahLst/>
              <a:cxnLst/>
              <a:rect l="l" t="t" r="r" b="b"/>
              <a:pathLst>
                <a:path w="4470" h="738" extrusionOk="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75"/>
            <p:cNvSpPr/>
            <p:nvPr/>
          </p:nvSpPr>
          <p:spPr>
            <a:xfrm>
              <a:off x="1414381" y="2318982"/>
              <a:ext cx="146032" cy="25420"/>
            </a:xfrm>
            <a:custGeom>
              <a:avLst/>
              <a:gdLst/>
              <a:ahLst/>
              <a:cxnLst/>
              <a:rect l="l" t="t" r="r" b="b"/>
              <a:pathLst>
                <a:path w="5561" h="968" extrusionOk="0">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75"/>
            <p:cNvSpPr/>
            <p:nvPr/>
          </p:nvSpPr>
          <p:spPr>
            <a:xfrm>
              <a:off x="1414381" y="2323263"/>
              <a:ext cx="146032" cy="21139"/>
            </a:xfrm>
            <a:custGeom>
              <a:avLst/>
              <a:gdLst/>
              <a:ahLst/>
              <a:cxnLst/>
              <a:rect l="l" t="t" r="r" b="b"/>
              <a:pathLst>
                <a:path w="5561" h="805" extrusionOk="0">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75"/>
            <p:cNvSpPr/>
            <p:nvPr/>
          </p:nvSpPr>
          <p:spPr>
            <a:xfrm>
              <a:off x="1462384" y="1990260"/>
              <a:ext cx="49526" cy="49526"/>
            </a:xfrm>
            <a:custGeom>
              <a:avLst/>
              <a:gdLst/>
              <a:ahLst/>
              <a:cxnLst/>
              <a:rect l="l" t="t" r="r" b="b"/>
              <a:pathLst>
                <a:path w="1886" h="1886" extrusionOk="0">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75"/>
            <p:cNvSpPr/>
            <p:nvPr/>
          </p:nvSpPr>
          <p:spPr>
            <a:xfrm>
              <a:off x="1333211" y="2029571"/>
              <a:ext cx="29674" cy="33980"/>
            </a:xfrm>
            <a:custGeom>
              <a:avLst/>
              <a:gdLst/>
              <a:ahLst/>
              <a:cxnLst/>
              <a:rect l="l" t="t" r="r" b="b"/>
              <a:pathLst>
                <a:path w="1130" h="1294" extrusionOk="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75"/>
            <p:cNvSpPr/>
            <p:nvPr/>
          </p:nvSpPr>
          <p:spPr>
            <a:xfrm>
              <a:off x="1607891" y="2029571"/>
              <a:ext cx="29674" cy="33980"/>
            </a:xfrm>
            <a:custGeom>
              <a:avLst/>
              <a:gdLst/>
              <a:ahLst/>
              <a:cxnLst/>
              <a:rect l="l" t="t" r="r" b="b"/>
              <a:pathLst>
                <a:path w="1130" h="1294" extrusionOk="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75"/>
            <p:cNvSpPr/>
            <p:nvPr/>
          </p:nvSpPr>
          <p:spPr>
            <a:xfrm>
              <a:off x="1462384" y="1990286"/>
              <a:ext cx="37473" cy="49763"/>
            </a:xfrm>
            <a:custGeom>
              <a:avLst/>
              <a:gdLst/>
              <a:ahLst/>
              <a:cxnLst/>
              <a:rect l="l" t="t" r="r" b="b"/>
              <a:pathLst>
                <a:path w="1427" h="1895" extrusionOk="0">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75"/>
            <p:cNvSpPr/>
            <p:nvPr/>
          </p:nvSpPr>
          <p:spPr>
            <a:xfrm>
              <a:off x="1277409" y="2161921"/>
              <a:ext cx="145796" cy="25393"/>
            </a:xfrm>
            <a:custGeom>
              <a:avLst/>
              <a:gdLst/>
              <a:ahLst/>
              <a:cxnLst/>
              <a:rect l="l" t="t" r="r" b="b"/>
              <a:pathLst>
                <a:path w="5552" h="967" extrusionOk="0">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75"/>
            <p:cNvSpPr/>
            <p:nvPr/>
          </p:nvSpPr>
          <p:spPr>
            <a:xfrm>
              <a:off x="1277409" y="2166175"/>
              <a:ext cx="145796" cy="21139"/>
            </a:xfrm>
            <a:custGeom>
              <a:avLst/>
              <a:gdLst/>
              <a:ahLst/>
              <a:cxnLst/>
              <a:rect l="l" t="t" r="r" b="b"/>
              <a:pathLst>
                <a:path w="5552" h="805" extrusionOk="0">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3" name="Google Shape;10123;p75"/>
          <p:cNvGrpSpPr/>
          <p:nvPr/>
        </p:nvGrpSpPr>
        <p:grpSpPr>
          <a:xfrm>
            <a:off x="2215075" y="2432819"/>
            <a:ext cx="380008" cy="351648"/>
            <a:chOff x="2215075" y="2432819"/>
            <a:chExt cx="380008" cy="351648"/>
          </a:xfrm>
        </p:grpSpPr>
        <p:sp>
          <p:nvSpPr>
            <p:cNvPr id="10124" name="Google Shape;10124;p75"/>
            <p:cNvSpPr/>
            <p:nvPr/>
          </p:nvSpPr>
          <p:spPr>
            <a:xfrm>
              <a:off x="2339311" y="2615536"/>
              <a:ext cx="124499" cy="104725"/>
            </a:xfrm>
            <a:custGeom>
              <a:avLst/>
              <a:gdLst/>
              <a:ahLst/>
              <a:cxnLst/>
              <a:rect l="l" t="t" r="r" b="b"/>
              <a:pathLst>
                <a:path w="4741" h="3988" extrusionOk="0">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75"/>
            <p:cNvSpPr/>
            <p:nvPr/>
          </p:nvSpPr>
          <p:spPr>
            <a:xfrm>
              <a:off x="2472659" y="2719841"/>
              <a:ext cx="122424" cy="64626"/>
            </a:xfrm>
            <a:custGeom>
              <a:avLst/>
              <a:gdLst/>
              <a:ahLst/>
              <a:cxnLst/>
              <a:rect l="l" t="t" r="r" b="b"/>
              <a:pathLst>
                <a:path w="4662" h="2461" extrusionOk="0">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75"/>
            <p:cNvSpPr/>
            <p:nvPr/>
          </p:nvSpPr>
          <p:spPr>
            <a:xfrm>
              <a:off x="2471162" y="2720078"/>
              <a:ext cx="50052" cy="64390"/>
            </a:xfrm>
            <a:custGeom>
              <a:avLst/>
              <a:gdLst/>
              <a:ahLst/>
              <a:cxnLst/>
              <a:rect l="l" t="t" r="r" b="b"/>
              <a:pathLst>
                <a:path w="1906" h="2452" extrusionOk="0">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75"/>
            <p:cNvSpPr/>
            <p:nvPr/>
          </p:nvSpPr>
          <p:spPr>
            <a:xfrm>
              <a:off x="2494035" y="2618294"/>
              <a:ext cx="77178" cy="54805"/>
            </a:xfrm>
            <a:custGeom>
              <a:avLst/>
              <a:gdLst/>
              <a:ahLst/>
              <a:cxnLst/>
              <a:rect l="l" t="t" r="r" b="b"/>
              <a:pathLst>
                <a:path w="2939" h="2087" extrusionOk="0">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75"/>
            <p:cNvSpPr/>
            <p:nvPr/>
          </p:nvSpPr>
          <p:spPr>
            <a:xfrm>
              <a:off x="2494035" y="2618294"/>
              <a:ext cx="41990" cy="54805"/>
            </a:xfrm>
            <a:custGeom>
              <a:avLst/>
              <a:gdLst/>
              <a:ahLst/>
              <a:cxnLst/>
              <a:rect l="l" t="t" r="r" b="b"/>
              <a:pathLst>
                <a:path w="1599" h="2087" extrusionOk="0">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75"/>
            <p:cNvSpPr/>
            <p:nvPr/>
          </p:nvSpPr>
          <p:spPr>
            <a:xfrm>
              <a:off x="2560893" y="2667321"/>
              <a:ext cx="16859" cy="22794"/>
            </a:xfrm>
            <a:custGeom>
              <a:avLst/>
              <a:gdLst/>
              <a:ahLst/>
              <a:cxnLst/>
              <a:rect l="l" t="t" r="r" b="b"/>
              <a:pathLst>
                <a:path w="642" h="868" extrusionOk="0">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75"/>
            <p:cNvSpPr/>
            <p:nvPr/>
          </p:nvSpPr>
          <p:spPr>
            <a:xfrm>
              <a:off x="2487758" y="2667295"/>
              <a:ext cx="17095" cy="22899"/>
            </a:xfrm>
            <a:custGeom>
              <a:avLst/>
              <a:gdLst/>
              <a:ahLst/>
              <a:cxnLst/>
              <a:rect l="l" t="t" r="r" b="b"/>
              <a:pathLst>
                <a:path w="651" h="872" extrusionOk="0">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75"/>
            <p:cNvSpPr/>
            <p:nvPr/>
          </p:nvSpPr>
          <p:spPr>
            <a:xfrm>
              <a:off x="2518666" y="2707184"/>
              <a:ext cx="28413" cy="32536"/>
            </a:xfrm>
            <a:custGeom>
              <a:avLst/>
              <a:gdLst/>
              <a:ahLst/>
              <a:cxnLst/>
              <a:rect l="l" t="t" r="r" b="b"/>
              <a:pathLst>
                <a:path w="1082" h="1239" extrusionOk="0">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75"/>
            <p:cNvSpPr/>
            <p:nvPr/>
          </p:nvSpPr>
          <p:spPr>
            <a:xfrm>
              <a:off x="2518404"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75"/>
            <p:cNvSpPr/>
            <p:nvPr/>
          </p:nvSpPr>
          <p:spPr>
            <a:xfrm>
              <a:off x="2502333" y="2650357"/>
              <a:ext cx="60844" cy="65230"/>
            </a:xfrm>
            <a:custGeom>
              <a:avLst/>
              <a:gdLst/>
              <a:ahLst/>
              <a:cxnLst/>
              <a:rect l="l" t="t" r="r" b="b"/>
              <a:pathLst>
                <a:path w="2317" h="2484" extrusionOk="0">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75"/>
            <p:cNvSpPr/>
            <p:nvPr/>
          </p:nvSpPr>
          <p:spPr>
            <a:xfrm>
              <a:off x="2502569" y="2650331"/>
              <a:ext cx="44012" cy="65256"/>
            </a:xfrm>
            <a:custGeom>
              <a:avLst/>
              <a:gdLst/>
              <a:ahLst/>
              <a:cxnLst/>
              <a:rect l="l" t="t" r="r" b="b"/>
              <a:pathLst>
                <a:path w="1676" h="2485" extrusionOk="0">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75"/>
            <p:cNvSpPr/>
            <p:nvPr/>
          </p:nvSpPr>
          <p:spPr>
            <a:xfrm>
              <a:off x="2345009" y="2534367"/>
              <a:ext cx="122162" cy="64363"/>
            </a:xfrm>
            <a:custGeom>
              <a:avLst/>
              <a:gdLst/>
              <a:ahLst/>
              <a:cxnLst/>
              <a:rect l="l" t="t" r="r" b="b"/>
              <a:pathLst>
                <a:path w="4652" h="2451" extrusionOk="0">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75"/>
            <p:cNvSpPr/>
            <p:nvPr/>
          </p:nvSpPr>
          <p:spPr>
            <a:xfrm>
              <a:off x="2343486" y="2534367"/>
              <a:ext cx="49789" cy="64416"/>
            </a:xfrm>
            <a:custGeom>
              <a:avLst/>
              <a:gdLst/>
              <a:ahLst/>
              <a:cxnLst/>
              <a:rect l="l" t="t" r="r" b="b"/>
              <a:pathLst>
                <a:path w="1896" h="2453" extrusionOk="0">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75"/>
            <p:cNvSpPr/>
            <p:nvPr/>
          </p:nvSpPr>
          <p:spPr>
            <a:xfrm>
              <a:off x="2366122" y="2432819"/>
              <a:ext cx="77414" cy="54831"/>
            </a:xfrm>
            <a:custGeom>
              <a:avLst/>
              <a:gdLst/>
              <a:ahLst/>
              <a:cxnLst/>
              <a:rect l="l" t="t" r="r" b="b"/>
              <a:pathLst>
                <a:path w="2948" h="2088" extrusionOk="0">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75"/>
            <p:cNvSpPr/>
            <p:nvPr/>
          </p:nvSpPr>
          <p:spPr>
            <a:xfrm>
              <a:off x="2366358" y="2433082"/>
              <a:ext cx="41990" cy="54568"/>
            </a:xfrm>
            <a:custGeom>
              <a:avLst/>
              <a:gdLst/>
              <a:ahLst/>
              <a:cxnLst/>
              <a:rect l="l" t="t" r="r" b="b"/>
              <a:pathLst>
                <a:path w="1599" h="2078" extrusionOk="0">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75"/>
            <p:cNvSpPr/>
            <p:nvPr/>
          </p:nvSpPr>
          <p:spPr>
            <a:xfrm>
              <a:off x="2433216" y="2481847"/>
              <a:ext cx="16859" cy="22610"/>
            </a:xfrm>
            <a:custGeom>
              <a:avLst/>
              <a:gdLst/>
              <a:ahLst/>
              <a:cxnLst/>
              <a:rect l="l" t="t" r="r" b="b"/>
              <a:pathLst>
                <a:path w="642" h="861" extrusionOk="0">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75"/>
            <p:cNvSpPr/>
            <p:nvPr/>
          </p:nvSpPr>
          <p:spPr>
            <a:xfrm>
              <a:off x="2360082" y="2481821"/>
              <a:ext cx="16859" cy="22636"/>
            </a:xfrm>
            <a:custGeom>
              <a:avLst/>
              <a:gdLst/>
              <a:ahLst/>
              <a:cxnLst/>
              <a:rect l="l" t="t" r="r" b="b"/>
              <a:pathLst>
                <a:path w="642" h="862" extrusionOk="0">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75"/>
            <p:cNvSpPr/>
            <p:nvPr/>
          </p:nvSpPr>
          <p:spPr>
            <a:xfrm>
              <a:off x="2390754" y="2521657"/>
              <a:ext cx="28413" cy="32326"/>
            </a:xfrm>
            <a:custGeom>
              <a:avLst/>
              <a:gdLst/>
              <a:ahLst/>
              <a:cxnLst/>
              <a:rect l="l" t="t" r="r" b="b"/>
              <a:pathLst>
                <a:path w="1082" h="1231" extrusionOk="0">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75"/>
            <p:cNvSpPr/>
            <p:nvPr/>
          </p:nvSpPr>
          <p:spPr>
            <a:xfrm>
              <a:off x="2390754" y="2521972"/>
              <a:ext cx="17358" cy="32274"/>
            </a:xfrm>
            <a:custGeom>
              <a:avLst/>
              <a:gdLst/>
              <a:ahLst/>
              <a:cxnLst/>
              <a:rect l="l" t="t" r="r" b="b"/>
              <a:pathLst>
                <a:path w="661" h="1229" extrusionOk="0">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75"/>
            <p:cNvSpPr/>
            <p:nvPr/>
          </p:nvSpPr>
          <p:spPr>
            <a:xfrm>
              <a:off x="2374657" y="2464804"/>
              <a:ext cx="60844" cy="65309"/>
            </a:xfrm>
            <a:custGeom>
              <a:avLst/>
              <a:gdLst/>
              <a:ahLst/>
              <a:cxnLst/>
              <a:rect l="l" t="t" r="r" b="b"/>
              <a:pathLst>
                <a:path w="2317" h="2487" extrusionOk="0">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4" name="Google Shape;10144;p75"/>
            <p:cNvSpPr/>
            <p:nvPr/>
          </p:nvSpPr>
          <p:spPr>
            <a:xfrm>
              <a:off x="2374657" y="2464620"/>
              <a:ext cx="44248" cy="65230"/>
            </a:xfrm>
            <a:custGeom>
              <a:avLst/>
              <a:gdLst/>
              <a:ahLst/>
              <a:cxnLst/>
              <a:rect l="l" t="t" r="r" b="b"/>
              <a:pathLst>
                <a:path w="1685" h="2484" extrusionOk="0">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75"/>
            <p:cNvSpPr/>
            <p:nvPr/>
          </p:nvSpPr>
          <p:spPr>
            <a:xfrm>
              <a:off x="2216072" y="2719579"/>
              <a:ext cx="122424" cy="64888"/>
            </a:xfrm>
            <a:custGeom>
              <a:avLst/>
              <a:gdLst/>
              <a:ahLst/>
              <a:cxnLst/>
              <a:rect l="l" t="t" r="r" b="b"/>
              <a:pathLst>
                <a:path w="4662" h="2471" extrusionOk="0">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75"/>
            <p:cNvSpPr/>
            <p:nvPr/>
          </p:nvSpPr>
          <p:spPr>
            <a:xfrm>
              <a:off x="2215075" y="2720078"/>
              <a:ext cx="50025" cy="64390"/>
            </a:xfrm>
            <a:custGeom>
              <a:avLst/>
              <a:gdLst/>
              <a:ahLst/>
              <a:cxnLst/>
              <a:rect l="l" t="t" r="r" b="b"/>
              <a:pathLst>
                <a:path w="1905" h="2452" extrusionOk="0">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75"/>
            <p:cNvSpPr/>
            <p:nvPr/>
          </p:nvSpPr>
          <p:spPr>
            <a:xfrm>
              <a:off x="2237947" y="2618294"/>
              <a:ext cx="77178" cy="54805"/>
            </a:xfrm>
            <a:custGeom>
              <a:avLst/>
              <a:gdLst/>
              <a:ahLst/>
              <a:cxnLst/>
              <a:rect l="l" t="t" r="r" b="b"/>
              <a:pathLst>
                <a:path w="2939" h="2087" extrusionOk="0">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75"/>
            <p:cNvSpPr/>
            <p:nvPr/>
          </p:nvSpPr>
          <p:spPr>
            <a:xfrm>
              <a:off x="2237947" y="2618294"/>
              <a:ext cx="41990" cy="54805"/>
            </a:xfrm>
            <a:custGeom>
              <a:avLst/>
              <a:gdLst/>
              <a:ahLst/>
              <a:cxnLst/>
              <a:rect l="l" t="t" r="r" b="b"/>
              <a:pathLst>
                <a:path w="1599" h="2087" extrusionOk="0">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75"/>
            <p:cNvSpPr/>
            <p:nvPr/>
          </p:nvSpPr>
          <p:spPr>
            <a:xfrm>
              <a:off x="2304805" y="2667321"/>
              <a:ext cx="16859" cy="22794"/>
            </a:xfrm>
            <a:custGeom>
              <a:avLst/>
              <a:gdLst/>
              <a:ahLst/>
              <a:cxnLst/>
              <a:rect l="l" t="t" r="r" b="b"/>
              <a:pathLst>
                <a:path w="642" h="868" extrusionOk="0">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75"/>
            <p:cNvSpPr/>
            <p:nvPr/>
          </p:nvSpPr>
          <p:spPr>
            <a:xfrm>
              <a:off x="2231671" y="2667295"/>
              <a:ext cx="17095" cy="22899"/>
            </a:xfrm>
            <a:custGeom>
              <a:avLst/>
              <a:gdLst/>
              <a:ahLst/>
              <a:cxnLst/>
              <a:rect l="l" t="t" r="r" b="b"/>
              <a:pathLst>
                <a:path w="651" h="872" extrusionOk="0">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75"/>
            <p:cNvSpPr/>
            <p:nvPr/>
          </p:nvSpPr>
          <p:spPr>
            <a:xfrm>
              <a:off x="2262579" y="2707184"/>
              <a:ext cx="28413" cy="32536"/>
            </a:xfrm>
            <a:custGeom>
              <a:avLst/>
              <a:gdLst/>
              <a:ahLst/>
              <a:cxnLst/>
              <a:rect l="l" t="t" r="r" b="b"/>
              <a:pathLst>
                <a:path w="1082" h="1239" extrusionOk="0">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75"/>
            <p:cNvSpPr/>
            <p:nvPr/>
          </p:nvSpPr>
          <p:spPr>
            <a:xfrm>
              <a:off x="2262316"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75"/>
            <p:cNvSpPr/>
            <p:nvPr/>
          </p:nvSpPr>
          <p:spPr>
            <a:xfrm>
              <a:off x="2246245" y="2650357"/>
              <a:ext cx="60844" cy="65230"/>
            </a:xfrm>
            <a:custGeom>
              <a:avLst/>
              <a:gdLst/>
              <a:ahLst/>
              <a:cxnLst/>
              <a:rect l="l" t="t" r="r" b="b"/>
              <a:pathLst>
                <a:path w="2317" h="2484" extrusionOk="0">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75"/>
            <p:cNvSpPr/>
            <p:nvPr/>
          </p:nvSpPr>
          <p:spPr>
            <a:xfrm>
              <a:off x="2246482" y="2650331"/>
              <a:ext cx="44012" cy="65256"/>
            </a:xfrm>
            <a:custGeom>
              <a:avLst/>
              <a:gdLst/>
              <a:ahLst/>
              <a:cxnLst/>
              <a:rect l="l" t="t" r="r" b="b"/>
              <a:pathLst>
                <a:path w="1676" h="2485" extrusionOk="0">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5" name="Google Shape;10155;p75"/>
          <p:cNvGrpSpPr/>
          <p:nvPr/>
        </p:nvGrpSpPr>
        <p:grpSpPr>
          <a:xfrm>
            <a:off x="2661416" y="2422342"/>
            <a:ext cx="344059" cy="340671"/>
            <a:chOff x="2661416" y="2422342"/>
            <a:chExt cx="344059" cy="340671"/>
          </a:xfrm>
        </p:grpSpPr>
        <p:sp>
          <p:nvSpPr>
            <p:cNvPr id="10156" name="Google Shape;10156;p75"/>
            <p:cNvSpPr/>
            <p:nvPr/>
          </p:nvSpPr>
          <p:spPr>
            <a:xfrm>
              <a:off x="2906947" y="2604481"/>
              <a:ext cx="39994" cy="39469"/>
            </a:xfrm>
            <a:custGeom>
              <a:avLst/>
              <a:gdLst/>
              <a:ahLst/>
              <a:cxnLst/>
              <a:rect l="l" t="t" r="r" b="b"/>
              <a:pathLst>
                <a:path w="1523" h="1503" extrusionOk="0">
                  <a:moveTo>
                    <a:pt x="0" y="0"/>
                  </a:moveTo>
                  <a:lnTo>
                    <a:pt x="977" y="1503"/>
                  </a:lnTo>
                  <a:lnTo>
                    <a:pt x="1522" y="1503"/>
                  </a:lnTo>
                  <a:cubicBezTo>
                    <a:pt x="1513" y="670"/>
                    <a:pt x="833" y="0"/>
                    <a:pt x="0"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75"/>
            <p:cNvSpPr/>
            <p:nvPr/>
          </p:nvSpPr>
          <p:spPr>
            <a:xfrm>
              <a:off x="2866979" y="2604481"/>
              <a:ext cx="65624" cy="39469"/>
            </a:xfrm>
            <a:custGeom>
              <a:avLst/>
              <a:gdLst/>
              <a:ahLst/>
              <a:cxnLst/>
              <a:rect l="l" t="t" r="r" b="b"/>
              <a:pathLst>
                <a:path w="2499" h="1503" extrusionOk="0">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75"/>
            <p:cNvSpPr/>
            <p:nvPr/>
          </p:nvSpPr>
          <p:spPr>
            <a:xfrm>
              <a:off x="2906448" y="2539146"/>
              <a:ext cx="21638" cy="43487"/>
            </a:xfrm>
            <a:custGeom>
              <a:avLst/>
              <a:gdLst/>
              <a:ahLst/>
              <a:cxnLst/>
              <a:rect l="l" t="t" r="r" b="b"/>
              <a:pathLst>
                <a:path w="824" h="1656" extrusionOk="0">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75"/>
            <p:cNvSpPr/>
            <p:nvPr/>
          </p:nvSpPr>
          <p:spPr>
            <a:xfrm>
              <a:off x="2759681" y="2604481"/>
              <a:ext cx="39968" cy="39469"/>
            </a:xfrm>
            <a:custGeom>
              <a:avLst/>
              <a:gdLst/>
              <a:ahLst/>
              <a:cxnLst/>
              <a:rect l="l" t="t" r="r" b="b"/>
              <a:pathLst>
                <a:path w="1522" h="1503" extrusionOk="0">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75"/>
            <p:cNvSpPr/>
            <p:nvPr/>
          </p:nvSpPr>
          <p:spPr>
            <a:xfrm>
              <a:off x="2719713" y="2604481"/>
              <a:ext cx="65361" cy="39469"/>
            </a:xfrm>
            <a:custGeom>
              <a:avLst/>
              <a:gdLst/>
              <a:ahLst/>
              <a:cxnLst/>
              <a:rect l="l" t="t" r="r" b="b"/>
              <a:pathLst>
                <a:path w="2489" h="1503" extrusionOk="0">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75"/>
            <p:cNvSpPr/>
            <p:nvPr/>
          </p:nvSpPr>
          <p:spPr>
            <a:xfrm>
              <a:off x="2759182" y="2539146"/>
              <a:ext cx="21875" cy="43487"/>
            </a:xfrm>
            <a:custGeom>
              <a:avLst/>
              <a:gdLst/>
              <a:ahLst/>
              <a:cxnLst/>
              <a:rect l="l" t="t" r="r" b="b"/>
              <a:pathLst>
                <a:path w="833" h="1656" extrusionOk="0">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75"/>
            <p:cNvSpPr/>
            <p:nvPr/>
          </p:nvSpPr>
          <p:spPr>
            <a:xfrm>
              <a:off x="2833314" y="2606477"/>
              <a:ext cx="53544" cy="53570"/>
            </a:xfrm>
            <a:custGeom>
              <a:avLst/>
              <a:gdLst/>
              <a:ahLst/>
              <a:cxnLst/>
              <a:rect l="l" t="t" r="r" b="b"/>
              <a:pathLst>
                <a:path w="2039" h="2040" extrusionOk="0">
                  <a:moveTo>
                    <a:pt x="0" y="1"/>
                  </a:moveTo>
                  <a:lnTo>
                    <a:pt x="1216" y="2039"/>
                  </a:lnTo>
                  <a:lnTo>
                    <a:pt x="2039" y="2039"/>
                  </a:lnTo>
                  <a:cubicBezTo>
                    <a:pt x="2039" y="910"/>
                    <a:pt x="1130" y="1"/>
                    <a:pt x="0"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75"/>
            <p:cNvSpPr/>
            <p:nvPr/>
          </p:nvSpPr>
          <p:spPr>
            <a:xfrm>
              <a:off x="2779770" y="2606477"/>
              <a:ext cx="85476" cy="53570"/>
            </a:xfrm>
            <a:custGeom>
              <a:avLst/>
              <a:gdLst/>
              <a:ahLst/>
              <a:cxnLst/>
              <a:rect l="l" t="t" r="r" b="b"/>
              <a:pathLst>
                <a:path w="3255" h="2040" extrusionOk="0">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75"/>
            <p:cNvSpPr/>
            <p:nvPr/>
          </p:nvSpPr>
          <p:spPr>
            <a:xfrm>
              <a:off x="2833813" y="2525570"/>
              <a:ext cx="29437" cy="59085"/>
            </a:xfrm>
            <a:custGeom>
              <a:avLst/>
              <a:gdLst/>
              <a:ahLst/>
              <a:cxnLst/>
              <a:rect l="l" t="t" r="r" b="b"/>
              <a:pathLst>
                <a:path w="1121" h="2250" extrusionOk="0">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75"/>
            <p:cNvSpPr/>
            <p:nvPr/>
          </p:nvSpPr>
          <p:spPr>
            <a:xfrm>
              <a:off x="2803404" y="2525570"/>
              <a:ext cx="45010" cy="59085"/>
            </a:xfrm>
            <a:custGeom>
              <a:avLst/>
              <a:gdLst/>
              <a:ahLst/>
              <a:cxnLst/>
              <a:rect l="l" t="t" r="r" b="b"/>
              <a:pathLst>
                <a:path w="1714" h="2250" extrusionOk="0">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75"/>
            <p:cNvSpPr/>
            <p:nvPr/>
          </p:nvSpPr>
          <p:spPr>
            <a:xfrm>
              <a:off x="2737570" y="2539146"/>
              <a:ext cx="28912" cy="43487"/>
            </a:xfrm>
            <a:custGeom>
              <a:avLst/>
              <a:gdLst/>
              <a:ahLst/>
              <a:cxnLst/>
              <a:rect l="l" t="t" r="r" b="b"/>
              <a:pathLst>
                <a:path w="1101" h="1656" extrusionOk="0">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75"/>
            <p:cNvSpPr/>
            <p:nvPr/>
          </p:nvSpPr>
          <p:spPr>
            <a:xfrm>
              <a:off x="2884573" y="2539146"/>
              <a:ext cx="29175" cy="43487"/>
            </a:xfrm>
            <a:custGeom>
              <a:avLst/>
              <a:gdLst/>
              <a:ahLst/>
              <a:cxnLst/>
              <a:rect l="l" t="t" r="r" b="b"/>
              <a:pathLst>
                <a:path w="1111" h="1656" extrusionOk="0">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75"/>
            <p:cNvSpPr/>
            <p:nvPr/>
          </p:nvSpPr>
          <p:spPr>
            <a:xfrm>
              <a:off x="2661416" y="2422342"/>
              <a:ext cx="344059" cy="340671"/>
            </a:xfrm>
            <a:custGeom>
              <a:avLst/>
              <a:gdLst/>
              <a:ahLst/>
              <a:cxnLst/>
              <a:rect l="l" t="t" r="r" b="b"/>
              <a:pathLst>
                <a:path w="13102" h="12973" extrusionOk="0">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9" name="Google Shape;10169;p75"/>
          <p:cNvGrpSpPr/>
          <p:nvPr/>
        </p:nvGrpSpPr>
        <p:grpSpPr>
          <a:xfrm>
            <a:off x="4066510" y="2422342"/>
            <a:ext cx="206876" cy="348470"/>
            <a:chOff x="4066510" y="2422342"/>
            <a:chExt cx="206876" cy="348470"/>
          </a:xfrm>
        </p:grpSpPr>
        <p:sp>
          <p:nvSpPr>
            <p:cNvPr id="10170" name="Google Shape;10170;p75"/>
            <p:cNvSpPr/>
            <p:nvPr/>
          </p:nvSpPr>
          <p:spPr>
            <a:xfrm>
              <a:off x="4093662" y="2737934"/>
              <a:ext cx="152334" cy="11082"/>
            </a:xfrm>
            <a:custGeom>
              <a:avLst/>
              <a:gdLst/>
              <a:ahLst/>
              <a:cxnLst/>
              <a:rect l="l" t="t" r="r" b="b"/>
              <a:pathLst>
                <a:path w="5801" h="422" extrusionOk="0">
                  <a:moveTo>
                    <a:pt x="0" y="0"/>
                  </a:moveTo>
                  <a:lnTo>
                    <a:pt x="0" y="421"/>
                  </a:lnTo>
                  <a:lnTo>
                    <a:pt x="5800" y="421"/>
                  </a:lnTo>
                  <a:lnTo>
                    <a:pt x="580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75"/>
            <p:cNvSpPr/>
            <p:nvPr/>
          </p:nvSpPr>
          <p:spPr>
            <a:xfrm>
              <a:off x="4164538" y="2422342"/>
              <a:ext cx="10819" cy="348286"/>
            </a:xfrm>
            <a:custGeom>
              <a:avLst/>
              <a:gdLst/>
              <a:ahLst/>
              <a:cxnLst/>
              <a:rect l="l" t="t" r="r" b="b"/>
              <a:pathLst>
                <a:path w="412" h="13263" extrusionOk="0">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75"/>
            <p:cNvSpPr/>
            <p:nvPr/>
          </p:nvSpPr>
          <p:spPr>
            <a:xfrm>
              <a:off x="4082344" y="2645657"/>
              <a:ext cx="33823" cy="125155"/>
            </a:xfrm>
            <a:custGeom>
              <a:avLst/>
              <a:gdLst/>
              <a:ahLst/>
              <a:cxnLst/>
              <a:rect l="l" t="t" r="r" b="b"/>
              <a:pathLst>
                <a:path w="1288" h="4766" extrusionOk="0">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75"/>
            <p:cNvSpPr/>
            <p:nvPr/>
          </p:nvSpPr>
          <p:spPr>
            <a:xfrm>
              <a:off x="4223623" y="2645578"/>
              <a:ext cx="33665" cy="125050"/>
            </a:xfrm>
            <a:custGeom>
              <a:avLst/>
              <a:gdLst/>
              <a:ahLst/>
              <a:cxnLst/>
              <a:rect l="l" t="t" r="r" b="b"/>
              <a:pathLst>
                <a:path w="1282" h="4762" extrusionOk="0">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75"/>
            <p:cNvSpPr/>
            <p:nvPr/>
          </p:nvSpPr>
          <p:spPr>
            <a:xfrm>
              <a:off x="4164538" y="2645447"/>
              <a:ext cx="10819" cy="21875"/>
            </a:xfrm>
            <a:custGeom>
              <a:avLst/>
              <a:gdLst/>
              <a:ahLst/>
              <a:cxnLst/>
              <a:rect l="l" t="t" r="r" b="b"/>
              <a:pathLst>
                <a:path w="412" h="833" extrusionOk="0">
                  <a:moveTo>
                    <a:pt x="0" y="0"/>
                  </a:moveTo>
                  <a:lnTo>
                    <a:pt x="0" y="833"/>
                  </a:lnTo>
                  <a:lnTo>
                    <a:pt x="412" y="833"/>
                  </a:lnTo>
                  <a:lnTo>
                    <a:pt x="41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75"/>
            <p:cNvSpPr/>
            <p:nvPr/>
          </p:nvSpPr>
          <p:spPr>
            <a:xfrm>
              <a:off x="4101462" y="2645604"/>
              <a:ext cx="14601" cy="21717"/>
            </a:xfrm>
            <a:custGeom>
              <a:avLst/>
              <a:gdLst/>
              <a:ahLst/>
              <a:cxnLst/>
              <a:rect l="l" t="t" r="r" b="b"/>
              <a:pathLst>
                <a:path w="556" h="827" extrusionOk="0">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75"/>
            <p:cNvSpPr/>
            <p:nvPr/>
          </p:nvSpPr>
          <p:spPr>
            <a:xfrm>
              <a:off x="4223623" y="2645578"/>
              <a:ext cx="14811" cy="21743"/>
            </a:xfrm>
            <a:custGeom>
              <a:avLst/>
              <a:gdLst/>
              <a:ahLst/>
              <a:cxnLst/>
              <a:rect l="l" t="t" r="r" b="b"/>
              <a:pathLst>
                <a:path w="564" h="828" extrusionOk="0">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75"/>
            <p:cNvSpPr/>
            <p:nvPr/>
          </p:nvSpPr>
          <p:spPr>
            <a:xfrm>
              <a:off x="4077329" y="2460471"/>
              <a:ext cx="185002" cy="196057"/>
            </a:xfrm>
            <a:custGeom>
              <a:avLst/>
              <a:gdLst/>
              <a:ahLst/>
              <a:cxnLst/>
              <a:rect l="l" t="t" r="r" b="b"/>
              <a:pathLst>
                <a:path w="7045" h="7466" extrusionOk="0">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75"/>
            <p:cNvSpPr/>
            <p:nvPr/>
          </p:nvSpPr>
          <p:spPr>
            <a:xfrm>
              <a:off x="4077329" y="2460471"/>
              <a:ext cx="185002" cy="16360"/>
            </a:xfrm>
            <a:custGeom>
              <a:avLst/>
              <a:gdLst/>
              <a:ahLst/>
              <a:cxnLst/>
              <a:rect l="l" t="t" r="r" b="b"/>
              <a:pathLst>
                <a:path w="7045" h="623" extrusionOk="0">
                  <a:moveTo>
                    <a:pt x="0" y="1"/>
                  </a:moveTo>
                  <a:lnTo>
                    <a:pt x="0" y="623"/>
                  </a:lnTo>
                  <a:lnTo>
                    <a:pt x="7044" y="623"/>
                  </a:lnTo>
                  <a:lnTo>
                    <a:pt x="7044"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75"/>
            <p:cNvSpPr/>
            <p:nvPr/>
          </p:nvSpPr>
          <p:spPr>
            <a:xfrm>
              <a:off x="4066510" y="2444137"/>
              <a:ext cx="206876" cy="21901"/>
            </a:xfrm>
            <a:custGeom>
              <a:avLst/>
              <a:gdLst/>
              <a:ahLst/>
              <a:cxnLst/>
              <a:rect l="l" t="t" r="r" b="b"/>
              <a:pathLst>
                <a:path w="7878" h="834" extrusionOk="0">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75"/>
            <p:cNvSpPr/>
            <p:nvPr/>
          </p:nvSpPr>
          <p:spPr>
            <a:xfrm>
              <a:off x="4094161" y="2508186"/>
              <a:ext cx="148185" cy="106563"/>
            </a:xfrm>
            <a:custGeom>
              <a:avLst/>
              <a:gdLst/>
              <a:ahLst/>
              <a:cxnLst/>
              <a:rect l="l" t="t" r="r" b="b"/>
              <a:pathLst>
                <a:path w="5643" h="4058" extrusionOk="0">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75"/>
            <p:cNvSpPr/>
            <p:nvPr/>
          </p:nvSpPr>
          <p:spPr>
            <a:xfrm>
              <a:off x="4066510" y="2454930"/>
              <a:ext cx="206876" cy="11108"/>
            </a:xfrm>
            <a:custGeom>
              <a:avLst/>
              <a:gdLst/>
              <a:ahLst/>
              <a:cxnLst/>
              <a:rect l="l" t="t" r="r" b="b"/>
              <a:pathLst>
                <a:path w="7878" h="423" extrusionOk="0">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82" name="Google Shape;10182;p75"/>
          <p:cNvSpPr/>
          <p:nvPr/>
        </p:nvSpPr>
        <p:spPr>
          <a:xfrm>
            <a:off x="2958206" y="3891720"/>
            <a:ext cx="28440" cy="133453"/>
          </a:xfrm>
          <a:custGeom>
            <a:avLst/>
            <a:gdLst/>
            <a:ahLst/>
            <a:cxnLst/>
            <a:rect l="l" t="t" r="r" b="b"/>
            <a:pathLst>
              <a:path w="1083" h="5082" extrusionOk="0">
                <a:moveTo>
                  <a:pt x="1" y="0"/>
                </a:moveTo>
                <a:lnTo>
                  <a:pt x="1" y="5082"/>
                </a:lnTo>
                <a:lnTo>
                  <a:pt x="1082" y="5082"/>
                </a:lnTo>
                <a:lnTo>
                  <a:pt x="1082"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83" name="Google Shape;10183;p75"/>
          <p:cNvGrpSpPr/>
          <p:nvPr/>
        </p:nvGrpSpPr>
        <p:grpSpPr>
          <a:xfrm>
            <a:off x="2617693" y="3817325"/>
            <a:ext cx="420475" cy="326491"/>
            <a:chOff x="2617693" y="3817325"/>
            <a:chExt cx="420475" cy="326491"/>
          </a:xfrm>
        </p:grpSpPr>
        <p:sp>
          <p:nvSpPr>
            <p:cNvPr id="10184" name="Google Shape;10184;p75"/>
            <p:cNvSpPr/>
            <p:nvPr/>
          </p:nvSpPr>
          <p:spPr>
            <a:xfrm>
              <a:off x="2688542" y="3845712"/>
              <a:ext cx="337047" cy="217170"/>
            </a:xfrm>
            <a:custGeom>
              <a:avLst/>
              <a:gdLst/>
              <a:ahLst/>
              <a:cxnLst/>
              <a:rect l="l" t="t" r="r" b="b"/>
              <a:pathLst>
                <a:path w="12835" h="8270" extrusionOk="0">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75"/>
            <p:cNvSpPr/>
            <p:nvPr/>
          </p:nvSpPr>
          <p:spPr>
            <a:xfrm>
              <a:off x="2734786" y="4063119"/>
              <a:ext cx="57089" cy="27153"/>
            </a:xfrm>
            <a:custGeom>
              <a:avLst/>
              <a:gdLst/>
              <a:ahLst/>
              <a:cxnLst/>
              <a:rect l="l" t="t" r="r" b="b"/>
              <a:pathLst>
                <a:path w="2174" h="1034" extrusionOk="0">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75"/>
            <p:cNvSpPr/>
            <p:nvPr/>
          </p:nvSpPr>
          <p:spPr>
            <a:xfrm>
              <a:off x="2747864" y="3991981"/>
              <a:ext cx="44012" cy="70902"/>
            </a:xfrm>
            <a:custGeom>
              <a:avLst/>
              <a:gdLst/>
              <a:ahLst/>
              <a:cxnLst/>
              <a:rect l="l" t="t" r="r" b="b"/>
              <a:pathLst>
                <a:path w="1676" h="2700" extrusionOk="0">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75"/>
            <p:cNvSpPr/>
            <p:nvPr/>
          </p:nvSpPr>
          <p:spPr>
            <a:xfrm>
              <a:off x="2692823" y="3979927"/>
              <a:ext cx="49027" cy="29411"/>
            </a:xfrm>
            <a:custGeom>
              <a:avLst/>
              <a:gdLst/>
              <a:ahLst/>
              <a:cxnLst/>
              <a:rect l="l" t="t" r="r" b="b"/>
              <a:pathLst>
                <a:path w="1867" h="1120" extrusionOk="0">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75"/>
            <p:cNvSpPr/>
            <p:nvPr/>
          </p:nvSpPr>
          <p:spPr>
            <a:xfrm>
              <a:off x="2688542" y="3845975"/>
              <a:ext cx="11344" cy="133979"/>
            </a:xfrm>
            <a:custGeom>
              <a:avLst/>
              <a:gdLst/>
              <a:ahLst/>
              <a:cxnLst/>
              <a:rect l="l" t="t" r="r" b="b"/>
              <a:pathLst>
                <a:path w="432" h="5102" extrusionOk="0">
                  <a:moveTo>
                    <a:pt x="1" y="0"/>
                  </a:moveTo>
                  <a:lnTo>
                    <a:pt x="1" y="5101"/>
                  </a:lnTo>
                  <a:lnTo>
                    <a:pt x="432" y="5101"/>
                  </a:lnTo>
                  <a:lnTo>
                    <a:pt x="432"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75"/>
            <p:cNvSpPr/>
            <p:nvPr/>
          </p:nvSpPr>
          <p:spPr>
            <a:xfrm>
              <a:off x="2688542" y="3844977"/>
              <a:ext cx="337047" cy="11082"/>
            </a:xfrm>
            <a:custGeom>
              <a:avLst/>
              <a:gdLst/>
              <a:ahLst/>
              <a:cxnLst/>
              <a:rect l="l" t="t" r="r" b="b"/>
              <a:pathLst>
                <a:path w="12835" h="422" extrusionOk="0">
                  <a:moveTo>
                    <a:pt x="1" y="0"/>
                  </a:moveTo>
                  <a:lnTo>
                    <a:pt x="1" y="421"/>
                  </a:lnTo>
                  <a:lnTo>
                    <a:pt x="12835" y="421"/>
                  </a:lnTo>
                  <a:lnTo>
                    <a:pt x="12835"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75"/>
            <p:cNvSpPr/>
            <p:nvPr/>
          </p:nvSpPr>
          <p:spPr>
            <a:xfrm>
              <a:off x="2723232" y="4061596"/>
              <a:ext cx="314936" cy="29936"/>
            </a:xfrm>
            <a:custGeom>
              <a:avLst/>
              <a:gdLst/>
              <a:ahLst/>
              <a:cxnLst/>
              <a:rect l="l" t="t" r="r" b="b"/>
              <a:pathLst>
                <a:path w="11993" h="1140" extrusionOk="0">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75"/>
            <p:cNvSpPr/>
            <p:nvPr/>
          </p:nvSpPr>
          <p:spPr>
            <a:xfrm>
              <a:off x="2676226" y="3817325"/>
              <a:ext cx="361679" cy="29936"/>
            </a:xfrm>
            <a:custGeom>
              <a:avLst/>
              <a:gdLst/>
              <a:ahLst/>
              <a:cxnLst/>
              <a:rect l="l" t="t" r="r" b="b"/>
              <a:pathLst>
                <a:path w="13773" h="1140" extrusionOk="0">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75"/>
            <p:cNvSpPr/>
            <p:nvPr/>
          </p:nvSpPr>
          <p:spPr>
            <a:xfrm>
              <a:off x="2812463" y="3959051"/>
              <a:ext cx="28413" cy="66123"/>
            </a:xfrm>
            <a:custGeom>
              <a:avLst/>
              <a:gdLst/>
              <a:ahLst/>
              <a:cxnLst/>
              <a:rect l="l" t="t" r="r" b="b"/>
              <a:pathLst>
                <a:path w="1082" h="2518" extrusionOk="0">
                  <a:moveTo>
                    <a:pt x="0" y="1"/>
                  </a:moveTo>
                  <a:lnTo>
                    <a:pt x="0" y="2518"/>
                  </a:lnTo>
                  <a:lnTo>
                    <a:pt x="1081" y="2518"/>
                  </a:lnTo>
                  <a:lnTo>
                    <a:pt x="1081"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75"/>
            <p:cNvSpPr/>
            <p:nvPr/>
          </p:nvSpPr>
          <p:spPr>
            <a:xfrm>
              <a:off x="2860966" y="3930664"/>
              <a:ext cx="28413" cy="94510"/>
            </a:xfrm>
            <a:custGeom>
              <a:avLst/>
              <a:gdLst/>
              <a:ahLst/>
              <a:cxnLst/>
              <a:rect l="l" t="t" r="r" b="b"/>
              <a:pathLst>
                <a:path w="1082" h="3599" extrusionOk="0">
                  <a:moveTo>
                    <a:pt x="0" y="0"/>
                  </a:moveTo>
                  <a:lnTo>
                    <a:pt x="0" y="3599"/>
                  </a:lnTo>
                  <a:lnTo>
                    <a:pt x="1082" y="3599"/>
                  </a:lnTo>
                  <a:lnTo>
                    <a:pt x="108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75"/>
            <p:cNvSpPr/>
            <p:nvPr/>
          </p:nvSpPr>
          <p:spPr>
            <a:xfrm>
              <a:off x="2908207" y="3947759"/>
              <a:ext cx="28413" cy="77414"/>
            </a:xfrm>
            <a:custGeom>
              <a:avLst/>
              <a:gdLst/>
              <a:ahLst/>
              <a:cxnLst/>
              <a:rect l="l" t="t" r="r" b="b"/>
              <a:pathLst>
                <a:path w="1082" h="2948" extrusionOk="0">
                  <a:moveTo>
                    <a:pt x="0" y="0"/>
                  </a:moveTo>
                  <a:lnTo>
                    <a:pt x="0" y="2948"/>
                  </a:lnTo>
                  <a:lnTo>
                    <a:pt x="1082" y="2948"/>
                  </a:lnTo>
                  <a:lnTo>
                    <a:pt x="108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75"/>
            <p:cNvSpPr/>
            <p:nvPr/>
          </p:nvSpPr>
          <p:spPr>
            <a:xfrm>
              <a:off x="2716693" y="3882161"/>
              <a:ext cx="54069" cy="13603"/>
            </a:xfrm>
            <a:custGeom>
              <a:avLst/>
              <a:gdLst/>
              <a:ahLst/>
              <a:cxnLst/>
              <a:rect l="l" t="t" r="r" b="b"/>
              <a:pathLst>
                <a:path w="2059" h="518" extrusionOk="0">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75"/>
            <p:cNvSpPr/>
            <p:nvPr/>
          </p:nvSpPr>
          <p:spPr>
            <a:xfrm>
              <a:off x="2716693" y="3904771"/>
              <a:ext cx="73659" cy="13340"/>
            </a:xfrm>
            <a:custGeom>
              <a:avLst/>
              <a:gdLst/>
              <a:ahLst/>
              <a:cxnLst/>
              <a:rect l="l" t="t" r="r" b="b"/>
              <a:pathLst>
                <a:path w="2805" h="508" extrusionOk="0">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75"/>
            <p:cNvSpPr/>
            <p:nvPr/>
          </p:nvSpPr>
          <p:spPr>
            <a:xfrm>
              <a:off x="2716693" y="3927145"/>
              <a:ext cx="73659" cy="13603"/>
            </a:xfrm>
            <a:custGeom>
              <a:avLst/>
              <a:gdLst/>
              <a:ahLst/>
              <a:cxnLst/>
              <a:rect l="l" t="t" r="r" b="b"/>
              <a:pathLst>
                <a:path w="2805" h="518" extrusionOk="0">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75"/>
            <p:cNvSpPr/>
            <p:nvPr/>
          </p:nvSpPr>
          <p:spPr>
            <a:xfrm>
              <a:off x="2716693" y="3949755"/>
              <a:ext cx="73659" cy="13603"/>
            </a:xfrm>
            <a:custGeom>
              <a:avLst/>
              <a:gdLst/>
              <a:ahLst/>
              <a:cxnLst/>
              <a:rect l="l" t="t" r="r" b="b"/>
              <a:pathLst>
                <a:path w="2805" h="518" extrusionOk="0">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75"/>
            <p:cNvSpPr/>
            <p:nvPr/>
          </p:nvSpPr>
          <p:spPr>
            <a:xfrm>
              <a:off x="2617693" y="3979428"/>
              <a:ext cx="164125" cy="164388"/>
            </a:xfrm>
            <a:custGeom>
              <a:avLst/>
              <a:gdLst/>
              <a:ahLst/>
              <a:cxnLst/>
              <a:rect l="l" t="t" r="r" b="b"/>
              <a:pathLst>
                <a:path w="6250" h="6260" extrusionOk="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75"/>
            <p:cNvSpPr/>
            <p:nvPr/>
          </p:nvSpPr>
          <p:spPr>
            <a:xfrm>
              <a:off x="2658895" y="4028167"/>
              <a:ext cx="36711" cy="66622"/>
            </a:xfrm>
            <a:custGeom>
              <a:avLst/>
              <a:gdLst/>
              <a:ahLst/>
              <a:cxnLst/>
              <a:rect l="l" t="t" r="r" b="b"/>
              <a:pathLst>
                <a:path w="1398" h="2537" extrusionOk="0">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1" name="Google Shape;10201;p75"/>
          <p:cNvGrpSpPr/>
          <p:nvPr/>
        </p:nvGrpSpPr>
        <p:grpSpPr>
          <a:xfrm>
            <a:off x="3545301" y="2423523"/>
            <a:ext cx="358134" cy="356637"/>
            <a:chOff x="3545301" y="2423523"/>
            <a:chExt cx="358134" cy="356637"/>
          </a:xfrm>
        </p:grpSpPr>
        <p:sp>
          <p:nvSpPr>
            <p:cNvPr id="10202" name="Google Shape;10202;p75"/>
            <p:cNvSpPr/>
            <p:nvPr/>
          </p:nvSpPr>
          <p:spPr>
            <a:xfrm>
              <a:off x="3545301" y="2633630"/>
              <a:ext cx="64600" cy="146531"/>
            </a:xfrm>
            <a:custGeom>
              <a:avLst/>
              <a:gdLst/>
              <a:ahLst/>
              <a:cxnLst/>
              <a:rect l="l" t="t" r="r" b="b"/>
              <a:pathLst>
                <a:path w="2460" h="5580" extrusionOk="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75"/>
            <p:cNvSpPr/>
            <p:nvPr/>
          </p:nvSpPr>
          <p:spPr>
            <a:xfrm>
              <a:off x="3545301" y="2633630"/>
              <a:ext cx="30934" cy="146531"/>
            </a:xfrm>
            <a:custGeom>
              <a:avLst/>
              <a:gdLst/>
              <a:ahLst/>
              <a:cxnLst/>
              <a:rect l="l" t="t" r="r" b="b"/>
              <a:pathLst>
                <a:path w="1178" h="5580" extrusionOk="0">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75"/>
            <p:cNvSpPr/>
            <p:nvPr/>
          </p:nvSpPr>
          <p:spPr>
            <a:xfrm>
              <a:off x="3643041" y="2597181"/>
              <a:ext cx="64888" cy="182980"/>
            </a:xfrm>
            <a:custGeom>
              <a:avLst/>
              <a:gdLst/>
              <a:ahLst/>
              <a:cxnLst/>
              <a:rect l="l" t="t" r="r" b="b"/>
              <a:pathLst>
                <a:path w="2471" h="6968" extrusionOk="0">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75"/>
            <p:cNvSpPr/>
            <p:nvPr/>
          </p:nvSpPr>
          <p:spPr>
            <a:xfrm>
              <a:off x="3643041" y="2597181"/>
              <a:ext cx="30961" cy="182980"/>
            </a:xfrm>
            <a:custGeom>
              <a:avLst/>
              <a:gdLst/>
              <a:ahLst/>
              <a:cxnLst/>
              <a:rect l="l" t="t" r="r" b="b"/>
              <a:pathLst>
                <a:path w="1179" h="6968" extrusionOk="0">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75"/>
            <p:cNvSpPr/>
            <p:nvPr/>
          </p:nvSpPr>
          <p:spPr>
            <a:xfrm>
              <a:off x="3740807" y="2560994"/>
              <a:ext cx="65125" cy="219166"/>
            </a:xfrm>
            <a:custGeom>
              <a:avLst/>
              <a:gdLst/>
              <a:ahLst/>
              <a:cxnLst/>
              <a:rect l="l" t="t" r="r" b="b"/>
              <a:pathLst>
                <a:path w="2480" h="8346" extrusionOk="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75"/>
            <p:cNvSpPr/>
            <p:nvPr/>
          </p:nvSpPr>
          <p:spPr>
            <a:xfrm>
              <a:off x="3740807" y="2560994"/>
              <a:ext cx="30934" cy="219166"/>
            </a:xfrm>
            <a:custGeom>
              <a:avLst/>
              <a:gdLst/>
              <a:ahLst/>
              <a:cxnLst/>
              <a:rect l="l" t="t" r="r" b="b"/>
              <a:pathLst>
                <a:path w="1178" h="8346" extrusionOk="0">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75"/>
            <p:cNvSpPr/>
            <p:nvPr/>
          </p:nvSpPr>
          <p:spPr>
            <a:xfrm>
              <a:off x="3838573" y="2524808"/>
              <a:ext cx="64862" cy="255352"/>
            </a:xfrm>
            <a:custGeom>
              <a:avLst/>
              <a:gdLst/>
              <a:ahLst/>
              <a:cxnLst/>
              <a:rect l="l" t="t" r="r" b="b"/>
              <a:pathLst>
                <a:path w="2470" h="9724" extrusionOk="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75"/>
            <p:cNvSpPr/>
            <p:nvPr/>
          </p:nvSpPr>
          <p:spPr>
            <a:xfrm>
              <a:off x="3838835" y="2524808"/>
              <a:ext cx="30934" cy="255352"/>
            </a:xfrm>
            <a:custGeom>
              <a:avLst/>
              <a:gdLst/>
              <a:ahLst/>
              <a:cxnLst/>
              <a:rect l="l" t="t" r="r" b="b"/>
              <a:pathLst>
                <a:path w="1178" h="9724" extrusionOk="0">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75"/>
            <p:cNvSpPr/>
            <p:nvPr/>
          </p:nvSpPr>
          <p:spPr>
            <a:xfrm>
              <a:off x="3560873" y="2423523"/>
              <a:ext cx="332767" cy="134241"/>
            </a:xfrm>
            <a:custGeom>
              <a:avLst/>
              <a:gdLst/>
              <a:ahLst/>
              <a:cxnLst/>
              <a:rect l="l" t="t" r="r" b="b"/>
              <a:pathLst>
                <a:path w="12672" h="5112" extrusionOk="0">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75"/>
          <p:cNvGrpSpPr/>
          <p:nvPr/>
        </p:nvGrpSpPr>
        <p:grpSpPr>
          <a:xfrm>
            <a:off x="5766424" y="4275195"/>
            <a:ext cx="358160" cy="356926"/>
            <a:chOff x="5766424" y="4275195"/>
            <a:chExt cx="358160" cy="356926"/>
          </a:xfrm>
        </p:grpSpPr>
        <p:sp>
          <p:nvSpPr>
            <p:cNvPr id="10212" name="Google Shape;10212;p75"/>
            <p:cNvSpPr/>
            <p:nvPr/>
          </p:nvSpPr>
          <p:spPr>
            <a:xfrm>
              <a:off x="5766424" y="4485327"/>
              <a:ext cx="64862" cy="146793"/>
            </a:xfrm>
            <a:custGeom>
              <a:avLst/>
              <a:gdLst/>
              <a:ahLst/>
              <a:cxnLst/>
              <a:rect l="l" t="t" r="r" b="b"/>
              <a:pathLst>
                <a:path w="2470" h="5590" extrusionOk="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75"/>
            <p:cNvSpPr/>
            <p:nvPr/>
          </p:nvSpPr>
          <p:spPr>
            <a:xfrm>
              <a:off x="5766661" y="4485327"/>
              <a:ext cx="30961" cy="146793"/>
            </a:xfrm>
            <a:custGeom>
              <a:avLst/>
              <a:gdLst/>
              <a:ahLst/>
              <a:cxnLst/>
              <a:rect l="l" t="t" r="r" b="b"/>
              <a:pathLst>
                <a:path w="1179" h="5590" extrusionOk="0">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75"/>
            <p:cNvSpPr/>
            <p:nvPr/>
          </p:nvSpPr>
          <p:spPr>
            <a:xfrm>
              <a:off x="5864190" y="4449115"/>
              <a:ext cx="64862" cy="183006"/>
            </a:xfrm>
            <a:custGeom>
              <a:avLst/>
              <a:gdLst/>
              <a:ahLst/>
              <a:cxnLst/>
              <a:rect l="l" t="t" r="r" b="b"/>
              <a:pathLst>
                <a:path w="2470" h="6969" extrusionOk="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75"/>
            <p:cNvSpPr/>
            <p:nvPr/>
          </p:nvSpPr>
          <p:spPr>
            <a:xfrm>
              <a:off x="5864190" y="4449115"/>
              <a:ext cx="30934" cy="183006"/>
            </a:xfrm>
            <a:custGeom>
              <a:avLst/>
              <a:gdLst/>
              <a:ahLst/>
              <a:cxnLst/>
              <a:rect l="l" t="t" r="r" b="b"/>
              <a:pathLst>
                <a:path w="1178" h="6969" extrusionOk="0">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75"/>
            <p:cNvSpPr/>
            <p:nvPr/>
          </p:nvSpPr>
          <p:spPr>
            <a:xfrm>
              <a:off x="5962193" y="4412692"/>
              <a:ext cx="64626" cy="219429"/>
            </a:xfrm>
            <a:custGeom>
              <a:avLst/>
              <a:gdLst/>
              <a:ahLst/>
              <a:cxnLst/>
              <a:rect l="l" t="t" r="r" b="b"/>
              <a:pathLst>
                <a:path w="2461" h="8356" extrusionOk="0">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75"/>
            <p:cNvSpPr/>
            <p:nvPr/>
          </p:nvSpPr>
          <p:spPr>
            <a:xfrm>
              <a:off x="5962193" y="4412692"/>
              <a:ext cx="30698" cy="219429"/>
            </a:xfrm>
            <a:custGeom>
              <a:avLst/>
              <a:gdLst/>
              <a:ahLst/>
              <a:cxnLst/>
              <a:rect l="l" t="t" r="r" b="b"/>
              <a:pathLst>
                <a:path w="1169" h="8356" extrusionOk="0">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75"/>
            <p:cNvSpPr/>
            <p:nvPr/>
          </p:nvSpPr>
          <p:spPr>
            <a:xfrm>
              <a:off x="6059959" y="4376506"/>
              <a:ext cx="64626" cy="255615"/>
            </a:xfrm>
            <a:custGeom>
              <a:avLst/>
              <a:gdLst/>
              <a:ahLst/>
              <a:cxnLst/>
              <a:rect l="l" t="t" r="r" b="b"/>
              <a:pathLst>
                <a:path w="2461" h="9734" extrusionOk="0">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75"/>
            <p:cNvSpPr/>
            <p:nvPr/>
          </p:nvSpPr>
          <p:spPr>
            <a:xfrm>
              <a:off x="6059959" y="4376506"/>
              <a:ext cx="30934" cy="255615"/>
            </a:xfrm>
            <a:custGeom>
              <a:avLst/>
              <a:gdLst/>
              <a:ahLst/>
              <a:cxnLst/>
              <a:rect l="l" t="t" r="r" b="b"/>
              <a:pathLst>
                <a:path w="1178" h="9734" extrusionOk="0">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75"/>
            <p:cNvSpPr/>
            <p:nvPr/>
          </p:nvSpPr>
          <p:spPr>
            <a:xfrm>
              <a:off x="5781997" y="4275195"/>
              <a:ext cx="332767" cy="134241"/>
            </a:xfrm>
            <a:custGeom>
              <a:avLst/>
              <a:gdLst/>
              <a:ahLst/>
              <a:cxnLst/>
              <a:rect l="l" t="t" r="r" b="b"/>
              <a:pathLst>
                <a:path w="12672" h="5112" extrusionOk="0">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1" name="Google Shape;10221;p75"/>
          <p:cNvGrpSpPr/>
          <p:nvPr/>
        </p:nvGrpSpPr>
        <p:grpSpPr>
          <a:xfrm>
            <a:off x="3531462" y="3824599"/>
            <a:ext cx="377251" cy="324232"/>
            <a:chOff x="3531462" y="3824599"/>
            <a:chExt cx="377251" cy="324232"/>
          </a:xfrm>
        </p:grpSpPr>
        <p:sp>
          <p:nvSpPr>
            <p:cNvPr id="10222" name="Google Shape;10222;p75"/>
            <p:cNvSpPr/>
            <p:nvPr/>
          </p:nvSpPr>
          <p:spPr>
            <a:xfrm>
              <a:off x="3573189" y="3854772"/>
              <a:ext cx="294059" cy="294059"/>
            </a:xfrm>
            <a:custGeom>
              <a:avLst/>
              <a:gdLst/>
              <a:ahLst/>
              <a:cxnLst/>
              <a:rect l="l" t="t" r="r" b="b"/>
              <a:pathLst>
                <a:path w="11198" h="11198" extrusionOk="0">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75"/>
            <p:cNvSpPr/>
            <p:nvPr/>
          </p:nvSpPr>
          <p:spPr>
            <a:xfrm>
              <a:off x="3719457" y="3939461"/>
              <a:ext cx="78439" cy="102808"/>
            </a:xfrm>
            <a:custGeom>
              <a:avLst/>
              <a:gdLst/>
              <a:ahLst/>
              <a:cxnLst/>
              <a:rect l="l" t="t" r="r" b="b"/>
              <a:pathLst>
                <a:path w="2987" h="3915" extrusionOk="0">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75"/>
            <p:cNvSpPr/>
            <p:nvPr/>
          </p:nvSpPr>
          <p:spPr>
            <a:xfrm>
              <a:off x="3719195" y="3878144"/>
              <a:ext cx="156851" cy="203594"/>
            </a:xfrm>
            <a:custGeom>
              <a:avLst/>
              <a:gdLst/>
              <a:ahLst/>
              <a:cxnLst/>
              <a:rect l="l" t="t" r="r" b="b"/>
              <a:pathLst>
                <a:path w="5973" h="7753" extrusionOk="0">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75"/>
            <p:cNvSpPr/>
            <p:nvPr/>
          </p:nvSpPr>
          <p:spPr>
            <a:xfrm>
              <a:off x="3718959" y="3824599"/>
              <a:ext cx="189755" cy="287048"/>
            </a:xfrm>
            <a:custGeom>
              <a:avLst/>
              <a:gdLst/>
              <a:ahLst/>
              <a:cxnLst/>
              <a:rect l="l" t="t" r="r" b="b"/>
              <a:pathLst>
                <a:path w="7226" h="10931" extrusionOk="0">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75"/>
            <p:cNvSpPr/>
            <p:nvPr/>
          </p:nvSpPr>
          <p:spPr>
            <a:xfrm>
              <a:off x="3576708" y="3855008"/>
              <a:ext cx="144036" cy="147555"/>
            </a:xfrm>
            <a:custGeom>
              <a:avLst/>
              <a:gdLst/>
              <a:ahLst/>
              <a:cxnLst/>
              <a:rect l="l" t="t" r="r" b="b"/>
              <a:pathLst>
                <a:path w="5485" h="5619" extrusionOk="0">
                  <a:moveTo>
                    <a:pt x="5455" y="1"/>
                  </a:moveTo>
                  <a:cubicBezTo>
                    <a:pt x="2833" y="1"/>
                    <a:pt x="565" y="1829"/>
                    <a:pt x="0" y="4394"/>
                  </a:cubicBezTo>
                  <a:lnTo>
                    <a:pt x="5484" y="5619"/>
                  </a:lnTo>
                  <a:lnTo>
                    <a:pt x="545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75"/>
            <p:cNvSpPr/>
            <p:nvPr/>
          </p:nvSpPr>
          <p:spPr>
            <a:xfrm>
              <a:off x="3573426" y="3969870"/>
              <a:ext cx="147319" cy="173684"/>
            </a:xfrm>
            <a:custGeom>
              <a:avLst/>
              <a:gdLst/>
              <a:ahLst/>
              <a:cxnLst/>
              <a:rect l="l" t="t" r="r" b="b"/>
              <a:pathLst>
                <a:path w="5610" h="6614" extrusionOk="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75"/>
            <p:cNvSpPr/>
            <p:nvPr/>
          </p:nvSpPr>
          <p:spPr>
            <a:xfrm>
              <a:off x="3664417" y="4122178"/>
              <a:ext cx="77940" cy="26654"/>
            </a:xfrm>
            <a:custGeom>
              <a:avLst/>
              <a:gdLst/>
              <a:ahLst/>
              <a:cxnLst/>
              <a:rect l="l" t="t" r="r" b="b"/>
              <a:pathLst>
                <a:path w="2968" h="1015" extrusionOk="0">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75"/>
            <p:cNvSpPr/>
            <p:nvPr/>
          </p:nvSpPr>
          <p:spPr>
            <a:xfrm>
              <a:off x="3576708" y="3854772"/>
              <a:ext cx="143275" cy="124919"/>
            </a:xfrm>
            <a:custGeom>
              <a:avLst/>
              <a:gdLst/>
              <a:ahLst/>
              <a:cxnLst/>
              <a:rect l="l" t="t" r="r" b="b"/>
              <a:pathLst>
                <a:path w="5456" h="4757" extrusionOk="0">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75"/>
            <p:cNvSpPr/>
            <p:nvPr/>
          </p:nvSpPr>
          <p:spPr>
            <a:xfrm>
              <a:off x="3531462" y="3831217"/>
              <a:ext cx="144561" cy="112393"/>
            </a:xfrm>
            <a:custGeom>
              <a:avLst/>
              <a:gdLst/>
              <a:ahLst/>
              <a:cxnLst/>
              <a:rect l="l" t="t" r="r" b="b"/>
              <a:pathLst>
                <a:path w="5505" h="4280" extrusionOk="0">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75"/>
            <p:cNvSpPr/>
            <p:nvPr/>
          </p:nvSpPr>
          <p:spPr>
            <a:xfrm>
              <a:off x="3653098" y="3932318"/>
              <a:ext cx="36711" cy="31538"/>
            </a:xfrm>
            <a:custGeom>
              <a:avLst/>
              <a:gdLst/>
              <a:ahLst/>
              <a:cxnLst/>
              <a:rect l="l" t="t" r="r" b="b"/>
              <a:pathLst>
                <a:path w="1398" h="1201" extrusionOk="0">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75"/>
            <p:cNvSpPr/>
            <p:nvPr/>
          </p:nvSpPr>
          <p:spPr>
            <a:xfrm>
              <a:off x="3559875" y="3969870"/>
              <a:ext cx="126179" cy="173684"/>
            </a:xfrm>
            <a:custGeom>
              <a:avLst/>
              <a:gdLst/>
              <a:ahLst/>
              <a:cxnLst/>
              <a:rect l="l" t="t" r="r" b="b"/>
              <a:pathLst>
                <a:path w="4805" h="6614" extrusionOk="0">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3" name="Google Shape;10233;p75"/>
          <p:cNvGrpSpPr/>
          <p:nvPr/>
        </p:nvGrpSpPr>
        <p:grpSpPr>
          <a:xfrm>
            <a:off x="4030586" y="3805246"/>
            <a:ext cx="286523" cy="340566"/>
            <a:chOff x="4030586" y="3805246"/>
            <a:chExt cx="286523" cy="340566"/>
          </a:xfrm>
        </p:grpSpPr>
        <p:sp>
          <p:nvSpPr>
            <p:cNvPr id="10234" name="Google Shape;10234;p75"/>
            <p:cNvSpPr/>
            <p:nvPr/>
          </p:nvSpPr>
          <p:spPr>
            <a:xfrm>
              <a:off x="4030586" y="3826122"/>
              <a:ext cx="87735" cy="145533"/>
            </a:xfrm>
            <a:custGeom>
              <a:avLst/>
              <a:gdLst/>
              <a:ahLst/>
              <a:cxnLst/>
              <a:rect l="l" t="t" r="r" b="b"/>
              <a:pathLst>
                <a:path w="3341" h="5542" extrusionOk="0">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75"/>
            <p:cNvSpPr/>
            <p:nvPr/>
          </p:nvSpPr>
          <p:spPr>
            <a:xfrm>
              <a:off x="4229374" y="3825860"/>
              <a:ext cx="87735" cy="145796"/>
            </a:xfrm>
            <a:custGeom>
              <a:avLst/>
              <a:gdLst/>
              <a:ahLst/>
              <a:cxnLst/>
              <a:rect l="l" t="t" r="r" b="b"/>
              <a:pathLst>
                <a:path w="3341" h="5552" extrusionOk="0">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75"/>
            <p:cNvSpPr/>
            <p:nvPr/>
          </p:nvSpPr>
          <p:spPr>
            <a:xfrm>
              <a:off x="4162779" y="3999018"/>
              <a:ext cx="22400" cy="101547"/>
            </a:xfrm>
            <a:custGeom>
              <a:avLst/>
              <a:gdLst/>
              <a:ahLst/>
              <a:cxnLst/>
              <a:rect l="l" t="t" r="r" b="b"/>
              <a:pathLst>
                <a:path w="853" h="3867" extrusionOk="0">
                  <a:moveTo>
                    <a:pt x="0" y="1"/>
                  </a:moveTo>
                  <a:lnTo>
                    <a:pt x="0" y="3867"/>
                  </a:lnTo>
                  <a:lnTo>
                    <a:pt x="852" y="3867"/>
                  </a:lnTo>
                  <a:lnTo>
                    <a:pt x="852"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75"/>
            <p:cNvSpPr/>
            <p:nvPr/>
          </p:nvSpPr>
          <p:spPr>
            <a:xfrm>
              <a:off x="4091903" y="3816564"/>
              <a:ext cx="163889" cy="200836"/>
            </a:xfrm>
            <a:custGeom>
              <a:avLst/>
              <a:gdLst/>
              <a:ahLst/>
              <a:cxnLst/>
              <a:rect l="l" t="t" r="r" b="b"/>
              <a:pathLst>
                <a:path w="6241" h="7648" extrusionOk="0">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75"/>
            <p:cNvSpPr/>
            <p:nvPr/>
          </p:nvSpPr>
          <p:spPr>
            <a:xfrm>
              <a:off x="4158498" y="3816564"/>
              <a:ext cx="97530" cy="200836"/>
            </a:xfrm>
            <a:custGeom>
              <a:avLst/>
              <a:gdLst/>
              <a:ahLst/>
              <a:cxnLst/>
              <a:rect l="l" t="t" r="r" b="b"/>
              <a:pathLst>
                <a:path w="3714" h="7648" extrusionOk="0">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75"/>
            <p:cNvSpPr/>
            <p:nvPr/>
          </p:nvSpPr>
          <p:spPr>
            <a:xfrm>
              <a:off x="4081084" y="3805246"/>
              <a:ext cx="185501" cy="22662"/>
            </a:xfrm>
            <a:custGeom>
              <a:avLst/>
              <a:gdLst/>
              <a:ahLst/>
              <a:cxnLst/>
              <a:rect l="l" t="t" r="r" b="b"/>
              <a:pathLst>
                <a:path w="7064" h="863" extrusionOk="0">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75"/>
            <p:cNvSpPr/>
            <p:nvPr/>
          </p:nvSpPr>
          <p:spPr>
            <a:xfrm>
              <a:off x="4235913" y="3805246"/>
              <a:ext cx="30672" cy="22662"/>
            </a:xfrm>
            <a:custGeom>
              <a:avLst/>
              <a:gdLst/>
              <a:ahLst/>
              <a:cxnLst/>
              <a:rect l="l" t="t" r="r" b="b"/>
              <a:pathLst>
                <a:path w="1168" h="863" extrusionOk="0">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75"/>
            <p:cNvSpPr/>
            <p:nvPr/>
          </p:nvSpPr>
          <p:spPr>
            <a:xfrm>
              <a:off x="4133368" y="3866195"/>
              <a:ext cx="81196" cy="76627"/>
            </a:xfrm>
            <a:custGeom>
              <a:avLst/>
              <a:gdLst/>
              <a:ahLst/>
              <a:cxnLst/>
              <a:rect l="l" t="t" r="r" b="b"/>
              <a:pathLst>
                <a:path w="3092" h="2918" extrusionOk="0">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75"/>
            <p:cNvSpPr/>
            <p:nvPr/>
          </p:nvSpPr>
          <p:spPr>
            <a:xfrm>
              <a:off x="4152721" y="4004060"/>
              <a:ext cx="42489" cy="20877"/>
            </a:xfrm>
            <a:custGeom>
              <a:avLst/>
              <a:gdLst/>
              <a:ahLst/>
              <a:cxnLst/>
              <a:rect l="l" t="t" r="r" b="b"/>
              <a:pathLst>
                <a:path w="1618" h="795" extrusionOk="0">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75"/>
            <p:cNvSpPr/>
            <p:nvPr/>
          </p:nvSpPr>
          <p:spPr>
            <a:xfrm>
              <a:off x="4130348" y="4085466"/>
              <a:ext cx="87236" cy="30199"/>
            </a:xfrm>
            <a:custGeom>
              <a:avLst/>
              <a:gdLst/>
              <a:ahLst/>
              <a:cxnLst/>
              <a:rect l="l" t="t" r="r" b="b"/>
              <a:pathLst>
                <a:path w="3322" h="1150" extrusionOk="0">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75"/>
            <p:cNvSpPr/>
            <p:nvPr/>
          </p:nvSpPr>
          <p:spPr>
            <a:xfrm>
              <a:off x="4186649" y="4085466"/>
              <a:ext cx="30934" cy="29936"/>
            </a:xfrm>
            <a:custGeom>
              <a:avLst/>
              <a:gdLst/>
              <a:ahLst/>
              <a:cxnLst/>
              <a:rect l="l" t="t" r="r" b="b"/>
              <a:pathLst>
                <a:path w="1178" h="1140" extrusionOk="0">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75"/>
            <p:cNvSpPr/>
            <p:nvPr/>
          </p:nvSpPr>
          <p:spPr>
            <a:xfrm>
              <a:off x="4098941" y="4108102"/>
              <a:ext cx="150050" cy="37709"/>
            </a:xfrm>
            <a:custGeom>
              <a:avLst/>
              <a:gdLst/>
              <a:ahLst/>
              <a:cxnLst/>
              <a:rect l="l" t="t" r="r" b="b"/>
              <a:pathLst>
                <a:path w="5714" h="1436" extrusionOk="0">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75"/>
            <p:cNvSpPr/>
            <p:nvPr/>
          </p:nvSpPr>
          <p:spPr>
            <a:xfrm>
              <a:off x="4211018" y="4108102"/>
              <a:ext cx="37736" cy="37709"/>
            </a:xfrm>
            <a:custGeom>
              <a:avLst/>
              <a:gdLst/>
              <a:ahLst/>
              <a:cxnLst/>
              <a:rect l="l" t="t" r="r" b="b"/>
              <a:pathLst>
                <a:path w="1437" h="1436" extrusionOk="0">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7" name="Google Shape;10247;p75"/>
          <p:cNvGrpSpPr/>
          <p:nvPr/>
        </p:nvGrpSpPr>
        <p:grpSpPr>
          <a:xfrm>
            <a:off x="2180884" y="2888719"/>
            <a:ext cx="376752" cy="374468"/>
            <a:chOff x="2180884" y="2888719"/>
            <a:chExt cx="376752" cy="374468"/>
          </a:xfrm>
        </p:grpSpPr>
        <p:sp>
          <p:nvSpPr>
            <p:cNvPr id="10248" name="Google Shape;10248;p75"/>
            <p:cNvSpPr/>
            <p:nvPr/>
          </p:nvSpPr>
          <p:spPr>
            <a:xfrm>
              <a:off x="2180884" y="2954054"/>
              <a:ext cx="309395" cy="309133"/>
            </a:xfrm>
            <a:custGeom>
              <a:avLst/>
              <a:gdLst/>
              <a:ahLst/>
              <a:cxnLst/>
              <a:rect l="l" t="t" r="r" b="b"/>
              <a:pathLst>
                <a:path w="11782" h="11772" extrusionOk="0">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75"/>
            <p:cNvSpPr/>
            <p:nvPr/>
          </p:nvSpPr>
          <p:spPr>
            <a:xfrm>
              <a:off x="2335713" y="3102082"/>
              <a:ext cx="154330" cy="12579"/>
            </a:xfrm>
            <a:custGeom>
              <a:avLst/>
              <a:gdLst/>
              <a:ahLst/>
              <a:cxnLst/>
              <a:rect l="l" t="t" r="r" b="b"/>
              <a:pathLst>
                <a:path w="5877" h="479" extrusionOk="0">
                  <a:moveTo>
                    <a:pt x="0" y="0"/>
                  </a:moveTo>
                  <a:lnTo>
                    <a:pt x="0" y="479"/>
                  </a:lnTo>
                  <a:lnTo>
                    <a:pt x="5876" y="479"/>
                  </a:lnTo>
                  <a:lnTo>
                    <a:pt x="5876" y="240"/>
                  </a:lnTo>
                  <a:lnTo>
                    <a:pt x="5876"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75"/>
            <p:cNvSpPr/>
            <p:nvPr/>
          </p:nvSpPr>
          <p:spPr>
            <a:xfrm>
              <a:off x="2465648" y="2888719"/>
              <a:ext cx="91989" cy="89993"/>
            </a:xfrm>
            <a:custGeom>
              <a:avLst/>
              <a:gdLst/>
              <a:ahLst/>
              <a:cxnLst/>
              <a:rect l="l" t="t" r="r" b="b"/>
              <a:pathLst>
                <a:path w="3503" h="3427" extrusionOk="0">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75"/>
            <p:cNvSpPr/>
            <p:nvPr/>
          </p:nvSpPr>
          <p:spPr>
            <a:xfrm>
              <a:off x="2465648" y="2888719"/>
              <a:ext cx="61842" cy="90229"/>
            </a:xfrm>
            <a:custGeom>
              <a:avLst/>
              <a:gdLst/>
              <a:ahLst/>
              <a:cxnLst/>
              <a:rect l="l" t="t" r="r" b="b"/>
              <a:pathLst>
                <a:path w="2355" h="3436" extrusionOk="0">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75"/>
            <p:cNvSpPr/>
            <p:nvPr/>
          </p:nvSpPr>
          <p:spPr>
            <a:xfrm>
              <a:off x="2218094" y="2991002"/>
              <a:ext cx="235263" cy="235263"/>
            </a:xfrm>
            <a:custGeom>
              <a:avLst/>
              <a:gdLst/>
              <a:ahLst/>
              <a:cxnLst/>
              <a:rect l="l" t="t" r="r" b="b"/>
              <a:pathLst>
                <a:path w="8959" h="8959" extrusionOk="0">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75"/>
            <p:cNvSpPr/>
            <p:nvPr/>
          </p:nvSpPr>
          <p:spPr>
            <a:xfrm>
              <a:off x="2335713" y="3102082"/>
              <a:ext cx="117382" cy="12579"/>
            </a:xfrm>
            <a:custGeom>
              <a:avLst/>
              <a:gdLst/>
              <a:ahLst/>
              <a:cxnLst/>
              <a:rect l="l" t="t" r="r" b="b"/>
              <a:pathLst>
                <a:path w="4470" h="479" extrusionOk="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75"/>
            <p:cNvSpPr/>
            <p:nvPr/>
          </p:nvSpPr>
          <p:spPr>
            <a:xfrm>
              <a:off x="2249003" y="3021910"/>
              <a:ext cx="173185" cy="173421"/>
            </a:xfrm>
            <a:custGeom>
              <a:avLst/>
              <a:gdLst/>
              <a:ahLst/>
              <a:cxnLst/>
              <a:rect l="l" t="t" r="r" b="b"/>
              <a:pathLst>
                <a:path w="6595" h="6604" extrusionOk="0">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75"/>
            <p:cNvSpPr/>
            <p:nvPr/>
          </p:nvSpPr>
          <p:spPr>
            <a:xfrm>
              <a:off x="2335713" y="3102082"/>
              <a:ext cx="86711" cy="12579"/>
            </a:xfrm>
            <a:custGeom>
              <a:avLst/>
              <a:gdLst/>
              <a:ahLst/>
              <a:cxnLst/>
              <a:rect l="l" t="t" r="r" b="b"/>
              <a:pathLst>
                <a:path w="3302" h="479" extrusionOk="0">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75"/>
            <p:cNvSpPr/>
            <p:nvPr/>
          </p:nvSpPr>
          <p:spPr>
            <a:xfrm>
              <a:off x="2286187" y="3059094"/>
              <a:ext cx="99053" cy="99053"/>
            </a:xfrm>
            <a:custGeom>
              <a:avLst/>
              <a:gdLst/>
              <a:ahLst/>
              <a:cxnLst/>
              <a:rect l="l" t="t" r="r" b="b"/>
              <a:pathLst>
                <a:path w="3772" h="3772" extrusionOk="0">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75"/>
            <p:cNvSpPr/>
            <p:nvPr/>
          </p:nvSpPr>
          <p:spPr>
            <a:xfrm>
              <a:off x="2335713" y="3102318"/>
              <a:ext cx="49526" cy="12342"/>
            </a:xfrm>
            <a:custGeom>
              <a:avLst/>
              <a:gdLst/>
              <a:ahLst/>
              <a:cxnLst/>
              <a:rect l="l" t="t" r="r" b="b"/>
              <a:pathLst>
                <a:path w="1886" h="470" extrusionOk="0">
                  <a:moveTo>
                    <a:pt x="0" y="1"/>
                  </a:moveTo>
                  <a:lnTo>
                    <a:pt x="0" y="470"/>
                  </a:lnTo>
                  <a:lnTo>
                    <a:pt x="1866" y="470"/>
                  </a:lnTo>
                  <a:cubicBezTo>
                    <a:pt x="1886" y="317"/>
                    <a:pt x="1886" y="154"/>
                    <a:pt x="1866"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75"/>
            <p:cNvSpPr/>
            <p:nvPr/>
          </p:nvSpPr>
          <p:spPr>
            <a:xfrm>
              <a:off x="2317095" y="3090002"/>
              <a:ext cx="37237" cy="37237"/>
            </a:xfrm>
            <a:custGeom>
              <a:avLst/>
              <a:gdLst/>
              <a:ahLst/>
              <a:cxnLst/>
              <a:rect l="l" t="t" r="r" b="b"/>
              <a:pathLst>
                <a:path w="1418" h="1418" extrusionOk="0">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75"/>
            <p:cNvSpPr/>
            <p:nvPr/>
          </p:nvSpPr>
          <p:spPr>
            <a:xfrm>
              <a:off x="2335713" y="3102318"/>
              <a:ext cx="18855" cy="12342"/>
            </a:xfrm>
            <a:custGeom>
              <a:avLst/>
              <a:gdLst/>
              <a:ahLst/>
              <a:cxnLst/>
              <a:rect l="l" t="t" r="r" b="b"/>
              <a:pathLst>
                <a:path w="718" h="470" extrusionOk="0">
                  <a:moveTo>
                    <a:pt x="0" y="1"/>
                  </a:moveTo>
                  <a:lnTo>
                    <a:pt x="0" y="470"/>
                  </a:lnTo>
                  <a:lnTo>
                    <a:pt x="661" y="470"/>
                  </a:lnTo>
                  <a:cubicBezTo>
                    <a:pt x="718" y="317"/>
                    <a:pt x="718" y="154"/>
                    <a:pt x="66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75"/>
            <p:cNvSpPr/>
            <p:nvPr/>
          </p:nvSpPr>
          <p:spPr>
            <a:xfrm>
              <a:off x="2326496" y="3073169"/>
              <a:ext cx="44668" cy="41570"/>
            </a:xfrm>
            <a:custGeom>
              <a:avLst/>
              <a:gdLst/>
              <a:ahLst/>
              <a:cxnLst/>
              <a:rect l="l" t="t" r="r" b="b"/>
              <a:pathLst>
                <a:path w="1701" h="1583" extrusionOk="0">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75"/>
            <p:cNvSpPr/>
            <p:nvPr/>
          </p:nvSpPr>
          <p:spPr>
            <a:xfrm>
              <a:off x="2355566" y="2901954"/>
              <a:ext cx="188704" cy="185080"/>
            </a:xfrm>
            <a:custGeom>
              <a:avLst/>
              <a:gdLst/>
              <a:ahLst/>
              <a:cxnLst/>
              <a:rect l="l" t="t" r="r" b="b"/>
              <a:pathLst>
                <a:path w="7186" h="7048" extrusionOk="0">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2" name="Google Shape;10262;p75"/>
          <p:cNvGrpSpPr/>
          <p:nvPr/>
        </p:nvGrpSpPr>
        <p:grpSpPr>
          <a:xfrm>
            <a:off x="3954432" y="2942999"/>
            <a:ext cx="378249" cy="265909"/>
            <a:chOff x="3954432" y="2942999"/>
            <a:chExt cx="378249" cy="265909"/>
          </a:xfrm>
        </p:grpSpPr>
        <p:sp>
          <p:nvSpPr>
            <p:cNvPr id="10263" name="Google Shape;10263;p75"/>
            <p:cNvSpPr/>
            <p:nvPr/>
          </p:nvSpPr>
          <p:spPr>
            <a:xfrm>
              <a:off x="3954432" y="2981207"/>
              <a:ext cx="378249" cy="227700"/>
            </a:xfrm>
            <a:custGeom>
              <a:avLst/>
              <a:gdLst/>
              <a:ahLst/>
              <a:cxnLst/>
              <a:rect l="l" t="t" r="r" b="b"/>
              <a:pathLst>
                <a:path w="14404" h="8671" extrusionOk="0">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75"/>
            <p:cNvSpPr/>
            <p:nvPr/>
          </p:nvSpPr>
          <p:spPr>
            <a:xfrm>
              <a:off x="3954432" y="2980944"/>
              <a:ext cx="208111" cy="227727"/>
            </a:xfrm>
            <a:custGeom>
              <a:avLst/>
              <a:gdLst/>
              <a:ahLst/>
              <a:cxnLst/>
              <a:rect l="l" t="t" r="r" b="b"/>
              <a:pathLst>
                <a:path w="7925" h="8672" extrusionOk="0">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75"/>
            <p:cNvSpPr/>
            <p:nvPr/>
          </p:nvSpPr>
          <p:spPr>
            <a:xfrm>
              <a:off x="4034604" y="3013270"/>
              <a:ext cx="190516" cy="163232"/>
            </a:xfrm>
            <a:custGeom>
              <a:avLst/>
              <a:gdLst/>
              <a:ahLst/>
              <a:cxnLst/>
              <a:rect l="l" t="t" r="r" b="b"/>
              <a:pathLst>
                <a:path w="7255" h="6216" extrusionOk="0">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75"/>
            <p:cNvSpPr/>
            <p:nvPr/>
          </p:nvSpPr>
          <p:spPr>
            <a:xfrm>
              <a:off x="4062256" y="3013349"/>
              <a:ext cx="96768" cy="163101"/>
            </a:xfrm>
            <a:custGeom>
              <a:avLst/>
              <a:gdLst/>
              <a:ahLst/>
              <a:cxnLst/>
              <a:rect l="l" t="t" r="r" b="b"/>
              <a:pathLst>
                <a:path w="3685" h="6211" extrusionOk="0">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75"/>
            <p:cNvSpPr/>
            <p:nvPr/>
          </p:nvSpPr>
          <p:spPr>
            <a:xfrm>
              <a:off x="4088647" y="3053763"/>
              <a:ext cx="96007" cy="82273"/>
            </a:xfrm>
            <a:custGeom>
              <a:avLst/>
              <a:gdLst/>
              <a:ahLst/>
              <a:cxnLst/>
              <a:rect l="l" t="t" r="r" b="b"/>
              <a:pathLst>
                <a:path w="3656" h="3133" extrusionOk="0">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75"/>
            <p:cNvSpPr/>
            <p:nvPr/>
          </p:nvSpPr>
          <p:spPr>
            <a:xfrm>
              <a:off x="4102696" y="3053868"/>
              <a:ext cx="57089" cy="82246"/>
            </a:xfrm>
            <a:custGeom>
              <a:avLst/>
              <a:gdLst/>
              <a:ahLst/>
              <a:cxnLst/>
              <a:rect l="l" t="t" r="r" b="b"/>
              <a:pathLst>
                <a:path w="2174" h="3132" extrusionOk="0">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75"/>
            <p:cNvSpPr/>
            <p:nvPr/>
          </p:nvSpPr>
          <p:spPr>
            <a:xfrm>
              <a:off x="4260807" y="2996411"/>
              <a:ext cx="38051" cy="26207"/>
            </a:xfrm>
            <a:custGeom>
              <a:avLst/>
              <a:gdLst/>
              <a:ahLst/>
              <a:cxnLst/>
              <a:rect l="l" t="t" r="r" b="b"/>
              <a:pathLst>
                <a:path w="1449" h="998" extrusionOk="0">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75"/>
            <p:cNvSpPr/>
            <p:nvPr/>
          </p:nvSpPr>
          <p:spPr>
            <a:xfrm>
              <a:off x="4020528" y="2942999"/>
              <a:ext cx="229381" cy="58323"/>
            </a:xfrm>
            <a:custGeom>
              <a:avLst/>
              <a:gdLst/>
              <a:ahLst/>
              <a:cxnLst/>
              <a:rect l="l" t="t" r="r" b="b"/>
              <a:pathLst>
                <a:path w="8735" h="2221" extrusionOk="0">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75"/>
            <p:cNvSpPr/>
            <p:nvPr/>
          </p:nvSpPr>
          <p:spPr>
            <a:xfrm>
              <a:off x="4153719" y="3056337"/>
              <a:ext cx="33193" cy="28440"/>
            </a:xfrm>
            <a:custGeom>
              <a:avLst/>
              <a:gdLst/>
              <a:ahLst/>
              <a:cxnLst/>
              <a:rect l="l" t="t" r="r" b="b"/>
              <a:pathLst>
                <a:path w="1264" h="1083" extrusionOk="0">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2" name="Google Shape;10272;p75"/>
          <p:cNvGrpSpPr/>
          <p:nvPr/>
        </p:nvGrpSpPr>
        <p:grpSpPr>
          <a:xfrm>
            <a:off x="1752137" y="4266608"/>
            <a:ext cx="378512" cy="374756"/>
            <a:chOff x="1752137" y="4266608"/>
            <a:chExt cx="378512" cy="374756"/>
          </a:xfrm>
        </p:grpSpPr>
        <p:sp>
          <p:nvSpPr>
            <p:cNvPr id="10273" name="Google Shape;10273;p75"/>
            <p:cNvSpPr/>
            <p:nvPr/>
          </p:nvSpPr>
          <p:spPr>
            <a:xfrm>
              <a:off x="1752400" y="4382020"/>
              <a:ext cx="171163" cy="82220"/>
            </a:xfrm>
            <a:custGeom>
              <a:avLst/>
              <a:gdLst/>
              <a:ahLst/>
              <a:cxnLst/>
              <a:rect l="l" t="t" r="r" b="b"/>
              <a:pathLst>
                <a:path w="6518" h="3131" extrusionOk="0">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75"/>
            <p:cNvSpPr/>
            <p:nvPr/>
          </p:nvSpPr>
          <p:spPr>
            <a:xfrm>
              <a:off x="1931834" y="4472250"/>
              <a:ext cx="81957" cy="169114"/>
            </a:xfrm>
            <a:custGeom>
              <a:avLst/>
              <a:gdLst/>
              <a:ahLst/>
              <a:cxnLst/>
              <a:rect l="l" t="t" r="r" b="b"/>
              <a:pathLst>
                <a:path w="3121" h="6440" extrusionOk="0">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75"/>
            <p:cNvSpPr/>
            <p:nvPr/>
          </p:nvSpPr>
          <p:spPr>
            <a:xfrm>
              <a:off x="1752137" y="4386537"/>
              <a:ext cx="123685" cy="71664"/>
            </a:xfrm>
            <a:custGeom>
              <a:avLst/>
              <a:gdLst/>
              <a:ahLst/>
              <a:cxnLst/>
              <a:rect l="l" t="t" r="r" b="b"/>
              <a:pathLst>
                <a:path w="4710" h="2729" extrusionOk="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75"/>
            <p:cNvSpPr/>
            <p:nvPr/>
          </p:nvSpPr>
          <p:spPr>
            <a:xfrm>
              <a:off x="1931834" y="4539108"/>
              <a:ext cx="23897" cy="102256"/>
            </a:xfrm>
            <a:custGeom>
              <a:avLst/>
              <a:gdLst/>
              <a:ahLst/>
              <a:cxnLst/>
              <a:rect l="l" t="t" r="r" b="b"/>
              <a:pathLst>
                <a:path w="910" h="3894" extrusionOk="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75"/>
            <p:cNvSpPr/>
            <p:nvPr/>
          </p:nvSpPr>
          <p:spPr>
            <a:xfrm>
              <a:off x="1823512" y="4266608"/>
              <a:ext cx="307137" cy="305115"/>
            </a:xfrm>
            <a:custGeom>
              <a:avLst/>
              <a:gdLst/>
              <a:ahLst/>
              <a:cxnLst/>
              <a:rect l="l" t="t" r="r" b="b"/>
              <a:pathLst>
                <a:path w="11696" h="11619" extrusionOk="0">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75"/>
            <p:cNvSpPr/>
            <p:nvPr/>
          </p:nvSpPr>
          <p:spPr>
            <a:xfrm>
              <a:off x="1823512" y="4266686"/>
              <a:ext cx="306507" cy="227963"/>
            </a:xfrm>
            <a:custGeom>
              <a:avLst/>
              <a:gdLst/>
              <a:ahLst/>
              <a:cxnLst/>
              <a:rect l="l" t="t" r="r" b="b"/>
              <a:pathLst>
                <a:path w="11672" h="8681" extrusionOk="0">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75"/>
            <p:cNvSpPr/>
            <p:nvPr/>
          </p:nvSpPr>
          <p:spPr>
            <a:xfrm>
              <a:off x="1978078" y="4353633"/>
              <a:ext cx="64127" cy="64101"/>
            </a:xfrm>
            <a:custGeom>
              <a:avLst/>
              <a:gdLst/>
              <a:ahLst/>
              <a:cxnLst/>
              <a:rect l="l" t="t" r="r" b="b"/>
              <a:pathLst>
                <a:path w="2442" h="2441" extrusionOk="0">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75"/>
            <p:cNvSpPr/>
            <p:nvPr/>
          </p:nvSpPr>
          <p:spPr>
            <a:xfrm>
              <a:off x="1978078" y="4353660"/>
              <a:ext cx="39731" cy="64206"/>
            </a:xfrm>
            <a:custGeom>
              <a:avLst/>
              <a:gdLst/>
              <a:ahLst/>
              <a:cxnLst/>
              <a:rect l="l" t="t" r="r" b="b"/>
              <a:pathLst>
                <a:path w="1513" h="2445" extrusionOk="0">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75"/>
            <p:cNvSpPr/>
            <p:nvPr/>
          </p:nvSpPr>
          <p:spPr>
            <a:xfrm>
              <a:off x="1815476" y="4497381"/>
              <a:ext cx="82955" cy="82404"/>
            </a:xfrm>
            <a:custGeom>
              <a:avLst/>
              <a:gdLst/>
              <a:ahLst/>
              <a:cxnLst/>
              <a:rect l="l" t="t" r="r" b="b"/>
              <a:pathLst>
                <a:path w="3159" h="3138" extrusionOk="0">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75"/>
            <p:cNvSpPr/>
            <p:nvPr/>
          </p:nvSpPr>
          <p:spPr>
            <a:xfrm>
              <a:off x="1815476" y="4497381"/>
              <a:ext cx="32195" cy="35950"/>
            </a:xfrm>
            <a:custGeom>
              <a:avLst/>
              <a:gdLst/>
              <a:ahLst/>
              <a:cxnLst/>
              <a:rect l="l" t="t" r="r" b="b"/>
              <a:pathLst>
                <a:path w="1226" h="1369" extrusionOk="0">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75"/>
            <p:cNvSpPr/>
            <p:nvPr/>
          </p:nvSpPr>
          <p:spPr>
            <a:xfrm>
              <a:off x="1823512" y="4463952"/>
              <a:ext cx="108349" cy="107719"/>
            </a:xfrm>
            <a:custGeom>
              <a:avLst/>
              <a:gdLst/>
              <a:ahLst/>
              <a:cxnLst/>
              <a:rect l="l" t="t" r="r" b="b"/>
              <a:pathLst>
                <a:path w="4126" h="4102" extrusionOk="0">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75"/>
            <p:cNvSpPr/>
            <p:nvPr/>
          </p:nvSpPr>
          <p:spPr>
            <a:xfrm>
              <a:off x="1823512" y="4463952"/>
              <a:ext cx="28939" cy="30698"/>
            </a:xfrm>
            <a:custGeom>
              <a:avLst/>
              <a:gdLst/>
              <a:ahLst/>
              <a:cxnLst/>
              <a:rect l="l" t="t" r="r" b="b"/>
              <a:pathLst>
                <a:path w="1102" h="1169" extrusionOk="0">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75"/>
            <p:cNvSpPr/>
            <p:nvPr/>
          </p:nvSpPr>
          <p:spPr>
            <a:xfrm>
              <a:off x="1776034" y="4536981"/>
              <a:ext cx="33692" cy="30724"/>
            </a:xfrm>
            <a:custGeom>
              <a:avLst/>
              <a:gdLst/>
              <a:ahLst/>
              <a:cxnLst/>
              <a:rect l="l" t="t" r="r" b="b"/>
              <a:pathLst>
                <a:path w="1283" h="1170" extrusionOk="0">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75"/>
            <p:cNvSpPr/>
            <p:nvPr/>
          </p:nvSpPr>
          <p:spPr>
            <a:xfrm>
              <a:off x="1794862" y="4555730"/>
              <a:ext cx="33508" cy="30567"/>
            </a:xfrm>
            <a:custGeom>
              <a:avLst/>
              <a:gdLst/>
              <a:ahLst/>
              <a:cxnLst/>
              <a:rect l="l" t="t" r="r" b="b"/>
              <a:pathLst>
                <a:path w="1276" h="1164" extrusionOk="0">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75"/>
            <p:cNvSpPr/>
            <p:nvPr/>
          </p:nvSpPr>
          <p:spPr>
            <a:xfrm>
              <a:off x="1832309" y="4593125"/>
              <a:ext cx="33481" cy="30619"/>
            </a:xfrm>
            <a:custGeom>
              <a:avLst/>
              <a:gdLst/>
              <a:ahLst/>
              <a:cxnLst/>
              <a:rect l="l" t="t" r="r" b="b"/>
              <a:pathLst>
                <a:path w="1275" h="1166" extrusionOk="0">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75"/>
            <p:cNvSpPr/>
            <p:nvPr/>
          </p:nvSpPr>
          <p:spPr>
            <a:xfrm>
              <a:off x="1813480" y="4574322"/>
              <a:ext cx="33665" cy="30645"/>
            </a:xfrm>
            <a:custGeom>
              <a:avLst/>
              <a:gdLst/>
              <a:ahLst/>
              <a:cxnLst/>
              <a:rect l="l" t="t" r="r" b="b"/>
              <a:pathLst>
                <a:path w="1282" h="1167" extrusionOk="0">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75"/>
            <p:cNvSpPr/>
            <p:nvPr/>
          </p:nvSpPr>
          <p:spPr>
            <a:xfrm>
              <a:off x="2057751" y="4266686"/>
              <a:ext cx="72241" cy="71375"/>
            </a:xfrm>
            <a:custGeom>
              <a:avLst/>
              <a:gdLst/>
              <a:ahLst/>
              <a:cxnLst/>
              <a:rect l="l" t="t" r="r" b="b"/>
              <a:pathLst>
                <a:path w="2751" h="2718" extrusionOk="0">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75"/>
            <p:cNvSpPr/>
            <p:nvPr/>
          </p:nvSpPr>
          <p:spPr>
            <a:xfrm>
              <a:off x="2057751" y="4266686"/>
              <a:ext cx="72241" cy="31171"/>
            </a:xfrm>
            <a:custGeom>
              <a:avLst/>
              <a:gdLst/>
              <a:ahLst/>
              <a:cxnLst/>
              <a:rect l="l" t="t" r="r" b="b"/>
              <a:pathLst>
                <a:path w="2751" h="1187" extrusionOk="0">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75"/>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75"/>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75"/>
            <p:cNvSpPr/>
            <p:nvPr/>
          </p:nvSpPr>
          <p:spPr>
            <a:xfrm>
              <a:off x="1839609" y="4424378"/>
              <a:ext cx="130696" cy="131090"/>
            </a:xfrm>
            <a:custGeom>
              <a:avLst/>
              <a:gdLst/>
              <a:ahLst/>
              <a:cxnLst/>
              <a:rect l="l" t="t" r="r" b="b"/>
              <a:pathLst>
                <a:path w="4977" h="4992" extrusionOk="0">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4" name="Google Shape;10294;p75"/>
          <p:cNvGrpSpPr/>
          <p:nvPr/>
        </p:nvGrpSpPr>
        <p:grpSpPr>
          <a:xfrm>
            <a:off x="3117788" y="3812546"/>
            <a:ext cx="341065" cy="341065"/>
            <a:chOff x="3117788" y="3812546"/>
            <a:chExt cx="341065" cy="341065"/>
          </a:xfrm>
        </p:grpSpPr>
        <p:sp>
          <p:nvSpPr>
            <p:cNvPr id="10295" name="Google Shape;10295;p75"/>
            <p:cNvSpPr/>
            <p:nvPr/>
          </p:nvSpPr>
          <p:spPr>
            <a:xfrm>
              <a:off x="3117788" y="3812546"/>
              <a:ext cx="259396" cy="259370"/>
            </a:xfrm>
            <a:custGeom>
              <a:avLst/>
              <a:gdLst/>
              <a:ahLst/>
              <a:cxnLst/>
              <a:rect l="l" t="t" r="r" b="b"/>
              <a:pathLst>
                <a:path w="9878" h="9877" extrusionOk="0">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75"/>
            <p:cNvSpPr/>
            <p:nvPr/>
          </p:nvSpPr>
          <p:spPr>
            <a:xfrm>
              <a:off x="3171332" y="3885181"/>
              <a:ext cx="132981" cy="114126"/>
            </a:xfrm>
            <a:custGeom>
              <a:avLst/>
              <a:gdLst/>
              <a:ahLst/>
              <a:cxnLst/>
              <a:rect l="l" t="t" r="r" b="b"/>
              <a:pathLst>
                <a:path w="5064" h="4346" extrusionOk="0">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75"/>
            <p:cNvSpPr/>
            <p:nvPr/>
          </p:nvSpPr>
          <p:spPr>
            <a:xfrm>
              <a:off x="3209541" y="3914067"/>
              <a:ext cx="66123" cy="56485"/>
            </a:xfrm>
            <a:custGeom>
              <a:avLst/>
              <a:gdLst/>
              <a:ahLst/>
              <a:cxnLst/>
              <a:rect l="l" t="t" r="r" b="b"/>
              <a:pathLst>
                <a:path w="2518" h="2151" extrusionOk="0">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75"/>
            <p:cNvSpPr/>
            <p:nvPr/>
          </p:nvSpPr>
          <p:spPr>
            <a:xfrm>
              <a:off x="3288189" y="3982947"/>
              <a:ext cx="170664" cy="170664"/>
            </a:xfrm>
            <a:custGeom>
              <a:avLst/>
              <a:gdLst/>
              <a:ahLst/>
              <a:cxnLst/>
              <a:rect l="l" t="t" r="r" b="b"/>
              <a:pathLst>
                <a:path w="6499" h="6499" extrusionOk="0">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75"/>
            <p:cNvSpPr/>
            <p:nvPr/>
          </p:nvSpPr>
          <p:spPr>
            <a:xfrm>
              <a:off x="3316340" y="4025672"/>
              <a:ext cx="99788" cy="85371"/>
            </a:xfrm>
            <a:custGeom>
              <a:avLst/>
              <a:gdLst/>
              <a:ahLst/>
              <a:cxnLst/>
              <a:rect l="l" t="t" r="r" b="b"/>
              <a:pathLst>
                <a:path w="3800" h="3251" extrusionOk="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75"/>
            <p:cNvSpPr/>
            <p:nvPr/>
          </p:nvSpPr>
          <p:spPr>
            <a:xfrm>
              <a:off x="3339213" y="4042741"/>
              <a:ext cx="59847" cy="51260"/>
            </a:xfrm>
            <a:custGeom>
              <a:avLst/>
              <a:gdLst/>
              <a:ahLst/>
              <a:cxnLst/>
              <a:rect l="l" t="t" r="r" b="b"/>
              <a:pathLst>
                <a:path w="2279" h="1952" extrusionOk="0">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1" name="Google Shape;10301;p75"/>
          <p:cNvGrpSpPr/>
          <p:nvPr/>
        </p:nvGrpSpPr>
        <p:grpSpPr>
          <a:xfrm>
            <a:off x="3994400" y="4299932"/>
            <a:ext cx="338281" cy="322657"/>
            <a:chOff x="3994400" y="4299932"/>
            <a:chExt cx="338281" cy="322657"/>
          </a:xfrm>
        </p:grpSpPr>
        <p:sp>
          <p:nvSpPr>
            <p:cNvPr id="10302" name="Google Shape;10302;p75"/>
            <p:cNvSpPr/>
            <p:nvPr/>
          </p:nvSpPr>
          <p:spPr>
            <a:xfrm>
              <a:off x="3994400" y="4299932"/>
              <a:ext cx="286759" cy="272447"/>
            </a:xfrm>
            <a:custGeom>
              <a:avLst/>
              <a:gdLst/>
              <a:ahLst/>
              <a:cxnLst/>
              <a:rect l="l" t="t" r="r" b="b"/>
              <a:pathLst>
                <a:path w="10920" h="10375" extrusionOk="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75"/>
            <p:cNvSpPr/>
            <p:nvPr/>
          </p:nvSpPr>
          <p:spPr>
            <a:xfrm>
              <a:off x="4027829" y="4330314"/>
              <a:ext cx="223184" cy="211839"/>
            </a:xfrm>
            <a:custGeom>
              <a:avLst/>
              <a:gdLst/>
              <a:ahLst/>
              <a:cxnLst/>
              <a:rect l="l" t="t" r="r" b="b"/>
              <a:pathLst>
                <a:path w="8499" h="8067" extrusionOk="0">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75"/>
            <p:cNvSpPr/>
            <p:nvPr/>
          </p:nvSpPr>
          <p:spPr>
            <a:xfrm>
              <a:off x="4095422" y="4335330"/>
              <a:ext cx="99053" cy="201729"/>
            </a:xfrm>
            <a:custGeom>
              <a:avLst/>
              <a:gdLst/>
              <a:ahLst/>
              <a:cxnLst/>
              <a:rect l="l" t="t" r="r" b="b"/>
              <a:pathLst>
                <a:path w="3772" h="7682" extrusionOk="0">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75"/>
            <p:cNvSpPr/>
            <p:nvPr/>
          </p:nvSpPr>
          <p:spPr>
            <a:xfrm>
              <a:off x="4179611" y="4472250"/>
              <a:ext cx="153070" cy="150339"/>
            </a:xfrm>
            <a:custGeom>
              <a:avLst/>
              <a:gdLst/>
              <a:ahLst/>
              <a:cxnLst/>
              <a:rect l="l" t="t" r="r" b="b"/>
              <a:pathLst>
                <a:path w="5829" h="5725" extrusionOk="0">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75"/>
            <p:cNvSpPr/>
            <p:nvPr/>
          </p:nvSpPr>
          <p:spPr>
            <a:xfrm>
              <a:off x="4238408" y="4472250"/>
              <a:ext cx="18119" cy="23135"/>
            </a:xfrm>
            <a:custGeom>
              <a:avLst/>
              <a:gdLst/>
              <a:ahLst/>
              <a:cxnLst/>
              <a:rect l="l" t="t" r="r" b="b"/>
              <a:pathLst>
                <a:path w="690" h="881" extrusionOk="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75"/>
            <p:cNvSpPr/>
            <p:nvPr/>
          </p:nvSpPr>
          <p:spPr>
            <a:xfrm>
              <a:off x="4217321" y="4590105"/>
              <a:ext cx="28151" cy="32484"/>
            </a:xfrm>
            <a:custGeom>
              <a:avLst/>
              <a:gdLst/>
              <a:ahLst/>
              <a:cxnLst/>
              <a:rect l="l" t="t" r="r" b="b"/>
              <a:pathLst>
                <a:path w="1072" h="1237" extrusionOk="0">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75"/>
            <p:cNvSpPr/>
            <p:nvPr/>
          </p:nvSpPr>
          <p:spPr>
            <a:xfrm>
              <a:off x="4179349" y="4482412"/>
              <a:ext cx="44274" cy="114520"/>
            </a:xfrm>
            <a:custGeom>
              <a:avLst/>
              <a:gdLst/>
              <a:ahLst/>
              <a:cxnLst/>
              <a:rect l="l" t="t" r="r" b="b"/>
              <a:pathLst>
                <a:path w="1686" h="4361" extrusionOk="0">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9" name="Google Shape;10309;p75"/>
            <p:cNvSpPr/>
            <p:nvPr/>
          </p:nvSpPr>
          <p:spPr>
            <a:xfrm>
              <a:off x="4208760" y="4511955"/>
              <a:ext cx="82456" cy="70639"/>
            </a:xfrm>
            <a:custGeom>
              <a:avLst/>
              <a:gdLst/>
              <a:ahLst/>
              <a:cxnLst/>
              <a:rect l="l" t="t" r="r" b="b"/>
              <a:pathLst>
                <a:path w="3140" h="2690" extrusionOk="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10" name="Google Shape;10310;p75"/>
          <p:cNvSpPr/>
          <p:nvPr/>
        </p:nvSpPr>
        <p:spPr>
          <a:xfrm>
            <a:off x="3700340" y="1965628"/>
            <a:ext cx="48528" cy="24159"/>
          </a:xfrm>
          <a:custGeom>
            <a:avLst/>
            <a:gdLst/>
            <a:ahLst/>
            <a:cxnLst/>
            <a:rect l="l" t="t" r="r" b="b"/>
            <a:pathLst>
              <a:path w="1848" h="920" extrusionOk="0">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75"/>
          <p:cNvSpPr/>
          <p:nvPr/>
        </p:nvSpPr>
        <p:spPr>
          <a:xfrm>
            <a:off x="3700340" y="1965628"/>
            <a:ext cx="33455" cy="21901"/>
          </a:xfrm>
          <a:custGeom>
            <a:avLst/>
            <a:gdLst/>
            <a:ahLst/>
            <a:cxnLst/>
            <a:rect l="l" t="t" r="r" b="b"/>
            <a:pathLst>
              <a:path w="1274" h="834" extrusionOk="0">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12" name="Google Shape;10312;p75"/>
          <p:cNvGrpSpPr/>
          <p:nvPr/>
        </p:nvGrpSpPr>
        <p:grpSpPr>
          <a:xfrm>
            <a:off x="3573426" y="1965628"/>
            <a:ext cx="302358" cy="374993"/>
            <a:chOff x="3573426" y="1965628"/>
            <a:chExt cx="302358" cy="374993"/>
          </a:xfrm>
        </p:grpSpPr>
        <p:sp>
          <p:nvSpPr>
            <p:cNvPr id="10313" name="Google Shape;10313;p75"/>
            <p:cNvSpPr/>
            <p:nvPr/>
          </p:nvSpPr>
          <p:spPr>
            <a:xfrm>
              <a:off x="3688287" y="2013894"/>
              <a:ext cx="72661" cy="60582"/>
            </a:xfrm>
            <a:custGeom>
              <a:avLst/>
              <a:gdLst/>
              <a:ahLst/>
              <a:cxnLst/>
              <a:rect l="l" t="t" r="r" b="b"/>
              <a:pathLst>
                <a:path w="2767" h="2307" extrusionOk="0">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75"/>
            <p:cNvSpPr/>
            <p:nvPr/>
          </p:nvSpPr>
          <p:spPr>
            <a:xfrm>
              <a:off x="3711422" y="2013894"/>
              <a:ext cx="26391" cy="18251"/>
            </a:xfrm>
            <a:custGeom>
              <a:avLst/>
              <a:gdLst/>
              <a:ahLst/>
              <a:cxnLst/>
              <a:rect l="l" t="t" r="r" b="b"/>
              <a:pathLst>
                <a:path w="1005" h="695" extrusionOk="0">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75"/>
            <p:cNvSpPr/>
            <p:nvPr/>
          </p:nvSpPr>
          <p:spPr>
            <a:xfrm>
              <a:off x="3688287" y="2032985"/>
              <a:ext cx="72661" cy="41491"/>
            </a:xfrm>
            <a:custGeom>
              <a:avLst/>
              <a:gdLst/>
              <a:ahLst/>
              <a:cxnLst/>
              <a:rect l="l" t="t" r="r" b="b"/>
              <a:pathLst>
                <a:path w="2767" h="1580" extrusionOk="0">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75"/>
            <p:cNvSpPr/>
            <p:nvPr/>
          </p:nvSpPr>
          <p:spPr>
            <a:xfrm>
              <a:off x="3688287" y="2043804"/>
              <a:ext cx="18119" cy="30672"/>
            </a:xfrm>
            <a:custGeom>
              <a:avLst/>
              <a:gdLst/>
              <a:ahLst/>
              <a:cxnLst/>
              <a:rect l="l" t="t" r="r" b="b"/>
              <a:pathLst>
                <a:path w="690" h="1168" extrusionOk="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75"/>
            <p:cNvSpPr/>
            <p:nvPr/>
          </p:nvSpPr>
          <p:spPr>
            <a:xfrm>
              <a:off x="3742829" y="2043804"/>
              <a:ext cx="18119" cy="30672"/>
            </a:xfrm>
            <a:custGeom>
              <a:avLst/>
              <a:gdLst/>
              <a:ahLst/>
              <a:cxnLst/>
              <a:rect l="l" t="t" r="r" b="b"/>
              <a:pathLst>
                <a:path w="690" h="1168" extrusionOk="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75"/>
            <p:cNvSpPr/>
            <p:nvPr/>
          </p:nvSpPr>
          <p:spPr>
            <a:xfrm>
              <a:off x="3700340" y="1965628"/>
              <a:ext cx="48528" cy="54306"/>
            </a:xfrm>
            <a:custGeom>
              <a:avLst/>
              <a:gdLst/>
              <a:ahLst/>
              <a:cxnLst/>
              <a:rect l="l" t="t" r="r" b="b"/>
              <a:pathLst>
                <a:path w="1848" h="2068" extrusionOk="0">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75"/>
            <p:cNvSpPr/>
            <p:nvPr/>
          </p:nvSpPr>
          <p:spPr>
            <a:xfrm>
              <a:off x="3700156" y="1965628"/>
              <a:ext cx="33639" cy="54621"/>
            </a:xfrm>
            <a:custGeom>
              <a:avLst/>
              <a:gdLst/>
              <a:ahLst/>
              <a:cxnLst/>
              <a:rect l="l" t="t" r="r" b="b"/>
              <a:pathLst>
                <a:path w="1281" h="2080" extrusionOk="0">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75"/>
            <p:cNvSpPr/>
            <p:nvPr/>
          </p:nvSpPr>
          <p:spPr>
            <a:xfrm>
              <a:off x="3682247" y="2086502"/>
              <a:ext cx="84741" cy="145060"/>
            </a:xfrm>
            <a:custGeom>
              <a:avLst/>
              <a:gdLst/>
              <a:ahLst/>
              <a:cxnLst/>
              <a:rect l="l" t="t" r="r" b="b"/>
              <a:pathLst>
                <a:path w="3227" h="5524" extrusionOk="0">
                  <a:moveTo>
                    <a:pt x="1" y="1"/>
                  </a:moveTo>
                  <a:lnTo>
                    <a:pt x="1" y="5523"/>
                  </a:lnTo>
                  <a:lnTo>
                    <a:pt x="3226" y="5523"/>
                  </a:lnTo>
                  <a:lnTo>
                    <a:pt x="322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75"/>
            <p:cNvSpPr/>
            <p:nvPr/>
          </p:nvSpPr>
          <p:spPr>
            <a:xfrm>
              <a:off x="3682247" y="2170955"/>
              <a:ext cx="84741" cy="60608"/>
            </a:xfrm>
            <a:custGeom>
              <a:avLst/>
              <a:gdLst/>
              <a:ahLst/>
              <a:cxnLst/>
              <a:rect l="l" t="t" r="r" b="b"/>
              <a:pathLst>
                <a:path w="3227" h="2308" extrusionOk="0">
                  <a:moveTo>
                    <a:pt x="1" y="1"/>
                  </a:moveTo>
                  <a:lnTo>
                    <a:pt x="1" y="2307"/>
                  </a:lnTo>
                  <a:lnTo>
                    <a:pt x="3226" y="2307"/>
                  </a:lnTo>
                  <a:lnTo>
                    <a:pt x="322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75"/>
            <p:cNvSpPr/>
            <p:nvPr/>
          </p:nvSpPr>
          <p:spPr>
            <a:xfrm>
              <a:off x="3754882"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75"/>
            <p:cNvSpPr/>
            <p:nvPr/>
          </p:nvSpPr>
          <p:spPr>
            <a:xfrm>
              <a:off x="3754646"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75"/>
            <p:cNvSpPr/>
            <p:nvPr/>
          </p:nvSpPr>
          <p:spPr>
            <a:xfrm>
              <a:off x="3754882"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75"/>
            <p:cNvSpPr/>
            <p:nvPr/>
          </p:nvSpPr>
          <p:spPr>
            <a:xfrm>
              <a:off x="3754882"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75"/>
            <p:cNvSpPr/>
            <p:nvPr/>
          </p:nvSpPr>
          <p:spPr>
            <a:xfrm>
              <a:off x="3736789" y="2219457"/>
              <a:ext cx="84715" cy="96794"/>
            </a:xfrm>
            <a:custGeom>
              <a:avLst/>
              <a:gdLst/>
              <a:ahLst/>
              <a:cxnLst/>
              <a:rect l="l" t="t" r="r" b="b"/>
              <a:pathLst>
                <a:path w="3226"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75"/>
            <p:cNvSpPr/>
            <p:nvPr/>
          </p:nvSpPr>
          <p:spPr>
            <a:xfrm>
              <a:off x="3736789" y="2233296"/>
              <a:ext cx="18119" cy="82955"/>
            </a:xfrm>
            <a:custGeom>
              <a:avLst/>
              <a:gdLst/>
              <a:ahLst/>
              <a:cxnLst/>
              <a:rect l="l" t="t" r="r" b="b"/>
              <a:pathLst>
                <a:path w="690" h="3159" extrusionOk="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75"/>
            <p:cNvSpPr/>
            <p:nvPr/>
          </p:nvSpPr>
          <p:spPr>
            <a:xfrm>
              <a:off x="3803148" y="2233296"/>
              <a:ext cx="18119" cy="82955"/>
            </a:xfrm>
            <a:custGeom>
              <a:avLst/>
              <a:gdLst/>
              <a:ahLst/>
              <a:cxnLst/>
              <a:rect l="l" t="t" r="r" b="b"/>
              <a:pathLst>
                <a:path w="690" h="3159" extrusionOk="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75"/>
            <p:cNvSpPr/>
            <p:nvPr/>
          </p:nvSpPr>
          <p:spPr>
            <a:xfrm>
              <a:off x="3646061"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75"/>
            <p:cNvSpPr/>
            <p:nvPr/>
          </p:nvSpPr>
          <p:spPr>
            <a:xfrm>
              <a:off x="3645824"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75"/>
            <p:cNvSpPr/>
            <p:nvPr/>
          </p:nvSpPr>
          <p:spPr>
            <a:xfrm>
              <a:off x="3646061"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75"/>
            <p:cNvSpPr/>
            <p:nvPr/>
          </p:nvSpPr>
          <p:spPr>
            <a:xfrm>
              <a:off x="3646061"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75"/>
            <p:cNvSpPr/>
            <p:nvPr/>
          </p:nvSpPr>
          <p:spPr>
            <a:xfrm>
              <a:off x="3627968" y="2219457"/>
              <a:ext cx="84478" cy="96794"/>
            </a:xfrm>
            <a:custGeom>
              <a:avLst/>
              <a:gdLst/>
              <a:ahLst/>
              <a:cxnLst/>
              <a:rect l="l" t="t" r="r" b="b"/>
              <a:pathLst>
                <a:path w="3217"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75"/>
            <p:cNvSpPr/>
            <p:nvPr/>
          </p:nvSpPr>
          <p:spPr>
            <a:xfrm>
              <a:off x="3627968" y="2233296"/>
              <a:ext cx="18119" cy="82955"/>
            </a:xfrm>
            <a:custGeom>
              <a:avLst/>
              <a:gdLst/>
              <a:ahLst/>
              <a:cxnLst/>
              <a:rect l="l" t="t" r="r" b="b"/>
              <a:pathLst>
                <a:path w="690" h="3159" extrusionOk="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75"/>
            <p:cNvSpPr/>
            <p:nvPr/>
          </p:nvSpPr>
          <p:spPr>
            <a:xfrm>
              <a:off x="3694327" y="2233296"/>
              <a:ext cx="18119" cy="82955"/>
            </a:xfrm>
            <a:custGeom>
              <a:avLst/>
              <a:gdLst/>
              <a:ahLst/>
              <a:cxnLst/>
              <a:rect l="l" t="t" r="r" b="b"/>
              <a:pathLst>
                <a:path w="690" h="3159" extrusionOk="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75"/>
            <p:cNvSpPr/>
            <p:nvPr/>
          </p:nvSpPr>
          <p:spPr>
            <a:xfrm>
              <a:off x="3809162" y="2213417"/>
              <a:ext cx="48528" cy="72661"/>
            </a:xfrm>
            <a:custGeom>
              <a:avLst/>
              <a:gdLst/>
              <a:ahLst/>
              <a:cxnLst/>
              <a:rect l="l" t="t" r="r" b="b"/>
              <a:pathLst>
                <a:path w="1848" h="2767" extrusionOk="0">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75"/>
            <p:cNvSpPr/>
            <p:nvPr/>
          </p:nvSpPr>
          <p:spPr>
            <a:xfrm>
              <a:off x="3809162"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75"/>
            <p:cNvSpPr/>
            <p:nvPr/>
          </p:nvSpPr>
          <p:spPr>
            <a:xfrm>
              <a:off x="3809162"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75"/>
            <p:cNvSpPr/>
            <p:nvPr/>
          </p:nvSpPr>
          <p:spPr>
            <a:xfrm>
              <a:off x="3809162" y="2213417"/>
              <a:ext cx="27442" cy="54069"/>
            </a:xfrm>
            <a:custGeom>
              <a:avLst/>
              <a:gdLst/>
              <a:ahLst/>
              <a:cxnLst/>
              <a:rect l="l" t="t" r="r" b="b"/>
              <a:pathLst>
                <a:path w="1045" h="2059" extrusionOk="0">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75"/>
            <p:cNvSpPr/>
            <p:nvPr/>
          </p:nvSpPr>
          <p:spPr>
            <a:xfrm>
              <a:off x="3791331" y="2280039"/>
              <a:ext cx="84452" cy="60319"/>
            </a:xfrm>
            <a:custGeom>
              <a:avLst/>
              <a:gdLst/>
              <a:ahLst/>
              <a:cxnLst/>
              <a:rect l="l" t="t" r="r" b="b"/>
              <a:pathLst>
                <a:path w="3216" h="2297" extrusionOk="0">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75"/>
            <p:cNvSpPr/>
            <p:nvPr/>
          </p:nvSpPr>
          <p:spPr>
            <a:xfrm>
              <a:off x="3791068"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75"/>
            <p:cNvSpPr/>
            <p:nvPr/>
          </p:nvSpPr>
          <p:spPr>
            <a:xfrm>
              <a:off x="3857664" y="2293589"/>
              <a:ext cx="17883" cy="47032"/>
            </a:xfrm>
            <a:custGeom>
              <a:avLst/>
              <a:gdLst/>
              <a:ahLst/>
              <a:cxnLst/>
              <a:rect l="l" t="t" r="r" b="b"/>
              <a:pathLst>
                <a:path w="681" h="1791" extrusionOk="0">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75"/>
            <p:cNvSpPr/>
            <p:nvPr/>
          </p:nvSpPr>
          <p:spPr>
            <a:xfrm>
              <a:off x="3700340" y="2213417"/>
              <a:ext cx="48528" cy="72661"/>
            </a:xfrm>
            <a:custGeom>
              <a:avLst/>
              <a:gdLst/>
              <a:ahLst/>
              <a:cxnLst/>
              <a:rect l="l" t="t" r="r" b="b"/>
              <a:pathLst>
                <a:path w="1848"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75"/>
            <p:cNvSpPr/>
            <p:nvPr/>
          </p:nvSpPr>
          <p:spPr>
            <a:xfrm>
              <a:off x="3700340"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75"/>
            <p:cNvSpPr/>
            <p:nvPr/>
          </p:nvSpPr>
          <p:spPr>
            <a:xfrm>
              <a:off x="3700340"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75"/>
            <p:cNvSpPr/>
            <p:nvPr/>
          </p:nvSpPr>
          <p:spPr>
            <a:xfrm>
              <a:off x="3700340" y="2213417"/>
              <a:ext cx="27442" cy="54069"/>
            </a:xfrm>
            <a:custGeom>
              <a:avLst/>
              <a:gdLst/>
              <a:ahLst/>
              <a:cxnLst/>
              <a:rect l="l" t="t" r="r" b="b"/>
              <a:pathLst>
                <a:path w="1045" h="2059" extrusionOk="0">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75"/>
            <p:cNvSpPr/>
            <p:nvPr/>
          </p:nvSpPr>
          <p:spPr>
            <a:xfrm>
              <a:off x="3682247" y="2280039"/>
              <a:ext cx="84741" cy="60319"/>
            </a:xfrm>
            <a:custGeom>
              <a:avLst/>
              <a:gdLst/>
              <a:ahLst/>
              <a:cxnLst/>
              <a:rect l="l" t="t" r="r" b="b"/>
              <a:pathLst>
                <a:path w="3227" h="2297" extrusionOk="0">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75"/>
            <p:cNvSpPr/>
            <p:nvPr/>
          </p:nvSpPr>
          <p:spPr>
            <a:xfrm>
              <a:off x="3682247" y="2293353"/>
              <a:ext cx="18119" cy="47005"/>
            </a:xfrm>
            <a:custGeom>
              <a:avLst/>
              <a:gdLst/>
              <a:ahLst/>
              <a:cxnLst/>
              <a:rect l="l" t="t" r="r" b="b"/>
              <a:pathLst>
                <a:path w="690" h="1790" extrusionOk="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75"/>
            <p:cNvSpPr/>
            <p:nvPr/>
          </p:nvSpPr>
          <p:spPr>
            <a:xfrm>
              <a:off x="3748842" y="2293589"/>
              <a:ext cx="18146" cy="47032"/>
            </a:xfrm>
            <a:custGeom>
              <a:avLst/>
              <a:gdLst/>
              <a:ahLst/>
              <a:cxnLst/>
              <a:rect l="l" t="t" r="r" b="b"/>
              <a:pathLst>
                <a:path w="691" h="1791" extrusionOk="0">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75"/>
            <p:cNvSpPr/>
            <p:nvPr/>
          </p:nvSpPr>
          <p:spPr>
            <a:xfrm>
              <a:off x="3591519" y="2213417"/>
              <a:ext cx="48555" cy="72661"/>
            </a:xfrm>
            <a:custGeom>
              <a:avLst/>
              <a:gdLst/>
              <a:ahLst/>
              <a:cxnLst/>
              <a:rect l="l" t="t" r="r" b="b"/>
              <a:pathLst>
                <a:path w="1849"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75"/>
            <p:cNvSpPr/>
            <p:nvPr/>
          </p:nvSpPr>
          <p:spPr>
            <a:xfrm>
              <a:off x="3591519" y="2213417"/>
              <a:ext cx="27179" cy="72661"/>
            </a:xfrm>
            <a:custGeom>
              <a:avLst/>
              <a:gdLst/>
              <a:ahLst/>
              <a:cxnLst/>
              <a:rect l="l" t="t" r="r" b="b"/>
              <a:pathLst>
                <a:path w="1035" h="2767" extrusionOk="0">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75"/>
            <p:cNvSpPr/>
            <p:nvPr/>
          </p:nvSpPr>
          <p:spPr>
            <a:xfrm>
              <a:off x="3591519" y="2213417"/>
              <a:ext cx="48555" cy="54332"/>
            </a:xfrm>
            <a:custGeom>
              <a:avLst/>
              <a:gdLst/>
              <a:ahLst/>
              <a:cxnLst/>
              <a:rect l="l" t="t" r="r" b="b"/>
              <a:pathLst>
                <a:path w="1849" h="2069" extrusionOk="0">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75"/>
            <p:cNvSpPr/>
            <p:nvPr/>
          </p:nvSpPr>
          <p:spPr>
            <a:xfrm>
              <a:off x="3591519" y="2213417"/>
              <a:ext cx="27442" cy="54069"/>
            </a:xfrm>
            <a:custGeom>
              <a:avLst/>
              <a:gdLst/>
              <a:ahLst/>
              <a:cxnLst/>
              <a:rect l="l" t="t" r="r" b="b"/>
              <a:pathLst>
                <a:path w="1045" h="2059" extrusionOk="0">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75"/>
            <p:cNvSpPr/>
            <p:nvPr/>
          </p:nvSpPr>
          <p:spPr>
            <a:xfrm>
              <a:off x="3573688" y="2280039"/>
              <a:ext cx="84478" cy="60319"/>
            </a:xfrm>
            <a:custGeom>
              <a:avLst/>
              <a:gdLst/>
              <a:ahLst/>
              <a:cxnLst/>
              <a:rect l="l" t="t" r="r" b="b"/>
              <a:pathLst>
                <a:path w="3217" h="2297" extrusionOk="0">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75"/>
            <p:cNvSpPr/>
            <p:nvPr/>
          </p:nvSpPr>
          <p:spPr>
            <a:xfrm>
              <a:off x="3573426"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75"/>
            <p:cNvSpPr/>
            <p:nvPr/>
          </p:nvSpPr>
          <p:spPr>
            <a:xfrm>
              <a:off x="3640047" y="2293353"/>
              <a:ext cx="18119" cy="47005"/>
            </a:xfrm>
            <a:custGeom>
              <a:avLst/>
              <a:gdLst/>
              <a:ahLst/>
              <a:cxnLst/>
              <a:rect l="l" t="t" r="r" b="b"/>
              <a:pathLst>
                <a:path w="690" h="1790" extrusionOk="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75"/>
            <p:cNvSpPr/>
            <p:nvPr/>
          </p:nvSpPr>
          <p:spPr>
            <a:xfrm>
              <a:off x="3666228" y="2068409"/>
              <a:ext cx="117041" cy="24159"/>
            </a:xfrm>
            <a:custGeom>
              <a:avLst/>
              <a:gdLst/>
              <a:ahLst/>
              <a:cxnLst/>
              <a:rect l="l" t="t" r="r" b="b"/>
              <a:pathLst>
                <a:path w="4457" h="920" extrusionOk="0">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75"/>
            <p:cNvSpPr/>
            <p:nvPr/>
          </p:nvSpPr>
          <p:spPr>
            <a:xfrm>
              <a:off x="3706380" y="2110635"/>
              <a:ext cx="36475" cy="18119"/>
            </a:xfrm>
            <a:custGeom>
              <a:avLst/>
              <a:gdLst/>
              <a:ahLst/>
              <a:cxnLst/>
              <a:rect l="l" t="t" r="r" b="b"/>
              <a:pathLst>
                <a:path w="1389" h="690" extrusionOk="0">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75"/>
            <p:cNvSpPr/>
            <p:nvPr/>
          </p:nvSpPr>
          <p:spPr>
            <a:xfrm>
              <a:off x="3682247" y="2080489"/>
              <a:ext cx="84741" cy="12080"/>
            </a:xfrm>
            <a:custGeom>
              <a:avLst/>
              <a:gdLst/>
              <a:ahLst/>
              <a:cxnLst/>
              <a:rect l="l" t="t" r="r" b="b"/>
              <a:pathLst>
                <a:path w="3227" h="460" extrusionOk="0">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0" name="Google Shape;10360;p75"/>
          <p:cNvGrpSpPr/>
          <p:nvPr/>
        </p:nvGrpSpPr>
        <p:grpSpPr>
          <a:xfrm>
            <a:off x="3513632" y="2908572"/>
            <a:ext cx="355876" cy="331007"/>
            <a:chOff x="3513632" y="2908572"/>
            <a:chExt cx="355876" cy="331007"/>
          </a:xfrm>
        </p:grpSpPr>
        <p:sp>
          <p:nvSpPr>
            <p:cNvPr id="10361" name="Google Shape;10361;p75"/>
            <p:cNvSpPr/>
            <p:nvPr/>
          </p:nvSpPr>
          <p:spPr>
            <a:xfrm>
              <a:off x="3576944" y="2916870"/>
              <a:ext cx="187024" cy="322709"/>
            </a:xfrm>
            <a:custGeom>
              <a:avLst/>
              <a:gdLst/>
              <a:ahLst/>
              <a:cxnLst/>
              <a:rect l="l" t="t" r="r" b="b"/>
              <a:pathLst>
                <a:path w="7122" h="12289" extrusionOk="0">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75"/>
            <p:cNvSpPr/>
            <p:nvPr/>
          </p:nvSpPr>
          <p:spPr>
            <a:xfrm>
              <a:off x="3725734" y="2916870"/>
              <a:ext cx="38235" cy="322709"/>
            </a:xfrm>
            <a:custGeom>
              <a:avLst/>
              <a:gdLst/>
              <a:ahLst/>
              <a:cxnLst/>
              <a:rect l="l" t="t" r="r" b="b"/>
              <a:pathLst>
                <a:path w="1456" h="12289" extrusionOk="0">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75"/>
            <p:cNvSpPr/>
            <p:nvPr/>
          </p:nvSpPr>
          <p:spPr>
            <a:xfrm>
              <a:off x="3576944" y="2916870"/>
              <a:ext cx="187024" cy="53544"/>
            </a:xfrm>
            <a:custGeom>
              <a:avLst/>
              <a:gdLst/>
              <a:ahLst/>
              <a:cxnLst/>
              <a:rect l="l" t="t" r="r" b="b"/>
              <a:pathLst>
                <a:path w="7122" h="2039" extrusionOk="0">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75"/>
            <p:cNvSpPr/>
            <p:nvPr/>
          </p:nvSpPr>
          <p:spPr>
            <a:xfrm>
              <a:off x="3725734" y="2916870"/>
              <a:ext cx="38235" cy="53544"/>
            </a:xfrm>
            <a:custGeom>
              <a:avLst/>
              <a:gdLst/>
              <a:ahLst/>
              <a:cxnLst/>
              <a:rect l="l" t="t" r="r" b="b"/>
              <a:pathLst>
                <a:path w="1456" h="2039" extrusionOk="0">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75"/>
            <p:cNvSpPr/>
            <p:nvPr/>
          </p:nvSpPr>
          <p:spPr>
            <a:xfrm>
              <a:off x="3576944" y="3186009"/>
              <a:ext cx="187024" cy="53570"/>
            </a:xfrm>
            <a:custGeom>
              <a:avLst/>
              <a:gdLst/>
              <a:ahLst/>
              <a:cxnLst/>
              <a:rect l="l" t="t" r="r" b="b"/>
              <a:pathLst>
                <a:path w="7122" h="2040" extrusionOk="0">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75"/>
            <p:cNvSpPr/>
            <p:nvPr/>
          </p:nvSpPr>
          <p:spPr>
            <a:xfrm>
              <a:off x="3725734" y="3186009"/>
              <a:ext cx="37972" cy="53570"/>
            </a:xfrm>
            <a:custGeom>
              <a:avLst/>
              <a:gdLst/>
              <a:ahLst/>
              <a:cxnLst/>
              <a:rect l="l" t="t" r="r" b="b"/>
              <a:pathLst>
                <a:path w="1446" h="2040" extrusionOk="0">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75"/>
            <p:cNvSpPr/>
            <p:nvPr/>
          </p:nvSpPr>
          <p:spPr>
            <a:xfrm>
              <a:off x="3664653" y="3010854"/>
              <a:ext cx="204854" cy="134215"/>
            </a:xfrm>
            <a:custGeom>
              <a:avLst/>
              <a:gdLst/>
              <a:ahLst/>
              <a:cxnLst/>
              <a:rect l="l" t="t" r="r" b="b"/>
              <a:pathLst>
                <a:path w="7801" h="5111" extrusionOk="0">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75"/>
            <p:cNvSpPr/>
            <p:nvPr/>
          </p:nvSpPr>
          <p:spPr>
            <a:xfrm>
              <a:off x="3843352" y="3010854"/>
              <a:ext cx="26155" cy="134215"/>
            </a:xfrm>
            <a:custGeom>
              <a:avLst/>
              <a:gdLst/>
              <a:ahLst/>
              <a:cxnLst/>
              <a:rect l="l" t="t" r="r" b="b"/>
              <a:pathLst>
                <a:path w="996" h="5111" extrusionOk="0">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75"/>
            <p:cNvSpPr/>
            <p:nvPr/>
          </p:nvSpPr>
          <p:spPr>
            <a:xfrm>
              <a:off x="3768958" y="3033228"/>
              <a:ext cx="55067" cy="47163"/>
            </a:xfrm>
            <a:custGeom>
              <a:avLst/>
              <a:gdLst/>
              <a:ahLst/>
              <a:cxnLst/>
              <a:rect l="l" t="t" r="r" b="b"/>
              <a:pathLst>
                <a:path w="2097" h="1796" extrusionOk="0">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75"/>
            <p:cNvSpPr/>
            <p:nvPr/>
          </p:nvSpPr>
          <p:spPr>
            <a:xfrm>
              <a:off x="3793589" y="3033228"/>
              <a:ext cx="55067" cy="47163"/>
            </a:xfrm>
            <a:custGeom>
              <a:avLst/>
              <a:gdLst/>
              <a:ahLst/>
              <a:cxnLst/>
              <a:rect l="l" t="t" r="r" b="b"/>
              <a:pathLst>
                <a:path w="2097" h="1796" extrusionOk="0">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1" name="Google Shape;10371;p75"/>
            <p:cNvSpPr/>
            <p:nvPr/>
          </p:nvSpPr>
          <p:spPr>
            <a:xfrm>
              <a:off x="3688024" y="3034462"/>
              <a:ext cx="65624" cy="44511"/>
            </a:xfrm>
            <a:custGeom>
              <a:avLst/>
              <a:gdLst/>
              <a:ahLst/>
              <a:cxnLst/>
              <a:rect l="l" t="t" r="r" b="b"/>
              <a:pathLst>
                <a:path w="2499" h="1695" extrusionOk="0">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75"/>
            <p:cNvSpPr/>
            <p:nvPr/>
          </p:nvSpPr>
          <p:spPr>
            <a:xfrm>
              <a:off x="3684768" y="3089004"/>
              <a:ext cx="166646" cy="29437"/>
            </a:xfrm>
            <a:custGeom>
              <a:avLst/>
              <a:gdLst/>
              <a:ahLst/>
              <a:cxnLst/>
              <a:rect l="l" t="t" r="r" b="b"/>
              <a:pathLst>
                <a:path w="6346" h="1121" extrusionOk="0">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75"/>
            <p:cNvSpPr/>
            <p:nvPr/>
          </p:nvSpPr>
          <p:spPr>
            <a:xfrm>
              <a:off x="3664653" y="2993628"/>
              <a:ext cx="10084" cy="169036"/>
            </a:xfrm>
            <a:custGeom>
              <a:avLst/>
              <a:gdLst/>
              <a:ahLst/>
              <a:cxnLst/>
              <a:rect l="l" t="t" r="r" b="b"/>
              <a:pathLst>
                <a:path w="384" h="6437" extrusionOk="0">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75"/>
            <p:cNvSpPr/>
            <p:nvPr/>
          </p:nvSpPr>
          <p:spPr>
            <a:xfrm>
              <a:off x="3513632" y="2908572"/>
              <a:ext cx="114126" cy="97687"/>
            </a:xfrm>
            <a:custGeom>
              <a:avLst/>
              <a:gdLst/>
              <a:ahLst/>
              <a:cxnLst/>
              <a:rect l="l" t="t" r="r" b="b"/>
              <a:pathLst>
                <a:path w="4346" h="3720" extrusionOk="0">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75"/>
            <p:cNvSpPr/>
            <p:nvPr/>
          </p:nvSpPr>
          <p:spPr>
            <a:xfrm>
              <a:off x="3571167" y="2908572"/>
              <a:ext cx="58586" cy="97661"/>
            </a:xfrm>
            <a:custGeom>
              <a:avLst/>
              <a:gdLst/>
              <a:ahLst/>
              <a:cxnLst/>
              <a:rect l="l" t="t" r="r" b="b"/>
              <a:pathLst>
                <a:path w="2231" h="3719" extrusionOk="0">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75"/>
            <p:cNvSpPr/>
            <p:nvPr/>
          </p:nvSpPr>
          <p:spPr>
            <a:xfrm>
              <a:off x="3557486" y="2942237"/>
              <a:ext cx="42672" cy="30199"/>
            </a:xfrm>
            <a:custGeom>
              <a:avLst/>
              <a:gdLst/>
              <a:ahLst/>
              <a:cxnLst/>
              <a:rect l="l" t="t" r="r" b="b"/>
              <a:pathLst>
                <a:path w="1625" h="1150" extrusionOk="0">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7" name="Google Shape;10377;p75"/>
          <p:cNvGrpSpPr/>
          <p:nvPr/>
        </p:nvGrpSpPr>
        <p:grpSpPr>
          <a:xfrm>
            <a:off x="2694083" y="2888430"/>
            <a:ext cx="235762" cy="374756"/>
            <a:chOff x="2694083" y="2888430"/>
            <a:chExt cx="235762" cy="374756"/>
          </a:xfrm>
        </p:grpSpPr>
        <p:sp>
          <p:nvSpPr>
            <p:cNvPr id="10378" name="Google Shape;10378;p75"/>
            <p:cNvSpPr/>
            <p:nvPr/>
          </p:nvSpPr>
          <p:spPr>
            <a:xfrm>
              <a:off x="2808682" y="2888430"/>
              <a:ext cx="30173" cy="36002"/>
            </a:xfrm>
            <a:custGeom>
              <a:avLst/>
              <a:gdLst/>
              <a:ahLst/>
              <a:cxnLst/>
              <a:rect l="l" t="t" r="r" b="b"/>
              <a:pathLst>
                <a:path w="1149" h="1371" extrusionOk="0">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75"/>
            <p:cNvSpPr/>
            <p:nvPr/>
          </p:nvSpPr>
          <p:spPr>
            <a:xfrm>
              <a:off x="2784549" y="2912091"/>
              <a:ext cx="139257" cy="266408"/>
            </a:xfrm>
            <a:custGeom>
              <a:avLst/>
              <a:gdLst/>
              <a:ahLst/>
              <a:cxnLst/>
              <a:rect l="l" t="t" r="r" b="b"/>
              <a:pathLst>
                <a:path w="5303" h="10145" extrusionOk="0">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75"/>
            <p:cNvSpPr/>
            <p:nvPr/>
          </p:nvSpPr>
          <p:spPr>
            <a:xfrm>
              <a:off x="2694083" y="2934202"/>
              <a:ext cx="223945" cy="256376"/>
            </a:xfrm>
            <a:custGeom>
              <a:avLst/>
              <a:gdLst/>
              <a:ahLst/>
              <a:cxnLst/>
              <a:rect l="l" t="t" r="r" b="b"/>
              <a:pathLst>
                <a:path w="8528" h="9763" extrusionOk="0">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75"/>
            <p:cNvSpPr/>
            <p:nvPr/>
          </p:nvSpPr>
          <p:spPr>
            <a:xfrm>
              <a:off x="2771997" y="2954238"/>
              <a:ext cx="12710" cy="18461"/>
            </a:xfrm>
            <a:custGeom>
              <a:avLst/>
              <a:gdLst/>
              <a:ahLst/>
              <a:cxnLst/>
              <a:rect l="l" t="t" r="r" b="b"/>
              <a:pathLst>
                <a:path w="484" h="703" extrusionOk="0">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75"/>
            <p:cNvSpPr/>
            <p:nvPr/>
          </p:nvSpPr>
          <p:spPr>
            <a:xfrm>
              <a:off x="2695843" y="2997830"/>
              <a:ext cx="155853" cy="186709"/>
            </a:xfrm>
            <a:custGeom>
              <a:avLst/>
              <a:gdLst/>
              <a:ahLst/>
              <a:cxnLst/>
              <a:rect l="l" t="t" r="r" b="b"/>
              <a:pathLst>
                <a:path w="5935" h="7110" extrusionOk="0">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75"/>
            <p:cNvSpPr/>
            <p:nvPr/>
          </p:nvSpPr>
          <p:spPr>
            <a:xfrm>
              <a:off x="2736047" y="3178735"/>
              <a:ext cx="181719" cy="30173"/>
            </a:xfrm>
            <a:custGeom>
              <a:avLst/>
              <a:gdLst/>
              <a:ahLst/>
              <a:cxnLst/>
              <a:rect l="l" t="t" r="r" b="b"/>
              <a:pathLst>
                <a:path w="6920" h="1149" extrusionOk="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75"/>
            <p:cNvSpPr/>
            <p:nvPr/>
          </p:nvSpPr>
          <p:spPr>
            <a:xfrm>
              <a:off x="2736047" y="3178735"/>
              <a:ext cx="60608" cy="30173"/>
            </a:xfrm>
            <a:custGeom>
              <a:avLst/>
              <a:gdLst/>
              <a:ahLst/>
              <a:cxnLst/>
              <a:rect l="l" t="t" r="r" b="b"/>
              <a:pathLst>
                <a:path w="2308" h="1149" extrusionOk="0">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75"/>
            <p:cNvSpPr/>
            <p:nvPr/>
          </p:nvSpPr>
          <p:spPr>
            <a:xfrm>
              <a:off x="2723993" y="3202605"/>
              <a:ext cx="205852" cy="60582"/>
            </a:xfrm>
            <a:custGeom>
              <a:avLst/>
              <a:gdLst/>
              <a:ahLst/>
              <a:cxnLst/>
              <a:rect l="l" t="t" r="r" b="b"/>
              <a:pathLst>
                <a:path w="7839" h="2307" extrusionOk="0">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75"/>
            <p:cNvSpPr/>
            <p:nvPr/>
          </p:nvSpPr>
          <p:spPr>
            <a:xfrm>
              <a:off x="2723993" y="3202605"/>
              <a:ext cx="78675" cy="60582"/>
            </a:xfrm>
            <a:custGeom>
              <a:avLst/>
              <a:gdLst/>
              <a:ahLst/>
              <a:cxnLst/>
              <a:rect l="l" t="t" r="r" b="b"/>
              <a:pathLst>
                <a:path w="2996" h="2307" extrusionOk="0">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7" name="Google Shape;10387;p75"/>
          <p:cNvGrpSpPr/>
          <p:nvPr/>
        </p:nvGrpSpPr>
        <p:grpSpPr>
          <a:xfrm>
            <a:off x="871534" y="4300588"/>
            <a:ext cx="357661" cy="311155"/>
            <a:chOff x="871534" y="4300588"/>
            <a:chExt cx="357661" cy="311155"/>
          </a:xfrm>
        </p:grpSpPr>
        <p:sp>
          <p:nvSpPr>
            <p:cNvPr id="10388" name="Google Shape;10388;p75"/>
            <p:cNvSpPr/>
            <p:nvPr/>
          </p:nvSpPr>
          <p:spPr>
            <a:xfrm>
              <a:off x="992672" y="4300588"/>
              <a:ext cx="115386" cy="62368"/>
            </a:xfrm>
            <a:custGeom>
              <a:avLst/>
              <a:gdLst/>
              <a:ahLst/>
              <a:cxnLst/>
              <a:rect l="l" t="t" r="r" b="b"/>
              <a:pathLst>
                <a:path w="4394" h="2375" extrusionOk="0">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75"/>
            <p:cNvSpPr/>
            <p:nvPr/>
          </p:nvSpPr>
          <p:spPr>
            <a:xfrm>
              <a:off x="883089" y="4473510"/>
              <a:ext cx="334526" cy="138233"/>
            </a:xfrm>
            <a:custGeom>
              <a:avLst/>
              <a:gdLst/>
              <a:ahLst/>
              <a:cxnLst/>
              <a:rect l="l" t="t" r="r" b="b"/>
              <a:pathLst>
                <a:path w="12739" h="5264" extrusionOk="0">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75"/>
            <p:cNvSpPr/>
            <p:nvPr/>
          </p:nvSpPr>
          <p:spPr>
            <a:xfrm>
              <a:off x="883089" y="4473248"/>
              <a:ext cx="334526" cy="138495"/>
            </a:xfrm>
            <a:custGeom>
              <a:avLst/>
              <a:gdLst/>
              <a:ahLst/>
              <a:cxnLst/>
              <a:rect l="l" t="t" r="r" b="b"/>
              <a:pathLst>
                <a:path w="12739" h="5274" extrusionOk="0">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75"/>
            <p:cNvSpPr/>
            <p:nvPr/>
          </p:nvSpPr>
          <p:spPr>
            <a:xfrm>
              <a:off x="871534" y="4358150"/>
              <a:ext cx="357661" cy="149813"/>
            </a:xfrm>
            <a:custGeom>
              <a:avLst/>
              <a:gdLst/>
              <a:ahLst/>
              <a:cxnLst/>
              <a:rect l="l" t="t" r="r" b="b"/>
              <a:pathLst>
                <a:path w="13620" h="5705" extrusionOk="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75"/>
            <p:cNvSpPr/>
            <p:nvPr/>
          </p:nvSpPr>
          <p:spPr>
            <a:xfrm>
              <a:off x="900446" y="4358150"/>
              <a:ext cx="299837" cy="17358"/>
            </a:xfrm>
            <a:custGeom>
              <a:avLst/>
              <a:gdLst/>
              <a:ahLst/>
              <a:cxnLst/>
              <a:rect l="l" t="t" r="r" b="b"/>
              <a:pathLst>
                <a:path w="11418" h="661" extrusionOk="0">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75"/>
            <p:cNvSpPr/>
            <p:nvPr/>
          </p:nvSpPr>
          <p:spPr>
            <a:xfrm>
              <a:off x="929332" y="4358150"/>
              <a:ext cx="34453" cy="253593"/>
            </a:xfrm>
            <a:custGeom>
              <a:avLst/>
              <a:gdLst/>
              <a:ahLst/>
              <a:cxnLst/>
              <a:rect l="l" t="t" r="r" b="b"/>
              <a:pathLst>
                <a:path w="1312" h="9657" extrusionOk="0">
                  <a:moveTo>
                    <a:pt x="1" y="0"/>
                  </a:moveTo>
                  <a:lnTo>
                    <a:pt x="1" y="9657"/>
                  </a:lnTo>
                  <a:lnTo>
                    <a:pt x="1312" y="9657"/>
                  </a:lnTo>
                  <a:lnTo>
                    <a:pt x="131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75"/>
            <p:cNvSpPr/>
            <p:nvPr/>
          </p:nvSpPr>
          <p:spPr>
            <a:xfrm>
              <a:off x="929332" y="4358150"/>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75"/>
            <p:cNvSpPr/>
            <p:nvPr/>
          </p:nvSpPr>
          <p:spPr>
            <a:xfrm>
              <a:off x="929332" y="4525269"/>
              <a:ext cx="34453" cy="17384"/>
            </a:xfrm>
            <a:custGeom>
              <a:avLst/>
              <a:gdLst/>
              <a:ahLst/>
              <a:cxnLst/>
              <a:rect l="l" t="t" r="r" b="b"/>
              <a:pathLst>
                <a:path w="1312" h="662" extrusionOk="0">
                  <a:moveTo>
                    <a:pt x="1" y="1"/>
                  </a:moveTo>
                  <a:lnTo>
                    <a:pt x="1" y="661"/>
                  </a:lnTo>
                  <a:lnTo>
                    <a:pt x="1312" y="661"/>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75"/>
            <p:cNvSpPr/>
            <p:nvPr/>
          </p:nvSpPr>
          <p:spPr>
            <a:xfrm>
              <a:off x="929332" y="4485065"/>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75"/>
            <p:cNvSpPr/>
            <p:nvPr/>
          </p:nvSpPr>
          <p:spPr>
            <a:xfrm>
              <a:off x="917778" y="4479025"/>
              <a:ext cx="57588" cy="52047"/>
            </a:xfrm>
            <a:custGeom>
              <a:avLst/>
              <a:gdLst/>
              <a:ahLst/>
              <a:cxnLst/>
              <a:rect l="l" t="t" r="r" b="b"/>
              <a:pathLst>
                <a:path w="2193"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75"/>
            <p:cNvSpPr/>
            <p:nvPr/>
          </p:nvSpPr>
          <p:spPr>
            <a:xfrm>
              <a:off x="940651" y="4479603"/>
              <a:ext cx="11581" cy="28361"/>
            </a:xfrm>
            <a:custGeom>
              <a:avLst/>
              <a:gdLst/>
              <a:ahLst/>
              <a:cxnLst/>
              <a:rect l="l" t="t" r="r" b="b"/>
              <a:pathLst>
                <a:path w="441" h="1080" extrusionOk="0">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75"/>
            <p:cNvSpPr/>
            <p:nvPr/>
          </p:nvSpPr>
          <p:spPr>
            <a:xfrm>
              <a:off x="929332" y="4588844"/>
              <a:ext cx="34453" cy="22899"/>
            </a:xfrm>
            <a:custGeom>
              <a:avLst/>
              <a:gdLst/>
              <a:ahLst/>
              <a:cxnLst/>
              <a:rect l="l" t="t" r="r" b="b"/>
              <a:pathLst>
                <a:path w="1312" h="872" extrusionOk="0">
                  <a:moveTo>
                    <a:pt x="1" y="1"/>
                  </a:moveTo>
                  <a:lnTo>
                    <a:pt x="1" y="872"/>
                  </a:lnTo>
                  <a:lnTo>
                    <a:pt x="1312" y="872"/>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75"/>
            <p:cNvSpPr/>
            <p:nvPr/>
          </p:nvSpPr>
          <p:spPr>
            <a:xfrm>
              <a:off x="1136918" y="4358150"/>
              <a:ext cx="34716" cy="253593"/>
            </a:xfrm>
            <a:custGeom>
              <a:avLst/>
              <a:gdLst/>
              <a:ahLst/>
              <a:cxnLst/>
              <a:rect l="l" t="t" r="r" b="b"/>
              <a:pathLst>
                <a:path w="1322" h="9657" extrusionOk="0">
                  <a:moveTo>
                    <a:pt x="1" y="0"/>
                  </a:moveTo>
                  <a:lnTo>
                    <a:pt x="1" y="9657"/>
                  </a:lnTo>
                  <a:lnTo>
                    <a:pt x="1322" y="9657"/>
                  </a:lnTo>
                  <a:lnTo>
                    <a:pt x="132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75"/>
            <p:cNvSpPr/>
            <p:nvPr/>
          </p:nvSpPr>
          <p:spPr>
            <a:xfrm>
              <a:off x="1136918" y="4358150"/>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75"/>
            <p:cNvSpPr/>
            <p:nvPr/>
          </p:nvSpPr>
          <p:spPr>
            <a:xfrm>
              <a:off x="1136918" y="4525269"/>
              <a:ext cx="34716" cy="17384"/>
            </a:xfrm>
            <a:custGeom>
              <a:avLst/>
              <a:gdLst/>
              <a:ahLst/>
              <a:cxnLst/>
              <a:rect l="l" t="t" r="r" b="b"/>
              <a:pathLst>
                <a:path w="1322" h="662" extrusionOk="0">
                  <a:moveTo>
                    <a:pt x="1" y="1"/>
                  </a:moveTo>
                  <a:lnTo>
                    <a:pt x="1" y="661"/>
                  </a:lnTo>
                  <a:lnTo>
                    <a:pt x="1322" y="661"/>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75"/>
            <p:cNvSpPr/>
            <p:nvPr/>
          </p:nvSpPr>
          <p:spPr>
            <a:xfrm>
              <a:off x="1136918" y="4485065"/>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75"/>
            <p:cNvSpPr/>
            <p:nvPr/>
          </p:nvSpPr>
          <p:spPr>
            <a:xfrm>
              <a:off x="1125363" y="4479025"/>
              <a:ext cx="57825" cy="52047"/>
            </a:xfrm>
            <a:custGeom>
              <a:avLst/>
              <a:gdLst/>
              <a:ahLst/>
              <a:cxnLst/>
              <a:rect l="l" t="t" r="r" b="b"/>
              <a:pathLst>
                <a:path w="2202"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75"/>
            <p:cNvSpPr/>
            <p:nvPr/>
          </p:nvSpPr>
          <p:spPr>
            <a:xfrm>
              <a:off x="1148105" y="4478841"/>
              <a:ext cx="12211" cy="29122"/>
            </a:xfrm>
            <a:custGeom>
              <a:avLst/>
              <a:gdLst/>
              <a:ahLst/>
              <a:cxnLst/>
              <a:rect l="l" t="t" r="r" b="b"/>
              <a:pathLst>
                <a:path w="465" h="1109" extrusionOk="0">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75"/>
            <p:cNvSpPr/>
            <p:nvPr/>
          </p:nvSpPr>
          <p:spPr>
            <a:xfrm>
              <a:off x="1136918" y="4588844"/>
              <a:ext cx="34716" cy="22899"/>
            </a:xfrm>
            <a:custGeom>
              <a:avLst/>
              <a:gdLst/>
              <a:ahLst/>
              <a:cxnLst/>
              <a:rect l="l" t="t" r="r" b="b"/>
              <a:pathLst>
                <a:path w="1322" h="872" extrusionOk="0">
                  <a:moveTo>
                    <a:pt x="1" y="1"/>
                  </a:moveTo>
                  <a:lnTo>
                    <a:pt x="1" y="872"/>
                  </a:lnTo>
                  <a:lnTo>
                    <a:pt x="1322" y="872"/>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75"/>
            <p:cNvSpPr/>
            <p:nvPr/>
          </p:nvSpPr>
          <p:spPr>
            <a:xfrm>
              <a:off x="1021584" y="4461956"/>
              <a:ext cx="57562" cy="23135"/>
            </a:xfrm>
            <a:custGeom>
              <a:avLst/>
              <a:gdLst/>
              <a:ahLst/>
              <a:cxnLst/>
              <a:rect l="l" t="t" r="r" b="b"/>
              <a:pathLst>
                <a:path w="2192" h="881" extrusionOk="0">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75"/>
            <p:cNvSpPr/>
            <p:nvPr/>
          </p:nvSpPr>
          <p:spPr>
            <a:xfrm>
              <a:off x="1021584" y="4473510"/>
              <a:ext cx="57562" cy="11581"/>
            </a:xfrm>
            <a:custGeom>
              <a:avLst/>
              <a:gdLst/>
              <a:ahLst/>
              <a:cxnLst/>
              <a:rect l="l" t="t" r="r" b="b"/>
              <a:pathLst>
                <a:path w="2192" h="441" extrusionOk="0">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9" name="Google Shape;10409;p75"/>
          <p:cNvGrpSpPr/>
          <p:nvPr/>
        </p:nvGrpSpPr>
        <p:grpSpPr>
          <a:xfrm>
            <a:off x="916019" y="3821606"/>
            <a:ext cx="250100" cy="336785"/>
            <a:chOff x="916019" y="3821606"/>
            <a:chExt cx="250100" cy="336785"/>
          </a:xfrm>
        </p:grpSpPr>
        <p:sp>
          <p:nvSpPr>
            <p:cNvPr id="10410" name="Google Shape;10410;p75"/>
            <p:cNvSpPr/>
            <p:nvPr/>
          </p:nvSpPr>
          <p:spPr>
            <a:xfrm>
              <a:off x="995429" y="3887676"/>
              <a:ext cx="32694" cy="71926"/>
            </a:xfrm>
            <a:custGeom>
              <a:avLst/>
              <a:gdLst/>
              <a:ahLst/>
              <a:cxnLst/>
              <a:rect l="l" t="t" r="r" b="b"/>
              <a:pathLst>
                <a:path w="1245" h="2739" extrusionOk="0">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75"/>
            <p:cNvSpPr/>
            <p:nvPr/>
          </p:nvSpPr>
          <p:spPr>
            <a:xfrm>
              <a:off x="1008506" y="3881163"/>
              <a:ext cx="78176" cy="78439"/>
            </a:xfrm>
            <a:custGeom>
              <a:avLst/>
              <a:gdLst/>
              <a:ahLst/>
              <a:cxnLst/>
              <a:rect l="l" t="t" r="r" b="b"/>
              <a:pathLst>
                <a:path w="2977" h="2987" extrusionOk="0">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75"/>
            <p:cNvSpPr/>
            <p:nvPr/>
          </p:nvSpPr>
          <p:spPr>
            <a:xfrm>
              <a:off x="1021584" y="3978903"/>
              <a:ext cx="38970" cy="28939"/>
            </a:xfrm>
            <a:custGeom>
              <a:avLst/>
              <a:gdLst/>
              <a:ahLst/>
              <a:cxnLst/>
              <a:rect l="l" t="t" r="r" b="b"/>
              <a:pathLst>
                <a:path w="1484" h="1102" extrusionOk="0">
                  <a:moveTo>
                    <a:pt x="0" y="1"/>
                  </a:moveTo>
                  <a:lnTo>
                    <a:pt x="0" y="1102"/>
                  </a:lnTo>
                  <a:lnTo>
                    <a:pt x="1483" y="1102"/>
                  </a:lnTo>
                  <a:lnTo>
                    <a:pt x="14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75"/>
            <p:cNvSpPr/>
            <p:nvPr/>
          </p:nvSpPr>
          <p:spPr>
            <a:xfrm>
              <a:off x="1021584" y="3979166"/>
              <a:ext cx="39232" cy="15861"/>
            </a:xfrm>
            <a:custGeom>
              <a:avLst/>
              <a:gdLst/>
              <a:ahLst/>
              <a:cxnLst/>
              <a:rect l="l" t="t" r="r" b="b"/>
              <a:pathLst>
                <a:path w="1494" h="604" extrusionOk="0">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75"/>
            <p:cNvSpPr/>
            <p:nvPr/>
          </p:nvSpPr>
          <p:spPr>
            <a:xfrm>
              <a:off x="975839" y="3994738"/>
              <a:ext cx="130460" cy="55067"/>
            </a:xfrm>
            <a:custGeom>
              <a:avLst/>
              <a:gdLst/>
              <a:ahLst/>
              <a:cxnLst/>
              <a:rect l="l" t="t" r="r" b="b"/>
              <a:pathLst>
                <a:path w="4968" h="2097" extrusionOk="0">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75"/>
            <p:cNvSpPr/>
            <p:nvPr/>
          </p:nvSpPr>
          <p:spPr>
            <a:xfrm>
              <a:off x="1034635" y="4007815"/>
              <a:ext cx="13104" cy="52809"/>
            </a:xfrm>
            <a:custGeom>
              <a:avLst/>
              <a:gdLst/>
              <a:ahLst/>
              <a:cxnLst/>
              <a:rect l="l" t="t" r="r" b="b"/>
              <a:pathLst>
                <a:path w="499" h="2011" extrusionOk="0">
                  <a:moveTo>
                    <a:pt x="125" y="1"/>
                  </a:moveTo>
                  <a:lnTo>
                    <a:pt x="1" y="2010"/>
                  </a:lnTo>
                  <a:lnTo>
                    <a:pt x="498" y="2010"/>
                  </a:lnTo>
                  <a:lnTo>
                    <a:pt x="374"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75"/>
            <p:cNvSpPr/>
            <p:nvPr/>
          </p:nvSpPr>
          <p:spPr>
            <a:xfrm>
              <a:off x="1001968" y="3914041"/>
              <a:ext cx="78176" cy="71427"/>
            </a:xfrm>
            <a:custGeom>
              <a:avLst/>
              <a:gdLst/>
              <a:ahLst/>
              <a:cxnLst/>
              <a:rect l="l" t="t" r="r" b="b"/>
              <a:pathLst>
                <a:path w="2977" h="2720" extrusionOk="0">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75"/>
            <p:cNvSpPr/>
            <p:nvPr/>
          </p:nvSpPr>
          <p:spPr>
            <a:xfrm>
              <a:off x="1001968" y="3914041"/>
              <a:ext cx="78176" cy="70167"/>
            </a:xfrm>
            <a:custGeom>
              <a:avLst/>
              <a:gdLst/>
              <a:ahLst/>
              <a:cxnLst/>
              <a:rect l="l" t="t" r="r" b="b"/>
              <a:pathLst>
                <a:path w="2977" h="2672" extrusionOk="0">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75"/>
            <p:cNvSpPr/>
            <p:nvPr/>
          </p:nvSpPr>
          <p:spPr>
            <a:xfrm>
              <a:off x="1034635" y="4007815"/>
              <a:ext cx="13104" cy="13104"/>
            </a:xfrm>
            <a:custGeom>
              <a:avLst/>
              <a:gdLst/>
              <a:ahLst/>
              <a:cxnLst/>
              <a:rect l="l" t="t" r="r" b="b"/>
              <a:pathLst>
                <a:path w="499" h="499" extrusionOk="0">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75"/>
            <p:cNvSpPr/>
            <p:nvPr/>
          </p:nvSpPr>
          <p:spPr>
            <a:xfrm>
              <a:off x="1014284" y="3989643"/>
              <a:ext cx="26917" cy="27442"/>
            </a:xfrm>
            <a:custGeom>
              <a:avLst/>
              <a:gdLst/>
              <a:ahLst/>
              <a:cxnLst/>
              <a:rect l="l" t="t" r="r" b="b"/>
              <a:pathLst>
                <a:path w="1025" h="1045" extrusionOk="0">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75"/>
            <p:cNvSpPr/>
            <p:nvPr/>
          </p:nvSpPr>
          <p:spPr>
            <a:xfrm>
              <a:off x="1041174" y="3989643"/>
              <a:ext cx="26680" cy="27442"/>
            </a:xfrm>
            <a:custGeom>
              <a:avLst/>
              <a:gdLst/>
              <a:ahLst/>
              <a:cxnLst/>
              <a:rect l="l" t="t" r="r" b="b"/>
              <a:pathLst>
                <a:path w="1016" h="1045" extrusionOk="0">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75"/>
            <p:cNvSpPr/>
            <p:nvPr/>
          </p:nvSpPr>
          <p:spPr>
            <a:xfrm>
              <a:off x="916019" y="3821606"/>
              <a:ext cx="250100" cy="336785"/>
            </a:xfrm>
            <a:custGeom>
              <a:avLst/>
              <a:gdLst/>
              <a:ahLst/>
              <a:cxnLst/>
              <a:rect l="l" t="t" r="r" b="b"/>
              <a:pathLst>
                <a:path w="9524" h="12825" extrusionOk="0">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75"/>
            <p:cNvSpPr/>
            <p:nvPr/>
          </p:nvSpPr>
          <p:spPr>
            <a:xfrm>
              <a:off x="916019" y="3821606"/>
              <a:ext cx="241539" cy="336785"/>
            </a:xfrm>
            <a:custGeom>
              <a:avLst/>
              <a:gdLst/>
              <a:ahLst/>
              <a:cxnLst/>
              <a:rect l="l" t="t" r="r" b="b"/>
              <a:pathLst>
                <a:path w="9198" h="12825" extrusionOk="0">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3" name="Google Shape;10423;p75"/>
          <p:cNvGrpSpPr/>
          <p:nvPr/>
        </p:nvGrpSpPr>
        <p:grpSpPr>
          <a:xfrm>
            <a:off x="849686" y="2909570"/>
            <a:ext cx="374730" cy="332504"/>
            <a:chOff x="849686" y="2909570"/>
            <a:chExt cx="374730" cy="332504"/>
          </a:xfrm>
        </p:grpSpPr>
        <p:sp>
          <p:nvSpPr>
            <p:cNvPr id="10424" name="Google Shape;10424;p75"/>
            <p:cNvSpPr/>
            <p:nvPr/>
          </p:nvSpPr>
          <p:spPr>
            <a:xfrm>
              <a:off x="1006747" y="2909570"/>
              <a:ext cx="217669" cy="181483"/>
            </a:xfrm>
            <a:custGeom>
              <a:avLst/>
              <a:gdLst/>
              <a:ahLst/>
              <a:cxnLst/>
              <a:rect l="l" t="t" r="r" b="b"/>
              <a:pathLst>
                <a:path w="8289" h="6911" extrusionOk="0">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75"/>
            <p:cNvSpPr/>
            <p:nvPr/>
          </p:nvSpPr>
          <p:spPr>
            <a:xfrm>
              <a:off x="849686" y="3053580"/>
              <a:ext cx="217905" cy="188494"/>
            </a:xfrm>
            <a:custGeom>
              <a:avLst/>
              <a:gdLst/>
              <a:ahLst/>
              <a:cxnLst/>
              <a:rect l="l" t="t" r="r" b="b"/>
              <a:pathLst>
                <a:path w="8298" h="7178" extrusionOk="0">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75"/>
            <p:cNvSpPr/>
            <p:nvPr/>
          </p:nvSpPr>
          <p:spPr>
            <a:xfrm>
              <a:off x="889391" y="3145306"/>
              <a:ext cx="41491" cy="18119"/>
            </a:xfrm>
            <a:custGeom>
              <a:avLst/>
              <a:gdLst/>
              <a:ahLst/>
              <a:cxnLst/>
              <a:rect l="l" t="t" r="r" b="b"/>
              <a:pathLst>
                <a:path w="1580" h="690" extrusionOk="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75"/>
            <p:cNvSpPr/>
            <p:nvPr/>
          </p:nvSpPr>
          <p:spPr>
            <a:xfrm>
              <a:off x="867779" y="3060617"/>
              <a:ext cx="30435" cy="66622"/>
            </a:xfrm>
            <a:custGeom>
              <a:avLst/>
              <a:gdLst/>
              <a:ahLst/>
              <a:cxnLst/>
              <a:rect l="l" t="t" r="r" b="b"/>
              <a:pathLst>
                <a:path w="1159" h="2537" extrusionOk="0">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75"/>
            <p:cNvSpPr/>
            <p:nvPr/>
          </p:nvSpPr>
          <p:spPr>
            <a:xfrm>
              <a:off x="879832" y="3054577"/>
              <a:ext cx="72661" cy="72661"/>
            </a:xfrm>
            <a:custGeom>
              <a:avLst/>
              <a:gdLst/>
              <a:ahLst/>
              <a:cxnLst/>
              <a:rect l="l" t="t" r="r" b="b"/>
              <a:pathLst>
                <a:path w="2767" h="2767" extrusionOk="0">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75"/>
            <p:cNvSpPr/>
            <p:nvPr/>
          </p:nvSpPr>
          <p:spPr>
            <a:xfrm>
              <a:off x="873793" y="3084986"/>
              <a:ext cx="72661" cy="66385"/>
            </a:xfrm>
            <a:custGeom>
              <a:avLst/>
              <a:gdLst/>
              <a:ahLst/>
              <a:cxnLst/>
              <a:rect l="l" t="t" r="r" b="b"/>
              <a:pathLst>
                <a:path w="2767" h="2528" extrusionOk="0">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75"/>
            <p:cNvSpPr/>
            <p:nvPr/>
          </p:nvSpPr>
          <p:spPr>
            <a:xfrm>
              <a:off x="873793" y="3084986"/>
              <a:ext cx="72399" cy="65125"/>
            </a:xfrm>
            <a:custGeom>
              <a:avLst/>
              <a:gdLst/>
              <a:ahLst/>
              <a:cxnLst/>
              <a:rect l="l" t="t" r="r" b="b"/>
              <a:pathLst>
                <a:path w="2757" h="2480" extrusionOk="0">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75"/>
            <p:cNvSpPr/>
            <p:nvPr/>
          </p:nvSpPr>
          <p:spPr>
            <a:xfrm>
              <a:off x="849686" y="3080706"/>
              <a:ext cx="199313" cy="161368"/>
            </a:xfrm>
            <a:custGeom>
              <a:avLst/>
              <a:gdLst/>
              <a:ahLst/>
              <a:cxnLst/>
              <a:rect l="l" t="t" r="r" b="b"/>
              <a:pathLst>
                <a:path w="7590" h="6145" extrusionOk="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75"/>
            <p:cNvSpPr/>
            <p:nvPr/>
          </p:nvSpPr>
          <p:spPr>
            <a:xfrm>
              <a:off x="849686" y="3175715"/>
              <a:ext cx="24133" cy="66359"/>
            </a:xfrm>
            <a:custGeom>
              <a:avLst/>
              <a:gdLst/>
              <a:ahLst/>
              <a:cxnLst/>
              <a:rect l="l" t="t" r="r" b="b"/>
              <a:pathLst>
                <a:path w="919" h="2527" extrusionOk="0">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75"/>
            <p:cNvSpPr/>
            <p:nvPr/>
          </p:nvSpPr>
          <p:spPr>
            <a:xfrm>
              <a:off x="946428" y="3080706"/>
              <a:ext cx="102572" cy="129199"/>
            </a:xfrm>
            <a:custGeom>
              <a:avLst/>
              <a:gdLst/>
              <a:ahLst/>
              <a:cxnLst/>
              <a:rect l="l" t="t" r="r" b="b"/>
              <a:pathLst>
                <a:path w="3906" h="4920" extrusionOk="0">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75"/>
            <p:cNvSpPr/>
            <p:nvPr/>
          </p:nvSpPr>
          <p:spPr>
            <a:xfrm>
              <a:off x="1023343" y="2936723"/>
              <a:ext cx="180327" cy="115544"/>
            </a:xfrm>
            <a:custGeom>
              <a:avLst/>
              <a:gdLst/>
              <a:ahLst/>
              <a:cxnLst/>
              <a:rect l="l" t="t" r="r" b="b"/>
              <a:pathLst>
                <a:path w="6867" h="4400" extrusionOk="0">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5" name="Google Shape;10435;p75"/>
          <p:cNvGrpSpPr/>
          <p:nvPr/>
        </p:nvGrpSpPr>
        <p:grpSpPr>
          <a:xfrm>
            <a:off x="1735567" y="2420241"/>
            <a:ext cx="417718" cy="372866"/>
            <a:chOff x="1735567" y="2420241"/>
            <a:chExt cx="417718" cy="372866"/>
          </a:xfrm>
        </p:grpSpPr>
        <p:sp>
          <p:nvSpPr>
            <p:cNvPr id="10436" name="Google Shape;10436;p75"/>
            <p:cNvSpPr/>
            <p:nvPr/>
          </p:nvSpPr>
          <p:spPr>
            <a:xfrm>
              <a:off x="1833569" y="2468822"/>
              <a:ext cx="284265" cy="163022"/>
            </a:xfrm>
            <a:custGeom>
              <a:avLst/>
              <a:gdLst/>
              <a:ahLst/>
              <a:cxnLst/>
              <a:rect l="l" t="t" r="r" b="b"/>
              <a:pathLst>
                <a:path w="10825" h="6208" extrusionOk="0">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75"/>
            <p:cNvSpPr/>
            <p:nvPr/>
          </p:nvSpPr>
          <p:spPr>
            <a:xfrm>
              <a:off x="1845124" y="2716821"/>
              <a:ext cx="89258" cy="76285"/>
            </a:xfrm>
            <a:custGeom>
              <a:avLst/>
              <a:gdLst/>
              <a:ahLst/>
              <a:cxnLst/>
              <a:rect l="l" t="t" r="r" b="b"/>
              <a:pathLst>
                <a:path w="3399" h="2905" extrusionOk="0">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75"/>
            <p:cNvSpPr/>
            <p:nvPr/>
          </p:nvSpPr>
          <p:spPr>
            <a:xfrm>
              <a:off x="1873038" y="2737409"/>
              <a:ext cx="40493" cy="34873"/>
            </a:xfrm>
            <a:custGeom>
              <a:avLst/>
              <a:gdLst/>
              <a:ahLst/>
              <a:cxnLst/>
              <a:rect l="l" t="t" r="r" b="b"/>
              <a:pathLst>
                <a:path w="1542" h="1328" extrusionOk="0">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75"/>
            <p:cNvSpPr/>
            <p:nvPr/>
          </p:nvSpPr>
          <p:spPr>
            <a:xfrm>
              <a:off x="1996933" y="2716821"/>
              <a:ext cx="89231" cy="76285"/>
            </a:xfrm>
            <a:custGeom>
              <a:avLst/>
              <a:gdLst/>
              <a:ahLst/>
              <a:cxnLst/>
              <a:rect l="l" t="t" r="r" b="b"/>
              <a:pathLst>
                <a:path w="3398" h="2905" extrusionOk="0">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75"/>
            <p:cNvSpPr/>
            <p:nvPr/>
          </p:nvSpPr>
          <p:spPr>
            <a:xfrm>
              <a:off x="2024585" y="2737672"/>
              <a:ext cx="40729" cy="34689"/>
            </a:xfrm>
            <a:custGeom>
              <a:avLst/>
              <a:gdLst/>
              <a:ahLst/>
              <a:cxnLst/>
              <a:rect l="l" t="t" r="r" b="b"/>
              <a:pathLst>
                <a:path w="1551" h="1321" extrusionOk="0">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75"/>
            <p:cNvSpPr/>
            <p:nvPr/>
          </p:nvSpPr>
          <p:spPr>
            <a:xfrm>
              <a:off x="1818496" y="2447893"/>
              <a:ext cx="333528" cy="174209"/>
            </a:xfrm>
            <a:custGeom>
              <a:avLst/>
              <a:gdLst/>
              <a:ahLst/>
              <a:cxnLst/>
              <a:rect l="l" t="t" r="r" b="b"/>
              <a:pathLst>
                <a:path w="12701" h="6634" extrusionOk="0">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75"/>
            <p:cNvSpPr/>
            <p:nvPr/>
          </p:nvSpPr>
          <p:spPr>
            <a:xfrm>
              <a:off x="2095697" y="2447893"/>
              <a:ext cx="56564" cy="174209"/>
            </a:xfrm>
            <a:custGeom>
              <a:avLst/>
              <a:gdLst/>
              <a:ahLst/>
              <a:cxnLst/>
              <a:rect l="l" t="t" r="r" b="b"/>
              <a:pathLst>
                <a:path w="2154" h="6634" extrusionOk="0">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75"/>
            <p:cNvSpPr/>
            <p:nvPr/>
          </p:nvSpPr>
          <p:spPr>
            <a:xfrm>
              <a:off x="1735567" y="2420241"/>
              <a:ext cx="416457" cy="235027"/>
            </a:xfrm>
            <a:custGeom>
              <a:avLst/>
              <a:gdLst/>
              <a:ahLst/>
              <a:cxnLst/>
              <a:rect l="l" t="t" r="r" b="b"/>
              <a:pathLst>
                <a:path w="15859" h="8950" extrusionOk="0">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75"/>
            <p:cNvSpPr/>
            <p:nvPr/>
          </p:nvSpPr>
          <p:spPr>
            <a:xfrm>
              <a:off x="1849903" y="2622075"/>
              <a:ext cx="303382" cy="33193"/>
            </a:xfrm>
            <a:custGeom>
              <a:avLst/>
              <a:gdLst/>
              <a:ahLst/>
              <a:cxnLst/>
              <a:rect l="l" t="t" r="r" b="b"/>
              <a:pathLst>
                <a:path w="11553" h="1264" extrusionOk="0">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75"/>
            <p:cNvSpPr/>
            <p:nvPr/>
          </p:nvSpPr>
          <p:spPr>
            <a:xfrm>
              <a:off x="1817498" y="2632868"/>
              <a:ext cx="286523" cy="92278"/>
            </a:xfrm>
            <a:custGeom>
              <a:avLst/>
              <a:gdLst/>
              <a:ahLst/>
              <a:cxnLst/>
              <a:rect l="l" t="t" r="r" b="b"/>
              <a:pathLst>
                <a:path w="10911" h="3514" extrusionOk="0">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75"/>
            <p:cNvSpPr/>
            <p:nvPr/>
          </p:nvSpPr>
          <p:spPr>
            <a:xfrm>
              <a:off x="1826794" y="2675856"/>
              <a:ext cx="276465" cy="49106"/>
            </a:xfrm>
            <a:custGeom>
              <a:avLst/>
              <a:gdLst/>
              <a:ahLst/>
              <a:cxnLst/>
              <a:rect l="l" t="t" r="r" b="b"/>
              <a:pathLst>
                <a:path w="10528" h="1870" extrusionOk="0">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75"/>
            <p:cNvSpPr/>
            <p:nvPr/>
          </p:nvSpPr>
          <p:spPr>
            <a:xfrm>
              <a:off x="1843364" y="2632868"/>
              <a:ext cx="38235" cy="32694"/>
            </a:xfrm>
            <a:custGeom>
              <a:avLst/>
              <a:gdLst/>
              <a:ahLst/>
              <a:cxnLst/>
              <a:rect l="l" t="t" r="r" b="b"/>
              <a:pathLst>
                <a:path w="1456" h="1245" extrusionOk="0">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8" name="Google Shape;10448;p75"/>
          <p:cNvGrpSpPr/>
          <p:nvPr/>
        </p:nvGrpSpPr>
        <p:grpSpPr>
          <a:xfrm>
            <a:off x="3599318" y="4299590"/>
            <a:ext cx="251098" cy="309028"/>
            <a:chOff x="3599318" y="4299590"/>
            <a:chExt cx="251098" cy="309028"/>
          </a:xfrm>
        </p:grpSpPr>
        <p:sp>
          <p:nvSpPr>
            <p:cNvPr id="10449" name="Google Shape;10449;p75"/>
            <p:cNvSpPr/>
            <p:nvPr/>
          </p:nvSpPr>
          <p:spPr>
            <a:xfrm>
              <a:off x="3599318" y="4299590"/>
              <a:ext cx="251098" cy="309028"/>
            </a:xfrm>
            <a:custGeom>
              <a:avLst/>
              <a:gdLst/>
              <a:ahLst/>
              <a:cxnLst/>
              <a:rect l="l" t="t" r="r" b="b"/>
              <a:pathLst>
                <a:path w="9562" h="11768" extrusionOk="0">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75"/>
            <p:cNvSpPr/>
            <p:nvPr/>
          </p:nvSpPr>
          <p:spPr>
            <a:xfrm>
              <a:off x="3618672" y="4319206"/>
              <a:ext cx="212391" cy="264018"/>
            </a:xfrm>
            <a:custGeom>
              <a:avLst/>
              <a:gdLst/>
              <a:ahLst/>
              <a:cxnLst/>
              <a:rect l="l" t="t" r="r" b="b"/>
              <a:pathLst>
                <a:path w="8088" h="10054" extrusionOk="0">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75"/>
            <p:cNvSpPr/>
            <p:nvPr/>
          </p:nvSpPr>
          <p:spPr>
            <a:xfrm>
              <a:off x="3618672" y="4335777"/>
              <a:ext cx="118144" cy="247448"/>
            </a:xfrm>
            <a:custGeom>
              <a:avLst/>
              <a:gdLst/>
              <a:ahLst/>
              <a:cxnLst/>
              <a:rect l="l" t="t" r="r" b="b"/>
              <a:pathLst>
                <a:path w="4499" h="9423" extrusionOk="0">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75"/>
            <p:cNvSpPr/>
            <p:nvPr/>
          </p:nvSpPr>
          <p:spPr>
            <a:xfrm>
              <a:off x="3634506" y="4362168"/>
              <a:ext cx="157849" cy="135423"/>
            </a:xfrm>
            <a:custGeom>
              <a:avLst/>
              <a:gdLst/>
              <a:ahLst/>
              <a:cxnLst/>
              <a:rect l="l" t="t" r="r" b="b"/>
              <a:pathLst>
                <a:path w="6011" h="5157" extrusionOk="0">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75"/>
            <p:cNvSpPr/>
            <p:nvPr/>
          </p:nvSpPr>
          <p:spPr>
            <a:xfrm>
              <a:off x="3653860" y="4376742"/>
              <a:ext cx="124184" cy="106353"/>
            </a:xfrm>
            <a:custGeom>
              <a:avLst/>
              <a:gdLst/>
              <a:ahLst/>
              <a:cxnLst/>
              <a:rect l="l" t="t" r="r" b="b"/>
              <a:pathLst>
                <a:path w="4729" h="4050" extrusionOk="0">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75"/>
            <p:cNvSpPr/>
            <p:nvPr/>
          </p:nvSpPr>
          <p:spPr>
            <a:xfrm>
              <a:off x="3700340" y="4377189"/>
              <a:ext cx="50550" cy="105381"/>
            </a:xfrm>
            <a:custGeom>
              <a:avLst/>
              <a:gdLst/>
              <a:ahLst/>
              <a:cxnLst/>
              <a:rect l="l" t="t" r="r" b="b"/>
              <a:pathLst>
                <a:path w="1925" h="4013" extrusionOk="0">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75"/>
          <p:cNvGrpSpPr/>
          <p:nvPr/>
        </p:nvGrpSpPr>
        <p:grpSpPr>
          <a:xfrm>
            <a:off x="3105998" y="2433240"/>
            <a:ext cx="345818" cy="345056"/>
            <a:chOff x="3105998" y="2433240"/>
            <a:chExt cx="345818" cy="345056"/>
          </a:xfrm>
        </p:grpSpPr>
        <p:sp>
          <p:nvSpPr>
            <p:cNvPr id="10456" name="Google Shape;10456;p75"/>
            <p:cNvSpPr/>
            <p:nvPr/>
          </p:nvSpPr>
          <p:spPr>
            <a:xfrm>
              <a:off x="3160277" y="2465487"/>
              <a:ext cx="237259" cy="312809"/>
            </a:xfrm>
            <a:custGeom>
              <a:avLst/>
              <a:gdLst/>
              <a:ahLst/>
              <a:cxnLst/>
              <a:rect l="l" t="t" r="r" b="b"/>
              <a:pathLst>
                <a:path w="9035" h="11912" extrusionOk="0">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75"/>
            <p:cNvSpPr/>
            <p:nvPr/>
          </p:nvSpPr>
          <p:spPr>
            <a:xfrm>
              <a:off x="3160277" y="2469268"/>
              <a:ext cx="137996" cy="309028"/>
            </a:xfrm>
            <a:custGeom>
              <a:avLst/>
              <a:gdLst/>
              <a:ahLst/>
              <a:cxnLst/>
              <a:rect l="l" t="t" r="r" b="b"/>
              <a:pathLst>
                <a:path w="5255" h="11768" extrusionOk="0">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75"/>
            <p:cNvSpPr/>
            <p:nvPr/>
          </p:nvSpPr>
          <p:spPr>
            <a:xfrm>
              <a:off x="3156259" y="2492377"/>
              <a:ext cx="214387" cy="183374"/>
            </a:xfrm>
            <a:custGeom>
              <a:avLst/>
              <a:gdLst/>
              <a:ahLst/>
              <a:cxnLst/>
              <a:rect l="l" t="t" r="r" b="b"/>
              <a:pathLst>
                <a:path w="8164" h="6983" extrusionOk="0">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75"/>
            <p:cNvSpPr/>
            <p:nvPr/>
          </p:nvSpPr>
          <p:spPr>
            <a:xfrm>
              <a:off x="3174589" y="2511731"/>
              <a:ext cx="176704" cy="164388"/>
            </a:xfrm>
            <a:custGeom>
              <a:avLst/>
              <a:gdLst/>
              <a:ahLst/>
              <a:cxnLst/>
              <a:rect l="l" t="t" r="r" b="b"/>
              <a:pathLst>
                <a:path w="6729" h="6260" extrusionOk="0">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75"/>
            <p:cNvSpPr/>
            <p:nvPr/>
          </p:nvSpPr>
          <p:spPr>
            <a:xfrm>
              <a:off x="3251005" y="2524493"/>
              <a:ext cx="55802" cy="119536"/>
            </a:xfrm>
            <a:custGeom>
              <a:avLst/>
              <a:gdLst/>
              <a:ahLst/>
              <a:cxnLst/>
              <a:rect l="l" t="t" r="r" b="b"/>
              <a:pathLst>
                <a:path w="2125" h="4552" extrusionOk="0">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75"/>
            <p:cNvSpPr/>
            <p:nvPr/>
          </p:nvSpPr>
          <p:spPr>
            <a:xfrm>
              <a:off x="3398875" y="2433318"/>
              <a:ext cx="52940" cy="86500"/>
            </a:xfrm>
            <a:custGeom>
              <a:avLst/>
              <a:gdLst/>
              <a:ahLst/>
              <a:cxnLst/>
              <a:rect l="l" t="t" r="r" b="b"/>
              <a:pathLst>
                <a:path w="2016" h="3294" extrusionOk="0">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75"/>
            <p:cNvSpPr/>
            <p:nvPr/>
          </p:nvSpPr>
          <p:spPr>
            <a:xfrm>
              <a:off x="3368466" y="2477803"/>
              <a:ext cx="29332" cy="42016"/>
            </a:xfrm>
            <a:custGeom>
              <a:avLst/>
              <a:gdLst/>
              <a:ahLst/>
              <a:cxnLst/>
              <a:rect l="l" t="t" r="r" b="b"/>
              <a:pathLst>
                <a:path w="1117" h="1600" extrusionOk="0">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75"/>
            <p:cNvSpPr/>
            <p:nvPr/>
          </p:nvSpPr>
          <p:spPr>
            <a:xfrm>
              <a:off x="3383802" y="2455587"/>
              <a:ext cx="40887" cy="64232"/>
            </a:xfrm>
            <a:custGeom>
              <a:avLst/>
              <a:gdLst/>
              <a:ahLst/>
              <a:cxnLst/>
              <a:rect l="l" t="t" r="r" b="b"/>
              <a:pathLst>
                <a:path w="1557" h="2446" extrusionOk="0">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75"/>
            <p:cNvSpPr/>
            <p:nvPr/>
          </p:nvSpPr>
          <p:spPr>
            <a:xfrm>
              <a:off x="3105998" y="2433240"/>
              <a:ext cx="52914" cy="86579"/>
            </a:xfrm>
            <a:custGeom>
              <a:avLst/>
              <a:gdLst/>
              <a:ahLst/>
              <a:cxnLst/>
              <a:rect l="l" t="t" r="r" b="b"/>
              <a:pathLst>
                <a:path w="2015" h="3297" extrusionOk="0">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75"/>
            <p:cNvSpPr/>
            <p:nvPr/>
          </p:nvSpPr>
          <p:spPr>
            <a:xfrm>
              <a:off x="3159778" y="2477803"/>
              <a:ext cx="29569" cy="42016"/>
            </a:xfrm>
            <a:custGeom>
              <a:avLst/>
              <a:gdLst/>
              <a:ahLst/>
              <a:cxnLst/>
              <a:rect l="l" t="t" r="r" b="b"/>
              <a:pathLst>
                <a:path w="1126" h="1600" extrusionOk="0">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75"/>
            <p:cNvSpPr/>
            <p:nvPr/>
          </p:nvSpPr>
          <p:spPr>
            <a:xfrm>
              <a:off x="3132888" y="2455587"/>
              <a:ext cx="41071" cy="64232"/>
            </a:xfrm>
            <a:custGeom>
              <a:avLst/>
              <a:gdLst/>
              <a:ahLst/>
              <a:cxnLst/>
              <a:rect l="l" t="t" r="r" b="b"/>
              <a:pathLst>
                <a:path w="1564" h="2446" extrusionOk="0">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75"/>
          <p:cNvGrpSpPr/>
          <p:nvPr/>
        </p:nvGrpSpPr>
        <p:grpSpPr>
          <a:xfrm>
            <a:off x="1737326" y="2900773"/>
            <a:ext cx="374730" cy="350361"/>
            <a:chOff x="1737326" y="2900773"/>
            <a:chExt cx="374730" cy="350361"/>
          </a:xfrm>
        </p:grpSpPr>
        <p:sp>
          <p:nvSpPr>
            <p:cNvPr id="10468" name="Google Shape;10468;p75"/>
            <p:cNvSpPr/>
            <p:nvPr/>
          </p:nvSpPr>
          <p:spPr>
            <a:xfrm>
              <a:off x="1942890" y="2936723"/>
              <a:ext cx="169167" cy="176966"/>
            </a:xfrm>
            <a:custGeom>
              <a:avLst/>
              <a:gdLst/>
              <a:ahLst/>
              <a:cxnLst/>
              <a:rect l="l" t="t" r="r" b="b"/>
              <a:pathLst>
                <a:path w="6442" h="6739" extrusionOk="0">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75"/>
            <p:cNvSpPr/>
            <p:nvPr/>
          </p:nvSpPr>
          <p:spPr>
            <a:xfrm>
              <a:off x="2003209" y="2936723"/>
              <a:ext cx="48528" cy="114861"/>
            </a:xfrm>
            <a:custGeom>
              <a:avLst/>
              <a:gdLst/>
              <a:ahLst/>
              <a:cxnLst/>
              <a:rect l="l" t="t" r="r" b="b"/>
              <a:pathLst>
                <a:path w="1848" h="4374" extrusionOk="0">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75"/>
            <p:cNvSpPr/>
            <p:nvPr/>
          </p:nvSpPr>
          <p:spPr>
            <a:xfrm>
              <a:off x="2015525" y="2900773"/>
              <a:ext cx="23660" cy="96532"/>
            </a:xfrm>
            <a:custGeom>
              <a:avLst/>
              <a:gdLst/>
              <a:ahLst/>
              <a:cxnLst/>
              <a:rect l="l" t="t" r="r" b="b"/>
              <a:pathLst>
                <a:path w="901" h="3676" extrusionOk="0">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75"/>
            <p:cNvSpPr/>
            <p:nvPr/>
          </p:nvSpPr>
          <p:spPr>
            <a:xfrm>
              <a:off x="2015289" y="3015371"/>
              <a:ext cx="24396" cy="24159"/>
            </a:xfrm>
            <a:custGeom>
              <a:avLst/>
              <a:gdLst/>
              <a:ahLst/>
              <a:cxnLst/>
              <a:rect l="l" t="t" r="r" b="b"/>
              <a:pathLst>
                <a:path w="929" h="920" extrusionOk="0">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75"/>
            <p:cNvSpPr/>
            <p:nvPr/>
          </p:nvSpPr>
          <p:spPr>
            <a:xfrm>
              <a:off x="1737326" y="3166419"/>
              <a:ext cx="205353" cy="84715"/>
            </a:xfrm>
            <a:custGeom>
              <a:avLst/>
              <a:gdLst/>
              <a:ahLst/>
              <a:cxnLst/>
              <a:rect l="l" t="t" r="r" b="b"/>
              <a:pathLst>
                <a:path w="7820" h="3226" extrusionOk="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75"/>
            <p:cNvSpPr/>
            <p:nvPr/>
          </p:nvSpPr>
          <p:spPr>
            <a:xfrm>
              <a:off x="1827792" y="3190788"/>
              <a:ext cx="24396" cy="60345"/>
            </a:xfrm>
            <a:custGeom>
              <a:avLst/>
              <a:gdLst/>
              <a:ahLst/>
              <a:cxnLst/>
              <a:rect l="l" t="t" r="r" b="b"/>
              <a:pathLst>
                <a:path w="929" h="2298" extrusionOk="0">
                  <a:moveTo>
                    <a:pt x="221" y="1"/>
                  </a:moveTo>
                  <a:lnTo>
                    <a:pt x="1" y="2298"/>
                  </a:lnTo>
                  <a:lnTo>
                    <a:pt x="929" y="2298"/>
                  </a:lnTo>
                  <a:lnTo>
                    <a:pt x="70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75"/>
            <p:cNvSpPr/>
            <p:nvPr/>
          </p:nvSpPr>
          <p:spPr>
            <a:xfrm>
              <a:off x="1829552" y="3178472"/>
              <a:ext cx="21139" cy="20640"/>
            </a:xfrm>
            <a:custGeom>
              <a:avLst/>
              <a:gdLst/>
              <a:ahLst/>
              <a:cxnLst/>
              <a:rect l="l" t="t" r="r" b="b"/>
              <a:pathLst>
                <a:path w="805" h="786" extrusionOk="0">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75"/>
            <p:cNvSpPr/>
            <p:nvPr/>
          </p:nvSpPr>
          <p:spPr>
            <a:xfrm>
              <a:off x="1906703" y="3191051"/>
              <a:ext cx="36213" cy="60083"/>
            </a:xfrm>
            <a:custGeom>
              <a:avLst/>
              <a:gdLst/>
              <a:ahLst/>
              <a:cxnLst/>
              <a:rect l="l" t="t" r="r" b="b"/>
              <a:pathLst>
                <a:path w="1379" h="2288" extrusionOk="0">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75"/>
            <p:cNvSpPr/>
            <p:nvPr/>
          </p:nvSpPr>
          <p:spPr>
            <a:xfrm>
              <a:off x="1773513" y="2979185"/>
              <a:ext cx="132981" cy="96794"/>
            </a:xfrm>
            <a:custGeom>
              <a:avLst/>
              <a:gdLst/>
              <a:ahLst/>
              <a:cxnLst/>
              <a:rect l="l" t="t" r="r" b="b"/>
              <a:pathLst>
                <a:path w="5064" h="3686" extrusionOk="0">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75"/>
            <p:cNvSpPr/>
            <p:nvPr/>
          </p:nvSpPr>
          <p:spPr>
            <a:xfrm>
              <a:off x="1803659" y="2979185"/>
              <a:ext cx="102834" cy="96794"/>
            </a:xfrm>
            <a:custGeom>
              <a:avLst/>
              <a:gdLst/>
              <a:ahLst/>
              <a:cxnLst/>
              <a:rect l="l" t="t" r="r" b="b"/>
              <a:pathLst>
                <a:path w="3916" h="3686" extrusionOk="0">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75"/>
            <p:cNvSpPr/>
            <p:nvPr/>
          </p:nvSpPr>
          <p:spPr>
            <a:xfrm>
              <a:off x="1803659" y="3124193"/>
              <a:ext cx="72661" cy="54306"/>
            </a:xfrm>
            <a:custGeom>
              <a:avLst/>
              <a:gdLst/>
              <a:ahLst/>
              <a:cxnLst/>
              <a:rect l="l" t="t" r="r" b="b"/>
              <a:pathLst>
                <a:path w="2767" h="2068" extrusionOk="0">
                  <a:moveTo>
                    <a:pt x="1" y="1"/>
                  </a:moveTo>
                  <a:lnTo>
                    <a:pt x="1" y="2068"/>
                  </a:lnTo>
                  <a:lnTo>
                    <a:pt x="2767" y="2068"/>
                  </a:lnTo>
                  <a:lnTo>
                    <a:pt x="2767"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75"/>
            <p:cNvSpPr/>
            <p:nvPr/>
          </p:nvSpPr>
          <p:spPr>
            <a:xfrm>
              <a:off x="1803659" y="3124193"/>
              <a:ext cx="72661" cy="30173"/>
            </a:xfrm>
            <a:custGeom>
              <a:avLst/>
              <a:gdLst/>
              <a:ahLst/>
              <a:cxnLst/>
              <a:rect l="l" t="t" r="r" b="b"/>
              <a:pathLst>
                <a:path w="2767" h="1149" extrusionOk="0">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75"/>
            <p:cNvSpPr/>
            <p:nvPr/>
          </p:nvSpPr>
          <p:spPr>
            <a:xfrm>
              <a:off x="1791606" y="3156387"/>
              <a:ext cx="48528" cy="43198"/>
            </a:xfrm>
            <a:custGeom>
              <a:avLst/>
              <a:gdLst/>
              <a:ahLst/>
              <a:cxnLst/>
              <a:rect l="l" t="t" r="r" b="b"/>
              <a:pathLst>
                <a:path w="1848" h="1645" extrusionOk="0">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75"/>
            <p:cNvSpPr/>
            <p:nvPr/>
          </p:nvSpPr>
          <p:spPr>
            <a:xfrm>
              <a:off x="1840108" y="3156387"/>
              <a:ext cx="48292" cy="43198"/>
            </a:xfrm>
            <a:custGeom>
              <a:avLst/>
              <a:gdLst/>
              <a:ahLst/>
              <a:cxnLst/>
              <a:rect l="l" t="t" r="r" b="b"/>
              <a:pathLst>
                <a:path w="1839" h="1645" extrusionOk="0">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75"/>
            <p:cNvSpPr/>
            <p:nvPr/>
          </p:nvSpPr>
          <p:spPr>
            <a:xfrm>
              <a:off x="1779552" y="3028107"/>
              <a:ext cx="121137" cy="114205"/>
            </a:xfrm>
            <a:custGeom>
              <a:avLst/>
              <a:gdLst/>
              <a:ahLst/>
              <a:cxnLst/>
              <a:rect l="l" t="t" r="r" b="b"/>
              <a:pathLst>
                <a:path w="4613" h="4349" extrusionOk="0">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75"/>
            <p:cNvSpPr/>
            <p:nvPr/>
          </p:nvSpPr>
          <p:spPr>
            <a:xfrm>
              <a:off x="1779552" y="3028107"/>
              <a:ext cx="108848" cy="113706"/>
            </a:xfrm>
            <a:custGeom>
              <a:avLst/>
              <a:gdLst/>
              <a:ahLst/>
              <a:cxnLst/>
              <a:rect l="l" t="t" r="r" b="b"/>
              <a:pathLst>
                <a:path w="4145" h="4330" extrusionOk="0">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75"/>
            <p:cNvSpPr/>
            <p:nvPr/>
          </p:nvSpPr>
          <p:spPr>
            <a:xfrm>
              <a:off x="1737326" y="3191051"/>
              <a:ext cx="36213" cy="60083"/>
            </a:xfrm>
            <a:custGeom>
              <a:avLst/>
              <a:gdLst/>
              <a:ahLst/>
              <a:cxnLst/>
              <a:rect l="l" t="t" r="r" b="b"/>
              <a:pathLst>
                <a:path w="1379" h="2288" extrusionOk="0">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5" name="Google Shape;10485;p75"/>
          <p:cNvGrpSpPr/>
          <p:nvPr/>
        </p:nvGrpSpPr>
        <p:grpSpPr>
          <a:xfrm>
            <a:off x="4000676" y="1579396"/>
            <a:ext cx="327226" cy="211603"/>
            <a:chOff x="4000676" y="1579396"/>
            <a:chExt cx="327226" cy="211603"/>
          </a:xfrm>
        </p:grpSpPr>
        <p:sp>
          <p:nvSpPr>
            <p:cNvPr id="10486" name="Google Shape;10486;p75"/>
            <p:cNvSpPr/>
            <p:nvPr/>
          </p:nvSpPr>
          <p:spPr>
            <a:xfrm>
              <a:off x="4081924" y="1581365"/>
              <a:ext cx="121584" cy="89757"/>
            </a:xfrm>
            <a:custGeom>
              <a:avLst/>
              <a:gdLst/>
              <a:ahLst/>
              <a:cxnLst/>
              <a:rect l="l" t="t" r="r" b="b"/>
              <a:pathLst>
                <a:path w="4630" h="3418" extrusionOk="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75"/>
            <p:cNvSpPr/>
            <p:nvPr/>
          </p:nvSpPr>
          <p:spPr>
            <a:xfrm>
              <a:off x="4083605" y="1581628"/>
              <a:ext cx="119903" cy="89494"/>
            </a:xfrm>
            <a:custGeom>
              <a:avLst/>
              <a:gdLst/>
              <a:ahLst/>
              <a:cxnLst/>
              <a:rect l="l" t="t" r="r" b="b"/>
              <a:pathLst>
                <a:path w="4566" h="3408" extrusionOk="0">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75"/>
            <p:cNvSpPr/>
            <p:nvPr/>
          </p:nvSpPr>
          <p:spPr>
            <a:xfrm>
              <a:off x="4000676" y="1613534"/>
              <a:ext cx="327226" cy="94037"/>
            </a:xfrm>
            <a:custGeom>
              <a:avLst/>
              <a:gdLst/>
              <a:ahLst/>
              <a:cxnLst/>
              <a:rect l="l" t="t" r="r" b="b"/>
              <a:pathLst>
                <a:path w="12461" h="3581" extrusionOk="0">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75"/>
            <p:cNvSpPr/>
            <p:nvPr/>
          </p:nvSpPr>
          <p:spPr>
            <a:xfrm>
              <a:off x="4081924" y="1686169"/>
              <a:ext cx="135922" cy="104830"/>
            </a:xfrm>
            <a:custGeom>
              <a:avLst/>
              <a:gdLst/>
              <a:ahLst/>
              <a:cxnLst/>
              <a:rect l="l" t="t" r="r" b="b"/>
              <a:pathLst>
                <a:path w="5176" h="3992" extrusionOk="0">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75"/>
            <p:cNvSpPr/>
            <p:nvPr/>
          </p:nvSpPr>
          <p:spPr>
            <a:xfrm>
              <a:off x="4193923" y="1579448"/>
              <a:ext cx="132193" cy="49710"/>
            </a:xfrm>
            <a:custGeom>
              <a:avLst/>
              <a:gdLst/>
              <a:ahLst/>
              <a:cxnLst/>
              <a:rect l="l" t="t" r="r" b="b"/>
              <a:pathLst>
                <a:path w="5034" h="1893" extrusionOk="0">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75"/>
            <p:cNvSpPr/>
            <p:nvPr/>
          </p:nvSpPr>
          <p:spPr>
            <a:xfrm>
              <a:off x="4123573"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75"/>
            <p:cNvSpPr/>
            <p:nvPr/>
          </p:nvSpPr>
          <p:spPr>
            <a:xfrm>
              <a:off x="4097418" y="1679551"/>
              <a:ext cx="15362" cy="13183"/>
            </a:xfrm>
            <a:custGeom>
              <a:avLst/>
              <a:gdLst/>
              <a:ahLst/>
              <a:cxnLst/>
              <a:rect l="l" t="t" r="r" b="b"/>
              <a:pathLst>
                <a:path w="585" h="502" extrusionOk="0">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75"/>
            <p:cNvSpPr/>
            <p:nvPr/>
          </p:nvSpPr>
          <p:spPr>
            <a:xfrm>
              <a:off x="4071053" y="1679551"/>
              <a:ext cx="15598" cy="13183"/>
            </a:xfrm>
            <a:custGeom>
              <a:avLst/>
              <a:gdLst/>
              <a:ahLst/>
              <a:cxnLst/>
              <a:rect l="l" t="t" r="r" b="b"/>
              <a:pathLst>
                <a:path w="594" h="502" extrusionOk="0">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75"/>
            <p:cNvSpPr/>
            <p:nvPr/>
          </p:nvSpPr>
          <p:spPr>
            <a:xfrm>
              <a:off x="4044661"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75"/>
            <p:cNvSpPr/>
            <p:nvPr/>
          </p:nvSpPr>
          <p:spPr>
            <a:xfrm>
              <a:off x="4235650" y="1679551"/>
              <a:ext cx="15598" cy="13183"/>
            </a:xfrm>
            <a:custGeom>
              <a:avLst/>
              <a:gdLst/>
              <a:ahLst/>
              <a:cxnLst/>
              <a:rect l="l" t="t" r="r" b="b"/>
              <a:pathLst>
                <a:path w="594" h="502" extrusionOk="0">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75"/>
            <p:cNvSpPr/>
            <p:nvPr/>
          </p:nvSpPr>
          <p:spPr>
            <a:xfrm>
              <a:off x="4249227" y="1579396"/>
              <a:ext cx="76889" cy="49763"/>
            </a:xfrm>
            <a:custGeom>
              <a:avLst/>
              <a:gdLst/>
              <a:ahLst/>
              <a:cxnLst/>
              <a:rect l="l" t="t" r="r" b="b"/>
              <a:pathLst>
                <a:path w="2928" h="1895" extrusionOk="0">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75"/>
            <p:cNvSpPr/>
            <p:nvPr/>
          </p:nvSpPr>
          <p:spPr>
            <a:xfrm>
              <a:off x="4083867" y="1686431"/>
              <a:ext cx="133716" cy="104567"/>
            </a:xfrm>
            <a:custGeom>
              <a:avLst/>
              <a:gdLst/>
              <a:ahLst/>
              <a:cxnLst/>
              <a:rect l="l" t="t" r="r" b="b"/>
              <a:pathLst>
                <a:path w="5092" h="3982" extrusionOk="0">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75"/>
            <p:cNvSpPr/>
            <p:nvPr/>
          </p:nvSpPr>
          <p:spPr>
            <a:xfrm>
              <a:off x="4257525" y="1664819"/>
              <a:ext cx="17620" cy="4280"/>
            </a:xfrm>
            <a:custGeom>
              <a:avLst/>
              <a:gdLst/>
              <a:ahLst/>
              <a:cxnLst/>
              <a:rect l="l" t="t" r="r" b="b"/>
              <a:pathLst>
                <a:path w="671" h="163" extrusionOk="0">
                  <a:moveTo>
                    <a:pt x="0" y="0"/>
                  </a:moveTo>
                  <a:cubicBezTo>
                    <a:pt x="230" y="0"/>
                    <a:pt x="469" y="58"/>
                    <a:pt x="670" y="163"/>
                  </a:cubicBezTo>
                  <a:lnTo>
                    <a:pt x="670"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75"/>
            <p:cNvSpPr/>
            <p:nvPr/>
          </p:nvSpPr>
          <p:spPr>
            <a:xfrm>
              <a:off x="4296731" y="1687666"/>
              <a:ext cx="31171" cy="19905"/>
            </a:xfrm>
            <a:custGeom>
              <a:avLst/>
              <a:gdLst/>
              <a:ahLst/>
              <a:cxnLst/>
              <a:rect l="l" t="t" r="r" b="b"/>
              <a:pathLst>
                <a:path w="1187" h="758" extrusionOk="0">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0" name="Google Shape;10500;p75"/>
            <p:cNvSpPr/>
            <p:nvPr/>
          </p:nvSpPr>
          <p:spPr>
            <a:xfrm>
              <a:off x="4275355" y="1664819"/>
              <a:ext cx="41254" cy="23135"/>
            </a:xfrm>
            <a:custGeom>
              <a:avLst/>
              <a:gdLst/>
              <a:ahLst/>
              <a:cxnLst/>
              <a:rect l="l" t="t" r="r" b="b"/>
              <a:pathLst>
                <a:path w="1571" h="881" extrusionOk="0">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75"/>
            <p:cNvSpPr/>
            <p:nvPr/>
          </p:nvSpPr>
          <p:spPr>
            <a:xfrm>
              <a:off x="4275119" y="1664819"/>
              <a:ext cx="41491" cy="23135"/>
            </a:xfrm>
            <a:custGeom>
              <a:avLst/>
              <a:gdLst/>
              <a:ahLst/>
              <a:cxnLst/>
              <a:rect l="l" t="t" r="r" b="b"/>
              <a:pathLst>
                <a:path w="1580" h="881" extrusionOk="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2" name="Google Shape;10502;p75"/>
          <p:cNvGrpSpPr/>
          <p:nvPr/>
        </p:nvGrpSpPr>
        <p:grpSpPr>
          <a:xfrm>
            <a:off x="2635523" y="1515584"/>
            <a:ext cx="371054" cy="336469"/>
            <a:chOff x="2635523" y="1515584"/>
            <a:chExt cx="371054" cy="336469"/>
          </a:xfrm>
        </p:grpSpPr>
        <p:sp>
          <p:nvSpPr>
            <p:cNvPr id="10503" name="Google Shape;10503;p75"/>
            <p:cNvSpPr/>
            <p:nvPr/>
          </p:nvSpPr>
          <p:spPr>
            <a:xfrm>
              <a:off x="2680769" y="1825399"/>
              <a:ext cx="310393" cy="26654"/>
            </a:xfrm>
            <a:custGeom>
              <a:avLst/>
              <a:gdLst/>
              <a:ahLst/>
              <a:cxnLst/>
              <a:rect l="l" t="t" r="r" b="b"/>
              <a:pathLst>
                <a:path w="11820" h="1015" extrusionOk="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75"/>
            <p:cNvSpPr/>
            <p:nvPr/>
          </p:nvSpPr>
          <p:spPr>
            <a:xfrm>
              <a:off x="2635523" y="1631627"/>
              <a:ext cx="312153" cy="171163"/>
            </a:xfrm>
            <a:custGeom>
              <a:avLst/>
              <a:gdLst/>
              <a:ahLst/>
              <a:cxnLst/>
              <a:rect l="l" t="t" r="r" b="b"/>
              <a:pathLst>
                <a:path w="11887" h="6518" extrusionOk="0">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75"/>
            <p:cNvSpPr/>
            <p:nvPr/>
          </p:nvSpPr>
          <p:spPr>
            <a:xfrm>
              <a:off x="2828797" y="1679131"/>
              <a:ext cx="94247" cy="99053"/>
            </a:xfrm>
            <a:custGeom>
              <a:avLst/>
              <a:gdLst/>
              <a:ahLst/>
              <a:cxnLst/>
              <a:rect l="l" t="t" r="r" b="b"/>
              <a:pathLst>
                <a:path w="3589" h="3772" extrusionOk="0">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75"/>
            <p:cNvSpPr/>
            <p:nvPr/>
          </p:nvSpPr>
          <p:spPr>
            <a:xfrm>
              <a:off x="2911464" y="1631627"/>
              <a:ext cx="11581" cy="35477"/>
            </a:xfrm>
            <a:custGeom>
              <a:avLst/>
              <a:gdLst/>
              <a:ahLst/>
              <a:cxnLst/>
              <a:rect l="l" t="t" r="r" b="b"/>
              <a:pathLst>
                <a:path w="441" h="1351" extrusionOk="0">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75"/>
            <p:cNvSpPr/>
            <p:nvPr/>
          </p:nvSpPr>
          <p:spPr>
            <a:xfrm>
              <a:off x="2803404" y="1515584"/>
              <a:ext cx="19511" cy="99000"/>
            </a:xfrm>
            <a:custGeom>
              <a:avLst/>
              <a:gdLst/>
              <a:ahLst/>
              <a:cxnLst/>
              <a:rect l="l" t="t" r="r" b="b"/>
              <a:pathLst>
                <a:path w="743" h="3770" extrusionOk="0">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75"/>
            <p:cNvSpPr/>
            <p:nvPr/>
          </p:nvSpPr>
          <p:spPr>
            <a:xfrm>
              <a:off x="2848886" y="1516529"/>
              <a:ext cx="19380" cy="98055"/>
            </a:xfrm>
            <a:custGeom>
              <a:avLst/>
              <a:gdLst/>
              <a:ahLst/>
              <a:cxnLst/>
              <a:rect l="l" t="t" r="r" b="b"/>
              <a:pathLst>
                <a:path w="738" h="3734" extrusionOk="0">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75"/>
            <p:cNvSpPr/>
            <p:nvPr/>
          </p:nvSpPr>
          <p:spPr>
            <a:xfrm>
              <a:off x="2666195" y="1819832"/>
              <a:ext cx="340382" cy="11397"/>
            </a:xfrm>
            <a:custGeom>
              <a:avLst/>
              <a:gdLst/>
              <a:ahLst/>
              <a:cxnLst/>
              <a:rect l="l" t="t" r="r" b="b"/>
              <a:pathLst>
                <a:path w="12962" h="434" extrusionOk="0">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0" name="Google Shape;10510;p75"/>
          <p:cNvGrpSpPr/>
          <p:nvPr/>
        </p:nvGrpSpPr>
        <p:grpSpPr>
          <a:xfrm>
            <a:off x="2231907" y="1520731"/>
            <a:ext cx="311627" cy="326569"/>
            <a:chOff x="2231907" y="1520731"/>
            <a:chExt cx="311627" cy="326569"/>
          </a:xfrm>
        </p:grpSpPr>
        <p:sp>
          <p:nvSpPr>
            <p:cNvPr id="10511" name="Google Shape;10511;p75"/>
            <p:cNvSpPr/>
            <p:nvPr/>
          </p:nvSpPr>
          <p:spPr>
            <a:xfrm>
              <a:off x="2382456" y="1520731"/>
              <a:ext cx="161079" cy="135790"/>
            </a:xfrm>
            <a:custGeom>
              <a:avLst/>
              <a:gdLst/>
              <a:ahLst/>
              <a:cxnLst/>
              <a:rect l="l" t="t" r="r" b="b"/>
              <a:pathLst>
                <a:path w="6134" h="5171" extrusionOk="0">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75"/>
            <p:cNvSpPr/>
            <p:nvPr/>
          </p:nvSpPr>
          <p:spPr>
            <a:xfrm>
              <a:off x="2423421" y="1551140"/>
              <a:ext cx="74920" cy="65335"/>
            </a:xfrm>
            <a:custGeom>
              <a:avLst/>
              <a:gdLst/>
              <a:ahLst/>
              <a:cxnLst/>
              <a:rect l="l" t="t" r="r" b="b"/>
              <a:pathLst>
                <a:path w="2853" h="2488" extrusionOk="0">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75"/>
            <p:cNvSpPr/>
            <p:nvPr/>
          </p:nvSpPr>
          <p:spPr>
            <a:xfrm>
              <a:off x="2248241" y="1565530"/>
              <a:ext cx="266171" cy="266171"/>
            </a:xfrm>
            <a:custGeom>
              <a:avLst/>
              <a:gdLst/>
              <a:ahLst/>
              <a:cxnLst/>
              <a:rect l="l" t="t" r="r" b="b"/>
              <a:pathLst>
                <a:path w="10136" h="10136" extrusionOk="0">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75"/>
            <p:cNvSpPr/>
            <p:nvPr/>
          </p:nvSpPr>
          <p:spPr>
            <a:xfrm>
              <a:off x="2321375" y="1565530"/>
              <a:ext cx="192801" cy="192801"/>
            </a:xfrm>
            <a:custGeom>
              <a:avLst/>
              <a:gdLst/>
              <a:ahLst/>
              <a:cxnLst/>
              <a:rect l="l" t="t" r="r" b="b"/>
              <a:pathLst>
                <a:path w="7342" h="7342" extrusionOk="0">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75"/>
            <p:cNvSpPr/>
            <p:nvPr/>
          </p:nvSpPr>
          <p:spPr>
            <a:xfrm>
              <a:off x="2231907" y="1549748"/>
              <a:ext cx="118643" cy="117592"/>
            </a:xfrm>
            <a:custGeom>
              <a:avLst/>
              <a:gdLst/>
              <a:ahLst/>
              <a:cxnLst/>
              <a:rect l="l" t="t" r="r" b="b"/>
              <a:pathLst>
                <a:path w="4518" h="4478" extrusionOk="0">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75"/>
            <p:cNvSpPr/>
            <p:nvPr/>
          </p:nvSpPr>
          <p:spPr>
            <a:xfrm>
              <a:off x="2239208" y="1556497"/>
              <a:ext cx="111342" cy="110843"/>
            </a:xfrm>
            <a:custGeom>
              <a:avLst/>
              <a:gdLst/>
              <a:ahLst/>
              <a:cxnLst/>
              <a:rect l="l" t="t" r="r" b="b"/>
              <a:pathLst>
                <a:path w="4240" h="4221" extrusionOk="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75"/>
            <p:cNvSpPr/>
            <p:nvPr/>
          </p:nvSpPr>
          <p:spPr>
            <a:xfrm>
              <a:off x="2412103" y="1729892"/>
              <a:ext cx="118406" cy="117408"/>
            </a:xfrm>
            <a:custGeom>
              <a:avLst/>
              <a:gdLst/>
              <a:ahLst/>
              <a:cxnLst/>
              <a:rect l="l" t="t" r="r" b="b"/>
              <a:pathLst>
                <a:path w="4509" h="4471" extrusionOk="0">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75"/>
            <p:cNvSpPr/>
            <p:nvPr/>
          </p:nvSpPr>
          <p:spPr>
            <a:xfrm>
              <a:off x="2419141" y="1736430"/>
              <a:ext cx="111369" cy="110870"/>
            </a:xfrm>
            <a:custGeom>
              <a:avLst/>
              <a:gdLst/>
              <a:ahLst/>
              <a:cxnLst/>
              <a:rect l="l" t="t" r="r" b="b"/>
              <a:pathLst>
                <a:path w="4241" h="4222" extrusionOk="0">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75"/>
            <p:cNvSpPr/>
            <p:nvPr/>
          </p:nvSpPr>
          <p:spPr>
            <a:xfrm>
              <a:off x="2291964" y="1669572"/>
              <a:ext cx="78701" cy="29175"/>
            </a:xfrm>
            <a:custGeom>
              <a:avLst/>
              <a:gdLst/>
              <a:ahLst/>
              <a:cxnLst/>
              <a:rect l="l" t="t" r="r" b="b"/>
              <a:pathLst>
                <a:path w="2997" h="1111" extrusionOk="0">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75"/>
            <p:cNvSpPr/>
            <p:nvPr/>
          </p:nvSpPr>
          <p:spPr>
            <a:xfrm>
              <a:off x="2381694" y="1751005"/>
              <a:ext cx="82456" cy="46769"/>
            </a:xfrm>
            <a:custGeom>
              <a:avLst/>
              <a:gdLst/>
              <a:ahLst/>
              <a:cxnLst/>
              <a:rect l="l" t="t" r="r" b="b"/>
              <a:pathLst>
                <a:path w="3140" h="1781" extrusionOk="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21" name="Google Shape;10521;p75"/>
          <p:cNvGrpSpPr/>
          <p:nvPr/>
        </p:nvGrpSpPr>
        <p:grpSpPr>
          <a:xfrm>
            <a:off x="1340249" y="4301533"/>
            <a:ext cx="311890" cy="304695"/>
            <a:chOff x="1340249" y="4301533"/>
            <a:chExt cx="311890" cy="304695"/>
          </a:xfrm>
        </p:grpSpPr>
        <p:sp>
          <p:nvSpPr>
            <p:cNvPr id="10522" name="Google Shape;10522;p75"/>
            <p:cNvSpPr/>
            <p:nvPr/>
          </p:nvSpPr>
          <p:spPr>
            <a:xfrm>
              <a:off x="1407081" y="4404893"/>
              <a:ext cx="182481" cy="165149"/>
            </a:xfrm>
            <a:custGeom>
              <a:avLst/>
              <a:gdLst/>
              <a:ahLst/>
              <a:cxnLst/>
              <a:rect l="l" t="t" r="r" b="b"/>
              <a:pathLst>
                <a:path w="6949" h="6289" extrusionOk="0">
                  <a:moveTo>
                    <a:pt x="1" y="1"/>
                  </a:moveTo>
                  <a:lnTo>
                    <a:pt x="1" y="6288"/>
                  </a:lnTo>
                  <a:lnTo>
                    <a:pt x="6949" y="6288"/>
                  </a:lnTo>
                  <a:lnTo>
                    <a:pt x="6949"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75"/>
            <p:cNvSpPr/>
            <p:nvPr/>
          </p:nvSpPr>
          <p:spPr>
            <a:xfrm>
              <a:off x="1369896" y="4301533"/>
              <a:ext cx="252359" cy="82772"/>
            </a:xfrm>
            <a:custGeom>
              <a:avLst/>
              <a:gdLst/>
              <a:ahLst/>
              <a:cxnLst/>
              <a:rect l="l" t="t" r="r" b="b"/>
              <a:pathLst>
                <a:path w="9610" h="3152" extrusionOk="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75"/>
            <p:cNvSpPr/>
            <p:nvPr/>
          </p:nvSpPr>
          <p:spPr>
            <a:xfrm>
              <a:off x="1400805" y="4322830"/>
              <a:ext cx="190516" cy="62499"/>
            </a:xfrm>
            <a:custGeom>
              <a:avLst/>
              <a:gdLst/>
              <a:ahLst/>
              <a:cxnLst/>
              <a:rect l="l" t="t" r="r" b="b"/>
              <a:pathLst>
                <a:path w="7255" h="2380" extrusionOk="0">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75"/>
            <p:cNvSpPr/>
            <p:nvPr/>
          </p:nvSpPr>
          <p:spPr>
            <a:xfrm>
              <a:off x="1367874" y="4373985"/>
              <a:ext cx="256376" cy="30934"/>
            </a:xfrm>
            <a:custGeom>
              <a:avLst/>
              <a:gdLst/>
              <a:ahLst/>
              <a:cxnLst/>
              <a:rect l="l" t="t" r="r" b="b"/>
              <a:pathLst>
                <a:path w="9763" h="1178" extrusionOk="0">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75"/>
            <p:cNvSpPr/>
            <p:nvPr/>
          </p:nvSpPr>
          <p:spPr>
            <a:xfrm>
              <a:off x="1407081" y="4404893"/>
              <a:ext cx="182481" cy="160370"/>
            </a:xfrm>
            <a:custGeom>
              <a:avLst/>
              <a:gdLst/>
              <a:ahLst/>
              <a:cxnLst/>
              <a:rect l="l" t="t" r="r" b="b"/>
              <a:pathLst>
                <a:path w="6949" h="6107" extrusionOk="0">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75"/>
            <p:cNvSpPr/>
            <p:nvPr/>
          </p:nvSpPr>
          <p:spPr>
            <a:xfrm>
              <a:off x="1373573" y="4404893"/>
              <a:ext cx="65965" cy="146032"/>
            </a:xfrm>
            <a:custGeom>
              <a:avLst/>
              <a:gdLst/>
              <a:ahLst/>
              <a:cxnLst/>
              <a:rect l="l" t="t" r="r" b="b"/>
              <a:pathLst>
                <a:path w="2512" h="5561" extrusionOk="0">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75"/>
            <p:cNvSpPr/>
            <p:nvPr/>
          </p:nvSpPr>
          <p:spPr>
            <a:xfrm>
              <a:off x="1387753" y="4550898"/>
              <a:ext cx="34689" cy="17883"/>
            </a:xfrm>
            <a:custGeom>
              <a:avLst/>
              <a:gdLst/>
              <a:ahLst/>
              <a:cxnLst/>
              <a:rect l="l" t="t" r="r" b="b"/>
              <a:pathLst>
                <a:path w="1321" h="681" extrusionOk="0">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75"/>
            <p:cNvSpPr/>
            <p:nvPr/>
          </p:nvSpPr>
          <p:spPr>
            <a:xfrm>
              <a:off x="1466323" y="4404893"/>
              <a:ext cx="65939" cy="146032"/>
            </a:xfrm>
            <a:custGeom>
              <a:avLst/>
              <a:gdLst/>
              <a:ahLst/>
              <a:cxnLst/>
              <a:rect l="l" t="t" r="r" b="b"/>
              <a:pathLst>
                <a:path w="2511" h="5561" extrusionOk="0">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75"/>
            <p:cNvSpPr/>
            <p:nvPr/>
          </p:nvSpPr>
          <p:spPr>
            <a:xfrm>
              <a:off x="1480477" y="4550898"/>
              <a:ext cx="34716" cy="17883"/>
            </a:xfrm>
            <a:custGeom>
              <a:avLst/>
              <a:gdLst/>
              <a:ahLst/>
              <a:cxnLst/>
              <a:rect l="l" t="t" r="r" b="b"/>
              <a:pathLst>
                <a:path w="1322" h="681" extrusionOk="0">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75"/>
            <p:cNvSpPr/>
            <p:nvPr/>
          </p:nvSpPr>
          <p:spPr>
            <a:xfrm>
              <a:off x="1559047" y="4404893"/>
              <a:ext cx="65703" cy="146032"/>
            </a:xfrm>
            <a:custGeom>
              <a:avLst/>
              <a:gdLst/>
              <a:ahLst/>
              <a:cxnLst/>
              <a:rect l="l" t="t" r="r" b="b"/>
              <a:pathLst>
                <a:path w="2502" h="5561" extrusionOk="0">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75"/>
            <p:cNvSpPr/>
            <p:nvPr/>
          </p:nvSpPr>
          <p:spPr>
            <a:xfrm>
              <a:off x="1572965" y="4550898"/>
              <a:ext cx="34952" cy="17883"/>
            </a:xfrm>
            <a:custGeom>
              <a:avLst/>
              <a:gdLst/>
              <a:ahLst/>
              <a:cxnLst/>
              <a:rect l="l" t="t" r="r" b="b"/>
              <a:pathLst>
                <a:path w="1331" h="681" extrusionOk="0">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75"/>
            <p:cNvSpPr/>
            <p:nvPr/>
          </p:nvSpPr>
          <p:spPr>
            <a:xfrm>
              <a:off x="1369135" y="4564974"/>
              <a:ext cx="254118" cy="21638"/>
            </a:xfrm>
            <a:custGeom>
              <a:avLst/>
              <a:gdLst/>
              <a:ahLst/>
              <a:cxnLst/>
              <a:rect l="l" t="t" r="r" b="b"/>
              <a:pathLst>
                <a:path w="9677" h="824" extrusionOk="0">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75"/>
            <p:cNvSpPr/>
            <p:nvPr/>
          </p:nvSpPr>
          <p:spPr>
            <a:xfrm>
              <a:off x="1359603" y="4583330"/>
              <a:ext cx="272946" cy="18382"/>
            </a:xfrm>
            <a:custGeom>
              <a:avLst/>
              <a:gdLst/>
              <a:ahLst/>
              <a:cxnLst/>
              <a:rect l="l" t="t" r="r" b="b"/>
              <a:pathLst>
                <a:path w="10394" h="700" extrusionOk="0">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75"/>
            <p:cNvSpPr/>
            <p:nvPr/>
          </p:nvSpPr>
          <p:spPr>
            <a:xfrm>
              <a:off x="1340249" y="4597142"/>
              <a:ext cx="311890" cy="9086"/>
            </a:xfrm>
            <a:custGeom>
              <a:avLst/>
              <a:gdLst/>
              <a:ahLst/>
              <a:cxnLst/>
              <a:rect l="l" t="t" r="r" b="b"/>
              <a:pathLst>
                <a:path w="11877" h="346" extrusionOk="0">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6" name="Google Shape;10536;p75"/>
          <p:cNvGrpSpPr/>
          <p:nvPr/>
        </p:nvGrpSpPr>
        <p:grpSpPr>
          <a:xfrm>
            <a:off x="1330690" y="3377024"/>
            <a:ext cx="306874" cy="332268"/>
            <a:chOff x="1330690" y="3377024"/>
            <a:chExt cx="306874" cy="332268"/>
          </a:xfrm>
        </p:grpSpPr>
        <p:sp>
          <p:nvSpPr>
            <p:cNvPr id="10537" name="Google Shape;10537;p75"/>
            <p:cNvSpPr/>
            <p:nvPr/>
          </p:nvSpPr>
          <p:spPr>
            <a:xfrm>
              <a:off x="1403325" y="3377024"/>
              <a:ext cx="234239" cy="332268"/>
            </a:xfrm>
            <a:custGeom>
              <a:avLst/>
              <a:gdLst/>
              <a:ahLst/>
              <a:cxnLst/>
              <a:rect l="l" t="t" r="r" b="b"/>
              <a:pathLst>
                <a:path w="8920" h="12653" extrusionOk="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75"/>
            <p:cNvSpPr/>
            <p:nvPr/>
          </p:nvSpPr>
          <p:spPr>
            <a:xfrm>
              <a:off x="1381713" y="3397375"/>
              <a:ext cx="234003" cy="291539"/>
            </a:xfrm>
            <a:custGeom>
              <a:avLst/>
              <a:gdLst/>
              <a:ahLst/>
              <a:cxnLst/>
              <a:rect l="l" t="t" r="r" b="b"/>
              <a:pathLst>
                <a:path w="8911" h="11102" extrusionOk="0">
                  <a:moveTo>
                    <a:pt x="0" y="0"/>
                  </a:moveTo>
                  <a:lnTo>
                    <a:pt x="0" y="11102"/>
                  </a:lnTo>
                  <a:lnTo>
                    <a:pt x="8910" y="11102"/>
                  </a:lnTo>
                  <a:lnTo>
                    <a:pt x="891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75"/>
            <p:cNvSpPr/>
            <p:nvPr/>
          </p:nvSpPr>
          <p:spPr>
            <a:xfrm>
              <a:off x="1361861" y="3377024"/>
              <a:ext cx="234239" cy="332268"/>
            </a:xfrm>
            <a:custGeom>
              <a:avLst/>
              <a:gdLst/>
              <a:ahLst/>
              <a:cxnLst/>
              <a:rect l="l" t="t" r="r" b="b"/>
              <a:pathLst>
                <a:path w="8920" h="12653" extrusionOk="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75"/>
            <p:cNvSpPr/>
            <p:nvPr/>
          </p:nvSpPr>
          <p:spPr>
            <a:xfrm>
              <a:off x="1559888" y="3377024"/>
              <a:ext cx="36213" cy="332268"/>
            </a:xfrm>
            <a:custGeom>
              <a:avLst/>
              <a:gdLst/>
              <a:ahLst/>
              <a:cxnLst/>
              <a:rect l="l" t="t" r="r" b="b"/>
              <a:pathLst>
                <a:path w="1379" h="12653" extrusionOk="0">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75"/>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75"/>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75"/>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75"/>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75"/>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75"/>
            <p:cNvSpPr/>
            <p:nvPr/>
          </p:nvSpPr>
          <p:spPr>
            <a:xfrm>
              <a:off x="1355060" y="3413945"/>
              <a:ext cx="34217" cy="26706"/>
            </a:xfrm>
            <a:custGeom>
              <a:avLst/>
              <a:gdLst/>
              <a:ahLst/>
              <a:cxnLst/>
              <a:rect l="l" t="t" r="r" b="b"/>
              <a:pathLst>
                <a:path w="1303" h="1017" extrusionOk="0">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75"/>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75"/>
            <p:cNvSpPr/>
            <p:nvPr/>
          </p:nvSpPr>
          <p:spPr>
            <a:xfrm>
              <a:off x="1355585" y="3490861"/>
              <a:ext cx="33954" cy="26706"/>
            </a:xfrm>
            <a:custGeom>
              <a:avLst/>
              <a:gdLst/>
              <a:ahLst/>
              <a:cxnLst/>
              <a:rect l="l" t="t" r="r" b="b"/>
              <a:pathLst>
                <a:path w="1293" h="1017" extrusionOk="0">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75"/>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75"/>
            <p:cNvSpPr/>
            <p:nvPr/>
          </p:nvSpPr>
          <p:spPr>
            <a:xfrm>
              <a:off x="1355821" y="3567750"/>
              <a:ext cx="34217" cy="26706"/>
            </a:xfrm>
            <a:custGeom>
              <a:avLst/>
              <a:gdLst/>
              <a:ahLst/>
              <a:cxnLst/>
              <a:rect l="l" t="t" r="r" b="b"/>
              <a:pathLst>
                <a:path w="1303" h="1017" extrusionOk="0">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75"/>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75"/>
            <p:cNvSpPr/>
            <p:nvPr/>
          </p:nvSpPr>
          <p:spPr>
            <a:xfrm>
              <a:off x="1356084" y="3644640"/>
              <a:ext cx="34191" cy="26733"/>
            </a:xfrm>
            <a:custGeom>
              <a:avLst/>
              <a:gdLst/>
              <a:ahLst/>
              <a:cxnLst/>
              <a:rect l="l" t="t" r="r" b="b"/>
              <a:pathLst>
                <a:path w="1302" h="1018" extrusionOk="0">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75"/>
            <p:cNvSpPr/>
            <p:nvPr/>
          </p:nvSpPr>
          <p:spPr>
            <a:xfrm>
              <a:off x="1419397" y="3626310"/>
              <a:ext cx="133243" cy="9847"/>
            </a:xfrm>
            <a:custGeom>
              <a:avLst/>
              <a:gdLst/>
              <a:ahLst/>
              <a:cxnLst/>
              <a:rect l="l" t="t" r="r" b="b"/>
              <a:pathLst>
                <a:path w="5074" h="375" extrusionOk="0">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75"/>
            <p:cNvSpPr/>
            <p:nvPr/>
          </p:nvSpPr>
          <p:spPr>
            <a:xfrm>
              <a:off x="1419397" y="3647686"/>
              <a:ext cx="133243" cy="9821"/>
            </a:xfrm>
            <a:custGeom>
              <a:avLst/>
              <a:gdLst/>
              <a:ahLst/>
              <a:cxnLst/>
              <a:rect l="l" t="t" r="r" b="b"/>
              <a:pathLst>
                <a:path w="5074" h="374" extrusionOk="0">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75"/>
            <p:cNvSpPr/>
            <p:nvPr/>
          </p:nvSpPr>
          <p:spPr>
            <a:xfrm>
              <a:off x="1444527" y="3433063"/>
              <a:ext cx="68145" cy="169403"/>
            </a:xfrm>
            <a:custGeom>
              <a:avLst/>
              <a:gdLst/>
              <a:ahLst/>
              <a:cxnLst/>
              <a:rect l="l" t="t" r="r" b="b"/>
              <a:pathLst>
                <a:path w="2595" h="6451" extrusionOk="0">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6" name="Google Shape;10556;p75"/>
          <p:cNvGrpSpPr/>
          <p:nvPr/>
        </p:nvGrpSpPr>
        <p:grpSpPr>
          <a:xfrm>
            <a:off x="2650597" y="3381777"/>
            <a:ext cx="341511" cy="324994"/>
            <a:chOff x="2650597" y="3381777"/>
            <a:chExt cx="341511" cy="324994"/>
          </a:xfrm>
        </p:grpSpPr>
        <p:sp>
          <p:nvSpPr>
            <p:cNvPr id="10557" name="Google Shape;10557;p75"/>
            <p:cNvSpPr/>
            <p:nvPr/>
          </p:nvSpPr>
          <p:spPr>
            <a:xfrm>
              <a:off x="2672970" y="3644928"/>
              <a:ext cx="51811" cy="56800"/>
            </a:xfrm>
            <a:custGeom>
              <a:avLst/>
              <a:gdLst/>
              <a:ahLst/>
              <a:cxnLst/>
              <a:rect l="l" t="t" r="r" b="b"/>
              <a:pathLst>
                <a:path w="1973" h="2163" extrusionOk="0">
                  <a:moveTo>
                    <a:pt x="1" y="0"/>
                  </a:moveTo>
                  <a:lnTo>
                    <a:pt x="1" y="2163"/>
                  </a:lnTo>
                  <a:lnTo>
                    <a:pt x="1972" y="2163"/>
                  </a:lnTo>
                  <a:lnTo>
                    <a:pt x="1972" y="0"/>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75"/>
            <p:cNvSpPr/>
            <p:nvPr/>
          </p:nvSpPr>
          <p:spPr>
            <a:xfrm>
              <a:off x="2672970" y="3644928"/>
              <a:ext cx="51811" cy="15336"/>
            </a:xfrm>
            <a:custGeom>
              <a:avLst/>
              <a:gdLst/>
              <a:ahLst/>
              <a:cxnLst/>
              <a:rect l="l" t="t" r="r" b="b"/>
              <a:pathLst>
                <a:path w="1973" h="584" extrusionOk="0">
                  <a:moveTo>
                    <a:pt x="1" y="0"/>
                  </a:moveTo>
                  <a:lnTo>
                    <a:pt x="1" y="584"/>
                  </a:lnTo>
                  <a:lnTo>
                    <a:pt x="1972" y="584"/>
                  </a:lnTo>
                  <a:lnTo>
                    <a:pt x="19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75"/>
            <p:cNvSpPr/>
            <p:nvPr/>
          </p:nvSpPr>
          <p:spPr>
            <a:xfrm>
              <a:off x="2667955" y="3629330"/>
              <a:ext cx="56564" cy="20640"/>
            </a:xfrm>
            <a:custGeom>
              <a:avLst/>
              <a:gdLst/>
              <a:ahLst/>
              <a:cxnLst/>
              <a:rect l="l" t="t" r="r" b="b"/>
              <a:pathLst>
                <a:path w="2154" h="786" extrusionOk="0">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75"/>
            <p:cNvSpPr/>
            <p:nvPr/>
          </p:nvSpPr>
          <p:spPr>
            <a:xfrm>
              <a:off x="2672970" y="3639650"/>
              <a:ext cx="51548" cy="10320"/>
            </a:xfrm>
            <a:custGeom>
              <a:avLst/>
              <a:gdLst/>
              <a:ahLst/>
              <a:cxnLst/>
              <a:rect l="l" t="t" r="r" b="b"/>
              <a:pathLst>
                <a:path w="1963" h="393" extrusionOk="0">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75"/>
            <p:cNvSpPr/>
            <p:nvPr/>
          </p:nvSpPr>
          <p:spPr>
            <a:xfrm>
              <a:off x="2719477" y="3469249"/>
              <a:ext cx="41228" cy="232243"/>
            </a:xfrm>
            <a:custGeom>
              <a:avLst/>
              <a:gdLst/>
              <a:ahLst/>
              <a:cxnLst/>
              <a:rect l="l" t="t" r="r" b="b"/>
              <a:pathLst>
                <a:path w="1570" h="8844" extrusionOk="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75"/>
            <p:cNvSpPr/>
            <p:nvPr/>
          </p:nvSpPr>
          <p:spPr>
            <a:xfrm>
              <a:off x="2781293" y="3526286"/>
              <a:ext cx="31197" cy="82456"/>
            </a:xfrm>
            <a:custGeom>
              <a:avLst/>
              <a:gdLst/>
              <a:ahLst/>
              <a:cxnLst/>
              <a:rect l="l" t="t" r="r" b="b"/>
              <a:pathLst>
                <a:path w="1188" h="3140" extrusionOk="0">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75"/>
            <p:cNvSpPr/>
            <p:nvPr/>
          </p:nvSpPr>
          <p:spPr>
            <a:xfrm>
              <a:off x="2724230" y="3469249"/>
              <a:ext cx="31696" cy="15598"/>
            </a:xfrm>
            <a:custGeom>
              <a:avLst/>
              <a:gdLst/>
              <a:ahLst/>
              <a:cxnLst/>
              <a:rect l="l" t="t" r="r" b="b"/>
              <a:pathLst>
                <a:path w="1207" h="594" extrusionOk="0">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75"/>
            <p:cNvSpPr/>
            <p:nvPr/>
          </p:nvSpPr>
          <p:spPr>
            <a:xfrm>
              <a:off x="2785573" y="3526286"/>
              <a:ext cx="22636" cy="15362"/>
            </a:xfrm>
            <a:custGeom>
              <a:avLst/>
              <a:gdLst/>
              <a:ahLst/>
              <a:cxnLst/>
              <a:rect l="l" t="t" r="r" b="b"/>
              <a:pathLst>
                <a:path w="862" h="585" extrusionOk="0">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75"/>
            <p:cNvSpPr/>
            <p:nvPr/>
          </p:nvSpPr>
          <p:spPr>
            <a:xfrm>
              <a:off x="2833051" y="3526286"/>
              <a:ext cx="30934" cy="82456"/>
            </a:xfrm>
            <a:custGeom>
              <a:avLst/>
              <a:gdLst/>
              <a:ahLst/>
              <a:cxnLst/>
              <a:rect l="l" t="t" r="r" b="b"/>
              <a:pathLst>
                <a:path w="1178" h="3140" extrusionOk="0">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75"/>
            <p:cNvSpPr/>
            <p:nvPr/>
          </p:nvSpPr>
          <p:spPr>
            <a:xfrm>
              <a:off x="2837069" y="3526286"/>
              <a:ext cx="22662" cy="15362"/>
            </a:xfrm>
            <a:custGeom>
              <a:avLst/>
              <a:gdLst/>
              <a:ahLst/>
              <a:cxnLst/>
              <a:rect l="l" t="t" r="r" b="b"/>
              <a:pathLst>
                <a:path w="863" h="585" extrusionOk="0">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75"/>
            <p:cNvSpPr/>
            <p:nvPr/>
          </p:nvSpPr>
          <p:spPr>
            <a:xfrm>
              <a:off x="2884836" y="3526286"/>
              <a:ext cx="30934" cy="82456"/>
            </a:xfrm>
            <a:custGeom>
              <a:avLst/>
              <a:gdLst/>
              <a:ahLst/>
              <a:cxnLst/>
              <a:rect l="l" t="t" r="r" b="b"/>
              <a:pathLst>
                <a:path w="1178" h="3140" extrusionOk="0">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75"/>
            <p:cNvSpPr/>
            <p:nvPr/>
          </p:nvSpPr>
          <p:spPr>
            <a:xfrm>
              <a:off x="2888854" y="3526286"/>
              <a:ext cx="22636" cy="15362"/>
            </a:xfrm>
            <a:custGeom>
              <a:avLst/>
              <a:gdLst/>
              <a:ahLst/>
              <a:cxnLst/>
              <a:rect l="l" t="t" r="r" b="b"/>
              <a:pathLst>
                <a:path w="862" h="585" extrusionOk="0">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75"/>
            <p:cNvSpPr/>
            <p:nvPr/>
          </p:nvSpPr>
          <p:spPr>
            <a:xfrm>
              <a:off x="2740065" y="3624052"/>
              <a:ext cx="216908" cy="77441"/>
            </a:xfrm>
            <a:custGeom>
              <a:avLst/>
              <a:gdLst/>
              <a:ahLst/>
              <a:cxnLst/>
              <a:rect l="l" t="t" r="r" b="b"/>
              <a:pathLst>
                <a:path w="8260" h="2949" extrusionOk="0">
                  <a:moveTo>
                    <a:pt x="1" y="1"/>
                  </a:moveTo>
                  <a:lnTo>
                    <a:pt x="1" y="2948"/>
                  </a:lnTo>
                  <a:lnTo>
                    <a:pt x="8260" y="2948"/>
                  </a:lnTo>
                  <a:lnTo>
                    <a:pt x="8260"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75"/>
            <p:cNvSpPr/>
            <p:nvPr/>
          </p:nvSpPr>
          <p:spPr>
            <a:xfrm>
              <a:off x="2740065" y="3624052"/>
              <a:ext cx="216908" cy="15625"/>
            </a:xfrm>
            <a:custGeom>
              <a:avLst/>
              <a:gdLst/>
              <a:ahLst/>
              <a:cxnLst/>
              <a:rect l="l" t="t" r="r" b="b"/>
              <a:pathLst>
                <a:path w="8260" h="595" extrusionOk="0">
                  <a:moveTo>
                    <a:pt x="1" y="1"/>
                  </a:moveTo>
                  <a:lnTo>
                    <a:pt x="1" y="594"/>
                  </a:lnTo>
                  <a:lnTo>
                    <a:pt x="8260" y="594"/>
                  </a:lnTo>
                  <a:lnTo>
                    <a:pt x="8260" y="1"/>
                  </a:ln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75"/>
            <p:cNvSpPr/>
            <p:nvPr/>
          </p:nvSpPr>
          <p:spPr>
            <a:xfrm>
              <a:off x="2770973" y="3644850"/>
              <a:ext cx="10583" cy="20693"/>
            </a:xfrm>
            <a:custGeom>
              <a:avLst/>
              <a:gdLst/>
              <a:ahLst/>
              <a:cxnLst/>
              <a:rect l="l" t="t" r="r" b="b"/>
              <a:pathLst>
                <a:path w="403" h="788" extrusionOk="0">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75"/>
            <p:cNvSpPr/>
            <p:nvPr/>
          </p:nvSpPr>
          <p:spPr>
            <a:xfrm>
              <a:off x="2791849"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75"/>
            <p:cNvSpPr/>
            <p:nvPr/>
          </p:nvSpPr>
          <p:spPr>
            <a:xfrm>
              <a:off x="281246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75"/>
            <p:cNvSpPr/>
            <p:nvPr/>
          </p:nvSpPr>
          <p:spPr>
            <a:xfrm>
              <a:off x="2833051" y="3644850"/>
              <a:ext cx="10346" cy="20693"/>
            </a:xfrm>
            <a:custGeom>
              <a:avLst/>
              <a:gdLst/>
              <a:ahLst/>
              <a:cxnLst/>
              <a:rect l="l" t="t" r="r" b="b"/>
              <a:pathLst>
                <a:path w="394" h="788" extrusionOk="0">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5" name="Google Shape;10575;p75"/>
            <p:cNvSpPr/>
            <p:nvPr/>
          </p:nvSpPr>
          <p:spPr>
            <a:xfrm>
              <a:off x="2853665" y="3644850"/>
              <a:ext cx="10320" cy="20693"/>
            </a:xfrm>
            <a:custGeom>
              <a:avLst/>
              <a:gdLst/>
              <a:ahLst/>
              <a:cxnLst/>
              <a:rect l="l" t="t" r="r" b="b"/>
              <a:pathLst>
                <a:path w="393" h="788" extrusionOk="0">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75"/>
            <p:cNvSpPr/>
            <p:nvPr/>
          </p:nvSpPr>
          <p:spPr>
            <a:xfrm>
              <a:off x="2874279" y="3644850"/>
              <a:ext cx="10320" cy="20693"/>
            </a:xfrm>
            <a:custGeom>
              <a:avLst/>
              <a:gdLst/>
              <a:ahLst/>
              <a:cxnLst/>
              <a:rect l="l" t="t" r="r" b="b"/>
              <a:pathLst>
                <a:path w="393" h="788" extrusionOk="0">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75"/>
            <p:cNvSpPr/>
            <p:nvPr/>
          </p:nvSpPr>
          <p:spPr>
            <a:xfrm>
              <a:off x="289489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75"/>
            <p:cNvSpPr/>
            <p:nvPr/>
          </p:nvSpPr>
          <p:spPr>
            <a:xfrm>
              <a:off x="2915481" y="3644850"/>
              <a:ext cx="10583" cy="20693"/>
            </a:xfrm>
            <a:custGeom>
              <a:avLst/>
              <a:gdLst/>
              <a:ahLst/>
              <a:cxnLst/>
              <a:rect l="l" t="t" r="r" b="b"/>
              <a:pathLst>
                <a:path w="403" h="788" extrusionOk="0">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75"/>
            <p:cNvSpPr/>
            <p:nvPr/>
          </p:nvSpPr>
          <p:spPr>
            <a:xfrm>
              <a:off x="2650597" y="3696451"/>
              <a:ext cx="333791" cy="10320"/>
            </a:xfrm>
            <a:custGeom>
              <a:avLst/>
              <a:gdLst/>
              <a:ahLst/>
              <a:cxnLst/>
              <a:rect l="l" t="t" r="r" b="b"/>
              <a:pathLst>
                <a:path w="12711" h="393" extrusionOk="0">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75"/>
            <p:cNvSpPr/>
            <p:nvPr/>
          </p:nvSpPr>
          <p:spPr>
            <a:xfrm>
              <a:off x="2735049" y="3608742"/>
              <a:ext cx="226965" cy="20614"/>
            </a:xfrm>
            <a:custGeom>
              <a:avLst/>
              <a:gdLst/>
              <a:ahLst/>
              <a:cxnLst/>
              <a:rect l="l" t="t" r="r" b="b"/>
              <a:pathLst>
                <a:path w="8643" h="785" extrusionOk="0">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75"/>
            <p:cNvSpPr/>
            <p:nvPr/>
          </p:nvSpPr>
          <p:spPr>
            <a:xfrm>
              <a:off x="2740065" y="3619036"/>
              <a:ext cx="216908" cy="10320"/>
            </a:xfrm>
            <a:custGeom>
              <a:avLst/>
              <a:gdLst/>
              <a:ahLst/>
              <a:cxnLst/>
              <a:rect l="l" t="t" r="r" b="b"/>
              <a:pathLst>
                <a:path w="8260" h="393" extrusionOk="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75"/>
            <p:cNvSpPr/>
            <p:nvPr/>
          </p:nvSpPr>
          <p:spPr>
            <a:xfrm>
              <a:off x="2770973" y="3644928"/>
              <a:ext cx="10583" cy="10320"/>
            </a:xfrm>
            <a:custGeom>
              <a:avLst/>
              <a:gdLst/>
              <a:ahLst/>
              <a:cxnLst/>
              <a:rect l="l" t="t" r="r" b="b"/>
              <a:pathLst>
                <a:path w="403" h="393" extrusionOk="0">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75"/>
            <p:cNvSpPr/>
            <p:nvPr/>
          </p:nvSpPr>
          <p:spPr>
            <a:xfrm>
              <a:off x="2791849" y="3644928"/>
              <a:ext cx="10320" cy="10320"/>
            </a:xfrm>
            <a:custGeom>
              <a:avLst/>
              <a:gdLst/>
              <a:ahLst/>
              <a:cxnLst/>
              <a:rect l="l" t="t" r="r" b="b"/>
              <a:pathLst>
                <a:path w="393" h="393" extrusionOk="0">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75"/>
            <p:cNvSpPr/>
            <p:nvPr/>
          </p:nvSpPr>
          <p:spPr>
            <a:xfrm>
              <a:off x="2812463" y="3644928"/>
              <a:ext cx="10320" cy="10320"/>
            </a:xfrm>
            <a:custGeom>
              <a:avLst/>
              <a:gdLst/>
              <a:ahLst/>
              <a:cxnLst/>
              <a:rect l="l" t="t" r="r" b="b"/>
              <a:pathLst>
                <a:path w="393" h="393" extrusionOk="0">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75"/>
            <p:cNvSpPr/>
            <p:nvPr/>
          </p:nvSpPr>
          <p:spPr>
            <a:xfrm>
              <a:off x="2833051" y="3644928"/>
              <a:ext cx="10346" cy="10320"/>
            </a:xfrm>
            <a:custGeom>
              <a:avLst/>
              <a:gdLst/>
              <a:ahLst/>
              <a:cxnLst/>
              <a:rect l="l" t="t" r="r" b="b"/>
              <a:pathLst>
                <a:path w="394" h="393" extrusionOk="0">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75"/>
            <p:cNvSpPr/>
            <p:nvPr/>
          </p:nvSpPr>
          <p:spPr>
            <a:xfrm>
              <a:off x="2853665" y="3644928"/>
              <a:ext cx="10320" cy="10320"/>
            </a:xfrm>
            <a:custGeom>
              <a:avLst/>
              <a:gdLst/>
              <a:ahLst/>
              <a:cxnLst/>
              <a:rect l="l" t="t" r="r" b="b"/>
              <a:pathLst>
                <a:path w="393" h="393" extrusionOk="0">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75"/>
            <p:cNvSpPr/>
            <p:nvPr/>
          </p:nvSpPr>
          <p:spPr>
            <a:xfrm>
              <a:off x="2874279" y="3644928"/>
              <a:ext cx="10320" cy="10320"/>
            </a:xfrm>
            <a:custGeom>
              <a:avLst/>
              <a:gdLst/>
              <a:ahLst/>
              <a:cxnLst/>
              <a:rect l="l" t="t" r="r" b="b"/>
              <a:pathLst>
                <a:path w="393" h="393" extrusionOk="0">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75"/>
            <p:cNvSpPr/>
            <p:nvPr/>
          </p:nvSpPr>
          <p:spPr>
            <a:xfrm>
              <a:off x="2894893" y="3644928"/>
              <a:ext cx="10320" cy="10320"/>
            </a:xfrm>
            <a:custGeom>
              <a:avLst/>
              <a:gdLst/>
              <a:ahLst/>
              <a:cxnLst/>
              <a:rect l="l" t="t" r="r" b="b"/>
              <a:pathLst>
                <a:path w="393" h="393" extrusionOk="0">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75"/>
            <p:cNvSpPr/>
            <p:nvPr/>
          </p:nvSpPr>
          <p:spPr>
            <a:xfrm>
              <a:off x="2915481" y="3644928"/>
              <a:ext cx="10583" cy="10320"/>
            </a:xfrm>
            <a:custGeom>
              <a:avLst/>
              <a:gdLst/>
              <a:ahLst/>
              <a:cxnLst/>
              <a:rect l="l" t="t" r="r" b="b"/>
              <a:pathLst>
                <a:path w="403" h="393" extrusionOk="0">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75"/>
            <p:cNvSpPr/>
            <p:nvPr/>
          </p:nvSpPr>
          <p:spPr>
            <a:xfrm>
              <a:off x="2732081" y="3381777"/>
              <a:ext cx="260027" cy="113391"/>
            </a:xfrm>
            <a:custGeom>
              <a:avLst/>
              <a:gdLst/>
              <a:ahLst/>
              <a:cxnLst/>
              <a:rect l="l" t="t" r="r" b="b"/>
              <a:pathLst>
                <a:path w="9902" h="4318" extrusionOk="0">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75"/>
            <p:cNvSpPr/>
            <p:nvPr/>
          </p:nvSpPr>
          <p:spPr>
            <a:xfrm>
              <a:off x="2731845" y="3397612"/>
              <a:ext cx="241487" cy="97320"/>
            </a:xfrm>
            <a:custGeom>
              <a:avLst/>
              <a:gdLst/>
              <a:ahLst/>
              <a:cxnLst/>
              <a:rect l="l" t="t" r="r" b="b"/>
              <a:pathLst>
                <a:path w="9196" h="3706" extrusionOk="0">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2" name="Google Shape;10592;p75"/>
          <p:cNvGrpSpPr/>
          <p:nvPr/>
        </p:nvGrpSpPr>
        <p:grpSpPr>
          <a:xfrm>
            <a:off x="1295502" y="2437362"/>
            <a:ext cx="402645" cy="323917"/>
            <a:chOff x="1295502" y="2437362"/>
            <a:chExt cx="402645" cy="323917"/>
          </a:xfrm>
        </p:grpSpPr>
        <p:sp>
          <p:nvSpPr>
            <p:cNvPr id="10593" name="Google Shape;10593;p75"/>
            <p:cNvSpPr/>
            <p:nvPr/>
          </p:nvSpPr>
          <p:spPr>
            <a:xfrm>
              <a:off x="1295502" y="2437362"/>
              <a:ext cx="402645" cy="278724"/>
            </a:xfrm>
            <a:custGeom>
              <a:avLst/>
              <a:gdLst/>
              <a:ahLst/>
              <a:cxnLst/>
              <a:rect l="l" t="t" r="r" b="b"/>
              <a:pathLst>
                <a:path w="15333" h="10614" extrusionOk="0">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75"/>
            <p:cNvSpPr/>
            <p:nvPr/>
          </p:nvSpPr>
          <p:spPr>
            <a:xfrm>
              <a:off x="1295502" y="2437362"/>
              <a:ext cx="402645" cy="278724"/>
            </a:xfrm>
            <a:custGeom>
              <a:avLst/>
              <a:gdLst/>
              <a:ahLst/>
              <a:cxnLst/>
              <a:rect l="l" t="t" r="r" b="b"/>
              <a:pathLst>
                <a:path w="15333" h="10614" extrusionOk="0">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75"/>
            <p:cNvSpPr/>
            <p:nvPr/>
          </p:nvSpPr>
          <p:spPr>
            <a:xfrm>
              <a:off x="1324651" y="2467771"/>
              <a:ext cx="344347" cy="217905"/>
            </a:xfrm>
            <a:custGeom>
              <a:avLst/>
              <a:gdLst/>
              <a:ahLst/>
              <a:cxnLst/>
              <a:rect l="l" t="t" r="r" b="b"/>
              <a:pathLst>
                <a:path w="13113" h="8298" extrusionOk="0">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75"/>
            <p:cNvSpPr/>
            <p:nvPr/>
          </p:nvSpPr>
          <p:spPr>
            <a:xfrm>
              <a:off x="1600617" y="2467771"/>
              <a:ext cx="68381" cy="217905"/>
            </a:xfrm>
            <a:custGeom>
              <a:avLst/>
              <a:gdLst/>
              <a:ahLst/>
              <a:cxnLst/>
              <a:rect l="l" t="t" r="r" b="b"/>
              <a:pathLst>
                <a:path w="2604" h="8298" extrusionOk="0">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75"/>
            <p:cNvSpPr/>
            <p:nvPr/>
          </p:nvSpPr>
          <p:spPr>
            <a:xfrm>
              <a:off x="1557445" y="2680871"/>
              <a:ext cx="66044" cy="80408"/>
            </a:xfrm>
            <a:custGeom>
              <a:avLst/>
              <a:gdLst/>
              <a:ahLst/>
              <a:cxnLst/>
              <a:rect l="l" t="t" r="r" b="b"/>
              <a:pathLst>
                <a:path w="2515" h="3062" extrusionOk="0">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75"/>
            <p:cNvSpPr/>
            <p:nvPr/>
          </p:nvSpPr>
          <p:spPr>
            <a:xfrm>
              <a:off x="1607129" y="2680871"/>
              <a:ext cx="66070" cy="80408"/>
            </a:xfrm>
            <a:custGeom>
              <a:avLst/>
              <a:gdLst/>
              <a:ahLst/>
              <a:cxnLst/>
              <a:rect l="l" t="t" r="r" b="b"/>
              <a:pathLst>
                <a:path w="2516" h="3062" extrusionOk="0">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75"/>
            <p:cNvSpPr/>
            <p:nvPr/>
          </p:nvSpPr>
          <p:spPr>
            <a:xfrm>
              <a:off x="1556631" y="2604927"/>
              <a:ext cx="117146" cy="115229"/>
            </a:xfrm>
            <a:custGeom>
              <a:avLst/>
              <a:gdLst/>
              <a:ahLst/>
              <a:cxnLst/>
              <a:rect l="l" t="t" r="r" b="b"/>
              <a:pathLst>
                <a:path w="4461" h="4388" extrusionOk="0">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75"/>
            <p:cNvSpPr/>
            <p:nvPr/>
          </p:nvSpPr>
          <p:spPr>
            <a:xfrm>
              <a:off x="1595076" y="2714300"/>
              <a:ext cx="2048" cy="26"/>
            </a:xfrm>
            <a:custGeom>
              <a:avLst/>
              <a:gdLst/>
              <a:ahLst/>
              <a:cxnLst/>
              <a:rect l="l" t="t" r="r" b="b"/>
              <a:pathLst>
                <a:path w="78" h="1" extrusionOk="0">
                  <a:moveTo>
                    <a:pt x="1" y="0"/>
                  </a:moveTo>
                  <a:lnTo>
                    <a:pt x="29" y="0"/>
                  </a:lnTo>
                  <a:lnTo>
                    <a:pt x="77" y="0"/>
                  </a:lnTo>
                  <a:cubicBezTo>
                    <a:pt x="48" y="0"/>
                    <a:pt x="29" y="0"/>
                    <a:pt x="1"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75"/>
            <p:cNvSpPr/>
            <p:nvPr/>
          </p:nvSpPr>
          <p:spPr>
            <a:xfrm>
              <a:off x="1595076" y="2610757"/>
              <a:ext cx="2048" cy="26"/>
            </a:xfrm>
            <a:custGeom>
              <a:avLst/>
              <a:gdLst/>
              <a:ahLst/>
              <a:cxnLst/>
              <a:rect l="l" t="t" r="r" b="b"/>
              <a:pathLst>
                <a:path w="78" h="1" extrusionOk="0">
                  <a:moveTo>
                    <a:pt x="77" y="1"/>
                  </a:moveTo>
                  <a:lnTo>
                    <a:pt x="29" y="1"/>
                  </a:lnTo>
                  <a:lnTo>
                    <a:pt x="1" y="1"/>
                  </a:lnTo>
                  <a:cubicBezTo>
                    <a:pt x="29" y="1"/>
                    <a:pt x="48" y="1"/>
                    <a:pt x="77"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75"/>
            <p:cNvSpPr/>
            <p:nvPr/>
          </p:nvSpPr>
          <p:spPr>
            <a:xfrm>
              <a:off x="1598857" y="2604927"/>
              <a:ext cx="74920" cy="115176"/>
            </a:xfrm>
            <a:custGeom>
              <a:avLst/>
              <a:gdLst/>
              <a:ahLst/>
              <a:cxnLst/>
              <a:rect l="l" t="t" r="r" b="b"/>
              <a:pathLst>
                <a:path w="2853" h="4386" extrusionOk="0">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75"/>
            <p:cNvSpPr/>
            <p:nvPr/>
          </p:nvSpPr>
          <p:spPr>
            <a:xfrm>
              <a:off x="1583023" y="2630872"/>
              <a:ext cx="63602" cy="63339"/>
            </a:xfrm>
            <a:custGeom>
              <a:avLst/>
              <a:gdLst/>
              <a:ahLst/>
              <a:cxnLst/>
              <a:rect l="l" t="t" r="r" b="b"/>
              <a:pathLst>
                <a:path w="2422" h="2412" extrusionOk="0">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75"/>
            <p:cNvSpPr/>
            <p:nvPr/>
          </p:nvSpPr>
          <p:spPr>
            <a:xfrm>
              <a:off x="1595076" y="2630872"/>
              <a:ext cx="56827" cy="63287"/>
            </a:xfrm>
            <a:custGeom>
              <a:avLst/>
              <a:gdLst/>
              <a:ahLst/>
              <a:cxnLst/>
              <a:rect l="l" t="t" r="r" b="b"/>
              <a:pathLst>
                <a:path w="2164" h="2410" extrusionOk="0">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75"/>
            <p:cNvSpPr/>
            <p:nvPr/>
          </p:nvSpPr>
          <p:spPr>
            <a:xfrm>
              <a:off x="1370054" y="2536074"/>
              <a:ext cx="253304" cy="12158"/>
            </a:xfrm>
            <a:custGeom>
              <a:avLst/>
              <a:gdLst/>
              <a:ahLst/>
              <a:cxnLst/>
              <a:rect l="l" t="t" r="r" b="b"/>
              <a:pathLst>
                <a:path w="9646" h="463" extrusionOk="0">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75"/>
            <p:cNvSpPr/>
            <p:nvPr/>
          </p:nvSpPr>
          <p:spPr>
            <a:xfrm>
              <a:off x="1370054" y="2503170"/>
              <a:ext cx="253304" cy="12132"/>
            </a:xfrm>
            <a:custGeom>
              <a:avLst/>
              <a:gdLst/>
              <a:ahLst/>
              <a:cxnLst/>
              <a:rect l="l" t="t" r="r" b="b"/>
              <a:pathLst>
                <a:path w="9646" h="462" extrusionOk="0">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75"/>
            <p:cNvSpPr/>
            <p:nvPr/>
          </p:nvSpPr>
          <p:spPr>
            <a:xfrm>
              <a:off x="1370133" y="2569266"/>
              <a:ext cx="253146" cy="12132"/>
            </a:xfrm>
            <a:custGeom>
              <a:avLst/>
              <a:gdLst/>
              <a:ahLst/>
              <a:cxnLst/>
              <a:rect l="l" t="t" r="r" b="b"/>
              <a:pathLst>
                <a:path w="9640" h="462" extrusionOk="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75"/>
            <p:cNvSpPr/>
            <p:nvPr/>
          </p:nvSpPr>
          <p:spPr>
            <a:xfrm>
              <a:off x="1447521" y="2612228"/>
              <a:ext cx="98344" cy="12158"/>
            </a:xfrm>
            <a:custGeom>
              <a:avLst/>
              <a:gdLst/>
              <a:ahLst/>
              <a:cxnLst/>
              <a:rect l="l" t="t" r="r" b="b"/>
              <a:pathLst>
                <a:path w="3745" h="463" extrusionOk="0">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9" name="Google Shape;10609;p75"/>
          <p:cNvGrpSpPr/>
          <p:nvPr/>
        </p:nvGrpSpPr>
        <p:grpSpPr>
          <a:xfrm>
            <a:off x="882590" y="2438360"/>
            <a:ext cx="337310" cy="337047"/>
            <a:chOff x="882590" y="2438360"/>
            <a:chExt cx="337310" cy="337047"/>
          </a:xfrm>
        </p:grpSpPr>
        <p:sp>
          <p:nvSpPr>
            <p:cNvPr id="10610" name="Google Shape;10610;p75"/>
            <p:cNvSpPr/>
            <p:nvPr/>
          </p:nvSpPr>
          <p:spPr>
            <a:xfrm>
              <a:off x="992934" y="2438360"/>
              <a:ext cx="114625" cy="337047"/>
            </a:xfrm>
            <a:custGeom>
              <a:avLst/>
              <a:gdLst/>
              <a:ahLst/>
              <a:cxnLst/>
              <a:rect l="l" t="t" r="r" b="b"/>
              <a:pathLst>
                <a:path w="4365" h="12835" extrusionOk="0">
                  <a:moveTo>
                    <a:pt x="0" y="0"/>
                  </a:moveTo>
                  <a:lnTo>
                    <a:pt x="0" y="12834"/>
                  </a:lnTo>
                  <a:lnTo>
                    <a:pt x="4364" y="12834"/>
                  </a:lnTo>
                  <a:lnTo>
                    <a:pt x="4364"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75"/>
            <p:cNvSpPr/>
            <p:nvPr/>
          </p:nvSpPr>
          <p:spPr>
            <a:xfrm>
              <a:off x="1081640" y="2438360"/>
              <a:ext cx="25919" cy="337047"/>
            </a:xfrm>
            <a:custGeom>
              <a:avLst/>
              <a:gdLst/>
              <a:ahLst/>
              <a:cxnLst/>
              <a:rect l="l" t="t" r="r" b="b"/>
              <a:pathLst>
                <a:path w="987" h="12835" extrusionOk="0">
                  <a:moveTo>
                    <a:pt x="0" y="0"/>
                  </a:moveTo>
                  <a:lnTo>
                    <a:pt x="0" y="12834"/>
                  </a:lnTo>
                  <a:lnTo>
                    <a:pt x="986" y="12834"/>
                  </a:lnTo>
                  <a:lnTo>
                    <a:pt x="986" y="0"/>
                  </a:ln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75"/>
            <p:cNvSpPr/>
            <p:nvPr/>
          </p:nvSpPr>
          <p:spPr>
            <a:xfrm>
              <a:off x="882590" y="2438360"/>
              <a:ext cx="112367" cy="337047"/>
            </a:xfrm>
            <a:custGeom>
              <a:avLst/>
              <a:gdLst/>
              <a:ahLst/>
              <a:cxnLst/>
              <a:rect l="l" t="t" r="r" b="b"/>
              <a:pathLst>
                <a:path w="4279" h="12835" extrusionOk="0">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75"/>
            <p:cNvSpPr/>
            <p:nvPr/>
          </p:nvSpPr>
          <p:spPr>
            <a:xfrm>
              <a:off x="969799" y="2438360"/>
              <a:ext cx="25157" cy="337047"/>
            </a:xfrm>
            <a:custGeom>
              <a:avLst/>
              <a:gdLst/>
              <a:ahLst/>
              <a:cxnLst/>
              <a:rect l="l" t="t" r="r" b="b"/>
              <a:pathLst>
                <a:path w="958" h="12835" extrusionOk="0">
                  <a:moveTo>
                    <a:pt x="1" y="0"/>
                  </a:moveTo>
                  <a:lnTo>
                    <a:pt x="1" y="12834"/>
                  </a:lnTo>
                  <a:lnTo>
                    <a:pt x="958" y="12834"/>
                  </a:lnTo>
                  <a:lnTo>
                    <a:pt x="958" y="0"/>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75"/>
            <p:cNvSpPr/>
            <p:nvPr/>
          </p:nvSpPr>
          <p:spPr>
            <a:xfrm>
              <a:off x="1106010" y="2438360"/>
              <a:ext cx="113890" cy="337047"/>
            </a:xfrm>
            <a:custGeom>
              <a:avLst/>
              <a:gdLst/>
              <a:ahLst/>
              <a:cxnLst/>
              <a:rect l="l" t="t" r="r" b="b"/>
              <a:pathLst>
                <a:path w="4337" h="12835" extrusionOk="0">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75"/>
            <p:cNvSpPr/>
            <p:nvPr/>
          </p:nvSpPr>
          <p:spPr>
            <a:xfrm>
              <a:off x="1167852" y="2438360"/>
              <a:ext cx="52047" cy="337047"/>
            </a:xfrm>
            <a:custGeom>
              <a:avLst/>
              <a:gdLst/>
              <a:ahLst/>
              <a:cxnLst/>
              <a:rect l="l" t="t" r="r" b="b"/>
              <a:pathLst>
                <a:path w="1982" h="12835" extrusionOk="0">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75"/>
            <p:cNvSpPr/>
            <p:nvPr/>
          </p:nvSpPr>
          <p:spPr>
            <a:xfrm>
              <a:off x="922058" y="2707525"/>
              <a:ext cx="33193" cy="33193"/>
            </a:xfrm>
            <a:custGeom>
              <a:avLst/>
              <a:gdLst/>
              <a:ahLst/>
              <a:cxnLst/>
              <a:rect l="l" t="t" r="r" b="b"/>
              <a:pathLst>
                <a:path w="1264" h="1264" extrusionOk="0">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75"/>
            <p:cNvSpPr/>
            <p:nvPr/>
          </p:nvSpPr>
          <p:spPr>
            <a:xfrm>
              <a:off x="1034635" y="2707525"/>
              <a:ext cx="33219" cy="33193"/>
            </a:xfrm>
            <a:custGeom>
              <a:avLst/>
              <a:gdLst/>
              <a:ahLst/>
              <a:cxnLst/>
              <a:rect l="l" t="t" r="r" b="b"/>
              <a:pathLst>
                <a:path w="1265" h="1264" extrusionOk="0">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75"/>
            <p:cNvSpPr/>
            <p:nvPr/>
          </p:nvSpPr>
          <p:spPr>
            <a:xfrm>
              <a:off x="1145715" y="2707525"/>
              <a:ext cx="33455" cy="33193"/>
            </a:xfrm>
            <a:custGeom>
              <a:avLst/>
              <a:gdLst/>
              <a:ahLst/>
              <a:cxnLst/>
              <a:rect l="l" t="t" r="r" b="b"/>
              <a:pathLst>
                <a:path w="1274" h="1264" extrusionOk="0">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75"/>
            <p:cNvSpPr/>
            <p:nvPr/>
          </p:nvSpPr>
          <p:spPr>
            <a:xfrm>
              <a:off x="907484"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75"/>
            <p:cNvSpPr/>
            <p:nvPr/>
          </p:nvSpPr>
          <p:spPr>
            <a:xfrm>
              <a:off x="907484"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75"/>
            <p:cNvSpPr/>
            <p:nvPr/>
          </p:nvSpPr>
          <p:spPr>
            <a:xfrm>
              <a:off x="1020061" y="2475045"/>
              <a:ext cx="62367" cy="123422"/>
            </a:xfrm>
            <a:custGeom>
              <a:avLst/>
              <a:gdLst/>
              <a:ahLst/>
              <a:cxnLst/>
              <a:rect l="l" t="t" r="r" b="b"/>
              <a:pathLst>
                <a:path w="2375" h="4700" extrusionOk="0">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75"/>
            <p:cNvSpPr/>
            <p:nvPr/>
          </p:nvSpPr>
          <p:spPr>
            <a:xfrm>
              <a:off x="1020061" y="2598441"/>
              <a:ext cx="62367" cy="41990"/>
            </a:xfrm>
            <a:custGeom>
              <a:avLst/>
              <a:gdLst/>
              <a:ahLst/>
              <a:cxnLst/>
              <a:rect l="l" t="t" r="r" b="b"/>
              <a:pathLst>
                <a:path w="2375" h="1599" extrusionOk="0">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75"/>
            <p:cNvSpPr/>
            <p:nvPr/>
          </p:nvSpPr>
          <p:spPr>
            <a:xfrm>
              <a:off x="1131403"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75"/>
            <p:cNvSpPr/>
            <p:nvPr/>
          </p:nvSpPr>
          <p:spPr>
            <a:xfrm>
              <a:off x="1131403"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75"/>
            <p:cNvSpPr/>
            <p:nvPr/>
          </p:nvSpPr>
          <p:spPr>
            <a:xfrm>
              <a:off x="921560" y="2501437"/>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75"/>
            <p:cNvSpPr/>
            <p:nvPr/>
          </p:nvSpPr>
          <p:spPr>
            <a:xfrm>
              <a:off x="921560"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75"/>
            <p:cNvSpPr/>
            <p:nvPr/>
          </p:nvSpPr>
          <p:spPr>
            <a:xfrm>
              <a:off x="921560"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75"/>
            <p:cNvSpPr/>
            <p:nvPr/>
          </p:nvSpPr>
          <p:spPr>
            <a:xfrm>
              <a:off x="1145479" y="2501437"/>
              <a:ext cx="33954" cy="10084"/>
            </a:xfrm>
            <a:custGeom>
              <a:avLst/>
              <a:gdLst/>
              <a:ahLst/>
              <a:cxnLst/>
              <a:rect l="l" t="t" r="r" b="b"/>
              <a:pathLst>
                <a:path w="1293" h="384" extrusionOk="0">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75"/>
            <p:cNvSpPr/>
            <p:nvPr/>
          </p:nvSpPr>
          <p:spPr>
            <a:xfrm>
              <a:off x="1145479"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75"/>
            <p:cNvSpPr/>
            <p:nvPr/>
          </p:nvSpPr>
          <p:spPr>
            <a:xfrm>
              <a:off x="1145479"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75"/>
            <p:cNvSpPr/>
            <p:nvPr/>
          </p:nvSpPr>
          <p:spPr>
            <a:xfrm>
              <a:off x="1034399" y="2501437"/>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75"/>
            <p:cNvSpPr/>
            <p:nvPr/>
          </p:nvSpPr>
          <p:spPr>
            <a:xfrm>
              <a:off x="1034399" y="2531583"/>
              <a:ext cx="33692" cy="10084"/>
            </a:xfrm>
            <a:custGeom>
              <a:avLst/>
              <a:gdLst/>
              <a:ahLst/>
              <a:cxnLst/>
              <a:rect l="l" t="t" r="r" b="b"/>
              <a:pathLst>
                <a:path w="1283" h="384" extrusionOk="0">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75"/>
            <p:cNvSpPr/>
            <p:nvPr/>
          </p:nvSpPr>
          <p:spPr>
            <a:xfrm>
              <a:off x="1034399" y="2561756"/>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4" name="Google Shape;10634;p75"/>
          <p:cNvGrpSpPr/>
          <p:nvPr/>
        </p:nvGrpSpPr>
        <p:grpSpPr>
          <a:xfrm>
            <a:off x="4885060" y="1518788"/>
            <a:ext cx="385786" cy="342588"/>
            <a:chOff x="4885060" y="1518788"/>
            <a:chExt cx="385786" cy="342588"/>
          </a:xfrm>
        </p:grpSpPr>
        <p:sp>
          <p:nvSpPr>
            <p:cNvPr id="10635" name="Google Shape;10635;p75"/>
            <p:cNvSpPr/>
            <p:nvPr/>
          </p:nvSpPr>
          <p:spPr>
            <a:xfrm>
              <a:off x="4953415" y="1537380"/>
              <a:ext cx="74920" cy="62367"/>
            </a:xfrm>
            <a:custGeom>
              <a:avLst/>
              <a:gdLst/>
              <a:ahLst/>
              <a:cxnLst/>
              <a:rect l="l" t="t" r="r" b="b"/>
              <a:pathLst>
                <a:path w="2853" h="2375" extrusionOk="0">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75"/>
            <p:cNvSpPr/>
            <p:nvPr/>
          </p:nvSpPr>
          <p:spPr>
            <a:xfrm>
              <a:off x="4953415" y="1537380"/>
              <a:ext cx="50025" cy="62367"/>
            </a:xfrm>
            <a:custGeom>
              <a:avLst/>
              <a:gdLst/>
              <a:ahLst/>
              <a:cxnLst/>
              <a:rect l="l" t="t" r="r" b="b"/>
              <a:pathLst>
                <a:path w="1905" h="2375" extrusionOk="0">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75"/>
            <p:cNvSpPr/>
            <p:nvPr/>
          </p:nvSpPr>
          <p:spPr>
            <a:xfrm>
              <a:off x="4909928" y="1568550"/>
              <a:ext cx="161893" cy="161867"/>
            </a:xfrm>
            <a:custGeom>
              <a:avLst/>
              <a:gdLst/>
              <a:ahLst/>
              <a:cxnLst/>
              <a:rect l="l" t="t" r="r" b="b"/>
              <a:pathLst>
                <a:path w="6165" h="6164" extrusionOk="0">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75"/>
            <p:cNvSpPr/>
            <p:nvPr/>
          </p:nvSpPr>
          <p:spPr>
            <a:xfrm>
              <a:off x="4942596" y="1568577"/>
              <a:ext cx="129462" cy="161840"/>
            </a:xfrm>
            <a:custGeom>
              <a:avLst/>
              <a:gdLst/>
              <a:ahLst/>
              <a:cxnLst/>
              <a:rect l="l" t="t" r="r" b="b"/>
              <a:pathLst>
                <a:path w="4930" h="6163" extrusionOk="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75"/>
            <p:cNvSpPr/>
            <p:nvPr/>
          </p:nvSpPr>
          <p:spPr>
            <a:xfrm>
              <a:off x="4885060" y="1736693"/>
              <a:ext cx="211629" cy="124682"/>
            </a:xfrm>
            <a:custGeom>
              <a:avLst/>
              <a:gdLst/>
              <a:ahLst/>
              <a:cxnLst/>
              <a:rect l="l" t="t" r="r" b="b"/>
              <a:pathLst>
                <a:path w="8059" h="4748" extrusionOk="0">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75"/>
            <p:cNvSpPr/>
            <p:nvPr/>
          </p:nvSpPr>
          <p:spPr>
            <a:xfrm>
              <a:off x="4885060" y="1781414"/>
              <a:ext cx="211892" cy="79962"/>
            </a:xfrm>
            <a:custGeom>
              <a:avLst/>
              <a:gdLst/>
              <a:ahLst/>
              <a:cxnLst/>
              <a:rect l="l" t="t" r="r" b="b"/>
              <a:pathLst>
                <a:path w="8069" h="3045" extrusionOk="0">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75"/>
            <p:cNvSpPr/>
            <p:nvPr/>
          </p:nvSpPr>
          <p:spPr>
            <a:xfrm>
              <a:off x="4959691" y="1736693"/>
              <a:ext cx="62368" cy="24894"/>
            </a:xfrm>
            <a:custGeom>
              <a:avLst/>
              <a:gdLst/>
              <a:ahLst/>
              <a:cxnLst/>
              <a:rect l="l" t="t" r="r" b="b"/>
              <a:pathLst>
                <a:path w="2375" h="948" extrusionOk="0">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75"/>
            <p:cNvSpPr/>
            <p:nvPr/>
          </p:nvSpPr>
          <p:spPr>
            <a:xfrm>
              <a:off x="4928520" y="1631994"/>
              <a:ext cx="124682" cy="117146"/>
            </a:xfrm>
            <a:custGeom>
              <a:avLst/>
              <a:gdLst/>
              <a:ahLst/>
              <a:cxnLst/>
              <a:rect l="l" t="t" r="r" b="b"/>
              <a:pathLst>
                <a:path w="4748" h="4461" extrusionOk="0">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75"/>
            <p:cNvSpPr/>
            <p:nvPr/>
          </p:nvSpPr>
          <p:spPr>
            <a:xfrm>
              <a:off x="4928520" y="1632178"/>
              <a:ext cx="121925" cy="116594"/>
            </a:xfrm>
            <a:custGeom>
              <a:avLst/>
              <a:gdLst/>
              <a:ahLst/>
              <a:cxnLst/>
              <a:rect l="l" t="t" r="r" b="b"/>
              <a:pathLst>
                <a:path w="4643" h="4440" extrusionOk="0">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75"/>
            <p:cNvSpPr/>
            <p:nvPr/>
          </p:nvSpPr>
          <p:spPr>
            <a:xfrm>
              <a:off x="4885060" y="1802028"/>
              <a:ext cx="43487" cy="59348"/>
            </a:xfrm>
            <a:custGeom>
              <a:avLst/>
              <a:gdLst/>
              <a:ahLst/>
              <a:cxnLst/>
              <a:rect l="l" t="t" r="r" b="b"/>
              <a:pathLst>
                <a:path w="1656" h="2260" extrusionOk="0">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75"/>
            <p:cNvSpPr/>
            <p:nvPr/>
          </p:nvSpPr>
          <p:spPr>
            <a:xfrm>
              <a:off x="5053177" y="1802028"/>
              <a:ext cx="43775" cy="59348"/>
            </a:xfrm>
            <a:custGeom>
              <a:avLst/>
              <a:gdLst/>
              <a:ahLst/>
              <a:cxnLst/>
              <a:rect l="l" t="t" r="r" b="b"/>
              <a:pathLst>
                <a:path w="1667" h="2260" extrusionOk="0">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75"/>
            <p:cNvSpPr/>
            <p:nvPr/>
          </p:nvSpPr>
          <p:spPr>
            <a:xfrm>
              <a:off x="5096663" y="1537642"/>
              <a:ext cx="174183" cy="181982"/>
            </a:xfrm>
            <a:custGeom>
              <a:avLst/>
              <a:gdLst/>
              <a:ahLst/>
              <a:cxnLst/>
              <a:rect l="l" t="t" r="r" b="b"/>
              <a:pathLst>
                <a:path w="6633" h="6930" extrusionOk="0">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75"/>
            <p:cNvSpPr/>
            <p:nvPr/>
          </p:nvSpPr>
          <p:spPr>
            <a:xfrm>
              <a:off x="5121531" y="1537380"/>
              <a:ext cx="136499" cy="93407"/>
            </a:xfrm>
            <a:custGeom>
              <a:avLst/>
              <a:gdLst/>
              <a:ahLst/>
              <a:cxnLst/>
              <a:rect l="l" t="t" r="r" b="b"/>
              <a:pathLst>
                <a:path w="5198" h="3557" extrusionOk="0">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75"/>
            <p:cNvSpPr/>
            <p:nvPr/>
          </p:nvSpPr>
          <p:spPr>
            <a:xfrm>
              <a:off x="5177596" y="1630681"/>
              <a:ext cx="12579" cy="25105"/>
            </a:xfrm>
            <a:custGeom>
              <a:avLst/>
              <a:gdLst/>
              <a:ahLst/>
              <a:cxnLst/>
              <a:rect l="l" t="t" r="r" b="b"/>
              <a:pathLst>
                <a:path w="479" h="956" extrusionOk="0">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75"/>
            <p:cNvSpPr/>
            <p:nvPr/>
          </p:nvSpPr>
          <p:spPr>
            <a:xfrm>
              <a:off x="5134110" y="1518788"/>
              <a:ext cx="99552" cy="99552"/>
            </a:xfrm>
            <a:custGeom>
              <a:avLst/>
              <a:gdLst/>
              <a:ahLst/>
              <a:cxnLst/>
              <a:rect l="l" t="t" r="r" b="b"/>
              <a:pathLst>
                <a:path w="3791" h="3791" extrusionOk="0">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75"/>
            <p:cNvSpPr/>
            <p:nvPr/>
          </p:nvSpPr>
          <p:spPr>
            <a:xfrm>
              <a:off x="5146426" y="1531366"/>
              <a:ext cx="74657" cy="74657"/>
            </a:xfrm>
            <a:custGeom>
              <a:avLst/>
              <a:gdLst/>
              <a:ahLst/>
              <a:cxnLst/>
              <a:rect l="l" t="t" r="r" b="b"/>
              <a:pathLst>
                <a:path w="2843" h="2843" extrusionOk="0">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75"/>
            <p:cNvSpPr/>
            <p:nvPr/>
          </p:nvSpPr>
          <p:spPr>
            <a:xfrm>
              <a:off x="5158558" y="1562379"/>
              <a:ext cx="50708" cy="55960"/>
            </a:xfrm>
            <a:custGeom>
              <a:avLst/>
              <a:gdLst/>
              <a:ahLst/>
              <a:cxnLst/>
              <a:rect l="l" t="t" r="r" b="b"/>
              <a:pathLst>
                <a:path w="1931" h="2131" extrusionOk="0">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75"/>
            <p:cNvSpPr/>
            <p:nvPr/>
          </p:nvSpPr>
          <p:spPr>
            <a:xfrm>
              <a:off x="5165281" y="1614794"/>
              <a:ext cx="37473" cy="28676"/>
            </a:xfrm>
            <a:custGeom>
              <a:avLst/>
              <a:gdLst/>
              <a:ahLst/>
              <a:cxnLst/>
              <a:rect l="l" t="t" r="r" b="b"/>
              <a:pathLst>
                <a:path w="1427" h="1092" extrusionOk="0">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75"/>
            <p:cNvSpPr/>
            <p:nvPr/>
          </p:nvSpPr>
          <p:spPr>
            <a:xfrm>
              <a:off x="5165018" y="1614794"/>
              <a:ext cx="18881" cy="28676"/>
            </a:xfrm>
            <a:custGeom>
              <a:avLst/>
              <a:gdLst/>
              <a:ahLst/>
              <a:cxnLst/>
              <a:rect l="l" t="t" r="r" b="b"/>
              <a:pathLst>
                <a:path w="719" h="1092" extrusionOk="0">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4" name="Google Shape;10654;p75"/>
          <p:cNvGrpSpPr/>
          <p:nvPr/>
        </p:nvGrpSpPr>
        <p:grpSpPr>
          <a:xfrm>
            <a:off x="5394478" y="1514533"/>
            <a:ext cx="249076" cy="351096"/>
            <a:chOff x="5394478" y="1514533"/>
            <a:chExt cx="249076" cy="351096"/>
          </a:xfrm>
        </p:grpSpPr>
        <p:sp>
          <p:nvSpPr>
            <p:cNvPr id="10655" name="Google Shape;10655;p75"/>
            <p:cNvSpPr/>
            <p:nvPr/>
          </p:nvSpPr>
          <p:spPr>
            <a:xfrm>
              <a:off x="5394478" y="1537143"/>
              <a:ext cx="249076" cy="328486"/>
            </a:xfrm>
            <a:custGeom>
              <a:avLst/>
              <a:gdLst/>
              <a:ahLst/>
              <a:cxnLst/>
              <a:rect l="l" t="t" r="r" b="b"/>
              <a:pathLst>
                <a:path w="9485" h="12509" extrusionOk="0">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75"/>
            <p:cNvSpPr/>
            <p:nvPr/>
          </p:nvSpPr>
          <p:spPr>
            <a:xfrm>
              <a:off x="5405770" y="1537143"/>
              <a:ext cx="226729" cy="305876"/>
            </a:xfrm>
            <a:custGeom>
              <a:avLst/>
              <a:gdLst/>
              <a:ahLst/>
              <a:cxnLst/>
              <a:rect l="l" t="t" r="r" b="b"/>
              <a:pathLst>
                <a:path w="8634" h="11648" extrusionOk="0">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75"/>
            <p:cNvSpPr/>
            <p:nvPr/>
          </p:nvSpPr>
          <p:spPr>
            <a:xfrm>
              <a:off x="5417088" y="1559753"/>
              <a:ext cx="203856" cy="271949"/>
            </a:xfrm>
            <a:custGeom>
              <a:avLst/>
              <a:gdLst/>
              <a:ahLst/>
              <a:cxnLst/>
              <a:rect l="l" t="t" r="r" b="b"/>
              <a:pathLst>
                <a:path w="7763" h="10356" extrusionOk="0">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75"/>
            <p:cNvSpPr/>
            <p:nvPr/>
          </p:nvSpPr>
          <p:spPr>
            <a:xfrm>
              <a:off x="5468111" y="1514533"/>
              <a:ext cx="101810" cy="50787"/>
            </a:xfrm>
            <a:custGeom>
              <a:avLst/>
              <a:gdLst/>
              <a:ahLst/>
              <a:cxnLst/>
              <a:rect l="l" t="t" r="r" b="b"/>
              <a:pathLst>
                <a:path w="3877" h="1934" extrusionOk="0">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75"/>
            <p:cNvSpPr/>
            <p:nvPr/>
          </p:nvSpPr>
          <p:spPr>
            <a:xfrm>
              <a:off x="5448258" y="1670098"/>
              <a:ext cx="28413" cy="28413"/>
            </a:xfrm>
            <a:custGeom>
              <a:avLst/>
              <a:gdLst/>
              <a:ahLst/>
              <a:cxnLst/>
              <a:rect l="l" t="t" r="r" b="b"/>
              <a:pathLst>
                <a:path w="1082" h="1082" extrusionOk="0">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75"/>
            <p:cNvSpPr/>
            <p:nvPr/>
          </p:nvSpPr>
          <p:spPr>
            <a:xfrm>
              <a:off x="5448258" y="1721095"/>
              <a:ext cx="28413" cy="28440"/>
            </a:xfrm>
            <a:custGeom>
              <a:avLst/>
              <a:gdLst/>
              <a:ahLst/>
              <a:cxnLst/>
              <a:rect l="l" t="t" r="r" b="b"/>
              <a:pathLst>
                <a:path w="1082" h="1083" extrusionOk="0">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75"/>
            <p:cNvSpPr/>
            <p:nvPr/>
          </p:nvSpPr>
          <p:spPr>
            <a:xfrm>
              <a:off x="5448258" y="1772118"/>
              <a:ext cx="28413" cy="28440"/>
            </a:xfrm>
            <a:custGeom>
              <a:avLst/>
              <a:gdLst/>
              <a:ahLst/>
              <a:cxnLst/>
              <a:rect l="l" t="t" r="r" b="b"/>
              <a:pathLst>
                <a:path w="1082" h="1083" extrusionOk="0">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75"/>
            <p:cNvSpPr/>
            <p:nvPr/>
          </p:nvSpPr>
          <p:spPr>
            <a:xfrm>
              <a:off x="5488961" y="1667314"/>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75"/>
            <p:cNvSpPr/>
            <p:nvPr/>
          </p:nvSpPr>
          <p:spPr>
            <a:xfrm>
              <a:off x="5488725" y="1689950"/>
              <a:ext cx="105828" cy="11318"/>
            </a:xfrm>
            <a:custGeom>
              <a:avLst/>
              <a:gdLst/>
              <a:ahLst/>
              <a:cxnLst/>
              <a:rect l="l" t="t" r="r" b="b"/>
              <a:pathLst>
                <a:path w="4030" h="431" extrusionOk="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75"/>
            <p:cNvSpPr/>
            <p:nvPr/>
          </p:nvSpPr>
          <p:spPr>
            <a:xfrm>
              <a:off x="5488961" y="1718337"/>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75"/>
            <p:cNvSpPr/>
            <p:nvPr/>
          </p:nvSpPr>
          <p:spPr>
            <a:xfrm>
              <a:off x="5488725" y="1740947"/>
              <a:ext cx="105828" cy="11344"/>
            </a:xfrm>
            <a:custGeom>
              <a:avLst/>
              <a:gdLst/>
              <a:ahLst/>
              <a:cxnLst/>
              <a:rect l="l" t="t" r="r" b="b"/>
              <a:pathLst>
                <a:path w="4030" h="432" extrusionOk="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75"/>
            <p:cNvSpPr/>
            <p:nvPr/>
          </p:nvSpPr>
          <p:spPr>
            <a:xfrm>
              <a:off x="5488961" y="1769360"/>
              <a:ext cx="66123" cy="11318"/>
            </a:xfrm>
            <a:custGeom>
              <a:avLst/>
              <a:gdLst/>
              <a:ahLst/>
              <a:cxnLst/>
              <a:rect l="l" t="t" r="r" b="b"/>
              <a:pathLst>
                <a:path w="2518" h="431" extrusionOk="0">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75"/>
            <p:cNvSpPr/>
            <p:nvPr/>
          </p:nvSpPr>
          <p:spPr>
            <a:xfrm>
              <a:off x="5488725" y="1791970"/>
              <a:ext cx="105828" cy="11344"/>
            </a:xfrm>
            <a:custGeom>
              <a:avLst/>
              <a:gdLst/>
              <a:ahLst/>
              <a:cxnLst/>
              <a:rect l="l" t="t" r="r" b="b"/>
              <a:pathLst>
                <a:path w="4030" h="432" extrusionOk="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75"/>
            <p:cNvSpPr/>
            <p:nvPr/>
          </p:nvSpPr>
          <p:spPr>
            <a:xfrm>
              <a:off x="5488961" y="1582389"/>
              <a:ext cx="100051" cy="11318"/>
            </a:xfrm>
            <a:custGeom>
              <a:avLst/>
              <a:gdLst/>
              <a:ahLst/>
              <a:cxnLst/>
              <a:rect l="l" t="t" r="r" b="b"/>
              <a:pathLst>
                <a:path w="3810" h="431" extrusionOk="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75"/>
            <p:cNvSpPr/>
            <p:nvPr/>
          </p:nvSpPr>
          <p:spPr>
            <a:xfrm>
              <a:off x="5443479" y="1633386"/>
              <a:ext cx="151074" cy="11344"/>
            </a:xfrm>
            <a:custGeom>
              <a:avLst/>
              <a:gdLst/>
              <a:ahLst/>
              <a:cxnLst/>
              <a:rect l="l" t="t" r="r" b="b"/>
              <a:pathLst>
                <a:path w="5753" h="432" extrusionOk="0">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75"/>
            <p:cNvSpPr/>
            <p:nvPr/>
          </p:nvSpPr>
          <p:spPr>
            <a:xfrm>
              <a:off x="5488961" y="1604999"/>
              <a:ext cx="26418" cy="11344"/>
            </a:xfrm>
            <a:custGeom>
              <a:avLst/>
              <a:gdLst/>
              <a:ahLst/>
              <a:cxnLst/>
              <a:rect l="l" t="t" r="r" b="b"/>
              <a:pathLst>
                <a:path w="1006" h="432" extrusionOk="0">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75"/>
            <p:cNvSpPr/>
            <p:nvPr/>
          </p:nvSpPr>
          <p:spPr>
            <a:xfrm>
              <a:off x="5522889" y="1604999"/>
              <a:ext cx="37736" cy="11344"/>
            </a:xfrm>
            <a:custGeom>
              <a:avLst/>
              <a:gdLst/>
              <a:ahLst/>
              <a:cxnLst/>
              <a:rect l="l" t="t" r="r" b="b"/>
              <a:pathLst>
                <a:path w="1437" h="432" extrusionOk="0">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75"/>
            <p:cNvSpPr/>
            <p:nvPr/>
          </p:nvSpPr>
          <p:spPr>
            <a:xfrm>
              <a:off x="5445501" y="1582389"/>
              <a:ext cx="34191" cy="33954"/>
            </a:xfrm>
            <a:custGeom>
              <a:avLst/>
              <a:gdLst/>
              <a:ahLst/>
              <a:cxnLst/>
              <a:rect l="l" t="t" r="r" b="b"/>
              <a:pathLst>
                <a:path w="1302" h="1293" extrusionOk="0">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75"/>
            <p:cNvSpPr/>
            <p:nvPr/>
          </p:nvSpPr>
          <p:spPr>
            <a:xfrm>
              <a:off x="5468347" y="1553976"/>
              <a:ext cx="101810" cy="11581"/>
            </a:xfrm>
            <a:custGeom>
              <a:avLst/>
              <a:gdLst/>
              <a:ahLst/>
              <a:cxnLst/>
              <a:rect l="l" t="t" r="r" b="b"/>
              <a:pathLst>
                <a:path w="3877" h="441" extrusionOk="0">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75"/>
            <p:cNvSpPr/>
            <p:nvPr/>
          </p:nvSpPr>
          <p:spPr>
            <a:xfrm>
              <a:off x="5454036" y="1590924"/>
              <a:ext cx="16859" cy="16859"/>
            </a:xfrm>
            <a:custGeom>
              <a:avLst/>
              <a:gdLst/>
              <a:ahLst/>
              <a:cxnLst/>
              <a:rect l="l" t="t" r="r" b="b"/>
              <a:pathLst>
                <a:path w="642" h="642" extrusionOk="0">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5" name="Google Shape;10675;p75"/>
          <p:cNvGrpSpPr/>
          <p:nvPr/>
        </p:nvGrpSpPr>
        <p:grpSpPr>
          <a:xfrm>
            <a:off x="5782259" y="1512012"/>
            <a:ext cx="356138" cy="356138"/>
            <a:chOff x="5782259" y="1512012"/>
            <a:chExt cx="356138" cy="356138"/>
          </a:xfrm>
        </p:grpSpPr>
        <p:sp>
          <p:nvSpPr>
            <p:cNvPr id="10676" name="Google Shape;10676;p75"/>
            <p:cNvSpPr/>
            <p:nvPr/>
          </p:nvSpPr>
          <p:spPr>
            <a:xfrm>
              <a:off x="5902635" y="1701505"/>
              <a:ext cx="114888" cy="97792"/>
            </a:xfrm>
            <a:custGeom>
              <a:avLst/>
              <a:gdLst/>
              <a:ahLst/>
              <a:cxnLst/>
              <a:rect l="l" t="t" r="r" b="b"/>
              <a:pathLst>
                <a:path w="4375" h="3724" extrusionOk="0">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75"/>
            <p:cNvSpPr/>
            <p:nvPr/>
          </p:nvSpPr>
          <p:spPr>
            <a:xfrm>
              <a:off x="5940082" y="1701505"/>
              <a:ext cx="40230" cy="17358"/>
            </a:xfrm>
            <a:custGeom>
              <a:avLst/>
              <a:gdLst/>
              <a:ahLst/>
              <a:cxnLst/>
              <a:rect l="l" t="t" r="r" b="b"/>
              <a:pathLst>
                <a:path w="1532" h="661" extrusionOk="0">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75"/>
            <p:cNvSpPr/>
            <p:nvPr/>
          </p:nvSpPr>
          <p:spPr>
            <a:xfrm>
              <a:off x="5902635" y="1716079"/>
              <a:ext cx="115124" cy="83218"/>
            </a:xfrm>
            <a:custGeom>
              <a:avLst/>
              <a:gdLst/>
              <a:ahLst/>
              <a:cxnLst/>
              <a:rect l="l" t="t" r="r" b="b"/>
              <a:pathLst>
                <a:path w="4384" h="3169" extrusionOk="0">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75"/>
            <p:cNvSpPr/>
            <p:nvPr/>
          </p:nvSpPr>
          <p:spPr>
            <a:xfrm>
              <a:off x="5919967" y="1621070"/>
              <a:ext cx="28676" cy="63103"/>
            </a:xfrm>
            <a:custGeom>
              <a:avLst/>
              <a:gdLst/>
              <a:ahLst/>
              <a:cxnLst/>
              <a:rect l="l" t="t" r="r" b="b"/>
              <a:pathLst>
                <a:path w="1092" h="2403" extrusionOk="0">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75"/>
            <p:cNvSpPr/>
            <p:nvPr/>
          </p:nvSpPr>
          <p:spPr>
            <a:xfrm>
              <a:off x="5931547" y="1615293"/>
              <a:ext cx="69116" cy="68880"/>
            </a:xfrm>
            <a:custGeom>
              <a:avLst/>
              <a:gdLst/>
              <a:ahLst/>
              <a:cxnLst/>
              <a:rect l="l" t="t" r="r" b="b"/>
              <a:pathLst>
                <a:path w="2632" h="2623" extrusionOk="0">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75"/>
            <p:cNvSpPr/>
            <p:nvPr/>
          </p:nvSpPr>
          <p:spPr>
            <a:xfrm>
              <a:off x="5925744" y="1644179"/>
              <a:ext cx="68906" cy="63129"/>
            </a:xfrm>
            <a:custGeom>
              <a:avLst/>
              <a:gdLst/>
              <a:ahLst/>
              <a:cxnLst/>
              <a:rect l="l" t="t" r="r" b="b"/>
              <a:pathLst>
                <a:path w="2624" h="2404" extrusionOk="0">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75"/>
            <p:cNvSpPr/>
            <p:nvPr/>
          </p:nvSpPr>
          <p:spPr>
            <a:xfrm>
              <a:off x="5925744" y="1644205"/>
              <a:ext cx="68906" cy="61606"/>
            </a:xfrm>
            <a:custGeom>
              <a:avLst/>
              <a:gdLst/>
              <a:ahLst/>
              <a:cxnLst/>
              <a:rect l="l" t="t" r="r" b="b"/>
              <a:pathLst>
                <a:path w="2624" h="2346" extrusionOk="0">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75"/>
            <p:cNvSpPr/>
            <p:nvPr/>
          </p:nvSpPr>
          <p:spPr>
            <a:xfrm>
              <a:off x="5902898" y="1730916"/>
              <a:ext cx="22872" cy="68381"/>
            </a:xfrm>
            <a:custGeom>
              <a:avLst/>
              <a:gdLst/>
              <a:ahLst/>
              <a:cxnLst/>
              <a:rect l="l" t="t" r="r" b="b"/>
              <a:pathLst>
                <a:path w="871" h="2604" extrusionOk="0">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75"/>
            <p:cNvSpPr/>
            <p:nvPr/>
          </p:nvSpPr>
          <p:spPr>
            <a:xfrm>
              <a:off x="5994624" y="1730916"/>
              <a:ext cx="23135" cy="68381"/>
            </a:xfrm>
            <a:custGeom>
              <a:avLst/>
              <a:gdLst/>
              <a:ahLst/>
              <a:cxnLst/>
              <a:rect l="l" t="t" r="r" b="b"/>
              <a:pathLst>
                <a:path w="881" h="2604" extrusionOk="0">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75"/>
            <p:cNvSpPr/>
            <p:nvPr/>
          </p:nvSpPr>
          <p:spPr>
            <a:xfrm>
              <a:off x="5782259" y="1512012"/>
              <a:ext cx="356138" cy="356138"/>
            </a:xfrm>
            <a:custGeom>
              <a:avLst/>
              <a:gdLst/>
              <a:ahLst/>
              <a:cxnLst/>
              <a:rect l="l" t="t" r="r" b="b"/>
              <a:pathLst>
                <a:path w="13562" h="13562" extrusionOk="0">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75"/>
            <p:cNvSpPr/>
            <p:nvPr/>
          </p:nvSpPr>
          <p:spPr>
            <a:xfrm>
              <a:off x="5823724" y="1563535"/>
              <a:ext cx="262889" cy="252936"/>
            </a:xfrm>
            <a:custGeom>
              <a:avLst/>
              <a:gdLst/>
              <a:ahLst/>
              <a:cxnLst/>
              <a:rect l="l" t="t" r="r" b="b"/>
              <a:pathLst>
                <a:path w="10011" h="9632" extrusionOk="0">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7" name="Google Shape;10687;p75"/>
          <p:cNvGrpSpPr/>
          <p:nvPr/>
        </p:nvGrpSpPr>
        <p:grpSpPr>
          <a:xfrm>
            <a:off x="6229598" y="1518052"/>
            <a:ext cx="343560" cy="343822"/>
            <a:chOff x="6229598" y="1518052"/>
            <a:chExt cx="343560" cy="343822"/>
          </a:xfrm>
        </p:grpSpPr>
        <p:sp>
          <p:nvSpPr>
            <p:cNvPr id="10688" name="Google Shape;10688;p75"/>
            <p:cNvSpPr/>
            <p:nvPr/>
          </p:nvSpPr>
          <p:spPr>
            <a:xfrm>
              <a:off x="6229598" y="1518052"/>
              <a:ext cx="343560" cy="343822"/>
            </a:xfrm>
            <a:custGeom>
              <a:avLst/>
              <a:gdLst/>
              <a:ahLst/>
              <a:cxnLst/>
              <a:rect l="l" t="t" r="r" b="b"/>
              <a:pathLst>
                <a:path w="13083" h="13093" extrusionOk="0">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75"/>
            <p:cNvSpPr/>
            <p:nvPr/>
          </p:nvSpPr>
          <p:spPr>
            <a:xfrm>
              <a:off x="6255228" y="1543918"/>
              <a:ext cx="292064" cy="292064"/>
            </a:xfrm>
            <a:custGeom>
              <a:avLst/>
              <a:gdLst/>
              <a:ahLst/>
              <a:cxnLst/>
              <a:rect l="l" t="t" r="r" b="b"/>
              <a:pathLst>
                <a:path w="11122" h="11122" extrusionOk="0">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75"/>
            <p:cNvSpPr/>
            <p:nvPr/>
          </p:nvSpPr>
          <p:spPr>
            <a:xfrm>
              <a:off x="6396218" y="1564034"/>
              <a:ext cx="10320" cy="131221"/>
            </a:xfrm>
            <a:custGeom>
              <a:avLst/>
              <a:gdLst/>
              <a:ahLst/>
              <a:cxnLst/>
              <a:rect l="l" t="t" r="r" b="b"/>
              <a:pathLst>
                <a:path w="393" h="4997" extrusionOk="0">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75"/>
            <p:cNvSpPr/>
            <p:nvPr/>
          </p:nvSpPr>
          <p:spPr>
            <a:xfrm>
              <a:off x="6394459" y="1684908"/>
              <a:ext cx="134477" cy="10346"/>
            </a:xfrm>
            <a:custGeom>
              <a:avLst/>
              <a:gdLst/>
              <a:ahLst/>
              <a:cxnLst/>
              <a:rect l="l" t="t" r="r" b="b"/>
              <a:pathLst>
                <a:path w="5121" h="394" extrusionOk="0">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75"/>
            <p:cNvSpPr/>
            <p:nvPr/>
          </p:nvSpPr>
          <p:spPr>
            <a:xfrm>
              <a:off x="6291178" y="1579868"/>
              <a:ext cx="272946" cy="256009"/>
            </a:xfrm>
            <a:custGeom>
              <a:avLst/>
              <a:gdLst/>
              <a:ahLst/>
              <a:cxnLst/>
              <a:rect l="l" t="t" r="r" b="b"/>
              <a:pathLst>
                <a:path w="10394" h="9749" extrusionOk="0">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75"/>
            <p:cNvSpPr/>
            <p:nvPr/>
          </p:nvSpPr>
          <p:spPr>
            <a:xfrm>
              <a:off x="6273584" y="1684908"/>
              <a:ext cx="21376" cy="10346"/>
            </a:xfrm>
            <a:custGeom>
              <a:avLst/>
              <a:gdLst/>
              <a:ahLst/>
              <a:cxnLst/>
              <a:rect l="l" t="t" r="r" b="b"/>
              <a:pathLst>
                <a:path w="814" h="394" extrusionOk="0">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75"/>
            <p:cNvSpPr/>
            <p:nvPr/>
          </p:nvSpPr>
          <p:spPr>
            <a:xfrm>
              <a:off x="6396218" y="1798194"/>
              <a:ext cx="10320" cy="17673"/>
            </a:xfrm>
            <a:custGeom>
              <a:avLst/>
              <a:gdLst/>
              <a:ahLst/>
              <a:cxnLst/>
              <a:rect l="l" t="t" r="r" b="b"/>
              <a:pathLst>
                <a:path w="393" h="673" extrusionOk="0">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75"/>
            <p:cNvSpPr/>
            <p:nvPr/>
          </p:nvSpPr>
          <p:spPr>
            <a:xfrm>
              <a:off x="6308063" y="1599117"/>
              <a:ext cx="20036" cy="15966"/>
            </a:xfrm>
            <a:custGeom>
              <a:avLst/>
              <a:gdLst/>
              <a:ahLst/>
              <a:cxnLst/>
              <a:rect l="l" t="t" r="r" b="b"/>
              <a:pathLst>
                <a:path w="763" h="608" extrusionOk="0">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75"/>
            <p:cNvSpPr/>
            <p:nvPr/>
          </p:nvSpPr>
          <p:spPr>
            <a:xfrm>
              <a:off x="6473606" y="1764581"/>
              <a:ext cx="20141" cy="16097"/>
            </a:xfrm>
            <a:custGeom>
              <a:avLst/>
              <a:gdLst/>
              <a:ahLst/>
              <a:cxnLst/>
              <a:rect l="l" t="t" r="r" b="b"/>
              <a:pathLst>
                <a:path w="767" h="613" extrusionOk="0">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75"/>
            <p:cNvSpPr/>
            <p:nvPr/>
          </p:nvSpPr>
          <p:spPr>
            <a:xfrm>
              <a:off x="6474368" y="1599117"/>
              <a:ext cx="20141" cy="15966"/>
            </a:xfrm>
            <a:custGeom>
              <a:avLst/>
              <a:gdLst/>
              <a:ahLst/>
              <a:cxnLst/>
              <a:rect l="l" t="t" r="r" b="b"/>
              <a:pathLst>
                <a:path w="767" h="608" extrusionOk="0">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75"/>
            <p:cNvSpPr/>
            <p:nvPr/>
          </p:nvSpPr>
          <p:spPr>
            <a:xfrm>
              <a:off x="6308772" y="1765001"/>
              <a:ext cx="19432" cy="15677"/>
            </a:xfrm>
            <a:custGeom>
              <a:avLst/>
              <a:gdLst/>
              <a:ahLst/>
              <a:cxnLst/>
              <a:rect l="l" t="t" r="r" b="b"/>
              <a:pathLst>
                <a:path w="740" h="597" extrusionOk="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75"/>
            <p:cNvSpPr/>
            <p:nvPr/>
          </p:nvSpPr>
          <p:spPr>
            <a:xfrm>
              <a:off x="6283064" y="1637404"/>
              <a:ext cx="20693" cy="13366"/>
            </a:xfrm>
            <a:custGeom>
              <a:avLst/>
              <a:gdLst/>
              <a:ahLst/>
              <a:cxnLst/>
              <a:rect l="l" t="t" r="r" b="b"/>
              <a:pathLst>
                <a:path w="788" h="509" extrusionOk="0">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75"/>
            <p:cNvSpPr/>
            <p:nvPr/>
          </p:nvSpPr>
          <p:spPr>
            <a:xfrm>
              <a:off x="6498947" y="1729445"/>
              <a:ext cx="20640" cy="13051"/>
            </a:xfrm>
            <a:custGeom>
              <a:avLst/>
              <a:gdLst/>
              <a:ahLst/>
              <a:cxnLst/>
              <a:rect l="l" t="t" r="r" b="b"/>
              <a:pathLst>
                <a:path w="786" h="497" extrusionOk="0">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75"/>
            <p:cNvSpPr/>
            <p:nvPr/>
          </p:nvSpPr>
          <p:spPr>
            <a:xfrm>
              <a:off x="6439442" y="1574511"/>
              <a:ext cx="14837" cy="16675"/>
            </a:xfrm>
            <a:custGeom>
              <a:avLst/>
              <a:gdLst/>
              <a:ahLst/>
              <a:cxnLst/>
              <a:rect l="l" t="t" r="r" b="b"/>
              <a:pathLst>
                <a:path w="565" h="635" extrusionOk="0">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2" name="Google Shape;10702;p75"/>
            <p:cNvSpPr/>
            <p:nvPr/>
          </p:nvSpPr>
          <p:spPr>
            <a:xfrm>
              <a:off x="6347978" y="1789581"/>
              <a:ext cx="15861" cy="16754"/>
            </a:xfrm>
            <a:custGeom>
              <a:avLst/>
              <a:gdLst/>
              <a:ahLst/>
              <a:cxnLst/>
              <a:rect l="l" t="t" r="r" b="b"/>
              <a:pathLst>
                <a:path w="604" h="638" extrusionOk="0">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75"/>
            <p:cNvSpPr/>
            <p:nvPr/>
          </p:nvSpPr>
          <p:spPr>
            <a:xfrm>
              <a:off x="6349633" y="1572883"/>
              <a:ext cx="15441" cy="17305"/>
            </a:xfrm>
            <a:custGeom>
              <a:avLst/>
              <a:gdLst/>
              <a:ahLst/>
              <a:cxnLst/>
              <a:rect l="l" t="t" r="r" b="b"/>
              <a:pathLst>
                <a:path w="588" h="659" extrusionOk="0">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75"/>
            <p:cNvSpPr/>
            <p:nvPr/>
          </p:nvSpPr>
          <p:spPr>
            <a:xfrm>
              <a:off x="6437341" y="1789896"/>
              <a:ext cx="15441" cy="17437"/>
            </a:xfrm>
            <a:custGeom>
              <a:avLst/>
              <a:gdLst/>
              <a:ahLst/>
              <a:cxnLst/>
              <a:rect l="l" t="t" r="r" b="b"/>
              <a:pathLst>
                <a:path w="588" h="664" extrusionOk="0">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75"/>
            <p:cNvSpPr/>
            <p:nvPr/>
          </p:nvSpPr>
          <p:spPr>
            <a:xfrm>
              <a:off x="6499262" y="1639505"/>
              <a:ext cx="21664" cy="13261"/>
            </a:xfrm>
            <a:custGeom>
              <a:avLst/>
              <a:gdLst/>
              <a:ahLst/>
              <a:cxnLst/>
              <a:rect l="l" t="t" r="r" b="b"/>
              <a:pathLst>
                <a:path w="825" h="505" extrusionOk="0">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75"/>
            <p:cNvSpPr/>
            <p:nvPr/>
          </p:nvSpPr>
          <p:spPr>
            <a:xfrm>
              <a:off x="6282118" y="1727161"/>
              <a:ext cx="21638" cy="13314"/>
            </a:xfrm>
            <a:custGeom>
              <a:avLst/>
              <a:gdLst/>
              <a:ahLst/>
              <a:cxnLst/>
              <a:rect l="l" t="t" r="r" b="b"/>
              <a:pathLst>
                <a:path w="824" h="507" extrusionOk="0">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7" name="Google Shape;10707;p75"/>
          <p:cNvGrpSpPr/>
          <p:nvPr/>
        </p:nvGrpSpPr>
        <p:grpSpPr>
          <a:xfrm>
            <a:off x="870773" y="3357985"/>
            <a:ext cx="342824" cy="351228"/>
            <a:chOff x="870773" y="3357985"/>
            <a:chExt cx="342824" cy="351228"/>
          </a:xfrm>
        </p:grpSpPr>
        <p:sp>
          <p:nvSpPr>
            <p:cNvPr id="10708" name="Google Shape;10708;p75"/>
            <p:cNvSpPr/>
            <p:nvPr/>
          </p:nvSpPr>
          <p:spPr>
            <a:xfrm>
              <a:off x="870773" y="3357985"/>
              <a:ext cx="342824" cy="351228"/>
            </a:xfrm>
            <a:custGeom>
              <a:avLst/>
              <a:gdLst/>
              <a:ahLst/>
              <a:cxnLst/>
              <a:rect l="l" t="t" r="r" b="b"/>
              <a:pathLst>
                <a:path w="13055" h="13375" extrusionOk="0">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75"/>
            <p:cNvSpPr/>
            <p:nvPr/>
          </p:nvSpPr>
          <p:spPr>
            <a:xfrm>
              <a:off x="1024577" y="3357985"/>
              <a:ext cx="50288" cy="49238"/>
            </a:xfrm>
            <a:custGeom>
              <a:avLst/>
              <a:gdLst/>
              <a:ahLst/>
              <a:cxnLst/>
              <a:rect l="l" t="t" r="r" b="b"/>
              <a:pathLst>
                <a:path w="1915" h="1875" extrusionOk="0">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75"/>
            <p:cNvSpPr/>
            <p:nvPr/>
          </p:nvSpPr>
          <p:spPr>
            <a:xfrm>
              <a:off x="1111787" y="3388552"/>
              <a:ext cx="101810" cy="289832"/>
            </a:xfrm>
            <a:custGeom>
              <a:avLst/>
              <a:gdLst/>
              <a:ahLst/>
              <a:cxnLst/>
              <a:rect l="l" t="t" r="r" b="b"/>
              <a:pathLst>
                <a:path w="3877" h="11037" extrusionOk="0">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75"/>
            <p:cNvSpPr/>
            <p:nvPr/>
          </p:nvSpPr>
          <p:spPr>
            <a:xfrm>
              <a:off x="1024840" y="3660133"/>
              <a:ext cx="50025" cy="49080"/>
            </a:xfrm>
            <a:custGeom>
              <a:avLst/>
              <a:gdLst/>
              <a:ahLst/>
              <a:cxnLst/>
              <a:rect l="l" t="t" r="r" b="b"/>
              <a:pathLst>
                <a:path w="1905" h="1869" extrusionOk="0">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75"/>
            <p:cNvSpPr/>
            <p:nvPr/>
          </p:nvSpPr>
          <p:spPr>
            <a:xfrm>
              <a:off x="939390" y="3431067"/>
              <a:ext cx="211892" cy="205222"/>
            </a:xfrm>
            <a:custGeom>
              <a:avLst/>
              <a:gdLst/>
              <a:ahLst/>
              <a:cxnLst/>
              <a:rect l="l" t="t" r="r" b="b"/>
              <a:pathLst>
                <a:path w="8069" h="7815" extrusionOk="0">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75"/>
            <p:cNvSpPr/>
            <p:nvPr/>
          </p:nvSpPr>
          <p:spPr>
            <a:xfrm>
              <a:off x="970561" y="3470641"/>
              <a:ext cx="60345" cy="51653"/>
            </a:xfrm>
            <a:custGeom>
              <a:avLst/>
              <a:gdLst/>
              <a:ahLst/>
              <a:cxnLst/>
              <a:rect l="l" t="t" r="r" b="b"/>
              <a:pathLst>
                <a:path w="2298" h="1967" extrusionOk="0">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75"/>
            <p:cNvSpPr/>
            <p:nvPr/>
          </p:nvSpPr>
          <p:spPr>
            <a:xfrm>
              <a:off x="1053332" y="3545140"/>
              <a:ext cx="60188" cy="51417"/>
            </a:xfrm>
            <a:custGeom>
              <a:avLst/>
              <a:gdLst/>
              <a:ahLst/>
              <a:cxnLst/>
              <a:rect l="l" t="t" r="r" b="b"/>
              <a:pathLst>
                <a:path w="2292" h="1958" extrusionOk="0">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75"/>
            <p:cNvSpPr/>
            <p:nvPr/>
          </p:nvSpPr>
          <p:spPr>
            <a:xfrm>
              <a:off x="992330" y="3479595"/>
              <a:ext cx="106090" cy="101836"/>
            </a:xfrm>
            <a:custGeom>
              <a:avLst/>
              <a:gdLst/>
              <a:ahLst/>
              <a:cxnLst/>
              <a:rect l="l" t="t" r="r" b="b"/>
              <a:pathLst>
                <a:path w="4040" h="3878" extrusionOk="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6" name="Google Shape;10716;p75"/>
          <p:cNvGrpSpPr/>
          <p:nvPr/>
        </p:nvGrpSpPr>
        <p:grpSpPr>
          <a:xfrm>
            <a:off x="2743084" y="4299590"/>
            <a:ext cx="159372" cy="308896"/>
            <a:chOff x="2743084" y="4299590"/>
            <a:chExt cx="159372" cy="308896"/>
          </a:xfrm>
        </p:grpSpPr>
        <p:sp>
          <p:nvSpPr>
            <p:cNvPr id="10717" name="Google Shape;10717;p75"/>
            <p:cNvSpPr/>
            <p:nvPr/>
          </p:nvSpPr>
          <p:spPr>
            <a:xfrm>
              <a:off x="2828534" y="4425428"/>
              <a:ext cx="9585" cy="105907"/>
            </a:xfrm>
            <a:custGeom>
              <a:avLst/>
              <a:gdLst/>
              <a:ahLst/>
              <a:cxnLst/>
              <a:rect l="l" t="t" r="r" b="b"/>
              <a:pathLst>
                <a:path w="365" h="4033" extrusionOk="0">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75"/>
            <p:cNvSpPr/>
            <p:nvPr/>
          </p:nvSpPr>
          <p:spPr>
            <a:xfrm>
              <a:off x="2743084" y="4299590"/>
              <a:ext cx="158111" cy="135239"/>
            </a:xfrm>
            <a:custGeom>
              <a:avLst/>
              <a:gdLst/>
              <a:ahLst/>
              <a:cxnLst/>
              <a:rect l="l" t="t" r="r" b="b"/>
              <a:pathLst>
                <a:path w="6021" h="5150" extrusionOk="0">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9" name="Google Shape;10719;p75"/>
            <p:cNvSpPr/>
            <p:nvPr/>
          </p:nvSpPr>
          <p:spPr>
            <a:xfrm>
              <a:off x="2762438" y="4313928"/>
              <a:ext cx="123921" cy="106406"/>
            </a:xfrm>
            <a:custGeom>
              <a:avLst/>
              <a:gdLst/>
              <a:ahLst/>
              <a:cxnLst/>
              <a:rect l="l" t="t" r="r" b="b"/>
              <a:pathLst>
                <a:path w="4719" h="4052" extrusionOk="0">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0" name="Google Shape;10720;p75"/>
            <p:cNvSpPr/>
            <p:nvPr/>
          </p:nvSpPr>
          <p:spPr>
            <a:xfrm>
              <a:off x="2809443" y="4314348"/>
              <a:ext cx="49526" cy="105460"/>
            </a:xfrm>
            <a:custGeom>
              <a:avLst/>
              <a:gdLst/>
              <a:ahLst/>
              <a:cxnLst/>
              <a:rect l="l" t="t" r="r" b="b"/>
              <a:pathLst>
                <a:path w="1886" h="4016" extrusionOk="0">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75"/>
            <p:cNvSpPr/>
            <p:nvPr/>
          </p:nvSpPr>
          <p:spPr>
            <a:xfrm>
              <a:off x="2780032" y="4521513"/>
              <a:ext cx="106589" cy="86973"/>
            </a:xfrm>
            <a:custGeom>
              <a:avLst/>
              <a:gdLst/>
              <a:ahLst/>
              <a:cxnLst/>
              <a:rect l="l" t="t" r="r" b="b"/>
              <a:pathLst>
                <a:path w="4059" h="3312" extrusionOk="0">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75"/>
            <p:cNvSpPr/>
            <p:nvPr/>
          </p:nvSpPr>
          <p:spPr>
            <a:xfrm>
              <a:off x="2782553" y="4545620"/>
              <a:ext cx="20614" cy="48292"/>
            </a:xfrm>
            <a:custGeom>
              <a:avLst/>
              <a:gdLst/>
              <a:ahLst/>
              <a:cxnLst/>
              <a:rect l="l" t="t" r="r" b="b"/>
              <a:pathLst>
                <a:path w="785" h="1839" extrusionOk="0">
                  <a:moveTo>
                    <a:pt x="0" y="1"/>
                  </a:moveTo>
                  <a:lnTo>
                    <a:pt x="230" y="1838"/>
                  </a:lnTo>
                  <a:lnTo>
                    <a:pt x="785" y="1838"/>
                  </a:lnTo>
                  <a:lnTo>
                    <a:pt x="55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75"/>
            <p:cNvSpPr/>
            <p:nvPr/>
          </p:nvSpPr>
          <p:spPr>
            <a:xfrm>
              <a:off x="2780032" y="4521514"/>
              <a:ext cx="106826" cy="28912"/>
            </a:xfrm>
            <a:custGeom>
              <a:avLst/>
              <a:gdLst/>
              <a:ahLst/>
              <a:cxnLst/>
              <a:rect l="l" t="t" r="r" b="b"/>
              <a:pathLst>
                <a:path w="4068" h="1101" extrusionOk="0">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75"/>
            <p:cNvSpPr/>
            <p:nvPr/>
          </p:nvSpPr>
          <p:spPr>
            <a:xfrm>
              <a:off x="2788068" y="4589107"/>
              <a:ext cx="90518" cy="19380"/>
            </a:xfrm>
            <a:custGeom>
              <a:avLst/>
              <a:gdLst/>
              <a:ahLst/>
              <a:cxnLst/>
              <a:rect l="l" t="t" r="r" b="b"/>
              <a:pathLst>
                <a:path w="3447" h="738" extrusionOk="0">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75"/>
            <p:cNvSpPr/>
            <p:nvPr/>
          </p:nvSpPr>
          <p:spPr>
            <a:xfrm>
              <a:off x="2780032" y="4521514"/>
              <a:ext cx="106589" cy="28912"/>
            </a:xfrm>
            <a:custGeom>
              <a:avLst/>
              <a:gdLst/>
              <a:ahLst/>
              <a:cxnLst/>
              <a:rect l="l" t="t" r="r" b="b"/>
              <a:pathLst>
                <a:path w="4059" h="1101" extrusionOk="0">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75"/>
            <p:cNvSpPr/>
            <p:nvPr/>
          </p:nvSpPr>
          <p:spPr>
            <a:xfrm>
              <a:off x="2788068" y="4589107"/>
              <a:ext cx="21139" cy="19380"/>
            </a:xfrm>
            <a:custGeom>
              <a:avLst/>
              <a:gdLst/>
              <a:ahLst/>
              <a:cxnLst/>
              <a:rect l="l" t="t" r="r" b="b"/>
              <a:pathLst>
                <a:path w="805" h="738" extrusionOk="0">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75"/>
            <p:cNvSpPr/>
            <p:nvPr/>
          </p:nvSpPr>
          <p:spPr>
            <a:xfrm>
              <a:off x="2838093" y="4439504"/>
              <a:ext cx="64363" cy="48161"/>
            </a:xfrm>
            <a:custGeom>
              <a:avLst/>
              <a:gdLst/>
              <a:ahLst/>
              <a:cxnLst/>
              <a:rect l="l" t="t" r="r" b="b"/>
              <a:pathLst>
                <a:path w="2451" h="1834" extrusionOk="0">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75"/>
            <p:cNvSpPr/>
            <p:nvPr/>
          </p:nvSpPr>
          <p:spPr>
            <a:xfrm>
              <a:off x="2838093" y="4463715"/>
              <a:ext cx="64363" cy="23949"/>
            </a:xfrm>
            <a:custGeom>
              <a:avLst/>
              <a:gdLst/>
              <a:ahLst/>
              <a:cxnLst/>
              <a:rect l="l" t="t" r="r" b="b"/>
              <a:pathLst>
                <a:path w="2451" h="912" extrusionOk="0">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75"/>
            <p:cNvSpPr/>
            <p:nvPr/>
          </p:nvSpPr>
          <p:spPr>
            <a:xfrm>
              <a:off x="2764197" y="4439504"/>
              <a:ext cx="64363" cy="48161"/>
            </a:xfrm>
            <a:custGeom>
              <a:avLst/>
              <a:gdLst/>
              <a:ahLst/>
              <a:cxnLst/>
              <a:rect l="l" t="t" r="r" b="b"/>
              <a:pathLst>
                <a:path w="2451" h="1834" extrusionOk="0">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0" name="Google Shape;10730;p75"/>
            <p:cNvSpPr/>
            <p:nvPr/>
          </p:nvSpPr>
          <p:spPr>
            <a:xfrm>
              <a:off x="2764197" y="4463715"/>
              <a:ext cx="64363" cy="23949"/>
            </a:xfrm>
            <a:custGeom>
              <a:avLst/>
              <a:gdLst/>
              <a:ahLst/>
              <a:cxnLst/>
              <a:rect l="l" t="t" r="r" b="b"/>
              <a:pathLst>
                <a:path w="2451" h="912" extrusionOk="0">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75"/>
            <p:cNvSpPr/>
            <p:nvPr/>
          </p:nvSpPr>
          <p:spPr>
            <a:xfrm>
              <a:off x="2765694" y="4502160"/>
              <a:ext cx="135239" cy="29175"/>
            </a:xfrm>
            <a:custGeom>
              <a:avLst/>
              <a:gdLst/>
              <a:ahLst/>
              <a:cxnLst/>
              <a:rect l="l" t="t" r="r" b="b"/>
              <a:pathLst>
                <a:path w="5150" h="1111" extrusionOk="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2" name="Google Shape;10732;p75"/>
          <p:cNvGrpSpPr/>
          <p:nvPr/>
        </p:nvGrpSpPr>
        <p:grpSpPr>
          <a:xfrm>
            <a:off x="1293506" y="2939716"/>
            <a:ext cx="374730" cy="272211"/>
            <a:chOff x="1293506" y="2939716"/>
            <a:chExt cx="374730" cy="272211"/>
          </a:xfrm>
        </p:grpSpPr>
        <p:sp>
          <p:nvSpPr>
            <p:cNvPr id="10733" name="Google Shape;10733;p75"/>
            <p:cNvSpPr/>
            <p:nvPr/>
          </p:nvSpPr>
          <p:spPr>
            <a:xfrm>
              <a:off x="1311599" y="2939716"/>
              <a:ext cx="338544" cy="248078"/>
            </a:xfrm>
            <a:custGeom>
              <a:avLst/>
              <a:gdLst/>
              <a:ahLst/>
              <a:cxnLst/>
              <a:rect l="l" t="t" r="r" b="b"/>
              <a:pathLst>
                <a:path w="12892" h="9447" extrusionOk="0">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75"/>
            <p:cNvSpPr/>
            <p:nvPr/>
          </p:nvSpPr>
          <p:spPr>
            <a:xfrm>
              <a:off x="1335706" y="2964112"/>
              <a:ext cx="290304" cy="193274"/>
            </a:xfrm>
            <a:custGeom>
              <a:avLst/>
              <a:gdLst/>
              <a:ahLst/>
              <a:cxnLst/>
              <a:rect l="l" t="t" r="r" b="b"/>
              <a:pathLst>
                <a:path w="11055" h="7360" extrusionOk="0">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75"/>
            <p:cNvSpPr/>
            <p:nvPr/>
          </p:nvSpPr>
          <p:spPr>
            <a:xfrm>
              <a:off x="1335706" y="3121173"/>
              <a:ext cx="169430" cy="36213"/>
            </a:xfrm>
            <a:custGeom>
              <a:avLst/>
              <a:gdLst/>
              <a:ahLst/>
              <a:cxnLst/>
              <a:rect l="l" t="t" r="r" b="b"/>
              <a:pathLst>
                <a:path w="6452" h="1379" extrusionOk="0">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75"/>
            <p:cNvSpPr/>
            <p:nvPr/>
          </p:nvSpPr>
          <p:spPr>
            <a:xfrm>
              <a:off x="1505109" y="2964112"/>
              <a:ext cx="120901" cy="96532"/>
            </a:xfrm>
            <a:custGeom>
              <a:avLst/>
              <a:gdLst/>
              <a:ahLst/>
              <a:cxnLst/>
              <a:rect l="l" t="t" r="r" b="b"/>
              <a:pathLst>
                <a:path w="4604" h="3676" extrusionOk="0">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7" name="Google Shape;10737;p75"/>
            <p:cNvSpPr/>
            <p:nvPr/>
          </p:nvSpPr>
          <p:spPr>
            <a:xfrm>
              <a:off x="1505109" y="3060617"/>
              <a:ext cx="120901" cy="96768"/>
            </a:xfrm>
            <a:custGeom>
              <a:avLst/>
              <a:gdLst/>
              <a:ahLst/>
              <a:cxnLst/>
              <a:rect l="l" t="t" r="r" b="b"/>
              <a:pathLst>
                <a:path w="4604" h="3685" extrusionOk="0">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75"/>
            <p:cNvSpPr/>
            <p:nvPr/>
          </p:nvSpPr>
          <p:spPr>
            <a:xfrm>
              <a:off x="1293506" y="3181755"/>
              <a:ext cx="374730" cy="30173"/>
            </a:xfrm>
            <a:custGeom>
              <a:avLst/>
              <a:gdLst/>
              <a:ahLst/>
              <a:cxnLst/>
              <a:rect l="l" t="t" r="r" b="b"/>
              <a:pathLst>
                <a:path w="14270" h="1149" extrusionOk="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75"/>
            <p:cNvSpPr/>
            <p:nvPr/>
          </p:nvSpPr>
          <p:spPr>
            <a:xfrm>
              <a:off x="1293506" y="3181755"/>
              <a:ext cx="374730" cy="12080"/>
            </a:xfrm>
            <a:custGeom>
              <a:avLst/>
              <a:gdLst/>
              <a:ahLst/>
              <a:cxnLst/>
              <a:rect l="l" t="t" r="r" b="b"/>
              <a:pathLst>
                <a:path w="14270" h="460" extrusionOk="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75"/>
            <p:cNvSpPr/>
            <p:nvPr/>
          </p:nvSpPr>
          <p:spPr>
            <a:xfrm>
              <a:off x="1444527" y="3181755"/>
              <a:ext cx="72661" cy="18119"/>
            </a:xfrm>
            <a:custGeom>
              <a:avLst/>
              <a:gdLst/>
              <a:ahLst/>
              <a:cxnLst/>
              <a:rect l="l" t="t" r="r" b="b"/>
              <a:pathLst>
                <a:path w="2767" h="690" extrusionOk="0">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75"/>
            <p:cNvSpPr/>
            <p:nvPr/>
          </p:nvSpPr>
          <p:spPr>
            <a:xfrm>
              <a:off x="1535256" y="3036484"/>
              <a:ext cx="60345" cy="24159"/>
            </a:xfrm>
            <a:custGeom>
              <a:avLst/>
              <a:gdLst/>
              <a:ahLst/>
              <a:cxnLst/>
              <a:rect l="l" t="t" r="r" b="b"/>
              <a:pathLst>
                <a:path w="2298" h="920" extrusionOk="0">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75"/>
            <p:cNvSpPr/>
            <p:nvPr/>
          </p:nvSpPr>
          <p:spPr>
            <a:xfrm>
              <a:off x="1553349" y="3018391"/>
              <a:ext cx="24422" cy="30435"/>
            </a:xfrm>
            <a:custGeom>
              <a:avLst/>
              <a:gdLst/>
              <a:ahLst/>
              <a:cxnLst/>
              <a:rect l="l" t="t" r="r" b="b"/>
              <a:pathLst>
                <a:path w="930" h="1159" extrusionOk="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75"/>
            <p:cNvSpPr/>
            <p:nvPr/>
          </p:nvSpPr>
          <p:spPr>
            <a:xfrm>
              <a:off x="1547335" y="2988245"/>
              <a:ext cx="36449" cy="42226"/>
            </a:xfrm>
            <a:custGeom>
              <a:avLst/>
              <a:gdLst/>
              <a:ahLst/>
              <a:cxnLst/>
              <a:rect l="l" t="t" r="r" b="b"/>
              <a:pathLst>
                <a:path w="1388" h="1608" extrusionOk="0">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75"/>
            <p:cNvSpPr/>
            <p:nvPr/>
          </p:nvSpPr>
          <p:spPr>
            <a:xfrm>
              <a:off x="1547335" y="2988245"/>
              <a:ext cx="24133" cy="42331"/>
            </a:xfrm>
            <a:custGeom>
              <a:avLst/>
              <a:gdLst/>
              <a:ahLst/>
              <a:cxnLst/>
              <a:rect l="l" t="t" r="r" b="b"/>
              <a:pathLst>
                <a:path w="919" h="1612" extrusionOk="0">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5" name="Google Shape;10745;p75"/>
            <p:cNvSpPr/>
            <p:nvPr/>
          </p:nvSpPr>
          <p:spPr>
            <a:xfrm>
              <a:off x="1547335" y="2988245"/>
              <a:ext cx="36449" cy="17857"/>
            </a:xfrm>
            <a:custGeom>
              <a:avLst/>
              <a:gdLst/>
              <a:ahLst/>
              <a:cxnLst/>
              <a:rect l="l" t="t" r="r" b="b"/>
              <a:pathLst>
                <a:path w="1388" h="680" extrusionOk="0">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75"/>
            <p:cNvSpPr/>
            <p:nvPr/>
          </p:nvSpPr>
          <p:spPr>
            <a:xfrm>
              <a:off x="1547335" y="2988245"/>
              <a:ext cx="24133" cy="15099"/>
            </a:xfrm>
            <a:custGeom>
              <a:avLst/>
              <a:gdLst/>
              <a:ahLst/>
              <a:cxnLst/>
              <a:rect l="l" t="t" r="r" b="b"/>
              <a:pathLst>
                <a:path w="919" h="575" extrusionOk="0">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75"/>
            <p:cNvSpPr/>
            <p:nvPr/>
          </p:nvSpPr>
          <p:spPr>
            <a:xfrm>
              <a:off x="1535256" y="3133252"/>
              <a:ext cx="60345" cy="24133"/>
            </a:xfrm>
            <a:custGeom>
              <a:avLst/>
              <a:gdLst/>
              <a:ahLst/>
              <a:cxnLst/>
              <a:rect l="l" t="t" r="r" b="b"/>
              <a:pathLst>
                <a:path w="2298" h="919" extrusionOk="0">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75"/>
            <p:cNvSpPr/>
            <p:nvPr/>
          </p:nvSpPr>
          <p:spPr>
            <a:xfrm>
              <a:off x="1553349" y="3115159"/>
              <a:ext cx="24422" cy="30173"/>
            </a:xfrm>
            <a:custGeom>
              <a:avLst/>
              <a:gdLst/>
              <a:ahLst/>
              <a:cxnLst/>
              <a:rect l="l" t="t" r="r" b="b"/>
              <a:pathLst>
                <a:path w="930" h="1149" extrusionOk="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75"/>
            <p:cNvSpPr/>
            <p:nvPr/>
          </p:nvSpPr>
          <p:spPr>
            <a:xfrm>
              <a:off x="1547335" y="3084986"/>
              <a:ext cx="36449" cy="42252"/>
            </a:xfrm>
            <a:custGeom>
              <a:avLst/>
              <a:gdLst/>
              <a:ahLst/>
              <a:cxnLst/>
              <a:rect l="l" t="t" r="r" b="b"/>
              <a:pathLst>
                <a:path w="1388" h="1609" extrusionOk="0">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75"/>
            <p:cNvSpPr/>
            <p:nvPr/>
          </p:nvSpPr>
          <p:spPr>
            <a:xfrm>
              <a:off x="1547335" y="3084986"/>
              <a:ext cx="24133" cy="42331"/>
            </a:xfrm>
            <a:custGeom>
              <a:avLst/>
              <a:gdLst/>
              <a:ahLst/>
              <a:cxnLst/>
              <a:rect l="l" t="t" r="r" b="b"/>
              <a:pathLst>
                <a:path w="919" h="1612" extrusionOk="0">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75"/>
            <p:cNvSpPr/>
            <p:nvPr/>
          </p:nvSpPr>
          <p:spPr>
            <a:xfrm>
              <a:off x="1547335" y="3084986"/>
              <a:ext cx="36449" cy="17883"/>
            </a:xfrm>
            <a:custGeom>
              <a:avLst/>
              <a:gdLst/>
              <a:ahLst/>
              <a:cxnLst/>
              <a:rect l="l" t="t" r="r" b="b"/>
              <a:pathLst>
                <a:path w="1388" h="681" extrusionOk="0">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75"/>
            <p:cNvSpPr/>
            <p:nvPr/>
          </p:nvSpPr>
          <p:spPr>
            <a:xfrm>
              <a:off x="1547335" y="3084986"/>
              <a:ext cx="24133" cy="15099"/>
            </a:xfrm>
            <a:custGeom>
              <a:avLst/>
              <a:gdLst/>
              <a:ahLst/>
              <a:cxnLst/>
              <a:rect l="l" t="t" r="r" b="b"/>
              <a:pathLst>
                <a:path w="919" h="575" extrusionOk="0">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75"/>
            <p:cNvSpPr/>
            <p:nvPr/>
          </p:nvSpPr>
          <p:spPr>
            <a:xfrm>
              <a:off x="1384234" y="3042524"/>
              <a:ext cx="72399" cy="90755"/>
            </a:xfrm>
            <a:custGeom>
              <a:avLst/>
              <a:gdLst/>
              <a:ahLst/>
              <a:cxnLst/>
              <a:rect l="l" t="t" r="r" b="b"/>
              <a:pathLst>
                <a:path w="2757" h="3456" extrusionOk="0">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75"/>
            <p:cNvSpPr/>
            <p:nvPr/>
          </p:nvSpPr>
          <p:spPr>
            <a:xfrm>
              <a:off x="1407081" y="3042524"/>
              <a:ext cx="26680" cy="18251"/>
            </a:xfrm>
            <a:custGeom>
              <a:avLst/>
              <a:gdLst/>
              <a:ahLst/>
              <a:cxnLst/>
              <a:rect l="l" t="t" r="r" b="b"/>
              <a:pathLst>
                <a:path w="1016" h="695" extrusionOk="0">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75"/>
            <p:cNvSpPr/>
            <p:nvPr/>
          </p:nvSpPr>
          <p:spPr>
            <a:xfrm>
              <a:off x="1384234" y="3061615"/>
              <a:ext cx="72399" cy="71664"/>
            </a:xfrm>
            <a:custGeom>
              <a:avLst/>
              <a:gdLst/>
              <a:ahLst/>
              <a:cxnLst/>
              <a:rect l="l" t="t" r="r" b="b"/>
              <a:pathLst>
                <a:path w="2757" h="2729" extrusionOk="0">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75"/>
            <p:cNvSpPr/>
            <p:nvPr/>
          </p:nvSpPr>
          <p:spPr>
            <a:xfrm>
              <a:off x="1396288" y="2994258"/>
              <a:ext cx="48266" cy="54568"/>
            </a:xfrm>
            <a:custGeom>
              <a:avLst/>
              <a:gdLst/>
              <a:ahLst/>
              <a:cxnLst/>
              <a:rect l="l" t="t" r="r" b="b"/>
              <a:pathLst>
                <a:path w="1838" h="2078" extrusionOk="0">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7" name="Google Shape;10757;p75"/>
            <p:cNvSpPr/>
            <p:nvPr/>
          </p:nvSpPr>
          <p:spPr>
            <a:xfrm>
              <a:off x="1396025" y="2994258"/>
              <a:ext cx="33455" cy="54384"/>
            </a:xfrm>
            <a:custGeom>
              <a:avLst/>
              <a:gdLst/>
              <a:ahLst/>
              <a:cxnLst/>
              <a:rect l="l" t="t" r="r" b="b"/>
              <a:pathLst>
                <a:path w="1274" h="2071" extrusionOk="0">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8" name="Google Shape;10758;p75"/>
            <p:cNvSpPr/>
            <p:nvPr/>
          </p:nvSpPr>
          <p:spPr>
            <a:xfrm>
              <a:off x="1396288" y="2994258"/>
              <a:ext cx="48528" cy="24159"/>
            </a:xfrm>
            <a:custGeom>
              <a:avLst/>
              <a:gdLst/>
              <a:ahLst/>
              <a:cxnLst/>
              <a:rect l="l" t="t" r="r" b="b"/>
              <a:pathLst>
                <a:path w="1848" h="920" extrusionOk="0">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75"/>
            <p:cNvSpPr/>
            <p:nvPr/>
          </p:nvSpPr>
          <p:spPr>
            <a:xfrm>
              <a:off x="1396025" y="2994258"/>
              <a:ext cx="33455" cy="21901"/>
            </a:xfrm>
            <a:custGeom>
              <a:avLst/>
              <a:gdLst/>
              <a:ahLst/>
              <a:cxnLst/>
              <a:rect l="l" t="t" r="r" b="b"/>
              <a:pathLst>
                <a:path w="1274" h="834" extrusionOk="0">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75"/>
            <p:cNvSpPr/>
            <p:nvPr/>
          </p:nvSpPr>
          <p:spPr>
            <a:xfrm>
              <a:off x="1384234" y="3072434"/>
              <a:ext cx="30173" cy="60844"/>
            </a:xfrm>
            <a:custGeom>
              <a:avLst/>
              <a:gdLst/>
              <a:ahLst/>
              <a:cxnLst/>
              <a:rect l="l" t="t" r="r" b="b"/>
              <a:pathLst>
                <a:path w="1149" h="2317" extrusionOk="0">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1" name="Google Shape;10761;p75"/>
            <p:cNvSpPr/>
            <p:nvPr/>
          </p:nvSpPr>
          <p:spPr>
            <a:xfrm>
              <a:off x="1426434" y="3072434"/>
              <a:ext cx="30199" cy="60844"/>
            </a:xfrm>
            <a:custGeom>
              <a:avLst/>
              <a:gdLst/>
              <a:ahLst/>
              <a:cxnLst/>
              <a:rect l="l" t="t" r="r" b="b"/>
              <a:pathLst>
                <a:path w="1150" h="2317" extrusionOk="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75"/>
            <p:cNvSpPr/>
            <p:nvPr/>
          </p:nvSpPr>
          <p:spPr>
            <a:xfrm>
              <a:off x="1408341" y="3121173"/>
              <a:ext cx="24159" cy="12106"/>
            </a:xfrm>
            <a:custGeom>
              <a:avLst/>
              <a:gdLst/>
              <a:ahLst/>
              <a:cxnLst/>
              <a:rect l="l" t="t" r="r" b="b"/>
              <a:pathLst>
                <a:path w="920" h="461" extrusionOk="0">
                  <a:moveTo>
                    <a:pt x="1" y="1"/>
                  </a:moveTo>
                  <a:lnTo>
                    <a:pt x="1" y="460"/>
                  </a:lnTo>
                  <a:lnTo>
                    <a:pt x="920" y="460"/>
                  </a:lnTo>
                  <a:lnTo>
                    <a:pt x="920"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3" name="Google Shape;10763;p75"/>
          <p:cNvGrpSpPr/>
          <p:nvPr/>
        </p:nvGrpSpPr>
        <p:grpSpPr>
          <a:xfrm>
            <a:off x="6669900" y="1505474"/>
            <a:ext cx="345083" cy="369216"/>
            <a:chOff x="6669900" y="1505474"/>
            <a:chExt cx="345083" cy="369216"/>
          </a:xfrm>
        </p:grpSpPr>
        <p:sp>
          <p:nvSpPr>
            <p:cNvPr id="10764" name="Google Shape;10764;p75"/>
            <p:cNvSpPr/>
            <p:nvPr/>
          </p:nvSpPr>
          <p:spPr>
            <a:xfrm>
              <a:off x="6700309" y="1505474"/>
              <a:ext cx="48292" cy="42252"/>
            </a:xfrm>
            <a:custGeom>
              <a:avLst/>
              <a:gdLst/>
              <a:ahLst/>
              <a:cxnLst/>
              <a:rect l="l" t="t" r="r" b="b"/>
              <a:pathLst>
                <a:path w="1839" h="1609" extrusionOk="0">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75"/>
            <p:cNvSpPr/>
            <p:nvPr/>
          </p:nvSpPr>
          <p:spPr>
            <a:xfrm>
              <a:off x="6700309" y="1505474"/>
              <a:ext cx="33455" cy="42252"/>
            </a:xfrm>
            <a:custGeom>
              <a:avLst/>
              <a:gdLst/>
              <a:ahLst/>
              <a:cxnLst/>
              <a:rect l="l" t="t" r="r" b="b"/>
              <a:pathLst>
                <a:path w="1274" h="1609" extrusionOk="0">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75"/>
            <p:cNvSpPr/>
            <p:nvPr/>
          </p:nvSpPr>
          <p:spPr>
            <a:xfrm>
              <a:off x="6669900" y="1608255"/>
              <a:ext cx="109110" cy="84715"/>
            </a:xfrm>
            <a:custGeom>
              <a:avLst/>
              <a:gdLst/>
              <a:ahLst/>
              <a:cxnLst/>
              <a:rect l="l" t="t" r="r" b="b"/>
              <a:pathLst>
                <a:path w="4155" h="3226" extrusionOk="0">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75"/>
            <p:cNvSpPr/>
            <p:nvPr/>
          </p:nvSpPr>
          <p:spPr>
            <a:xfrm>
              <a:off x="6706086" y="1608255"/>
              <a:ext cx="36974" cy="24422"/>
            </a:xfrm>
            <a:custGeom>
              <a:avLst/>
              <a:gdLst/>
              <a:ahLst/>
              <a:cxnLst/>
              <a:rect l="l" t="t" r="r" b="b"/>
              <a:pathLst>
                <a:path w="1408" h="930" extrusionOk="0">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75"/>
            <p:cNvSpPr/>
            <p:nvPr/>
          </p:nvSpPr>
          <p:spPr>
            <a:xfrm>
              <a:off x="6669900" y="1640188"/>
              <a:ext cx="109110" cy="52783"/>
            </a:xfrm>
            <a:custGeom>
              <a:avLst/>
              <a:gdLst/>
              <a:ahLst/>
              <a:cxnLst/>
              <a:rect l="l" t="t" r="r" b="b"/>
              <a:pathLst>
                <a:path w="4155" h="2010" extrusionOk="0">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75"/>
            <p:cNvSpPr/>
            <p:nvPr/>
          </p:nvSpPr>
          <p:spPr>
            <a:xfrm>
              <a:off x="6681953" y="1523567"/>
              <a:ext cx="84741" cy="84715"/>
            </a:xfrm>
            <a:custGeom>
              <a:avLst/>
              <a:gdLst/>
              <a:ahLst/>
              <a:cxnLst/>
              <a:rect l="l" t="t" r="r" b="b"/>
              <a:pathLst>
                <a:path w="3227" h="3226" extrusionOk="0">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75"/>
            <p:cNvSpPr/>
            <p:nvPr/>
          </p:nvSpPr>
          <p:spPr>
            <a:xfrm>
              <a:off x="6697552" y="1523567"/>
              <a:ext cx="70902" cy="76180"/>
            </a:xfrm>
            <a:custGeom>
              <a:avLst/>
              <a:gdLst/>
              <a:ahLst/>
              <a:cxnLst/>
              <a:rect l="l" t="t" r="r" b="b"/>
              <a:pathLst>
                <a:path w="2700" h="2901" extrusionOk="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75"/>
            <p:cNvSpPr/>
            <p:nvPr/>
          </p:nvSpPr>
          <p:spPr>
            <a:xfrm>
              <a:off x="6687993" y="1560909"/>
              <a:ext cx="72661" cy="59453"/>
            </a:xfrm>
            <a:custGeom>
              <a:avLst/>
              <a:gdLst/>
              <a:ahLst/>
              <a:cxnLst/>
              <a:rect l="l" t="t" r="r" b="b"/>
              <a:pathLst>
                <a:path w="2767" h="2264" extrusionOk="0">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75"/>
            <p:cNvSpPr/>
            <p:nvPr/>
          </p:nvSpPr>
          <p:spPr>
            <a:xfrm>
              <a:off x="6688256" y="1560909"/>
              <a:ext cx="72661" cy="58954"/>
            </a:xfrm>
            <a:custGeom>
              <a:avLst/>
              <a:gdLst/>
              <a:ahLst/>
              <a:cxnLst/>
              <a:rect l="l" t="t" r="r" b="b"/>
              <a:pathLst>
                <a:path w="2767" h="2245" extrusionOk="0">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75"/>
            <p:cNvSpPr/>
            <p:nvPr/>
          </p:nvSpPr>
          <p:spPr>
            <a:xfrm>
              <a:off x="6669900" y="1652503"/>
              <a:ext cx="24396" cy="40467"/>
            </a:xfrm>
            <a:custGeom>
              <a:avLst/>
              <a:gdLst/>
              <a:ahLst/>
              <a:cxnLst/>
              <a:rect l="l" t="t" r="r" b="b"/>
              <a:pathLst>
                <a:path w="929" h="1541" extrusionOk="0">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75"/>
            <p:cNvSpPr/>
            <p:nvPr/>
          </p:nvSpPr>
          <p:spPr>
            <a:xfrm>
              <a:off x="6754588" y="1652503"/>
              <a:ext cx="24422" cy="40467"/>
            </a:xfrm>
            <a:custGeom>
              <a:avLst/>
              <a:gdLst/>
              <a:ahLst/>
              <a:cxnLst/>
              <a:rect l="l" t="t" r="r" b="b"/>
              <a:pathLst>
                <a:path w="930" h="1541" extrusionOk="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75"/>
            <p:cNvSpPr/>
            <p:nvPr/>
          </p:nvSpPr>
          <p:spPr>
            <a:xfrm>
              <a:off x="6767797" y="1578004"/>
              <a:ext cx="201440" cy="110791"/>
            </a:xfrm>
            <a:custGeom>
              <a:avLst/>
              <a:gdLst/>
              <a:ahLst/>
              <a:cxnLst/>
              <a:rect l="l" t="t" r="r" b="b"/>
              <a:pathLst>
                <a:path w="7671" h="4219" extrusionOk="0">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75"/>
            <p:cNvSpPr/>
            <p:nvPr/>
          </p:nvSpPr>
          <p:spPr>
            <a:xfrm>
              <a:off x="6711128" y="1710617"/>
              <a:ext cx="199917" cy="109557"/>
            </a:xfrm>
            <a:custGeom>
              <a:avLst/>
              <a:gdLst/>
              <a:ahLst/>
              <a:cxnLst/>
              <a:rect l="l" t="t" r="r" b="b"/>
              <a:pathLst>
                <a:path w="7613" h="4172" extrusionOk="0">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75"/>
            <p:cNvSpPr/>
            <p:nvPr/>
          </p:nvSpPr>
          <p:spPr>
            <a:xfrm>
              <a:off x="6893819" y="1795988"/>
              <a:ext cx="121164" cy="78701"/>
            </a:xfrm>
            <a:custGeom>
              <a:avLst/>
              <a:gdLst/>
              <a:ahLst/>
              <a:cxnLst/>
              <a:rect l="l" t="t" r="r" b="b"/>
              <a:pathLst>
                <a:path w="4614" h="2997" extrusionOk="0">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8" name="Google Shape;10778;p75"/>
            <p:cNvSpPr/>
            <p:nvPr/>
          </p:nvSpPr>
          <p:spPr>
            <a:xfrm>
              <a:off x="6893819" y="1812584"/>
              <a:ext cx="121164" cy="62105"/>
            </a:xfrm>
            <a:custGeom>
              <a:avLst/>
              <a:gdLst/>
              <a:ahLst/>
              <a:cxnLst/>
              <a:rect l="l" t="t" r="r" b="b"/>
              <a:pathLst>
                <a:path w="4614" h="2365" extrusionOk="0">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9" name="Google Shape;10779;p75"/>
            <p:cNvSpPr/>
            <p:nvPr/>
          </p:nvSpPr>
          <p:spPr>
            <a:xfrm>
              <a:off x="6912175" y="1711063"/>
              <a:ext cx="30173" cy="66622"/>
            </a:xfrm>
            <a:custGeom>
              <a:avLst/>
              <a:gdLst/>
              <a:ahLst/>
              <a:cxnLst/>
              <a:rect l="l" t="t" r="r" b="b"/>
              <a:pathLst>
                <a:path w="1149" h="2537" extrusionOk="0">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75"/>
            <p:cNvSpPr/>
            <p:nvPr/>
          </p:nvSpPr>
          <p:spPr>
            <a:xfrm>
              <a:off x="6924228" y="1705260"/>
              <a:ext cx="72661" cy="72425"/>
            </a:xfrm>
            <a:custGeom>
              <a:avLst/>
              <a:gdLst/>
              <a:ahLst/>
              <a:cxnLst/>
              <a:rect l="l" t="t" r="r" b="b"/>
              <a:pathLst>
                <a:path w="2767" h="2758" extrusionOk="0">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75"/>
            <p:cNvSpPr/>
            <p:nvPr/>
          </p:nvSpPr>
          <p:spPr>
            <a:xfrm>
              <a:off x="6936307" y="1795988"/>
              <a:ext cx="36213" cy="14679"/>
            </a:xfrm>
            <a:custGeom>
              <a:avLst/>
              <a:gdLst/>
              <a:ahLst/>
              <a:cxnLst/>
              <a:rect l="l" t="t" r="r" b="b"/>
              <a:pathLst>
                <a:path w="1379" h="559" extrusionOk="0">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75"/>
            <p:cNvSpPr/>
            <p:nvPr/>
          </p:nvSpPr>
          <p:spPr>
            <a:xfrm>
              <a:off x="6918214" y="1735433"/>
              <a:ext cx="72635" cy="66622"/>
            </a:xfrm>
            <a:custGeom>
              <a:avLst/>
              <a:gdLst/>
              <a:ahLst/>
              <a:cxnLst/>
              <a:rect l="l" t="t" r="r" b="b"/>
              <a:pathLst>
                <a:path w="2766" h="2537" extrusionOk="0">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75"/>
            <p:cNvSpPr/>
            <p:nvPr/>
          </p:nvSpPr>
          <p:spPr>
            <a:xfrm>
              <a:off x="6917952" y="1735433"/>
              <a:ext cx="72661" cy="65125"/>
            </a:xfrm>
            <a:custGeom>
              <a:avLst/>
              <a:gdLst/>
              <a:ahLst/>
              <a:cxnLst/>
              <a:rect l="l" t="t" r="r" b="b"/>
              <a:pathLst>
                <a:path w="2767" h="2480" extrusionOk="0">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75"/>
            <p:cNvSpPr/>
            <p:nvPr/>
          </p:nvSpPr>
          <p:spPr>
            <a:xfrm>
              <a:off x="6893819" y="1825898"/>
              <a:ext cx="24422" cy="48528"/>
            </a:xfrm>
            <a:custGeom>
              <a:avLst/>
              <a:gdLst/>
              <a:ahLst/>
              <a:cxnLst/>
              <a:rect l="l" t="t" r="r" b="b"/>
              <a:pathLst>
                <a:path w="930" h="1848" extrusionOk="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75"/>
            <p:cNvSpPr/>
            <p:nvPr/>
          </p:nvSpPr>
          <p:spPr>
            <a:xfrm>
              <a:off x="6990587" y="1825898"/>
              <a:ext cx="24396" cy="48528"/>
            </a:xfrm>
            <a:custGeom>
              <a:avLst/>
              <a:gdLst/>
              <a:ahLst/>
              <a:cxnLst/>
              <a:rect l="l" t="t" r="r" b="b"/>
              <a:pathLst>
                <a:path w="929" h="1848" extrusionOk="0">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6" name="Google Shape;10786;p75"/>
          <p:cNvGrpSpPr/>
          <p:nvPr/>
        </p:nvGrpSpPr>
        <p:grpSpPr>
          <a:xfrm>
            <a:off x="7117003" y="1518000"/>
            <a:ext cx="333003" cy="344085"/>
            <a:chOff x="7117003" y="1518000"/>
            <a:chExt cx="333003" cy="344085"/>
          </a:xfrm>
        </p:grpSpPr>
        <p:sp>
          <p:nvSpPr>
            <p:cNvPr id="10787" name="Google Shape;10787;p75"/>
            <p:cNvSpPr/>
            <p:nvPr/>
          </p:nvSpPr>
          <p:spPr>
            <a:xfrm>
              <a:off x="7161645" y="1518000"/>
              <a:ext cx="241119" cy="57116"/>
            </a:xfrm>
            <a:custGeom>
              <a:avLst/>
              <a:gdLst/>
              <a:ahLst/>
              <a:cxnLst/>
              <a:rect l="l" t="t" r="r" b="b"/>
              <a:pathLst>
                <a:path w="9182" h="2175" extrusionOk="0">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75"/>
            <p:cNvSpPr/>
            <p:nvPr/>
          </p:nvSpPr>
          <p:spPr>
            <a:xfrm>
              <a:off x="7168525" y="1808068"/>
              <a:ext cx="232217" cy="54017"/>
            </a:xfrm>
            <a:custGeom>
              <a:avLst/>
              <a:gdLst/>
              <a:ahLst/>
              <a:cxnLst/>
              <a:rect l="l" t="t" r="r" b="b"/>
              <a:pathLst>
                <a:path w="8843" h="2057" extrusionOk="0">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75"/>
            <p:cNvSpPr/>
            <p:nvPr/>
          </p:nvSpPr>
          <p:spPr>
            <a:xfrm>
              <a:off x="7174801" y="1735931"/>
              <a:ext cx="25157" cy="20141"/>
            </a:xfrm>
            <a:custGeom>
              <a:avLst/>
              <a:gdLst/>
              <a:ahLst/>
              <a:cxnLst/>
              <a:rect l="l" t="t" r="r" b="b"/>
              <a:pathLst>
                <a:path w="958" h="767" extrusionOk="0">
                  <a:moveTo>
                    <a:pt x="479" y="0"/>
                  </a:moveTo>
                  <a:lnTo>
                    <a:pt x="0" y="355"/>
                  </a:lnTo>
                  <a:lnTo>
                    <a:pt x="173" y="766"/>
                  </a:lnTo>
                  <a:lnTo>
                    <a:pt x="804" y="766"/>
                  </a:lnTo>
                  <a:lnTo>
                    <a:pt x="957" y="355"/>
                  </a:lnTo>
                  <a:lnTo>
                    <a:pt x="4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75"/>
            <p:cNvSpPr/>
            <p:nvPr/>
          </p:nvSpPr>
          <p:spPr>
            <a:xfrm>
              <a:off x="7173803" y="1756047"/>
              <a:ext cx="27652" cy="35714"/>
            </a:xfrm>
            <a:custGeom>
              <a:avLst/>
              <a:gdLst/>
              <a:ahLst/>
              <a:cxnLst/>
              <a:rect l="l" t="t" r="r" b="b"/>
              <a:pathLst>
                <a:path w="1053" h="1360" extrusionOk="0">
                  <a:moveTo>
                    <a:pt x="211" y="0"/>
                  </a:moveTo>
                  <a:lnTo>
                    <a:pt x="220" y="29"/>
                  </a:lnTo>
                  <a:lnTo>
                    <a:pt x="0" y="1359"/>
                  </a:lnTo>
                  <a:lnTo>
                    <a:pt x="1053" y="1359"/>
                  </a:lnTo>
                  <a:lnTo>
                    <a:pt x="833" y="29"/>
                  </a:lnTo>
                  <a:lnTo>
                    <a:pt x="84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75"/>
            <p:cNvSpPr/>
            <p:nvPr/>
          </p:nvSpPr>
          <p:spPr>
            <a:xfrm>
              <a:off x="7159964" y="1726373"/>
              <a:ext cx="23161" cy="65387"/>
            </a:xfrm>
            <a:custGeom>
              <a:avLst/>
              <a:gdLst/>
              <a:ahLst/>
              <a:cxnLst/>
              <a:rect l="l" t="t" r="r" b="b"/>
              <a:pathLst>
                <a:path w="882" h="2490" extrusionOk="0">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75"/>
            <p:cNvSpPr/>
            <p:nvPr/>
          </p:nvSpPr>
          <p:spPr>
            <a:xfrm>
              <a:off x="7192132" y="1725874"/>
              <a:ext cx="23398" cy="65886"/>
            </a:xfrm>
            <a:custGeom>
              <a:avLst/>
              <a:gdLst/>
              <a:ahLst/>
              <a:cxnLst/>
              <a:rect l="l" t="t" r="r" b="b"/>
              <a:pathLst>
                <a:path w="891" h="2509" extrusionOk="0">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75"/>
            <p:cNvSpPr/>
            <p:nvPr/>
          </p:nvSpPr>
          <p:spPr>
            <a:xfrm>
              <a:off x="7155447" y="1714057"/>
              <a:ext cx="63864" cy="37368"/>
            </a:xfrm>
            <a:custGeom>
              <a:avLst/>
              <a:gdLst/>
              <a:ahLst/>
              <a:cxnLst/>
              <a:rect l="l" t="t" r="r" b="b"/>
              <a:pathLst>
                <a:path w="2432" h="1423" extrusionOk="0">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75"/>
            <p:cNvSpPr/>
            <p:nvPr/>
          </p:nvSpPr>
          <p:spPr>
            <a:xfrm>
              <a:off x="7142133" y="1596202"/>
              <a:ext cx="90755" cy="64101"/>
            </a:xfrm>
            <a:custGeom>
              <a:avLst/>
              <a:gdLst/>
              <a:ahLst/>
              <a:cxnLst/>
              <a:rect l="l" t="t" r="r" b="b"/>
              <a:pathLst>
                <a:path w="3456" h="2441" extrusionOk="0">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75"/>
            <p:cNvSpPr/>
            <p:nvPr/>
          </p:nvSpPr>
          <p:spPr>
            <a:xfrm>
              <a:off x="7142133" y="1596202"/>
              <a:ext cx="49264" cy="64101"/>
            </a:xfrm>
            <a:custGeom>
              <a:avLst/>
              <a:gdLst/>
              <a:ahLst/>
              <a:cxnLst/>
              <a:rect l="l" t="t" r="r" b="b"/>
              <a:pathLst>
                <a:path w="1876" h="2441" extrusionOk="0">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75"/>
            <p:cNvSpPr/>
            <p:nvPr/>
          </p:nvSpPr>
          <p:spPr>
            <a:xfrm>
              <a:off x="7220546" y="1653685"/>
              <a:ext cx="19879" cy="26733"/>
            </a:xfrm>
            <a:custGeom>
              <a:avLst/>
              <a:gdLst/>
              <a:ahLst/>
              <a:cxnLst/>
              <a:rect l="l" t="t" r="r" b="b"/>
              <a:pathLst>
                <a:path w="757" h="1018" extrusionOk="0">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75"/>
            <p:cNvSpPr/>
            <p:nvPr/>
          </p:nvSpPr>
          <p:spPr>
            <a:xfrm>
              <a:off x="7134833" y="1653738"/>
              <a:ext cx="19879" cy="26628"/>
            </a:xfrm>
            <a:custGeom>
              <a:avLst/>
              <a:gdLst/>
              <a:ahLst/>
              <a:cxnLst/>
              <a:rect l="l" t="t" r="r" b="b"/>
              <a:pathLst>
                <a:path w="757" h="1014" extrusionOk="0">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75"/>
            <p:cNvSpPr/>
            <p:nvPr/>
          </p:nvSpPr>
          <p:spPr>
            <a:xfrm>
              <a:off x="7171019" y="1700349"/>
              <a:ext cx="33219" cy="38130"/>
            </a:xfrm>
            <a:custGeom>
              <a:avLst/>
              <a:gdLst/>
              <a:ahLst/>
              <a:cxnLst/>
              <a:rect l="l" t="t" r="r" b="b"/>
              <a:pathLst>
                <a:path w="1265" h="1452" extrusionOk="0">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75"/>
            <p:cNvSpPr/>
            <p:nvPr/>
          </p:nvSpPr>
          <p:spPr>
            <a:xfrm>
              <a:off x="7171019" y="1700428"/>
              <a:ext cx="20378" cy="38051"/>
            </a:xfrm>
            <a:custGeom>
              <a:avLst/>
              <a:gdLst/>
              <a:ahLst/>
              <a:cxnLst/>
              <a:rect l="l" t="t" r="r" b="b"/>
              <a:pathLst>
                <a:path w="776" h="1449" extrusionOk="0">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75"/>
            <p:cNvSpPr/>
            <p:nvPr/>
          </p:nvSpPr>
          <p:spPr>
            <a:xfrm>
              <a:off x="7151928" y="1633728"/>
              <a:ext cx="71401" cy="76338"/>
            </a:xfrm>
            <a:custGeom>
              <a:avLst/>
              <a:gdLst/>
              <a:ahLst/>
              <a:cxnLst/>
              <a:rect l="l" t="t" r="r" b="b"/>
              <a:pathLst>
                <a:path w="2719" h="2907" extrusionOk="0">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75"/>
            <p:cNvSpPr/>
            <p:nvPr/>
          </p:nvSpPr>
          <p:spPr>
            <a:xfrm>
              <a:off x="7151928" y="1633728"/>
              <a:ext cx="51785" cy="76338"/>
            </a:xfrm>
            <a:custGeom>
              <a:avLst/>
              <a:gdLst/>
              <a:ahLst/>
              <a:cxnLst/>
              <a:rect l="l" t="t" r="r" b="b"/>
              <a:pathLst>
                <a:path w="1972" h="2907" extrusionOk="0">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75"/>
            <p:cNvSpPr/>
            <p:nvPr/>
          </p:nvSpPr>
          <p:spPr>
            <a:xfrm>
              <a:off x="7117003" y="1723353"/>
              <a:ext cx="61081" cy="68407"/>
            </a:xfrm>
            <a:custGeom>
              <a:avLst/>
              <a:gdLst/>
              <a:ahLst/>
              <a:cxnLst/>
              <a:rect l="l" t="t" r="r" b="b"/>
              <a:pathLst>
                <a:path w="2326" h="2605" extrusionOk="0">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75"/>
            <p:cNvSpPr/>
            <p:nvPr/>
          </p:nvSpPr>
          <p:spPr>
            <a:xfrm>
              <a:off x="7197174" y="1723616"/>
              <a:ext cx="60319" cy="68145"/>
            </a:xfrm>
            <a:custGeom>
              <a:avLst/>
              <a:gdLst/>
              <a:ahLst/>
              <a:cxnLst/>
              <a:rect l="l" t="t" r="r" b="b"/>
              <a:pathLst>
                <a:path w="2297" h="2595" extrusionOk="0">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75"/>
            <p:cNvSpPr/>
            <p:nvPr/>
          </p:nvSpPr>
          <p:spPr>
            <a:xfrm>
              <a:off x="7136094"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75"/>
            <p:cNvSpPr/>
            <p:nvPr/>
          </p:nvSpPr>
          <p:spPr>
            <a:xfrm>
              <a:off x="7227583" y="1759303"/>
              <a:ext cx="11082" cy="32457"/>
            </a:xfrm>
            <a:custGeom>
              <a:avLst/>
              <a:gdLst/>
              <a:ahLst/>
              <a:cxnLst/>
              <a:rect l="l" t="t" r="r" b="b"/>
              <a:pathLst>
                <a:path w="422" h="1236" extrusionOk="0">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75"/>
            <p:cNvSpPr/>
            <p:nvPr/>
          </p:nvSpPr>
          <p:spPr>
            <a:xfrm>
              <a:off x="7117003" y="1723353"/>
              <a:ext cx="42988" cy="68407"/>
            </a:xfrm>
            <a:custGeom>
              <a:avLst/>
              <a:gdLst/>
              <a:ahLst/>
              <a:cxnLst/>
              <a:rect l="l" t="t" r="r" b="b"/>
              <a:pathLst>
                <a:path w="1637" h="2605" extrusionOk="0">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75"/>
            <p:cNvSpPr/>
            <p:nvPr/>
          </p:nvSpPr>
          <p:spPr>
            <a:xfrm>
              <a:off x="7367313" y="1735931"/>
              <a:ext cx="25393" cy="20141"/>
            </a:xfrm>
            <a:custGeom>
              <a:avLst/>
              <a:gdLst/>
              <a:ahLst/>
              <a:cxnLst/>
              <a:rect l="l" t="t" r="r" b="b"/>
              <a:pathLst>
                <a:path w="967" h="767" extrusionOk="0">
                  <a:moveTo>
                    <a:pt x="488" y="0"/>
                  </a:moveTo>
                  <a:lnTo>
                    <a:pt x="0" y="355"/>
                  </a:lnTo>
                  <a:lnTo>
                    <a:pt x="172" y="766"/>
                  </a:lnTo>
                  <a:lnTo>
                    <a:pt x="814" y="766"/>
                  </a:lnTo>
                  <a:lnTo>
                    <a:pt x="967" y="355"/>
                  </a:lnTo>
                  <a:lnTo>
                    <a:pt x="4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75"/>
            <p:cNvSpPr/>
            <p:nvPr/>
          </p:nvSpPr>
          <p:spPr>
            <a:xfrm>
              <a:off x="7366551" y="1756047"/>
              <a:ext cx="27415" cy="35714"/>
            </a:xfrm>
            <a:custGeom>
              <a:avLst/>
              <a:gdLst/>
              <a:ahLst/>
              <a:cxnLst/>
              <a:rect l="l" t="t" r="r" b="b"/>
              <a:pathLst>
                <a:path w="1044" h="1360" extrusionOk="0">
                  <a:moveTo>
                    <a:pt x="201" y="0"/>
                  </a:moveTo>
                  <a:lnTo>
                    <a:pt x="221" y="29"/>
                  </a:lnTo>
                  <a:lnTo>
                    <a:pt x="0" y="1359"/>
                  </a:lnTo>
                  <a:lnTo>
                    <a:pt x="1044" y="1359"/>
                  </a:lnTo>
                  <a:lnTo>
                    <a:pt x="833" y="29"/>
                  </a:lnTo>
                  <a:lnTo>
                    <a:pt x="8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75"/>
            <p:cNvSpPr/>
            <p:nvPr/>
          </p:nvSpPr>
          <p:spPr>
            <a:xfrm>
              <a:off x="7352476" y="1726373"/>
              <a:ext cx="23398" cy="65387"/>
            </a:xfrm>
            <a:custGeom>
              <a:avLst/>
              <a:gdLst/>
              <a:ahLst/>
              <a:cxnLst/>
              <a:rect l="l" t="t" r="r" b="b"/>
              <a:pathLst>
                <a:path w="891" h="2490" extrusionOk="0">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75"/>
            <p:cNvSpPr/>
            <p:nvPr/>
          </p:nvSpPr>
          <p:spPr>
            <a:xfrm>
              <a:off x="7384907" y="1725874"/>
              <a:ext cx="23398" cy="65886"/>
            </a:xfrm>
            <a:custGeom>
              <a:avLst/>
              <a:gdLst/>
              <a:ahLst/>
              <a:cxnLst/>
              <a:rect l="l" t="t" r="r" b="b"/>
              <a:pathLst>
                <a:path w="891" h="2509" extrusionOk="0">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75"/>
            <p:cNvSpPr/>
            <p:nvPr/>
          </p:nvSpPr>
          <p:spPr>
            <a:xfrm>
              <a:off x="7348196" y="1714057"/>
              <a:ext cx="63628" cy="37368"/>
            </a:xfrm>
            <a:custGeom>
              <a:avLst/>
              <a:gdLst/>
              <a:ahLst/>
              <a:cxnLst/>
              <a:rect l="l" t="t" r="r" b="b"/>
              <a:pathLst>
                <a:path w="2423" h="1423" extrusionOk="0">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75"/>
            <p:cNvSpPr/>
            <p:nvPr/>
          </p:nvSpPr>
          <p:spPr>
            <a:xfrm>
              <a:off x="7334882" y="1596202"/>
              <a:ext cx="90755" cy="64101"/>
            </a:xfrm>
            <a:custGeom>
              <a:avLst/>
              <a:gdLst/>
              <a:ahLst/>
              <a:cxnLst/>
              <a:rect l="l" t="t" r="r" b="b"/>
              <a:pathLst>
                <a:path w="3456" h="2441" extrusionOk="0">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75"/>
            <p:cNvSpPr/>
            <p:nvPr/>
          </p:nvSpPr>
          <p:spPr>
            <a:xfrm>
              <a:off x="7334645" y="1596202"/>
              <a:ext cx="49264" cy="64101"/>
            </a:xfrm>
            <a:custGeom>
              <a:avLst/>
              <a:gdLst/>
              <a:ahLst/>
              <a:cxnLst/>
              <a:rect l="l" t="t" r="r" b="b"/>
              <a:pathLst>
                <a:path w="1876" h="2441" extrusionOk="0">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75"/>
            <p:cNvSpPr/>
            <p:nvPr/>
          </p:nvSpPr>
          <p:spPr>
            <a:xfrm>
              <a:off x="7413294" y="1653685"/>
              <a:ext cx="19879" cy="26733"/>
            </a:xfrm>
            <a:custGeom>
              <a:avLst/>
              <a:gdLst/>
              <a:ahLst/>
              <a:cxnLst/>
              <a:rect l="l" t="t" r="r" b="b"/>
              <a:pathLst>
                <a:path w="757" h="1018" extrusionOk="0">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75"/>
            <p:cNvSpPr/>
            <p:nvPr/>
          </p:nvSpPr>
          <p:spPr>
            <a:xfrm>
              <a:off x="7327345" y="1653738"/>
              <a:ext cx="20141" cy="26628"/>
            </a:xfrm>
            <a:custGeom>
              <a:avLst/>
              <a:gdLst/>
              <a:ahLst/>
              <a:cxnLst/>
              <a:rect l="l" t="t" r="r" b="b"/>
              <a:pathLst>
                <a:path w="767" h="1014" extrusionOk="0">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75"/>
            <p:cNvSpPr/>
            <p:nvPr/>
          </p:nvSpPr>
          <p:spPr>
            <a:xfrm>
              <a:off x="7363794" y="1700349"/>
              <a:ext cx="33193" cy="38130"/>
            </a:xfrm>
            <a:custGeom>
              <a:avLst/>
              <a:gdLst/>
              <a:ahLst/>
              <a:cxnLst/>
              <a:rect l="l" t="t" r="r" b="b"/>
              <a:pathLst>
                <a:path w="1264" h="1452" extrusionOk="0">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75"/>
            <p:cNvSpPr/>
            <p:nvPr/>
          </p:nvSpPr>
          <p:spPr>
            <a:xfrm>
              <a:off x="7363531" y="1700428"/>
              <a:ext cx="20640" cy="38051"/>
            </a:xfrm>
            <a:custGeom>
              <a:avLst/>
              <a:gdLst/>
              <a:ahLst/>
              <a:cxnLst/>
              <a:rect l="l" t="t" r="r" b="b"/>
              <a:pathLst>
                <a:path w="786" h="1449" extrusionOk="0">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75"/>
            <p:cNvSpPr/>
            <p:nvPr/>
          </p:nvSpPr>
          <p:spPr>
            <a:xfrm>
              <a:off x="7344677" y="1633728"/>
              <a:ext cx="71401" cy="76338"/>
            </a:xfrm>
            <a:custGeom>
              <a:avLst/>
              <a:gdLst/>
              <a:ahLst/>
              <a:cxnLst/>
              <a:rect l="l" t="t" r="r" b="b"/>
              <a:pathLst>
                <a:path w="2719"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75"/>
            <p:cNvSpPr/>
            <p:nvPr/>
          </p:nvSpPr>
          <p:spPr>
            <a:xfrm>
              <a:off x="7344677" y="1633728"/>
              <a:ext cx="51811" cy="76338"/>
            </a:xfrm>
            <a:custGeom>
              <a:avLst/>
              <a:gdLst/>
              <a:ahLst/>
              <a:cxnLst/>
              <a:rect l="l" t="t" r="r" b="b"/>
              <a:pathLst>
                <a:path w="1973"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75"/>
            <p:cNvSpPr/>
            <p:nvPr/>
          </p:nvSpPr>
          <p:spPr>
            <a:xfrm>
              <a:off x="7309751" y="1723353"/>
              <a:ext cx="61107" cy="68407"/>
            </a:xfrm>
            <a:custGeom>
              <a:avLst/>
              <a:gdLst/>
              <a:ahLst/>
              <a:cxnLst/>
              <a:rect l="l" t="t" r="r" b="b"/>
              <a:pathLst>
                <a:path w="2327" h="2605" extrusionOk="0">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75"/>
            <p:cNvSpPr/>
            <p:nvPr/>
          </p:nvSpPr>
          <p:spPr>
            <a:xfrm>
              <a:off x="7389660" y="1723616"/>
              <a:ext cx="60345" cy="68145"/>
            </a:xfrm>
            <a:custGeom>
              <a:avLst/>
              <a:gdLst/>
              <a:ahLst/>
              <a:cxnLst/>
              <a:rect l="l" t="t" r="r" b="b"/>
              <a:pathLst>
                <a:path w="2298" h="2595" extrusionOk="0">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75"/>
            <p:cNvSpPr/>
            <p:nvPr/>
          </p:nvSpPr>
          <p:spPr>
            <a:xfrm>
              <a:off x="7328842" y="1759303"/>
              <a:ext cx="10845" cy="32457"/>
            </a:xfrm>
            <a:custGeom>
              <a:avLst/>
              <a:gdLst/>
              <a:ahLst/>
              <a:cxnLst/>
              <a:rect l="l" t="t" r="r" b="b"/>
              <a:pathLst>
                <a:path w="413" h="1236" extrusionOk="0">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75"/>
            <p:cNvSpPr/>
            <p:nvPr/>
          </p:nvSpPr>
          <p:spPr>
            <a:xfrm>
              <a:off x="7420332"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75"/>
            <p:cNvSpPr/>
            <p:nvPr/>
          </p:nvSpPr>
          <p:spPr>
            <a:xfrm>
              <a:off x="7309751" y="1723353"/>
              <a:ext cx="42751" cy="68407"/>
            </a:xfrm>
            <a:custGeom>
              <a:avLst/>
              <a:gdLst/>
              <a:ahLst/>
              <a:cxnLst/>
              <a:rect l="l" t="t" r="r" b="b"/>
              <a:pathLst>
                <a:path w="1628" h="2605" extrusionOk="0">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5" name="Google Shape;10825;p75"/>
          <p:cNvGrpSpPr/>
          <p:nvPr/>
        </p:nvGrpSpPr>
        <p:grpSpPr>
          <a:xfrm>
            <a:off x="2200238" y="4289165"/>
            <a:ext cx="374756" cy="329300"/>
            <a:chOff x="2200238" y="4289165"/>
            <a:chExt cx="374756" cy="329300"/>
          </a:xfrm>
        </p:grpSpPr>
        <p:sp>
          <p:nvSpPr>
            <p:cNvPr id="10826" name="Google Shape;10826;p75"/>
            <p:cNvSpPr/>
            <p:nvPr/>
          </p:nvSpPr>
          <p:spPr>
            <a:xfrm>
              <a:off x="2437733" y="4289165"/>
              <a:ext cx="54568" cy="65991"/>
            </a:xfrm>
            <a:custGeom>
              <a:avLst/>
              <a:gdLst/>
              <a:ahLst/>
              <a:cxnLst/>
              <a:rect l="l" t="t" r="r" b="b"/>
              <a:pathLst>
                <a:path w="2078" h="2513" extrusionOk="0">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75"/>
            <p:cNvSpPr/>
            <p:nvPr/>
          </p:nvSpPr>
          <p:spPr>
            <a:xfrm>
              <a:off x="2448552" y="4306575"/>
              <a:ext cx="40493" cy="48844"/>
            </a:xfrm>
            <a:custGeom>
              <a:avLst/>
              <a:gdLst/>
              <a:ahLst/>
              <a:cxnLst/>
              <a:rect l="l" t="t" r="r" b="b"/>
              <a:pathLst>
                <a:path w="1542" h="1860" extrusionOk="0">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75"/>
            <p:cNvSpPr/>
            <p:nvPr/>
          </p:nvSpPr>
          <p:spPr>
            <a:xfrm>
              <a:off x="2282930" y="4552658"/>
              <a:ext cx="54805" cy="65808"/>
            </a:xfrm>
            <a:custGeom>
              <a:avLst/>
              <a:gdLst/>
              <a:ahLst/>
              <a:cxnLst/>
              <a:rect l="l" t="t" r="r" b="b"/>
              <a:pathLst>
                <a:path w="2087" h="2506" extrusionOk="0">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75"/>
            <p:cNvSpPr/>
            <p:nvPr/>
          </p:nvSpPr>
          <p:spPr>
            <a:xfrm>
              <a:off x="2300026" y="4558960"/>
              <a:ext cx="37709" cy="54542"/>
            </a:xfrm>
            <a:custGeom>
              <a:avLst/>
              <a:gdLst/>
              <a:ahLst/>
              <a:cxnLst/>
              <a:rect l="l" t="t" r="r" b="b"/>
              <a:pathLst>
                <a:path w="1436" h="2077" extrusionOk="0">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75"/>
            <p:cNvSpPr/>
            <p:nvPr/>
          </p:nvSpPr>
          <p:spPr>
            <a:xfrm>
              <a:off x="2282930" y="4289349"/>
              <a:ext cx="54805" cy="66070"/>
            </a:xfrm>
            <a:custGeom>
              <a:avLst/>
              <a:gdLst/>
              <a:ahLst/>
              <a:cxnLst/>
              <a:rect l="l" t="t" r="r" b="b"/>
              <a:pathLst>
                <a:path w="2087" h="2516" extrusionOk="0">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75"/>
            <p:cNvSpPr/>
            <p:nvPr/>
          </p:nvSpPr>
          <p:spPr>
            <a:xfrm>
              <a:off x="2300026" y="4294312"/>
              <a:ext cx="37709" cy="54805"/>
            </a:xfrm>
            <a:custGeom>
              <a:avLst/>
              <a:gdLst/>
              <a:ahLst/>
              <a:cxnLst/>
              <a:rect l="l" t="t" r="r" b="b"/>
              <a:pathLst>
                <a:path w="1436" h="2087" extrusionOk="0">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75"/>
            <p:cNvSpPr/>
            <p:nvPr/>
          </p:nvSpPr>
          <p:spPr>
            <a:xfrm>
              <a:off x="2437497" y="4552658"/>
              <a:ext cx="54542" cy="65808"/>
            </a:xfrm>
            <a:custGeom>
              <a:avLst/>
              <a:gdLst/>
              <a:ahLst/>
              <a:cxnLst/>
              <a:rect l="l" t="t" r="r" b="b"/>
              <a:pathLst>
                <a:path w="2077" h="2506" extrusionOk="0">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75"/>
            <p:cNvSpPr/>
            <p:nvPr/>
          </p:nvSpPr>
          <p:spPr>
            <a:xfrm>
              <a:off x="2448552" y="4552658"/>
              <a:ext cx="40493" cy="48791"/>
            </a:xfrm>
            <a:custGeom>
              <a:avLst/>
              <a:gdLst/>
              <a:ahLst/>
              <a:cxnLst/>
              <a:rect l="l" t="t" r="r" b="b"/>
              <a:pathLst>
                <a:path w="1542" h="1858" extrusionOk="0">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75"/>
            <p:cNvSpPr/>
            <p:nvPr/>
          </p:nvSpPr>
          <p:spPr>
            <a:xfrm>
              <a:off x="2200238" y="4437482"/>
              <a:ext cx="66385" cy="33088"/>
            </a:xfrm>
            <a:custGeom>
              <a:avLst/>
              <a:gdLst/>
              <a:ahLst/>
              <a:cxnLst/>
              <a:rect l="l" t="t" r="r" b="b"/>
              <a:pathLst>
                <a:path w="2528" h="1260" extrusionOk="0">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75"/>
            <p:cNvSpPr/>
            <p:nvPr/>
          </p:nvSpPr>
          <p:spPr>
            <a:xfrm>
              <a:off x="2212317" y="4437455"/>
              <a:ext cx="54306" cy="19537"/>
            </a:xfrm>
            <a:custGeom>
              <a:avLst/>
              <a:gdLst/>
              <a:ahLst/>
              <a:cxnLst/>
              <a:rect l="l" t="t" r="r" b="b"/>
              <a:pathLst>
                <a:path w="2068" h="744" extrusionOk="0">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75"/>
            <p:cNvSpPr/>
            <p:nvPr/>
          </p:nvSpPr>
          <p:spPr>
            <a:xfrm>
              <a:off x="2508346" y="4437482"/>
              <a:ext cx="66648" cy="33088"/>
            </a:xfrm>
            <a:custGeom>
              <a:avLst/>
              <a:gdLst/>
              <a:ahLst/>
              <a:cxnLst/>
              <a:rect l="l" t="t" r="r" b="b"/>
              <a:pathLst>
                <a:path w="2538" h="1260" extrusionOk="0">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75"/>
            <p:cNvSpPr/>
            <p:nvPr/>
          </p:nvSpPr>
          <p:spPr>
            <a:xfrm>
              <a:off x="2508346" y="4437455"/>
              <a:ext cx="54568" cy="19537"/>
            </a:xfrm>
            <a:custGeom>
              <a:avLst/>
              <a:gdLst/>
              <a:ahLst/>
              <a:cxnLst/>
              <a:rect l="l" t="t" r="r" b="b"/>
              <a:pathLst>
                <a:path w="2078" h="744" extrusionOk="0">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75"/>
            <p:cNvSpPr/>
            <p:nvPr/>
          </p:nvSpPr>
          <p:spPr>
            <a:xfrm>
              <a:off x="2250762" y="4326979"/>
              <a:ext cx="263913" cy="253960"/>
            </a:xfrm>
            <a:custGeom>
              <a:avLst/>
              <a:gdLst/>
              <a:ahLst/>
              <a:cxnLst/>
              <a:rect l="l" t="t" r="r" b="b"/>
              <a:pathLst>
                <a:path w="10050" h="9671" extrusionOk="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75"/>
            <p:cNvSpPr/>
            <p:nvPr/>
          </p:nvSpPr>
          <p:spPr>
            <a:xfrm>
              <a:off x="2270116" y="4345073"/>
              <a:ext cx="226204" cy="217669"/>
            </a:xfrm>
            <a:custGeom>
              <a:avLst/>
              <a:gdLst/>
              <a:ahLst/>
              <a:cxnLst/>
              <a:rect l="l" t="t" r="r" b="b"/>
              <a:pathLst>
                <a:path w="8614" h="8289" extrusionOk="0">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75"/>
            <p:cNvSpPr/>
            <p:nvPr/>
          </p:nvSpPr>
          <p:spPr>
            <a:xfrm>
              <a:off x="2390990" y="4408412"/>
              <a:ext cx="28177" cy="30934"/>
            </a:xfrm>
            <a:custGeom>
              <a:avLst/>
              <a:gdLst/>
              <a:ahLst/>
              <a:cxnLst/>
              <a:rect l="l" t="t" r="r" b="b"/>
              <a:pathLst>
                <a:path w="1073" h="1178" extrusionOk="0">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75"/>
            <p:cNvSpPr/>
            <p:nvPr/>
          </p:nvSpPr>
          <p:spPr>
            <a:xfrm>
              <a:off x="2390990" y="4468731"/>
              <a:ext cx="28177" cy="30934"/>
            </a:xfrm>
            <a:custGeom>
              <a:avLst/>
              <a:gdLst/>
              <a:ahLst/>
              <a:cxnLst/>
              <a:rect l="l" t="t" r="r" b="b"/>
              <a:pathLst>
                <a:path w="1073" h="1178" extrusionOk="0">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75"/>
            <p:cNvSpPr/>
            <p:nvPr/>
          </p:nvSpPr>
          <p:spPr>
            <a:xfrm>
              <a:off x="2410081" y="4444861"/>
              <a:ext cx="26181" cy="18119"/>
            </a:xfrm>
            <a:custGeom>
              <a:avLst/>
              <a:gdLst/>
              <a:ahLst/>
              <a:cxnLst/>
              <a:rect l="l" t="t" r="r" b="b"/>
              <a:pathLst>
                <a:path w="997" h="690" extrusionOk="0">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75"/>
            <p:cNvSpPr/>
            <p:nvPr/>
          </p:nvSpPr>
          <p:spPr>
            <a:xfrm>
              <a:off x="2338969" y="4444861"/>
              <a:ext cx="26155" cy="18119"/>
            </a:xfrm>
            <a:custGeom>
              <a:avLst/>
              <a:gdLst/>
              <a:ahLst/>
              <a:cxnLst/>
              <a:rect l="l" t="t" r="r" b="b"/>
              <a:pathLst>
                <a:path w="996" h="690" extrusionOk="0">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75"/>
            <p:cNvSpPr/>
            <p:nvPr/>
          </p:nvSpPr>
          <p:spPr>
            <a:xfrm>
              <a:off x="2356065" y="4408412"/>
              <a:ext cx="28177" cy="30934"/>
            </a:xfrm>
            <a:custGeom>
              <a:avLst/>
              <a:gdLst/>
              <a:ahLst/>
              <a:cxnLst/>
              <a:rect l="l" t="t" r="r" b="b"/>
              <a:pathLst>
                <a:path w="1073" h="1178" extrusionOk="0">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75"/>
            <p:cNvSpPr/>
            <p:nvPr/>
          </p:nvSpPr>
          <p:spPr>
            <a:xfrm>
              <a:off x="2356065" y="4468731"/>
              <a:ext cx="28177" cy="30934"/>
            </a:xfrm>
            <a:custGeom>
              <a:avLst/>
              <a:gdLst/>
              <a:ahLst/>
              <a:cxnLst/>
              <a:rect l="l" t="t" r="r" b="b"/>
              <a:pathLst>
                <a:path w="1073" h="1178" extrusionOk="0">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75"/>
            <p:cNvSpPr/>
            <p:nvPr/>
          </p:nvSpPr>
          <p:spPr>
            <a:xfrm>
              <a:off x="2338969" y="4417708"/>
              <a:ext cx="84977" cy="72583"/>
            </a:xfrm>
            <a:custGeom>
              <a:avLst/>
              <a:gdLst/>
              <a:ahLst/>
              <a:cxnLst/>
              <a:rect l="l" t="t" r="r" b="b"/>
              <a:pathLst>
                <a:path w="3236" h="2764" extrusionOk="0">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75"/>
            <p:cNvSpPr/>
            <p:nvPr/>
          </p:nvSpPr>
          <p:spPr>
            <a:xfrm>
              <a:off x="2355303" y="4429787"/>
              <a:ext cx="56564" cy="48423"/>
            </a:xfrm>
            <a:custGeom>
              <a:avLst/>
              <a:gdLst/>
              <a:ahLst/>
              <a:cxnLst/>
              <a:rect l="l" t="t" r="r" b="b"/>
              <a:pathLst>
                <a:path w="2154" h="1844" extrusionOk="0">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8" name="Google Shape;10848;p75"/>
          <p:cNvGrpSpPr/>
          <p:nvPr/>
        </p:nvGrpSpPr>
        <p:grpSpPr>
          <a:xfrm>
            <a:off x="7556043" y="1499959"/>
            <a:ext cx="337283" cy="380192"/>
            <a:chOff x="7556043" y="1499959"/>
            <a:chExt cx="337283" cy="380192"/>
          </a:xfrm>
        </p:grpSpPr>
        <p:sp>
          <p:nvSpPr>
            <p:cNvPr id="10849" name="Google Shape;10849;p75"/>
            <p:cNvSpPr/>
            <p:nvPr/>
          </p:nvSpPr>
          <p:spPr>
            <a:xfrm>
              <a:off x="7556043" y="1499959"/>
              <a:ext cx="337283" cy="380140"/>
            </a:xfrm>
            <a:custGeom>
              <a:avLst/>
              <a:gdLst/>
              <a:ahLst/>
              <a:cxnLst/>
              <a:rect l="l" t="t" r="r" b="b"/>
              <a:pathLst>
                <a:path w="12844" h="14476" extrusionOk="0">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75"/>
            <p:cNvSpPr/>
            <p:nvPr/>
          </p:nvSpPr>
          <p:spPr>
            <a:xfrm>
              <a:off x="7714628" y="1552479"/>
              <a:ext cx="178699" cy="327672"/>
            </a:xfrm>
            <a:custGeom>
              <a:avLst/>
              <a:gdLst/>
              <a:ahLst/>
              <a:cxnLst/>
              <a:rect l="l" t="t" r="r" b="b"/>
              <a:pathLst>
                <a:path w="6805" h="12478" extrusionOk="0">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75"/>
            <p:cNvSpPr/>
            <p:nvPr/>
          </p:nvSpPr>
          <p:spPr>
            <a:xfrm>
              <a:off x="7588974" y="1536382"/>
              <a:ext cx="271450" cy="305824"/>
            </a:xfrm>
            <a:custGeom>
              <a:avLst/>
              <a:gdLst/>
              <a:ahLst/>
              <a:cxnLst/>
              <a:rect l="l" t="t" r="r" b="b"/>
              <a:pathLst>
                <a:path w="10337" h="11646" extrusionOk="0">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75"/>
            <p:cNvSpPr/>
            <p:nvPr/>
          </p:nvSpPr>
          <p:spPr>
            <a:xfrm>
              <a:off x="7719906" y="1577846"/>
              <a:ext cx="140517" cy="264281"/>
            </a:xfrm>
            <a:custGeom>
              <a:avLst/>
              <a:gdLst/>
              <a:ahLst/>
              <a:cxnLst/>
              <a:rect l="l" t="t" r="r" b="b"/>
              <a:pathLst>
                <a:path w="5351" h="10064" extrusionOk="0">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75"/>
            <p:cNvSpPr/>
            <p:nvPr/>
          </p:nvSpPr>
          <p:spPr>
            <a:xfrm>
              <a:off x="7657565" y="1674352"/>
              <a:ext cx="134477" cy="90518"/>
            </a:xfrm>
            <a:custGeom>
              <a:avLst/>
              <a:gdLst/>
              <a:ahLst/>
              <a:cxnLst/>
              <a:rect l="l" t="t" r="r" b="b"/>
              <a:pathLst>
                <a:path w="5121" h="3447" extrusionOk="0">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75"/>
            <p:cNvSpPr/>
            <p:nvPr/>
          </p:nvSpPr>
          <p:spPr>
            <a:xfrm>
              <a:off x="7714365" y="1674352"/>
              <a:ext cx="77677" cy="90518"/>
            </a:xfrm>
            <a:custGeom>
              <a:avLst/>
              <a:gdLst/>
              <a:ahLst/>
              <a:cxnLst/>
              <a:rect l="l" t="t" r="r" b="b"/>
              <a:pathLst>
                <a:path w="2958" h="3447" extrusionOk="0">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75"/>
            <p:cNvSpPr/>
            <p:nvPr/>
          </p:nvSpPr>
          <p:spPr>
            <a:xfrm>
              <a:off x="7709586" y="1680076"/>
              <a:ext cx="30199" cy="17437"/>
            </a:xfrm>
            <a:custGeom>
              <a:avLst/>
              <a:gdLst/>
              <a:ahLst/>
              <a:cxnLst/>
              <a:rect l="l" t="t" r="r" b="b"/>
              <a:pathLst>
                <a:path w="1150" h="664" extrusionOk="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75"/>
            <p:cNvSpPr/>
            <p:nvPr/>
          </p:nvSpPr>
          <p:spPr>
            <a:xfrm>
              <a:off x="7702811" y="1690686"/>
              <a:ext cx="43749" cy="62866"/>
            </a:xfrm>
            <a:custGeom>
              <a:avLst/>
              <a:gdLst/>
              <a:ahLst/>
              <a:cxnLst/>
              <a:rect l="l" t="t" r="r" b="b"/>
              <a:pathLst>
                <a:path w="1666" h="2394" extrusionOk="0">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75"/>
            <p:cNvSpPr/>
            <p:nvPr/>
          </p:nvSpPr>
          <p:spPr>
            <a:xfrm>
              <a:off x="7714365" y="1690922"/>
              <a:ext cx="31958" cy="62630"/>
            </a:xfrm>
            <a:custGeom>
              <a:avLst/>
              <a:gdLst/>
              <a:ahLst/>
              <a:cxnLst/>
              <a:rect l="l" t="t" r="r" b="b"/>
              <a:pathLst>
                <a:path w="1217" h="2385" extrusionOk="0">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75"/>
            <p:cNvSpPr/>
            <p:nvPr/>
          </p:nvSpPr>
          <p:spPr>
            <a:xfrm>
              <a:off x="7701813" y="1674352"/>
              <a:ext cx="45745" cy="23161"/>
            </a:xfrm>
            <a:custGeom>
              <a:avLst/>
              <a:gdLst/>
              <a:ahLst/>
              <a:cxnLst/>
              <a:rect l="l" t="t" r="r" b="b"/>
              <a:pathLst>
                <a:path w="1742" h="882" extrusionOk="0">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75"/>
            <p:cNvSpPr/>
            <p:nvPr/>
          </p:nvSpPr>
          <p:spPr>
            <a:xfrm>
              <a:off x="7720667" y="1674851"/>
              <a:ext cx="26890" cy="22662"/>
            </a:xfrm>
            <a:custGeom>
              <a:avLst/>
              <a:gdLst/>
              <a:ahLst/>
              <a:cxnLst/>
              <a:rect l="l" t="t" r="r" b="b"/>
              <a:pathLst>
                <a:path w="1024" h="863" extrusionOk="0">
                  <a:moveTo>
                    <a:pt x="431" y="1"/>
                  </a:moveTo>
                  <a:lnTo>
                    <a:pt x="0" y="862"/>
                  </a:lnTo>
                  <a:lnTo>
                    <a:pt x="660" y="862"/>
                  </a:lnTo>
                  <a:lnTo>
                    <a:pt x="1024" y="144"/>
                  </a:lnTo>
                  <a:cubicBezTo>
                    <a:pt x="833" y="68"/>
                    <a:pt x="632" y="30"/>
                    <a:pt x="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75"/>
            <p:cNvSpPr/>
            <p:nvPr/>
          </p:nvSpPr>
          <p:spPr>
            <a:xfrm>
              <a:off x="7689733" y="1590162"/>
              <a:ext cx="69904" cy="95534"/>
            </a:xfrm>
            <a:custGeom>
              <a:avLst/>
              <a:gdLst/>
              <a:ahLst/>
              <a:cxnLst/>
              <a:rect l="l" t="t" r="r" b="b"/>
              <a:pathLst>
                <a:path w="2662" h="3638" extrusionOk="0">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75"/>
            <p:cNvSpPr/>
            <p:nvPr/>
          </p:nvSpPr>
          <p:spPr>
            <a:xfrm>
              <a:off x="7714365" y="1590162"/>
              <a:ext cx="45272" cy="95534"/>
            </a:xfrm>
            <a:custGeom>
              <a:avLst/>
              <a:gdLst/>
              <a:ahLst/>
              <a:cxnLst/>
              <a:rect l="l" t="t" r="r" b="b"/>
              <a:pathLst>
                <a:path w="1724" h="3638" extrusionOk="0">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75"/>
            <p:cNvSpPr/>
            <p:nvPr/>
          </p:nvSpPr>
          <p:spPr>
            <a:xfrm>
              <a:off x="7689733" y="1591423"/>
              <a:ext cx="69904" cy="46533"/>
            </a:xfrm>
            <a:custGeom>
              <a:avLst/>
              <a:gdLst/>
              <a:ahLst/>
              <a:cxnLst/>
              <a:rect l="l" t="t" r="r" b="b"/>
              <a:pathLst>
                <a:path w="2662" h="1772" extrusionOk="0">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3" name="Google Shape;10863;p75"/>
          <p:cNvGrpSpPr/>
          <p:nvPr/>
        </p:nvGrpSpPr>
        <p:grpSpPr>
          <a:xfrm>
            <a:off x="7992826" y="1517790"/>
            <a:ext cx="317431" cy="344584"/>
            <a:chOff x="7992826" y="1517790"/>
            <a:chExt cx="317431" cy="344584"/>
          </a:xfrm>
        </p:grpSpPr>
        <p:sp>
          <p:nvSpPr>
            <p:cNvPr id="10864" name="Google Shape;10864;p75"/>
            <p:cNvSpPr/>
            <p:nvPr/>
          </p:nvSpPr>
          <p:spPr>
            <a:xfrm>
              <a:off x="8021239" y="1517790"/>
              <a:ext cx="289018" cy="289044"/>
            </a:xfrm>
            <a:custGeom>
              <a:avLst/>
              <a:gdLst/>
              <a:ahLst/>
              <a:cxnLst/>
              <a:rect l="l" t="t" r="r" b="b"/>
              <a:pathLst>
                <a:path w="11006" h="11007" extrusionOk="0">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75"/>
            <p:cNvSpPr/>
            <p:nvPr/>
          </p:nvSpPr>
          <p:spPr>
            <a:xfrm>
              <a:off x="7992826" y="1520810"/>
              <a:ext cx="274706" cy="285866"/>
            </a:xfrm>
            <a:custGeom>
              <a:avLst/>
              <a:gdLst/>
              <a:ahLst/>
              <a:cxnLst/>
              <a:rect l="l" t="t" r="r" b="b"/>
              <a:pathLst>
                <a:path w="10461" h="10886" extrusionOk="0">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6" name="Google Shape;10866;p75"/>
            <p:cNvSpPr/>
            <p:nvPr/>
          </p:nvSpPr>
          <p:spPr>
            <a:xfrm>
              <a:off x="8021476" y="1517790"/>
              <a:ext cx="288781" cy="288781"/>
            </a:xfrm>
            <a:custGeom>
              <a:avLst/>
              <a:gdLst/>
              <a:ahLst/>
              <a:cxnLst/>
              <a:rect l="l" t="t" r="r" b="b"/>
              <a:pathLst>
                <a:path w="10997" h="10997" extrusionOk="0">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7" name="Google Shape;10867;p75"/>
            <p:cNvSpPr/>
            <p:nvPr/>
          </p:nvSpPr>
          <p:spPr>
            <a:xfrm>
              <a:off x="8021476" y="1520810"/>
              <a:ext cx="217932" cy="285761"/>
            </a:xfrm>
            <a:custGeom>
              <a:avLst/>
              <a:gdLst/>
              <a:ahLst/>
              <a:cxnLst/>
              <a:rect l="l" t="t" r="r" b="b"/>
              <a:pathLst>
                <a:path w="8299" h="10882" extrusionOk="0">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75"/>
            <p:cNvSpPr/>
            <p:nvPr/>
          </p:nvSpPr>
          <p:spPr>
            <a:xfrm>
              <a:off x="8071238" y="1795752"/>
              <a:ext cx="189019" cy="66622"/>
            </a:xfrm>
            <a:custGeom>
              <a:avLst/>
              <a:gdLst/>
              <a:ahLst/>
              <a:cxnLst/>
              <a:rect l="l" t="t" r="r" b="b"/>
              <a:pathLst>
                <a:path w="7198" h="2537" extrusionOk="0">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75"/>
            <p:cNvSpPr/>
            <p:nvPr/>
          </p:nvSpPr>
          <p:spPr>
            <a:xfrm>
              <a:off x="8154666" y="1817863"/>
              <a:ext cx="22163" cy="44511"/>
            </a:xfrm>
            <a:custGeom>
              <a:avLst/>
              <a:gdLst/>
              <a:ahLst/>
              <a:cxnLst/>
              <a:rect l="l" t="t" r="r" b="b"/>
              <a:pathLst>
                <a:path w="844" h="1695" extrusionOk="0">
                  <a:moveTo>
                    <a:pt x="202" y="0"/>
                  </a:moveTo>
                  <a:lnTo>
                    <a:pt x="1" y="1694"/>
                  </a:lnTo>
                  <a:lnTo>
                    <a:pt x="843" y="1694"/>
                  </a:lnTo>
                  <a:lnTo>
                    <a:pt x="64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75"/>
            <p:cNvSpPr/>
            <p:nvPr/>
          </p:nvSpPr>
          <p:spPr>
            <a:xfrm>
              <a:off x="8155927" y="1806807"/>
              <a:ext cx="19642" cy="18618"/>
            </a:xfrm>
            <a:custGeom>
              <a:avLst/>
              <a:gdLst/>
              <a:ahLst/>
              <a:cxnLst/>
              <a:rect l="l" t="t" r="r" b="b"/>
              <a:pathLst>
                <a:path w="748" h="709" extrusionOk="0">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75"/>
            <p:cNvSpPr/>
            <p:nvPr/>
          </p:nvSpPr>
          <p:spPr>
            <a:xfrm>
              <a:off x="8226803" y="1818362"/>
              <a:ext cx="33455" cy="44012"/>
            </a:xfrm>
            <a:custGeom>
              <a:avLst/>
              <a:gdLst/>
              <a:ahLst/>
              <a:cxnLst/>
              <a:rect l="l" t="t" r="r" b="b"/>
              <a:pathLst>
                <a:path w="1274" h="1676" extrusionOk="0">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75"/>
            <p:cNvSpPr/>
            <p:nvPr/>
          </p:nvSpPr>
          <p:spPr>
            <a:xfrm>
              <a:off x="8104667" y="1623329"/>
              <a:ext cx="122162" cy="88995"/>
            </a:xfrm>
            <a:custGeom>
              <a:avLst/>
              <a:gdLst/>
              <a:ahLst/>
              <a:cxnLst/>
              <a:rect l="l" t="t" r="r" b="b"/>
              <a:pathLst>
                <a:path w="4652" h="3389" extrusionOk="0">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75"/>
            <p:cNvSpPr/>
            <p:nvPr/>
          </p:nvSpPr>
          <p:spPr>
            <a:xfrm>
              <a:off x="8132319" y="1623329"/>
              <a:ext cx="94772" cy="88995"/>
            </a:xfrm>
            <a:custGeom>
              <a:avLst/>
              <a:gdLst/>
              <a:ahLst/>
              <a:cxnLst/>
              <a:rect l="l" t="t" r="r" b="b"/>
              <a:pathLst>
                <a:path w="3609" h="3389" extrusionOk="0">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75"/>
            <p:cNvSpPr/>
            <p:nvPr/>
          </p:nvSpPr>
          <p:spPr>
            <a:xfrm>
              <a:off x="8132556" y="1756782"/>
              <a:ext cx="66622" cy="50052"/>
            </a:xfrm>
            <a:custGeom>
              <a:avLst/>
              <a:gdLst/>
              <a:ahLst/>
              <a:cxnLst/>
              <a:rect l="l" t="t" r="r" b="b"/>
              <a:pathLst>
                <a:path w="2537" h="1906" extrusionOk="0">
                  <a:moveTo>
                    <a:pt x="1" y="1"/>
                  </a:moveTo>
                  <a:lnTo>
                    <a:pt x="1" y="1905"/>
                  </a:lnTo>
                  <a:lnTo>
                    <a:pt x="2537" y="1905"/>
                  </a:lnTo>
                  <a:lnTo>
                    <a:pt x="253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75"/>
            <p:cNvSpPr/>
            <p:nvPr/>
          </p:nvSpPr>
          <p:spPr>
            <a:xfrm>
              <a:off x="8132556" y="1756546"/>
              <a:ext cx="66622" cy="27914"/>
            </a:xfrm>
            <a:custGeom>
              <a:avLst/>
              <a:gdLst/>
              <a:ahLst/>
              <a:cxnLst/>
              <a:rect l="l" t="t" r="r" b="b"/>
              <a:pathLst>
                <a:path w="2537" h="1063" extrusionOk="0">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75"/>
            <p:cNvSpPr/>
            <p:nvPr/>
          </p:nvSpPr>
          <p:spPr>
            <a:xfrm>
              <a:off x="8121264" y="1786324"/>
              <a:ext cx="44484" cy="39836"/>
            </a:xfrm>
            <a:custGeom>
              <a:avLst/>
              <a:gdLst/>
              <a:ahLst/>
              <a:cxnLst/>
              <a:rect l="l" t="t" r="r" b="b"/>
              <a:pathLst>
                <a:path w="1694" h="1517" extrusionOk="0">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75"/>
            <p:cNvSpPr/>
            <p:nvPr/>
          </p:nvSpPr>
          <p:spPr>
            <a:xfrm>
              <a:off x="8165748" y="1786324"/>
              <a:ext cx="44484" cy="39836"/>
            </a:xfrm>
            <a:custGeom>
              <a:avLst/>
              <a:gdLst/>
              <a:ahLst/>
              <a:cxnLst/>
              <a:rect l="l" t="t" r="r" b="b"/>
              <a:pathLst>
                <a:path w="1694" h="1517" extrusionOk="0">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75"/>
            <p:cNvSpPr/>
            <p:nvPr/>
          </p:nvSpPr>
          <p:spPr>
            <a:xfrm>
              <a:off x="8110182" y="1668365"/>
              <a:ext cx="110870" cy="105040"/>
            </a:xfrm>
            <a:custGeom>
              <a:avLst/>
              <a:gdLst/>
              <a:ahLst/>
              <a:cxnLst/>
              <a:rect l="l" t="t" r="r" b="b"/>
              <a:pathLst>
                <a:path w="4222" h="4000" extrusionOk="0">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75"/>
            <p:cNvSpPr/>
            <p:nvPr/>
          </p:nvSpPr>
          <p:spPr>
            <a:xfrm>
              <a:off x="8110445" y="1668259"/>
              <a:ext cx="100051" cy="104646"/>
            </a:xfrm>
            <a:custGeom>
              <a:avLst/>
              <a:gdLst/>
              <a:ahLst/>
              <a:cxnLst/>
              <a:rect l="l" t="t" r="r" b="b"/>
              <a:pathLst>
                <a:path w="3810" h="3985" extrusionOk="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75"/>
            <p:cNvSpPr/>
            <p:nvPr/>
          </p:nvSpPr>
          <p:spPr>
            <a:xfrm>
              <a:off x="8071238" y="1818362"/>
              <a:ext cx="33455" cy="44012"/>
            </a:xfrm>
            <a:custGeom>
              <a:avLst/>
              <a:gdLst/>
              <a:ahLst/>
              <a:cxnLst/>
              <a:rect l="l" t="t" r="r" b="b"/>
              <a:pathLst>
                <a:path w="1274" h="1676" extrusionOk="0">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1" name="Google Shape;10881;p75"/>
          <p:cNvGrpSpPr/>
          <p:nvPr/>
        </p:nvGrpSpPr>
        <p:grpSpPr>
          <a:xfrm>
            <a:off x="4864446" y="3340207"/>
            <a:ext cx="395607" cy="387414"/>
            <a:chOff x="4864446" y="3340207"/>
            <a:chExt cx="395607" cy="387414"/>
          </a:xfrm>
        </p:grpSpPr>
        <p:sp>
          <p:nvSpPr>
            <p:cNvPr id="10882" name="Google Shape;10882;p75"/>
            <p:cNvSpPr/>
            <p:nvPr/>
          </p:nvSpPr>
          <p:spPr>
            <a:xfrm>
              <a:off x="4939077" y="3412948"/>
              <a:ext cx="246581" cy="246581"/>
            </a:xfrm>
            <a:custGeom>
              <a:avLst/>
              <a:gdLst/>
              <a:ahLst/>
              <a:cxnLst/>
              <a:rect l="l" t="t" r="r" b="b"/>
              <a:pathLst>
                <a:path w="9390" h="9390" extrusionOk="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75"/>
            <p:cNvSpPr/>
            <p:nvPr/>
          </p:nvSpPr>
          <p:spPr>
            <a:xfrm>
              <a:off x="4988341" y="3499159"/>
              <a:ext cx="148054" cy="148054"/>
            </a:xfrm>
            <a:custGeom>
              <a:avLst/>
              <a:gdLst/>
              <a:ahLst/>
              <a:cxnLst/>
              <a:rect l="l" t="t" r="r" b="b"/>
              <a:pathLst>
                <a:path w="5638" h="5638" extrusionOk="0">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75"/>
            <p:cNvSpPr/>
            <p:nvPr/>
          </p:nvSpPr>
          <p:spPr>
            <a:xfrm>
              <a:off x="4864446" y="3530067"/>
              <a:ext cx="56564" cy="12342"/>
            </a:xfrm>
            <a:custGeom>
              <a:avLst/>
              <a:gdLst/>
              <a:ahLst/>
              <a:cxnLst/>
              <a:rect l="l" t="t" r="r" b="b"/>
              <a:pathLst>
                <a:path w="2154"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75"/>
            <p:cNvSpPr/>
            <p:nvPr/>
          </p:nvSpPr>
          <p:spPr>
            <a:xfrm>
              <a:off x="5203463" y="3530067"/>
              <a:ext cx="56590" cy="12342"/>
            </a:xfrm>
            <a:custGeom>
              <a:avLst/>
              <a:gdLst/>
              <a:ahLst/>
              <a:cxnLst/>
              <a:rect l="l" t="t" r="r" b="b"/>
              <a:pathLst>
                <a:path w="2155"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75"/>
            <p:cNvSpPr/>
            <p:nvPr/>
          </p:nvSpPr>
          <p:spPr>
            <a:xfrm>
              <a:off x="5056197" y="3340207"/>
              <a:ext cx="12342" cy="54437"/>
            </a:xfrm>
            <a:custGeom>
              <a:avLst/>
              <a:gdLst/>
              <a:ahLst/>
              <a:cxnLst/>
              <a:rect l="l" t="t" r="r" b="b"/>
              <a:pathLst>
                <a:path w="470" h="2073" extrusionOk="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75"/>
            <p:cNvSpPr/>
            <p:nvPr/>
          </p:nvSpPr>
          <p:spPr>
            <a:xfrm>
              <a:off x="4968488" y="3658557"/>
              <a:ext cx="28597" cy="33376"/>
            </a:xfrm>
            <a:custGeom>
              <a:avLst/>
              <a:gdLst/>
              <a:ahLst/>
              <a:cxnLst/>
              <a:rect l="l" t="t" r="r" b="b"/>
              <a:pathLst>
                <a:path w="1089" h="1271" extrusionOk="0">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75"/>
            <p:cNvSpPr/>
            <p:nvPr/>
          </p:nvSpPr>
          <p:spPr>
            <a:xfrm>
              <a:off x="5128832" y="3381068"/>
              <a:ext cx="28387" cy="33166"/>
            </a:xfrm>
            <a:custGeom>
              <a:avLst/>
              <a:gdLst/>
              <a:ahLst/>
              <a:cxnLst/>
              <a:rect l="l" t="t" r="r" b="b"/>
              <a:pathLst>
                <a:path w="1081" h="1263" extrusionOk="0">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75"/>
            <p:cNvSpPr/>
            <p:nvPr/>
          </p:nvSpPr>
          <p:spPr>
            <a:xfrm>
              <a:off x="4903915" y="3443646"/>
              <a:ext cx="38471" cy="24868"/>
            </a:xfrm>
            <a:custGeom>
              <a:avLst/>
              <a:gdLst/>
              <a:ahLst/>
              <a:cxnLst/>
              <a:rect l="l" t="t" r="r" b="b"/>
              <a:pathLst>
                <a:path w="1465" h="947" extrusionOk="0">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75"/>
            <p:cNvSpPr/>
            <p:nvPr/>
          </p:nvSpPr>
          <p:spPr>
            <a:xfrm>
              <a:off x="5181641" y="3603910"/>
              <a:ext cx="38445" cy="24947"/>
            </a:xfrm>
            <a:custGeom>
              <a:avLst/>
              <a:gdLst/>
              <a:ahLst/>
              <a:cxnLst/>
              <a:rect l="l" t="t" r="r" b="b"/>
              <a:pathLst>
                <a:path w="1464" h="950" extrusionOk="0">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75"/>
            <p:cNvSpPr/>
            <p:nvPr/>
          </p:nvSpPr>
          <p:spPr>
            <a:xfrm>
              <a:off x="5127676" y="3658321"/>
              <a:ext cx="28571" cy="33613"/>
            </a:xfrm>
            <a:custGeom>
              <a:avLst/>
              <a:gdLst/>
              <a:ahLst/>
              <a:cxnLst/>
              <a:rect l="l" t="t" r="r" b="b"/>
              <a:pathLst>
                <a:path w="1088" h="1280" extrusionOk="0">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2" name="Google Shape;10892;p75"/>
            <p:cNvSpPr/>
            <p:nvPr/>
          </p:nvSpPr>
          <p:spPr>
            <a:xfrm>
              <a:off x="4967333" y="3380858"/>
              <a:ext cx="28571" cy="33376"/>
            </a:xfrm>
            <a:custGeom>
              <a:avLst/>
              <a:gdLst/>
              <a:ahLst/>
              <a:cxnLst/>
              <a:rect l="l" t="t" r="r" b="b"/>
              <a:pathLst>
                <a:path w="1088" h="1271" extrusionOk="0">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75"/>
            <p:cNvSpPr/>
            <p:nvPr/>
          </p:nvSpPr>
          <p:spPr>
            <a:xfrm>
              <a:off x="5182350" y="3443646"/>
              <a:ext cx="38471" cy="24868"/>
            </a:xfrm>
            <a:custGeom>
              <a:avLst/>
              <a:gdLst/>
              <a:ahLst/>
              <a:cxnLst/>
              <a:rect l="l" t="t" r="r" b="b"/>
              <a:pathLst>
                <a:path w="1465" h="947" extrusionOk="0">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75"/>
            <p:cNvSpPr/>
            <p:nvPr/>
          </p:nvSpPr>
          <p:spPr>
            <a:xfrm>
              <a:off x="4904650" y="3603910"/>
              <a:ext cx="38445" cy="24947"/>
            </a:xfrm>
            <a:custGeom>
              <a:avLst/>
              <a:gdLst/>
              <a:ahLst/>
              <a:cxnLst/>
              <a:rect l="l" t="t" r="r" b="b"/>
              <a:pathLst>
                <a:path w="1464" h="950" extrusionOk="0">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75"/>
            <p:cNvSpPr/>
            <p:nvPr/>
          </p:nvSpPr>
          <p:spPr>
            <a:xfrm>
              <a:off x="5075839" y="3433037"/>
              <a:ext cx="87209" cy="73948"/>
            </a:xfrm>
            <a:custGeom>
              <a:avLst/>
              <a:gdLst/>
              <a:ahLst/>
              <a:cxnLst/>
              <a:rect l="l" t="t" r="r" b="b"/>
              <a:pathLst>
                <a:path w="3321" h="2816" extrusionOk="0">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75"/>
            <p:cNvSpPr/>
            <p:nvPr/>
          </p:nvSpPr>
          <p:spPr>
            <a:xfrm>
              <a:off x="5025288" y="3585607"/>
              <a:ext cx="74158" cy="111106"/>
            </a:xfrm>
            <a:custGeom>
              <a:avLst/>
              <a:gdLst/>
              <a:ahLst/>
              <a:cxnLst/>
              <a:rect l="l" t="t" r="r" b="b"/>
              <a:pathLst>
                <a:path w="2824" h="4231" extrusionOk="0">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75"/>
            <p:cNvSpPr/>
            <p:nvPr/>
          </p:nvSpPr>
          <p:spPr>
            <a:xfrm>
              <a:off x="5025288" y="3606458"/>
              <a:ext cx="74158" cy="90256"/>
            </a:xfrm>
            <a:custGeom>
              <a:avLst/>
              <a:gdLst/>
              <a:ahLst/>
              <a:cxnLst/>
              <a:rect l="l" t="t" r="r" b="b"/>
              <a:pathLst>
                <a:path w="2824" h="3437" extrusionOk="0">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75"/>
            <p:cNvSpPr/>
            <p:nvPr/>
          </p:nvSpPr>
          <p:spPr>
            <a:xfrm>
              <a:off x="5048660" y="3585607"/>
              <a:ext cx="27678" cy="18382"/>
            </a:xfrm>
            <a:custGeom>
              <a:avLst/>
              <a:gdLst/>
              <a:ahLst/>
              <a:cxnLst/>
              <a:rect l="l" t="t" r="r" b="b"/>
              <a:pathLst>
                <a:path w="1054" h="700" extrusionOk="0">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75"/>
            <p:cNvSpPr/>
            <p:nvPr/>
          </p:nvSpPr>
          <p:spPr>
            <a:xfrm>
              <a:off x="5037604" y="3536343"/>
              <a:ext cx="49526" cy="55330"/>
            </a:xfrm>
            <a:custGeom>
              <a:avLst/>
              <a:gdLst/>
              <a:ahLst/>
              <a:cxnLst/>
              <a:rect l="l" t="t" r="r" b="b"/>
              <a:pathLst>
                <a:path w="1886" h="2107" extrusionOk="0">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75"/>
            <p:cNvSpPr/>
            <p:nvPr/>
          </p:nvSpPr>
          <p:spPr>
            <a:xfrm>
              <a:off x="5037604" y="3536343"/>
              <a:ext cx="33954" cy="55382"/>
            </a:xfrm>
            <a:custGeom>
              <a:avLst/>
              <a:gdLst/>
              <a:ahLst/>
              <a:cxnLst/>
              <a:rect l="l" t="t" r="r" b="b"/>
              <a:pathLst>
                <a:path w="1293" h="2109" extrusionOk="0">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75"/>
            <p:cNvSpPr/>
            <p:nvPr/>
          </p:nvSpPr>
          <p:spPr>
            <a:xfrm>
              <a:off x="5037604" y="3696451"/>
              <a:ext cx="49526" cy="31171"/>
            </a:xfrm>
            <a:custGeom>
              <a:avLst/>
              <a:gdLst/>
              <a:ahLst/>
              <a:cxnLst/>
              <a:rect l="l" t="t" r="r" b="b"/>
              <a:pathLst>
                <a:path w="1886" h="1187" extrusionOk="0">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75"/>
            <p:cNvSpPr/>
            <p:nvPr/>
          </p:nvSpPr>
          <p:spPr>
            <a:xfrm>
              <a:off x="5025288" y="3615255"/>
              <a:ext cx="12342" cy="81222"/>
            </a:xfrm>
            <a:custGeom>
              <a:avLst/>
              <a:gdLst/>
              <a:ahLst/>
              <a:cxnLst/>
              <a:rect l="l" t="t" r="r" b="b"/>
              <a:pathLst>
                <a:path w="470" h="3093" extrusionOk="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75"/>
            <p:cNvSpPr/>
            <p:nvPr/>
          </p:nvSpPr>
          <p:spPr>
            <a:xfrm>
              <a:off x="5086868" y="3615255"/>
              <a:ext cx="12579" cy="81222"/>
            </a:xfrm>
            <a:custGeom>
              <a:avLst/>
              <a:gdLst/>
              <a:ahLst/>
              <a:cxnLst/>
              <a:rect l="l" t="t" r="r" b="b"/>
              <a:pathLst>
                <a:path w="479" h="3093" extrusionOk="0">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75"/>
            <p:cNvSpPr/>
            <p:nvPr/>
          </p:nvSpPr>
          <p:spPr>
            <a:xfrm>
              <a:off x="5059216" y="3708740"/>
              <a:ext cx="6302" cy="18645"/>
            </a:xfrm>
            <a:custGeom>
              <a:avLst/>
              <a:gdLst/>
              <a:ahLst/>
              <a:cxnLst/>
              <a:rect l="l" t="t" r="r" b="b"/>
              <a:pathLst>
                <a:path w="240" h="710" extrusionOk="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75"/>
            <p:cNvSpPr/>
            <p:nvPr/>
          </p:nvSpPr>
          <p:spPr>
            <a:xfrm>
              <a:off x="5037604" y="3536343"/>
              <a:ext cx="49526" cy="24658"/>
            </a:xfrm>
            <a:custGeom>
              <a:avLst/>
              <a:gdLst/>
              <a:ahLst/>
              <a:cxnLst/>
              <a:rect l="l" t="t" r="r" b="b"/>
              <a:pathLst>
                <a:path w="1886" h="939" extrusionOk="0">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75"/>
            <p:cNvSpPr/>
            <p:nvPr/>
          </p:nvSpPr>
          <p:spPr>
            <a:xfrm>
              <a:off x="5037604" y="3536343"/>
              <a:ext cx="33954" cy="22400"/>
            </a:xfrm>
            <a:custGeom>
              <a:avLst/>
              <a:gdLst/>
              <a:ahLst/>
              <a:cxnLst/>
              <a:rect l="l" t="t" r="r" b="b"/>
              <a:pathLst>
                <a:path w="1293" h="853" extrusionOk="0">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7" name="Google Shape;10907;p75"/>
          <p:cNvGrpSpPr/>
          <p:nvPr/>
        </p:nvGrpSpPr>
        <p:grpSpPr>
          <a:xfrm>
            <a:off x="3130367" y="4324485"/>
            <a:ext cx="297342" cy="258871"/>
            <a:chOff x="3130367" y="4324485"/>
            <a:chExt cx="297342" cy="258871"/>
          </a:xfrm>
        </p:grpSpPr>
        <p:sp>
          <p:nvSpPr>
            <p:cNvPr id="10908" name="Google Shape;10908;p75"/>
            <p:cNvSpPr/>
            <p:nvPr/>
          </p:nvSpPr>
          <p:spPr>
            <a:xfrm>
              <a:off x="3130367" y="4391579"/>
              <a:ext cx="297342" cy="191777"/>
            </a:xfrm>
            <a:custGeom>
              <a:avLst/>
              <a:gdLst/>
              <a:ahLst/>
              <a:cxnLst/>
              <a:rect l="l" t="t" r="r" b="b"/>
              <a:pathLst>
                <a:path w="11323" h="7303" extrusionOk="0">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75"/>
            <p:cNvSpPr/>
            <p:nvPr/>
          </p:nvSpPr>
          <p:spPr>
            <a:xfrm>
              <a:off x="3130367" y="4391579"/>
              <a:ext cx="297342" cy="14601"/>
            </a:xfrm>
            <a:custGeom>
              <a:avLst/>
              <a:gdLst/>
              <a:ahLst/>
              <a:cxnLst/>
              <a:rect l="l" t="t" r="r" b="b"/>
              <a:pathLst>
                <a:path w="11323" h="556" extrusionOk="0">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75"/>
            <p:cNvSpPr/>
            <p:nvPr/>
          </p:nvSpPr>
          <p:spPr>
            <a:xfrm>
              <a:off x="3159279" y="4430024"/>
              <a:ext cx="95770" cy="124682"/>
            </a:xfrm>
            <a:custGeom>
              <a:avLst/>
              <a:gdLst/>
              <a:ahLst/>
              <a:cxnLst/>
              <a:rect l="l" t="t" r="r" b="b"/>
              <a:pathLst>
                <a:path w="3647" h="4748" extrusionOk="0">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75"/>
            <p:cNvSpPr/>
            <p:nvPr/>
          </p:nvSpPr>
          <p:spPr>
            <a:xfrm>
              <a:off x="3279156" y="4430024"/>
              <a:ext cx="119903" cy="23897"/>
            </a:xfrm>
            <a:custGeom>
              <a:avLst/>
              <a:gdLst/>
              <a:ahLst/>
              <a:cxnLst/>
              <a:rect l="l" t="t" r="r" b="b"/>
              <a:pathLst>
                <a:path w="4566" h="910" extrusionOk="0">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75"/>
            <p:cNvSpPr/>
            <p:nvPr/>
          </p:nvSpPr>
          <p:spPr>
            <a:xfrm>
              <a:off x="3279156" y="4468232"/>
              <a:ext cx="90991" cy="19380"/>
            </a:xfrm>
            <a:custGeom>
              <a:avLst/>
              <a:gdLst/>
              <a:ahLst/>
              <a:cxnLst/>
              <a:rect l="l" t="t" r="r" b="b"/>
              <a:pathLst>
                <a:path w="3465" h="738" extrusionOk="0">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3" name="Google Shape;10913;p75"/>
            <p:cNvSpPr/>
            <p:nvPr/>
          </p:nvSpPr>
          <p:spPr>
            <a:xfrm>
              <a:off x="3277896" y="4501897"/>
              <a:ext cx="60687" cy="9585"/>
            </a:xfrm>
            <a:custGeom>
              <a:avLst/>
              <a:gdLst/>
              <a:ahLst/>
              <a:cxnLst/>
              <a:rect l="l" t="t" r="r" b="b"/>
              <a:pathLst>
                <a:path w="2311" h="365" extrusionOk="0">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75"/>
            <p:cNvSpPr/>
            <p:nvPr/>
          </p:nvSpPr>
          <p:spPr>
            <a:xfrm>
              <a:off x="3344150" y="4501897"/>
              <a:ext cx="32878" cy="9585"/>
            </a:xfrm>
            <a:custGeom>
              <a:avLst/>
              <a:gdLst/>
              <a:ahLst/>
              <a:cxnLst/>
              <a:rect l="l" t="t" r="r" b="b"/>
              <a:pathLst>
                <a:path w="1252" h="365" extrusionOk="0">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75"/>
            <p:cNvSpPr/>
            <p:nvPr/>
          </p:nvSpPr>
          <p:spPr>
            <a:xfrm>
              <a:off x="3277896" y="4530810"/>
              <a:ext cx="21376" cy="9559"/>
            </a:xfrm>
            <a:custGeom>
              <a:avLst/>
              <a:gdLst/>
              <a:ahLst/>
              <a:cxnLst/>
              <a:rect l="l" t="t" r="r" b="b"/>
              <a:pathLst>
                <a:path w="814" h="364" extrusionOk="0">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75"/>
            <p:cNvSpPr/>
            <p:nvPr/>
          </p:nvSpPr>
          <p:spPr>
            <a:xfrm>
              <a:off x="3306782" y="4530757"/>
              <a:ext cx="50892" cy="9637"/>
            </a:xfrm>
            <a:custGeom>
              <a:avLst/>
              <a:gdLst/>
              <a:ahLst/>
              <a:cxnLst/>
              <a:rect l="l" t="t" r="r" b="b"/>
              <a:pathLst>
                <a:path w="1938" h="367" extrusionOk="0">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75"/>
            <p:cNvSpPr/>
            <p:nvPr/>
          </p:nvSpPr>
          <p:spPr>
            <a:xfrm>
              <a:off x="3277055" y="4549874"/>
              <a:ext cx="23083" cy="9611"/>
            </a:xfrm>
            <a:custGeom>
              <a:avLst/>
              <a:gdLst/>
              <a:ahLst/>
              <a:cxnLst/>
              <a:rect l="l" t="t" r="r" b="b"/>
              <a:pathLst>
                <a:path w="879" h="366" extrusionOk="0">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75"/>
            <p:cNvSpPr/>
            <p:nvPr/>
          </p:nvSpPr>
          <p:spPr>
            <a:xfrm>
              <a:off x="3305705" y="4549874"/>
              <a:ext cx="51969" cy="9611"/>
            </a:xfrm>
            <a:custGeom>
              <a:avLst/>
              <a:gdLst/>
              <a:ahLst/>
              <a:cxnLst/>
              <a:rect l="l" t="t" r="r" b="b"/>
              <a:pathLst>
                <a:path w="1979" h="366" extrusionOk="0">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75"/>
            <p:cNvSpPr/>
            <p:nvPr/>
          </p:nvSpPr>
          <p:spPr>
            <a:xfrm>
              <a:off x="3255259" y="4324485"/>
              <a:ext cx="47531" cy="86474"/>
            </a:xfrm>
            <a:custGeom>
              <a:avLst/>
              <a:gdLst/>
              <a:ahLst/>
              <a:cxnLst/>
              <a:rect l="l" t="t" r="r" b="b"/>
              <a:pathLst>
                <a:path w="1810" h="3293" extrusionOk="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75"/>
            <p:cNvSpPr/>
            <p:nvPr/>
          </p:nvSpPr>
          <p:spPr>
            <a:xfrm>
              <a:off x="3178370" y="4492365"/>
              <a:ext cx="57562" cy="62341"/>
            </a:xfrm>
            <a:custGeom>
              <a:avLst/>
              <a:gdLst/>
              <a:ahLst/>
              <a:cxnLst/>
              <a:rect l="l" t="t" r="r" b="b"/>
              <a:pathLst>
                <a:path w="2192" h="2374" extrusionOk="0">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75"/>
            <p:cNvSpPr/>
            <p:nvPr/>
          </p:nvSpPr>
          <p:spPr>
            <a:xfrm>
              <a:off x="3196726" y="4492365"/>
              <a:ext cx="20877" cy="14390"/>
            </a:xfrm>
            <a:custGeom>
              <a:avLst/>
              <a:gdLst/>
              <a:ahLst/>
              <a:cxnLst/>
              <a:rect l="l" t="t" r="r" b="b"/>
              <a:pathLst>
                <a:path w="795" h="548" extrusionOk="0">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75"/>
            <p:cNvSpPr/>
            <p:nvPr/>
          </p:nvSpPr>
          <p:spPr>
            <a:xfrm>
              <a:off x="3178370" y="4507438"/>
              <a:ext cx="57562" cy="47268"/>
            </a:xfrm>
            <a:custGeom>
              <a:avLst/>
              <a:gdLst/>
              <a:ahLst/>
              <a:cxnLst/>
              <a:rect l="l" t="t" r="r" b="b"/>
              <a:pathLst>
                <a:path w="2192" h="1800" extrusionOk="0">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75"/>
            <p:cNvSpPr/>
            <p:nvPr/>
          </p:nvSpPr>
          <p:spPr>
            <a:xfrm>
              <a:off x="3178370" y="4515973"/>
              <a:ext cx="14338" cy="38733"/>
            </a:xfrm>
            <a:custGeom>
              <a:avLst/>
              <a:gdLst/>
              <a:ahLst/>
              <a:cxnLst/>
              <a:rect l="l" t="t" r="r" b="b"/>
              <a:pathLst>
                <a:path w="546" h="1475" extrusionOk="0">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4" name="Google Shape;10924;p75"/>
            <p:cNvSpPr/>
            <p:nvPr/>
          </p:nvSpPr>
          <p:spPr>
            <a:xfrm>
              <a:off x="3221594" y="4515973"/>
              <a:ext cx="14338" cy="38733"/>
            </a:xfrm>
            <a:custGeom>
              <a:avLst/>
              <a:gdLst/>
              <a:ahLst/>
              <a:cxnLst/>
              <a:rect l="l" t="t" r="r" b="b"/>
              <a:pathLst>
                <a:path w="546" h="1475" extrusionOk="0">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75"/>
            <p:cNvSpPr/>
            <p:nvPr/>
          </p:nvSpPr>
          <p:spPr>
            <a:xfrm>
              <a:off x="3187929" y="4453894"/>
              <a:ext cx="38471" cy="43250"/>
            </a:xfrm>
            <a:custGeom>
              <a:avLst/>
              <a:gdLst/>
              <a:ahLst/>
              <a:cxnLst/>
              <a:rect l="l" t="t" r="r" b="b"/>
              <a:pathLst>
                <a:path w="1465" h="1647" extrusionOk="0">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75"/>
            <p:cNvSpPr/>
            <p:nvPr/>
          </p:nvSpPr>
          <p:spPr>
            <a:xfrm>
              <a:off x="3187929" y="4454157"/>
              <a:ext cx="26391" cy="43119"/>
            </a:xfrm>
            <a:custGeom>
              <a:avLst/>
              <a:gdLst/>
              <a:ahLst/>
              <a:cxnLst/>
              <a:rect l="l" t="t" r="r" b="b"/>
              <a:pathLst>
                <a:path w="1005" h="1642" extrusionOk="0">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75"/>
            <p:cNvSpPr/>
            <p:nvPr/>
          </p:nvSpPr>
          <p:spPr>
            <a:xfrm>
              <a:off x="3187929" y="4453894"/>
              <a:ext cx="38471" cy="19406"/>
            </a:xfrm>
            <a:custGeom>
              <a:avLst/>
              <a:gdLst/>
              <a:ahLst/>
              <a:cxnLst/>
              <a:rect l="l" t="t" r="r" b="b"/>
              <a:pathLst>
                <a:path w="1465" h="739" extrusionOk="0">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75"/>
            <p:cNvSpPr/>
            <p:nvPr/>
          </p:nvSpPr>
          <p:spPr>
            <a:xfrm>
              <a:off x="3187929" y="4453894"/>
              <a:ext cx="26391" cy="17620"/>
            </a:xfrm>
            <a:custGeom>
              <a:avLst/>
              <a:gdLst/>
              <a:ahLst/>
              <a:cxnLst/>
              <a:rect l="l" t="t" r="r" b="b"/>
              <a:pathLst>
                <a:path w="1005" h="671" extrusionOk="0">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75"/>
            <p:cNvSpPr/>
            <p:nvPr/>
          </p:nvSpPr>
          <p:spPr>
            <a:xfrm>
              <a:off x="3269335" y="4387036"/>
              <a:ext cx="19380" cy="9349"/>
            </a:xfrm>
            <a:custGeom>
              <a:avLst/>
              <a:gdLst/>
              <a:ahLst/>
              <a:cxnLst/>
              <a:rect l="l" t="t" r="r" b="b"/>
              <a:pathLst>
                <a:path w="738" h="356" extrusionOk="0">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75"/>
            <p:cNvSpPr/>
            <p:nvPr/>
          </p:nvSpPr>
          <p:spPr>
            <a:xfrm>
              <a:off x="3255522" y="4324485"/>
              <a:ext cx="47032" cy="9559"/>
            </a:xfrm>
            <a:custGeom>
              <a:avLst/>
              <a:gdLst/>
              <a:ahLst/>
              <a:cxnLst/>
              <a:rect l="l" t="t" r="r" b="b"/>
              <a:pathLst>
                <a:path w="1791" h="364" extrusionOk="0">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1" name="Google Shape;10931;p75"/>
          <p:cNvGrpSpPr/>
          <p:nvPr/>
        </p:nvGrpSpPr>
        <p:grpSpPr>
          <a:xfrm>
            <a:off x="5302988" y="3389839"/>
            <a:ext cx="394609" cy="286523"/>
            <a:chOff x="5302988" y="3389839"/>
            <a:chExt cx="394609" cy="286523"/>
          </a:xfrm>
        </p:grpSpPr>
        <p:sp>
          <p:nvSpPr>
            <p:cNvPr id="10932" name="Google Shape;10932;p75"/>
            <p:cNvSpPr/>
            <p:nvPr/>
          </p:nvSpPr>
          <p:spPr>
            <a:xfrm>
              <a:off x="5589485" y="3491859"/>
              <a:ext cx="31696" cy="69904"/>
            </a:xfrm>
            <a:custGeom>
              <a:avLst/>
              <a:gdLst/>
              <a:ahLst/>
              <a:cxnLst/>
              <a:rect l="l" t="t" r="r" b="b"/>
              <a:pathLst>
                <a:path w="1207" h="2662" extrusionOk="0">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75"/>
            <p:cNvSpPr/>
            <p:nvPr/>
          </p:nvSpPr>
          <p:spPr>
            <a:xfrm>
              <a:off x="5602063" y="3485583"/>
              <a:ext cx="76417" cy="76180"/>
            </a:xfrm>
            <a:custGeom>
              <a:avLst/>
              <a:gdLst/>
              <a:ahLst/>
              <a:cxnLst/>
              <a:rect l="l" t="t" r="r" b="b"/>
              <a:pathLst>
                <a:path w="2910" h="2901" extrusionOk="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75"/>
            <p:cNvSpPr/>
            <p:nvPr/>
          </p:nvSpPr>
          <p:spPr>
            <a:xfrm>
              <a:off x="5614878" y="3580828"/>
              <a:ext cx="38235" cy="28177"/>
            </a:xfrm>
            <a:custGeom>
              <a:avLst/>
              <a:gdLst/>
              <a:ahLst/>
              <a:cxnLst/>
              <a:rect l="l" t="t" r="r" b="b"/>
              <a:pathLst>
                <a:path w="1456" h="1073" extrusionOk="0">
                  <a:moveTo>
                    <a:pt x="0" y="1"/>
                  </a:moveTo>
                  <a:lnTo>
                    <a:pt x="0" y="1073"/>
                  </a:lnTo>
                  <a:lnTo>
                    <a:pt x="1455" y="1073"/>
                  </a:lnTo>
                  <a:lnTo>
                    <a:pt x="145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75"/>
            <p:cNvSpPr/>
            <p:nvPr/>
          </p:nvSpPr>
          <p:spPr>
            <a:xfrm>
              <a:off x="5614878" y="3580828"/>
              <a:ext cx="38235" cy="15625"/>
            </a:xfrm>
            <a:custGeom>
              <a:avLst/>
              <a:gdLst/>
              <a:ahLst/>
              <a:cxnLst/>
              <a:rect l="l" t="t" r="r" b="b"/>
              <a:pathLst>
                <a:path w="1456" h="595" extrusionOk="0">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75"/>
            <p:cNvSpPr/>
            <p:nvPr/>
          </p:nvSpPr>
          <p:spPr>
            <a:xfrm>
              <a:off x="5570394" y="3596426"/>
              <a:ext cx="126941" cy="79935"/>
            </a:xfrm>
            <a:custGeom>
              <a:avLst/>
              <a:gdLst/>
              <a:ahLst/>
              <a:cxnLst/>
              <a:rect l="l" t="t" r="r" b="b"/>
              <a:pathLst>
                <a:path w="4834" h="3044" extrusionOk="0">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75"/>
            <p:cNvSpPr/>
            <p:nvPr/>
          </p:nvSpPr>
          <p:spPr>
            <a:xfrm>
              <a:off x="5627693" y="3608979"/>
              <a:ext cx="12605" cy="67383"/>
            </a:xfrm>
            <a:custGeom>
              <a:avLst/>
              <a:gdLst/>
              <a:ahLst/>
              <a:cxnLst/>
              <a:rect l="l" t="t" r="r" b="b"/>
              <a:pathLst>
                <a:path w="480" h="2566" extrusionOk="0">
                  <a:moveTo>
                    <a:pt x="115" y="1"/>
                  </a:moveTo>
                  <a:lnTo>
                    <a:pt x="1" y="2565"/>
                  </a:lnTo>
                  <a:lnTo>
                    <a:pt x="479" y="2565"/>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75"/>
            <p:cNvSpPr/>
            <p:nvPr/>
          </p:nvSpPr>
          <p:spPr>
            <a:xfrm>
              <a:off x="5595787" y="3517462"/>
              <a:ext cx="76417" cy="69930"/>
            </a:xfrm>
            <a:custGeom>
              <a:avLst/>
              <a:gdLst/>
              <a:ahLst/>
              <a:cxnLst/>
              <a:rect l="l" t="t" r="r" b="b"/>
              <a:pathLst>
                <a:path w="2910" h="2663" extrusionOk="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75"/>
            <p:cNvSpPr/>
            <p:nvPr/>
          </p:nvSpPr>
          <p:spPr>
            <a:xfrm>
              <a:off x="5595787" y="3517515"/>
              <a:ext cx="76154" cy="68381"/>
            </a:xfrm>
            <a:custGeom>
              <a:avLst/>
              <a:gdLst/>
              <a:ahLst/>
              <a:cxnLst/>
              <a:rect l="l" t="t" r="r" b="b"/>
              <a:pathLst>
                <a:path w="2900" h="2604" extrusionOk="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75"/>
            <p:cNvSpPr/>
            <p:nvPr/>
          </p:nvSpPr>
          <p:spPr>
            <a:xfrm>
              <a:off x="5672177" y="3612497"/>
              <a:ext cx="25420" cy="63864"/>
            </a:xfrm>
            <a:custGeom>
              <a:avLst/>
              <a:gdLst/>
              <a:ahLst/>
              <a:cxnLst/>
              <a:rect l="l" t="t" r="r" b="b"/>
              <a:pathLst>
                <a:path w="968" h="2432" extrusionOk="0">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75"/>
            <p:cNvSpPr/>
            <p:nvPr/>
          </p:nvSpPr>
          <p:spPr>
            <a:xfrm>
              <a:off x="5627955" y="3609241"/>
              <a:ext cx="12579" cy="12579"/>
            </a:xfrm>
            <a:custGeom>
              <a:avLst/>
              <a:gdLst/>
              <a:ahLst/>
              <a:cxnLst/>
              <a:rect l="l" t="t" r="r" b="b"/>
              <a:pathLst>
                <a:path w="479" h="479" extrusionOk="0">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2" name="Google Shape;10942;p75"/>
            <p:cNvSpPr/>
            <p:nvPr/>
          </p:nvSpPr>
          <p:spPr>
            <a:xfrm>
              <a:off x="5607840" y="3591279"/>
              <a:ext cx="26155" cy="26706"/>
            </a:xfrm>
            <a:custGeom>
              <a:avLst/>
              <a:gdLst/>
              <a:ahLst/>
              <a:cxnLst/>
              <a:rect l="l" t="t" r="r" b="b"/>
              <a:pathLst>
                <a:path w="996" h="1017" extrusionOk="0">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3" name="Google Shape;10943;p75"/>
            <p:cNvSpPr/>
            <p:nvPr/>
          </p:nvSpPr>
          <p:spPr>
            <a:xfrm>
              <a:off x="5633969" y="3591279"/>
              <a:ext cx="26181" cy="26706"/>
            </a:xfrm>
            <a:custGeom>
              <a:avLst/>
              <a:gdLst/>
              <a:ahLst/>
              <a:cxnLst/>
              <a:rect l="l" t="t" r="r" b="b"/>
              <a:pathLst>
                <a:path w="997" h="1017" extrusionOk="0">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75"/>
            <p:cNvSpPr/>
            <p:nvPr/>
          </p:nvSpPr>
          <p:spPr>
            <a:xfrm>
              <a:off x="5303750" y="3488104"/>
              <a:ext cx="114625" cy="114362"/>
            </a:xfrm>
            <a:custGeom>
              <a:avLst/>
              <a:gdLst/>
              <a:ahLst/>
              <a:cxnLst/>
              <a:rect l="l" t="t" r="r" b="b"/>
              <a:pathLst>
                <a:path w="4365" h="4355" extrusionOk="0">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75"/>
            <p:cNvSpPr/>
            <p:nvPr/>
          </p:nvSpPr>
          <p:spPr>
            <a:xfrm>
              <a:off x="5334920" y="3488104"/>
              <a:ext cx="83192" cy="114362"/>
            </a:xfrm>
            <a:custGeom>
              <a:avLst/>
              <a:gdLst/>
              <a:ahLst/>
              <a:cxnLst/>
              <a:rect l="l" t="t" r="r" b="b"/>
              <a:pathLst>
                <a:path w="3168" h="4355" extrusionOk="0">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75"/>
            <p:cNvSpPr/>
            <p:nvPr/>
          </p:nvSpPr>
          <p:spPr>
            <a:xfrm>
              <a:off x="5302988" y="3574552"/>
              <a:ext cx="114625" cy="101810"/>
            </a:xfrm>
            <a:custGeom>
              <a:avLst/>
              <a:gdLst/>
              <a:ahLst/>
              <a:cxnLst/>
              <a:rect l="l" t="t" r="r" b="b"/>
              <a:pathLst>
                <a:path w="4365" h="3877" extrusionOk="0">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75"/>
            <p:cNvSpPr/>
            <p:nvPr/>
          </p:nvSpPr>
          <p:spPr>
            <a:xfrm>
              <a:off x="5340934" y="3574552"/>
              <a:ext cx="38996" cy="25420"/>
            </a:xfrm>
            <a:custGeom>
              <a:avLst/>
              <a:gdLst/>
              <a:ahLst/>
              <a:cxnLst/>
              <a:rect l="l" t="t" r="r" b="b"/>
              <a:pathLst>
                <a:path w="1485" h="968" extrusionOk="0">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75"/>
            <p:cNvSpPr/>
            <p:nvPr/>
          </p:nvSpPr>
          <p:spPr>
            <a:xfrm>
              <a:off x="5302988" y="3607981"/>
              <a:ext cx="114389" cy="68381"/>
            </a:xfrm>
            <a:custGeom>
              <a:avLst/>
              <a:gdLst/>
              <a:ahLst/>
              <a:cxnLst/>
              <a:rect l="l" t="t" r="r" b="b"/>
              <a:pathLst>
                <a:path w="4356" h="2604" extrusionOk="0">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75"/>
            <p:cNvSpPr/>
            <p:nvPr/>
          </p:nvSpPr>
          <p:spPr>
            <a:xfrm>
              <a:off x="5322105" y="3524605"/>
              <a:ext cx="76417" cy="62788"/>
            </a:xfrm>
            <a:custGeom>
              <a:avLst/>
              <a:gdLst/>
              <a:ahLst/>
              <a:cxnLst/>
              <a:rect l="l" t="t" r="r" b="b"/>
              <a:pathLst>
                <a:path w="2910" h="2391" extrusionOk="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75"/>
            <p:cNvSpPr/>
            <p:nvPr/>
          </p:nvSpPr>
          <p:spPr>
            <a:xfrm>
              <a:off x="5322105" y="3524841"/>
              <a:ext cx="76417" cy="62052"/>
            </a:xfrm>
            <a:custGeom>
              <a:avLst/>
              <a:gdLst/>
              <a:ahLst/>
              <a:cxnLst/>
              <a:rect l="l" t="t" r="r" b="b"/>
              <a:pathLst>
                <a:path w="2910" h="2363" extrusionOk="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75"/>
            <p:cNvSpPr/>
            <p:nvPr/>
          </p:nvSpPr>
          <p:spPr>
            <a:xfrm>
              <a:off x="5302988" y="3621032"/>
              <a:ext cx="25420" cy="55330"/>
            </a:xfrm>
            <a:custGeom>
              <a:avLst/>
              <a:gdLst/>
              <a:ahLst/>
              <a:cxnLst/>
              <a:rect l="l" t="t" r="r" b="b"/>
              <a:pathLst>
                <a:path w="968" h="2107" extrusionOk="0">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75"/>
            <p:cNvSpPr/>
            <p:nvPr/>
          </p:nvSpPr>
          <p:spPr>
            <a:xfrm>
              <a:off x="5392219" y="3587367"/>
              <a:ext cx="216146" cy="88995"/>
            </a:xfrm>
            <a:custGeom>
              <a:avLst/>
              <a:gdLst/>
              <a:ahLst/>
              <a:cxnLst/>
              <a:rect l="l" t="t" r="r" b="b"/>
              <a:pathLst>
                <a:path w="8231" h="3389" extrusionOk="0">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75"/>
            <p:cNvSpPr/>
            <p:nvPr/>
          </p:nvSpPr>
          <p:spPr>
            <a:xfrm>
              <a:off x="5487701" y="3612760"/>
              <a:ext cx="25420" cy="63602"/>
            </a:xfrm>
            <a:custGeom>
              <a:avLst/>
              <a:gdLst/>
              <a:ahLst/>
              <a:cxnLst/>
              <a:rect l="l" t="t" r="r" b="b"/>
              <a:pathLst>
                <a:path w="968" h="2422" extrusionOk="0">
                  <a:moveTo>
                    <a:pt x="231" y="0"/>
                  </a:moveTo>
                  <a:lnTo>
                    <a:pt x="1" y="2421"/>
                  </a:lnTo>
                  <a:lnTo>
                    <a:pt x="967" y="2421"/>
                  </a:lnTo>
                  <a:lnTo>
                    <a:pt x="73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75"/>
            <p:cNvSpPr/>
            <p:nvPr/>
          </p:nvSpPr>
          <p:spPr>
            <a:xfrm>
              <a:off x="5489224" y="3599945"/>
              <a:ext cx="22400" cy="21638"/>
            </a:xfrm>
            <a:custGeom>
              <a:avLst/>
              <a:gdLst/>
              <a:ahLst/>
              <a:cxnLst/>
              <a:rect l="l" t="t" r="r" b="b"/>
              <a:pathLst>
                <a:path w="853" h="824" extrusionOk="0">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75"/>
            <p:cNvSpPr/>
            <p:nvPr/>
          </p:nvSpPr>
          <p:spPr>
            <a:xfrm>
              <a:off x="5570394" y="3613259"/>
              <a:ext cx="38235" cy="63103"/>
            </a:xfrm>
            <a:custGeom>
              <a:avLst/>
              <a:gdLst/>
              <a:ahLst/>
              <a:cxnLst/>
              <a:rect l="l" t="t" r="r" b="b"/>
              <a:pathLst>
                <a:path w="1456" h="2403" extrusionOk="0">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75"/>
            <p:cNvSpPr/>
            <p:nvPr/>
          </p:nvSpPr>
          <p:spPr>
            <a:xfrm>
              <a:off x="5430165" y="3389839"/>
              <a:ext cx="140255" cy="101810"/>
            </a:xfrm>
            <a:custGeom>
              <a:avLst/>
              <a:gdLst/>
              <a:ahLst/>
              <a:cxnLst/>
              <a:rect l="l" t="t" r="r" b="b"/>
              <a:pathLst>
                <a:path w="5341" h="3877" extrusionOk="0">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75"/>
            <p:cNvSpPr/>
            <p:nvPr/>
          </p:nvSpPr>
          <p:spPr>
            <a:xfrm>
              <a:off x="5462071" y="3390338"/>
              <a:ext cx="108086" cy="101547"/>
            </a:xfrm>
            <a:custGeom>
              <a:avLst/>
              <a:gdLst/>
              <a:ahLst/>
              <a:cxnLst/>
              <a:rect l="l" t="t" r="r" b="b"/>
              <a:pathLst>
                <a:path w="4116" h="3867" extrusionOk="0">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75"/>
            <p:cNvSpPr/>
            <p:nvPr/>
          </p:nvSpPr>
          <p:spPr>
            <a:xfrm>
              <a:off x="5462071" y="3542646"/>
              <a:ext cx="76443" cy="57326"/>
            </a:xfrm>
            <a:custGeom>
              <a:avLst/>
              <a:gdLst/>
              <a:ahLst/>
              <a:cxnLst/>
              <a:rect l="l" t="t" r="r" b="b"/>
              <a:pathLst>
                <a:path w="2911" h="2183" extrusionOk="0">
                  <a:moveTo>
                    <a:pt x="1" y="0"/>
                  </a:moveTo>
                  <a:lnTo>
                    <a:pt x="1" y="2182"/>
                  </a:lnTo>
                  <a:lnTo>
                    <a:pt x="2910" y="2182"/>
                  </a:ln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75"/>
            <p:cNvSpPr/>
            <p:nvPr/>
          </p:nvSpPr>
          <p:spPr>
            <a:xfrm>
              <a:off x="5462071" y="3542646"/>
              <a:ext cx="76443" cy="31985"/>
            </a:xfrm>
            <a:custGeom>
              <a:avLst/>
              <a:gdLst/>
              <a:ahLst/>
              <a:cxnLst/>
              <a:rect l="l" t="t" r="r" b="b"/>
              <a:pathLst>
                <a:path w="2911" h="1218" extrusionOk="0">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75"/>
            <p:cNvSpPr/>
            <p:nvPr/>
          </p:nvSpPr>
          <p:spPr>
            <a:xfrm>
              <a:off x="5449519" y="3576600"/>
              <a:ext cx="50787" cy="45535"/>
            </a:xfrm>
            <a:custGeom>
              <a:avLst/>
              <a:gdLst/>
              <a:ahLst/>
              <a:cxnLst/>
              <a:rect l="l" t="t" r="r" b="b"/>
              <a:pathLst>
                <a:path w="1934" h="1734" extrusionOk="0">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75"/>
            <p:cNvSpPr/>
            <p:nvPr/>
          </p:nvSpPr>
          <p:spPr>
            <a:xfrm>
              <a:off x="5500279" y="3576600"/>
              <a:ext cx="50787" cy="45535"/>
            </a:xfrm>
            <a:custGeom>
              <a:avLst/>
              <a:gdLst/>
              <a:ahLst/>
              <a:cxnLst/>
              <a:rect l="l" t="t" r="r" b="b"/>
              <a:pathLst>
                <a:path w="1934" h="1734" extrusionOk="0">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75"/>
            <p:cNvSpPr/>
            <p:nvPr/>
          </p:nvSpPr>
          <p:spPr>
            <a:xfrm>
              <a:off x="5436704" y="3441545"/>
              <a:ext cx="127177" cy="120218"/>
            </a:xfrm>
            <a:custGeom>
              <a:avLst/>
              <a:gdLst/>
              <a:ahLst/>
              <a:cxnLst/>
              <a:rect l="l" t="t" r="r" b="b"/>
              <a:pathLst>
                <a:path w="4843" h="4578" extrusionOk="0">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75"/>
            <p:cNvSpPr/>
            <p:nvPr/>
          </p:nvSpPr>
          <p:spPr>
            <a:xfrm>
              <a:off x="5436704" y="3441676"/>
              <a:ext cx="114625" cy="119588"/>
            </a:xfrm>
            <a:custGeom>
              <a:avLst/>
              <a:gdLst/>
              <a:ahLst/>
              <a:cxnLst/>
              <a:rect l="l" t="t" r="r" b="b"/>
              <a:pathLst>
                <a:path w="4365" h="4554" extrusionOk="0">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75"/>
            <p:cNvSpPr/>
            <p:nvPr/>
          </p:nvSpPr>
          <p:spPr>
            <a:xfrm>
              <a:off x="5392219" y="3613259"/>
              <a:ext cx="37972" cy="63103"/>
            </a:xfrm>
            <a:custGeom>
              <a:avLst/>
              <a:gdLst/>
              <a:ahLst/>
              <a:cxnLst/>
              <a:rect l="l" t="t" r="r" b="b"/>
              <a:pathLst>
                <a:path w="1446" h="2403" extrusionOk="0">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65" name="Google Shape;10965;p75"/>
          <p:cNvSpPr/>
          <p:nvPr/>
        </p:nvSpPr>
        <p:spPr>
          <a:xfrm>
            <a:off x="5741031" y="3617513"/>
            <a:ext cx="25157" cy="62866"/>
          </a:xfrm>
          <a:custGeom>
            <a:avLst/>
            <a:gdLst/>
            <a:ahLst/>
            <a:cxnLst/>
            <a:rect l="l" t="t" r="r" b="b"/>
            <a:pathLst>
              <a:path w="958" h="2394" extrusionOk="0">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66" name="Google Shape;10966;p75"/>
          <p:cNvGrpSpPr/>
          <p:nvPr/>
        </p:nvGrpSpPr>
        <p:grpSpPr>
          <a:xfrm>
            <a:off x="3060752" y="2903609"/>
            <a:ext cx="390565" cy="359578"/>
            <a:chOff x="3060752" y="2903609"/>
            <a:chExt cx="390565" cy="359578"/>
          </a:xfrm>
        </p:grpSpPr>
        <p:sp>
          <p:nvSpPr>
            <p:cNvPr id="10967" name="Google Shape;10967;p75"/>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75"/>
            <p:cNvSpPr/>
            <p:nvPr/>
          </p:nvSpPr>
          <p:spPr>
            <a:xfrm>
              <a:off x="3097936" y="3011852"/>
              <a:ext cx="102572" cy="104068"/>
            </a:xfrm>
            <a:custGeom>
              <a:avLst/>
              <a:gdLst/>
              <a:ahLst/>
              <a:cxnLst/>
              <a:rect l="l" t="t" r="r" b="b"/>
              <a:pathLst>
                <a:path w="3906" h="3963" extrusionOk="0">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75"/>
            <p:cNvSpPr/>
            <p:nvPr/>
          </p:nvSpPr>
          <p:spPr>
            <a:xfrm>
              <a:off x="3097936" y="3011852"/>
              <a:ext cx="27678" cy="104068"/>
            </a:xfrm>
            <a:custGeom>
              <a:avLst/>
              <a:gdLst/>
              <a:ahLst/>
              <a:cxnLst/>
              <a:rect l="l" t="t" r="r" b="b"/>
              <a:pathLst>
                <a:path w="1054" h="3963" extrusionOk="0">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75"/>
            <p:cNvSpPr/>
            <p:nvPr/>
          </p:nvSpPr>
          <p:spPr>
            <a:xfrm>
              <a:off x="3092421" y="3102318"/>
              <a:ext cx="113863" cy="38235"/>
            </a:xfrm>
            <a:custGeom>
              <a:avLst/>
              <a:gdLst/>
              <a:ahLst/>
              <a:cxnLst/>
              <a:rect l="l" t="t" r="r" b="b"/>
              <a:pathLst>
                <a:path w="4336" h="1456" extrusionOk="0">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75"/>
            <p:cNvSpPr/>
            <p:nvPr/>
          </p:nvSpPr>
          <p:spPr>
            <a:xfrm>
              <a:off x="3060752" y="3184170"/>
              <a:ext cx="147791" cy="26759"/>
            </a:xfrm>
            <a:custGeom>
              <a:avLst/>
              <a:gdLst/>
              <a:ahLst/>
              <a:cxnLst/>
              <a:rect l="l" t="t" r="r" b="b"/>
              <a:pathLst>
                <a:path w="5628" h="1019" extrusionOk="0">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75"/>
            <p:cNvSpPr/>
            <p:nvPr/>
          </p:nvSpPr>
          <p:spPr>
            <a:xfrm>
              <a:off x="3070048" y="3126950"/>
              <a:ext cx="152072" cy="58586"/>
            </a:xfrm>
            <a:custGeom>
              <a:avLst/>
              <a:gdLst/>
              <a:ahLst/>
              <a:cxnLst/>
              <a:rect l="l" t="t" r="r" b="b"/>
              <a:pathLst>
                <a:path w="5791" h="2231" extrusionOk="0">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75"/>
            <p:cNvSpPr/>
            <p:nvPr/>
          </p:nvSpPr>
          <p:spPr>
            <a:xfrm>
              <a:off x="3093183" y="2903609"/>
              <a:ext cx="112104" cy="120586"/>
            </a:xfrm>
            <a:custGeom>
              <a:avLst/>
              <a:gdLst/>
              <a:ahLst/>
              <a:cxnLst/>
              <a:rect l="l" t="t" r="r" b="b"/>
              <a:pathLst>
                <a:path w="4269" h="4592" extrusionOk="0">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75"/>
            <p:cNvSpPr/>
            <p:nvPr/>
          </p:nvSpPr>
          <p:spPr>
            <a:xfrm>
              <a:off x="3093183" y="2924407"/>
              <a:ext cx="49763" cy="99788"/>
            </a:xfrm>
            <a:custGeom>
              <a:avLst/>
              <a:gdLst/>
              <a:ahLst/>
              <a:cxnLst/>
              <a:rect l="l" t="t" r="r" b="b"/>
              <a:pathLst>
                <a:path w="1895" h="3800" extrusionOk="0">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75"/>
            <p:cNvSpPr/>
            <p:nvPr/>
          </p:nvSpPr>
          <p:spPr>
            <a:xfrm>
              <a:off x="3097201" y="2987719"/>
              <a:ext cx="71401" cy="16255"/>
            </a:xfrm>
            <a:custGeom>
              <a:avLst/>
              <a:gdLst/>
              <a:ahLst/>
              <a:cxnLst/>
              <a:rect l="l" t="t" r="r" b="b"/>
              <a:pathLst>
                <a:path w="2719" h="619" extrusionOk="0">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75"/>
            <p:cNvSpPr/>
            <p:nvPr/>
          </p:nvSpPr>
          <p:spPr>
            <a:xfrm>
              <a:off x="3311823" y="3011852"/>
              <a:ext cx="102309" cy="104068"/>
            </a:xfrm>
            <a:custGeom>
              <a:avLst/>
              <a:gdLst/>
              <a:ahLst/>
              <a:cxnLst/>
              <a:rect l="l" t="t" r="r" b="b"/>
              <a:pathLst>
                <a:path w="3896" h="3963" extrusionOk="0">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75"/>
            <p:cNvSpPr/>
            <p:nvPr/>
          </p:nvSpPr>
          <p:spPr>
            <a:xfrm>
              <a:off x="3311823" y="3011852"/>
              <a:ext cx="27415" cy="104068"/>
            </a:xfrm>
            <a:custGeom>
              <a:avLst/>
              <a:gdLst/>
              <a:ahLst/>
              <a:cxnLst/>
              <a:rect l="l" t="t" r="r" b="b"/>
              <a:pathLst>
                <a:path w="1044" h="3963" extrusionOk="0">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75"/>
            <p:cNvSpPr/>
            <p:nvPr/>
          </p:nvSpPr>
          <p:spPr>
            <a:xfrm>
              <a:off x="3306046" y="3102318"/>
              <a:ext cx="113863" cy="38235"/>
            </a:xfrm>
            <a:custGeom>
              <a:avLst/>
              <a:gdLst/>
              <a:ahLst/>
              <a:cxnLst/>
              <a:rect l="l" t="t" r="r" b="b"/>
              <a:pathLst>
                <a:path w="4336" h="1456" extrusionOk="0">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75"/>
            <p:cNvSpPr/>
            <p:nvPr/>
          </p:nvSpPr>
          <p:spPr>
            <a:xfrm>
              <a:off x="3303263" y="3184512"/>
              <a:ext cx="148054" cy="26418"/>
            </a:xfrm>
            <a:custGeom>
              <a:avLst/>
              <a:gdLst/>
              <a:ahLst/>
              <a:cxnLst/>
              <a:rect l="l" t="t" r="r" b="b"/>
              <a:pathLst>
                <a:path w="5638" h="1006" extrusionOk="0">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75"/>
            <p:cNvSpPr/>
            <p:nvPr/>
          </p:nvSpPr>
          <p:spPr>
            <a:xfrm>
              <a:off x="3289949" y="3126950"/>
              <a:ext cx="152072" cy="58586"/>
            </a:xfrm>
            <a:custGeom>
              <a:avLst/>
              <a:gdLst/>
              <a:ahLst/>
              <a:cxnLst/>
              <a:rect l="l" t="t" r="r" b="b"/>
              <a:pathLst>
                <a:path w="5791" h="2231" extrusionOk="0">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1" name="Google Shape;10981;p75"/>
            <p:cNvSpPr/>
            <p:nvPr/>
          </p:nvSpPr>
          <p:spPr>
            <a:xfrm>
              <a:off x="3289949" y="3126950"/>
              <a:ext cx="19642" cy="58586"/>
            </a:xfrm>
            <a:custGeom>
              <a:avLst/>
              <a:gdLst/>
              <a:ahLst/>
              <a:cxnLst/>
              <a:rect l="l" t="t" r="r" b="b"/>
              <a:pathLst>
                <a:path w="748" h="2231" extrusionOk="0">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2" name="Google Shape;10982;p75"/>
            <p:cNvSpPr/>
            <p:nvPr/>
          </p:nvSpPr>
          <p:spPr>
            <a:xfrm>
              <a:off x="3204761" y="3064136"/>
              <a:ext cx="27678" cy="104068"/>
            </a:xfrm>
            <a:custGeom>
              <a:avLst/>
              <a:gdLst/>
              <a:ahLst/>
              <a:cxnLst/>
              <a:rect l="l" t="t" r="r" b="b"/>
              <a:pathLst>
                <a:path w="1054" h="3963" extrusionOk="0">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75"/>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75"/>
            <p:cNvSpPr/>
            <p:nvPr/>
          </p:nvSpPr>
          <p:spPr>
            <a:xfrm>
              <a:off x="3307044" y="2903609"/>
              <a:ext cx="111868" cy="120586"/>
            </a:xfrm>
            <a:custGeom>
              <a:avLst/>
              <a:gdLst/>
              <a:ahLst/>
              <a:cxnLst/>
              <a:rect l="l" t="t" r="r" b="b"/>
              <a:pathLst>
                <a:path w="4260" h="4592" extrusionOk="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75"/>
            <p:cNvSpPr/>
            <p:nvPr/>
          </p:nvSpPr>
          <p:spPr>
            <a:xfrm>
              <a:off x="3306782" y="2924407"/>
              <a:ext cx="50052" cy="99788"/>
            </a:xfrm>
            <a:custGeom>
              <a:avLst/>
              <a:gdLst/>
              <a:ahLst/>
              <a:cxnLst/>
              <a:rect l="l" t="t" r="r" b="b"/>
              <a:pathLst>
                <a:path w="1906" h="3800" extrusionOk="0">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75"/>
            <p:cNvSpPr/>
            <p:nvPr/>
          </p:nvSpPr>
          <p:spPr>
            <a:xfrm>
              <a:off x="3289713" y="3126714"/>
              <a:ext cx="38970" cy="58586"/>
            </a:xfrm>
            <a:custGeom>
              <a:avLst/>
              <a:gdLst/>
              <a:ahLst/>
              <a:cxnLst/>
              <a:rect l="l" t="t" r="r" b="b"/>
              <a:pathLst>
                <a:path w="1484" h="2231" extrusionOk="0">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75"/>
            <p:cNvSpPr/>
            <p:nvPr/>
          </p:nvSpPr>
          <p:spPr>
            <a:xfrm>
              <a:off x="3310799" y="2987719"/>
              <a:ext cx="70666" cy="16255"/>
            </a:xfrm>
            <a:custGeom>
              <a:avLst/>
              <a:gdLst/>
              <a:ahLst/>
              <a:cxnLst/>
              <a:rect l="l" t="t" r="r" b="b"/>
              <a:pathLst>
                <a:path w="2691" h="619" extrusionOk="0">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75"/>
            <p:cNvSpPr/>
            <p:nvPr/>
          </p:nvSpPr>
          <p:spPr>
            <a:xfrm>
              <a:off x="3204761" y="3064136"/>
              <a:ext cx="102545" cy="104068"/>
            </a:xfrm>
            <a:custGeom>
              <a:avLst/>
              <a:gdLst/>
              <a:ahLst/>
              <a:cxnLst/>
              <a:rect l="l" t="t" r="r" b="b"/>
              <a:pathLst>
                <a:path w="3905" h="3963" extrusionOk="0">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75"/>
            <p:cNvSpPr/>
            <p:nvPr/>
          </p:nvSpPr>
          <p:spPr>
            <a:xfrm>
              <a:off x="3204761" y="3064136"/>
              <a:ext cx="28413" cy="104068"/>
            </a:xfrm>
            <a:custGeom>
              <a:avLst/>
              <a:gdLst/>
              <a:ahLst/>
              <a:cxnLst/>
              <a:rect l="l" t="t" r="r" b="b"/>
              <a:pathLst>
                <a:path w="1082" h="3963" extrusionOk="0">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0" name="Google Shape;10990;p75"/>
            <p:cNvSpPr/>
            <p:nvPr/>
          </p:nvSpPr>
          <p:spPr>
            <a:xfrm>
              <a:off x="3199221" y="3154339"/>
              <a:ext cx="113890" cy="38497"/>
            </a:xfrm>
            <a:custGeom>
              <a:avLst/>
              <a:gdLst/>
              <a:ahLst/>
              <a:cxnLst/>
              <a:rect l="l" t="t" r="r" b="b"/>
              <a:pathLst>
                <a:path w="4337" h="1466" extrusionOk="0">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1" name="Google Shape;10991;p75"/>
            <p:cNvSpPr/>
            <p:nvPr/>
          </p:nvSpPr>
          <p:spPr>
            <a:xfrm>
              <a:off x="3167551" y="3235272"/>
              <a:ext cx="176704" cy="27914"/>
            </a:xfrm>
            <a:custGeom>
              <a:avLst/>
              <a:gdLst/>
              <a:ahLst/>
              <a:cxnLst/>
              <a:rect l="l" t="t" r="r" b="b"/>
              <a:pathLst>
                <a:path w="6729" h="1063" extrusionOk="0">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75"/>
            <p:cNvSpPr/>
            <p:nvPr/>
          </p:nvSpPr>
          <p:spPr>
            <a:xfrm>
              <a:off x="3179631" y="3181229"/>
              <a:ext cx="152807" cy="54568"/>
            </a:xfrm>
            <a:custGeom>
              <a:avLst/>
              <a:gdLst/>
              <a:ahLst/>
              <a:cxnLst/>
              <a:rect l="l" t="t" r="r" b="b"/>
              <a:pathLst>
                <a:path w="5819" h="2078" extrusionOk="0">
                  <a:moveTo>
                    <a:pt x="565" y="1"/>
                  </a:moveTo>
                  <a:lnTo>
                    <a:pt x="0" y="2078"/>
                  </a:lnTo>
                  <a:lnTo>
                    <a:pt x="5819" y="2078"/>
                  </a:lnTo>
                  <a:lnTo>
                    <a:pt x="525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75"/>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75"/>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75"/>
            <p:cNvSpPr/>
            <p:nvPr/>
          </p:nvSpPr>
          <p:spPr>
            <a:xfrm>
              <a:off x="3200245" y="2956260"/>
              <a:ext cx="111841" cy="120218"/>
            </a:xfrm>
            <a:custGeom>
              <a:avLst/>
              <a:gdLst/>
              <a:ahLst/>
              <a:cxnLst/>
              <a:rect l="l" t="t" r="r" b="b"/>
              <a:pathLst>
                <a:path w="4259" h="4578" extrusionOk="0">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75"/>
            <p:cNvSpPr/>
            <p:nvPr/>
          </p:nvSpPr>
          <p:spPr>
            <a:xfrm>
              <a:off x="3199982" y="2976664"/>
              <a:ext cx="49789" cy="99814"/>
            </a:xfrm>
            <a:custGeom>
              <a:avLst/>
              <a:gdLst/>
              <a:ahLst/>
              <a:cxnLst/>
              <a:rect l="l" t="t" r="r" b="b"/>
              <a:pathLst>
                <a:path w="1896" h="3801" extrusionOk="0">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75"/>
            <p:cNvSpPr/>
            <p:nvPr/>
          </p:nvSpPr>
          <p:spPr>
            <a:xfrm>
              <a:off x="3204000" y="3040003"/>
              <a:ext cx="71401" cy="16255"/>
            </a:xfrm>
            <a:custGeom>
              <a:avLst/>
              <a:gdLst/>
              <a:ahLst/>
              <a:cxnLst/>
              <a:rect l="l" t="t" r="r" b="b"/>
              <a:pathLst>
                <a:path w="2719" h="619" extrusionOk="0">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75"/>
            <p:cNvSpPr/>
            <p:nvPr/>
          </p:nvSpPr>
          <p:spPr>
            <a:xfrm>
              <a:off x="3389133" y="2987719"/>
              <a:ext cx="28256" cy="8088"/>
            </a:xfrm>
            <a:custGeom>
              <a:avLst/>
              <a:gdLst/>
              <a:ahLst/>
              <a:cxnLst/>
              <a:rect l="l" t="t" r="r" b="b"/>
              <a:pathLst>
                <a:path w="1076" h="308" extrusionOk="0">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75"/>
            <p:cNvSpPr/>
            <p:nvPr/>
          </p:nvSpPr>
          <p:spPr>
            <a:xfrm>
              <a:off x="3282307" y="3040213"/>
              <a:ext cx="28282" cy="8141"/>
            </a:xfrm>
            <a:custGeom>
              <a:avLst/>
              <a:gdLst/>
              <a:ahLst/>
              <a:cxnLst/>
              <a:rect l="l" t="t" r="r" b="b"/>
              <a:pathLst>
                <a:path w="1077" h="310" extrusionOk="0">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75"/>
            <p:cNvSpPr/>
            <p:nvPr/>
          </p:nvSpPr>
          <p:spPr>
            <a:xfrm>
              <a:off x="3175508" y="2987719"/>
              <a:ext cx="28256" cy="8088"/>
            </a:xfrm>
            <a:custGeom>
              <a:avLst/>
              <a:gdLst/>
              <a:ahLst/>
              <a:cxnLst/>
              <a:rect l="l" t="t" r="r" b="b"/>
              <a:pathLst>
                <a:path w="1076" h="308" extrusionOk="0">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1" name="Google Shape;11001;p75"/>
          <p:cNvGrpSpPr/>
          <p:nvPr/>
        </p:nvGrpSpPr>
        <p:grpSpPr>
          <a:xfrm>
            <a:off x="5741031" y="3386057"/>
            <a:ext cx="394609" cy="294585"/>
            <a:chOff x="5741031" y="3386057"/>
            <a:chExt cx="394609" cy="294585"/>
          </a:xfrm>
        </p:grpSpPr>
        <p:sp>
          <p:nvSpPr>
            <p:cNvPr id="11002" name="Google Shape;11002;p75"/>
            <p:cNvSpPr/>
            <p:nvPr/>
          </p:nvSpPr>
          <p:spPr>
            <a:xfrm>
              <a:off x="6054182" y="3473766"/>
              <a:ext cx="50025" cy="43749"/>
            </a:xfrm>
            <a:custGeom>
              <a:avLst/>
              <a:gdLst/>
              <a:ahLst/>
              <a:cxnLst/>
              <a:rect l="l" t="t" r="r" b="b"/>
              <a:pathLst>
                <a:path w="1905" h="1666" extrusionOk="0">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75"/>
            <p:cNvSpPr/>
            <p:nvPr/>
          </p:nvSpPr>
          <p:spPr>
            <a:xfrm>
              <a:off x="6054182" y="3473766"/>
              <a:ext cx="34453" cy="44012"/>
            </a:xfrm>
            <a:custGeom>
              <a:avLst/>
              <a:gdLst/>
              <a:ahLst/>
              <a:cxnLst/>
              <a:rect l="l" t="t" r="r" b="b"/>
              <a:pathLst>
                <a:path w="1312" h="1676" extrusionOk="0">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4" name="Google Shape;11004;p75"/>
            <p:cNvSpPr/>
            <p:nvPr/>
          </p:nvSpPr>
          <p:spPr>
            <a:xfrm>
              <a:off x="6022775" y="3580329"/>
              <a:ext cx="112603" cy="100313"/>
            </a:xfrm>
            <a:custGeom>
              <a:avLst/>
              <a:gdLst/>
              <a:ahLst/>
              <a:cxnLst/>
              <a:rect l="l" t="t" r="r" b="b"/>
              <a:pathLst>
                <a:path w="4288" h="3820" extrusionOk="0">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75"/>
            <p:cNvSpPr/>
            <p:nvPr/>
          </p:nvSpPr>
          <p:spPr>
            <a:xfrm>
              <a:off x="6059959" y="3580066"/>
              <a:ext cx="38471" cy="25183"/>
            </a:xfrm>
            <a:custGeom>
              <a:avLst/>
              <a:gdLst/>
              <a:ahLst/>
              <a:cxnLst/>
              <a:rect l="l" t="t" r="r" b="b"/>
              <a:pathLst>
                <a:path w="1465" h="959" extrusionOk="0">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75"/>
            <p:cNvSpPr/>
            <p:nvPr/>
          </p:nvSpPr>
          <p:spPr>
            <a:xfrm>
              <a:off x="6022775" y="3613259"/>
              <a:ext cx="112603" cy="67383"/>
            </a:xfrm>
            <a:custGeom>
              <a:avLst/>
              <a:gdLst/>
              <a:ahLst/>
              <a:cxnLst/>
              <a:rect l="l" t="t" r="r" b="b"/>
              <a:pathLst>
                <a:path w="4288" h="2566" extrusionOk="0">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75"/>
            <p:cNvSpPr/>
            <p:nvPr/>
          </p:nvSpPr>
          <p:spPr>
            <a:xfrm>
              <a:off x="6035327" y="3492358"/>
              <a:ext cx="87735" cy="87735"/>
            </a:xfrm>
            <a:custGeom>
              <a:avLst/>
              <a:gdLst/>
              <a:ahLst/>
              <a:cxnLst/>
              <a:rect l="l" t="t" r="r" b="b"/>
              <a:pathLst>
                <a:path w="3341" h="3341" extrusionOk="0">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75"/>
            <p:cNvSpPr/>
            <p:nvPr/>
          </p:nvSpPr>
          <p:spPr>
            <a:xfrm>
              <a:off x="6051424" y="3492358"/>
              <a:ext cx="73397" cy="78964"/>
            </a:xfrm>
            <a:custGeom>
              <a:avLst/>
              <a:gdLst/>
              <a:ahLst/>
              <a:cxnLst/>
              <a:rect l="l" t="t" r="r" b="b"/>
              <a:pathLst>
                <a:path w="2795" h="3007" extrusionOk="0">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9" name="Google Shape;11009;p75"/>
            <p:cNvSpPr/>
            <p:nvPr/>
          </p:nvSpPr>
          <p:spPr>
            <a:xfrm>
              <a:off x="6041603" y="3531118"/>
              <a:ext cx="75182" cy="61553"/>
            </a:xfrm>
            <a:custGeom>
              <a:avLst/>
              <a:gdLst/>
              <a:ahLst/>
              <a:cxnLst/>
              <a:rect l="l" t="t" r="r" b="b"/>
              <a:pathLst>
                <a:path w="2863" h="2344" extrusionOk="0">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75"/>
            <p:cNvSpPr/>
            <p:nvPr/>
          </p:nvSpPr>
          <p:spPr>
            <a:xfrm>
              <a:off x="6041603" y="3531118"/>
              <a:ext cx="74920" cy="61054"/>
            </a:xfrm>
            <a:custGeom>
              <a:avLst/>
              <a:gdLst/>
              <a:ahLst/>
              <a:cxnLst/>
              <a:rect l="l" t="t" r="r" b="b"/>
              <a:pathLst>
                <a:path w="2853" h="2325" extrusionOk="0">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75"/>
            <p:cNvSpPr/>
            <p:nvPr/>
          </p:nvSpPr>
          <p:spPr>
            <a:xfrm>
              <a:off x="6110483" y="3625811"/>
              <a:ext cx="25157" cy="54568"/>
            </a:xfrm>
            <a:custGeom>
              <a:avLst/>
              <a:gdLst/>
              <a:ahLst/>
              <a:cxnLst/>
              <a:rect l="l" t="t" r="r" b="b"/>
              <a:pathLst>
                <a:path w="958" h="2078" extrusionOk="0">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75"/>
            <p:cNvSpPr/>
            <p:nvPr/>
          </p:nvSpPr>
          <p:spPr>
            <a:xfrm>
              <a:off x="5759886" y="3498660"/>
              <a:ext cx="31197" cy="68880"/>
            </a:xfrm>
            <a:custGeom>
              <a:avLst/>
              <a:gdLst/>
              <a:ahLst/>
              <a:cxnLst/>
              <a:rect l="l" t="t" r="r" b="b"/>
              <a:pathLst>
                <a:path w="1188" h="2623" extrusionOk="0">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75"/>
            <p:cNvSpPr/>
            <p:nvPr/>
          </p:nvSpPr>
          <p:spPr>
            <a:xfrm>
              <a:off x="5772202" y="3492121"/>
              <a:ext cx="75419" cy="75681"/>
            </a:xfrm>
            <a:custGeom>
              <a:avLst/>
              <a:gdLst/>
              <a:ahLst/>
              <a:cxnLst/>
              <a:rect l="l" t="t" r="r" b="b"/>
              <a:pathLst>
                <a:path w="2872" h="2882" extrusionOk="0">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75"/>
            <p:cNvSpPr/>
            <p:nvPr/>
          </p:nvSpPr>
          <p:spPr>
            <a:xfrm>
              <a:off x="5784754" y="3586369"/>
              <a:ext cx="37736" cy="27652"/>
            </a:xfrm>
            <a:custGeom>
              <a:avLst/>
              <a:gdLst/>
              <a:ahLst/>
              <a:cxnLst/>
              <a:rect l="l" t="t" r="r" b="b"/>
              <a:pathLst>
                <a:path w="1437" h="1053" extrusionOk="0">
                  <a:moveTo>
                    <a:pt x="1" y="0"/>
                  </a:moveTo>
                  <a:lnTo>
                    <a:pt x="1" y="1053"/>
                  </a:lnTo>
                  <a:lnTo>
                    <a:pt x="1437" y="1053"/>
                  </a:lnTo>
                  <a:lnTo>
                    <a:pt x="143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75"/>
            <p:cNvSpPr/>
            <p:nvPr/>
          </p:nvSpPr>
          <p:spPr>
            <a:xfrm>
              <a:off x="5785017" y="3586369"/>
              <a:ext cx="37736" cy="15362"/>
            </a:xfrm>
            <a:custGeom>
              <a:avLst/>
              <a:gdLst/>
              <a:ahLst/>
              <a:cxnLst/>
              <a:rect l="l" t="t" r="r" b="b"/>
              <a:pathLst>
                <a:path w="1437" h="585" extrusionOk="0">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75"/>
            <p:cNvSpPr/>
            <p:nvPr/>
          </p:nvSpPr>
          <p:spPr>
            <a:xfrm>
              <a:off x="5741031" y="3601704"/>
              <a:ext cx="125444" cy="78675"/>
            </a:xfrm>
            <a:custGeom>
              <a:avLst/>
              <a:gdLst/>
              <a:ahLst/>
              <a:cxnLst/>
              <a:rect l="l" t="t" r="r" b="b"/>
              <a:pathLst>
                <a:path w="4777" h="2996" extrusionOk="0">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75"/>
            <p:cNvSpPr/>
            <p:nvPr/>
          </p:nvSpPr>
          <p:spPr>
            <a:xfrm>
              <a:off x="5797332" y="3614257"/>
              <a:ext cx="12579" cy="66123"/>
            </a:xfrm>
            <a:custGeom>
              <a:avLst/>
              <a:gdLst/>
              <a:ahLst/>
              <a:cxnLst/>
              <a:rect l="l" t="t" r="r" b="b"/>
              <a:pathLst>
                <a:path w="479" h="2518" extrusionOk="0">
                  <a:moveTo>
                    <a:pt x="125" y="1"/>
                  </a:moveTo>
                  <a:lnTo>
                    <a:pt x="0" y="2518"/>
                  </a:lnTo>
                  <a:lnTo>
                    <a:pt x="479" y="2518"/>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75"/>
            <p:cNvSpPr/>
            <p:nvPr/>
          </p:nvSpPr>
          <p:spPr>
            <a:xfrm>
              <a:off x="5766162" y="3523791"/>
              <a:ext cx="75182" cy="68880"/>
            </a:xfrm>
            <a:custGeom>
              <a:avLst/>
              <a:gdLst/>
              <a:ahLst/>
              <a:cxnLst/>
              <a:rect l="l" t="t" r="r" b="b"/>
              <a:pathLst>
                <a:path w="2863" h="2623" extrusionOk="0">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75"/>
            <p:cNvSpPr/>
            <p:nvPr/>
          </p:nvSpPr>
          <p:spPr>
            <a:xfrm>
              <a:off x="5766162" y="3523791"/>
              <a:ext cx="74920" cy="67383"/>
            </a:xfrm>
            <a:custGeom>
              <a:avLst/>
              <a:gdLst/>
              <a:ahLst/>
              <a:cxnLst/>
              <a:rect l="l" t="t" r="r" b="b"/>
              <a:pathLst>
                <a:path w="2853" h="2566" extrusionOk="0">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75"/>
            <p:cNvSpPr/>
            <p:nvPr/>
          </p:nvSpPr>
          <p:spPr>
            <a:xfrm>
              <a:off x="5797595" y="3614257"/>
              <a:ext cx="12579" cy="12605"/>
            </a:xfrm>
            <a:custGeom>
              <a:avLst/>
              <a:gdLst/>
              <a:ahLst/>
              <a:cxnLst/>
              <a:rect l="l" t="t" r="r" b="b"/>
              <a:pathLst>
                <a:path w="479" h="480" extrusionOk="0">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75"/>
            <p:cNvSpPr/>
            <p:nvPr/>
          </p:nvSpPr>
          <p:spPr>
            <a:xfrm>
              <a:off x="5778241" y="3596715"/>
              <a:ext cx="25656" cy="26286"/>
            </a:xfrm>
            <a:custGeom>
              <a:avLst/>
              <a:gdLst/>
              <a:ahLst/>
              <a:cxnLst/>
              <a:rect l="l" t="t" r="r" b="b"/>
              <a:pathLst>
                <a:path w="977" h="1001" extrusionOk="0">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75"/>
            <p:cNvSpPr/>
            <p:nvPr/>
          </p:nvSpPr>
          <p:spPr>
            <a:xfrm>
              <a:off x="5803871" y="3596715"/>
              <a:ext cx="25656" cy="26286"/>
            </a:xfrm>
            <a:custGeom>
              <a:avLst/>
              <a:gdLst/>
              <a:ahLst/>
              <a:cxnLst/>
              <a:rect l="l" t="t" r="r" b="b"/>
              <a:pathLst>
                <a:path w="977" h="1001" extrusionOk="0">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75"/>
            <p:cNvSpPr/>
            <p:nvPr/>
          </p:nvSpPr>
          <p:spPr>
            <a:xfrm>
              <a:off x="5847857" y="3386057"/>
              <a:ext cx="187234" cy="219192"/>
            </a:xfrm>
            <a:custGeom>
              <a:avLst/>
              <a:gdLst/>
              <a:ahLst/>
              <a:cxnLst/>
              <a:rect l="l" t="t" r="r" b="b"/>
              <a:pathLst>
                <a:path w="7130" h="8347" extrusionOk="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75"/>
            <p:cNvSpPr/>
            <p:nvPr/>
          </p:nvSpPr>
          <p:spPr>
            <a:xfrm>
              <a:off x="5891816" y="3386057"/>
              <a:ext cx="143275" cy="219192"/>
            </a:xfrm>
            <a:custGeom>
              <a:avLst/>
              <a:gdLst/>
              <a:ahLst/>
              <a:cxnLst/>
              <a:rect l="l" t="t" r="r" b="b"/>
              <a:pathLst>
                <a:path w="5456" h="8347" extrusionOk="0">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75"/>
            <p:cNvSpPr/>
            <p:nvPr/>
          </p:nvSpPr>
          <p:spPr>
            <a:xfrm>
              <a:off x="5835042" y="3555198"/>
              <a:ext cx="212890" cy="125181"/>
            </a:xfrm>
            <a:custGeom>
              <a:avLst/>
              <a:gdLst/>
              <a:ahLst/>
              <a:cxnLst/>
              <a:rect l="l" t="t" r="r" b="b"/>
              <a:pathLst>
                <a:path w="8107" h="4767" extrusionOk="0">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75"/>
            <p:cNvSpPr/>
            <p:nvPr/>
          </p:nvSpPr>
          <p:spPr>
            <a:xfrm>
              <a:off x="5835042" y="3600181"/>
              <a:ext cx="212890" cy="80198"/>
            </a:xfrm>
            <a:custGeom>
              <a:avLst/>
              <a:gdLst/>
              <a:ahLst/>
              <a:cxnLst/>
              <a:rect l="l" t="t" r="r" b="b"/>
              <a:pathLst>
                <a:path w="8107" h="3054" extrusionOk="0">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75"/>
            <p:cNvSpPr/>
            <p:nvPr/>
          </p:nvSpPr>
          <p:spPr>
            <a:xfrm>
              <a:off x="5910172" y="3555198"/>
              <a:ext cx="62604" cy="25105"/>
            </a:xfrm>
            <a:custGeom>
              <a:avLst/>
              <a:gdLst/>
              <a:ahLst/>
              <a:cxnLst/>
              <a:rect l="l" t="t" r="r" b="b"/>
              <a:pathLst>
                <a:path w="2384" h="956" extrusionOk="0">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75"/>
            <p:cNvSpPr/>
            <p:nvPr/>
          </p:nvSpPr>
          <p:spPr>
            <a:xfrm>
              <a:off x="5878765" y="3449764"/>
              <a:ext cx="125418" cy="117907"/>
            </a:xfrm>
            <a:custGeom>
              <a:avLst/>
              <a:gdLst/>
              <a:ahLst/>
              <a:cxnLst/>
              <a:rect l="l" t="t" r="r" b="b"/>
              <a:pathLst>
                <a:path w="4776" h="4490" extrusionOk="0">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9" name="Google Shape;11029;p75"/>
            <p:cNvSpPr/>
            <p:nvPr/>
          </p:nvSpPr>
          <p:spPr>
            <a:xfrm>
              <a:off x="5878765" y="3449764"/>
              <a:ext cx="122398" cy="117277"/>
            </a:xfrm>
            <a:custGeom>
              <a:avLst/>
              <a:gdLst/>
              <a:ahLst/>
              <a:cxnLst/>
              <a:rect l="l" t="t" r="r" b="b"/>
              <a:pathLst>
                <a:path w="4661" h="4466" extrusionOk="0">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75"/>
            <p:cNvSpPr/>
            <p:nvPr/>
          </p:nvSpPr>
          <p:spPr>
            <a:xfrm>
              <a:off x="5835042" y="3620796"/>
              <a:ext cx="43986" cy="59584"/>
            </a:xfrm>
            <a:custGeom>
              <a:avLst/>
              <a:gdLst/>
              <a:ahLst/>
              <a:cxnLst/>
              <a:rect l="l" t="t" r="r" b="b"/>
              <a:pathLst>
                <a:path w="1675" h="2269" extrusionOk="0">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75"/>
            <p:cNvSpPr/>
            <p:nvPr/>
          </p:nvSpPr>
          <p:spPr>
            <a:xfrm>
              <a:off x="6003920" y="3620796"/>
              <a:ext cx="44012" cy="59584"/>
            </a:xfrm>
            <a:custGeom>
              <a:avLst/>
              <a:gdLst/>
              <a:ahLst/>
              <a:cxnLst/>
              <a:rect l="l" t="t" r="r" b="b"/>
              <a:pathLst>
                <a:path w="1676" h="2269" extrusionOk="0">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32" name="Google Shape;11032;p75"/>
          <p:cNvSpPr/>
          <p:nvPr/>
        </p:nvSpPr>
        <p:spPr>
          <a:xfrm>
            <a:off x="6560317" y="3564757"/>
            <a:ext cx="13366" cy="86711"/>
          </a:xfrm>
          <a:custGeom>
            <a:avLst/>
            <a:gdLst/>
            <a:ahLst/>
            <a:cxnLst/>
            <a:rect l="l" t="t" r="r" b="b"/>
            <a:pathLst>
              <a:path w="509" h="3302" extrusionOk="0">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33" name="Google Shape;11033;p75"/>
          <p:cNvGrpSpPr/>
          <p:nvPr/>
        </p:nvGrpSpPr>
        <p:grpSpPr>
          <a:xfrm>
            <a:off x="6179074" y="3368726"/>
            <a:ext cx="394609" cy="328749"/>
            <a:chOff x="6179074" y="3368726"/>
            <a:chExt cx="394609" cy="328749"/>
          </a:xfrm>
        </p:grpSpPr>
        <p:sp>
          <p:nvSpPr>
            <p:cNvPr id="11034" name="Google Shape;11034;p75"/>
            <p:cNvSpPr/>
            <p:nvPr/>
          </p:nvSpPr>
          <p:spPr>
            <a:xfrm>
              <a:off x="6363052"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75"/>
            <p:cNvSpPr/>
            <p:nvPr/>
          </p:nvSpPr>
          <p:spPr>
            <a:xfrm>
              <a:off x="6361791"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75"/>
            <p:cNvSpPr/>
            <p:nvPr/>
          </p:nvSpPr>
          <p:spPr>
            <a:xfrm>
              <a:off x="6336660" y="3442096"/>
              <a:ext cx="79174" cy="97556"/>
            </a:xfrm>
            <a:custGeom>
              <a:avLst/>
              <a:gdLst/>
              <a:ahLst/>
              <a:cxnLst/>
              <a:rect l="l" t="t" r="r" b="b"/>
              <a:pathLst>
                <a:path w="3015" h="3715" extrusionOk="0">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75"/>
            <p:cNvSpPr/>
            <p:nvPr/>
          </p:nvSpPr>
          <p:spPr>
            <a:xfrm>
              <a:off x="6349974"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75"/>
            <p:cNvSpPr/>
            <p:nvPr/>
          </p:nvSpPr>
          <p:spPr>
            <a:xfrm>
              <a:off x="6336897" y="3452915"/>
              <a:ext cx="13104" cy="86973"/>
            </a:xfrm>
            <a:custGeom>
              <a:avLst/>
              <a:gdLst/>
              <a:ahLst/>
              <a:cxnLst/>
              <a:rect l="l" t="t" r="r" b="b"/>
              <a:pathLst>
                <a:path w="499" h="3312" extrusionOk="0">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75"/>
            <p:cNvSpPr/>
            <p:nvPr/>
          </p:nvSpPr>
          <p:spPr>
            <a:xfrm>
              <a:off x="6402494" y="3452915"/>
              <a:ext cx="13340" cy="86973"/>
            </a:xfrm>
            <a:custGeom>
              <a:avLst/>
              <a:gdLst/>
              <a:ahLst/>
              <a:cxnLst/>
              <a:rect l="l" t="t" r="r" b="b"/>
              <a:pathLst>
                <a:path w="508" h="3312" extrusionOk="0">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75"/>
            <p:cNvSpPr/>
            <p:nvPr/>
          </p:nvSpPr>
          <p:spPr>
            <a:xfrm>
              <a:off x="6356014" y="3434691"/>
              <a:ext cx="40493" cy="105198"/>
            </a:xfrm>
            <a:custGeom>
              <a:avLst/>
              <a:gdLst/>
              <a:ahLst/>
              <a:cxnLst/>
              <a:rect l="l" t="t" r="r" b="b"/>
              <a:pathLst>
                <a:path w="1542" h="4006" extrusionOk="0">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75"/>
            <p:cNvSpPr/>
            <p:nvPr/>
          </p:nvSpPr>
          <p:spPr>
            <a:xfrm>
              <a:off x="6373109" y="3552913"/>
              <a:ext cx="6775" cy="98554"/>
            </a:xfrm>
            <a:custGeom>
              <a:avLst/>
              <a:gdLst/>
              <a:ahLst/>
              <a:cxnLst/>
              <a:rect l="l" t="t" r="r" b="b"/>
              <a:pathLst>
                <a:path w="258" h="3753" extrusionOk="0">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75"/>
            <p:cNvSpPr/>
            <p:nvPr/>
          </p:nvSpPr>
          <p:spPr>
            <a:xfrm>
              <a:off x="6349974" y="3368726"/>
              <a:ext cx="52546" cy="59321"/>
            </a:xfrm>
            <a:custGeom>
              <a:avLst/>
              <a:gdLst/>
              <a:ahLst/>
              <a:cxnLst/>
              <a:rect l="l" t="t" r="r" b="b"/>
              <a:pathLst>
                <a:path w="2001" h="2259" extrusionOk="0">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75"/>
            <p:cNvSpPr/>
            <p:nvPr/>
          </p:nvSpPr>
          <p:spPr>
            <a:xfrm>
              <a:off x="6349974" y="3368726"/>
              <a:ext cx="36213" cy="59269"/>
            </a:xfrm>
            <a:custGeom>
              <a:avLst/>
              <a:gdLst/>
              <a:ahLst/>
              <a:cxnLst/>
              <a:rect l="l" t="t" r="r" b="b"/>
              <a:pathLst>
                <a:path w="1379" h="2257" extrusionOk="0">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75"/>
            <p:cNvSpPr/>
            <p:nvPr/>
          </p:nvSpPr>
          <p:spPr>
            <a:xfrm>
              <a:off x="6349974" y="3368726"/>
              <a:ext cx="52546" cy="26418"/>
            </a:xfrm>
            <a:custGeom>
              <a:avLst/>
              <a:gdLst/>
              <a:ahLst/>
              <a:cxnLst/>
              <a:rect l="l" t="t" r="r" b="b"/>
              <a:pathLst>
                <a:path w="2001" h="1006" extrusionOk="0">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75"/>
            <p:cNvSpPr/>
            <p:nvPr/>
          </p:nvSpPr>
          <p:spPr>
            <a:xfrm>
              <a:off x="6349974" y="3368726"/>
              <a:ext cx="36213" cy="24159"/>
            </a:xfrm>
            <a:custGeom>
              <a:avLst/>
              <a:gdLst/>
              <a:ahLst/>
              <a:cxnLst/>
              <a:rect l="l" t="t" r="r" b="b"/>
              <a:pathLst>
                <a:path w="1379" h="920" extrusionOk="0">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75"/>
            <p:cNvSpPr/>
            <p:nvPr/>
          </p:nvSpPr>
          <p:spPr>
            <a:xfrm>
              <a:off x="6468354"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75"/>
            <p:cNvSpPr/>
            <p:nvPr/>
          </p:nvSpPr>
          <p:spPr>
            <a:xfrm>
              <a:off x="6467094"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75"/>
            <p:cNvSpPr/>
            <p:nvPr/>
          </p:nvSpPr>
          <p:spPr>
            <a:xfrm>
              <a:off x="6441963" y="3442096"/>
              <a:ext cx="78938" cy="97556"/>
            </a:xfrm>
            <a:custGeom>
              <a:avLst/>
              <a:gdLst/>
              <a:ahLst/>
              <a:cxnLst/>
              <a:rect l="l" t="t" r="r" b="b"/>
              <a:pathLst>
                <a:path w="3006" h="3715" extrusionOk="0">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75"/>
            <p:cNvSpPr/>
            <p:nvPr/>
          </p:nvSpPr>
          <p:spPr>
            <a:xfrm>
              <a:off x="6455277"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75"/>
            <p:cNvSpPr/>
            <p:nvPr/>
          </p:nvSpPr>
          <p:spPr>
            <a:xfrm>
              <a:off x="6441963" y="3452915"/>
              <a:ext cx="13340" cy="86973"/>
            </a:xfrm>
            <a:custGeom>
              <a:avLst/>
              <a:gdLst/>
              <a:ahLst/>
              <a:cxnLst/>
              <a:rect l="l" t="t" r="r" b="b"/>
              <a:pathLst>
                <a:path w="508" h="3312" extrusionOk="0">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75"/>
            <p:cNvSpPr/>
            <p:nvPr/>
          </p:nvSpPr>
          <p:spPr>
            <a:xfrm>
              <a:off x="6507797" y="3452915"/>
              <a:ext cx="13104" cy="86973"/>
            </a:xfrm>
            <a:custGeom>
              <a:avLst/>
              <a:gdLst/>
              <a:ahLst/>
              <a:cxnLst/>
              <a:rect l="l" t="t" r="r" b="b"/>
              <a:pathLst>
                <a:path w="499" h="3312" extrusionOk="0">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75"/>
            <p:cNvSpPr/>
            <p:nvPr/>
          </p:nvSpPr>
          <p:spPr>
            <a:xfrm>
              <a:off x="6461317" y="3434691"/>
              <a:ext cx="40493" cy="105198"/>
            </a:xfrm>
            <a:custGeom>
              <a:avLst/>
              <a:gdLst/>
              <a:ahLst/>
              <a:cxnLst/>
              <a:rect l="l" t="t" r="r" b="b"/>
              <a:pathLst>
                <a:path w="1542" h="4006" extrusionOk="0">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75"/>
            <p:cNvSpPr/>
            <p:nvPr/>
          </p:nvSpPr>
          <p:spPr>
            <a:xfrm>
              <a:off x="6478412" y="3552913"/>
              <a:ext cx="6539" cy="98554"/>
            </a:xfrm>
            <a:custGeom>
              <a:avLst/>
              <a:gdLst/>
              <a:ahLst/>
              <a:cxnLst/>
              <a:rect l="l" t="t" r="r" b="b"/>
              <a:pathLst>
                <a:path w="249" h="3753" extrusionOk="0">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75"/>
            <p:cNvSpPr/>
            <p:nvPr/>
          </p:nvSpPr>
          <p:spPr>
            <a:xfrm>
              <a:off x="6455277" y="3368726"/>
              <a:ext cx="52546" cy="59321"/>
            </a:xfrm>
            <a:custGeom>
              <a:avLst/>
              <a:gdLst/>
              <a:ahLst/>
              <a:cxnLst/>
              <a:rect l="l" t="t" r="r" b="b"/>
              <a:pathLst>
                <a:path w="2001" h="2259" extrusionOk="0">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75"/>
            <p:cNvSpPr/>
            <p:nvPr/>
          </p:nvSpPr>
          <p:spPr>
            <a:xfrm>
              <a:off x="6455277" y="3368726"/>
              <a:ext cx="36213" cy="59269"/>
            </a:xfrm>
            <a:custGeom>
              <a:avLst/>
              <a:gdLst/>
              <a:ahLst/>
              <a:cxnLst/>
              <a:rect l="l" t="t" r="r" b="b"/>
              <a:pathLst>
                <a:path w="1379" h="2257" extrusionOk="0">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75"/>
            <p:cNvSpPr/>
            <p:nvPr/>
          </p:nvSpPr>
          <p:spPr>
            <a:xfrm>
              <a:off x="6455277" y="3368726"/>
              <a:ext cx="52546" cy="26418"/>
            </a:xfrm>
            <a:custGeom>
              <a:avLst/>
              <a:gdLst/>
              <a:ahLst/>
              <a:cxnLst/>
              <a:rect l="l" t="t" r="r" b="b"/>
              <a:pathLst>
                <a:path w="2001" h="1006" extrusionOk="0">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75"/>
            <p:cNvSpPr/>
            <p:nvPr/>
          </p:nvSpPr>
          <p:spPr>
            <a:xfrm>
              <a:off x="6455277" y="3368726"/>
              <a:ext cx="36213" cy="24159"/>
            </a:xfrm>
            <a:custGeom>
              <a:avLst/>
              <a:gdLst/>
              <a:ahLst/>
              <a:cxnLst/>
              <a:rect l="l" t="t" r="r" b="b"/>
              <a:pathLst>
                <a:path w="1379" h="920" extrusionOk="0">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75"/>
            <p:cNvSpPr/>
            <p:nvPr/>
          </p:nvSpPr>
          <p:spPr>
            <a:xfrm>
              <a:off x="6257985" y="3421508"/>
              <a:ext cx="26181" cy="26155"/>
            </a:xfrm>
            <a:custGeom>
              <a:avLst/>
              <a:gdLst/>
              <a:ahLst/>
              <a:cxnLst/>
              <a:rect l="l" t="t" r="r" b="b"/>
              <a:pathLst>
                <a:path w="997" h="996" extrusionOk="0">
                  <a:moveTo>
                    <a:pt x="1" y="0"/>
                  </a:moveTo>
                  <a:lnTo>
                    <a:pt x="1" y="995"/>
                  </a:lnTo>
                  <a:lnTo>
                    <a:pt x="996" y="99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75"/>
            <p:cNvSpPr/>
            <p:nvPr/>
          </p:nvSpPr>
          <p:spPr>
            <a:xfrm>
              <a:off x="6256725" y="3421508"/>
              <a:ext cx="28676" cy="19695"/>
            </a:xfrm>
            <a:custGeom>
              <a:avLst/>
              <a:gdLst/>
              <a:ahLst/>
              <a:cxnLst/>
              <a:rect l="l" t="t" r="r" b="b"/>
              <a:pathLst>
                <a:path w="1092" h="750" extrusionOk="0">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75"/>
            <p:cNvSpPr/>
            <p:nvPr/>
          </p:nvSpPr>
          <p:spPr>
            <a:xfrm>
              <a:off x="6231594" y="3442096"/>
              <a:ext cx="78964" cy="97556"/>
            </a:xfrm>
            <a:custGeom>
              <a:avLst/>
              <a:gdLst/>
              <a:ahLst/>
              <a:cxnLst/>
              <a:rect l="l" t="t" r="r" b="b"/>
              <a:pathLst>
                <a:path w="3007" h="3715" extrusionOk="0">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75"/>
            <p:cNvSpPr/>
            <p:nvPr/>
          </p:nvSpPr>
          <p:spPr>
            <a:xfrm>
              <a:off x="6244672" y="3539862"/>
              <a:ext cx="52809" cy="111605"/>
            </a:xfrm>
            <a:custGeom>
              <a:avLst/>
              <a:gdLst/>
              <a:ahLst/>
              <a:cxnLst/>
              <a:rect l="l" t="t" r="r" b="b"/>
              <a:pathLst>
                <a:path w="2011" h="4250" extrusionOk="0">
                  <a:moveTo>
                    <a:pt x="1" y="1"/>
                  </a:moveTo>
                  <a:lnTo>
                    <a:pt x="1" y="4250"/>
                  </a:lnTo>
                  <a:lnTo>
                    <a:pt x="2010" y="4250"/>
                  </a:lnTo>
                  <a:lnTo>
                    <a:pt x="2010"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75"/>
            <p:cNvSpPr/>
            <p:nvPr/>
          </p:nvSpPr>
          <p:spPr>
            <a:xfrm>
              <a:off x="6231594" y="3452915"/>
              <a:ext cx="13104" cy="86973"/>
            </a:xfrm>
            <a:custGeom>
              <a:avLst/>
              <a:gdLst/>
              <a:ahLst/>
              <a:cxnLst/>
              <a:rect l="l" t="t" r="r" b="b"/>
              <a:pathLst>
                <a:path w="499" h="3312" extrusionOk="0">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75"/>
            <p:cNvSpPr/>
            <p:nvPr/>
          </p:nvSpPr>
          <p:spPr>
            <a:xfrm>
              <a:off x="6297454" y="3452915"/>
              <a:ext cx="13104" cy="86973"/>
            </a:xfrm>
            <a:custGeom>
              <a:avLst/>
              <a:gdLst/>
              <a:ahLst/>
              <a:cxnLst/>
              <a:rect l="l" t="t" r="r" b="b"/>
              <a:pathLst>
                <a:path w="499" h="3312" extrusionOk="0">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75"/>
            <p:cNvSpPr/>
            <p:nvPr/>
          </p:nvSpPr>
          <p:spPr>
            <a:xfrm>
              <a:off x="6250948" y="3434691"/>
              <a:ext cx="40257" cy="105198"/>
            </a:xfrm>
            <a:custGeom>
              <a:avLst/>
              <a:gdLst/>
              <a:ahLst/>
              <a:cxnLst/>
              <a:rect l="l" t="t" r="r" b="b"/>
              <a:pathLst>
                <a:path w="1533" h="4006" extrusionOk="0">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75"/>
            <p:cNvSpPr/>
            <p:nvPr/>
          </p:nvSpPr>
          <p:spPr>
            <a:xfrm>
              <a:off x="6268043" y="3552913"/>
              <a:ext cx="6565" cy="98554"/>
            </a:xfrm>
            <a:custGeom>
              <a:avLst/>
              <a:gdLst/>
              <a:ahLst/>
              <a:cxnLst/>
              <a:rect l="l" t="t" r="r" b="b"/>
              <a:pathLst>
                <a:path w="250" h="3753" extrusionOk="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75"/>
            <p:cNvSpPr/>
            <p:nvPr/>
          </p:nvSpPr>
          <p:spPr>
            <a:xfrm>
              <a:off x="6244672" y="3368726"/>
              <a:ext cx="52809" cy="59321"/>
            </a:xfrm>
            <a:custGeom>
              <a:avLst/>
              <a:gdLst/>
              <a:ahLst/>
              <a:cxnLst/>
              <a:rect l="l" t="t" r="r" b="b"/>
              <a:pathLst>
                <a:path w="2011" h="2259" extrusionOk="0">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75"/>
            <p:cNvSpPr/>
            <p:nvPr/>
          </p:nvSpPr>
          <p:spPr>
            <a:xfrm>
              <a:off x="6244934" y="3368726"/>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75"/>
            <p:cNvSpPr/>
            <p:nvPr/>
          </p:nvSpPr>
          <p:spPr>
            <a:xfrm>
              <a:off x="6244672" y="3368726"/>
              <a:ext cx="52809" cy="26418"/>
            </a:xfrm>
            <a:custGeom>
              <a:avLst/>
              <a:gdLst/>
              <a:ahLst/>
              <a:cxnLst/>
              <a:rect l="l" t="t" r="r" b="b"/>
              <a:pathLst>
                <a:path w="2011" h="1006" extrusionOk="0">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75"/>
            <p:cNvSpPr/>
            <p:nvPr/>
          </p:nvSpPr>
          <p:spPr>
            <a:xfrm>
              <a:off x="6244934" y="3368726"/>
              <a:ext cx="35950" cy="24159"/>
            </a:xfrm>
            <a:custGeom>
              <a:avLst/>
              <a:gdLst/>
              <a:ahLst/>
              <a:cxnLst/>
              <a:rect l="l" t="t" r="r" b="b"/>
              <a:pathLst>
                <a:path w="1369" h="920" extrusionOk="0">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75"/>
            <p:cNvSpPr/>
            <p:nvPr/>
          </p:nvSpPr>
          <p:spPr>
            <a:xfrm>
              <a:off x="6205229"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75"/>
            <p:cNvSpPr/>
            <p:nvPr/>
          </p:nvSpPr>
          <p:spPr>
            <a:xfrm>
              <a:off x="6203969" y="3533087"/>
              <a:ext cx="28912" cy="19931"/>
            </a:xfrm>
            <a:custGeom>
              <a:avLst/>
              <a:gdLst/>
              <a:ahLst/>
              <a:cxnLst/>
              <a:rect l="l" t="t" r="r" b="b"/>
              <a:pathLst>
                <a:path w="1101" h="759" extrusionOk="0">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75"/>
            <p:cNvSpPr/>
            <p:nvPr/>
          </p:nvSpPr>
          <p:spPr>
            <a:xfrm>
              <a:off x="6179074" y="3553938"/>
              <a:ext cx="78938" cy="97530"/>
            </a:xfrm>
            <a:custGeom>
              <a:avLst/>
              <a:gdLst/>
              <a:ahLst/>
              <a:cxnLst/>
              <a:rect l="l" t="t" r="r" b="b"/>
              <a:pathLst>
                <a:path w="3006" h="3714" extrusionOk="0">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75"/>
            <p:cNvSpPr/>
            <p:nvPr/>
          </p:nvSpPr>
          <p:spPr>
            <a:xfrm>
              <a:off x="6192152" y="3651441"/>
              <a:ext cx="52546" cy="46034"/>
            </a:xfrm>
            <a:custGeom>
              <a:avLst/>
              <a:gdLst/>
              <a:ahLst/>
              <a:cxnLst/>
              <a:rect l="l" t="t" r="r" b="b"/>
              <a:pathLst>
                <a:path w="2001" h="1753" extrusionOk="0">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75"/>
            <p:cNvSpPr/>
            <p:nvPr/>
          </p:nvSpPr>
          <p:spPr>
            <a:xfrm>
              <a:off x="6179074" y="3564757"/>
              <a:ext cx="13104" cy="86711"/>
            </a:xfrm>
            <a:custGeom>
              <a:avLst/>
              <a:gdLst/>
              <a:ahLst/>
              <a:cxnLst/>
              <a:rect l="l" t="t" r="r" b="b"/>
              <a:pathLst>
                <a:path w="499" h="3302" extrusionOk="0">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75"/>
            <p:cNvSpPr/>
            <p:nvPr/>
          </p:nvSpPr>
          <p:spPr>
            <a:xfrm>
              <a:off x="6244672" y="3564757"/>
              <a:ext cx="13340" cy="86711"/>
            </a:xfrm>
            <a:custGeom>
              <a:avLst/>
              <a:gdLst/>
              <a:ahLst/>
              <a:cxnLst/>
              <a:rect l="l" t="t" r="r" b="b"/>
              <a:pathLst>
                <a:path w="508" h="3302" extrusionOk="0">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75"/>
            <p:cNvSpPr/>
            <p:nvPr/>
          </p:nvSpPr>
          <p:spPr>
            <a:xfrm>
              <a:off x="6198191" y="3546270"/>
              <a:ext cx="40467" cy="105198"/>
            </a:xfrm>
            <a:custGeom>
              <a:avLst/>
              <a:gdLst/>
              <a:ahLst/>
              <a:cxnLst/>
              <a:rect l="l" t="t" r="r" b="b"/>
              <a:pathLst>
                <a:path w="1541" h="4006" extrusionOk="0">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75"/>
            <p:cNvSpPr/>
            <p:nvPr/>
          </p:nvSpPr>
          <p:spPr>
            <a:xfrm>
              <a:off x="6215260" y="3664755"/>
              <a:ext cx="6565" cy="32720"/>
            </a:xfrm>
            <a:custGeom>
              <a:avLst/>
              <a:gdLst/>
              <a:ahLst/>
              <a:cxnLst/>
              <a:rect l="l" t="t" r="r" b="b"/>
              <a:pathLst>
                <a:path w="250" h="1246" extrusionOk="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75"/>
            <p:cNvSpPr/>
            <p:nvPr/>
          </p:nvSpPr>
          <p:spPr>
            <a:xfrm>
              <a:off x="6192152"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75"/>
            <p:cNvSpPr/>
            <p:nvPr/>
          </p:nvSpPr>
          <p:spPr>
            <a:xfrm>
              <a:off x="6192204" y="3480567"/>
              <a:ext cx="36160" cy="59269"/>
            </a:xfrm>
            <a:custGeom>
              <a:avLst/>
              <a:gdLst/>
              <a:ahLst/>
              <a:cxnLst/>
              <a:rect l="l" t="t" r="r" b="b"/>
              <a:pathLst>
                <a:path w="1377" h="2257" extrusionOk="0">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75"/>
            <p:cNvSpPr/>
            <p:nvPr/>
          </p:nvSpPr>
          <p:spPr>
            <a:xfrm>
              <a:off x="6192152" y="3480567"/>
              <a:ext cx="52546" cy="26418"/>
            </a:xfrm>
            <a:custGeom>
              <a:avLst/>
              <a:gdLst/>
              <a:ahLst/>
              <a:cxnLst/>
              <a:rect l="l" t="t" r="r" b="b"/>
              <a:pathLst>
                <a:path w="2001" h="1006" extrusionOk="0">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75"/>
            <p:cNvSpPr/>
            <p:nvPr/>
          </p:nvSpPr>
          <p:spPr>
            <a:xfrm>
              <a:off x="6192414" y="3480567"/>
              <a:ext cx="35950" cy="23897"/>
            </a:xfrm>
            <a:custGeom>
              <a:avLst/>
              <a:gdLst/>
              <a:ahLst/>
              <a:cxnLst/>
              <a:rect l="l" t="t" r="r" b="b"/>
              <a:pathLst>
                <a:path w="1369" h="910" extrusionOk="0">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75"/>
            <p:cNvSpPr/>
            <p:nvPr/>
          </p:nvSpPr>
          <p:spPr>
            <a:xfrm>
              <a:off x="6310532"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75"/>
            <p:cNvSpPr/>
            <p:nvPr/>
          </p:nvSpPr>
          <p:spPr>
            <a:xfrm>
              <a:off x="6309271" y="3533087"/>
              <a:ext cx="28912" cy="19931"/>
            </a:xfrm>
            <a:custGeom>
              <a:avLst/>
              <a:gdLst/>
              <a:ahLst/>
              <a:cxnLst/>
              <a:rect l="l" t="t" r="r" b="b"/>
              <a:pathLst>
                <a:path w="1101" h="759" extrusionOk="0">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75"/>
            <p:cNvSpPr/>
            <p:nvPr/>
          </p:nvSpPr>
          <p:spPr>
            <a:xfrm>
              <a:off x="6284140"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75"/>
            <p:cNvSpPr/>
            <p:nvPr/>
          </p:nvSpPr>
          <p:spPr>
            <a:xfrm>
              <a:off x="6297454"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75"/>
            <p:cNvSpPr/>
            <p:nvPr/>
          </p:nvSpPr>
          <p:spPr>
            <a:xfrm>
              <a:off x="6297454" y="3480567"/>
              <a:ext cx="36213" cy="59269"/>
            </a:xfrm>
            <a:custGeom>
              <a:avLst/>
              <a:gdLst/>
              <a:ahLst/>
              <a:cxnLst/>
              <a:rect l="l" t="t" r="r" b="b"/>
              <a:pathLst>
                <a:path w="1379" h="2257" extrusionOk="0">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75"/>
            <p:cNvSpPr/>
            <p:nvPr/>
          </p:nvSpPr>
          <p:spPr>
            <a:xfrm>
              <a:off x="6297454" y="3651441"/>
              <a:ext cx="52546" cy="46034"/>
            </a:xfrm>
            <a:custGeom>
              <a:avLst/>
              <a:gdLst/>
              <a:ahLst/>
              <a:cxnLst/>
              <a:rect l="l" t="t" r="r" b="b"/>
              <a:pathLst>
                <a:path w="2001" h="1753" extrusionOk="0">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75"/>
            <p:cNvSpPr/>
            <p:nvPr/>
          </p:nvSpPr>
          <p:spPr>
            <a:xfrm>
              <a:off x="6284140" y="3564757"/>
              <a:ext cx="13340" cy="86711"/>
            </a:xfrm>
            <a:custGeom>
              <a:avLst/>
              <a:gdLst/>
              <a:ahLst/>
              <a:cxnLst/>
              <a:rect l="l" t="t" r="r" b="b"/>
              <a:pathLst>
                <a:path w="508" h="3302" extrusionOk="0">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75"/>
            <p:cNvSpPr/>
            <p:nvPr/>
          </p:nvSpPr>
          <p:spPr>
            <a:xfrm>
              <a:off x="6349974" y="3564757"/>
              <a:ext cx="13104" cy="86711"/>
            </a:xfrm>
            <a:custGeom>
              <a:avLst/>
              <a:gdLst/>
              <a:ahLst/>
              <a:cxnLst/>
              <a:rect l="l" t="t" r="r" b="b"/>
              <a:pathLst>
                <a:path w="499" h="3302" extrusionOk="0">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75"/>
            <p:cNvSpPr/>
            <p:nvPr/>
          </p:nvSpPr>
          <p:spPr>
            <a:xfrm>
              <a:off x="6303494" y="3546532"/>
              <a:ext cx="40467" cy="104935"/>
            </a:xfrm>
            <a:custGeom>
              <a:avLst/>
              <a:gdLst/>
              <a:ahLst/>
              <a:cxnLst/>
              <a:rect l="l" t="t" r="r" b="b"/>
              <a:pathLst>
                <a:path w="1541" h="3996" extrusionOk="0">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75"/>
            <p:cNvSpPr/>
            <p:nvPr/>
          </p:nvSpPr>
          <p:spPr>
            <a:xfrm>
              <a:off x="6320563" y="3664755"/>
              <a:ext cx="6565" cy="32720"/>
            </a:xfrm>
            <a:custGeom>
              <a:avLst/>
              <a:gdLst/>
              <a:ahLst/>
              <a:cxnLst/>
              <a:rect l="l" t="t" r="r" b="b"/>
              <a:pathLst>
                <a:path w="250" h="1246" extrusionOk="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75"/>
            <p:cNvSpPr/>
            <p:nvPr/>
          </p:nvSpPr>
          <p:spPr>
            <a:xfrm>
              <a:off x="6297454" y="3480567"/>
              <a:ext cx="52546" cy="26418"/>
            </a:xfrm>
            <a:custGeom>
              <a:avLst/>
              <a:gdLst/>
              <a:ahLst/>
              <a:cxnLst/>
              <a:rect l="l" t="t" r="r" b="b"/>
              <a:pathLst>
                <a:path w="2001" h="1006" extrusionOk="0">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75"/>
            <p:cNvSpPr/>
            <p:nvPr/>
          </p:nvSpPr>
          <p:spPr>
            <a:xfrm>
              <a:off x="6297454" y="3480567"/>
              <a:ext cx="36213" cy="23897"/>
            </a:xfrm>
            <a:custGeom>
              <a:avLst/>
              <a:gdLst/>
              <a:ahLst/>
              <a:cxnLst/>
              <a:rect l="l" t="t" r="r" b="b"/>
              <a:pathLst>
                <a:path w="1379" h="910" extrusionOk="0">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75"/>
            <p:cNvSpPr/>
            <p:nvPr/>
          </p:nvSpPr>
          <p:spPr>
            <a:xfrm>
              <a:off x="6415808" y="3533087"/>
              <a:ext cx="26181" cy="26418"/>
            </a:xfrm>
            <a:custGeom>
              <a:avLst/>
              <a:gdLst/>
              <a:ahLst/>
              <a:cxnLst/>
              <a:rect l="l" t="t" r="r" b="b"/>
              <a:pathLst>
                <a:path w="997" h="1006" extrusionOk="0">
                  <a:moveTo>
                    <a:pt x="1" y="0"/>
                  </a:moveTo>
                  <a:lnTo>
                    <a:pt x="1" y="1005"/>
                  </a:lnTo>
                  <a:lnTo>
                    <a:pt x="996" y="100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75"/>
            <p:cNvSpPr/>
            <p:nvPr/>
          </p:nvSpPr>
          <p:spPr>
            <a:xfrm>
              <a:off x="6414574" y="3533087"/>
              <a:ext cx="28676" cy="19931"/>
            </a:xfrm>
            <a:custGeom>
              <a:avLst/>
              <a:gdLst/>
              <a:ahLst/>
              <a:cxnLst/>
              <a:rect l="l" t="t" r="r" b="b"/>
              <a:pathLst>
                <a:path w="1092" h="759" extrusionOk="0">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75"/>
            <p:cNvSpPr/>
            <p:nvPr/>
          </p:nvSpPr>
          <p:spPr>
            <a:xfrm>
              <a:off x="6389443"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75"/>
            <p:cNvSpPr/>
            <p:nvPr/>
          </p:nvSpPr>
          <p:spPr>
            <a:xfrm>
              <a:off x="6402494" y="3651441"/>
              <a:ext cx="52809" cy="46034"/>
            </a:xfrm>
            <a:custGeom>
              <a:avLst/>
              <a:gdLst/>
              <a:ahLst/>
              <a:cxnLst/>
              <a:rect l="l" t="t" r="r" b="b"/>
              <a:pathLst>
                <a:path w="2011" h="1753" extrusionOk="0">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75"/>
            <p:cNvSpPr/>
            <p:nvPr/>
          </p:nvSpPr>
          <p:spPr>
            <a:xfrm>
              <a:off x="6389443" y="3564757"/>
              <a:ext cx="13077" cy="86711"/>
            </a:xfrm>
            <a:custGeom>
              <a:avLst/>
              <a:gdLst/>
              <a:ahLst/>
              <a:cxnLst/>
              <a:rect l="l" t="t" r="r" b="b"/>
              <a:pathLst>
                <a:path w="498" h="3302" extrusionOk="0">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75"/>
            <p:cNvSpPr/>
            <p:nvPr/>
          </p:nvSpPr>
          <p:spPr>
            <a:xfrm>
              <a:off x="6455277" y="3564757"/>
              <a:ext cx="13104" cy="86711"/>
            </a:xfrm>
            <a:custGeom>
              <a:avLst/>
              <a:gdLst/>
              <a:ahLst/>
              <a:cxnLst/>
              <a:rect l="l" t="t" r="r" b="b"/>
              <a:pathLst>
                <a:path w="499" h="3302" extrusionOk="0">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75"/>
            <p:cNvSpPr/>
            <p:nvPr/>
          </p:nvSpPr>
          <p:spPr>
            <a:xfrm>
              <a:off x="6408797" y="3546270"/>
              <a:ext cx="40230" cy="105198"/>
            </a:xfrm>
            <a:custGeom>
              <a:avLst/>
              <a:gdLst/>
              <a:ahLst/>
              <a:cxnLst/>
              <a:rect l="l" t="t" r="r" b="b"/>
              <a:pathLst>
                <a:path w="1532" h="4006" extrusionOk="0">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1" name="Google Shape;11101;p75"/>
            <p:cNvSpPr/>
            <p:nvPr/>
          </p:nvSpPr>
          <p:spPr>
            <a:xfrm>
              <a:off x="6425866" y="3664781"/>
              <a:ext cx="6329" cy="32694"/>
            </a:xfrm>
            <a:custGeom>
              <a:avLst/>
              <a:gdLst/>
              <a:ahLst/>
              <a:cxnLst/>
              <a:rect l="l" t="t" r="r" b="b"/>
              <a:pathLst>
                <a:path w="241" h="1245" extrusionOk="0">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75"/>
            <p:cNvSpPr/>
            <p:nvPr/>
          </p:nvSpPr>
          <p:spPr>
            <a:xfrm>
              <a:off x="6402494" y="3480567"/>
              <a:ext cx="52809" cy="59321"/>
            </a:xfrm>
            <a:custGeom>
              <a:avLst/>
              <a:gdLst/>
              <a:ahLst/>
              <a:cxnLst/>
              <a:rect l="l" t="t" r="r" b="b"/>
              <a:pathLst>
                <a:path w="2011" h="2259" extrusionOk="0">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75"/>
            <p:cNvSpPr/>
            <p:nvPr/>
          </p:nvSpPr>
          <p:spPr>
            <a:xfrm>
              <a:off x="6402757" y="3480567"/>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75"/>
            <p:cNvSpPr/>
            <p:nvPr/>
          </p:nvSpPr>
          <p:spPr>
            <a:xfrm>
              <a:off x="6402494" y="3480567"/>
              <a:ext cx="52809" cy="26418"/>
            </a:xfrm>
            <a:custGeom>
              <a:avLst/>
              <a:gdLst/>
              <a:ahLst/>
              <a:cxnLst/>
              <a:rect l="l" t="t" r="r" b="b"/>
              <a:pathLst>
                <a:path w="2011" h="1006" extrusionOk="0">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75"/>
            <p:cNvSpPr/>
            <p:nvPr/>
          </p:nvSpPr>
          <p:spPr>
            <a:xfrm>
              <a:off x="6402757" y="3480567"/>
              <a:ext cx="35950" cy="23897"/>
            </a:xfrm>
            <a:custGeom>
              <a:avLst/>
              <a:gdLst/>
              <a:ahLst/>
              <a:cxnLst/>
              <a:rect l="l" t="t" r="r" b="b"/>
              <a:pathLst>
                <a:path w="1369" h="910" extrusionOk="0">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75"/>
            <p:cNvSpPr/>
            <p:nvPr/>
          </p:nvSpPr>
          <p:spPr>
            <a:xfrm>
              <a:off x="6520874" y="3533087"/>
              <a:ext cx="26418" cy="26418"/>
            </a:xfrm>
            <a:custGeom>
              <a:avLst/>
              <a:gdLst/>
              <a:ahLst/>
              <a:cxnLst/>
              <a:rect l="l" t="t" r="r" b="b"/>
              <a:pathLst>
                <a:path w="1006"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75"/>
            <p:cNvSpPr/>
            <p:nvPr/>
          </p:nvSpPr>
          <p:spPr>
            <a:xfrm>
              <a:off x="6519614" y="3533087"/>
              <a:ext cx="28939" cy="19931"/>
            </a:xfrm>
            <a:custGeom>
              <a:avLst/>
              <a:gdLst/>
              <a:ahLst/>
              <a:cxnLst/>
              <a:rect l="l" t="t" r="r" b="b"/>
              <a:pathLst>
                <a:path w="1102" h="759" extrusionOk="0">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75"/>
            <p:cNvSpPr/>
            <p:nvPr/>
          </p:nvSpPr>
          <p:spPr>
            <a:xfrm>
              <a:off x="6494483" y="3553938"/>
              <a:ext cx="79200" cy="97530"/>
            </a:xfrm>
            <a:custGeom>
              <a:avLst/>
              <a:gdLst/>
              <a:ahLst/>
              <a:cxnLst/>
              <a:rect l="l" t="t" r="r" b="b"/>
              <a:pathLst>
                <a:path w="3016" h="3714" extrusionOk="0">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75"/>
            <p:cNvSpPr/>
            <p:nvPr/>
          </p:nvSpPr>
          <p:spPr>
            <a:xfrm>
              <a:off x="6507797" y="3651441"/>
              <a:ext cx="52546" cy="46034"/>
            </a:xfrm>
            <a:custGeom>
              <a:avLst/>
              <a:gdLst/>
              <a:ahLst/>
              <a:cxnLst/>
              <a:rect l="l" t="t" r="r" b="b"/>
              <a:pathLst>
                <a:path w="2001" h="1753" extrusionOk="0">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75"/>
            <p:cNvSpPr/>
            <p:nvPr/>
          </p:nvSpPr>
          <p:spPr>
            <a:xfrm>
              <a:off x="6494483" y="3564757"/>
              <a:ext cx="13340" cy="86711"/>
            </a:xfrm>
            <a:custGeom>
              <a:avLst/>
              <a:gdLst/>
              <a:ahLst/>
              <a:cxnLst/>
              <a:rect l="l" t="t" r="r" b="b"/>
              <a:pathLst>
                <a:path w="508" h="3302" extrusionOk="0">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1" name="Google Shape;11111;p75"/>
            <p:cNvSpPr/>
            <p:nvPr/>
          </p:nvSpPr>
          <p:spPr>
            <a:xfrm>
              <a:off x="6513837" y="3546532"/>
              <a:ext cx="40493" cy="104935"/>
            </a:xfrm>
            <a:custGeom>
              <a:avLst/>
              <a:gdLst/>
              <a:ahLst/>
              <a:cxnLst/>
              <a:rect l="l" t="t" r="r" b="b"/>
              <a:pathLst>
                <a:path w="1542" h="3996" extrusionOk="0">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75"/>
            <p:cNvSpPr/>
            <p:nvPr/>
          </p:nvSpPr>
          <p:spPr>
            <a:xfrm>
              <a:off x="6530932" y="3664755"/>
              <a:ext cx="6565" cy="32720"/>
            </a:xfrm>
            <a:custGeom>
              <a:avLst/>
              <a:gdLst/>
              <a:ahLst/>
              <a:cxnLst/>
              <a:rect l="l" t="t" r="r" b="b"/>
              <a:pathLst>
                <a:path w="250" h="1246" extrusionOk="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75"/>
            <p:cNvSpPr/>
            <p:nvPr/>
          </p:nvSpPr>
          <p:spPr>
            <a:xfrm>
              <a:off x="6507797" y="3480567"/>
              <a:ext cx="52546" cy="59321"/>
            </a:xfrm>
            <a:custGeom>
              <a:avLst/>
              <a:gdLst/>
              <a:ahLst/>
              <a:cxnLst/>
              <a:rect l="l" t="t" r="r" b="b"/>
              <a:pathLst>
                <a:path w="2001" h="2259" extrusionOk="0">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75"/>
            <p:cNvSpPr/>
            <p:nvPr/>
          </p:nvSpPr>
          <p:spPr>
            <a:xfrm>
              <a:off x="6507797" y="3480567"/>
              <a:ext cx="36213" cy="59269"/>
            </a:xfrm>
            <a:custGeom>
              <a:avLst/>
              <a:gdLst/>
              <a:ahLst/>
              <a:cxnLst/>
              <a:rect l="l" t="t" r="r" b="b"/>
              <a:pathLst>
                <a:path w="1379" h="2257" extrusionOk="0">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75"/>
            <p:cNvSpPr/>
            <p:nvPr/>
          </p:nvSpPr>
          <p:spPr>
            <a:xfrm>
              <a:off x="6507797" y="3480567"/>
              <a:ext cx="52546" cy="26418"/>
            </a:xfrm>
            <a:custGeom>
              <a:avLst/>
              <a:gdLst/>
              <a:ahLst/>
              <a:cxnLst/>
              <a:rect l="l" t="t" r="r" b="b"/>
              <a:pathLst>
                <a:path w="2001" h="1006" extrusionOk="0">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75"/>
            <p:cNvSpPr/>
            <p:nvPr/>
          </p:nvSpPr>
          <p:spPr>
            <a:xfrm>
              <a:off x="6507797" y="3480567"/>
              <a:ext cx="36213" cy="23897"/>
            </a:xfrm>
            <a:custGeom>
              <a:avLst/>
              <a:gdLst/>
              <a:ahLst/>
              <a:cxnLst/>
              <a:rect l="l" t="t" r="r" b="b"/>
              <a:pathLst>
                <a:path w="1379" h="910" extrusionOk="0">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7" name="Google Shape;11117;p75"/>
          <p:cNvGrpSpPr/>
          <p:nvPr/>
        </p:nvGrpSpPr>
        <p:grpSpPr>
          <a:xfrm>
            <a:off x="7054924" y="3367728"/>
            <a:ext cx="394583" cy="331007"/>
            <a:chOff x="7054924" y="3367728"/>
            <a:chExt cx="394583" cy="331007"/>
          </a:xfrm>
        </p:grpSpPr>
        <p:sp>
          <p:nvSpPr>
            <p:cNvPr id="11118" name="Google Shape;11118;p75"/>
            <p:cNvSpPr/>
            <p:nvPr/>
          </p:nvSpPr>
          <p:spPr>
            <a:xfrm>
              <a:off x="7054924" y="3367728"/>
              <a:ext cx="394583" cy="331007"/>
            </a:xfrm>
            <a:custGeom>
              <a:avLst/>
              <a:gdLst/>
              <a:ahLst/>
              <a:cxnLst/>
              <a:rect l="l" t="t" r="r" b="b"/>
              <a:pathLst>
                <a:path w="15026" h="12605" extrusionOk="0">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75"/>
            <p:cNvSpPr/>
            <p:nvPr/>
          </p:nvSpPr>
          <p:spPr>
            <a:xfrm>
              <a:off x="7156708" y="3450394"/>
              <a:ext cx="191015" cy="191042"/>
            </a:xfrm>
            <a:custGeom>
              <a:avLst/>
              <a:gdLst/>
              <a:ahLst/>
              <a:cxnLst/>
              <a:rect l="l" t="t" r="r" b="b"/>
              <a:pathLst>
                <a:path w="7274" h="7275" extrusionOk="0">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75"/>
            <p:cNvSpPr/>
            <p:nvPr/>
          </p:nvSpPr>
          <p:spPr>
            <a:xfrm>
              <a:off x="7175799" y="3469512"/>
              <a:ext cx="152833" cy="152807"/>
            </a:xfrm>
            <a:custGeom>
              <a:avLst/>
              <a:gdLst/>
              <a:ahLst/>
              <a:cxnLst/>
              <a:rect l="l" t="t" r="r" b="b"/>
              <a:pathLst>
                <a:path w="5820" h="5819" extrusionOk="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75"/>
            <p:cNvSpPr/>
            <p:nvPr/>
          </p:nvSpPr>
          <p:spPr>
            <a:xfrm>
              <a:off x="7214007" y="3552178"/>
              <a:ext cx="76417" cy="70009"/>
            </a:xfrm>
            <a:custGeom>
              <a:avLst/>
              <a:gdLst/>
              <a:ahLst/>
              <a:cxnLst/>
              <a:rect l="l" t="t" r="r" b="b"/>
              <a:pathLst>
                <a:path w="2910" h="2666" extrusionOk="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75"/>
            <p:cNvSpPr/>
            <p:nvPr/>
          </p:nvSpPr>
          <p:spPr>
            <a:xfrm>
              <a:off x="7171781" y="3367728"/>
              <a:ext cx="144036" cy="38208"/>
            </a:xfrm>
            <a:custGeom>
              <a:avLst/>
              <a:gdLst/>
              <a:ahLst/>
              <a:cxnLst/>
              <a:rect l="l" t="t" r="r" b="b"/>
              <a:pathLst>
                <a:path w="5485" h="1455" extrusionOk="0">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75"/>
            <p:cNvSpPr/>
            <p:nvPr/>
          </p:nvSpPr>
          <p:spPr>
            <a:xfrm>
              <a:off x="7220546" y="3367728"/>
              <a:ext cx="95508" cy="38208"/>
            </a:xfrm>
            <a:custGeom>
              <a:avLst/>
              <a:gdLst/>
              <a:ahLst/>
              <a:cxnLst/>
              <a:rect l="l" t="t" r="r" b="b"/>
              <a:pathLst>
                <a:path w="3637" h="1455" extrusionOk="0">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75"/>
            <p:cNvSpPr/>
            <p:nvPr/>
          </p:nvSpPr>
          <p:spPr>
            <a:xfrm>
              <a:off x="7054924" y="3666777"/>
              <a:ext cx="394583" cy="31958"/>
            </a:xfrm>
            <a:custGeom>
              <a:avLst/>
              <a:gdLst/>
              <a:ahLst/>
              <a:cxnLst/>
              <a:rect l="l" t="t" r="r" b="b"/>
              <a:pathLst>
                <a:path w="15026" h="1217" extrusionOk="0">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75"/>
            <p:cNvSpPr/>
            <p:nvPr/>
          </p:nvSpPr>
          <p:spPr>
            <a:xfrm>
              <a:off x="7214007" y="3572293"/>
              <a:ext cx="76417" cy="49894"/>
            </a:xfrm>
            <a:custGeom>
              <a:avLst/>
              <a:gdLst/>
              <a:ahLst/>
              <a:cxnLst/>
              <a:rect l="l" t="t" r="r" b="b"/>
              <a:pathLst>
                <a:path w="2910" h="1900" extrusionOk="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75"/>
            <p:cNvSpPr/>
            <p:nvPr/>
          </p:nvSpPr>
          <p:spPr>
            <a:xfrm>
              <a:off x="7238140" y="3552178"/>
              <a:ext cx="27914" cy="19249"/>
            </a:xfrm>
            <a:custGeom>
              <a:avLst/>
              <a:gdLst/>
              <a:ahLst/>
              <a:cxnLst/>
              <a:rect l="l" t="t" r="r" b="b"/>
              <a:pathLst>
                <a:path w="1063" h="733" extrusionOk="0">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75"/>
            <p:cNvSpPr/>
            <p:nvPr/>
          </p:nvSpPr>
          <p:spPr>
            <a:xfrm>
              <a:off x="7226822" y="3501418"/>
              <a:ext cx="51049" cy="57326"/>
            </a:xfrm>
            <a:custGeom>
              <a:avLst/>
              <a:gdLst/>
              <a:ahLst/>
              <a:cxnLst/>
              <a:rect l="l" t="t" r="r" b="b"/>
              <a:pathLst>
                <a:path w="1944" h="2183" extrusionOk="0">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75"/>
            <p:cNvSpPr/>
            <p:nvPr/>
          </p:nvSpPr>
          <p:spPr>
            <a:xfrm>
              <a:off x="7226822" y="3501418"/>
              <a:ext cx="34952" cy="57194"/>
            </a:xfrm>
            <a:custGeom>
              <a:avLst/>
              <a:gdLst/>
              <a:ahLst/>
              <a:cxnLst/>
              <a:rect l="l" t="t" r="r" b="b"/>
              <a:pathLst>
                <a:path w="1331" h="2178" extrusionOk="0">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75"/>
            <p:cNvSpPr/>
            <p:nvPr/>
          </p:nvSpPr>
          <p:spPr>
            <a:xfrm>
              <a:off x="7226822" y="3501418"/>
              <a:ext cx="51049" cy="25420"/>
            </a:xfrm>
            <a:custGeom>
              <a:avLst/>
              <a:gdLst/>
              <a:ahLst/>
              <a:cxnLst/>
              <a:rect l="l" t="t" r="r" b="b"/>
              <a:pathLst>
                <a:path w="1944" h="968" extrusionOk="0">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75"/>
            <p:cNvSpPr/>
            <p:nvPr/>
          </p:nvSpPr>
          <p:spPr>
            <a:xfrm>
              <a:off x="7226822" y="3501155"/>
              <a:ext cx="34952" cy="23398"/>
            </a:xfrm>
            <a:custGeom>
              <a:avLst/>
              <a:gdLst/>
              <a:ahLst/>
              <a:cxnLst/>
              <a:rect l="l" t="t" r="r" b="b"/>
              <a:pathLst>
                <a:path w="1331" h="891" extrusionOk="0">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75"/>
            <p:cNvSpPr/>
            <p:nvPr/>
          </p:nvSpPr>
          <p:spPr>
            <a:xfrm>
              <a:off x="7214007" y="3583585"/>
              <a:ext cx="19117" cy="36239"/>
            </a:xfrm>
            <a:custGeom>
              <a:avLst/>
              <a:gdLst/>
              <a:ahLst/>
              <a:cxnLst/>
              <a:rect l="l" t="t" r="r" b="b"/>
              <a:pathLst>
                <a:path w="728" h="1380" extrusionOk="0">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75"/>
            <p:cNvSpPr/>
            <p:nvPr/>
          </p:nvSpPr>
          <p:spPr>
            <a:xfrm>
              <a:off x="7271306" y="3583585"/>
              <a:ext cx="19117" cy="36239"/>
            </a:xfrm>
            <a:custGeom>
              <a:avLst/>
              <a:gdLst/>
              <a:ahLst/>
              <a:cxnLst/>
              <a:rect l="l" t="t" r="r" b="b"/>
              <a:pathLst>
                <a:path w="728" h="1380" extrusionOk="0">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3" name="Google Shape;11133;p75"/>
          <p:cNvGrpSpPr/>
          <p:nvPr/>
        </p:nvGrpSpPr>
        <p:grpSpPr>
          <a:xfrm>
            <a:off x="7492967" y="3361425"/>
            <a:ext cx="394583" cy="343586"/>
            <a:chOff x="7492967" y="3361425"/>
            <a:chExt cx="394583" cy="343586"/>
          </a:xfrm>
        </p:grpSpPr>
        <p:sp>
          <p:nvSpPr>
            <p:cNvPr id="11134" name="Google Shape;11134;p75"/>
            <p:cNvSpPr/>
            <p:nvPr/>
          </p:nvSpPr>
          <p:spPr>
            <a:xfrm>
              <a:off x="7492967" y="3450394"/>
              <a:ext cx="394583" cy="254617"/>
            </a:xfrm>
            <a:custGeom>
              <a:avLst/>
              <a:gdLst/>
              <a:ahLst/>
              <a:cxnLst/>
              <a:rect l="l" t="t" r="r" b="b"/>
              <a:pathLst>
                <a:path w="15026" h="9696" extrusionOk="0">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75"/>
            <p:cNvSpPr/>
            <p:nvPr/>
          </p:nvSpPr>
          <p:spPr>
            <a:xfrm>
              <a:off x="7492967" y="3450657"/>
              <a:ext cx="394583" cy="19117"/>
            </a:xfrm>
            <a:custGeom>
              <a:avLst/>
              <a:gdLst/>
              <a:ahLst/>
              <a:cxnLst/>
              <a:rect l="l" t="t" r="r" b="b"/>
              <a:pathLst>
                <a:path w="15026" h="728" extrusionOk="0">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75"/>
            <p:cNvSpPr/>
            <p:nvPr/>
          </p:nvSpPr>
          <p:spPr>
            <a:xfrm>
              <a:off x="7531149" y="3501418"/>
              <a:ext cx="127203" cy="165385"/>
            </a:xfrm>
            <a:custGeom>
              <a:avLst/>
              <a:gdLst/>
              <a:ahLst/>
              <a:cxnLst/>
              <a:rect l="l" t="t" r="r" b="b"/>
              <a:pathLst>
                <a:path w="4844" h="6298" extrusionOk="0">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75"/>
            <p:cNvSpPr/>
            <p:nvPr/>
          </p:nvSpPr>
          <p:spPr>
            <a:xfrm>
              <a:off x="7690232" y="3501418"/>
              <a:ext cx="159109" cy="31696"/>
            </a:xfrm>
            <a:custGeom>
              <a:avLst/>
              <a:gdLst/>
              <a:ahLst/>
              <a:cxnLst/>
              <a:rect l="l" t="t" r="r" b="b"/>
              <a:pathLst>
                <a:path w="6059" h="1207" extrusionOk="0">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75"/>
            <p:cNvSpPr/>
            <p:nvPr/>
          </p:nvSpPr>
          <p:spPr>
            <a:xfrm>
              <a:off x="7690495" y="3552441"/>
              <a:ext cx="120665" cy="25393"/>
            </a:xfrm>
            <a:custGeom>
              <a:avLst/>
              <a:gdLst/>
              <a:ahLst/>
              <a:cxnLst/>
              <a:rect l="l" t="t" r="r" b="b"/>
              <a:pathLst>
                <a:path w="4595" h="967" extrusionOk="0">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75"/>
            <p:cNvSpPr/>
            <p:nvPr/>
          </p:nvSpPr>
          <p:spPr>
            <a:xfrm>
              <a:off x="7687974" y="3596925"/>
              <a:ext cx="80697" cy="12579"/>
            </a:xfrm>
            <a:custGeom>
              <a:avLst/>
              <a:gdLst/>
              <a:ahLst/>
              <a:cxnLst/>
              <a:rect l="l" t="t" r="r" b="b"/>
              <a:pathLst>
                <a:path w="3073" h="479" extrusionOk="0">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75"/>
            <p:cNvSpPr/>
            <p:nvPr/>
          </p:nvSpPr>
          <p:spPr>
            <a:xfrm>
              <a:off x="7777205" y="3596925"/>
              <a:ext cx="42489" cy="12579"/>
            </a:xfrm>
            <a:custGeom>
              <a:avLst/>
              <a:gdLst/>
              <a:ahLst/>
              <a:cxnLst/>
              <a:rect l="l" t="t" r="r" b="b"/>
              <a:pathLst>
                <a:path w="1618" h="479" extrusionOk="0">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75"/>
            <p:cNvSpPr/>
            <p:nvPr/>
          </p:nvSpPr>
          <p:spPr>
            <a:xfrm>
              <a:off x="7688236" y="3635107"/>
              <a:ext cx="29674" cy="12605"/>
            </a:xfrm>
            <a:custGeom>
              <a:avLst/>
              <a:gdLst/>
              <a:ahLst/>
              <a:cxnLst/>
              <a:rect l="l" t="t" r="r" b="b"/>
              <a:pathLst>
                <a:path w="1130" h="480" extrusionOk="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75"/>
            <p:cNvSpPr/>
            <p:nvPr/>
          </p:nvSpPr>
          <p:spPr>
            <a:xfrm>
              <a:off x="7726182" y="3635107"/>
              <a:ext cx="67882" cy="12605"/>
            </a:xfrm>
            <a:custGeom>
              <a:avLst/>
              <a:gdLst/>
              <a:ahLst/>
              <a:cxnLst/>
              <a:rect l="l" t="t" r="r" b="b"/>
              <a:pathLst>
                <a:path w="2585" h="480" extrusionOk="0">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75"/>
            <p:cNvSpPr/>
            <p:nvPr/>
          </p:nvSpPr>
          <p:spPr>
            <a:xfrm>
              <a:off x="7688236" y="3660501"/>
              <a:ext cx="29674" cy="12579"/>
            </a:xfrm>
            <a:custGeom>
              <a:avLst/>
              <a:gdLst/>
              <a:ahLst/>
              <a:cxnLst/>
              <a:rect l="l" t="t" r="r" b="b"/>
              <a:pathLst>
                <a:path w="1130" h="479" extrusionOk="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75"/>
            <p:cNvSpPr/>
            <p:nvPr/>
          </p:nvSpPr>
          <p:spPr>
            <a:xfrm>
              <a:off x="7726182" y="3660501"/>
              <a:ext cx="67882" cy="12579"/>
            </a:xfrm>
            <a:custGeom>
              <a:avLst/>
              <a:gdLst/>
              <a:ahLst/>
              <a:cxnLst/>
              <a:rect l="l" t="t" r="r" b="b"/>
              <a:pathLst>
                <a:path w="2585" h="479" extrusionOk="0">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75"/>
            <p:cNvSpPr/>
            <p:nvPr/>
          </p:nvSpPr>
          <p:spPr>
            <a:xfrm>
              <a:off x="7658825" y="3361425"/>
              <a:ext cx="62866" cy="114625"/>
            </a:xfrm>
            <a:custGeom>
              <a:avLst/>
              <a:gdLst/>
              <a:ahLst/>
              <a:cxnLst/>
              <a:rect l="l" t="t" r="r" b="b"/>
              <a:pathLst>
                <a:path w="2394" h="4365" extrusionOk="0">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75"/>
            <p:cNvSpPr/>
            <p:nvPr/>
          </p:nvSpPr>
          <p:spPr>
            <a:xfrm>
              <a:off x="7556542" y="3584110"/>
              <a:ext cx="76417" cy="82693"/>
            </a:xfrm>
            <a:custGeom>
              <a:avLst/>
              <a:gdLst/>
              <a:ahLst/>
              <a:cxnLst/>
              <a:rect l="l" t="t" r="r" b="b"/>
              <a:pathLst>
                <a:path w="2910" h="3149" extrusionOk="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75"/>
            <p:cNvSpPr/>
            <p:nvPr/>
          </p:nvSpPr>
          <p:spPr>
            <a:xfrm>
              <a:off x="7580912" y="3584110"/>
              <a:ext cx="27941" cy="18986"/>
            </a:xfrm>
            <a:custGeom>
              <a:avLst/>
              <a:gdLst/>
              <a:ahLst/>
              <a:cxnLst/>
              <a:rect l="l" t="t" r="r" b="b"/>
              <a:pathLst>
                <a:path w="1064" h="723" extrusionOk="0">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75"/>
            <p:cNvSpPr/>
            <p:nvPr/>
          </p:nvSpPr>
          <p:spPr>
            <a:xfrm>
              <a:off x="7556542" y="3604199"/>
              <a:ext cx="76417" cy="62604"/>
            </a:xfrm>
            <a:custGeom>
              <a:avLst/>
              <a:gdLst/>
              <a:ahLst/>
              <a:cxnLst/>
              <a:rect l="l" t="t" r="r" b="b"/>
              <a:pathLst>
                <a:path w="2910" h="2384" extrusionOk="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75"/>
            <p:cNvSpPr/>
            <p:nvPr/>
          </p:nvSpPr>
          <p:spPr>
            <a:xfrm>
              <a:off x="7556542" y="3615517"/>
              <a:ext cx="19117" cy="51286"/>
            </a:xfrm>
            <a:custGeom>
              <a:avLst/>
              <a:gdLst/>
              <a:ahLst/>
              <a:cxnLst/>
              <a:rect l="l" t="t" r="r" b="b"/>
              <a:pathLst>
                <a:path w="728" h="1953" extrusionOk="0">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75"/>
            <p:cNvSpPr/>
            <p:nvPr/>
          </p:nvSpPr>
          <p:spPr>
            <a:xfrm>
              <a:off x="7613842" y="3615517"/>
              <a:ext cx="19117" cy="51286"/>
            </a:xfrm>
            <a:custGeom>
              <a:avLst/>
              <a:gdLst/>
              <a:ahLst/>
              <a:cxnLst/>
              <a:rect l="l" t="t" r="r" b="b"/>
              <a:pathLst>
                <a:path w="728" h="1953" extrusionOk="0">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75"/>
            <p:cNvSpPr/>
            <p:nvPr/>
          </p:nvSpPr>
          <p:spPr>
            <a:xfrm>
              <a:off x="7569357" y="3533087"/>
              <a:ext cx="51049" cy="57326"/>
            </a:xfrm>
            <a:custGeom>
              <a:avLst/>
              <a:gdLst/>
              <a:ahLst/>
              <a:cxnLst/>
              <a:rect l="l" t="t" r="r" b="b"/>
              <a:pathLst>
                <a:path w="1944" h="2183" extrusionOk="0">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75"/>
            <p:cNvSpPr/>
            <p:nvPr/>
          </p:nvSpPr>
          <p:spPr>
            <a:xfrm>
              <a:off x="7569357" y="3533087"/>
              <a:ext cx="34952" cy="57457"/>
            </a:xfrm>
            <a:custGeom>
              <a:avLst/>
              <a:gdLst/>
              <a:ahLst/>
              <a:cxnLst/>
              <a:rect l="l" t="t" r="r" b="b"/>
              <a:pathLst>
                <a:path w="1331" h="2188" extrusionOk="0">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75"/>
            <p:cNvSpPr/>
            <p:nvPr/>
          </p:nvSpPr>
          <p:spPr>
            <a:xfrm>
              <a:off x="7569121" y="3533087"/>
              <a:ext cx="51023" cy="25393"/>
            </a:xfrm>
            <a:custGeom>
              <a:avLst/>
              <a:gdLst/>
              <a:ahLst/>
              <a:cxnLst/>
              <a:rect l="l" t="t" r="r" b="b"/>
              <a:pathLst>
                <a:path w="1943" h="967" extrusionOk="0">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75"/>
            <p:cNvSpPr/>
            <p:nvPr/>
          </p:nvSpPr>
          <p:spPr>
            <a:xfrm>
              <a:off x="7569357" y="3533087"/>
              <a:ext cx="34952" cy="23135"/>
            </a:xfrm>
            <a:custGeom>
              <a:avLst/>
              <a:gdLst/>
              <a:ahLst/>
              <a:cxnLst/>
              <a:rect l="l" t="t" r="r" b="b"/>
              <a:pathLst>
                <a:path w="1331" h="881" extrusionOk="0">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75"/>
            <p:cNvSpPr/>
            <p:nvPr/>
          </p:nvSpPr>
          <p:spPr>
            <a:xfrm>
              <a:off x="7677680" y="3444118"/>
              <a:ext cx="25157" cy="12579"/>
            </a:xfrm>
            <a:custGeom>
              <a:avLst/>
              <a:gdLst/>
              <a:ahLst/>
              <a:cxnLst/>
              <a:rect l="l" t="t" r="r" b="b"/>
              <a:pathLst>
                <a:path w="958" h="479" extrusionOk="0">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75"/>
            <p:cNvSpPr/>
            <p:nvPr/>
          </p:nvSpPr>
          <p:spPr>
            <a:xfrm>
              <a:off x="7659324" y="3361425"/>
              <a:ext cx="61869" cy="12605"/>
            </a:xfrm>
            <a:custGeom>
              <a:avLst/>
              <a:gdLst/>
              <a:ahLst/>
              <a:cxnLst/>
              <a:rect l="l" t="t" r="r" b="b"/>
              <a:pathLst>
                <a:path w="2356" h="480" extrusionOk="0">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7" name="Google Shape;11157;p75"/>
          <p:cNvGrpSpPr/>
          <p:nvPr/>
        </p:nvGrpSpPr>
        <p:grpSpPr>
          <a:xfrm>
            <a:off x="7935527" y="3353154"/>
            <a:ext cx="385287" cy="360156"/>
            <a:chOff x="7935527" y="3353154"/>
            <a:chExt cx="385287" cy="360156"/>
          </a:xfrm>
        </p:grpSpPr>
        <p:sp>
          <p:nvSpPr>
            <p:cNvPr id="11158" name="Google Shape;11158;p75"/>
            <p:cNvSpPr/>
            <p:nvPr/>
          </p:nvSpPr>
          <p:spPr>
            <a:xfrm>
              <a:off x="7935789" y="3428283"/>
              <a:ext cx="385024" cy="285026"/>
            </a:xfrm>
            <a:custGeom>
              <a:avLst/>
              <a:gdLst/>
              <a:ahLst/>
              <a:cxnLst/>
              <a:rect l="l" t="t" r="r" b="b"/>
              <a:pathLst>
                <a:path w="14662" h="10854" extrusionOk="0">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75"/>
            <p:cNvSpPr/>
            <p:nvPr/>
          </p:nvSpPr>
          <p:spPr>
            <a:xfrm>
              <a:off x="7935527" y="3428283"/>
              <a:ext cx="192775" cy="285026"/>
            </a:xfrm>
            <a:custGeom>
              <a:avLst/>
              <a:gdLst/>
              <a:ahLst/>
              <a:cxnLst/>
              <a:rect l="l" t="t" r="r" b="b"/>
              <a:pathLst>
                <a:path w="7341" h="10854" extrusionOk="0">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75"/>
            <p:cNvSpPr/>
            <p:nvPr/>
          </p:nvSpPr>
          <p:spPr>
            <a:xfrm>
              <a:off x="7968956" y="3461949"/>
              <a:ext cx="318429" cy="217932"/>
            </a:xfrm>
            <a:custGeom>
              <a:avLst/>
              <a:gdLst/>
              <a:ahLst/>
              <a:cxnLst/>
              <a:rect l="l" t="t" r="r" b="b"/>
              <a:pathLst>
                <a:path w="12126" h="8299" extrusionOk="0">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75"/>
            <p:cNvSpPr/>
            <p:nvPr/>
          </p:nvSpPr>
          <p:spPr>
            <a:xfrm>
              <a:off x="7968956" y="3461712"/>
              <a:ext cx="159346" cy="218168"/>
            </a:xfrm>
            <a:custGeom>
              <a:avLst/>
              <a:gdLst/>
              <a:ahLst/>
              <a:cxnLst/>
              <a:rect l="l" t="t" r="r" b="b"/>
              <a:pathLst>
                <a:path w="6068" h="8308" extrusionOk="0">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75"/>
            <p:cNvSpPr/>
            <p:nvPr/>
          </p:nvSpPr>
          <p:spPr>
            <a:xfrm>
              <a:off x="8052646" y="3353154"/>
              <a:ext cx="151074" cy="126179"/>
            </a:xfrm>
            <a:custGeom>
              <a:avLst/>
              <a:gdLst/>
              <a:ahLst/>
              <a:cxnLst/>
              <a:rect l="l" t="t" r="r" b="b"/>
              <a:pathLst>
                <a:path w="5753"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75"/>
            <p:cNvSpPr/>
            <p:nvPr/>
          </p:nvSpPr>
          <p:spPr>
            <a:xfrm>
              <a:off x="8086574" y="3514994"/>
              <a:ext cx="149551" cy="106616"/>
            </a:xfrm>
            <a:custGeom>
              <a:avLst/>
              <a:gdLst/>
              <a:ahLst/>
              <a:cxnLst/>
              <a:rect l="l" t="t" r="r" b="b"/>
              <a:pathLst>
                <a:path w="5695" h="4060" extrusionOk="0">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75"/>
            <p:cNvSpPr/>
            <p:nvPr/>
          </p:nvSpPr>
          <p:spPr>
            <a:xfrm>
              <a:off x="8042589" y="3593643"/>
              <a:ext cx="44012" cy="37867"/>
            </a:xfrm>
            <a:custGeom>
              <a:avLst/>
              <a:gdLst/>
              <a:ahLst/>
              <a:cxnLst/>
              <a:rect l="l" t="t" r="r" b="b"/>
              <a:pathLst>
                <a:path w="1676" h="1442" extrusionOk="0">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75"/>
            <p:cNvSpPr/>
            <p:nvPr/>
          </p:nvSpPr>
          <p:spPr>
            <a:xfrm>
              <a:off x="8001571" y="3505645"/>
              <a:ext cx="44432" cy="38156"/>
            </a:xfrm>
            <a:custGeom>
              <a:avLst/>
              <a:gdLst/>
              <a:ahLst/>
              <a:cxnLst/>
              <a:rect l="l" t="t" r="r" b="b"/>
              <a:pathLst>
                <a:path w="1692" h="1453" extrusionOk="0">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75"/>
            <p:cNvSpPr/>
            <p:nvPr/>
          </p:nvSpPr>
          <p:spPr>
            <a:xfrm>
              <a:off x="8220133" y="3606510"/>
              <a:ext cx="41780" cy="37263"/>
            </a:xfrm>
            <a:custGeom>
              <a:avLst/>
              <a:gdLst/>
              <a:ahLst/>
              <a:cxnLst/>
              <a:rect l="l" t="t" r="r" b="b"/>
              <a:pathLst>
                <a:path w="1591" h="1419" extrusionOk="0">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75"/>
            <p:cNvSpPr/>
            <p:nvPr/>
          </p:nvSpPr>
          <p:spPr>
            <a:xfrm>
              <a:off x="8110129" y="3522242"/>
              <a:ext cx="44458" cy="38550"/>
            </a:xfrm>
            <a:custGeom>
              <a:avLst/>
              <a:gdLst/>
              <a:ahLst/>
              <a:cxnLst/>
              <a:rect l="l" t="t" r="r" b="b"/>
              <a:pathLst>
                <a:path w="1693" h="1468" extrusionOk="0">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75"/>
            <p:cNvSpPr/>
            <p:nvPr/>
          </p:nvSpPr>
          <p:spPr>
            <a:xfrm>
              <a:off x="8052646" y="3353154"/>
              <a:ext cx="75655" cy="126179"/>
            </a:xfrm>
            <a:custGeom>
              <a:avLst/>
              <a:gdLst/>
              <a:ahLst/>
              <a:cxnLst/>
              <a:rect l="l" t="t" r="r" b="b"/>
              <a:pathLst>
                <a:path w="2881"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75"/>
            <p:cNvSpPr/>
            <p:nvPr/>
          </p:nvSpPr>
          <p:spPr>
            <a:xfrm>
              <a:off x="8105429" y="3419933"/>
              <a:ext cx="39968" cy="34269"/>
            </a:xfrm>
            <a:custGeom>
              <a:avLst/>
              <a:gdLst/>
              <a:ahLst/>
              <a:cxnLst/>
              <a:rect l="l" t="t" r="r" b="b"/>
              <a:pathLst>
                <a:path w="1522" h="1305" extrusionOk="0">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0" name="Google Shape;11170;p75"/>
          <p:cNvGrpSpPr/>
          <p:nvPr/>
        </p:nvGrpSpPr>
        <p:grpSpPr>
          <a:xfrm>
            <a:off x="5319821" y="1986242"/>
            <a:ext cx="348103" cy="348103"/>
            <a:chOff x="5319821" y="1986242"/>
            <a:chExt cx="348103" cy="348103"/>
          </a:xfrm>
        </p:grpSpPr>
        <p:sp>
          <p:nvSpPr>
            <p:cNvPr id="11171" name="Google Shape;11171;p75"/>
            <p:cNvSpPr/>
            <p:nvPr/>
          </p:nvSpPr>
          <p:spPr>
            <a:xfrm>
              <a:off x="5319821" y="2134506"/>
              <a:ext cx="104830" cy="115150"/>
            </a:xfrm>
            <a:custGeom>
              <a:avLst/>
              <a:gdLst/>
              <a:ahLst/>
              <a:cxnLst/>
              <a:rect l="l" t="t" r="r" b="b"/>
              <a:pathLst>
                <a:path w="3992" h="4385" extrusionOk="0">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75"/>
            <p:cNvSpPr/>
            <p:nvPr/>
          </p:nvSpPr>
          <p:spPr>
            <a:xfrm>
              <a:off x="5320083" y="2164258"/>
              <a:ext cx="29437" cy="85634"/>
            </a:xfrm>
            <a:custGeom>
              <a:avLst/>
              <a:gdLst/>
              <a:ahLst/>
              <a:cxnLst/>
              <a:rect l="l" t="t" r="r" b="b"/>
              <a:pathLst>
                <a:path w="1121" h="3261" extrusionOk="0">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75"/>
            <p:cNvSpPr/>
            <p:nvPr/>
          </p:nvSpPr>
          <p:spPr>
            <a:xfrm>
              <a:off x="5341695" y="2134506"/>
              <a:ext cx="13104" cy="47793"/>
            </a:xfrm>
            <a:custGeom>
              <a:avLst/>
              <a:gdLst/>
              <a:ahLst/>
              <a:cxnLst/>
              <a:rect l="l" t="t" r="r" b="b"/>
              <a:pathLst>
                <a:path w="499" h="1820" extrusionOk="0">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4" name="Google Shape;11174;p75"/>
            <p:cNvSpPr/>
            <p:nvPr/>
          </p:nvSpPr>
          <p:spPr>
            <a:xfrm>
              <a:off x="5363701" y="2140047"/>
              <a:ext cx="8429" cy="43276"/>
            </a:xfrm>
            <a:custGeom>
              <a:avLst/>
              <a:gdLst/>
              <a:ahLst/>
              <a:cxnLst/>
              <a:rect l="l" t="t" r="r" b="b"/>
              <a:pathLst>
                <a:path w="321" h="1648" extrusionOk="0">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75"/>
            <p:cNvSpPr/>
            <p:nvPr/>
          </p:nvSpPr>
          <p:spPr>
            <a:xfrm>
              <a:off x="5382241" y="2143907"/>
              <a:ext cx="8981" cy="43171"/>
            </a:xfrm>
            <a:custGeom>
              <a:avLst/>
              <a:gdLst/>
              <a:ahLst/>
              <a:cxnLst/>
              <a:rect l="l" t="t" r="r" b="b"/>
              <a:pathLst>
                <a:path w="342" h="1644" extrusionOk="0">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75"/>
            <p:cNvSpPr/>
            <p:nvPr/>
          </p:nvSpPr>
          <p:spPr>
            <a:xfrm>
              <a:off x="5403012" y="2147846"/>
              <a:ext cx="6565" cy="39784"/>
            </a:xfrm>
            <a:custGeom>
              <a:avLst/>
              <a:gdLst/>
              <a:ahLst/>
              <a:cxnLst/>
              <a:rect l="l" t="t" r="r" b="b"/>
              <a:pathLst>
                <a:path w="250" h="1515" extrusionOk="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75"/>
            <p:cNvSpPr/>
            <p:nvPr/>
          </p:nvSpPr>
          <p:spPr>
            <a:xfrm>
              <a:off x="5396736" y="1986242"/>
              <a:ext cx="43749" cy="30173"/>
            </a:xfrm>
            <a:custGeom>
              <a:avLst/>
              <a:gdLst/>
              <a:ahLst/>
              <a:cxnLst/>
              <a:rect l="l" t="t" r="r" b="b"/>
              <a:pathLst>
                <a:path w="1666" h="1149" extrusionOk="0">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75"/>
            <p:cNvSpPr/>
            <p:nvPr/>
          </p:nvSpPr>
          <p:spPr>
            <a:xfrm>
              <a:off x="5398233" y="1987003"/>
              <a:ext cx="35976" cy="29411"/>
            </a:xfrm>
            <a:custGeom>
              <a:avLst/>
              <a:gdLst/>
              <a:ahLst/>
              <a:cxnLst/>
              <a:rect l="l" t="t" r="r" b="b"/>
              <a:pathLst>
                <a:path w="1370" h="1120" extrusionOk="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75"/>
            <p:cNvSpPr/>
            <p:nvPr/>
          </p:nvSpPr>
          <p:spPr>
            <a:xfrm>
              <a:off x="5425648" y="1988500"/>
              <a:ext cx="61081" cy="49290"/>
            </a:xfrm>
            <a:custGeom>
              <a:avLst/>
              <a:gdLst/>
              <a:ahLst/>
              <a:cxnLst/>
              <a:rect l="l" t="t" r="r" b="b"/>
              <a:pathLst>
                <a:path w="2326" h="1877" extrusionOk="0">
                  <a:moveTo>
                    <a:pt x="479" y="1"/>
                  </a:moveTo>
                  <a:lnTo>
                    <a:pt x="0" y="1025"/>
                  </a:lnTo>
                  <a:lnTo>
                    <a:pt x="2029" y="1876"/>
                  </a:lnTo>
                  <a:lnTo>
                    <a:pt x="2326" y="776"/>
                  </a:lnTo>
                  <a:lnTo>
                    <a:pt x="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75"/>
            <p:cNvSpPr/>
            <p:nvPr/>
          </p:nvSpPr>
          <p:spPr>
            <a:xfrm>
              <a:off x="5548782" y="2038000"/>
              <a:ext cx="32956" cy="37998"/>
            </a:xfrm>
            <a:custGeom>
              <a:avLst/>
              <a:gdLst/>
              <a:ahLst/>
              <a:cxnLst/>
              <a:rect l="l" t="t" r="r" b="b"/>
              <a:pathLst>
                <a:path w="1255" h="1447" extrusionOk="0">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75"/>
            <p:cNvSpPr/>
            <p:nvPr/>
          </p:nvSpPr>
          <p:spPr>
            <a:xfrm>
              <a:off x="5552038" y="2038000"/>
              <a:ext cx="29700" cy="24159"/>
            </a:xfrm>
            <a:custGeom>
              <a:avLst/>
              <a:gdLst/>
              <a:ahLst/>
              <a:cxnLst/>
              <a:rect l="l" t="t" r="r" b="b"/>
              <a:pathLst>
                <a:path w="1131" h="920" extrusionOk="0">
                  <a:moveTo>
                    <a:pt x="154" y="1"/>
                  </a:moveTo>
                  <a:lnTo>
                    <a:pt x="1" y="546"/>
                  </a:lnTo>
                  <a:lnTo>
                    <a:pt x="891" y="920"/>
                  </a:lnTo>
                  <a:lnTo>
                    <a:pt x="1111" y="460"/>
                  </a:lnTo>
                  <a:lnTo>
                    <a:pt x="1130" y="412"/>
                  </a:lnTo>
                  <a:lnTo>
                    <a:pt x="15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75"/>
            <p:cNvSpPr/>
            <p:nvPr/>
          </p:nvSpPr>
          <p:spPr>
            <a:xfrm>
              <a:off x="5432161" y="1988500"/>
              <a:ext cx="54568" cy="34453"/>
            </a:xfrm>
            <a:custGeom>
              <a:avLst/>
              <a:gdLst/>
              <a:ahLst/>
              <a:cxnLst/>
              <a:rect l="l" t="t" r="r" b="b"/>
              <a:pathLst>
                <a:path w="2078" h="1312" extrusionOk="0">
                  <a:moveTo>
                    <a:pt x="231" y="1"/>
                  </a:moveTo>
                  <a:lnTo>
                    <a:pt x="1" y="489"/>
                  </a:lnTo>
                  <a:lnTo>
                    <a:pt x="1934" y="1312"/>
                  </a:lnTo>
                  <a:lnTo>
                    <a:pt x="2078" y="776"/>
                  </a:lnTo>
                  <a:lnTo>
                    <a:pt x="2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75"/>
            <p:cNvSpPr/>
            <p:nvPr/>
          </p:nvSpPr>
          <p:spPr>
            <a:xfrm>
              <a:off x="5563093" y="2104097"/>
              <a:ext cx="104830" cy="115150"/>
            </a:xfrm>
            <a:custGeom>
              <a:avLst/>
              <a:gdLst/>
              <a:ahLst/>
              <a:cxnLst/>
              <a:rect l="l" t="t" r="r" b="b"/>
              <a:pathLst>
                <a:path w="3992" h="4385" extrusionOk="0">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75"/>
            <p:cNvSpPr/>
            <p:nvPr/>
          </p:nvSpPr>
          <p:spPr>
            <a:xfrm>
              <a:off x="5563618" y="2133849"/>
              <a:ext cx="29175" cy="85634"/>
            </a:xfrm>
            <a:custGeom>
              <a:avLst/>
              <a:gdLst/>
              <a:ahLst/>
              <a:cxnLst/>
              <a:rect l="l" t="t" r="r" b="b"/>
              <a:pathLst>
                <a:path w="1111" h="3261" extrusionOk="0">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75"/>
            <p:cNvSpPr/>
            <p:nvPr/>
          </p:nvSpPr>
          <p:spPr>
            <a:xfrm>
              <a:off x="5448258" y="1994934"/>
              <a:ext cx="115124" cy="129803"/>
            </a:xfrm>
            <a:custGeom>
              <a:avLst/>
              <a:gdLst/>
              <a:ahLst/>
              <a:cxnLst/>
              <a:rect l="l" t="t" r="r" b="b"/>
              <a:pathLst>
                <a:path w="4384" h="4943" extrusionOk="0">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75"/>
            <p:cNvSpPr/>
            <p:nvPr/>
          </p:nvSpPr>
          <p:spPr>
            <a:xfrm>
              <a:off x="5448258" y="2028205"/>
              <a:ext cx="25157" cy="96033"/>
            </a:xfrm>
            <a:custGeom>
              <a:avLst/>
              <a:gdLst/>
              <a:ahLst/>
              <a:cxnLst/>
              <a:rect l="l" t="t" r="r" b="b"/>
              <a:pathLst>
                <a:path w="958" h="3657" extrusionOk="0">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7" name="Google Shape;11187;p75"/>
            <p:cNvSpPr/>
            <p:nvPr/>
          </p:nvSpPr>
          <p:spPr>
            <a:xfrm>
              <a:off x="5567636" y="2048058"/>
              <a:ext cx="32195" cy="33902"/>
            </a:xfrm>
            <a:custGeom>
              <a:avLst/>
              <a:gdLst/>
              <a:ahLst/>
              <a:cxnLst/>
              <a:rect l="l" t="t" r="r" b="b"/>
              <a:pathLst>
                <a:path w="1226" h="1291" extrusionOk="0">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8" name="Google Shape;11188;p75"/>
            <p:cNvSpPr/>
            <p:nvPr/>
          </p:nvSpPr>
          <p:spPr>
            <a:xfrm>
              <a:off x="5454561" y="2149842"/>
              <a:ext cx="86212" cy="184266"/>
            </a:xfrm>
            <a:custGeom>
              <a:avLst/>
              <a:gdLst/>
              <a:ahLst/>
              <a:cxnLst/>
              <a:rect l="l" t="t" r="r" b="b"/>
              <a:pathLst>
                <a:path w="3283" h="7017" extrusionOk="0">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75"/>
            <p:cNvSpPr/>
            <p:nvPr/>
          </p:nvSpPr>
          <p:spPr>
            <a:xfrm>
              <a:off x="5578193" y="2244089"/>
              <a:ext cx="85975" cy="90019"/>
            </a:xfrm>
            <a:custGeom>
              <a:avLst/>
              <a:gdLst/>
              <a:ahLst/>
              <a:cxnLst/>
              <a:rect l="l" t="t" r="r" b="b"/>
              <a:pathLst>
                <a:path w="3274" h="3428" extrusionOk="0">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75"/>
            <p:cNvSpPr/>
            <p:nvPr/>
          </p:nvSpPr>
          <p:spPr>
            <a:xfrm>
              <a:off x="5473389" y="2149842"/>
              <a:ext cx="67383" cy="184266"/>
            </a:xfrm>
            <a:custGeom>
              <a:avLst/>
              <a:gdLst/>
              <a:ahLst/>
              <a:cxnLst/>
              <a:rect l="l" t="t" r="r" b="b"/>
              <a:pathLst>
                <a:path w="2566" h="7017" extrusionOk="0">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75"/>
            <p:cNvSpPr/>
            <p:nvPr/>
          </p:nvSpPr>
          <p:spPr>
            <a:xfrm>
              <a:off x="5595262" y="2244089"/>
              <a:ext cx="69143" cy="90019"/>
            </a:xfrm>
            <a:custGeom>
              <a:avLst/>
              <a:gdLst/>
              <a:ahLst/>
              <a:cxnLst/>
              <a:rect l="l" t="t" r="r" b="b"/>
              <a:pathLst>
                <a:path w="2633" h="3428" extrusionOk="0">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2" name="Google Shape;11192;p75"/>
            <p:cNvSpPr/>
            <p:nvPr/>
          </p:nvSpPr>
          <p:spPr>
            <a:xfrm>
              <a:off x="5334421" y="2274997"/>
              <a:ext cx="86973" cy="59348"/>
            </a:xfrm>
            <a:custGeom>
              <a:avLst/>
              <a:gdLst/>
              <a:ahLst/>
              <a:cxnLst/>
              <a:rect l="l" t="t" r="r" b="b"/>
              <a:pathLst>
                <a:path w="3312" h="2260" extrusionOk="0">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3" name="Google Shape;11193;p75"/>
            <p:cNvSpPr/>
            <p:nvPr/>
          </p:nvSpPr>
          <p:spPr>
            <a:xfrm>
              <a:off x="5353512" y="2274997"/>
              <a:ext cx="67619" cy="59085"/>
            </a:xfrm>
            <a:custGeom>
              <a:avLst/>
              <a:gdLst/>
              <a:ahLst/>
              <a:cxnLst/>
              <a:rect l="l" t="t" r="r" b="b"/>
              <a:pathLst>
                <a:path w="2575" h="2250" extrusionOk="0">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75"/>
            <p:cNvSpPr/>
            <p:nvPr/>
          </p:nvSpPr>
          <p:spPr>
            <a:xfrm>
              <a:off x="5454298" y="2121192"/>
              <a:ext cx="86973" cy="32457"/>
            </a:xfrm>
            <a:custGeom>
              <a:avLst/>
              <a:gdLst/>
              <a:ahLst/>
              <a:cxnLst/>
              <a:rect l="l" t="t" r="r" b="b"/>
              <a:pathLst>
                <a:path w="3312" h="1236" extrusionOk="0">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75"/>
            <p:cNvSpPr/>
            <p:nvPr/>
          </p:nvSpPr>
          <p:spPr>
            <a:xfrm>
              <a:off x="5473389" y="2121192"/>
              <a:ext cx="67882" cy="32457"/>
            </a:xfrm>
            <a:custGeom>
              <a:avLst/>
              <a:gdLst/>
              <a:ahLst/>
              <a:cxnLst/>
              <a:rect l="l" t="t" r="r" b="b"/>
              <a:pathLst>
                <a:path w="2585" h="1236" extrusionOk="0">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75"/>
            <p:cNvSpPr/>
            <p:nvPr/>
          </p:nvSpPr>
          <p:spPr>
            <a:xfrm>
              <a:off x="5476146" y="1994435"/>
              <a:ext cx="24658" cy="44537"/>
            </a:xfrm>
            <a:custGeom>
              <a:avLst/>
              <a:gdLst/>
              <a:ahLst/>
              <a:cxnLst/>
              <a:rect l="l" t="t" r="r" b="b"/>
              <a:pathLst>
                <a:path w="939" h="1696" extrusionOk="0">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75"/>
            <p:cNvSpPr/>
            <p:nvPr/>
          </p:nvSpPr>
          <p:spPr>
            <a:xfrm>
              <a:off x="5497758" y="2003731"/>
              <a:ext cx="18382" cy="41281"/>
            </a:xfrm>
            <a:custGeom>
              <a:avLst/>
              <a:gdLst/>
              <a:ahLst/>
              <a:cxnLst/>
              <a:rect l="l" t="t" r="r" b="b"/>
              <a:pathLst>
                <a:path w="700" h="1572" extrusionOk="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8" name="Google Shape;11198;p75"/>
            <p:cNvSpPr/>
            <p:nvPr/>
          </p:nvSpPr>
          <p:spPr>
            <a:xfrm>
              <a:off x="5515615" y="2011872"/>
              <a:ext cx="18618" cy="41176"/>
            </a:xfrm>
            <a:custGeom>
              <a:avLst/>
              <a:gdLst/>
              <a:ahLst/>
              <a:cxnLst/>
              <a:rect l="l" t="t" r="r" b="b"/>
              <a:pathLst>
                <a:path w="709" h="1568" extrusionOk="0">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9" name="Google Shape;11199;p75"/>
            <p:cNvSpPr/>
            <p:nvPr/>
          </p:nvSpPr>
          <p:spPr>
            <a:xfrm>
              <a:off x="5534706" y="2020669"/>
              <a:ext cx="16360" cy="37657"/>
            </a:xfrm>
            <a:custGeom>
              <a:avLst/>
              <a:gdLst/>
              <a:ahLst/>
              <a:cxnLst/>
              <a:rect l="l" t="t" r="r" b="b"/>
              <a:pathLst>
                <a:path w="623" h="1434" extrusionOk="0">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75"/>
            <p:cNvSpPr/>
            <p:nvPr/>
          </p:nvSpPr>
          <p:spPr>
            <a:xfrm>
              <a:off x="5585230" y="2104097"/>
              <a:ext cx="13077" cy="47793"/>
            </a:xfrm>
            <a:custGeom>
              <a:avLst/>
              <a:gdLst/>
              <a:ahLst/>
              <a:cxnLst/>
              <a:rect l="l" t="t" r="r" b="b"/>
              <a:pathLst>
                <a:path w="498" h="1820" extrusionOk="0">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75"/>
            <p:cNvSpPr/>
            <p:nvPr/>
          </p:nvSpPr>
          <p:spPr>
            <a:xfrm>
              <a:off x="5606947" y="2109480"/>
              <a:ext cx="8456" cy="43171"/>
            </a:xfrm>
            <a:custGeom>
              <a:avLst/>
              <a:gdLst/>
              <a:ahLst/>
              <a:cxnLst/>
              <a:rect l="l" t="t" r="r" b="b"/>
              <a:pathLst>
                <a:path w="322" h="1644" extrusionOk="0">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75"/>
            <p:cNvSpPr/>
            <p:nvPr/>
          </p:nvSpPr>
          <p:spPr>
            <a:xfrm>
              <a:off x="5625513" y="2113314"/>
              <a:ext cx="8981" cy="43093"/>
            </a:xfrm>
            <a:custGeom>
              <a:avLst/>
              <a:gdLst/>
              <a:ahLst/>
              <a:cxnLst/>
              <a:rect l="l" t="t" r="r" b="b"/>
              <a:pathLst>
                <a:path w="342" h="1641" extrusionOk="0">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75"/>
            <p:cNvSpPr/>
            <p:nvPr/>
          </p:nvSpPr>
          <p:spPr>
            <a:xfrm>
              <a:off x="5646285" y="2117437"/>
              <a:ext cx="6801" cy="39731"/>
            </a:xfrm>
            <a:custGeom>
              <a:avLst/>
              <a:gdLst/>
              <a:ahLst/>
              <a:cxnLst/>
              <a:rect l="l" t="t" r="r" b="b"/>
              <a:pathLst>
                <a:path w="259" h="1513" extrusionOk="0">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75"/>
            <p:cNvSpPr/>
            <p:nvPr/>
          </p:nvSpPr>
          <p:spPr>
            <a:xfrm>
              <a:off x="5577694" y="2215439"/>
              <a:ext cx="86973" cy="32694"/>
            </a:xfrm>
            <a:custGeom>
              <a:avLst/>
              <a:gdLst/>
              <a:ahLst/>
              <a:cxnLst/>
              <a:rect l="l" t="t" r="r" b="b"/>
              <a:pathLst>
                <a:path w="3312" h="1245" extrusionOk="0">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75"/>
            <p:cNvSpPr/>
            <p:nvPr/>
          </p:nvSpPr>
          <p:spPr>
            <a:xfrm>
              <a:off x="5595262" y="2215439"/>
              <a:ext cx="69405" cy="32694"/>
            </a:xfrm>
            <a:custGeom>
              <a:avLst/>
              <a:gdLst/>
              <a:ahLst/>
              <a:cxnLst/>
              <a:rect l="l" t="t" r="r" b="b"/>
              <a:pathLst>
                <a:path w="2643" h="1245" extrusionOk="0">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75"/>
            <p:cNvSpPr/>
            <p:nvPr/>
          </p:nvSpPr>
          <p:spPr>
            <a:xfrm>
              <a:off x="5334421" y="2246111"/>
              <a:ext cx="86973" cy="32431"/>
            </a:xfrm>
            <a:custGeom>
              <a:avLst/>
              <a:gdLst/>
              <a:ahLst/>
              <a:cxnLst/>
              <a:rect l="l" t="t" r="r" b="b"/>
              <a:pathLst>
                <a:path w="3312" h="1235" extrusionOk="0">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75"/>
            <p:cNvSpPr/>
            <p:nvPr/>
          </p:nvSpPr>
          <p:spPr>
            <a:xfrm>
              <a:off x="5353512" y="2246111"/>
              <a:ext cx="67882" cy="32431"/>
            </a:xfrm>
            <a:custGeom>
              <a:avLst/>
              <a:gdLst/>
              <a:ahLst/>
              <a:cxnLst/>
              <a:rect l="l" t="t" r="r" b="b"/>
              <a:pathLst>
                <a:path w="2585" h="1235" extrusionOk="0">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8" name="Google Shape;11208;p75"/>
          <p:cNvGrpSpPr/>
          <p:nvPr/>
        </p:nvGrpSpPr>
        <p:grpSpPr>
          <a:xfrm>
            <a:off x="5765926" y="1976683"/>
            <a:ext cx="348339" cy="348103"/>
            <a:chOff x="5765926" y="1976683"/>
            <a:chExt cx="348339" cy="348103"/>
          </a:xfrm>
        </p:grpSpPr>
        <p:sp>
          <p:nvSpPr>
            <p:cNvPr id="11209" name="Google Shape;11209;p75"/>
            <p:cNvSpPr/>
            <p:nvPr/>
          </p:nvSpPr>
          <p:spPr>
            <a:xfrm>
              <a:off x="5765926" y="1976683"/>
              <a:ext cx="263808" cy="173946"/>
            </a:xfrm>
            <a:custGeom>
              <a:avLst/>
              <a:gdLst/>
              <a:ahLst/>
              <a:cxnLst/>
              <a:rect l="l" t="t" r="r" b="b"/>
              <a:pathLst>
                <a:path w="10046" h="6624" extrusionOk="0">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75"/>
            <p:cNvSpPr/>
            <p:nvPr/>
          </p:nvSpPr>
          <p:spPr>
            <a:xfrm>
              <a:off x="5940082" y="1976683"/>
              <a:ext cx="174183" cy="263677"/>
            </a:xfrm>
            <a:custGeom>
              <a:avLst/>
              <a:gdLst/>
              <a:ahLst/>
              <a:cxnLst/>
              <a:rect l="l" t="t" r="r" b="b"/>
              <a:pathLst>
                <a:path w="6633" h="10041" extrusionOk="0">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75"/>
            <p:cNvSpPr/>
            <p:nvPr/>
          </p:nvSpPr>
          <p:spPr>
            <a:xfrm>
              <a:off x="5850194" y="2150603"/>
              <a:ext cx="263834" cy="174183"/>
            </a:xfrm>
            <a:custGeom>
              <a:avLst/>
              <a:gdLst/>
              <a:ahLst/>
              <a:cxnLst/>
              <a:rect l="l" t="t" r="r" b="b"/>
              <a:pathLst>
                <a:path w="10047" h="6633" extrusionOk="0">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75"/>
            <p:cNvSpPr/>
            <p:nvPr/>
          </p:nvSpPr>
          <p:spPr>
            <a:xfrm>
              <a:off x="5765926" y="2060873"/>
              <a:ext cx="173920" cy="263913"/>
            </a:xfrm>
            <a:custGeom>
              <a:avLst/>
              <a:gdLst/>
              <a:ahLst/>
              <a:cxnLst/>
              <a:rect l="l" t="t" r="r" b="b"/>
              <a:pathLst>
                <a:path w="6623" h="10050" extrusionOk="0">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75"/>
            <p:cNvSpPr/>
            <p:nvPr/>
          </p:nvSpPr>
          <p:spPr>
            <a:xfrm>
              <a:off x="5765926" y="2150603"/>
              <a:ext cx="39469" cy="174183"/>
            </a:xfrm>
            <a:custGeom>
              <a:avLst/>
              <a:gdLst/>
              <a:ahLst/>
              <a:cxnLst/>
              <a:rect l="l" t="t" r="r" b="b"/>
              <a:pathLst>
                <a:path w="1503" h="6633" extrusionOk="0">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75"/>
            <p:cNvSpPr/>
            <p:nvPr/>
          </p:nvSpPr>
          <p:spPr>
            <a:xfrm>
              <a:off x="5810778" y="2061057"/>
              <a:ext cx="47898" cy="89573"/>
            </a:xfrm>
            <a:custGeom>
              <a:avLst/>
              <a:gdLst/>
              <a:ahLst/>
              <a:cxnLst/>
              <a:rect l="l" t="t" r="r" b="b"/>
              <a:pathLst>
                <a:path w="1824" h="3411" extrusionOk="0">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75"/>
            <p:cNvSpPr/>
            <p:nvPr/>
          </p:nvSpPr>
          <p:spPr>
            <a:xfrm>
              <a:off x="5765926" y="1976683"/>
              <a:ext cx="39469" cy="173946"/>
            </a:xfrm>
            <a:custGeom>
              <a:avLst/>
              <a:gdLst/>
              <a:ahLst/>
              <a:cxnLst/>
              <a:rect l="l" t="t" r="r" b="b"/>
              <a:pathLst>
                <a:path w="1503" h="6624" extrusionOk="0">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75"/>
            <p:cNvSpPr/>
            <p:nvPr/>
          </p:nvSpPr>
          <p:spPr>
            <a:xfrm>
              <a:off x="6004655" y="2032906"/>
              <a:ext cx="39232" cy="61553"/>
            </a:xfrm>
            <a:custGeom>
              <a:avLst/>
              <a:gdLst/>
              <a:ahLst/>
              <a:cxnLst/>
              <a:rect l="l" t="t" r="r" b="b"/>
              <a:pathLst>
                <a:path w="1494" h="2344" extrusionOk="0">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75"/>
            <p:cNvSpPr/>
            <p:nvPr/>
          </p:nvSpPr>
          <p:spPr>
            <a:xfrm>
              <a:off x="5939819" y="1976683"/>
              <a:ext cx="22662" cy="73160"/>
            </a:xfrm>
            <a:custGeom>
              <a:avLst/>
              <a:gdLst/>
              <a:ahLst/>
              <a:cxnLst/>
              <a:rect l="l" t="t" r="r" b="b"/>
              <a:pathLst>
                <a:path w="863" h="2786" extrusionOk="0">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75"/>
            <p:cNvSpPr/>
            <p:nvPr/>
          </p:nvSpPr>
          <p:spPr>
            <a:xfrm>
              <a:off x="5940082" y="2077732"/>
              <a:ext cx="22400" cy="72898"/>
            </a:xfrm>
            <a:custGeom>
              <a:avLst/>
              <a:gdLst/>
              <a:ahLst/>
              <a:cxnLst/>
              <a:rect l="l" t="t" r="r" b="b"/>
              <a:pathLst>
                <a:path w="853" h="2776" extrusionOk="0">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75"/>
            <p:cNvSpPr/>
            <p:nvPr/>
          </p:nvSpPr>
          <p:spPr>
            <a:xfrm>
              <a:off x="5987324" y="2150839"/>
              <a:ext cx="45272" cy="89573"/>
            </a:xfrm>
            <a:custGeom>
              <a:avLst/>
              <a:gdLst/>
              <a:ahLst/>
              <a:cxnLst/>
              <a:rect l="l" t="t" r="r" b="b"/>
              <a:pathLst>
                <a:path w="1724" h="3411" extrusionOk="0">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75"/>
            <p:cNvSpPr/>
            <p:nvPr/>
          </p:nvSpPr>
          <p:spPr>
            <a:xfrm>
              <a:off x="5928764" y="2150603"/>
              <a:ext cx="22400" cy="73160"/>
            </a:xfrm>
            <a:custGeom>
              <a:avLst/>
              <a:gdLst/>
              <a:ahLst/>
              <a:cxnLst/>
              <a:rect l="l" t="t" r="r" b="b"/>
              <a:pathLst>
                <a:path w="853" h="2786" extrusionOk="0">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75"/>
            <p:cNvSpPr/>
            <p:nvPr/>
          </p:nvSpPr>
          <p:spPr>
            <a:xfrm>
              <a:off x="5847332" y="2206826"/>
              <a:ext cx="39232" cy="61737"/>
            </a:xfrm>
            <a:custGeom>
              <a:avLst/>
              <a:gdLst/>
              <a:ahLst/>
              <a:cxnLst/>
              <a:rect l="l" t="t" r="r" b="b"/>
              <a:pathLst>
                <a:path w="1494" h="2351" extrusionOk="0">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75"/>
            <p:cNvSpPr/>
            <p:nvPr/>
          </p:nvSpPr>
          <p:spPr>
            <a:xfrm>
              <a:off x="5928764" y="2251625"/>
              <a:ext cx="28177" cy="73160"/>
            </a:xfrm>
            <a:custGeom>
              <a:avLst/>
              <a:gdLst/>
              <a:ahLst/>
              <a:cxnLst/>
              <a:rect l="l" t="t" r="r" b="b"/>
              <a:pathLst>
                <a:path w="1073" h="2786" extrusionOk="0">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3" name="Google Shape;11223;p75"/>
          <p:cNvGrpSpPr/>
          <p:nvPr/>
        </p:nvGrpSpPr>
        <p:grpSpPr>
          <a:xfrm>
            <a:off x="6191390" y="1981489"/>
            <a:ext cx="389068" cy="347787"/>
            <a:chOff x="6191390" y="1981489"/>
            <a:chExt cx="389068" cy="347787"/>
          </a:xfrm>
        </p:grpSpPr>
        <p:sp>
          <p:nvSpPr>
            <p:cNvPr id="11224" name="Google Shape;11224;p75"/>
            <p:cNvSpPr/>
            <p:nvPr/>
          </p:nvSpPr>
          <p:spPr>
            <a:xfrm>
              <a:off x="6260769" y="2030464"/>
              <a:ext cx="250074" cy="250100"/>
            </a:xfrm>
            <a:custGeom>
              <a:avLst/>
              <a:gdLst/>
              <a:ahLst/>
              <a:cxnLst/>
              <a:rect l="l" t="t" r="r" b="b"/>
              <a:pathLst>
                <a:path w="9523" h="9524" extrusionOk="0">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75"/>
            <p:cNvSpPr/>
            <p:nvPr/>
          </p:nvSpPr>
          <p:spPr>
            <a:xfrm>
              <a:off x="6236137" y="2032985"/>
              <a:ext cx="238021" cy="247553"/>
            </a:xfrm>
            <a:custGeom>
              <a:avLst/>
              <a:gdLst/>
              <a:ahLst/>
              <a:cxnLst/>
              <a:rect l="l" t="t" r="r" b="b"/>
              <a:pathLst>
                <a:path w="9064" h="9427" extrusionOk="0">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75"/>
            <p:cNvSpPr/>
            <p:nvPr/>
          </p:nvSpPr>
          <p:spPr>
            <a:xfrm>
              <a:off x="6312291" y="2031724"/>
              <a:ext cx="198552" cy="246818"/>
            </a:xfrm>
            <a:custGeom>
              <a:avLst/>
              <a:gdLst/>
              <a:ahLst/>
              <a:cxnLst/>
              <a:rect l="l" t="t" r="r" b="b"/>
              <a:pathLst>
                <a:path w="7561" h="9399" extrusionOk="0">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75"/>
            <p:cNvSpPr/>
            <p:nvPr/>
          </p:nvSpPr>
          <p:spPr>
            <a:xfrm>
              <a:off x="6342175" y="2077469"/>
              <a:ext cx="15861" cy="25656"/>
            </a:xfrm>
            <a:custGeom>
              <a:avLst/>
              <a:gdLst/>
              <a:ahLst/>
              <a:cxnLst/>
              <a:rect l="l" t="t" r="r" b="b"/>
              <a:pathLst>
                <a:path w="604" h="977" extrusionOk="0">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75"/>
            <p:cNvSpPr/>
            <p:nvPr/>
          </p:nvSpPr>
          <p:spPr>
            <a:xfrm>
              <a:off x="6312527" y="2161396"/>
              <a:ext cx="143774" cy="117146"/>
            </a:xfrm>
            <a:custGeom>
              <a:avLst/>
              <a:gdLst/>
              <a:ahLst/>
              <a:cxnLst/>
              <a:rect l="l" t="t" r="r" b="b"/>
              <a:pathLst>
                <a:path w="5475" h="4461" extrusionOk="0">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75"/>
            <p:cNvSpPr/>
            <p:nvPr/>
          </p:nvSpPr>
          <p:spPr>
            <a:xfrm>
              <a:off x="6241730" y="2077679"/>
              <a:ext cx="338728" cy="251597"/>
            </a:xfrm>
            <a:custGeom>
              <a:avLst/>
              <a:gdLst/>
              <a:ahLst/>
              <a:cxnLst/>
              <a:rect l="l" t="t" r="r" b="b"/>
              <a:pathLst>
                <a:path w="12899" h="9581" extrusionOk="0">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75"/>
            <p:cNvSpPr/>
            <p:nvPr/>
          </p:nvSpPr>
          <p:spPr>
            <a:xfrm>
              <a:off x="6191390" y="1981489"/>
              <a:ext cx="338807" cy="251676"/>
            </a:xfrm>
            <a:custGeom>
              <a:avLst/>
              <a:gdLst/>
              <a:ahLst/>
              <a:cxnLst/>
              <a:rect l="l" t="t" r="r" b="b"/>
              <a:pathLst>
                <a:path w="12902" h="9584" extrusionOk="0">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1" name="Google Shape;11231;p75"/>
          <p:cNvGrpSpPr/>
          <p:nvPr/>
        </p:nvGrpSpPr>
        <p:grpSpPr>
          <a:xfrm>
            <a:off x="6657846" y="2007591"/>
            <a:ext cx="348103" cy="295714"/>
            <a:chOff x="6657846" y="2007591"/>
            <a:chExt cx="348103" cy="295714"/>
          </a:xfrm>
        </p:grpSpPr>
        <p:sp>
          <p:nvSpPr>
            <p:cNvPr id="11232" name="Google Shape;11232;p75"/>
            <p:cNvSpPr/>
            <p:nvPr/>
          </p:nvSpPr>
          <p:spPr>
            <a:xfrm>
              <a:off x="6820186" y="2082984"/>
              <a:ext cx="179224" cy="163153"/>
            </a:xfrm>
            <a:custGeom>
              <a:avLst/>
              <a:gdLst/>
              <a:ahLst/>
              <a:cxnLst/>
              <a:rect l="l" t="t" r="r" b="b"/>
              <a:pathLst>
                <a:path w="6825" h="6213" extrusionOk="0">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75"/>
            <p:cNvSpPr/>
            <p:nvPr/>
          </p:nvSpPr>
          <p:spPr>
            <a:xfrm>
              <a:off x="6900620" y="2007591"/>
              <a:ext cx="105329" cy="193431"/>
            </a:xfrm>
            <a:custGeom>
              <a:avLst/>
              <a:gdLst/>
              <a:ahLst/>
              <a:cxnLst/>
              <a:rect l="l" t="t" r="r" b="b"/>
              <a:pathLst>
                <a:path w="4011" h="7366" extrusionOk="0">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75"/>
            <p:cNvSpPr/>
            <p:nvPr/>
          </p:nvSpPr>
          <p:spPr>
            <a:xfrm>
              <a:off x="6972494" y="2152862"/>
              <a:ext cx="32930" cy="48292"/>
            </a:xfrm>
            <a:custGeom>
              <a:avLst/>
              <a:gdLst/>
              <a:ahLst/>
              <a:cxnLst/>
              <a:rect l="l" t="t" r="r" b="b"/>
              <a:pathLst>
                <a:path w="1254" h="1839" extrusionOk="0">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75"/>
            <p:cNvSpPr/>
            <p:nvPr/>
          </p:nvSpPr>
          <p:spPr>
            <a:xfrm>
              <a:off x="6832003" y="2137027"/>
              <a:ext cx="136237" cy="90439"/>
            </a:xfrm>
            <a:custGeom>
              <a:avLst/>
              <a:gdLst/>
              <a:ahLst/>
              <a:cxnLst/>
              <a:rect l="l" t="t" r="r" b="b"/>
              <a:pathLst>
                <a:path w="5188" h="3444" extrusionOk="0">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75"/>
            <p:cNvSpPr/>
            <p:nvPr/>
          </p:nvSpPr>
          <p:spPr>
            <a:xfrm>
              <a:off x="6885284" y="2182509"/>
              <a:ext cx="79935" cy="44957"/>
            </a:xfrm>
            <a:custGeom>
              <a:avLst/>
              <a:gdLst/>
              <a:ahLst/>
              <a:cxnLst/>
              <a:rect l="l" t="t" r="r" b="b"/>
              <a:pathLst>
                <a:path w="3044" h="1712" extrusionOk="0">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75"/>
            <p:cNvSpPr/>
            <p:nvPr/>
          </p:nvSpPr>
          <p:spPr>
            <a:xfrm>
              <a:off x="6806872" y="2160661"/>
              <a:ext cx="136237" cy="90229"/>
            </a:xfrm>
            <a:custGeom>
              <a:avLst/>
              <a:gdLst/>
              <a:ahLst/>
              <a:cxnLst/>
              <a:rect l="l" t="t" r="r" b="b"/>
              <a:pathLst>
                <a:path w="5188" h="3436" extrusionOk="0">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75"/>
            <p:cNvSpPr/>
            <p:nvPr/>
          </p:nvSpPr>
          <p:spPr>
            <a:xfrm>
              <a:off x="6868688" y="2211920"/>
              <a:ext cx="71165" cy="38944"/>
            </a:xfrm>
            <a:custGeom>
              <a:avLst/>
              <a:gdLst/>
              <a:ahLst/>
              <a:cxnLst/>
              <a:rect l="l" t="t" r="r" b="b"/>
              <a:pathLst>
                <a:path w="2710" h="1483" extrusionOk="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75"/>
            <p:cNvSpPr/>
            <p:nvPr/>
          </p:nvSpPr>
          <p:spPr>
            <a:xfrm>
              <a:off x="6781741" y="2184032"/>
              <a:ext cx="136237" cy="90334"/>
            </a:xfrm>
            <a:custGeom>
              <a:avLst/>
              <a:gdLst/>
              <a:ahLst/>
              <a:cxnLst/>
              <a:rect l="l" t="t" r="r" b="b"/>
              <a:pathLst>
                <a:path w="5188" h="3440" extrusionOk="0">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75"/>
            <p:cNvSpPr/>
            <p:nvPr/>
          </p:nvSpPr>
          <p:spPr>
            <a:xfrm>
              <a:off x="6852354" y="2240570"/>
              <a:ext cx="61842" cy="33770"/>
            </a:xfrm>
            <a:custGeom>
              <a:avLst/>
              <a:gdLst/>
              <a:ahLst/>
              <a:cxnLst/>
              <a:rect l="l" t="t" r="r" b="b"/>
              <a:pathLst>
                <a:path w="2355" h="1286" extrusionOk="0">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75"/>
            <p:cNvSpPr/>
            <p:nvPr/>
          </p:nvSpPr>
          <p:spPr>
            <a:xfrm>
              <a:off x="6756610" y="2207404"/>
              <a:ext cx="136237" cy="90413"/>
            </a:xfrm>
            <a:custGeom>
              <a:avLst/>
              <a:gdLst/>
              <a:ahLst/>
              <a:cxnLst/>
              <a:rect l="l" t="t" r="r" b="b"/>
              <a:pathLst>
                <a:path w="5188" h="3443" extrusionOk="0">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75"/>
            <p:cNvSpPr/>
            <p:nvPr/>
          </p:nvSpPr>
          <p:spPr>
            <a:xfrm>
              <a:off x="6836021" y="2267723"/>
              <a:ext cx="53308" cy="29989"/>
            </a:xfrm>
            <a:custGeom>
              <a:avLst/>
              <a:gdLst/>
              <a:ahLst/>
              <a:cxnLst/>
              <a:rect l="l" t="t" r="r" b="b"/>
              <a:pathLst>
                <a:path w="2030" h="1142" extrusionOk="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75"/>
            <p:cNvSpPr/>
            <p:nvPr/>
          </p:nvSpPr>
          <p:spPr>
            <a:xfrm>
              <a:off x="6674180" y="2094564"/>
              <a:ext cx="173421" cy="157087"/>
            </a:xfrm>
            <a:custGeom>
              <a:avLst/>
              <a:gdLst/>
              <a:ahLst/>
              <a:cxnLst/>
              <a:rect l="l" t="t" r="r" b="b"/>
              <a:pathLst>
                <a:path w="6604" h="5982" extrusionOk="0">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75"/>
            <p:cNvSpPr/>
            <p:nvPr/>
          </p:nvSpPr>
          <p:spPr>
            <a:xfrm>
              <a:off x="6657846" y="2031488"/>
              <a:ext cx="107587" cy="185606"/>
            </a:xfrm>
            <a:custGeom>
              <a:avLst/>
              <a:gdLst/>
              <a:ahLst/>
              <a:cxnLst/>
              <a:rect l="l" t="t" r="r" b="b"/>
              <a:pathLst>
                <a:path w="4097" h="7068" extrusionOk="0">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75"/>
            <p:cNvSpPr/>
            <p:nvPr/>
          </p:nvSpPr>
          <p:spPr>
            <a:xfrm>
              <a:off x="6657846" y="2031488"/>
              <a:ext cx="82693" cy="173684"/>
            </a:xfrm>
            <a:custGeom>
              <a:avLst/>
              <a:gdLst/>
              <a:ahLst/>
              <a:cxnLst/>
              <a:rect l="l" t="t" r="r" b="b"/>
              <a:pathLst>
                <a:path w="3149" h="6614" extrusionOk="0">
                  <a:moveTo>
                    <a:pt x="0" y="0"/>
                  </a:moveTo>
                  <a:lnTo>
                    <a:pt x="0" y="6336"/>
                  </a:lnTo>
                  <a:lnTo>
                    <a:pt x="469" y="6613"/>
                  </a:lnTo>
                  <a:lnTo>
                    <a:pt x="3149" y="1828"/>
                  </a:lnTo>
                  <a:lnTo>
                    <a:pt x="0"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75"/>
            <p:cNvSpPr/>
            <p:nvPr/>
          </p:nvSpPr>
          <p:spPr>
            <a:xfrm>
              <a:off x="6657846" y="2162158"/>
              <a:ext cx="51785" cy="54752"/>
            </a:xfrm>
            <a:custGeom>
              <a:avLst/>
              <a:gdLst/>
              <a:ahLst/>
              <a:cxnLst/>
              <a:rect l="l" t="t" r="r" b="b"/>
              <a:pathLst>
                <a:path w="1972" h="2085" extrusionOk="0">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75"/>
            <p:cNvSpPr/>
            <p:nvPr/>
          </p:nvSpPr>
          <p:spPr>
            <a:xfrm>
              <a:off x="6657846" y="2162158"/>
              <a:ext cx="27153" cy="43014"/>
            </a:xfrm>
            <a:custGeom>
              <a:avLst/>
              <a:gdLst/>
              <a:ahLst/>
              <a:cxnLst/>
              <a:rect l="l" t="t" r="r" b="b"/>
              <a:pathLst>
                <a:path w="1034" h="1638" extrusionOk="0">
                  <a:moveTo>
                    <a:pt x="0" y="1"/>
                  </a:moveTo>
                  <a:lnTo>
                    <a:pt x="0" y="1360"/>
                  </a:lnTo>
                  <a:lnTo>
                    <a:pt x="469" y="1637"/>
                  </a:lnTo>
                  <a:lnTo>
                    <a:pt x="1034" y="632"/>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75"/>
            <p:cNvSpPr/>
            <p:nvPr/>
          </p:nvSpPr>
          <p:spPr>
            <a:xfrm>
              <a:off x="6710104" y="2184557"/>
              <a:ext cx="73160" cy="58665"/>
            </a:xfrm>
            <a:custGeom>
              <a:avLst/>
              <a:gdLst/>
              <a:ahLst/>
              <a:cxnLst/>
              <a:rect l="l" t="t" r="r" b="b"/>
              <a:pathLst>
                <a:path w="2786" h="2234" extrusionOk="0">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75"/>
            <p:cNvSpPr/>
            <p:nvPr/>
          </p:nvSpPr>
          <p:spPr>
            <a:xfrm>
              <a:off x="6713386" y="2185529"/>
              <a:ext cx="69878" cy="57536"/>
            </a:xfrm>
            <a:custGeom>
              <a:avLst/>
              <a:gdLst/>
              <a:ahLst/>
              <a:cxnLst/>
              <a:rect l="l" t="t" r="r" b="b"/>
              <a:pathLst>
                <a:path w="2661" h="2191" extrusionOk="0">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75"/>
            <p:cNvSpPr/>
            <p:nvPr/>
          </p:nvSpPr>
          <p:spPr>
            <a:xfrm>
              <a:off x="6738018" y="2210266"/>
              <a:ext cx="65099" cy="52888"/>
            </a:xfrm>
            <a:custGeom>
              <a:avLst/>
              <a:gdLst/>
              <a:ahLst/>
              <a:cxnLst/>
              <a:rect l="l" t="t" r="r" b="b"/>
              <a:pathLst>
                <a:path w="2479" h="2014" extrusionOk="0">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75"/>
            <p:cNvSpPr/>
            <p:nvPr/>
          </p:nvSpPr>
          <p:spPr>
            <a:xfrm>
              <a:off x="6741274" y="2211421"/>
              <a:ext cx="61842" cy="51732"/>
            </a:xfrm>
            <a:custGeom>
              <a:avLst/>
              <a:gdLst/>
              <a:ahLst/>
              <a:cxnLst/>
              <a:rect l="l" t="t" r="r" b="b"/>
              <a:pathLst>
                <a:path w="2355" h="1970" extrusionOk="0">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75"/>
            <p:cNvSpPr/>
            <p:nvPr/>
          </p:nvSpPr>
          <p:spPr>
            <a:xfrm>
              <a:off x="6765906" y="2236263"/>
              <a:ext cx="57063" cy="47084"/>
            </a:xfrm>
            <a:custGeom>
              <a:avLst/>
              <a:gdLst/>
              <a:ahLst/>
              <a:cxnLst/>
              <a:rect l="l" t="t" r="r" b="b"/>
              <a:pathLst>
                <a:path w="2173" h="1793" extrusionOk="0">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75"/>
            <p:cNvSpPr/>
            <p:nvPr/>
          </p:nvSpPr>
          <p:spPr>
            <a:xfrm>
              <a:off x="6769163" y="2237051"/>
              <a:ext cx="53807" cy="46296"/>
            </a:xfrm>
            <a:custGeom>
              <a:avLst/>
              <a:gdLst/>
              <a:ahLst/>
              <a:cxnLst/>
              <a:rect l="l" t="t" r="r" b="b"/>
              <a:pathLst>
                <a:path w="2049" h="1763" extrusionOk="0">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75"/>
            <p:cNvSpPr/>
            <p:nvPr/>
          </p:nvSpPr>
          <p:spPr>
            <a:xfrm>
              <a:off x="6793794" y="2262156"/>
              <a:ext cx="49027" cy="41149"/>
            </a:xfrm>
            <a:custGeom>
              <a:avLst/>
              <a:gdLst/>
              <a:ahLst/>
              <a:cxnLst/>
              <a:rect l="l" t="t" r="r" b="b"/>
              <a:pathLst>
                <a:path w="1867" h="1567" extrusionOk="0">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75"/>
            <p:cNvSpPr/>
            <p:nvPr/>
          </p:nvSpPr>
          <p:spPr>
            <a:xfrm>
              <a:off x="6797313" y="2263180"/>
              <a:ext cx="45509" cy="40125"/>
            </a:xfrm>
            <a:custGeom>
              <a:avLst/>
              <a:gdLst/>
              <a:ahLst/>
              <a:cxnLst/>
              <a:rect l="l" t="t" r="r" b="b"/>
              <a:pathLst>
                <a:path w="1733" h="1528" extrusionOk="0">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75"/>
            <p:cNvSpPr/>
            <p:nvPr/>
          </p:nvSpPr>
          <p:spPr>
            <a:xfrm>
              <a:off x="6799335" y="2099843"/>
              <a:ext cx="70639" cy="108848"/>
            </a:xfrm>
            <a:custGeom>
              <a:avLst/>
              <a:gdLst/>
              <a:ahLst/>
              <a:cxnLst/>
              <a:rect l="l" t="t" r="r" b="b"/>
              <a:pathLst>
                <a:path w="2690" h="4145" extrusionOk="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75"/>
            <p:cNvSpPr/>
            <p:nvPr/>
          </p:nvSpPr>
          <p:spPr>
            <a:xfrm>
              <a:off x="6799335" y="2100053"/>
              <a:ext cx="29936" cy="108638"/>
            </a:xfrm>
            <a:custGeom>
              <a:avLst/>
              <a:gdLst/>
              <a:ahLst/>
              <a:cxnLst/>
              <a:rect l="l" t="t" r="r" b="b"/>
              <a:pathLst>
                <a:path w="1140" h="4137" extrusionOk="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8" name="Google Shape;11258;p75"/>
          <p:cNvGrpSpPr/>
          <p:nvPr/>
        </p:nvGrpSpPr>
        <p:grpSpPr>
          <a:xfrm>
            <a:off x="7104188" y="1971904"/>
            <a:ext cx="347341" cy="348103"/>
            <a:chOff x="7104188" y="1971904"/>
            <a:chExt cx="347341" cy="348103"/>
          </a:xfrm>
        </p:grpSpPr>
        <p:sp>
          <p:nvSpPr>
            <p:cNvPr id="11259" name="Google Shape;11259;p75"/>
            <p:cNvSpPr/>
            <p:nvPr/>
          </p:nvSpPr>
          <p:spPr>
            <a:xfrm>
              <a:off x="7204947" y="1994277"/>
              <a:ext cx="167906" cy="153752"/>
            </a:xfrm>
            <a:custGeom>
              <a:avLst/>
              <a:gdLst/>
              <a:ahLst/>
              <a:cxnLst/>
              <a:rect l="l" t="t" r="r" b="b"/>
              <a:pathLst>
                <a:path w="6394" h="5855" extrusionOk="0">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75"/>
            <p:cNvSpPr/>
            <p:nvPr/>
          </p:nvSpPr>
          <p:spPr>
            <a:xfrm>
              <a:off x="7204711" y="1994277"/>
              <a:ext cx="156851" cy="112130"/>
            </a:xfrm>
            <a:custGeom>
              <a:avLst/>
              <a:gdLst/>
              <a:ahLst/>
              <a:cxnLst/>
              <a:rect l="l" t="t" r="r" b="b"/>
              <a:pathLst>
                <a:path w="5973" h="4270" extrusionOk="0">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75"/>
            <p:cNvSpPr/>
            <p:nvPr/>
          </p:nvSpPr>
          <p:spPr>
            <a:xfrm>
              <a:off x="7104923" y="2129490"/>
              <a:ext cx="122923" cy="123159"/>
            </a:xfrm>
            <a:custGeom>
              <a:avLst/>
              <a:gdLst/>
              <a:ahLst/>
              <a:cxnLst/>
              <a:rect l="l" t="t" r="r" b="b"/>
              <a:pathLst>
                <a:path w="4681" h="4690" extrusionOk="0">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75"/>
            <p:cNvSpPr/>
            <p:nvPr/>
          </p:nvSpPr>
          <p:spPr>
            <a:xfrm>
              <a:off x="7138352" y="2129490"/>
              <a:ext cx="89494" cy="123159"/>
            </a:xfrm>
            <a:custGeom>
              <a:avLst/>
              <a:gdLst/>
              <a:ahLst/>
              <a:cxnLst/>
              <a:rect l="l" t="t" r="r" b="b"/>
              <a:pathLst>
                <a:path w="3408" h="4690" extrusionOk="0">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3" name="Google Shape;11263;p75"/>
            <p:cNvSpPr/>
            <p:nvPr/>
          </p:nvSpPr>
          <p:spPr>
            <a:xfrm>
              <a:off x="7104188" y="2222477"/>
              <a:ext cx="123159" cy="97293"/>
            </a:xfrm>
            <a:custGeom>
              <a:avLst/>
              <a:gdLst/>
              <a:ahLst/>
              <a:cxnLst/>
              <a:rect l="l" t="t" r="r" b="b"/>
              <a:pathLst>
                <a:path w="4690" h="3705" extrusionOk="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75"/>
            <p:cNvSpPr/>
            <p:nvPr/>
          </p:nvSpPr>
          <p:spPr>
            <a:xfrm>
              <a:off x="7144891" y="2222477"/>
              <a:ext cx="41753" cy="27678"/>
            </a:xfrm>
            <a:custGeom>
              <a:avLst/>
              <a:gdLst/>
              <a:ahLst/>
              <a:cxnLst/>
              <a:rect l="l" t="t" r="r" b="b"/>
              <a:pathLst>
                <a:path w="1590" h="1054" extrusionOk="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75"/>
            <p:cNvSpPr/>
            <p:nvPr/>
          </p:nvSpPr>
          <p:spPr>
            <a:xfrm>
              <a:off x="7104188" y="2258663"/>
              <a:ext cx="123159" cy="61343"/>
            </a:xfrm>
            <a:custGeom>
              <a:avLst/>
              <a:gdLst/>
              <a:ahLst/>
              <a:cxnLst/>
              <a:rect l="l" t="t" r="r" b="b"/>
              <a:pathLst>
                <a:path w="4690" h="2336" extrusionOk="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75"/>
            <p:cNvSpPr/>
            <p:nvPr/>
          </p:nvSpPr>
          <p:spPr>
            <a:xfrm>
              <a:off x="7124539" y="2169011"/>
              <a:ext cx="82194" cy="67304"/>
            </a:xfrm>
            <a:custGeom>
              <a:avLst/>
              <a:gdLst/>
              <a:ahLst/>
              <a:cxnLst/>
              <a:rect l="l" t="t" r="r" b="b"/>
              <a:pathLst>
                <a:path w="3130" h="2563" extrusionOk="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75"/>
            <p:cNvSpPr/>
            <p:nvPr/>
          </p:nvSpPr>
          <p:spPr>
            <a:xfrm>
              <a:off x="7124277" y="2169011"/>
              <a:ext cx="82456" cy="66569"/>
            </a:xfrm>
            <a:custGeom>
              <a:avLst/>
              <a:gdLst/>
              <a:ahLst/>
              <a:cxnLst/>
              <a:rect l="l" t="t" r="r" b="b"/>
              <a:pathLst>
                <a:path w="3140" h="2535" extrusionOk="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75"/>
            <p:cNvSpPr/>
            <p:nvPr/>
          </p:nvSpPr>
          <p:spPr>
            <a:xfrm>
              <a:off x="7104188" y="2272476"/>
              <a:ext cx="27415" cy="47531"/>
            </a:xfrm>
            <a:custGeom>
              <a:avLst/>
              <a:gdLst/>
              <a:ahLst/>
              <a:cxnLst/>
              <a:rect l="l" t="t" r="r" b="b"/>
              <a:pathLst>
                <a:path w="1044" h="1810" extrusionOk="0">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75"/>
            <p:cNvSpPr/>
            <p:nvPr/>
          </p:nvSpPr>
          <p:spPr>
            <a:xfrm>
              <a:off x="7199932" y="2272476"/>
              <a:ext cx="27415" cy="47531"/>
            </a:xfrm>
            <a:custGeom>
              <a:avLst/>
              <a:gdLst/>
              <a:ahLst/>
              <a:cxnLst/>
              <a:rect l="l" t="t" r="r" b="b"/>
              <a:pathLst>
                <a:path w="1044" h="1810" extrusionOk="0">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75"/>
            <p:cNvSpPr/>
            <p:nvPr/>
          </p:nvSpPr>
          <p:spPr>
            <a:xfrm>
              <a:off x="7337140" y="2141806"/>
              <a:ext cx="33718" cy="73922"/>
            </a:xfrm>
            <a:custGeom>
              <a:avLst/>
              <a:gdLst/>
              <a:ahLst/>
              <a:cxnLst/>
              <a:rect l="l" t="t" r="r" b="b"/>
              <a:pathLst>
                <a:path w="1284" h="2815" extrusionOk="0">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75"/>
            <p:cNvSpPr/>
            <p:nvPr/>
          </p:nvSpPr>
          <p:spPr>
            <a:xfrm>
              <a:off x="7350717" y="2135031"/>
              <a:ext cx="80697" cy="80697"/>
            </a:xfrm>
            <a:custGeom>
              <a:avLst/>
              <a:gdLst/>
              <a:ahLst/>
              <a:cxnLst/>
              <a:rect l="l" t="t" r="r" b="b"/>
              <a:pathLst>
                <a:path w="3073" h="3073" extrusionOk="0">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75"/>
            <p:cNvSpPr/>
            <p:nvPr/>
          </p:nvSpPr>
          <p:spPr>
            <a:xfrm>
              <a:off x="7364030" y="2235791"/>
              <a:ext cx="40493" cy="29936"/>
            </a:xfrm>
            <a:custGeom>
              <a:avLst/>
              <a:gdLst/>
              <a:ahLst/>
              <a:cxnLst/>
              <a:rect l="l" t="t" r="r" b="b"/>
              <a:pathLst>
                <a:path w="1542" h="1140" extrusionOk="0">
                  <a:moveTo>
                    <a:pt x="1" y="1"/>
                  </a:moveTo>
                  <a:lnTo>
                    <a:pt x="1" y="1140"/>
                  </a:lnTo>
                  <a:lnTo>
                    <a:pt x="1542" y="1140"/>
                  </a:lnTo>
                  <a:lnTo>
                    <a:pt x="15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75"/>
            <p:cNvSpPr/>
            <p:nvPr/>
          </p:nvSpPr>
          <p:spPr>
            <a:xfrm>
              <a:off x="7364030" y="2236053"/>
              <a:ext cx="40493" cy="16281"/>
            </a:xfrm>
            <a:custGeom>
              <a:avLst/>
              <a:gdLst/>
              <a:ahLst/>
              <a:cxnLst/>
              <a:rect l="l" t="t" r="r" b="b"/>
              <a:pathLst>
                <a:path w="1542" h="620" extrusionOk="0">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75"/>
            <p:cNvSpPr/>
            <p:nvPr/>
          </p:nvSpPr>
          <p:spPr>
            <a:xfrm>
              <a:off x="7317051" y="2252124"/>
              <a:ext cx="134477" cy="67882"/>
            </a:xfrm>
            <a:custGeom>
              <a:avLst/>
              <a:gdLst/>
              <a:ahLst/>
              <a:cxnLst/>
              <a:rect l="l" t="t" r="r" b="b"/>
              <a:pathLst>
                <a:path w="5121" h="2585" extrusionOk="0">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75"/>
            <p:cNvSpPr/>
            <p:nvPr/>
          </p:nvSpPr>
          <p:spPr>
            <a:xfrm>
              <a:off x="7377607" y="2265701"/>
              <a:ext cx="13340" cy="54306"/>
            </a:xfrm>
            <a:custGeom>
              <a:avLst/>
              <a:gdLst/>
              <a:ahLst/>
              <a:cxnLst/>
              <a:rect l="l" t="t" r="r" b="b"/>
              <a:pathLst>
                <a:path w="508" h="2068" extrusionOk="0">
                  <a:moveTo>
                    <a:pt x="125" y="1"/>
                  </a:moveTo>
                  <a:lnTo>
                    <a:pt x="1" y="2068"/>
                  </a:lnTo>
                  <a:lnTo>
                    <a:pt x="508" y="2068"/>
                  </a:lnTo>
                  <a:lnTo>
                    <a:pt x="383"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75"/>
            <p:cNvSpPr/>
            <p:nvPr/>
          </p:nvSpPr>
          <p:spPr>
            <a:xfrm>
              <a:off x="7343941" y="2168906"/>
              <a:ext cx="80697" cy="73712"/>
            </a:xfrm>
            <a:custGeom>
              <a:avLst/>
              <a:gdLst/>
              <a:ahLst/>
              <a:cxnLst/>
              <a:rect l="l" t="t" r="r" b="b"/>
              <a:pathLst>
                <a:path w="3073" h="2807" extrusionOk="0">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75"/>
            <p:cNvSpPr/>
            <p:nvPr/>
          </p:nvSpPr>
          <p:spPr>
            <a:xfrm>
              <a:off x="7343941" y="2168906"/>
              <a:ext cx="80434" cy="72189"/>
            </a:xfrm>
            <a:custGeom>
              <a:avLst/>
              <a:gdLst/>
              <a:ahLst/>
              <a:cxnLst/>
              <a:rect l="l" t="t" r="r" b="b"/>
              <a:pathLst>
                <a:path w="3063" h="2749" extrusionOk="0">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75"/>
            <p:cNvSpPr/>
            <p:nvPr/>
          </p:nvSpPr>
          <p:spPr>
            <a:xfrm>
              <a:off x="7317051" y="2269482"/>
              <a:ext cx="26916" cy="50524"/>
            </a:xfrm>
            <a:custGeom>
              <a:avLst/>
              <a:gdLst/>
              <a:ahLst/>
              <a:cxnLst/>
              <a:rect l="l" t="t" r="r" b="b"/>
              <a:pathLst>
                <a:path w="1025" h="1924" extrusionOk="0">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75"/>
            <p:cNvSpPr/>
            <p:nvPr/>
          </p:nvSpPr>
          <p:spPr>
            <a:xfrm>
              <a:off x="7424612" y="2269482"/>
              <a:ext cx="26916" cy="50524"/>
            </a:xfrm>
            <a:custGeom>
              <a:avLst/>
              <a:gdLst/>
              <a:ahLst/>
              <a:cxnLst/>
              <a:rect l="l" t="t" r="r" b="b"/>
              <a:pathLst>
                <a:path w="1025" h="1924" extrusionOk="0">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75"/>
            <p:cNvSpPr/>
            <p:nvPr/>
          </p:nvSpPr>
          <p:spPr>
            <a:xfrm>
              <a:off x="7377607" y="2265701"/>
              <a:ext cx="13340" cy="13340"/>
            </a:xfrm>
            <a:custGeom>
              <a:avLst/>
              <a:gdLst/>
              <a:ahLst/>
              <a:cxnLst/>
              <a:rect l="l" t="t" r="r" b="b"/>
              <a:pathLst>
                <a:path w="508" h="508" extrusionOk="0">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75"/>
            <p:cNvSpPr/>
            <p:nvPr/>
          </p:nvSpPr>
          <p:spPr>
            <a:xfrm>
              <a:off x="7356756" y="2246899"/>
              <a:ext cx="27415" cy="28229"/>
            </a:xfrm>
            <a:custGeom>
              <a:avLst/>
              <a:gdLst/>
              <a:ahLst/>
              <a:cxnLst/>
              <a:rect l="l" t="t" r="r" b="b"/>
              <a:pathLst>
                <a:path w="1044" h="1075" extrusionOk="0">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75"/>
            <p:cNvSpPr/>
            <p:nvPr/>
          </p:nvSpPr>
          <p:spPr>
            <a:xfrm>
              <a:off x="7384146" y="2246899"/>
              <a:ext cx="27678" cy="28229"/>
            </a:xfrm>
            <a:custGeom>
              <a:avLst/>
              <a:gdLst/>
              <a:ahLst/>
              <a:cxnLst/>
              <a:rect l="l" t="t" r="r" b="b"/>
              <a:pathLst>
                <a:path w="1054" h="1075" extrusionOk="0">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75"/>
            <p:cNvSpPr/>
            <p:nvPr/>
          </p:nvSpPr>
          <p:spPr>
            <a:xfrm>
              <a:off x="7159964" y="1971904"/>
              <a:ext cx="190516" cy="164151"/>
            </a:xfrm>
            <a:custGeom>
              <a:avLst/>
              <a:gdLst/>
              <a:ahLst/>
              <a:cxnLst/>
              <a:rect l="l" t="t" r="r" b="b"/>
              <a:pathLst>
                <a:path w="7255" h="6251" extrusionOk="0">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75"/>
            <p:cNvSpPr/>
            <p:nvPr/>
          </p:nvSpPr>
          <p:spPr>
            <a:xfrm>
              <a:off x="7191896" y="2000055"/>
              <a:ext cx="31670" cy="11082"/>
            </a:xfrm>
            <a:custGeom>
              <a:avLst/>
              <a:gdLst/>
              <a:ahLst/>
              <a:cxnLst/>
              <a:rect l="l" t="t" r="r" b="b"/>
              <a:pathLst>
                <a:path w="1206" h="422" extrusionOk="0">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75"/>
            <p:cNvSpPr/>
            <p:nvPr/>
          </p:nvSpPr>
          <p:spPr>
            <a:xfrm>
              <a:off x="7231102" y="2000055"/>
              <a:ext cx="87735" cy="11082"/>
            </a:xfrm>
            <a:custGeom>
              <a:avLst/>
              <a:gdLst/>
              <a:ahLst/>
              <a:cxnLst/>
              <a:rect l="l" t="t" r="r" b="b"/>
              <a:pathLst>
                <a:path w="3341" h="422" extrusionOk="0">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75"/>
            <p:cNvSpPr/>
            <p:nvPr/>
          </p:nvSpPr>
          <p:spPr>
            <a:xfrm>
              <a:off x="7191896" y="2027969"/>
              <a:ext cx="126941" cy="11318"/>
            </a:xfrm>
            <a:custGeom>
              <a:avLst/>
              <a:gdLst/>
              <a:ahLst/>
              <a:cxnLst/>
              <a:rect l="l" t="t" r="r" b="b"/>
              <a:pathLst>
                <a:path w="4834" h="431" extrusionOk="0">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75"/>
            <p:cNvSpPr/>
            <p:nvPr/>
          </p:nvSpPr>
          <p:spPr>
            <a:xfrm>
              <a:off x="7191896" y="2056093"/>
              <a:ext cx="87735" cy="11108"/>
            </a:xfrm>
            <a:custGeom>
              <a:avLst/>
              <a:gdLst/>
              <a:ahLst/>
              <a:cxnLst/>
              <a:rect l="l" t="t" r="r" b="b"/>
              <a:pathLst>
                <a:path w="3341" h="423" extrusionOk="0">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75"/>
            <p:cNvSpPr/>
            <p:nvPr/>
          </p:nvSpPr>
          <p:spPr>
            <a:xfrm>
              <a:off x="7286878" y="2056093"/>
              <a:ext cx="31958" cy="11108"/>
            </a:xfrm>
            <a:custGeom>
              <a:avLst/>
              <a:gdLst/>
              <a:ahLst/>
              <a:cxnLst/>
              <a:rect l="l" t="t" r="r" b="b"/>
              <a:pathLst>
                <a:path w="1217" h="423" extrusionOk="0">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9" name="Google Shape;11289;p75"/>
          <p:cNvGrpSpPr/>
          <p:nvPr/>
        </p:nvGrpSpPr>
        <p:grpSpPr>
          <a:xfrm>
            <a:off x="7551264" y="1971904"/>
            <a:ext cx="344321" cy="348155"/>
            <a:chOff x="7551264" y="1971904"/>
            <a:chExt cx="344321" cy="348155"/>
          </a:xfrm>
        </p:grpSpPr>
        <p:sp>
          <p:nvSpPr>
            <p:cNvPr id="11290" name="Google Shape;11290;p75"/>
            <p:cNvSpPr/>
            <p:nvPr/>
          </p:nvSpPr>
          <p:spPr>
            <a:xfrm>
              <a:off x="7820665" y="1973164"/>
              <a:ext cx="9086" cy="73659"/>
            </a:xfrm>
            <a:custGeom>
              <a:avLst/>
              <a:gdLst/>
              <a:ahLst/>
              <a:cxnLst/>
              <a:rect l="l" t="t" r="r" b="b"/>
              <a:pathLst>
                <a:path w="346" h="2805" extrusionOk="0">
                  <a:moveTo>
                    <a:pt x="1" y="1"/>
                  </a:moveTo>
                  <a:lnTo>
                    <a:pt x="1" y="2805"/>
                  </a:lnTo>
                  <a:lnTo>
                    <a:pt x="346" y="2805"/>
                  </a:lnTo>
                  <a:lnTo>
                    <a:pt x="346" y="336"/>
                  </a:lnTo>
                  <a:lnTo>
                    <a:pt x="1"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75"/>
            <p:cNvSpPr/>
            <p:nvPr/>
          </p:nvSpPr>
          <p:spPr>
            <a:xfrm>
              <a:off x="7625396" y="1971904"/>
              <a:ext cx="270189" cy="348103"/>
            </a:xfrm>
            <a:custGeom>
              <a:avLst/>
              <a:gdLst/>
              <a:ahLst/>
              <a:cxnLst/>
              <a:rect l="l" t="t" r="r" b="b"/>
              <a:pathLst>
                <a:path w="10289" h="13256" extrusionOk="0">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75"/>
            <p:cNvSpPr/>
            <p:nvPr/>
          </p:nvSpPr>
          <p:spPr>
            <a:xfrm>
              <a:off x="7625396" y="1971904"/>
              <a:ext cx="86238" cy="348103"/>
            </a:xfrm>
            <a:custGeom>
              <a:avLst/>
              <a:gdLst/>
              <a:ahLst/>
              <a:cxnLst/>
              <a:rect l="l" t="t" r="r" b="b"/>
              <a:pathLst>
                <a:path w="3284" h="13256" extrusionOk="0">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75"/>
            <p:cNvSpPr/>
            <p:nvPr/>
          </p:nvSpPr>
          <p:spPr>
            <a:xfrm>
              <a:off x="7685715" y="2063893"/>
              <a:ext cx="103333" cy="11344"/>
            </a:xfrm>
            <a:custGeom>
              <a:avLst/>
              <a:gdLst/>
              <a:ahLst/>
              <a:cxnLst/>
              <a:rect l="l" t="t" r="r" b="b"/>
              <a:pathLst>
                <a:path w="3935" h="432" extrusionOk="0">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75"/>
            <p:cNvSpPr/>
            <p:nvPr/>
          </p:nvSpPr>
          <p:spPr>
            <a:xfrm>
              <a:off x="7685715" y="2102337"/>
              <a:ext cx="148553" cy="11344"/>
            </a:xfrm>
            <a:custGeom>
              <a:avLst/>
              <a:gdLst/>
              <a:ahLst/>
              <a:cxnLst/>
              <a:rect l="l" t="t" r="r" b="b"/>
              <a:pathLst>
                <a:path w="5657" h="432" extrusionOk="0">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75"/>
            <p:cNvSpPr/>
            <p:nvPr/>
          </p:nvSpPr>
          <p:spPr>
            <a:xfrm>
              <a:off x="7685715" y="2140808"/>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75"/>
            <p:cNvSpPr/>
            <p:nvPr/>
          </p:nvSpPr>
          <p:spPr>
            <a:xfrm>
              <a:off x="7685715" y="2179253"/>
              <a:ext cx="148553" cy="11344"/>
            </a:xfrm>
            <a:custGeom>
              <a:avLst/>
              <a:gdLst/>
              <a:ahLst/>
              <a:cxnLst/>
              <a:rect l="l" t="t" r="r" b="b"/>
              <a:pathLst>
                <a:path w="5657" h="432"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75"/>
            <p:cNvSpPr/>
            <p:nvPr/>
          </p:nvSpPr>
          <p:spPr>
            <a:xfrm>
              <a:off x="7685715" y="2217461"/>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75"/>
            <p:cNvSpPr/>
            <p:nvPr/>
          </p:nvSpPr>
          <p:spPr>
            <a:xfrm>
              <a:off x="7552367" y="2239309"/>
              <a:ext cx="152492" cy="80487"/>
            </a:xfrm>
            <a:custGeom>
              <a:avLst/>
              <a:gdLst/>
              <a:ahLst/>
              <a:cxnLst/>
              <a:rect l="l" t="t" r="r" b="b"/>
              <a:pathLst>
                <a:path w="5807" h="3065" extrusionOk="0">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75"/>
            <p:cNvSpPr/>
            <p:nvPr/>
          </p:nvSpPr>
          <p:spPr>
            <a:xfrm>
              <a:off x="7551264" y="2239808"/>
              <a:ext cx="61842" cy="80251"/>
            </a:xfrm>
            <a:custGeom>
              <a:avLst/>
              <a:gdLst/>
              <a:ahLst/>
              <a:cxnLst/>
              <a:rect l="l" t="t" r="r" b="b"/>
              <a:pathLst>
                <a:path w="2355" h="3056" extrusionOk="0">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75"/>
            <p:cNvSpPr/>
            <p:nvPr/>
          </p:nvSpPr>
          <p:spPr>
            <a:xfrm>
              <a:off x="7579677" y="2113156"/>
              <a:ext cx="96532" cy="68381"/>
            </a:xfrm>
            <a:custGeom>
              <a:avLst/>
              <a:gdLst/>
              <a:ahLst/>
              <a:cxnLst/>
              <a:rect l="l" t="t" r="r" b="b"/>
              <a:pathLst>
                <a:path w="3676" h="2604" extrusionOk="0">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75"/>
            <p:cNvSpPr/>
            <p:nvPr/>
          </p:nvSpPr>
          <p:spPr>
            <a:xfrm>
              <a:off x="7579677" y="2113393"/>
              <a:ext cx="52284" cy="68145"/>
            </a:xfrm>
            <a:custGeom>
              <a:avLst/>
              <a:gdLst/>
              <a:ahLst/>
              <a:cxnLst/>
              <a:rect l="l" t="t" r="r" b="b"/>
              <a:pathLst>
                <a:path w="1991" h="2595" extrusionOk="0">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75"/>
            <p:cNvSpPr/>
            <p:nvPr/>
          </p:nvSpPr>
          <p:spPr>
            <a:xfrm>
              <a:off x="7662843" y="2174263"/>
              <a:ext cx="20903" cy="28387"/>
            </a:xfrm>
            <a:custGeom>
              <a:avLst/>
              <a:gdLst/>
              <a:ahLst/>
              <a:cxnLst/>
              <a:rect l="l" t="t" r="r" b="b"/>
              <a:pathLst>
                <a:path w="796" h="1081" extrusionOk="0">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75"/>
            <p:cNvSpPr/>
            <p:nvPr/>
          </p:nvSpPr>
          <p:spPr>
            <a:xfrm>
              <a:off x="7571878" y="2174237"/>
              <a:ext cx="21139" cy="28361"/>
            </a:xfrm>
            <a:custGeom>
              <a:avLst/>
              <a:gdLst/>
              <a:ahLst/>
              <a:cxnLst/>
              <a:rect l="l" t="t" r="r" b="b"/>
              <a:pathLst>
                <a:path w="805" h="1080" extrusionOk="0">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75"/>
            <p:cNvSpPr/>
            <p:nvPr/>
          </p:nvSpPr>
          <p:spPr>
            <a:xfrm>
              <a:off x="7610087" y="2223869"/>
              <a:ext cx="35714" cy="40362"/>
            </a:xfrm>
            <a:custGeom>
              <a:avLst/>
              <a:gdLst/>
              <a:ahLst/>
              <a:cxnLst/>
              <a:rect l="l" t="t" r="r" b="b"/>
              <a:pathLst>
                <a:path w="1360" h="1537" extrusionOk="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75"/>
            <p:cNvSpPr/>
            <p:nvPr/>
          </p:nvSpPr>
          <p:spPr>
            <a:xfrm>
              <a:off x="7610087" y="2224105"/>
              <a:ext cx="21875" cy="40362"/>
            </a:xfrm>
            <a:custGeom>
              <a:avLst/>
              <a:gdLst/>
              <a:ahLst/>
              <a:cxnLst/>
              <a:rect l="l" t="t" r="r" b="b"/>
              <a:pathLst>
                <a:path w="833" h="1537" extrusionOk="0">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75"/>
            <p:cNvSpPr/>
            <p:nvPr/>
          </p:nvSpPr>
          <p:spPr>
            <a:xfrm>
              <a:off x="7589971" y="2153072"/>
              <a:ext cx="75918" cy="81248"/>
            </a:xfrm>
            <a:custGeom>
              <a:avLst/>
              <a:gdLst/>
              <a:ahLst/>
              <a:cxnLst/>
              <a:rect l="l" t="t" r="r" b="b"/>
              <a:pathLst>
                <a:path w="2891" h="3094" extrusionOk="0">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75"/>
            <p:cNvSpPr/>
            <p:nvPr/>
          </p:nvSpPr>
          <p:spPr>
            <a:xfrm>
              <a:off x="7589971" y="2153072"/>
              <a:ext cx="55067" cy="81248"/>
            </a:xfrm>
            <a:custGeom>
              <a:avLst/>
              <a:gdLst/>
              <a:ahLst/>
              <a:cxnLst/>
              <a:rect l="l" t="t" r="r" b="b"/>
              <a:pathLst>
                <a:path w="2097" h="3094" extrusionOk="0">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75"/>
            <p:cNvSpPr/>
            <p:nvPr/>
          </p:nvSpPr>
          <p:spPr>
            <a:xfrm>
              <a:off x="7820665" y="1973164"/>
              <a:ext cx="73922" cy="73659"/>
            </a:xfrm>
            <a:custGeom>
              <a:avLst/>
              <a:gdLst/>
              <a:ahLst/>
              <a:cxnLst/>
              <a:rect l="l" t="t" r="r" b="b"/>
              <a:pathLst>
                <a:path w="2815" h="2805" extrusionOk="0">
                  <a:moveTo>
                    <a:pt x="1" y="1"/>
                  </a:moveTo>
                  <a:lnTo>
                    <a:pt x="1" y="2259"/>
                  </a:lnTo>
                  <a:cubicBezTo>
                    <a:pt x="1" y="2346"/>
                    <a:pt x="39" y="2805"/>
                    <a:pt x="623" y="2805"/>
                  </a:cubicBezTo>
                  <a:lnTo>
                    <a:pt x="2815" y="2805"/>
                  </a:lnTo>
                  <a:lnTo>
                    <a:pt x="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9" name="Google Shape;11309;p75"/>
          <p:cNvGrpSpPr/>
          <p:nvPr/>
        </p:nvGrpSpPr>
        <p:grpSpPr>
          <a:xfrm>
            <a:off x="7992065" y="1971904"/>
            <a:ext cx="351621" cy="348103"/>
            <a:chOff x="7992065" y="1971904"/>
            <a:chExt cx="351621" cy="348103"/>
          </a:xfrm>
        </p:grpSpPr>
        <p:sp>
          <p:nvSpPr>
            <p:cNvPr id="11310" name="Google Shape;11310;p75"/>
            <p:cNvSpPr/>
            <p:nvPr/>
          </p:nvSpPr>
          <p:spPr>
            <a:xfrm>
              <a:off x="8136074" y="1971904"/>
              <a:ext cx="67383" cy="67383"/>
            </a:xfrm>
            <a:custGeom>
              <a:avLst/>
              <a:gdLst/>
              <a:ahLst/>
              <a:cxnLst/>
              <a:rect l="l" t="t" r="r" b="b"/>
              <a:pathLst>
                <a:path w="2566" h="2566" extrusionOk="0">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75"/>
            <p:cNvSpPr/>
            <p:nvPr/>
          </p:nvSpPr>
          <p:spPr>
            <a:xfrm>
              <a:off x="8022552" y="2180014"/>
              <a:ext cx="137025" cy="95376"/>
            </a:xfrm>
            <a:custGeom>
              <a:avLst/>
              <a:gdLst/>
              <a:ahLst/>
              <a:cxnLst/>
              <a:rect l="l" t="t" r="r" b="b"/>
              <a:pathLst>
                <a:path w="5218" h="3632" extrusionOk="0">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75"/>
            <p:cNvSpPr/>
            <p:nvPr/>
          </p:nvSpPr>
          <p:spPr>
            <a:xfrm>
              <a:off x="8109946" y="2050080"/>
              <a:ext cx="120849" cy="62604"/>
            </a:xfrm>
            <a:custGeom>
              <a:avLst/>
              <a:gdLst/>
              <a:ahLst/>
              <a:cxnLst/>
              <a:rect l="l" t="t" r="r" b="b"/>
              <a:pathLst>
                <a:path w="4602" h="2384" extrusionOk="0">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75"/>
            <p:cNvSpPr/>
            <p:nvPr/>
          </p:nvSpPr>
          <p:spPr>
            <a:xfrm>
              <a:off x="8179613" y="2180014"/>
              <a:ext cx="137130" cy="95376"/>
            </a:xfrm>
            <a:custGeom>
              <a:avLst/>
              <a:gdLst/>
              <a:ahLst/>
              <a:cxnLst/>
              <a:rect l="l" t="t" r="r" b="b"/>
              <a:pathLst>
                <a:path w="5222" h="3632" extrusionOk="0">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75"/>
            <p:cNvSpPr/>
            <p:nvPr/>
          </p:nvSpPr>
          <p:spPr>
            <a:xfrm>
              <a:off x="8129037" y="1973427"/>
              <a:ext cx="66884" cy="65939"/>
            </a:xfrm>
            <a:custGeom>
              <a:avLst/>
              <a:gdLst/>
              <a:ahLst/>
              <a:cxnLst/>
              <a:rect l="l" t="t" r="r" b="b"/>
              <a:pathLst>
                <a:path w="2547" h="2511" extrusionOk="0">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75"/>
            <p:cNvSpPr/>
            <p:nvPr/>
          </p:nvSpPr>
          <p:spPr>
            <a:xfrm>
              <a:off x="8068717" y="2123450"/>
              <a:ext cx="44773" cy="45010"/>
            </a:xfrm>
            <a:custGeom>
              <a:avLst/>
              <a:gdLst/>
              <a:ahLst/>
              <a:cxnLst/>
              <a:rect l="l" t="t" r="r" b="b"/>
              <a:pathLst>
                <a:path w="1705" h="1714" extrusionOk="0">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6" name="Google Shape;11316;p75"/>
            <p:cNvSpPr/>
            <p:nvPr/>
          </p:nvSpPr>
          <p:spPr>
            <a:xfrm>
              <a:off x="8063964" y="2124474"/>
              <a:ext cx="44484" cy="43854"/>
            </a:xfrm>
            <a:custGeom>
              <a:avLst/>
              <a:gdLst/>
              <a:ahLst/>
              <a:cxnLst/>
              <a:rect l="l" t="t" r="r" b="b"/>
              <a:pathLst>
                <a:path w="1694" h="1670" extrusionOk="0">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75"/>
            <p:cNvSpPr/>
            <p:nvPr/>
          </p:nvSpPr>
          <p:spPr>
            <a:xfrm>
              <a:off x="8225805" y="2123450"/>
              <a:ext cx="44747" cy="45010"/>
            </a:xfrm>
            <a:custGeom>
              <a:avLst/>
              <a:gdLst/>
              <a:ahLst/>
              <a:cxnLst/>
              <a:rect l="l" t="t" r="r" b="b"/>
              <a:pathLst>
                <a:path w="1704" h="1714" extrusionOk="0">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75"/>
            <p:cNvSpPr/>
            <p:nvPr/>
          </p:nvSpPr>
          <p:spPr>
            <a:xfrm>
              <a:off x="8221025" y="2124474"/>
              <a:ext cx="44747" cy="43854"/>
            </a:xfrm>
            <a:custGeom>
              <a:avLst/>
              <a:gdLst/>
              <a:ahLst/>
              <a:cxnLst/>
              <a:rect l="l" t="t" r="r" b="b"/>
              <a:pathLst>
                <a:path w="1704" h="1670" extrusionOk="0">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75"/>
            <p:cNvSpPr/>
            <p:nvPr/>
          </p:nvSpPr>
          <p:spPr>
            <a:xfrm>
              <a:off x="7995583" y="2286315"/>
              <a:ext cx="33718" cy="33692"/>
            </a:xfrm>
            <a:custGeom>
              <a:avLst/>
              <a:gdLst/>
              <a:ahLst/>
              <a:cxnLst/>
              <a:rect l="l" t="t" r="r" b="b"/>
              <a:pathLst>
                <a:path w="1284" h="1283" extrusionOk="0">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75"/>
            <p:cNvSpPr/>
            <p:nvPr/>
          </p:nvSpPr>
          <p:spPr>
            <a:xfrm>
              <a:off x="7992065" y="2286814"/>
              <a:ext cx="33718" cy="33193"/>
            </a:xfrm>
            <a:custGeom>
              <a:avLst/>
              <a:gdLst/>
              <a:ahLst/>
              <a:cxnLst/>
              <a:rect l="l" t="t" r="r" b="b"/>
              <a:pathLst>
                <a:path w="1284" h="1264" extrusionOk="0">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75"/>
            <p:cNvSpPr/>
            <p:nvPr/>
          </p:nvSpPr>
          <p:spPr>
            <a:xfrm>
              <a:off x="8152907" y="2286315"/>
              <a:ext cx="33718" cy="33692"/>
            </a:xfrm>
            <a:custGeom>
              <a:avLst/>
              <a:gdLst/>
              <a:ahLst/>
              <a:cxnLst/>
              <a:rect l="l" t="t" r="r" b="b"/>
              <a:pathLst>
                <a:path w="1284" h="1283" extrusionOk="0">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75"/>
            <p:cNvSpPr/>
            <p:nvPr/>
          </p:nvSpPr>
          <p:spPr>
            <a:xfrm>
              <a:off x="8149388" y="2286814"/>
              <a:ext cx="33455" cy="33193"/>
            </a:xfrm>
            <a:custGeom>
              <a:avLst/>
              <a:gdLst/>
              <a:ahLst/>
              <a:cxnLst/>
              <a:rect l="l" t="t" r="r" b="b"/>
              <a:pathLst>
                <a:path w="1274" h="1264" extrusionOk="0">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75"/>
            <p:cNvSpPr/>
            <p:nvPr/>
          </p:nvSpPr>
          <p:spPr>
            <a:xfrm>
              <a:off x="8309994" y="2286315"/>
              <a:ext cx="33692" cy="33692"/>
            </a:xfrm>
            <a:custGeom>
              <a:avLst/>
              <a:gdLst/>
              <a:ahLst/>
              <a:cxnLst/>
              <a:rect l="l" t="t" r="r" b="b"/>
              <a:pathLst>
                <a:path w="1283" h="1283" extrusionOk="0">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75"/>
            <p:cNvSpPr/>
            <p:nvPr/>
          </p:nvSpPr>
          <p:spPr>
            <a:xfrm>
              <a:off x="8306475" y="2286814"/>
              <a:ext cx="33455" cy="33193"/>
            </a:xfrm>
            <a:custGeom>
              <a:avLst/>
              <a:gdLst/>
              <a:ahLst/>
              <a:cxnLst/>
              <a:rect l="l" t="t" r="r" b="b"/>
              <a:pathLst>
                <a:path w="1274" h="1264" extrusionOk="0">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5" name="Google Shape;11325;p75"/>
          <p:cNvGrpSpPr/>
          <p:nvPr/>
        </p:nvGrpSpPr>
        <p:grpSpPr>
          <a:xfrm>
            <a:off x="4911189" y="3793455"/>
            <a:ext cx="296580" cy="364935"/>
            <a:chOff x="4911189" y="3793455"/>
            <a:chExt cx="296580" cy="364935"/>
          </a:xfrm>
        </p:grpSpPr>
        <p:sp>
          <p:nvSpPr>
            <p:cNvPr id="11326" name="Google Shape;11326;p75"/>
            <p:cNvSpPr/>
            <p:nvPr/>
          </p:nvSpPr>
          <p:spPr>
            <a:xfrm>
              <a:off x="4951157" y="3861810"/>
              <a:ext cx="31932" cy="35215"/>
            </a:xfrm>
            <a:custGeom>
              <a:avLst/>
              <a:gdLst/>
              <a:ahLst/>
              <a:cxnLst/>
              <a:rect l="l" t="t" r="r" b="b"/>
              <a:pathLst>
                <a:path w="1216" h="1341" extrusionOk="0">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75"/>
            <p:cNvSpPr/>
            <p:nvPr/>
          </p:nvSpPr>
          <p:spPr>
            <a:xfrm>
              <a:off x="5136132" y="3861810"/>
              <a:ext cx="31932" cy="34952"/>
            </a:xfrm>
            <a:custGeom>
              <a:avLst/>
              <a:gdLst/>
              <a:ahLst/>
              <a:cxnLst/>
              <a:rect l="l" t="t" r="r" b="b"/>
              <a:pathLst>
                <a:path w="1216" h="1331" extrusionOk="0">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75"/>
            <p:cNvSpPr/>
            <p:nvPr/>
          </p:nvSpPr>
          <p:spPr>
            <a:xfrm>
              <a:off x="5043382" y="3833659"/>
              <a:ext cx="32457" cy="33193"/>
            </a:xfrm>
            <a:custGeom>
              <a:avLst/>
              <a:gdLst/>
              <a:ahLst/>
              <a:cxnLst/>
              <a:rect l="l" t="t" r="r" b="b"/>
              <a:pathLst>
                <a:path w="1236" h="1264" extrusionOk="0">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75"/>
            <p:cNvSpPr/>
            <p:nvPr/>
          </p:nvSpPr>
          <p:spPr>
            <a:xfrm>
              <a:off x="5043382" y="3833659"/>
              <a:ext cx="21901" cy="33193"/>
            </a:xfrm>
            <a:custGeom>
              <a:avLst/>
              <a:gdLst/>
              <a:ahLst/>
              <a:cxnLst/>
              <a:rect l="l" t="t" r="r" b="b"/>
              <a:pathLst>
                <a:path w="834" h="1264" extrusionOk="0">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75"/>
            <p:cNvSpPr/>
            <p:nvPr/>
          </p:nvSpPr>
          <p:spPr>
            <a:xfrm>
              <a:off x="4911189" y="3861810"/>
              <a:ext cx="296580" cy="296580"/>
            </a:xfrm>
            <a:custGeom>
              <a:avLst/>
              <a:gdLst/>
              <a:ahLst/>
              <a:cxnLst/>
              <a:rect l="l" t="t" r="r" b="b"/>
              <a:pathLst>
                <a:path w="11294" h="11294" extrusionOk="0">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75"/>
            <p:cNvSpPr/>
            <p:nvPr/>
          </p:nvSpPr>
          <p:spPr>
            <a:xfrm>
              <a:off x="4911189" y="3861810"/>
              <a:ext cx="161630" cy="296580"/>
            </a:xfrm>
            <a:custGeom>
              <a:avLst/>
              <a:gdLst/>
              <a:ahLst/>
              <a:cxnLst/>
              <a:rect l="l" t="t" r="r" b="b"/>
              <a:pathLst>
                <a:path w="6155" h="11294" extrusionOk="0">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75"/>
            <p:cNvSpPr/>
            <p:nvPr/>
          </p:nvSpPr>
          <p:spPr>
            <a:xfrm>
              <a:off x="4925527" y="3885680"/>
              <a:ext cx="258372" cy="248577"/>
            </a:xfrm>
            <a:custGeom>
              <a:avLst/>
              <a:gdLst/>
              <a:ahLst/>
              <a:cxnLst/>
              <a:rect l="l" t="t" r="r" b="b"/>
              <a:pathLst>
                <a:path w="9839" h="9466" extrusionOk="0">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75"/>
            <p:cNvSpPr/>
            <p:nvPr/>
          </p:nvSpPr>
          <p:spPr>
            <a:xfrm>
              <a:off x="4937317" y="3885680"/>
              <a:ext cx="129724" cy="248577"/>
            </a:xfrm>
            <a:custGeom>
              <a:avLst/>
              <a:gdLst/>
              <a:ahLst/>
              <a:cxnLst/>
              <a:rect l="l" t="t" r="r" b="b"/>
              <a:pathLst>
                <a:path w="4940" h="9466" extrusionOk="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75"/>
            <p:cNvSpPr/>
            <p:nvPr/>
          </p:nvSpPr>
          <p:spPr>
            <a:xfrm>
              <a:off x="4942596" y="3902381"/>
              <a:ext cx="223972" cy="215279"/>
            </a:xfrm>
            <a:custGeom>
              <a:avLst/>
              <a:gdLst/>
              <a:ahLst/>
              <a:cxnLst/>
              <a:rect l="l" t="t" r="r" b="b"/>
              <a:pathLst>
                <a:path w="8529" h="8198" extrusionOk="0">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75"/>
            <p:cNvSpPr/>
            <p:nvPr/>
          </p:nvSpPr>
          <p:spPr>
            <a:xfrm>
              <a:off x="4951157" y="3902381"/>
              <a:ext cx="121400" cy="215385"/>
            </a:xfrm>
            <a:custGeom>
              <a:avLst/>
              <a:gdLst/>
              <a:ahLst/>
              <a:cxnLst/>
              <a:rect l="l" t="t" r="r" b="b"/>
              <a:pathLst>
                <a:path w="4623" h="8202" extrusionOk="0">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75"/>
            <p:cNvSpPr/>
            <p:nvPr/>
          </p:nvSpPr>
          <p:spPr>
            <a:xfrm>
              <a:off x="5054069" y="3937255"/>
              <a:ext cx="10950" cy="76128"/>
            </a:xfrm>
            <a:custGeom>
              <a:avLst/>
              <a:gdLst/>
              <a:ahLst/>
              <a:cxnLst/>
              <a:rect l="l" t="t" r="r" b="b"/>
              <a:pathLst>
                <a:path w="417" h="2899" extrusionOk="0">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75"/>
            <p:cNvSpPr/>
            <p:nvPr/>
          </p:nvSpPr>
          <p:spPr>
            <a:xfrm>
              <a:off x="5139388" y="3833685"/>
              <a:ext cx="57326" cy="48712"/>
            </a:xfrm>
            <a:custGeom>
              <a:avLst/>
              <a:gdLst/>
              <a:ahLst/>
              <a:cxnLst/>
              <a:rect l="l" t="t" r="r" b="b"/>
              <a:pathLst>
                <a:path w="2183" h="1855" extrusionOk="0">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75"/>
            <p:cNvSpPr/>
            <p:nvPr/>
          </p:nvSpPr>
          <p:spPr>
            <a:xfrm>
              <a:off x="4922507" y="3833685"/>
              <a:ext cx="57063" cy="48712"/>
            </a:xfrm>
            <a:custGeom>
              <a:avLst/>
              <a:gdLst/>
              <a:ahLst/>
              <a:cxnLst/>
              <a:rect l="l" t="t" r="r" b="b"/>
              <a:pathLst>
                <a:path w="2173"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75"/>
            <p:cNvSpPr/>
            <p:nvPr/>
          </p:nvSpPr>
          <p:spPr>
            <a:xfrm>
              <a:off x="5023792" y="3793455"/>
              <a:ext cx="71637" cy="42988"/>
            </a:xfrm>
            <a:custGeom>
              <a:avLst/>
              <a:gdLst/>
              <a:ahLst/>
              <a:cxnLst/>
              <a:rect l="l" t="t" r="r" b="b"/>
              <a:pathLst>
                <a:path w="2728" h="1637" extrusionOk="0">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75"/>
            <p:cNvSpPr/>
            <p:nvPr/>
          </p:nvSpPr>
          <p:spPr>
            <a:xfrm>
              <a:off x="5139388" y="3833685"/>
              <a:ext cx="51049" cy="48712"/>
            </a:xfrm>
            <a:custGeom>
              <a:avLst/>
              <a:gdLst/>
              <a:ahLst/>
              <a:cxnLst/>
              <a:rect l="l" t="t" r="r" b="b"/>
              <a:pathLst>
                <a:path w="1944" h="1855" extrusionOk="0">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75"/>
            <p:cNvSpPr/>
            <p:nvPr/>
          </p:nvSpPr>
          <p:spPr>
            <a:xfrm>
              <a:off x="4922507" y="3833685"/>
              <a:ext cx="50787" cy="48712"/>
            </a:xfrm>
            <a:custGeom>
              <a:avLst/>
              <a:gdLst/>
              <a:ahLst/>
              <a:cxnLst/>
              <a:rect l="l" t="t" r="r" b="b"/>
              <a:pathLst>
                <a:path w="1934"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75"/>
            <p:cNvSpPr/>
            <p:nvPr/>
          </p:nvSpPr>
          <p:spPr>
            <a:xfrm>
              <a:off x="5024028" y="3793455"/>
              <a:ext cx="30934" cy="42988"/>
            </a:xfrm>
            <a:custGeom>
              <a:avLst/>
              <a:gdLst/>
              <a:ahLst/>
              <a:cxnLst/>
              <a:rect l="l" t="t" r="r" b="b"/>
              <a:pathLst>
                <a:path w="1178" h="1637" extrusionOk="0">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75"/>
            <p:cNvSpPr/>
            <p:nvPr/>
          </p:nvSpPr>
          <p:spPr>
            <a:xfrm>
              <a:off x="4937580" y="3896998"/>
              <a:ext cx="235001" cy="226046"/>
            </a:xfrm>
            <a:custGeom>
              <a:avLst/>
              <a:gdLst/>
              <a:ahLst/>
              <a:cxnLst/>
              <a:rect l="l" t="t" r="r" b="b"/>
              <a:pathLst>
                <a:path w="8949" h="8608" extrusionOk="0">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75"/>
            <p:cNvSpPr/>
            <p:nvPr/>
          </p:nvSpPr>
          <p:spPr>
            <a:xfrm>
              <a:off x="5044905" y="3995263"/>
              <a:ext cx="29411" cy="29411"/>
            </a:xfrm>
            <a:custGeom>
              <a:avLst/>
              <a:gdLst/>
              <a:ahLst/>
              <a:cxnLst/>
              <a:rect l="l" t="t" r="r" b="b"/>
              <a:pathLst>
                <a:path w="1120" h="1120" extrusionOk="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75"/>
            <p:cNvSpPr/>
            <p:nvPr/>
          </p:nvSpPr>
          <p:spPr>
            <a:xfrm>
              <a:off x="5044642" y="3995132"/>
              <a:ext cx="24396" cy="29674"/>
            </a:xfrm>
            <a:custGeom>
              <a:avLst/>
              <a:gdLst/>
              <a:ahLst/>
              <a:cxnLst/>
              <a:rect l="l" t="t" r="r" b="b"/>
              <a:pathLst>
                <a:path w="929" h="1130" extrusionOk="0">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6" name="Google Shape;11346;p75"/>
          <p:cNvGrpSpPr/>
          <p:nvPr/>
        </p:nvGrpSpPr>
        <p:grpSpPr>
          <a:xfrm>
            <a:off x="5341433" y="3793271"/>
            <a:ext cx="330272" cy="329117"/>
            <a:chOff x="5341433" y="3793271"/>
            <a:chExt cx="330272" cy="329117"/>
          </a:xfrm>
        </p:grpSpPr>
        <p:sp>
          <p:nvSpPr>
            <p:cNvPr id="11347" name="Google Shape;11347;p75"/>
            <p:cNvSpPr/>
            <p:nvPr/>
          </p:nvSpPr>
          <p:spPr>
            <a:xfrm>
              <a:off x="5436441" y="3976408"/>
              <a:ext cx="52546" cy="52546"/>
            </a:xfrm>
            <a:custGeom>
              <a:avLst/>
              <a:gdLst/>
              <a:ahLst/>
              <a:cxnLst/>
              <a:rect l="l" t="t" r="r" b="b"/>
              <a:pathLst>
                <a:path w="2001" h="2001" extrusionOk="0">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75"/>
            <p:cNvSpPr/>
            <p:nvPr/>
          </p:nvSpPr>
          <p:spPr>
            <a:xfrm>
              <a:off x="5436179" y="3976146"/>
              <a:ext cx="42515" cy="52310"/>
            </a:xfrm>
            <a:custGeom>
              <a:avLst/>
              <a:gdLst/>
              <a:ahLst/>
              <a:cxnLst/>
              <a:rect l="l" t="t" r="r" b="b"/>
              <a:pathLst>
                <a:path w="1619" h="1992" extrusionOk="0">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75"/>
            <p:cNvSpPr/>
            <p:nvPr/>
          </p:nvSpPr>
          <p:spPr>
            <a:xfrm>
              <a:off x="5431925" y="3793350"/>
              <a:ext cx="239780" cy="228830"/>
            </a:xfrm>
            <a:custGeom>
              <a:avLst/>
              <a:gdLst/>
              <a:ahLst/>
              <a:cxnLst/>
              <a:rect l="l" t="t" r="r" b="b"/>
              <a:pathLst>
                <a:path w="9131" h="8714" extrusionOk="0">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75"/>
            <p:cNvSpPr/>
            <p:nvPr/>
          </p:nvSpPr>
          <p:spPr>
            <a:xfrm>
              <a:off x="5427408" y="3793271"/>
              <a:ext cx="139756" cy="228830"/>
            </a:xfrm>
            <a:custGeom>
              <a:avLst/>
              <a:gdLst/>
              <a:ahLst/>
              <a:cxnLst/>
              <a:rect l="l" t="t" r="r" b="b"/>
              <a:pathLst>
                <a:path w="5322" h="8714" extrusionOk="0">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75"/>
            <p:cNvSpPr/>
            <p:nvPr/>
          </p:nvSpPr>
          <p:spPr>
            <a:xfrm>
              <a:off x="5464828" y="3814936"/>
              <a:ext cx="194061" cy="185343"/>
            </a:xfrm>
            <a:custGeom>
              <a:avLst/>
              <a:gdLst/>
              <a:ahLst/>
              <a:cxnLst/>
              <a:rect l="l" t="t" r="r" b="b"/>
              <a:pathLst>
                <a:path w="7390" h="7058" extrusionOk="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75"/>
            <p:cNvSpPr/>
            <p:nvPr/>
          </p:nvSpPr>
          <p:spPr>
            <a:xfrm>
              <a:off x="5456793" y="3815251"/>
              <a:ext cx="110607" cy="185080"/>
            </a:xfrm>
            <a:custGeom>
              <a:avLst/>
              <a:gdLst/>
              <a:ahLst/>
              <a:cxnLst/>
              <a:rect l="l" t="t" r="r" b="b"/>
              <a:pathLst>
                <a:path w="4212" h="7048" extrusionOk="0">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75"/>
            <p:cNvSpPr/>
            <p:nvPr/>
          </p:nvSpPr>
          <p:spPr>
            <a:xfrm>
              <a:off x="5531949" y="3851752"/>
              <a:ext cx="50787" cy="50550"/>
            </a:xfrm>
            <a:custGeom>
              <a:avLst/>
              <a:gdLst/>
              <a:ahLst/>
              <a:cxnLst/>
              <a:rect l="l" t="t" r="r" b="b"/>
              <a:pathLst>
                <a:path w="1934" h="1925" extrusionOk="0">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75"/>
            <p:cNvSpPr/>
            <p:nvPr/>
          </p:nvSpPr>
          <p:spPr>
            <a:xfrm>
              <a:off x="5532185" y="3851726"/>
              <a:ext cx="35215" cy="50577"/>
            </a:xfrm>
            <a:custGeom>
              <a:avLst/>
              <a:gdLst/>
              <a:ahLst/>
              <a:cxnLst/>
              <a:rect l="l" t="t" r="r" b="b"/>
              <a:pathLst>
                <a:path w="1341" h="1926" extrusionOk="0">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75"/>
            <p:cNvSpPr/>
            <p:nvPr/>
          </p:nvSpPr>
          <p:spPr>
            <a:xfrm>
              <a:off x="5515852" y="3902276"/>
              <a:ext cx="82955" cy="53045"/>
            </a:xfrm>
            <a:custGeom>
              <a:avLst/>
              <a:gdLst/>
              <a:ahLst/>
              <a:cxnLst/>
              <a:rect l="l" t="t" r="r" b="b"/>
              <a:pathLst>
                <a:path w="3159" h="2020" extrusionOk="0">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75"/>
            <p:cNvSpPr/>
            <p:nvPr/>
          </p:nvSpPr>
          <p:spPr>
            <a:xfrm>
              <a:off x="5515852" y="3902276"/>
              <a:ext cx="47032" cy="53045"/>
            </a:xfrm>
            <a:custGeom>
              <a:avLst/>
              <a:gdLst/>
              <a:ahLst/>
              <a:cxnLst/>
              <a:rect l="l" t="t" r="r" b="b"/>
              <a:pathLst>
                <a:path w="1791" h="2020" extrusionOk="0">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75"/>
            <p:cNvSpPr/>
            <p:nvPr/>
          </p:nvSpPr>
          <p:spPr>
            <a:xfrm>
              <a:off x="5531686" y="3923311"/>
              <a:ext cx="10084" cy="32011"/>
            </a:xfrm>
            <a:custGeom>
              <a:avLst/>
              <a:gdLst/>
              <a:ahLst/>
              <a:cxnLst/>
              <a:rect l="l" t="t" r="r" b="b"/>
              <a:pathLst>
                <a:path w="384" h="1219" extrusionOk="0">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75"/>
            <p:cNvSpPr/>
            <p:nvPr/>
          </p:nvSpPr>
          <p:spPr>
            <a:xfrm>
              <a:off x="5572915" y="3923311"/>
              <a:ext cx="10084" cy="32011"/>
            </a:xfrm>
            <a:custGeom>
              <a:avLst/>
              <a:gdLst/>
              <a:ahLst/>
              <a:cxnLst/>
              <a:rect l="l" t="t" r="r" b="b"/>
              <a:pathLst>
                <a:path w="384" h="1219" extrusionOk="0">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75"/>
            <p:cNvSpPr/>
            <p:nvPr/>
          </p:nvSpPr>
          <p:spPr>
            <a:xfrm>
              <a:off x="5341433" y="4004874"/>
              <a:ext cx="120166" cy="117514"/>
            </a:xfrm>
            <a:custGeom>
              <a:avLst/>
              <a:gdLst/>
              <a:ahLst/>
              <a:cxnLst/>
              <a:rect l="l" t="t" r="r" b="b"/>
              <a:pathLst>
                <a:path w="4576"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75"/>
            <p:cNvSpPr/>
            <p:nvPr/>
          </p:nvSpPr>
          <p:spPr>
            <a:xfrm>
              <a:off x="5341433" y="4004874"/>
              <a:ext cx="105093" cy="117514"/>
            </a:xfrm>
            <a:custGeom>
              <a:avLst/>
              <a:gdLst/>
              <a:ahLst/>
              <a:cxnLst/>
              <a:rect l="l" t="t" r="r" b="b"/>
              <a:pathLst>
                <a:path w="4002"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75"/>
            <p:cNvSpPr/>
            <p:nvPr/>
          </p:nvSpPr>
          <p:spPr>
            <a:xfrm>
              <a:off x="5417587" y="4004874"/>
              <a:ext cx="43749" cy="42436"/>
            </a:xfrm>
            <a:custGeom>
              <a:avLst/>
              <a:gdLst/>
              <a:ahLst/>
              <a:cxnLst/>
              <a:rect l="l" t="t" r="r" b="b"/>
              <a:pathLst>
                <a:path w="1666" h="1616" extrusionOk="0">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75"/>
            <p:cNvSpPr/>
            <p:nvPr/>
          </p:nvSpPr>
          <p:spPr>
            <a:xfrm>
              <a:off x="5417587" y="4004795"/>
              <a:ext cx="28939" cy="23398"/>
            </a:xfrm>
            <a:custGeom>
              <a:avLst/>
              <a:gdLst/>
              <a:ahLst/>
              <a:cxnLst/>
              <a:rect l="l" t="t" r="r" b="b"/>
              <a:pathLst>
                <a:path w="1102" h="891" extrusionOk="0">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3" name="Google Shape;11363;p75"/>
          <p:cNvGrpSpPr/>
          <p:nvPr/>
        </p:nvGrpSpPr>
        <p:grpSpPr>
          <a:xfrm>
            <a:off x="5744051" y="3766250"/>
            <a:ext cx="428511" cy="383186"/>
            <a:chOff x="5744051" y="3766250"/>
            <a:chExt cx="428511" cy="383186"/>
          </a:xfrm>
        </p:grpSpPr>
        <p:sp>
          <p:nvSpPr>
            <p:cNvPr id="11364" name="Google Shape;11364;p75"/>
            <p:cNvSpPr/>
            <p:nvPr/>
          </p:nvSpPr>
          <p:spPr>
            <a:xfrm>
              <a:off x="5872489" y="3804510"/>
              <a:ext cx="130696" cy="130460"/>
            </a:xfrm>
            <a:custGeom>
              <a:avLst/>
              <a:gdLst/>
              <a:ahLst/>
              <a:cxnLst/>
              <a:rect l="l" t="t" r="r" b="b"/>
              <a:pathLst>
                <a:path w="4977" h="4968" extrusionOk="0">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75"/>
            <p:cNvSpPr/>
            <p:nvPr/>
          </p:nvSpPr>
          <p:spPr>
            <a:xfrm>
              <a:off x="5871963" y="3804169"/>
              <a:ext cx="74185" cy="130775"/>
            </a:xfrm>
            <a:custGeom>
              <a:avLst/>
              <a:gdLst/>
              <a:ahLst/>
              <a:cxnLst/>
              <a:rect l="l" t="t" r="r" b="b"/>
              <a:pathLst>
                <a:path w="2825" h="4980" extrusionOk="0">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75"/>
            <p:cNvSpPr/>
            <p:nvPr/>
          </p:nvSpPr>
          <p:spPr>
            <a:xfrm>
              <a:off x="5893339" y="3825361"/>
              <a:ext cx="88995" cy="88733"/>
            </a:xfrm>
            <a:custGeom>
              <a:avLst/>
              <a:gdLst/>
              <a:ahLst/>
              <a:cxnLst/>
              <a:rect l="l" t="t" r="r" b="b"/>
              <a:pathLst>
                <a:path w="3389" h="3379" extrusionOk="0">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7" name="Google Shape;11367;p75"/>
            <p:cNvSpPr/>
            <p:nvPr/>
          </p:nvSpPr>
          <p:spPr>
            <a:xfrm>
              <a:off x="5892840" y="3824993"/>
              <a:ext cx="53308" cy="88995"/>
            </a:xfrm>
            <a:custGeom>
              <a:avLst/>
              <a:gdLst/>
              <a:ahLst/>
              <a:cxnLst/>
              <a:rect l="l" t="t" r="r" b="b"/>
              <a:pathLst>
                <a:path w="2030" h="3389" extrusionOk="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75"/>
            <p:cNvSpPr/>
            <p:nvPr/>
          </p:nvSpPr>
          <p:spPr>
            <a:xfrm>
              <a:off x="5919231" y="3839436"/>
              <a:ext cx="35714" cy="61107"/>
            </a:xfrm>
            <a:custGeom>
              <a:avLst/>
              <a:gdLst/>
              <a:ahLst/>
              <a:cxnLst/>
              <a:rect l="l" t="t" r="r" b="b"/>
              <a:pathLst>
                <a:path w="1360" h="2327" extrusionOk="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75"/>
            <p:cNvSpPr/>
            <p:nvPr/>
          </p:nvSpPr>
          <p:spPr>
            <a:xfrm>
              <a:off x="5973747" y="3766565"/>
              <a:ext cx="130959" cy="130460"/>
            </a:xfrm>
            <a:custGeom>
              <a:avLst/>
              <a:gdLst/>
              <a:ahLst/>
              <a:cxnLst/>
              <a:rect l="l" t="t" r="r" b="b"/>
              <a:pathLst>
                <a:path w="4987" h="4968" extrusionOk="0">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75"/>
            <p:cNvSpPr/>
            <p:nvPr/>
          </p:nvSpPr>
          <p:spPr>
            <a:xfrm>
              <a:off x="5973274" y="3766250"/>
              <a:ext cx="74132" cy="130801"/>
            </a:xfrm>
            <a:custGeom>
              <a:avLst/>
              <a:gdLst/>
              <a:ahLst/>
              <a:cxnLst/>
              <a:rect l="l" t="t" r="r" b="b"/>
              <a:pathLst>
                <a:path w="2823" h="4981" extrusionOk="0">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75"/>
            <p:cNvSpPr/>
            <p:nvPr/>
          </p:nvSpPr>
          <p:spPr>
            <a:xfrm>
              <a:off x="5994624" y="3787415"/>
              <a:ext cx="89231" cy="88733"/>
            </a:xfrm>
            <a:custGeom>
              <a:avLst/>
              <a:gdLst/>
              <a:ahLst/>
              <a:cxnLst/>
              <a:rect l="l" t="t" r="r" b="b"/>
              <a:pathLst>
                <a:path w="3398" h="3379" extrusionOk="0">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75"/>
            <p:cNvSpPr/>
            <p:nvPr/>
          </p:nvSpPr>
          <p:spPr>
            <a:xfrm>
              <a:off x="5994361" y="3787284"/>
              <a:ext cx="53308" cy="88916"/>
            </a:xfrm>
            <a:custGeom>
              <a:avLst/>
              <a:gdLst/>
              <a:ahLst/>
              <a:cxnLst/>
              <a:rect l="l" t="t" r="r" b="b"/>
              <a:pathLst>
                <a:path w="2030" h="3386" extrusionOk="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75"/>
            <p:cNvSpPr/>
            <p:nvPr/>
          </p:nvSpPr>
          <p:spPr>
            <a:xfrm>
              <a:off x="6020753" y="3801727"/>
              <a:ext cx="35451" cy="60844"/>
            </a:xfrm>
            <a:custGeom>
              <a:avLst/>
              <a:gdLst/>
              <a:ahLst/>
              <a:cxnLst/>
              <a:rect l="l" t="t" r="r" b="b"/>
              <a:pathLst>
                <a:path w="1350" h="2317" extrusionOk="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75"/>
            <p:cNvSpPr/>
            <p:nvPr/>
          </p:nvSpPr>
          <p:spPr>
            <a:xfrm>
              <a:off x="5744051" y="3983945"/>
              <a:ext cx="147056" cy="165491"/>
            </a:xfrm>
            <a:custGeom>
              <a:avLst/>
              <a:gdLst/>
              <a:ahLst/>
              <a:cxnLst/>
              <a:rect l="l" t="t" r="r" b="b"/>
              <a:pathLst>
                <a:path w="5600" h="6302" extrusionOk="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75"/>
            <p:cNvSpPr/>
            <p:nvPr/>
          </p:nvSpPr>
          <p:spPr>
            <a:xfrm>
              <a:off x="5784754" y="4095786"/>
              <a:ext cx="106353" cy="53597"/>
            </a:xfrm>
            <a:custGeom>
              <a:avLst/>
              <a:gdLst/>
              <a:ahLst/>
              <a:cxnLst/>
              <a:rect l="l" t="t" r="r" b="b"/>
              <a:pathLst>
                <a:path w="4050" h="2041" extrusionOk="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75"/>
            <p:cNvSpPr/>
            <p:nvPr/>
          </p:nvSpPr>
          <p:spPr>
            <a:xfrm>
              <a:off x="5886538" y="3909550"/>
              <a:ext cx="286024" cy="176441"/>
            </a:xfrm>
            <a:custGeom>
              <a:avLst/>
              <a:gdLst/>
              <a:ahLst/>
              <a:cxnLst/>
              <a:rect l="l" t="t" r="r" b="b"/>
              <a:pathLst>
                <a:path w="10892" h="6719" extrusionOk="0">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75"/>
            <p:cNvSpPr/>
            <p:nvPr/>
          </p:nvSpPr>
          <p:spPr>
            <a:xfrm>
              <a:off x="5886538" y="3976408"/>
              <a:ext cx="57851" cy="109347"/>
            </a:xfrm>
            <a:custGeom>
              <a:avLst/>
              <a:gdLst/>
              <a:ahLst/>
              <a:cxnLst/>
              <a:rect l="l" t="t" r="r" b="b"/>
              <a:pathLst>
                <a:path w="2203" h="4164" extrusionOk="0">
                  <a:moveTo>
                    <a:pt x="767" y="0"/>
                  </a:moveTo>
                  <a:lnTo>
                    <a:pt x="1" y="307"/>
                  </a:lnTo>
                  <a:lnTo>
                    <a:pt x="1446" y="4163"/>
                  </a:lnTo>
                  <a:lnTo>
                    <a:pt x="2202" y="3848"/>
                  </a:lnTo>
                  <a:lnTo>
                    <a:pt x="76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75"/>
            <p:cNvSpPr/>
            <p:nvPr/>
          </p:nvSpPr>
          <p:spPr>
            <a:xfrm>
              <a:off x="5961956" y="3961335"/>
              <a:ext cx="82456" cy="52467"/>
            </a:xfrm>
            <a:custGeom>
              <a:avLst/>
              <a:gdLst/>
              <a:ahLst/>
              <a:cxnLst/>
              <a:rect l="l" t="t" r="r" b="b"/>
              <a:pathLst>
                <a:path w="3140" h="1998" extrusionOk="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9" name="Google Shape;11379;p75"/>
            <p:cNvSpPr/>
            <p:nvPr/>
          </p:nvSpPr>
          <p:spPr>
            <a:xfrm>
              <a:off x="5840556" y="3971235"/>
              <a:ext cx="89258" cy="144167"/>
            </a:xfrm>
            <a:custGeom>
              <a:avLst/>
              <a:gdLst/>
              <a:ahLst/>
              <a:cxnLst/>
              <a:rect l="l" t="t" r="r" b="b"/>
              <a:pathLst>
                <a:path w="3399" h="5490" extrusionOk="0">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75"/>
            <p:cNvSpPr/>
            <p:nvPr/>
          </p:nvSpPr>
          <p:spPr>
            <a:xfrm>
              <a:off x="5882284" y="4079689"/>
              <a:ext cx="47531" cy="35714"/>
            </a:xfrm>
            <a:custGeom>
              <a:avLst/>
              <a:gdLst/>
              <a:ahLst/>
              <a:cxnLst/>
              <a:rect l="l" t="t" r="r" b="b"/>
              <a:pathLst>
                <a:path w="1810" h="1360" extrusionOk="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1" name="Google Shape;11381;p75"/>
          <p:cNvGrpSpPr/>
          <p:nvPr/>
        </p:nvGrpSpPr>
        <p:grpSpPr>
          <a:xfrm>
            <a:off x="6678697" y="3793324"/>
            <a:ext cx="342824" cy="328985"/>
            <a:chOff x="6678697" y="3793324"/>
            <a:chExt cx="342824" cy="328985"/>
          </a:xfrm>
        </p:grpSpPr>
        <p:sp>
          <p:nvSpPr>
            <p:cNvPr id="11382" name="Google Shape;11382;p75"/>
            <p:cNvSpPr/>
            <p:nvPr/>
          </p:nvSpPr>
          <p:spPr>
            <a:xfrm>
              <a:off x="6789015" y="3990720"/>
              <a:ext cx="9086" cy="19144"/>
            </a:xfrm>
            <a:custGeom>
              <a:avLst/>
              <a:gdLst/>
              <a:ahLst/>
              <a:cxnLst/>
              <a:rect l="l" t="t" r="r" b="b"/>
              <a:pathLst>
                <a:path w="346" h="729" extrusionOk="0">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75"/>
            <p:cNvSpPr/>
            <p:nvPr/>
          </p:nvSpPr>
          <p:spPr>
            <a:xfrm>
              <a:off x="6798075" y="3815067"/>
              <a:ext cx="223446" cy="235001"/>
            </a:xfrm>
            <a:custGeom>
              <a:avLst/>
              <a:gdLst/>
              <a:ahLst/>
              <a:cxnLst/>
              <a:rect l="l" t="t" r="r" b="b"/>
              <a:pathLst>
                <a:path w="8509" h="8949" extrusionOk="0">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75"/>
            <p:cNvSpPr/>
            <p:nvPr/>
          </p:nvSpPr>
          <p:spPr>
            <a:xfrm>
              <a:off x="6777461" y="3793324"/>
              <a:ext cx="235762" cy="228016"/>
            </a:xfrm>
            <a:custGeom>
              <a:avLst/>
              <a:gdLst/>
              <a:ahLst/>
              <a:cxnLst/>
              <a:rect l="l" t="t" r="r" b="b"/>
              <a:pathLst>
                <a:path w="8978" h="8683" extrusionOk="0">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75"/>
            <p:cNvSpPr/>
            <p:nvPr/>
          </p:nvSpPr>
          <p:spPr>
            <a:xfrm>
              <a:off x="6898099" y="3906032"/>
              <a:ext cx="22899" cy="54805"/>
            </a:xfrm>
            <a:custGeom>
              <a:avLst/>
              <a:gdLst/>
              <a:ahLst/>
              <a:cxnLst/>
              <a:rect l="l" t="t" r="r" b="b"/>
              <a:pathLst>
                <a:path w="872" h="2087" extrusionOk="0">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75"/>
            <p:cNvSpPr/>
            <p:nvPr/>
          </p:nvSpPr>
          <p:spPr>
            <a:xfrm>
              <a:off x="6707347" y="4049044"/>
              <a:ext cx="152334" cy="73265"/>
            </a:xfrm>
            <a:custGeom>
              <a:avLst/>
              <a:gdLst/>
              <a:ahLst/>
              <a:cxnLst/>
              <a:rect l="l" t="t" r="r" b="b"/>
              <a:pathLst>
                <a:path w="5801" h="2790" extrusionOk="0">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75"/>
            <p:cNvSpPr/>
            <p:nvPr/>
          </p:nvSpPr>
          <p:spPr>
            <a:xfrm>
              <a:off x="6822208" y="4006371"/>
              <a:ext cx="83402" cy="46664"/>
            </a:xfrm>
            <a:custGeom>
              <a:avLst/>
              <a:gdLst/>
              <a:ahLst/>
              <a:cxnLst/>
              <a:rect l="l" t="t" r="r" b="b"/>
              <a:pathLst>
                <a:path w="3176" h="1777" extrusionOk="0">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75"/>
            <p:cNvSpPr/>
            <p:nvPr/>
          </p:nvSpPr>
          <p:spPr>
            <a:xfrm>
              <a:off x="6678697" y="3884367"/>
              <a:ext cx="236760" cy="227963"/>
            </a:xfrm>
            <a:custGeom>
              <a:avLst/>
              <a:gdLst/>
              <a:ahLst/>
              <a:cxnLst/>
              <a:rect l="l" t="t" r="r" b="b"/>
              <a:pathLst>
                <a:path w="9016" h="8681" extrusionOk="0">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75"/>
            <p:cNvSpPr/>
            <p:nvPr/>
          </p:nvSpPr>
          <p:spPr>
            <a:xfrm>
              <a:off x="6813411" y="4028666"/>
              <a:ext cx="36711" cy="22163"/>
            </a:xfrm>
            <a:custGeom>
              <a:avLst/>
              <a:gdLst/>
              <a:ahLst/>
              <a:cxnLst/>
              <a:rect l="l" t="t" r="r" b="b"/>
              <a:pathLst>
                <a:path w="1398" h="844" extrusionOk="0">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0" name="Google Shape;11390;p75"/>
          <p:cNvGrpSpPr/>
          <p:nvPr/>
        </p:nvGrpSpPr>
        <p:grpSpPr>
          <a:xfrm>
            <a:off x="7101903" y="3762022"/>
            <a:ext cx="398627" cy="392088"/>
            <a:chOff x="7101903" y="3762022"/>
            <a:chExt cx="398627" cy="392088"/>
          </a:xfrm>
        </p:grpSpPr>
        <p:sp>
          <p:nvSpPr>
            <p:cNvPr id="11391" name="Google Shape;11391;p75"/>
            <p:cNvSpPr/>
            <p:nvPr/>
          </p:nvSpPr>
          <p:spPr>
            <a:xfrm>
              <a:off x="7101903" y="3887676"/>
              <a:ext cx="201099" cy="201335"/>
            </a:xfrm>
            <a:custGeom>
              <a:avLst/>
              <a:gdLst/>
              <a:ahLst/>
              <a:cxnLst/>
              <a:rect l="l" t="t" r="r" b="b"/>
              <a:pathLst>
                <a:path w="7658" h="7667" extrusionOk="0">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75"/>
            <p:cNvSpPr/>
            <p:nvPr/>
          </p:nvSpPr>
          <p:spPr>
            <a:xfrm>
              <a:off x="7191502" y="3887702"/>
              <a:ext cx="48397" cy="70876"/>
            </a:xfrm>
            <a:custGeom>
              <a:avLst/>
              <a:gdLst/>
              <a:ahLst/>
              <a:cxnLst/>
              <a:rect l="l" t="t" r="r" b="b"/>
              <a:pathLst>
                <a:path w="1843" h="2699" extrusionOk="0">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75"/>
            <p:cNvSpPr/>
            <p:nvPr/>
          </p:nvSpPr>
          <p:spPr>
            <a:xfrm>
              <a:off x="7102166" y="3989223"/>
              <a:ext cx="36213" cy="62341"/>
            </a:xfrm>
            <a:custGeom>
              <a:avLst/>
              <a:gdLst/>
              <a:ahLst/>
              <a:cxnLst/>
              <a:rect l="l" t="t" r="r" b="b"/>
              <a:pathLst>
                <a:path w="1379" h="2374" extrusionOk="0">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75"/>
            <p:cNvSpPr/>
            <p:nvPr/>
          </p:nvSpPr>
          <p:spPr>
            <a:xfrm>
              <a:off x="7166503" y="3958552"/>
              <a:ext cx="10084" cy="44012"/>
            </a:xfrm>
            <a:custGeom>
              <a:avLst/>
              <a:gdLst/>
              <a:ahLst/>
              <a:cxnLst/>
              <a:rect l="l" t="t" r="r" b="b"/>
              <a:pathLst>
                <a:path w="384" h="1676" extrusionOk="0">
                  <a:moveTo>
                    <a:pt x="0" y="1"/>
                  </a:moveTo>
                  <a:lnTo>
                    <a:pt x="0" y="1484"/>
                  </a:lnTo>
                  <a:lnTo>
                    <a:pt x="0" y="1589"/>
                  </a:lnTo>
                  <a:lnTo>
                    <a:pt x="0" y="1676"/>
                  </a:lnTo>
                  <a:lnTo>
                    <a:pt x="383" y="1676"/>
                  </a:ln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75"/>
            <p:cNvSpPr/>
            <p:nvPr/>
          </p:nvSpPr>
          <p:spPr>
            <a:xfrm>
              <a:off x="7166503" y="4038487"/>
              <a:ext cx="10084" cy="49526"/>
            </a:xfrm>
            <a:custGeom>
              <a:avLst/>
              <a:gdLst/>
              <a:ahLst/>
              <a:cxnLst/>
              <a:rect l="l" t="t" r="r" b="b"/>
              <a:pathLst>
                <a:path w="384" h="1886" extrusionOk="0">
                  <a:moveTo>
                    <a:pt x="0" y="0"/>
                  </a:moveTo>
                  <a:lnTo>
                    <a:pt x="0" y="1235"/>
                  </a:lnTo>
                  <a:cubicBezTo>
                    <a:pt x="0" y="1637"/>
                    <a:pt x="192" y="1809"/>
                    <a:pt x="383" y="1885"/>
                  </a:cubicBezTo>
                  <a:lnTo>
                    <a:pt x="38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75"/>
            <p:cNvSpPr/>
            <p:nvPr/>
          </p:nvSpPr>
          <p:spPr>
            <a:xfrm>
              <a:off x="7296673" y="3826858"/>
              <a:ext cx="203856" cy="196556"/>
            </a:xfrm>
            <a:custGeom>
              <a:avLst/>
              <a:gdLst/>
              <a:ahLst/>
              <a:cxnLst/>
              <a:rect l="l" t="t" r="r" b="b"/>
              <a:pathLst>
                <a:path w="7763" h="7485" extrusionOk="0">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75"/>
            <p:cNvSpPr/>
            <p:nvPr/>
          </p:nvSpPr>
          <p:spPr>
            <a:xfrm>
              <a:off x="7339162" y="3867324"/>
              <a:ext cx="30672" cy="50787"/>
            </a:xfrm>
            <a:custGeom>
              <a:avLst/>
              <a:gdLst/>
              <a:ahLst/>
              <a:cxnLst/>
              <a:rect l="l" t="t" r="r" b="b"/>
              <a:pathLst>
                <a:path w="1168" h="1934" extrusionOk="0">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75"/>
            <p:cNvSpPr/>
            <p:nvPr/>
          </p:nvSpPr>
          <p:spPr>
            <a:xfrm>
              <a:off x="7234096" y="3958552"/>
              <a:ext cx="194560" cy="195558"/>
            </a:xfrm>
            <a:custGeom>
              <a:avLst/>
              <a:gdLst/>
              <a:ahLst/>
              <a:cxnLst/>
              <a:rect l="l" t="t" r="r" b="b"/>
              <a:pathLst>
                <a:path w="7409" h="7447" extrusionOk="0">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75"/>
            <p:cNvSpPr/>
            <p:nvPr/>
          </p:nvSpPr>
          <p:spPr>
            <a:xfrm>
              <a:off x="7234621" y="3994738"/>
              <a:ext cx="33193" cy="58087"/>
            </a:xfrm>
            <a:custGeom>
              <a:avLst/>
              <a:gdLst/>
              <a:ahLst/>
              <a:cxnLst/>
              <a:rect l="l" t="t" r="r" b="b"/>
              <a:pathLst>
                <a:path w="1264" h="2212" extrusionOk="0">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75"/>
            <p:cNvSpPr/>
            <p:nvPr/>
          </p:nvSpPr>
          <p:spPr>
            <a:xfrm>
              <a:off x="7297934" y="3958552"/>
              <a:ext cx="8823" cy="49789"/>
            </a:xfrm>
            <a:custGeom>
              <a:avLst/>
              <a:gdLst/>
              <a:ahLst/>
              <a:cxnLst/>
              <a:rect l="l" t="t" r="r" b="b"/>
              <a:pathLst>
                <a:path w="336" h="1896" extrusionOk="0">
                  <a:moveTo>
                    <a:pt x="1" y="1"/>
                  </a:moveTo>
                  <a:lnTo>
                    <a:pt x="1" y="1896"/>
                  </a:lnTo>
                  <a:lnTo>
                    <a:pt x="336" y="1896"/>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75"/>
            <p:cNvSpPr/>
            <p:nvPr/>
          </p:nvSpPr>
          <p:spPr>
            <a:xfrm>
              <a:off x="7297934" y="4039721"/>
              <a:ext cx="8823" cy="49290"/>
            </a:xfrm>
            <a:custGeom>
              <a:avLst/>
              <a:gdLst/>
              <a:ahLst/>
              <a:cxnLst/>
              <a:rect l="l" t="t" r="r" b="b"/>
              <a:pathLst>
                <a:path w="336" h="1877" extrusionOk="0">
                  <a:moveTo>
                    <a:pt x="1" y="1"/>
                  </a:moveTo>
                  <a:lnTo>
                    <a:pt x="1" y="1877"/>
                  </a:lnTo>
                  <a:lnTo>
                    <a:pt x="336" y="1877"/>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75"/>
            <p:cNvSpPr/>
            <p:nvPr/>
          </p:nvSpPr>
          <p:spPr>
            <a:xfrm>
              <a:off x="7323459" y="4088985"/>
              <a:ext cx="45876" cy="64626"/>
            </a:xfrm>
            <a:custGeom>
              <a:avLst/>
              <a:gdLst/>
              <a:ahLst/>
              <a:cxnLst/>
              <a:rect l="l" t="t" r="r" b="b"/>
              <a:pathLst>
                <a:path w="1747" h="2461" extrusionOk="0">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75"/>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75"/>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75"/>
            <p:cNvSpPr/>
            <p:nvPr/>
          </p:nvSpPr>
          <p:spPr>
            <a:xfrm>
              <a:off x="7191528" y="3762022"/>
              <a:ext cx="45876" cy="64626"/>
            </a:xfrm>
            <a:custGeom>
              <a:avLst/>
              <a:gdLst/>
              <a:ahLst/>
              <a:cxnLst/>
              <a:rect l="l" t="t" r="r" b="b"/>
              <a:pathLst>
                <a:path w="1747" h="2461" extrusionOk="0">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75"/>
            <p:cNvSpPr/>
            <p:nvPr/>
          </p:nvSpPr>
          <p:spPr>
            <a:xfrm>
              <a:off x="7166503" y="3827882"/>
              <a:ext cx="10084" cy="130696"/>
            </a:xfrm>
            <a:custGeom>
              <a:avLst/>
              <a:gdLst/>
              <a:ahLst/>
              <a:cxnLst/>
              <a:rect l="l" t="t" r="r" b="b"/>
              <a:pathLst>
                <a:path w="384" h="4977" extrusionOk="0">
                  <a:moveTo>
                    <a:pt x="383" y="0"/>
                  </a:moveTo>
                  <a:cubicBezTo>
                    <a:pt x="201" y="58"/>
                    <a:pt x="29" y="211"/>
                    <a:pt x="0" y="555"/>
                  </a:cubicBezTo>
                  <a:lnTo>
                    <a:pt x="0" y="4977"/>
                  </a:lnTo>
                  <a:lnTo>
                    <a:pt x="383" y="4977"/>
                  </a:lnTo>
                  <a:lnTo>
                    <a:pt x="3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75"/>
            <p:cNvSpPr/>
            <p:nvPr/>
          </p:nvSpPr>
          <p:spPr>
            <a:xfrm>
              <a:off x="7297698" y="3826621"/>
              <a:ext cx="9060" cy="50288"/>
            </a:xfrm>
            <a:custGeom>
              <a:avLst/>
              <a:gdLst/>
              <a:ahLst/>
              <a:cxnLst/>
              <a:rect l="l" t="t" r="r" b="b"/>
              <a:pathLst>
                <a:path w="345" h="1915" extrusionOk="0">
                  <a:moveTo>
                    <a:pt x="0" y="0"/>
                  </a:moveTo>
                  <a:lnTo>
                    <a:pt x="0" y="1914"/>
                  </a:lnTo>
                  <a:lnTo>
                    <a:pt x="345" y="1914"/>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75"/>
            <p:cNvSpPr/>
            <p:nvPr/>
          </p:nvSpPr>
          <p:spPr>
            <a:xfrm>
              <a:off x="7297698" y="3908553"/>
              <a:ext cx="9060" cy="50025"/>
            </a:xfrm>
            <a:custGeom>
              <a:avLst/>
              <a:gdLst/>
              <a:ahLst/>
              <a:cxnLst/>
              <a:rect l="l" t="t" r="r" b="b"/>
              <a:pathLst>
                <a:path w="345" h="1905" extrusionOk="0">
                  <a:moveTo>
                    <a:pt x="0" y="0"/>
                  </a:moveTo>
                  <a:lnTo>
                    <a:pt x="0" y="1905"/>
                  </a:lnTo>
                  <a:lnTo>
                    <a:pt x="345" y="1905"/>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9" name="Google Shape;11409;p75"/>
          <p:cNvGrpSpPr/>
          <p:nvPr/>
        </p:nvGrpSpPr>
        <p:grpSpPr>
          <a:xfrm>
            <a:off x="7541469" y="3793455"/>
            <a:ext cx="407897" cy="328985"/>
            <a:chOff x="7541469" y="3793455"/>
            <a:chExt cx="407897" cy="328985"/>
          </a:xfrm>
        </p:grpSpPr>
        <p:sp>
          <p:nvSpPr>
            <p:cNvPr id="11410" name="Google Shape;11410;p75"/>
            <p:cNvSpPr/>
            <p:nvPr/>
          </p:nvSpPr>
          <p:spPr>
            <a:xfrm>
              <a:off x="7541469" y="3819820"/>
              <a:ext cx="407897" cy="302620"/>
            </a:xfrm>
            <a:custGeom>
              <a:avLst/>
              <a:gdLst/>
              <a:ahLst/>
              <a:cxnLst/>
              <a:rect l="l" t="t" r="r" b="b"/>
              <a:pathLst>
                <a:path w="15533" h="11524" extrusionOk="0">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75"/>
            <p:cNvSpPr/>
            <p:nvPr/>
          </p:nvSpPr>
          <p:spPr>
            <a:xfrm>
              <a:off x="7541469" y="3819820"/>
              <a:ext cx="407897" cy="39495"/>
            </a:xfrm>
            <a:custGeom>
              <a:avLst/>
              <a:gdLst/>
              <a:ahLst/>
              <a:cxnLst/>
              <a:rect l="l" t="t" r="r" b="b"/>
              <a:pathLst>
                <a:path w="15533" h="1504" extrusionOk="0">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2" name="Google Shape;11412;p75"/>
            <p:cNvSpPr/>
            <p:nvPr/>
          </p:nvSpPr>
          <p:spPr>
            <a:xfrm>
              <a:off x="7567860" y="3819846"/>
              <a:ext cx="52546" cy="26155"/>
            </a:xfrm>
            <a:custGeom>
              <a:avLst/>
              <a:gdLst/>
              <a:ahLst/>
              <a:cxnLst/>
              <a:rect l="l" t="t" r="r" b="b"/>
              <a:pathLst>
                <a:path w="2001" h="996" extrusionOk="0">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75"/>
            <p:cNvSpPr/>
            <p:nvPr/>
          </p:nvSpPr>
          <p:spPr>
            <a:xfrm>
              <a:off x="7870428" y="3819846"/>
              <a:ext cx="52573" cy="26155"/>
            </a:xfrm>
            <a:custGeom>
              <a:avLst/>
              <a:gdLst/>
              <a:ahLst/>
              <a:cxnLst/>
              <a:rect l="l" t="t" r="r" b="b"/>
              <a:pathLst>
                <a:path w="2002" h="996" extrusionOk="0">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75"/>
            <p:cNvSpPr/>
            <p:nvPr/>
          </p:nvSpPr>
          <p:spPr>
            <a:xfrm>
              <a:off x="7580912" y="3793455"/>
              <a:ext cx="26418" cy="39469"/>
            </a:xfrm>
            <a:custGeom>
              <a:avLst/>
              <a:gdLst/>
              <a:ahLst/>
              <a:cxnLst/>
              <a:rect l="l" t="t" r="r" b="b"/>
              <a:pathLst>
                <a:path w="1006" h="1503" extrusionOk="0">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75"/>
            <p:cNvSpPr/>
            <p:nvPr/>
          </p:nvSpPr>
          <p:spPr>
            <a:xfrm>
              <a:off x="7580912" y="3793455"/>
              <a:ext cx="26418" cy="19616"/>
            </a:xfrm>
            <a:custGeom>
              <a:avLst/>
              <a:gdLst/>
              <a:ahLst/>
              <a:cxnLst/>
              <a:rect l="l" t="t" r="r" b="b"/>
              <a:pathLst>
                <a:path w="1006" h="747" extrusionOk="0">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75"/>
            <p:cNvSpPr/>
            <p:nvPr/>
          </p:nvSpPr>
          <p:spPr>
            <a:xfrm>
              <a:off x="7883506" y="3793455"/>
              <a:ext cx="26418" cy="39469"/>
            </a:xfrm>
            <a:custGeom>
              <a:avLst/>
              <a:gdLst/>
              <a:ahLst/>
              <a:cxnLst/>
              <a:rect l="l" t="t" r="r" b="b"/>
              <a:pathLst>
                <a:path w="1006" h="1503" extrusionOk="0">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75"/>
            <p:cNvSpPr/>
            <p:nvPr/>
          </p:nvSpPr>
          <p:spPr>
            <a:xfrm>
              <a:off x="7883506" y="3793455"/>
              <a:ext cx="26418" cy="19616"/>
            </a:xfrm>
            <a:custGeom>
              <a:avLst/>
              <a:gdLst/>
              <a:ahLst/>
              <a:cxnLst/>
              <a:rect l="l" t="t" r="r" b="b"/>
              <a:pathLst>
                <a:path w="1006" h="747" extrusionOk="0">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75"/>
            <p:cNvSpPr/>
            <p:nvPr/>
          </p:nvSpPr>
          <p:spPr>
            <a:xfrm>
              <a:off x="7541469" y="3859289"/>
              <a:ext cx="407897" cy="13104"/>
            </a:xfrm>
            <a:custGeom>
              <a:avLst/>
              <a:gdLst/>
              <a:ahLst/>
              <a:cxnLst/>
              <a:rect l="l" t="t" r="r" b="b"/>
              <a:pathLst>
                <a:path w="15533" h="499" extrusionOk="0">
                  <a:moveTo>
                    <a:pt x="0" y="1"/>
                  </a:moveTo>
                  <a:lnTo>
                    <a:pt x="0" y="498"/>
                  </a:lnTo>
                  <a:lnTo>
                    <a:pt x="15533" y="498"/>
                  </a:lnTo>
                  <a:lnTo>
                    <a:pt x="1553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75"/>
            <p:cNvSpPr/>
            <p:nvPr/>
          </p:nvSpPr>
          <p:spPr>
            <a:xfrm>
              <a:off x="7580912"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75"/>
            <p:cNvSpPr/>
            <p:nvPr/>
          </p:nvSpPr>
          <p:spPr>
            <a:xfrm>
              <a:off x="7580912"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75"/>
            <p:cNvSpPr/>
            <p:nvPr/>
          </p:nvSpPr>
          <p:spPr>
            <a:xfrm>
              <a:off x="7580912"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75"/>
            <p:cNvSpPr/>
            <p:nvPr/>
          </p:nvSpPr>
          <p:spPr>
            <a:xfrm>
              <a:off x="7672900" y="4004060"/>
              <a:ext cx="52809" cy="26155"/>
            </a:xfrm>
            <a:custGeom>
              <a:avLst/>
              <a:gdLst/>
              <a:ahLst/>
              <a:cxnLst/>
              <a:rect l="l" t="t" r="r" b="b"/>
              <a:pathLst>
                <a:path w="2011" h="996" extrusionOk="0">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75"/>
            <p:cNvSpPr/>
            <p:nvPr/>
          </p:nvSpPr>
          <p:spPr>
            <a:xfrm>
              <a:off x="7765126"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4" name="Google Shape;11424;p75"/>
            <p:cNvSpPr/>
            <p:nvPr/>
          </p:nvSpPr>
          <p:spPr>
            <a:xfrm>
              <a:off x="7672900" y="3951278"/>
              <a:ext cx="52809" cy="26418"/>
            </a:xfrm>
            <a:custGeom>
              <a:avLst/>
              <a:gdLst/>
              <a:ahLst/>
              <a:cxnLst/>
              <a:rect l="l" t="t" r="r" b="b"/>
              <a:pathLst>
                <a:path w="2011" h="1006" extrusionOk="0">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75"/>
            <p:cNvSpPr/>
            <p:nvPr/>
          </p:nvSpPr>
          <p:spPr>
            <a:xfrm>
              <a:off x="7580912"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75"/>
            <p:cNvSpPr/>
            <p:nvPr/>
          </p:nvSpPr>
          <p:spPr>
            <a:xfrm>
              <a:off x="7672900" y="3898758"/>
              <a:ext cx="52809" cy="26155"/>
            </a:xfrm>
            <a:custGeom>
              <a:avLst/>
              <a:gdLst/>
              <a:ahLst/>
              <a:cxnLst/>
              <a:rect l="l" t="t" r="r" b="b"/>
              <a:pathLst>
                <a:path w="2011" h="996" extrusionOk="0">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7" name="Google Shape;11427;p75"/>
            <p:cNvSpPr/>
            <p:nvPr/>
          </p:nvSpPr>
          <p:spPr>
            <a:xfrm>
              <a:off x="7672900" y="4056580"/>
              <a:ext cx="52809" cy="26418"/>
            </a:xfrm>
            <a:custGeom>
              <a:avLst/>
              <a:gdLst/>
              <a:ahLst/>
              <a:cxnLst/>
              <a:rect l="l" t="t" r="r" b="b"/>
              <a:pathLst>
                <a:path w="2011" h="1006" extrusionOk="0">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75"/>
            <p:cNvSpPr/>
            <p:nvPr/>
          </p:nvSpPr>
          <p:spPr>
            <a:xfrm>
              <a:off x="7857114" y="4004060"/>
              <a:ext cx="52809" cy="26155"/>
            </a:xfrm>
            <a:custGeom>
              <a:avLst/>
              <a:gdLst/>
              <a:ahLst/>
              <a:cxnLst/>
              <a:rect l="l" t="t" r="r" b="b"/>
              <a:pathLst>
                <a:path w="2011" h="996" extrusionOk="0">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75"/>
            <p:cNvSpPr/>
            <p:nvPr/>
          </p:nvSpPr>
          <p:spPr>
            <a:xfrm>
              <a:off x="7857114" y="3898758"/>
              <a:ext cx="52809" cy="26155"/>
            </a:xfrm>
            <a:custGeom>
              <a:avLst/>
              <a:gdLst/>
              <a:ahLst/>
              <a:cxnLst/>
              <a:rect l="l" t="t" r="r" b="b"/>
              <a:pathLst>
                <a:path w="2011" h="996" extrusionOk="0">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75"/>
            <p:cNvSpPr/>
            <p:nvPr/>
          </p:nvSpPr>
          <p:spPr>
            <a:xfrm>
              <a:off x="7857114" y="4056580"/>
              <a:ext cx="52809" cy="26418"/>
            </a:xfrm>
            <a:custGeom>
              <a:avLst/>
              <a:gdLst/>
              <a:ahLst/>
              <a:cxnLst/>
              <a:rect l="l" t="t" r="r" b="b"/>
              <a:pathLst>
                <a:path w="2011" h="1006" extrusionOk="0">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75"/>
            <p:cNvSpPr/>
            <p:nvPr/>
          </p:nvSpPr>
          <p:spPr>
            <a:xfrm>
              <a:off x="7765126"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75"/>
            <p:cNvSpPr/>
            <p:nvPr/>
          </p:nvSpPr>
          <p:spPr>
            <a:xfrm>
              <a:off x="7765126"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75"/>
            <p:cNvSpPr/>
            <p:nvPr/>
          </p:nvSpPr>
          <p:spPr>
            <a:xfrm>
              <a:off x="7857114" y="3951278"/>
              <a:ext cx="52809" cy="26418"/>
            </a:xfrm>
            <a:custGeom>
              <a:avLst/>
              <a:gdLst/>
              <a:ahLst/>
              <a:cxnLst/>
              <a:rect l="l" t="t" r="r" b="b"/>
              <a:pathLst>
                <a:path w="2011" h="1006" extrusionOk="0">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75"/>
            <p:cNvSpPr/>
            <p:nvPr/>
          </p:nvSpPr>
          <p:spPr>
            <a:xfrm>
              <a:off x="7765126"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75"/>
            <p:cNvSpPr/>
            <p:nvPr/>
          </p:nvSpPr>
          <p:spPr>
            <a:xfrm>
              <a:off x="7854305" y="3944450"/>
              <a:ext cx="58691" cy="39758"/>
            </a:xfrm>
            <a:custGeom>
              <a:avLst/>
              <a:gdLst/>
              <a:ahLst/>
              <a:cxnLst/>
              <a:rect l="l" t="t" r="r" b="b"/>
              <a:pathLst>
                <a:path w="2235" h="1514" extrusionOk="0">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75"/>
            <p:cNvSpPr/>
            <p:nvPr/>
          </p:nvSpPr>
          <p:spPr>
            <a:xfrm>
              <a:off x="7670091" y="3944450"/>
              <a:ext cx="58691" cy="39758"/>
            </a:xfrm>
            <a:custGeom>
              <a:avLst/>
              <a:gdLst/>
              <a:ahLst/>
              <a:cxnLst/>
              <a:rect l="l" t="t" r="r" b="b"/>
              <a:pathLst>
                <a:path w="2235" h="1514" extrusionOk="0">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75"/>
            <p:cNvSpPr/>
            <p:nvPr/>
          </p:nvSpPr>
          <p:spPr>
            <a:xfrm>
              <a:off x="7762342" y="3996970"/>
              <a:ext cx="58665" cy="39810"/>
            </a:xfrm>
            <a:custGeom>
              <a:avLst/>
              <a:gdLst/>
              <a:ahLst/>
              <a:cxnLst/>
              <a:rect l="l" t="t" r="r" b="b"/>
              <a:pathLst>
                <a:path w="2234" h="1516" extrusionOk="0">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75"/>
            <p:cNvSpPr/>
            <p:nvPr/>
          </p:nvSpPr>
          <p:spPr>
            <a:xfrm>
              <a:off x="7578102" y="4049700"/>
              <a:ext cx="58665" cy="39810"/>
            </a:xfrm>
            <a:custGeom>
              <a:avLst/>
              <a:gdLst/>
              <a:ahLst/>
              <a:cxnLst/>
              <a:rect l="l" t="t" r="r" b="b"/>
              <a:pathLst>
                <a:path w="2234" h="1516" extrusionOk="0">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75"/>
            <p:cNvSpPr/>
            <p:nvPr/>
          </p:nvSpPr>
          <p:spPr>
            <a:xfrm>
              <a:off x="7762342" y="3891667"/>
              <a:ext cx="58665" cy="39784"/>
            </a:xfrm>
            <a:custGeom>
              <a:avLst/>
              <a:gdLst/>
              <a:ahLst/>
              <a:cxnLst/>
              <a:rect l="l" t="t" r="r" b="b"/>
              <a:pathLst>
                <a:path w="2234" h="1515" extrusionOk="0">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0" name="Google Shape;11440;p75"/>
          <p:cNvGrpSpPr/>
          <p:nvPr/>
        </p:nvGrpSpPr>
        <p:grpSpPr>
          <a:xfrm>
            <a:off x="5310288" y="2956312"/>
            <a:ext cx="432292" cy="264412"/>
            <a:chOff x="5310288" y="2956312"/>
            <a:chExt cx="432292" cy="264412"/>
          </a:xfrm>
        </p:grpSpPr>
        <p:sp>
          <p:nvSpPr>
            <p:cNvPr id="11441" name="Google Shape;11441;p75"/>
            <p:cNvSpPr/>
            <p:nvPr/>
          </p:nvSpPr>
          <p:spPr>
            <a:xfrm>
              <a:off x="5491220" y="3151083"/>
              <a:ext cx="69642" cy="69642"/>
            </a:xfrm>
            <a:custGeom>
              <a:avLst/>
              <a:gdLst/>
              <a:ahLst/>
              <a:cxnLst/>
              <a:rect l="l" t="t" r="r" b="b"/>
              <a:pathLst>
                <a:path w="2652" h="2652" extrusionOk="0">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75"/>
            <p:cNvSpPr/>
            <p:nvPr/>
          </p:nvSpPr>
          <p:spPr>
            <a:xfrm>
              <a:off x="5505059" y="3164896"/>
              <a:ext cx="41727" cy="41753"/>
            </a:xfrm>
            <a:custGeom>
              <a:avLst/>
              <a:gdLst/>
              <a:ahLst/>
              <a:cxnLst/>
              <a:rect l="l" t="t" r="r" b="b"/>
              <a:pathLst>
                <a:path w="1589" h="1590" extrusionOk="0">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75"/>
            <p:cNvSpPr/>
            <p:nvPr/>
          </p:nvSpPr>
          <p:spPr>
            <a:xfrm>
              <a:off x="5589747" y="2956312"/>
              <a:ext cx="152833" cy="153070"/>
            </a:xfrm>
            <a:custGeom>
              <a:avLst/>
              <a:gdLst/>
              <a:ahLst/>
              <a:cxnLst/>
              <a:rect l="l" t="t" r="r" b="b"/>
              <a:pathLst>
                <a:path w="5820" h="5829" extrusionOk="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75"/>
            <p:cNvSpPr/>
            <p:nvPr/>
          </p:nvSpPr>
          <p:spPr>
            <a:xfrm>
              <a:off x="5631212" y="2956312"/>
              <a:ext cx="111369" cy="152833"/>
            </a:xfrm>
            <a:custGeom>
              <a:avLst/>
              <a:gdLst/>
              <a:ahLst/>
              <a:cxnLst/>
              <a:rect l="l" t="t" r="r" b="b"/>
              <a:pathLst>
                <a:path w="4241" h="5820" extrusionOk="0">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75"/>
            <p:cNvSpPr/>
            <p:nvPr/>
          </p:nvSpPr>
          <p:spPr>
            <a:xfrm>
              <a:off x="5588487" y="3071909"/>
              <a:ext cx="153332" cy="120927"/>
            </a:xfrm>
            <a:custGeom>
              <a:avLst/>
              <a:gdLst/>
              <a:ahLst/>
              <a:cxnLst/>
              <a:rect l="l" t="t" r="r" b="b"/>
              <a:pathLst>
                <a:path w="5839" h="4605" extrusionOk="0">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75"/>
            <p:cNvSpPr/>
            <p:nvPr/>
          </p:nvSpPr>
          <p:spPr>
            <a:xfrm>
              <a:off x="5639247" y="3071909"/>
              <a:ext cx="52047" cy="33954"/>
            </a:xfrm>
            <a:custGeom>
              <a:avLst/>
              <a:gdLst/>
              <a:ahLst/>
              <a:cxnLst/>
              <a:rect l="l" t="t" r="r" b="b"/>
              <a:pathLst>
                <a:path w="1982" h="1293" extrusionOk="0">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75"/>
            <p:cNvSpPr/>
            <p:nvPr/>
          </p:nvSpPr>
          <p:spPr>
            <a:xfrm>
              <a:off x="5588749" y="3116656"/>
              <a:ext cx="153070" cy="76180"/>
            </a:xfrm>
            <a:custGeom>
              <a:avLst/>
              <a:gdLst/>
              <a:ahLst/>
              <a:cxnLst/>
              <a:rect l="l" t="t" r="r" b="b"/>
              <a:pathLst>
                <a:path w="5829" h="2901" extrusionOk="0">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75"/>
            <p:cNvSpPr/>
            <p:nvPr/>
          </p:nvSpPr>
          <p:spPr>
            <a:xfrm>
              <a:off x="5614116" y="3005314"/>
              <a:ext cx="102073" cy="83717"/>
            </a:xfrm>
            <a:custGeom>
              <a:avLst/>
              <a:gdLst/>
              <a:ahLst/>
              <a:cxnLst/>
              <a:rect l="l" t="t" r="r" b="b"/>
              <a:pathLst>
                <a:path w="3887" h="3188" extrusionOk="0">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75"/>
            <p:cNvSpPr/>
            <p:nvPr/>
          </p:nvSpPr>
          <p:spPr>
            <a:xfrm>
              <a:off x="5614116" y="3005314"/>
              <a:ext cx="102073" cy="82955"/>
            </a:xfrm>
            <a:custGeom>
              <a:avLst/>
              <a:gdLst/>
              <a:ahLst/>
              <a:cxnLst/>
              <a:rect l="l" t="t" r="r" b="b"/>
              <a:pathLst>
                <a:path w="3887" h="3159" extrusionOk="0">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75"/>
            <p:cNvSpPr/>
            <p:nvPr/>
          </p:nvSpPr>
          <p:spPr>
            <a:xfrm>
              <a:off x="5588749" y="3133751"/>
              <a:ext cx="33954" cy="59085"/>
            </a:xfrm>
            <a:custGeom>
              <a:avLst/>
              <a:gdLst/>
              <a:ahLst/>
              <a:cxnLst/>
              <a:rect l="l" t="t" r="r" b="b"/>
              <a:pathLst>
                <a:path w="1293" h="2250" extrusionOk="0">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75"/>
            <p:cNvSpPr/>
            <p:nvPr/>
          </p:nvSpPr>
          <p:spPr>
            <a:xfrm>
              <a:off x="5707602" y="3133751"/>
              <a:ext cx="34217" cy="59085"/>
            </a:xfrm>
            <a:custGeom>
              <a:avLst/>
              <a:gdLst/>
              <a:ahLst/>
              <a:cxnLst/>
              <a:rect l="l" t="t" r="r" b="b"/>
              <a:pathLst>
                <a:path w="1303" h="2250" extrusionOk="0">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75"/>
            <p:cNvSpPr/>
            <p:nvPr/>
          </p:nvSpPr>
          <p:spPr>
            <a:xfrm>
              <a:off x="5335419" y="2971648"/>
              <a:ext cx="41727" cy="91752"/>
            </a:xfrm>
            <a:custGeom>
              <a:avLst/>
              <a:gdLst/>
              <a:ahLst/>
              <a:cxnLst/>
              <a:rect l="l" t="t" r="r" b="b"/>
              <a:pathLst>
                <a:path w="1589" h="3494" extrusionOk="0">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75"/>
            <p:cNvSpPr/>
            <p:nvPr/>
          </p:nvSpPr>
          <p:spPr>
            <a:xfrm>
              <a:off x="5351989" y="2963114"/>
              <a:ext cx="100313" cy="100287"/>
            </a:xfrm>
            <a:custGeom>
              <a:avLst/>
              <a:gdLst/>
              <a:ahLst/>
              <a:cxnLst/>
              <a:rect l="l" t="t" r="r" b="b"/>
              <a:pathLst>
                <a:path w="3820" h="3819" extrusionOk="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75"/>
            <p:cNvSpPr/>
            <p:nvPr/>
          </p:nvSpPr>
          <p:spPr>
            <a:xfrm>
              <a:off x="5368848" y="3088505"/>
              <a:ext cx="50025" cy="36974"/>
            </a:xfrm>
            <a:custGeom>
              <a:avLst/>
              <a:gdLst/>
              <a:ahLst/>
              <a:cxnLst/>
              <a:rect l="l" t="t" r="r" b="b"/>
              <a:pathLst>
                <a:path w="1905" h="1408" extrusionOk="0">
                  <a:moveTo>
                    <a:pt x="0" y="1"/>
                  </a:moveTo>
                  <a:lnTo>
                    <a:pt x="0" y="1407"/>
                  </a:lnTo>
                  <a:lnTo>
                    <a:pt x="1905" y="1407"/>
                  </a:lnTo>
                  <a:lnTo>
                    <a:pt x="190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75"/>
            <p:cNvSpPr/>
            <p:nvPr/>
          </p:nvSpPr>
          <p:spPr>
            <a:xfrm>
              <a:off x="5368848" y="3088505"/>
              <a:ext cx="50025" cy="20246"/>
            </a:xfrm>
            <a:custGeom>
              <a:avLst/>
              <a:gdLst/>
              <a:ahLst/>
              <a:cxnLst/>
              <a:rect l="l" t="t" r="r" b="b"/>
              <a:pathLst>
                <a:path w="1905" h="771" extrusionOk="0">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75"/>
            <p:cNvSpPr/>
            <p:nvPr/>
          </p:nvSpPr>
          <p:spPr>
            <a:xfrm>
              <a:off x="5310288" y="3108620"/>
              <a:ext cx="166882" cy="84216"/>
            </a:xfrm>
            <a:custGeom>
              <a:avLst/>
              <a:gdLst/>
              <a:ahLst/>
              <a:cxnLst/>
              <a:rect l="l" t="t" r="r" b="b"/>
              <a:pathLst>
                <a:path w="6355" h="3207" extrusionOk="0">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75"/>
            <p:cNvSpPr/>
            <p:nvPr/>
          </p:nvSpPr>
          <p:spPr>
            <a:xfrm>
              <a:off x="5385418" y="3125453"/>
              <a:ext cx="16859" cy="67383"/>
            </a:xfrm>
            <a:custGeom>
              <a:avLst/>
              <a:gdLst/>
              <a:ahLst/>
              <a:cxnLst/>
              <a:rect l="l" t="t" r="r" b="b"/>
              <a:pathLst>
                <a:path w="642" h="2566" extrusionOk="0">
                  <a:moveTo>
                    <a:pt x="163" y="0"/>
                  </a:moveTo>
                  <a:lnTo>
                    <a:pt x="1" y="2565"/>
                  </a:lnTo>
                  <a:lnTo>
                    <a:pt x="642" y="2565"/>
                  </a:lnTo>
                  <a:lnTo>
                    <a:pt x="479"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75"/>
            <p:cNvSpPr/>
            <p:nvPr/>
          </p:nvSpPr>
          <p:spPr>
            <a:xfrm>
              <a:off x="5343717" y="3005051"/>
              <a:ext cx="100287" cy="91779"/>
            </a:xfrm>
            <a:custGeom>
              <a:avLst/>
              <a:gdLst/>
              <a:ahLst/>
              <a:cxnLst/>
              <a:rect l="l" t="t" r="r" b="b"/>
              <a:pathLst>
                <a:path w="3819" h="3495" extrusionOk="0">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75"/>
            <p:cNvSpPr/>
            <p:nvPr/>
          </p:nvSpPr>
          <p:spPr>
            <a:xfrm>
              <a:off x="5343717" y="3005051"/>
              <a:ext cx="100051" cy="89757"/>
            </a:xfrm>
            <a:custGeom>
              <a:avLst/>
              <a:gdLst/>
              <a:ahLst/>
              <a:cxnLst/>
              <a:rect l="l" t="t" r="r" b="b"/>
              <a:pathLst>
                <a:path w="3810" h="3418" extrusionOk="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75"/>
            <p:cNvSpPr/>
            <p:nvPr/>
          </p:nvSpPr>
          <p:spPr>
            <a:xfrm>
              <a:off x="5310288" y="3129970"/>
              <a:ext cx="33692" cy="62866"/>
            </a:xfrm>
            <a:custGeom>
              <a:avLst/>
              <a:gdLst/>
              <a:ahLst/>
              <a:cxnLst/>
              <a:rect l="l" t="t" r="r" b="b"/>
              <a:pathLst>
                <a:path w="1283" h="2394" extrusionOk="0">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75"/>
            <p:cNvSpPr/>
            <p:nvPr/>
          </p:nvSpPr>
          <p:spPr>
            <a:xfrm>
              <a:off x="5443742" y="3129970"/>
              <a:ext cx="33692" cy="62866"/>
            </a:xfrm>
            <a:custGeom>
              <a:avLst/>
              <a:gdLst/>
              <a:ahLst/>
              <a:cxnLst/>
              <a:rect l="l" t="t" r="r" b="b"/>
              <a:pathLst>
                <a:path w="1283" h="2394" extrusionOk="0">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75"/>
            <p:cNvSpPr/>
            <p:nvPr/>
          </p:nvSpPr>
          <p:spPr>
            <a:xfrm>
              <a:off x="5385681" y="3125453"/>
              <a:ext cx="16596" cy="16623"/>
            </a:xfrm>
            <a:custGeom>
              <a:avLst/>
              <a:gdLst/>
              <a:ahLst/>
              <a:cxnLst/>
              <a:rect l="l" t="t" r="r" b="b"/>
              <a:pathLst>
                <a:path w="632" h="633" extrusionOk="0">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75"/>
            <p:cNvSpPr/>
            <p:nvPr/>
          </p:nvSpPr>
          <p:spPr>
            <a:xfrm>
              <a:off x="5359788" y="3102055"/>
              <a:ext cx="33954" cy="35110"/>
            </a:xfrm>
            <a:custGeom>
              <a:avLst/>
              <a:gdLst/>
              <a:ahLst/>
              <a:cxnLst/>
              <a:rect l="l" t="t" r="r" b="b"/>
              <a:pathLst>
                <a:path w="1293" h="1337" extrusionOk="0">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4" name="Google Shape;11464;p75"/>
            <p:cNvSpPr/>
            <p:nvPr/>
          </p:nvSpPr>
          <p:spPr>
            <a:xfrm>
              <a:off x="5393716" y="3102055"/>
              <a:ext cx="34217" cy="35110"/>
            </a:xfrm>
            <a:custGeom>
              <a:avLst/>
              <a:gdLst/>
              <a:ahLst/>
              <a:cxnLst/>
              <a:rect l="l" t="t" r="r" b="b"/>
              <a:pathLst>
                <a:path w="1303" h="1337" extrusionOk="0">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75"/>
            <p:cNvSpPr/>
            <p:nvPr/>
          </p:nvSpPr>
          <p:spPr>
            <a:xfrm>
              <a:off x="5413569" y="3157884"/>
              <a:ext cx="93774" cy="55803"/>
            </a:xfrm>
            <a:custGeom>
              <a:avLst/>
              <a:gdLst/>
              <a:ahLst/>
              <a:cxnLst/>
              <a:rect l="l" t="t" r="r" b="b"/>
              <a:pathLst>
                <a:path w="3571" h="2125" extrusionOk="0">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75"/>
            <p:cNvSpPr/>
            <p:nvPr/>
          </p:nvSpPr>
          <p:spPr>
            <a:xfrm>
              <a:off x="5544501" y="3157884"/>
              <a:ext cx="93774" cy="55908"/>
            </a:xfrm>
            <a:custGeom>
              <a:avLst/>
              <a:gdLst/>
              <a:ahLst/>
              <a:cxnLst/>
              <a:rect l="l" t="t" r="r" b="b"/>
              <a:pathLst>
                <a:path w="3571" h="2129" extrusionOk="0">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75"/>
            <p:cNvSpPr/>
            <p:nvPr/>
          </p:nvSpPr>
          <p:spPr>
            <a:xfrm>
              <a:off x="5519134" y="3178971"/>
              <a:ext cx="13839" cy="13865"/>
            </a:xfrm>
            <a:custGeom>
              <a:avLst/>
              <a:gdLst/>
              <a:ahLst/>
              <a:cxnLst/>
              <a:rect l="l" t="t" r="r" b="b"/>
              <a:pathLst>
                <a:path w="527" h="528" extrusionOk="0">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8" name="Google Shape;11468;p75"/>
          <p:cNvGrpSpPr/>
          <p:nvPr/>
        </p:nvGrpSpPr>
        <p:grpSpPr>
          <a:xfrm>
            <a:off x="4879047" y="2432320"/>
            <a:ext cx="398075" cy="340303"/>
            <a:chOff x="4879047" y="2432320"/>
            <a:chExt cx="398075" cy="340303"/>
          </a:xfrm>
        </p:grpSpPr>
        <p:sp>
          <p:nvSpPr>
            <p:cNvPr id="11469" name="Google Shape;11469;p75"/>
            <p:cNvSpPr/>
            <p:nvPr/>
          </p:nvSpPr>
          <p:spPr>
            <a:xfrm>
              <a:off x="5071795" y="2432320"/>
              <a:ext cx="186000" cy="181483"/>
            </a:xfrm>
            <a:custGeom>
              <a:avLst/>
              <a:gdLst/>
              <a:ahLst/>
              <a:cxnLst/>
              <a:rect l="l" t="t" r="r" b="b"/>
              <a:pathLst>
                <a:path w="7083" h="6911" extrusionOk="0">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75"/>
            <p:cNvSpPr/>
            <p:nvPr/>
          </p:nvSpPr>
          <p:spPr>
            <a:xfrm>
              <a:off x="5102204" y="2463412"/>
              <a:ext cx="32405" cy="12500"/>
            </a:xfrm>
            <a:custGeom>
              <a:avLst/>
              <a:gdLst/>
              <a:ahLst/>
              <a:cxnLst/>
              <a:rect l="l" t="t" r="r" b="b"/>
              <a:pathLst>
                <a:path w="1234" h="476" extrusionOk="0">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75"/>
            <p:cNvSpPr/>
            <p:nvPr/>
          </p:nvSpPr>
          <p:spPr>
            <a:xfrm>
              <a:off x="5145454" y="2463412"/>
              <a:ext cx="82141" cy="12500"/>
            </a:xfrm>
            <a:custGeom>
              <a:avLst/>
              <a:gdLst/>
              <a:ahLst/>
              <a:cxnLst/>
              <a:rect l="l" t="t" r="r" b="b"/>
              <a:pathLst>
                <a:path w="3128" h="476" extrusionOk="0">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75"/>
            <p:cNvSpPr/>
            <p:nvPr/>
          </p:nvSpPr>
          <p:spPr>
            <a:xfrm>
              <a:off x="5102204" y="2494320"/>
              <a:ext cx="125392" cy="12500"/>
            </a:xfrm>
            <a:custGeom>
              <a:avLst/>
              <a:gdLst/>
              <a:ahLst/>
              <a:cxnLst/>
              <a:rect l="l" t="t" r="r" b="b"/>
              <a:pathLst>
                <a:path w="4775" h="476" extrusionOk="0">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75"/>
            <p:cNvSpPr/>
            <p:nvPr/>
          </p:nvSpPr>
          <p:spPr>
            <a:xfrm>
              <a:off x="5102178" y="2525255"/>
              <a:ext cx="81984" cy="12710"/>
            </a:xfrm>
            <a:custGeom>
              <a:avLst/>
              <a:gdLst/>
              <a:ahLst/>
              <a:cxnLst/>
              <a:rect l="l" t="t" r="r" b="b"/>
              <a:pathLst>
                <a:path w="3122" h="484" extrusionOk="0">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75"/>
            <p:cNvSpPr/>
            <p:nvPr/>
          </p:nvSpPr>
          <p:spPr>
            <a:xfrm>
              <a:off x="5195164" y="2525255"/>
              <a:ext cx="32484" cy="12710"/>
            </a:xfrm>
            <a:custGeom>
              <a:avLst/>
              <a:gdLst/>
              <a:ahLst/>
              <a:cxnLst/>
              <a:rect l="l" t="t" r="r" b="b"/>
              <a:pathLst>
                <a:path w="1237" h="484" extrusionOk="0">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75"/>
            <p:cNvSpPr/>
            <p:nvPr/>
          </p:nvSpPr>
          <p:spPr>
            <a:xfrm>
              <a:off x="4898374" y="2711543"/>
              <a:ext cx="359421" cy="18618"/>
            </a:xfrm>
            <a:custGeom>
              <a:avLst/>
              <a:gdLst/>
              <a:ahLst/>
              <a:cxnLst/>
              <a:rect l="l" t="t" r="r" b="b"/>
              <a:pathLst>
                <a:path w="13687" h="709" extrusionOk="0">
                  <a:moveTo>
                    <a:pt x="1" y="0"/>
                  </a:moveTo>
                  <a:lnTo>
                    <a:pt x="1" y="708"/>
                  </a:lnTo>
                  <a:lnTo>
                    <a:pt x="13686" y="708"/>
                  </a:lnTo>
                  <a:lnTo>
                    <a:pt x="1368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75"/>
            <p:cNvSpPr/>
            <p:nvPr/>
          </p:nvSpPr>
          <p:spPr>
            <a:xfrm>
              <a:off x="4891468" y="2711543"/>
              <a:ext cx="13603" cy="61081"/>
            </a:xfrm>
            <a:custGeom>
              <a:avLst/>
              <a:gdLst/>
              <a:ahLst/>
              <a:cxnLst/>
              <a:rect l="l" t="t" r="r" b="b"/>
              <a:pathLst>
                <a:path w="518" h="2326" extrusionOk="0">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75"/>
            <p:cNvSpPr/>
            <p:nvPr/>
          </p:nvSpPr>
          <p:spPr>
            <a:xfrm>
              <a:off x="5251728" y="2711543"/>
              <a:ext cx="12342" cy="61081"/>
            </a:xfrm>
            <a:custGeom>
              <a:avLst/>
              <a:gdLst/>
              <a:ahLst/>
              <a:cxnLst/>
              <a:rect l="l" t="t" r="r" b="b"/>
              <a:pathLst>
                <a:path w="470" h="2326" extrusionOk="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75"/>
            <p:cNvSpPr/>
            <p:nvPr/>
          </p:nvSpPr>
          <p:spPr>
            <a:xfrm>
              <a:off x="4935322" y="2578851"/>
              <a:ext cx="111868" cy="126416"/>
            </a:xfrm>
            <a:custGeom>
              <a:avLst/>
              <a:gdLst/>
              <a:ahLst/>
              <a:cxnLst/>
              <a:rect l="l" t="t" r="r" b="b"/>
              <a:pathLst>
                <a:path w="4260" h="4814" extrusionOk="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75"/>
            <p:cNvSpPr/>
            <p:nvPr/>
          </p:nvSpPr>
          <p:spPr>
            <a:xfrm>
              <a:off x="4972270" y="2578851"/>
              <a:ext cx="37972" cy="24632"/>
            </a:xfrm>
            <a:custGeom>
              <a:avLst/>
              <a:gdLst/>
              <a:ahLst/>
              <a:cxnLst/>
              <a:rect l="l" t="t" r="r" b="b"/>
              <a:pathLst>
                <a:path w="1446" h="938" extrusionOk="0">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75"/>
            <p:cNvSpPr/>
            <p:nvPr/>
          </p:nvSpPr>
          <p:spPr>
            <a:xfrm>
              <a:off x="4935322" y="2611256"/>
              <a:ext cx="111868" cy="94011"/>
            </a:xfrm>
            <a:custGeom>
              <a:avLst/>
              <a:gdLst/>
              <a:ahLst/>
              <a:cxnLst/>
              <a:rect l="l" t="t" r="r" b="b"/>
              <a:pathLst>
                <a:path w="4260" h="3580" extrusionOk="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75"/>
            <p:cNvSpPr/>
            <p:nvPr/>
          </p:nvSpPr>
          <p:spPr>
            <a:xfrm>
              <a:off x="5022269" y="2623835"/>
              <a:ext cx="24921" cy="81432"/>
            </a:xfrm>
            <a:custGeom>
              <a:avLst/>
              <a:gdLst/>
              <a:ahLst/>
              <a:cxnLst/>
              <a:rect l="l" t="t" r="r" b="b"/>
              <a:pathLst>
                <a:path w="949" h="3101" extrusionOk="0">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75"/>
            <p:cNvSpPr/>
            <p:nvPr/>
          </p:nvSpPr>
          <p:spPr>
            <a:xfrm>
              <a:off x="4935322" y="2624071"/>
              <a:ext cx="55803" cy="81196"/>
            </a:xfrm>
            <a:custGeom>
              <a:avLst/>
              <a:gdLst/>
              <a:ahLst/>
              <a:cxnLst/>
              <a:rect l="l" t="t" r="r" b="b"/>
              <a:pathLst>
                <a:path w="2125" h="3092" extrusionOk="0">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75"/>
            <p:cNvSpPr/>
            <p:nvPr/>
          </p:nvSpPr>
          <p:spPr>
            <a:xfrm>
              <a:off x="4966492" y="2475807"/>
              <a:ext cx="49526" cy="43487"/>
            </a:xfrm>
            <a:custGeom>
              <a:avLst/>
              <a:gdLst/>
              <a:ahLst/>
              <a:cxnLst/>
              <a:rect l="l" t="t" r="r" b="b"/>
              <a:pathLst>
                <a:path w="1886" h="1656" extrusionOk="0">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75"/>
            <p:cNvSpPr/>
            <p:nvPr/>
          </p:nvSpPr>
          <p:spPr>
            <a:xfrm>
              <a:off x="4966230" y="2475807"/>
              <a:ext cx="34453" cy="43487"/>
            </a:xfrm>
            <a:custGeom>
              <a:avLst/>
              <a:gdLst/>
              <a:ahLst/>
              <a:cxnLst/>
              <a:rect l="l" t="t" r="r" b="b"/>
              <a:pathLst>
                <a:path w="1312" h="1656" extrusionOk="0">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75"/>
            <p:cNvSpPr/>
            <p:nvPr/>
          </p:nvSpPr>
          <p:spPr>
            <a:xfrm>
              <a:off x="4947874" y="2494399"/>
              <a:ext cx="86737" cy="86737"/>
            </a:xfrm>
            <a:custGeom>
              <a:avLst/>
              <a:gdLst/>
              <a:ahLst/>
              <a:cxnLst/>
              <a:rect l="l" t="t" r="r" b="b"/>
              <a:pathLst>
                <a:path w="3303" h="3303" extrusionOk="0">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75"/>
            <p:cNvSpPr/>
            <p:nvPr/>
          </p:nvSpPr>
          <p:spPr>
            <a:xfrm>
              <a:off x="4963472" y="2494399"/>
              <a:ext cx="72898" cy="78176"/>
            </a:xfrm>
            <a:custGeom>
              <a:avLst/>
              <a:gdLst/>
              <a:ahLst/>
              <a:cxnLst/>
              <a:rect l="l" t="t" r="r" b="b"/>
              <a:pathLst>
                <a:path w="2776" h="2977" extrusionOk="0">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75"/>
            <p:cNvSpPr/>
            <p:nvPr/>
          </p:nvSpPr>
          <p:spPr>
            <a:xfrm>
              <a:off x="4953914" y="2532660"/>
              <a:ext cx="74421" cy="61028"/>
            </a:xfrm>
            <a:custGeom>
              <a:avLst/>
              <a:gdLst/>
              <a:ahLst/>
              <a:cxnLst/>
              <a:rect l="l" t="t" r="r" b="b"/>
              <a:pathLst>
                <a:path w="2834" h="2324" extrusionOk="0">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75"/>
            <p:cNvSpPr/>
            <p:nvPr/>
          </p:nvSpPr>
          <p:spPr>
            <a:xfrm>
              <a:off x="4953914" y="2532660"/>
              <a:ext cx="74657" cy="60529"/>
            </a:xfrm>
            <a:custGeom>
              <a:avLst/>
              <a:gdLst/>
              <a:ahLst/>
              <a:cxnLst/>
              <a:rect l="l" t="t" r="r" b="b"/>
              <a:pathLst>
                <a:path w="2843" h="2305" extrusionOk="0">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75"/>
            <p:cNvSpPr/>
            <p:nvPr/>
          </p:nvSpPr>
          <p:spPr>
            <a:xfrm>
              <a:off x="489209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75"/>
            <p:cNvSpPr/>
            <p:nvPr/>
          </p:nvSpPr>
          <p:spPr>
            <a:xfrm>
              <a:off x="525172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75"/>
            <p:cNvSpPr/>
            <p:nvPr/>
          </p:nvSpPr>
          <p:spPr>
            <a:xfrm>
              <a:off x="4879047" y="2705188"/>
              <a:ext cx="398075" cy="12474"/>
            </a:xfrm>
            <a:custGeom>
              <a:avLst/>
              <a:gdLst/>
              <a:ahLst/>
              <a:cxnLst/>
              <a:rect l="l" t="t" r="r" b="b"/>
              <a:pathLst>
                <a:path w="15159" h="475" extrusionOk="0">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75"/>
            <p:cNvSpPr/>
            <p:nvPr/>
          </p:nvSpPr>
          <p:spPr>
            <a:xfrm>
              <a:off x="4960190" y="2692688"/>
              <a:ext cx="37237" cy="12579"/>
            </a:xfrm>
            <a:custGeom>
              <a:avLst/>
              <a:gdLst/>
              <a:ahLst/>
              <a:cxnLst/>
              <a:rect l="l" t="t" r="r" b="b"/>
              <a:pathLst>
                <a:path w="1418" h="479" extrusionOk="0">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75"/>
            <p:cNvSpPr/>
            <p:nvPr/>
          </p:nvSpPr>
          <p:spPr>
            <a:xfrm>
              <a:off x="4984822" y="2643188"/>
              <a:ext cx="86999" cy="62341"/>
            </a:xfrm>
            <a:custGeom>
              <a:avLst/>
              <a:gdLst/>
              <a:ahLst/>
              <a:cxnLst/>
              <a:rect l="l" t="t" r="r" b="b"/>
              <a:pathLst>
                <a:path w="3313" h="2374" extrusionOk="0">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75"/>
            <p:cNvSpPr/>
            <p:nvPr/>
          </p:nvSpPr>
          <p:spPr>
            <a:xfrm>
              <a:off x="5015257" y="2667978"/>
              <a:ext cx="26365" cy="12500"/>
            </a:xfrm>
            <a:custGeom>
              <a:avLst/>
              <a:gdLst/>
              <a:ahLst/>
              <a:cxnLst/>
              <a:rect l="l" t="t" r="r" b="b"/>
              <a:pathLst>
                <a:path w="1004" h="476" extrusionOk="0">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5" name="Google Shape;11495;p75"/>
          <p:cNvGrpSpPr/>
          <p:nvPr/>
        </p:nvGrpSpPr>
        <p:grpSpPr>
          <a:xfrm>
            <a:off x="5388701" y="2393823"/>
            <a:ext cx="280982" cy="395896"/>
            <a:chOff x="5388701" y="2393823"/>
            <a:chExt cx="280982" cy="395896"/>
          </a:xfrm>
        </p:grpSpPr>
        <p:sp>
          <p:nvSpPr>
            <p:cNvPr id="11496" name="Google Shape;11496;p75"/>
            <p:cNvSpPr/>
            <p:nvPr/>
          </p:nvSpPr>
          <p:spPr>
            <a:xfrm>
              <a:off x="5388701" y="2419243"/>
              <a:ext cx="280982" cy="370476"/>
            </a:xfrm>
            <a:custGeom>
              <a:avLst/>
              <a:gdLst/>
              <a:ahLst/>
              <a:cxnLst/>
              <a:rect l="l" t="t" r="r" b="b"/>
              <a:pathLst>
                <a:path w="10700" h="14108" extrusionOk="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75"/>
            <p:cNvSpPr/>
            <p:nvPr/>
          </p:nvSpPr>
          <p:spPr>
            <a:xfrm>
              <a:off x="5401516" y="2419506"/>
              <a:ext cx="255352" cy="344584"/>
            </a:xfrm>
            <a:custGeom>
              <a:avLst/>
              <a:gdLst/>
              <a:ahLst/>
              <a:cxnLst/>
              <a:rect l="l" t="t" r="r" b="b"/>
              <a:pathLst>
                <a:path w="9724" h="13122" extrusionOk="0">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75"/>
            <p:cNvSpPr/>
            <p:nvPr/>
          </p:nvSpPr>
          <p:spPr>
            <a:xfrm>
              <a:off x="5414330" y="2444899"/>
              <a:ext cx="229722" cy="306375"/>
            </a:xfrm>
            <a:custGeom>
              <a:avLst/>
              <a:gdLst/>
              <a:ahLst/>
              <a:cxnLst/>
              <a:rect l="l" t="t" r="r" b="b"/>
              <a:pathLst>
                <a:path w="8748" h="11667" extrusionOk="0">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75"/>
            <p:cNvSpPr/>
            <p:nvPr/>
          </p:nvSpPr>
          <p:spPr>
            <a:xfrm>
              <a:off x="5471866" y="2393823"/>
              <a:ext cx="114625" cy="57378"/>
            </a:xfrm>
            <a:custGeom>
              <a:avLst/>
              <a:gdLst/>
              <a:ahLst/>
              <a:cxnLst/>
              <a:rect l="l" t="t" r="r" b="b"/>
              <a:pathLst>
                <a:path w="4365" h="2185" extrusionOk="0">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75"/>
            <p:cNvSpPr/>
            <p:nvPr/>
          </p:nvSpPr>
          <p:spPr>
            <a:xfrm>
              <a:off x="5471866" y="2438597"/>
              <a:ext cx="114625" cy="12605"/>
            </a:xfrm>
            <a:custGeom>
              <a:avLst/>
              <a:gdLst/>
              <a:ahLst/>
              <a:cxnLst/>
              <a:rect l="l" t="t" r="r" b="b"/>
              <a:pathLst>
                <a:path w="4365" h="480" extrusionOk="0">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75"/>
            <p:cNvSpPr/>
            <p:nvPr/>
          </p:nvSpPr>
          <p:spPr>
            <a:xfrm>
              <a:off x="5542007" y="2483344"/>
              <a:ext cx="76417" cy="25393"/>
            </a:xfrm>
            <a:custGeom>
              <a:avLst/>
              <a:gdLst/>
              <a:ahLst/>
              <a:cxnLst/>
              <a:rect l="l" t="t" r="r" b="b"/>
              <a:pathLst>
                <a:path w="2910" h="967" extrusionOk="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75"/>
            <p:cNvSpPr/>
            <p:nvPr/>
          </p:nvSpPr>
          <p:spPr>
            <a:xfrm>
              <a:off x="5539722" y="2527828"/>
              <a:ext cx="80960" cy="12841"/>
            </a:xfrm>
            <a:custGeom>
              <a:avLst/>
              <a:gdLst/>
              <a:ahLst/>
              <a:cxnLst/>
              <a:rect l="l" t="t" r="r" b="b"/>
              <a:pathLst>
                <a:path w="3083" h="489" extrusionOk="0">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75"/>
            <p:cNvSpPr/>
            <p:nvPr/>
          </p:nvSpPr>
          <p:spPr>
            <a:xfrm>
              <a:off x="5539722" y="2553458"/>
              <a:ext cx="42751" cy="12841"/>
            </a:xfrm>
            <a:custGeom>
              <a:avLst/>
              <a:gdLst/>
              <a:ahLst/>
              <a:cxnLst/>
              <a:rect l="l" t="t" r="r" b="b"/>
              <a:pathLst>
                <a:path w="1628" h="489" extrusionOk="0">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4" name="Google Shape;11504;p75"/>
            <p:cNvSpPr/>
            <p:nvPr/>
          </p:nvSpPr>
          <p:spPr>
            <a:xfrm>
              <a:off x="5437702" y="2604481"/>
              <a:ext cx="182980" cy="12841"/>
            </a:xfrm>
            <a:custGeom>
              <a:avLst/>
              <a:gdLst/>
              <a:ahLst/>
              <a:cxnLst/>
              <a:rect l="l" t="t" r="r" b="b"/>
              <a:pathLst>
                <a:path w="6968" h="489" extrusionOk="0">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75"/>
            <p:cNvSpPr/>
            <p:nvPr/>
          </p:nvSpPr>
          <p:spPr>
            <a:xfrm>
              <a:off x="5437702" y="2630111"/>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75"/>
            <p:cNvSpPr/>
            <p:nvPr/>
          </p:nvSpPr>
          <p:spPr>
            <a:xfrm>
              <a:off x="5437702" y="2706764"/>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75"/>
            <p:cNvSpPr/>
            <p:nvPr/>
          </p:nvSpPr>
          <p:spPr>
            <a:xfrm>
              <a:off x="5437702" y="268113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75"/>
            <p:cNvSpPr/>
            <p:nvPr/>
          </p:nvSpPr>
          <p:spPr>
            <a:xfrm>
              <a:off x="5437702" y="265550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75"/>
            <p:cNvSpPr/>
            <p:nvPr/>
          </p:nvSpPr>
          <p:spPr>
            <a:xfrm>
              <a:off x="5475910" y="2630111"/>
              <a:ext cx="55304" cy="12579"/>
            </a:xfrm>
            <a:custGeom>
              <a:avLst/>
              <a:gdLst/>
              <a:ahLst/>
              <a:cxnLst/>
              <a:rect l="l" t="t" r="r" b="b"/>
              <a:pathLst>
                <a:path w="2106" h="479" extrusionOk="0">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75"/>
            <p:cNvSpPr/>
            <p:nvPr/>
          </p:nvSpPr>
          <p:spPr>
            <a:xfrm>
              <a:off x="5475910" y="2706764"/>
              <a:ext cx="80933" cy="12579"/>
            </a:xfrm>
            <a:custGeom>
              <a:avLst/>
              <a:gdLst/>
              <a:ahLst/>
              <a:cxnLst/>
              <a:rect l="l" t="t" r="r" b="b"/>
              <a:pathLst>
                <a:path w="3082" h="479" extrusionOk="0">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75"/>
            <p:cNvSpPr/>
            <p:nvPr/>
          </p:nvSpPr>
          <p:spPr>
            <a:xfrm>
              <a:off x="5475910" y="2681134"/>
              <a:ext cx="55304" cy="12841"/>
            </a:xfrm>
            <a:custGeom>
              <a:avLst/>
              <a:gdLst/>
              <a:ahLst/>
              <a:cxnLst/>
              <a:rect l="l" t="t" r="r" b="b"/>
              <a:pathLst>
                <a:path w="2106" h="489" extrusionOk="0">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75"/>
            <p:cNvSpPr/>
            <p:nvPr/>
          </p:nvSpPr>
          <p:spPr>
            <a:xfrm>
              <a:off x="5475910" y="2655504"/>
              <a:ext cx="80933" cy="12841"/>
            </a:xfrm>
            <a:custGeom>
              <a:avLst/>
              <a:gdLst/>
              <a:ahLst/>
              <a:cxnLst/>
              <a:rect l="l" t="t" r="r" b="b"/>
              <a:pathLst>
                <a:path w="3082" h="489" extrusionOk="0">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75"/>
            <p:cNvSpPr/>
            <p:nvPr/>
          </p:nvSpPr>
          <p:spPr>
            <a:xfrm>
              <a:off x="5571654" y="265550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75"/>
            <p:cNvSpPr/>
            <p:nvPr/>
          </p:nvSpPr>
          <p:spPr>
            <a:xfrm>
              <a:off x="5571654" y="2630111"/>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75"/>
            <p:cNvSpPr/>
            <p:nvPr/>
          </p:nvSpPr>
          <p:spPr>
            <a:xfrm>
              <a:off x="5571654" y="268113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75"/>
            <p:cNvSpPr/>
            <p:nvPr/>
          </p:nvSpPr>
          <p:spPr>
            <a:xfrm>
              <a:off x="5571654" y="2706764"/>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75"/>
            <p:cNvSpPr/>
            <p:nvPr/>
          </p:nvSpPr>
          <p:spPr>
            <a:xfrm>
              <a:off x="5446236" y="2527828"/>
              <a:ext cx="76443" cy="57326"/>
            </a:xfrm>
            <a:custGeom>
              <a:avLst/>
              <a:gdLst/>
              <a:ahLst/>
              <a:cxnLst/>
              <a:rect l="l" t="t" r="r" b="b"/>
              <a:pathLst>
                <a:path w="2911" h="2183" extrusionOk="0">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75"/>
            <p:cNvSpPr/>
            <p:nvPr/>
          </p:nvSpPr>
          <p:spPr>
            <a:xfrm>
              <a:off x="5470369" y="2527828"/>
              <a:ext cx="28177" cy="19249"/>
            </a:xfrm>
            <a:custGeom>
              <a:avLst/>
              <a:gdLst/>
              <a:ahLst/>
              <a:cxnLst/>
              <a:rect l="l" t="t" r="r" b="b"/>
              <a:pathLst>
                <a:path w="1073" h="733" extrusionOk="0">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75"/>
            <p:cNvSpPr/>
            <p:nvPr/>
          </p:nvSpPr>
          <p:spPr>
            <a:xfrm>
              <a:off x="5446236" y="2547917"/>
              <a:ext cx="76443" cy="37237"/>
            </a:xfrm>
            <a:custGeom>
              <a:avLst/>
              <a:gdLst/>
              <a:ahLst/>
              <a:cxnLst/>
              <a:rect l="l" t="t" r="r" b="b"/>
              <a:pathLst>
                <a:path w="2911" h="1418" extrusionOk="0">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75"/>
            <p:cNvSpPr/>
            <p:nvPr/>
          </p:nvSpPr>
          <p:spPr>
            <a:xfrm>
              <a:off x="5446000" y="2559235"/>
              <a:ext cx="19380" cy="25919"/>
            </a:xfrm>
            <a:custGeom>
              <a:avLst/>
              <a:gdLst/>
              <a:ahLst/>
              <a:cxnLst/>
              <a:rect l="l" t="t" r="r" b="b"/>
              <a:pathLst>
                <a:path w="738" h="987" extrusionOk="0">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75"/>
            <p:cNvSpPr/>
            <p:nvPr/>
          </p:nvSpPr>
          <p:spPr>
            <a:xfrm>
              <a:off x="5503536" y="2559235"/>
              <a:ext cx="19380" cy="25919"/>
            </a:xfrm>
            <a:custGeom>
              <a:avLst/>
              <a:gdLst/>
              <a:ahLst/>
              <a:cxnLst/>
              <a:rect l="l" t="t" r="r" b="b"/>
              <a:pathLst>
                <a:path w="738" h="987" extrusionOk="0">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75"/>
            <p:cNvSpPr/>
            <p:nvPr/>
          </p:nvSpPr>
          <p:spPr>
            <a:xfrm>
              <a:off x="5458815" y="2476569"/>
              <a:ext cx="51286" cy="57825"/>
            </a:xfrm>
            <a:custGeom>
              <a:avLst/>
              <a:gdLst/>
              <a:ahLst/>
              <a:cxnLst/>
              <a:rect l="l" t="t" r="r" b="b"/>
              <a:pathLst>
                <a:path w="1953" h="2202" extrusionOk="0">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75"/>
            <p:cNvSpPr/>
            <p:nvPr/>
          </p:nvSpPr>
          <p:spPr>
            <a:xfrm>
              <a:off x="5458867" y="2476569"/>
              <a:ext cx="35162" cy="57536"/>
            </a:xfrm>
            <a:custGeom>
              <a:avLst/>
              <a:gdLst/>
              <a:ahLst/>
              <a:cxnLst/>
              <a:rect l="l" t="t" r="r" b="b"/>
              <a:pathLst>
                <a:path w="1339" h="2191" extrusionOk="0">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75"/>
            <p:cNvSpPr/>
            <p:nvPr/>
          </p:nvSpPr>
          <p:spPr>
            <a:xfrm>
              <a:off x="5458815" y="2476569"/>
              <a:ext cx="51286" cy="25656"/>
            </a:xfrm>
            <a:custGeom>
              <a:avLst/>
              <a:gdLst/>
              <a:ahLst/>
              <a:cxnLst/>
              <a:rect l="l" t="t" r="r" b="b"/>
              <a:pathLst>
                <a:path w="1953" h="977" extrusionOk="0">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75"/>
            <p:cNvSpPr/>
            <p:nvPr/>
          </p:nvSpPr>
          <p:spPr>
            <a:xfrm>
              <a:off x="5459051" y="2476569"/>
              <a:ext cx="34978" cy="23398"/>
            </a:xfrm>
            <a:custGeom>
              <a:avLst/>
              <a:gdLst/>
              <a:ahLst/>
              <a:cxnLst/>
              <a:rect l="l" t="t" r="r" b="b"/>
              <a:pathLst>
                <a:path w="1332" h="891" extrusionOk="0">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6" name="Google Shape;11526;p75"/>
          <p:cNvGrpSpPr/>
          <p:nvPr/>
        </p:nvGrpSpPr>
        <p:grpSpPr>
          <a:xfrm>
            <a:off x="5743289" y="2439122"/>
            <a:ext cx="444871" cy="316407"/>
            <a:chOff x="5743289" y="2439122"/>
            <a:chExt cx="444871" cy="316407"/>
          </a:xfrm>
        </p:grpSpPr>
        <p:sp>
          <p:nvSpPr>
            <p:cNvPr id="11527" name="Google Shape;11527;p75"/>
            <p:cNvSpPr/>
            <p:nvPr/>
          </p:nvSpPr>
          <p:spPr>
            <a:xfrm>
              <a:off x="5999902" y="2549177"/>
              <a:ext cx="137497" cy="130722"/>
            </a:xfrm>
            <a:custGeom>
              <a:avLst/>
              <a:gdLst/>
              <a:ahLst/>
              <a:cxnLst/>
              <a:rect l="l" t="t" r="r" b="b"/>
              <a:pathLst>
                <a:path w="5236" h="4978" extrusionOk="0">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75"/>
            <p:cNvSpPr/>
            <p:nvPr/>
          </p:nvSpPr>
          <p:spPr>
            <a:xfrm>
              <a:off x="6000138" y="2570054"/>
              <a:ext cx="137497" cy="110082"/>
            </a:xfrm>
            <a:custGeom>
              <a:avLst/>
              <a:gdLst/>
              <a:ahLst/>
              <a:cxnLst/>
              <a:rect l="l" t="t" r="r" b="b"/>
              <a:pathLst>
                <a:path w="5236" h="4192" extrusionOk="0">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9" name="Google Shape;11529;p75"/>
            <p:cNvSpPr/>
            <p:nvPr/>
          </p:nvSpPr>
          <p:spPr>
            <a:xfrm>
              <a:off x="6046645" y="2549177"/>
              <a:ext cx="44511" cy="20640"/>
            </a:xfrm>
            <a:custGeom>
              <a:avLst/>
              <a:gdLst/>
              <a:ahLst/>
              <a:cxnLst/>
              <a:rect l="l" t="t" r="r" b="b"/>
              <a:pathLst>
                <a:path w="1695" h="786" extrusionOk="0">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75"/>
            <p:cNvSpPr/>
            <p:nvPr/>
          </p:nvSpPr>
          <p:spPr>
            <a:xfrm>
              <a:off x="6020753" y="2452935"/>
              <a:ext cx="34453" cy="75681"/>
            </a:xfrm>
            <a:custGeom>
              <a:avLst/>
              <a:gdLst/>
              <a:ahLst/>
              <a:cxnLst/>
              <a:rect l="l" t="t" r="r" b="b"/>
              <a:pathLst>
                <a:path w="1312" h="2882" extrusionOk="0">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75"/>
            <p:cNvSpPr/>
            <p:nvPr/>
          </p:nvSpPr>
          <p:spPr>
            <a:xfrm>
              <a:off x="6034565" y="2446159"/>
              <a:ext cx="82456" cy="82456"/>
            </a:xfrm>
            <a:custGeom>
              <a:avLst/>
              <a:gdLst/>
              <a:ahLst/>
              <a:cxnLst/>
              <a:rect l="l" t="t" r="r" b="b"/>
              <a:pathLst>
                <a:path w="3140" h="3140" extrusionOk="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75"/>
            <p:cNvSpPr/>
            <p:nvPr/>
          </p:nvSpPr>
          <p:spPr>
            <a:xfrm>
              <a:off x="6027528" y="2480324"/>
              <a:ext cx="82982" cy="75681"/>
            </a:xfrm>
            <a:custGeom>
              <a:avLst/>
              <a:gdLst/>
              <a:ahLst/>
              <a:cxnLst/>
              <a:rect l="l" t="t" r="r" b="b"/>
              <a:pathLst>
                <a:path w="3160" h="2882" extrusionOk="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75"/>
            <p:cNvSpPr/>
            <p:nvPr/>
          </p:nvSpPr>
          <p:spPr>
            <a:xfrm>
              <a:off x="6027528" y="2480586"/>
              <a:ext cx="82456" cy="74158"/>
            </a:xfrm>
            <a:custGeom>
              <a:avLst/>
              <a:gdLst/>
              <a:ahLst/>
              <a:cxnLst/>
              <a:rect l="l" t="t" r="r" b="b"/>
              <a:pathLst>
                <a:path w="3140" h="2824" extrusionOk="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75"/>
            <p:cNvSpPr/>
            <p:nvPr/>
          </p:nvSpPr>
          <p:spPr>
            <a:xfrm>
              <a:off x="6000138" y="2583368"/>
              <a:ext cx="27415" cy="96768"/>
            </a:xfrm>
            <a:custGeom>
              <a:avLst/>
              <a:gdLst/>
              <a:ahLst/>
              <a:cxnLst/>
              <a:rect l="l" t="t" r="r" b="b"/>
              <a:pathLst>
                <a:path w="1044" h="3685" extrusionOk="0">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75"/>
            <p:cNvSpPr/>
            <p:nvPr/>
          </p:nvSpPr>
          <p:spPr>
            <a:xfrm>
              <a:off x="6075794" y="2583368"/>
              <a:ext cx="61842" cy="96532"/>
            </a:xfrm>
            <a:custGeom>
              <a:avLst/>
              <a:gdLst/>
              <a:ahLst/>
              <a:cxnLst/>
              <a:rect l="l" t="t" r="r" b="b"/>
              <a:pathLst>
                <a:path w="2355" h="3676" extrusionOk="0">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75"/>
            <p:cNvSpPr/>
            <p:nvPr/>
          </p:nvSpPr>
          <p:spPr>
            <a:xfrm>
              <a:off x="5766424" y="2686649"/>
              <a:ext cx="398863" cy="20903"/>
            </a:xfrm>
            <a:custGeom>
              <a:avLst/>
              <a:gdLst/>
              <a:ahLst/>
              <a:cxnLst/>
              <a:rect l="l" t="t" r="r" b="b"/>
              <a:pathLst>
                <a:path w="15189" h="796" extrusionOk="0">
                  <a:moveTo>
                    <a:pt x="0" y="1"/>
                  </a:moveTo>
                  <a:lnTo>
                    <a:pt x="0" y="795"/>
                  </a:lnTo>
                  <a:lnTo>
                    <a:pt x="15188" y="795"/>
                  </a:lnTo>
                  <a:lnTo>
                    <a:pt x="1518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75"/>
            <p:cNvSpPr/>
            <p:nvPr/>
          </p:nvSpPr>
          <p:spPr>
            <a:xfrm>
              <a:off x="5759387"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75"/>
            <p:cNvSpPr/>
            <p:nvPr/>
          </p:nvSpPr>
          <p:spPr>
            <a:xfrm>
              <a:off x="6158224"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9" name="Google Shape;11539;p75"/>
            <p:cNvSpPr/>
            <p:nvPr/>
          </p:nvSpPr>
          <p:spPr>
            <a:xfrm>
              <a:off x="5759387"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0" name="Google Shape;11540;p75"/>
            <p:cNvSpPr/>
            <p:nvPr/>
          </p:nvSpPr>
          <p:spPr>
            <a:xfrm>
              <a:off x="6158224"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75"/>
            <p:cNvSpPr/>
            <p:nvPr/>
          </p:nvSpPr>
          <p:spPr>
            <a:xfrm>
              <a:off x="5743289" y="2679873"/>
              <a:ext cx="444871" cy="13839"/>
            </a:xfrm>
            <a:custGeom>
              <a:avLst/>
              <a:gdLst/>
              <a:ahLst/>
              <a:cxnLst/>
              <a:rect l="l" t="t" r="r" b="b"/>
              <a:pathLst>
                <a:path w="16941" h="527" extrusionOk="0">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75"/>
            <p:cNvSpPr/>
            <p:nvPr/>
          </p:nvSpPr>
          <p:spPr>
            <a:xfrm>
              <a:off x="6068992" y="2666034"/>
              <a:ext cx="41254" cy="13865"/>
            </a:xfrm>
            <a:custGeom>
              <a:avLst/>
              <a:gdLst/>
              <a:ahLst/>
              <a:cxnLst/>
              <a:rect l="l" t="t" r="r" b="b"/>
              <a:pathLst>
                <a:path w="1571" h="528" extrusionOk="0">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75"/>
            <p:cNvSpPr/>
            <p:nvPr/>
          </p:nvSpPr>
          <p:spPr>
            <a:xfrm>
              <a:off x="5986326" y="2611020"/>
              <a:ext cx="96269" cy="68880"/>
            </a:xfrm>
            <a:custGeom>
              <a:avLst/>
              <a:gdLst/>
              <a:ahLst/>
              <a:cxnLst/>
              <a:rect l="l" t="t" r="r" b="b"/>
              <a:pathLst>
                <a:path w="3666" h="2623" extrusionOk="0">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75"/>
            <p:cNvSpPr/>
            <p:nvPr/>
          </p:nvSpPr>
          <p:spPr>
            <a:xfrm>
              <a:off x="6025269" y="2638645"/>
              <a:ext cx="18382" cy="13865"/>
            </a:xfrm>
            <a:custGeom>
              <a:avLst/>
              <a:gdLst/>
              <a:ahLst/>
              <a:cxnLst/>
              <a:rect l="l" t="t" r="r" b="b"/>
              <a:pathLst>
                <a:path w="700" h="528" extrusionOk="0">
                  <a:moveTo>
                    <a:pt x="355" y="1"/>
                  </a:moveTo>
                  <a:cubicBezTo>
                    <a:pt x="1" y="1"/>
                    <a:pt x="1" y="518"/>
                    <a:pt x="355" y="527"/>
                  </a:cubicBezTo>
                  <a:cubicBezTo>
                    <a:pt x="699" y="518"/>
                    <a:pt x="699" y="1"/>
                    <a:pt x="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75"/>
            <p:cNvSpPr/>
            <p:nvPr/>
          </p:nvSpPr>
          <p:spPr>
            <a:xfrm>
              <a:off x="5807390" y="2556215"/>
              <a:ext cx="137734" cy="123685"/>
            </a:xfrm>
            <a:custGeom>
              <a:avLst/>
              <a:gdLst/>
              <a:ahLst/>
              <a:cxnLst/>
              <a:rect l="l" t="t" r="r" b="b"/>
              <a:pathLst>
                <a:path w="5245" h="4710" extrusionOk="0">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6" name="Google Shape;11546;p75"/>
            <p:cNvSpPr/>
            <p:nvPr/>
          </p:nvSpPr>
          <p:spPr>
            <a:xfrm>
              <a:off x="5807626" y="2587386"/>
              <a:ext cx="27678" cy="92514"/>
            </a:xfrm>
            <a:custGeom>
              <a:avLst/>
              <a:gdLst/>
              <a:ahLst/>
              <a:cxnLst/>
              <a:rect l="l" t="t" r="r" b="b"/>
              <a:pathLst>
                <a:path w="1054" h="3523" extrusionOk="0">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75"/>
            <p:cNvSpPr/>
            <p:nvPr/>
          </p:nvSpPr>
          <p:spPr>
            <a:xfrm>
              <a:off x="5917708" y="2587386"/>
              <a:ext cx="27415" cy="92514"/>
            </a:xfrm>
            <a:custGeom>
              <a:avLst/>
              <a:gdLst/>
              <a:ahLst/>
              <a:cxnLst/>
              <a:rect l="l" t="t" r="r" b="b"/>
              <a:pathLst>
                <a:path w="1044" h="3523" extrusionOk="0">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75"/>
            <p:cNvSpPr/>
            <p:nvPr/>
          </p:nvSpPr>
          <p:spPr>
            <a:xfrm>
              <a:off x="5843314" y="2556215"/>
              <a:ext cx="66123" cy="20640"/>
            </a:xfrm>
            <a:custGeom>
              <a:avLst/>
              <a:gdLst/>
              <a:ahLst/>
              <a:cxnLst/>
              <a:rect l="l" t="t" r="r" b="b"/>
              <a:pathLst>
                <a:path w="2518" h="786" extrusionOk="0">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75"/>
            <p:cNvSpPr/>
            <p:nvPr/>
          </p:nvSpPr>
          <p:spPr>
            <a:xfrm>
              <a:off x="5815688" y="2439122"/>
              <a:ext cx="121400" cy="123921"/>
            </a:xfrm>
            <a:custGeom>
              <a:avLst/>
              <a:gdLst/>
              <a:ahLst/>
              <a:cxnLst/>
              <a:rect l="l" t="t" r="r" b="b"/>
              <a:pathLst>
                <a:path w="4623" h="4719" extrusionOk="0">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75"/>
            <p:cNvSpPr/>
            <p:nvPr/>
          </p:nvSpPr>
          <p:spPr>
            <a:xfrm>
              <a:off x="5828241" y="2714300"/>
              <a:ext cx="13839" cy="41228"/>
            </a:xfrm>
            <a:custGeom>
              <a:avLst/>
              <a:gdLst/>
              <a:ahLst/>
              <a:cxnLst/>
              <a:rect l="l" t="t" r="r" b="b"/>
              <a:pathLst>
                <a:path w="527" h="1570" extrusionOk="0">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75"/>
            <p:cNvSpPr/>
            <p:nvPr/>
          </p:nvSpPr>
          <p:spPr>
            <a:xfrm>
              <a:off x="5828241" y="2707263"/>
              <a:ext cx="13839" cy="27678"/>
            </a:xfrm>
            <a:custGeom>
              <a:avLst/>
              <a:gdLst/>
              <a:ahLst/>
              <a:cxnLst/>
              <a:rect l="l" t="t" r="r" b="b"/>
              <a:pathLst>
                <a:path w="527"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75"/>
            <p:cNvSpPr/>
            <p:nvPr/>
          </p:nvSpPr>
          <p:spPr>
            <a:xfrm>
              <a:off x="5910671" y="2714300"/>
              <a:ext cx="13865" cy="41228"/>
            </a:xfrm>
            <a:custGeom>
              <a:avLst/>
              <a:gdLst/>
              <a:ahLst/>
              <a:cxnLst/>
              <a:rect l="l" t="t" r="r" b="b"/>
              <a:pathLst>
                <a:path w="528" h="1570" extrusionOk="0">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3" name="Google Shape;11553;p75"/>
            <p:cNvSpPr/>
            <p:nvPr/>
          </p:nvSpPr>
          <p:spPr>
            <a:xfrm>
              <a:off x="5910671" y="2707263"/>
              <a:ext cx="13865" cy="27678"/>
            </a:xfrm>
            <a:custGeom>
              <a:avLst/>
              <a:gdLst/>
              <a:ahLst/>
              <a:cxnLst/>
              <a:rect l="l" t="t" r="r" b="b"/>
              <a:pathLst>
                <a:path w="528"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4" name="Google Shape;11554;p75"/>
            <p:cNvSpPr/>
            <p:nvPr/>
          </p:nvSpPr>
          <p:spPr>
            <a:xfrm>
              <a:off x="5828241" y="2604218"/>
              <a:ext cx="96295" cy="116883"/>
            </a:xfrm>
            <a:custGeom>
              <a:avLst/>
              <a:gdLst/>
              <a:ahLst/>
              <a:cxnLst/>
              <a:rect l="l" t="t" r="r" b="b"/>
              <a:pathLst>
                <a:path w="3667" h="4451" extrusionOk="0">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75"/>
            <p:cNvSpPr/>
            <p:nvPr/>
          </p:nvSpPr>
          <p:spPr>
            <a:xfrm>
              <a:off x="5815688" y="2439306"/>
              <a:ext cx="73896" cy="121216"/>
            </a:xfrm>
            <a:custGeom>
              <a:avLst/>
              <a:gdLst/>
              <a:ahLst/>
              <a:cxnLst/>
              <a:rect l="l" t="t" r="r" b="b"/>
              <a:pathLst>
                <a:path w="2814" h="4616" extrusionOk="0">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6" name="Google Shape;11556;p75"/>
          <p:cNvGrpSpPr/>
          <p:nvPr/>
        </p:nvGrpSpPr>
        <p:grpSpPr>
          <a:xfrm>
            <a:off x="6230360" y="2432583"/>
            <a:ext cx="351359" cy="363412"/>
            <a:chOff x="6230360" y="2432583"/>
            <a:chExt cx="351359" cy="363412"/>
          </a:xfrm>
        </p:grpSpPr>
        <p:sp>
          <p:nvSpPr>
            <p:cNvPr id="11557" name="Google Shape;11557;p75"/>
            <p:cNvSpPr/>
            <p:nvPr/>
          </p:nvSpPr>
          <p:spPr>
            <a:xfrm>
              <a:off x="6361791" y="2432583"/>
              <a:ext cx="219928" cy="325230"/>
            </a:xfrm>
            <a:custGeom>
              <a:avLst/>
              <a:gdLst/>
              <a:ahLst/>
              <a:cxnLst/>
              <a:rect l="l" t="t" r="r" b="b"/>
              <a:pathLst>
                <a:path w="8375" h="12385" extrusionOk="0">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75"/>
            <p:cNvSpPr/>
            <p:nvPr/>
          </p:nvSpPr>
          <p:spPr>
            <a:xfrm>
              <a:off x="6361791" y="2432583"/>
              <a:ext cx="9585" cy="40230"/>
            </a:xfrm>
            <a:custGeom>
              <a:avLst/>
              <a:gdLst/>
              <a:ahLst/>
              <a:cxnLst/>
              <a:rect l="l" t="t" r="r" b="b"/>
              <a:pathLst>
                <a:path w="365" h="1532" extrusionOk="0">
                  <a:moveTo>
                    <a:pt x="354" y="0"/>
                  </a:moveTo>
                  <a:cubicBezTo>
                    <a:pt x="287" y="0"/>
                    <a:pt x="0" y="19"/>
                    <a:pt x="0" y="278"/>
                  </a:cubicBezTo>
                  <a:lnTo>
                    <a:pt x="0" y="1531"/>
                  </a:lnTo>
                  <a:lnTo>
                    <a:pt x="364" y="1531"/>
                  </a:lnTo>
                  <a:lnTo>
                    <a:pt x="36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75"/>
            <p:cNvSpPr/>
            <p:nvPr/>
          </p:nvSpPr>
          <p:spPr>
            <a:xfrm>
              <a:off x="6510817" y="2432583"/>
              <a:ext cx="70403" cy="70377"/>
            </a:xfrm>
            <a:custGeom>
              <a:avLst/>
              <a:gdLst/>
              <a:ahLst/>
              <a:cxnLst/>
              <a:rect l="l" t="t" r="r" b="b"/>
              <a:pathLst>
                <a:path w="2681" h="2680" extrusionOk="0">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75"/>
            <p:cNvSpPr/>
            <p:nvPr/>
          </p:nvSpPr>
          <p:spPr>
            <a:xfrm>
              <a:off x="6361791" y="2469006"/>
              <a:ext cx="107088" cy="16124"/>
            </a:xfrm>
            <a:custGeom>
              <a:avLst/>
              <a:gdLst/>
              <a:ahLst/>
              <a:cxnLst/>
              <a:rect l="l" t="t" r="r" b="b"/>
              <a:pathLst>
                <a:path w="4078" h="614" extrusionOk="0">
                  <a:moveTo>
                    <a:pt x="0" y="1"/>
                  </a:moveTo>
                  <a:lnTo>
                    <a:pt x="0" y="144"/>
                  </a:lnTo>
                  <a:lnTo>
                    <a:pt x="3608" y="144"/>
                  </a:lnTo>
                  <a:lnTo>
                    <a:pt x="4077" y="613"/>
                  </a:lnTo>
                  <a:lnTo>
                    <a:pt x="407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75"/>
            <p:cNvSpPr/>
            <p:nvPr/>
          </p:nvSpPr>
          <p:spPr>
            <a:xfrm>
              <a:off x="6465571" y="2469006"/>
              <a:ext cx="73160" cy="288807"/>
            </a:xfrm>
            <a:custGeom>
              <a:avLst/>
              <a:gdLst/>
              <a:ahLst/>
              <a:cxnLst/>
              <a:rect l="l" t="t" r="r" b="b"/>
              <a:pathLst>
                <a:path w="2786" h="10998" extrusionOk="0">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75"/>
            <p:cNvSpPr/>
            <p:nvPr/>
          </p:nvSpPr>
          <p:spPr>
            <a:xfrm>
              <a:off x="6309508" y="2469006"/>
              <a:ext cx="9585" cy="131983"/>
            </a:xfrm>
            <a:custGeom>
              <a:avLst/>
              <a:gdLst/>
              <a:ahLst/>
              <a:cxnLst/>
              <a:rect l="l" t="t" r="r" b="b"/>
              <a:pathLst>
                <a:path w="365" h="5026" extrusionOk="0">
                  <a:moveTo>
                    <a:pt x="345" y="1"/>
                  </a:moveTo>
                  <a:cubicBezTo>
                    <a:pt x="288" y="1"/>
                    <a:pt x="29" y="20"/>
                    <a:pt x="1" y="231"/>
                  </a:cubicBezTo>
                  <a:lnTo>
                    <a:pt x="1" y="5025"/>
                  </a:lnTo>
                  <a:lnTo>
                    <a:pt x="364" y="4977"/>
                  </a:lnTo>
                  <a:lnTo>
                    <a:pt x="364"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75"/>
            <p:cNvSpPr/>
            <p:nvPr/>
          </p:nvSpPr>
          <p:spPr>
            <a:xfrm>
              <a:off x="6309770" y="2591692"/>
              <a:ext cx="134477" cy="201283"/>
            </a:xfrm>
            <a:custGeom>
              <a:avLst/>
              <a:gdLst/>
              <a:ahLst/>
              <a:cxnLst/>
              <a:rect l="l" t="t" r="r" b="b"/>
              <a:pathLst>
                <a:path w="5121" h="7665" extrusionOk="0">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75"/>
            <p:cNvSpPr/>
            <p:nvPr/>
          </p:nvSpPr>
          <p:spPr>
            <a:xfrm>
              <a:off x="6310768" y="2468507"/>
              <a:ext cx="219691" cy="325230"/>
            </a:xfrm>
            <a:custGeom>
              <a:avLst/>
              <a:gdLst/>
              <a:ahLst/>
              <a:cxnLst/>
              <a:rect l="l" t="t" r="r" b="b"/>
              <a:pathLst>
                <a:path w="8366" h="12385" extrusionOk="0">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75"/>
            <p:cNvSpPr/>
            <p:nvPr/>
          </p:nvSpPr>
          <p:spPr>
            <a:xfrm>
              <a:off x="6230360" y="2591666"/>
              <a:ext cx="204329" cy="204329"/>
            </a:xfrm>
            <a:custGeom>
              <a:avLst/>
              <a:gdLst/>
              <a:ahLst/>
              <a:cxnLst/>
              <a:rect l="l" t="t" r="r" b="b"/>
              <a:pathLst>
                <a:path w="7781" h="7781" extrusionOk="0">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75"/>
            <p:cNvSpPr/>
            <p:nvPr/>
          </p:nvSpPr>
          <p:spPr>
            <a:xfrm>
              <a:off x="6234115" y="2591666"/>
              <a:ext cx="104331" cy="204329"/>
            </a:xfrm>
            <a:custGeom>
              <a:avLst/>
              <a:gdLst/>
              <a:ahLst/>
              <a:cxnLst/>
              <a:rect l="l" t="t" r="r" b="b"/>
              <a:pathLst>
                <a:path w="3973" h="7781" extrusionOk="0">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75"/>
            <p:cNvSpPr/>
            <p:nvPr/>
          </p:nvSpPr>
          <p:spPr>
            <a:xfrm>
              <a:off x="6262528" y="2728875"/>
              <a:ext cx="140491" cy="67121"/>
            </a:xfrm>
            <a:custGeom>
              <a:avLst/>
              <a:gdLst/>
              <a:ahLst/>
              <a:cxnLst/>
              <a:rect l="l" t="t" r="r" b="b"/>
              <a:pathLst>
                <a:path w="5350" h="2556" extrusionOk="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75"/>
            <p:cNvSpPr/>
            <p:nvPr/>
          </p:nvSpPr>
          <p:spPr>
            <a:xfrm>
              <a:off x="6262528" y="2729137"/>
              <a:ext cx="74920" cy="66858"/>
            </a:xfrm>
            <a:custGeom>
              <a:avLst/>
              <a:gdLst/>
              <a:ahLst/>
              <a:cxnLst/>
              <a:rect l="l" t="t" r="r" b="b"/>
              <a:pathLst>
                <a:path w="2853" h="2546" extrusionOk="0">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75"/>
            <p:cNvSpPr/>
            <p:nvPr/>
          </p:nvSpPr>
          <p:spPr>
            <a:xfrm>
              <a:off x="6283878" y="2609996"/>
              <a:ext cx="98029" cy="64862"/>
            </a:xfrm>
            <a:custGeom>
              <a:avLst/>
              <a:gdLst/>
              <a:ahLst/>
              <a:cxnLst/>
              <a:rect l="l" t="t" r="r" b="b"/>
              <a:pathLst>
                <a:path w="3733" h="2470" extrusionOk="0">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0" name="Google Shape;11570;p75"/>
            <p:cNvSpPr/>
            <p:nvPr/>
          </p:nvSpPr>
          <p:spPr>
            <a:xfrm>
              <a:off x="6283878" y="2610258"/>
              <a:ext cx="53308" cy="64600"/>
            </a:xfrm>
            <a:custGeom>
              <a:avLst/>
              <a:gdLst/>
              <a:ahLst/>
              <a:cxnLst/>
              <a:rect l="l" t="t" r="r" b="b"/>
              <a:pathLst>
                <a:path w="2030" h="2460" extrusionOk="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75"/>
            <p:cNvSpPr/>
            <p:nvPr/>
          </p:nvSpPr>
          <p:spPr>
            <a:xfrm>
              <a:off x="6368566" y="2668319"/>
              <a:ext cx="18119" cy="26917"/>
            </a:xfrm>
            <a:custGeom>
              <a:avLst/>
              <a:gdLst/>
              <a:ahLst/>
              <a:cxnLst/>
              <a:rect l="l" t="t" r="r" b="b"/>
              <a:pathLst>
                <a:path w="690" h="1025" extrusionOk="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75"/>
            <p:cNvSpPr/>
            <p:nvPr/>
          </p:nvSpPr>
          <p:spPr>
            <a:xfrm>
              <a:off x="6276079" y="2668319"/>
              <a:ext cx="21402" cy="26917"/>
            </a:xfrm>
            <a:custGeom>
              <a:avLst/>
              <a:gdLst/>
              <a:ahLst/>
              <a:cxnLst/>
              <a:rect l="l" t="t" r="r" b="b"/>
              <a:pathLst>
                <a:path w="815" h="1025" extrusionOk="0">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3" name="Google Shape;11573;p75"/>
            <p:cNvSpPr/>
            <p:nvPr/>
          </p:nvSpPr>
          <p:spPr>
            <a:xfrm>
              <a:off x="6315048" y="2715613"/>
              <a:ext cx="35950" cy="38917"/>
            </a:xfrm>
            <a:custGeom>
              <a:avLst/>
              <a:gdLst/>
              <a:ahLst/>
              <a:cxnLst/>
              <a:rect l="l" t="t" r="r" b="b"/>
              <a:pathLst>
                <a:path w="1369" h="1482" extrusionOk="0">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75"/>
            <p:cNvSpPr/>
            <p:nvPr/>
          </p:nvSpPr>
          <p:spPr>
            <a:xfrm>
              <a:off x="6315048" y="2715745"/>
              <a:ext cx="21875" cy="38786"/>
            </a:xfrm>
            <a:custGeom>
              <a:avLst/>
              <a:gdLst/>
              <a:ahLst/>
              <a:cxnLst/>
              <a:rect l="l" t="t" r="r" b="b"/>
              <a:pathLst>
                <a:path w="833" h="1477" extrusionOk="0">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75"/>
            <p:cNvSpPr/>
            <p:nvPr/>
          </p:nvSpPr>
          <p:spPr>
            <a:xfrm>
              <a:off x="6294172" y="2648178"/>
              <a:ext cx="76942" cy="77467"/>
            </a:xfrm>
            <a:custGeom>
              <a:avLst/>
              <a:gdLst/>
              <a:ahLst/>
              <a:cxnLst/>
              <a:rect l="l" t="t" r="r" b="b"/>
              <a:pathLst>
                <a:path w="2930" h="2950" extrusionOk="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75"/>
            <p:cNvSpPr/>
            <p:nvPr/>
          </p:nvSpPr>
          <p:spPr>
            <a:xfrm>
              <a:off x="6294434" y="2648099"/>
              <a:ext cx="56328" cy="77546"/>
            </a:xfrm>
            <a:custGeom>
              <a:avLst/>
              <a:gdLst/>
              <a:ahLst/>
              <a:cxnLst/>
              <a:rect l="l" t="t" r="r" b="b"/>
              <a:pathLst>
                <a:path w="2145" h="2953" extrusionOk="0">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75"/>
            <p:cNvSpPr/>
            <p:nvPr/>
          </p:nvSpPr>
          <p:spPr>
            <a:xfrm>
              <a:off x="6459557" y="2469268"/>
              <a:ext cx="69878" cy="70140"/>
            </a:xfrm>
            <a:custGeom>
              <a:avLst/>
              <a:gdLst/>
              <a:ahLst/>
              <a:cxnLst/>
              <a:rect l="l" t="t" r="r" b="b"/>
              <a:pathLst>
                <a:path w="2661" h="2671" extrusionOk="0">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8" name="Google Shape;11578;p75"/>
          <p:cNvGrpSpPr/>
          <p:nvPr/>
        </p:nvGrpSpPr>
        <p:grpSpPr>
          <a:xfrm>
            <a:off x="6633976" y="2459552"/>
            <a:ext cx="387781" cy="286680"/>
            <a:chOff x="6633976" y="2459552"/>
            <a:chExt cx="387781" cy="286680"/>
          </a:xfrm>
        </p:grpSpPr>
        <p:sp>
          <p:nvSpPr>
            <p:cNvPr id="11579" name="Google Shape;11579;p75"/>
            <p:cNvSpPr/>
            <p:nvPr/>
          </p:nvSpPr>
          <p:spPr>
            <a:xfrm>
              <a:off x="6635473" y="2459552"/>
              <a:ext cx="386285" cy="205773"/>
            </a:xfrm>
            <a:custGeom>
              <a:avLst/>
              <a:gdLst/>
              <a:ahLst/>
              <a:cxnLst/>
              <a:rect l="l" t="t" r="r" b="b"/>
              <a:pathLst>
                <a:path w="14710" h="7836" extrusionOk="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75"/>
            <p:cNvSpPr/>
            <p:nvPr/>
          </p:nvSpPr>
          <p:spPr>
            <a:xfrm>
              <a:off x="6633976" y="2522051"/>
              <a:ext cx="352856" cy="143012"/>
            </a:xfrm>
            <a:custGeom>
              <a:avLst/>
              <a:gdLst/>
              <a:ahLst/>
              <a:cxnLst/>
              <a:rect l="l" t="t" r="r" b="b"/>
              <a:pathLst>
                <a:path w="13437" h="5446" extrusionOk="0">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75"/>
            <p:cNvSpPr/>
            <p:nvPr/>
          </p:nvSpPr>
          <p:spPr>
            <a:xfrm>
              <a:off x="6759867" y="2559235"/>
              <a:ext cx="137261" cy="186997"/>
            </a:xfrm>
            <a:custGeom>
              <a:avLst/>
              <a:gdLst/>
              <a:ahLst/>
              <a:cxnLst/>
              <a:rect l="l" t="t" r="r" b="b"/>
              <a:pathLst>
                <a:path w="5227" h="7121" extrusionOk="0">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75"/>
            <p:cNvSpPr/>
            <p:nvPr/>
          </p:nvSpPr>
          <p:spPr>
            <a:xfrm>
              <a:off x="6792613" y="2632553"/>
              <a:ext cx="72189" cy="84163"/>
            </a:xfrm>
            <a:custGeom>
              <a:avLst/>
              <a:gdLst/>
              <a:ahLst/>
              <a:cxnLst/>
              <a:rect l="l" t="t" r="r" b="b"/>
              <a:pathLst>
                <a:path w="2749" h="3205" extrusionOk="0">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75"/>
            <p:cNvSpPr/>
            <p:nvPr/>
          </p:nvSpPr>
          <p:spPr>
            <a:xfrm>
              <a:off x="6792429" y="2477882"/>
              <a:ext cx="58875" cy="39416"/>
            </a:xfrm>
            <a:custGeom>
              <a:avLst/>
              <a:gdLst/>
              <a:ahLst/>
              <a:cxnLst/>
              <a:rect l="l" t="t" r="r" b="b"/>
              <a:pathLst>
                <a:path w="2242" h="1501" extrusionOk="0">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75"/>
            <p:cNvSpPr/>
            <p:nvPr/>
          </p:nvSpPr>
          <p:spPr>
            <a:xfrm>
              <a:off x="6891823" y="2516720"/>
              <a:ext cx="47005" cy="38024"/>
            </a:xfrm>
            <a:custGeom>
              <a:avLst/>
              <a:gdLst/>
              <a:ahLst/>
              <a:cxnLst/>
              <a:rect l="l" t="t" r="r" b="b"/>
              <a:pathLst>
                <a:path w="1790" h="1448" extrusionOk="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75"/>
            <p:cNvSpPr/>
            <p:nvPr/>
          </p:nvSpPr>
          <p:spPr>
            <a:xfrm>
              <a:off x="6841036" y="2559235"/>
              <a:ext cx="56091" cy="56328"/>
            </a:xfrm>
            <a:custGeom>
              <a:avLst/>
              <a:gdLst/>
              <a:ahLst/>
              <a:cxnLst/>
              <a:rect l="l" t="t" r="r" b="b"/>
              <a:pathLst>
                <a:path w="2136" h="2145" extrusionOk="0">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6" name="Google Shape;11586;p75"/>
          <p:cNvGrpSpPr/>
          <p:nvPr/>
        </p:nvGrpSpPr>
        <p:grpSpPr>
          <a:xfrm>
            <a:off x="7091110" y="2428565"/>
            <a:ext cx="376989" cy="348864"/>
            <a:chOff x="7091110" y="2428565"/>
            <a:chExt cx="376989" cy="348864"/>
          </a:xfrm>
        </p:grpSpPr>
        <p:sp>
          <p:nvSpPr>
            <p:cNvPr id="11587" name="Google Shape;11587;p75"/>
            <p:cNvSpPr/>
            <p:nvPr/>
          </p:nvSpPr>
          <p:spPr>
            <a:xfrm>
              <a:off x="7213692" y="2609759"/>
              <a:ext cx="124577" cy="104305"/>
            </a:xfrm>
            <a:custGeom>
              <a:avLst/>
              <a:gdLst/>
              <a:ahLst/>
              <a:cxnLst/>
              <a:rect l="l" t="t" r="r" b="b"/>
              <a:pathLst>
                <a:path w="4744" h="3972" extrusionOk="0">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75"/>
            <p:cNvSpPr/>
            <p:nvPr/>
          </p:nvSpPr>
          <p:spPr>
            <a:xfrm>
              <a:off x="7346699" y="2713539"/>
              <a:ext cx="121400" cy="63891"/>
            </a:xfrm>
            <a:custGeom>
              <a:avLst/>
              <a:gdLst/>
              <a:ahLst/>
              <a:cxnLst/>
              <a:rect l="l" t="t" r="r" b="b"/>
              <a:pathLst>
                <a:path w="4623" h="2433" extrusionOk="0">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75"/>
            <p:cNvSpPr/>
            <p:nvPr/>
          </p:nvSpPr>
          <p:spPr>
            <a:xfrm>
              <a:off x="7345176" y="2713539"/>
              <a:ext cx="49290" cy="63891"/>
            </a:xfrm>
            <a:custGeom>
              <a:avLst/>
              <a:gdLst/>
              <a:ahLst/>
              <a:cxnLst/>
              <a:rect l="l" t="t" r="r" b="b"/>
              <a:pathLst>
                <a:path w="1877" h="2433" extrusionOk="0">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75"/>
            <p:cNvSpPr/>
            <p:nvPr/>
          </p:nvSpPr>
          <p:spPr>
            <a:xfrm>
              <a:off x="7367549" y="2612753"/>
              <a:ext cx="76942" cy="54332"/>
            </a:xfrm>
            <a:custGeom>
              <a:avLst/>
              <a:gdLst/>
              <a:ahLst/>
              <a:cxnLst/>
              <a:rect l="l" t="t" r="r" b="b"/>
              <a:pathLst>
                <a:path w="2930" h="2069" extrusionOk="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75"/>
            <p:cNvSpPr/>
            <p:nvPr/>
          </p:nvSpPr>
          <p:spPr>
            <a:xfrm>
              <a:off x="7367549" y="2612779"/>
              <a:ext cx="41753" cy="54306"/>
            </a:xfrm>
            <a:custGeom>
              <a:avLst/>
              <a:gdLst/>
              <a:ahLst/>
              <a:cxnLst/>
              <a:rect l="l" t="t" r="r" b="b"/>
              <a:pathLst>
                <a:path w="1590" h="2068" extrusionOk="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75"/>
            <p:cNvSpPr/>
            <p:nvPr/>
          </p:nvSpPr>
          <p:spPr>
            <a:xfrm>
              <a:off x="7434145" y="2661281"/>
              <a:ext cx="16885" cy="22636"/>
            </a:xfrm>
            <a:custGeom>
              <a:avLst/>
              <a:gdLst/>
              <a:ahLst/>
              <a:cxnLst/>
              <a:rect l="l" t="t" r="r" b="b"/>
              <a:pathLst>
                <a:path w="643" h="862" extrusionOk="0">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75"/>
            <p:cNvSpPr/>
            <p:nvPr/>
          </p:nvSpPr>
          <p:spPr>
            <a:xfrm>
              <a:off x="7361772" y="2661334"/>
              <a:ext cx="16623" cy="22479"/>
            </a:xfrm>
            <a:custGeom>
              <a:avLst/>
              <a:gdLst/>
              <a:ahLst/>
              <a:cxnLst/>
              <a:rect l="l" t="t" r="r" b="b"/>
              <a:pathLst>
                <a:path w="633" h="856" extrusionOk="0">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75"/>
            <p:cNvSpPr/>
            <p:nvPr/>
          </p:nvSpPr>
          <p:spPr>
            <a:xfrm>
              <a:off x="7391945" y="2700829"/>
              <a:ext cx="28151" cy="32352"/>
            </a:xfrm>
            <a:custGeom>
              <a:avLst/>
              <a:gdLst/>
              <a:ahLst/>
              <a:cxnLst/>
              <a:rect l="l" t="t" r="r" b="b"/>
              <a:pathLst>
                <a:path w="1072" h="1232" extrusionOk="0">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75"/>
            <p:cNvSpPr/>
            <p:nvPr/>
          </p:nvSpPr>
          <p:spPr>
            <a:xfrm>
              <a:off x="7391945" y="2701144"/>
              <a:ext cx="17095" cy="32037"/>
            </a:xfrm>
            <a:custGeom>
              <a:avLst/>
              <a:gdLst/>
              <a:ahLst/>
              <a:cxnLst/>
              <a:rect l="l" t="t" r="r" b="b"/>
              <a:pathLst>
                <a:path w="651" h="1220" extrusionOk="0">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75"/>
            <p:cNvSpPr/>
            <p:nvPr/>
          </p:nvSpPr>
          <p:spPr>
            <a:xfrm>
              <a:off x="7375847" y="2644422"/>
              <a:ext cx="60582" cy="64626"/>
            </a:xfrm>
            <a:custGeom>
              <a:avLst/>
              <a:gdLst/>
              <a:ahLst/>
              <a:cxnLst/>
              <a:rect l="l" t="t" r="r" b="b"/>
              <a:pathLst>
                <a:path w="2307" h="2461" extrusionOk="0">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75"/>
            <p:cNvSpPr/>
            <p:nvPr/>
          </p:nvSpPr>
          <p:spPr>
            <a:xfrm>
              <a:off x="7375847" y="2644580"/>
              <a:ext cx="44012" cy="64731"/>
            </a:xfrm>
            <a:custGeom>
              <a:avLst/>
              <a:gdLst/>
              <a:ahLst/>
              <a:cxnLst/>
              <a:rect l="l" t="t" r="r" b="b"/>
              <a:pathLst>
                <a:path w="1676" h="2465" extrusionOk="0">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75"/>
            <p:cNvSpPr/>
            <p:nvPr/>
          </p:nvSpPr>
          <p:spPr>
            <a:xfrm>
              <a:off x="7219784" y="2529325"/>
              <a:ext cx="121400" cy="63917"/>
            </a:xfrm>
            <a:custGeom>
              <a:avLst/>
              <a:gdLst/>
              <a:ahLst/>
              <a:cxnLst/>
              <a:rect l="l" t="t" r="r" b="b"/>
              <a:pathLst>
                <a:path w="4623" h="2434" extrusionOk="0">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75"/>
            <p:cNvSpPr/>
            <p:nvPr/>
          </p:nvSpPr>
          <p:spPr>
            <a:xfrm>
              <a:off x="7218261" y="2529325"/>
              <a:ext cx="49290" cy="63917"/>
            </a:xfrm>
            <a:custGeom>
              <a:avLst/>
              <a:gdLst/>
              <a:ahLst/>
              <a:cxnLst/>
              <a:rect l="l" t="t" r="r" b="b"/>
              <a:pathLst>
                <a:path w="1877" h="2434" extrusionOk="0">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75"/>
            <p:cNvSpPr/>
            <p:nvPr/>
          </p:nvSpPr>
          <p:spPr>
            <a:xfrm>
              <a:off x="7240897" y="2428565"/>
              <a:ext cx="76916" cy="54043"/>
            </a:xfrm>
            <a:custGeom>
              <a:avLst/>
              <a:gdLst/>
              <a:ahLst/>
              <a:cxnLst/>
              <a:rect l="l" t="t" r="r" b="b"/>
              <a:pathLst>
                <a:path w="2929" h="2058" extrusionOk="0">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75"/>
            <p:cNvSpPr/>
            <p:nvPr/>
          </p:nvSpPr>
          <p:spPr>
            <a:xfrm>
              <a:off x="7240897" y="2428565"/>
              <a:ext cx="41727" cy="54306"/>
            </a:xfrm>
            <a:custGeom>
              <a:avLst/>
              <a:gdLst/>
              <a:ahLst/>
              <a:cxnLst/>
              <a:rect l="l" t="t" r="r" b="b"/>
              <a:pathLst>
                <a:path w="1589" h="2068" extrusionOk="0">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75"/>
            <p:cNvSpPr/>
            <p:nvPr/>
          </p:nvSpPr>
          <p:spPr>
            <a:xfrm>
              <a:off x="7307230" y="2477146"/>
              <a:ext cx="17122" cy="22557"/>
            </a:xfrm>
            <a:custGeom>
              <a:avLst/>
              <a:gdLst/>
              <a:ahLst/>
              <a:cxnLst/>
              <a:rect l="l" t="t" r="r" b="b"/>
              <a:pathLst>
                <a:path w="652" h="859" extrusionOk="0">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75"/>
            <p:cNvSpPr/>
            <p:nvPr/>
          </p:nvSpPr>
          <p:spPr>
            <a:xfrm>
              <a:off x="7234857" y="2477120"/>
              <a:ext cx="16623" cy="22479"/>
            </a:xfrm>
            <a:custGeom>
              <a:avLst/>
              <a:gdLst/>
              <a:ahLst/>
              <a:cxnLst/>
              <a:rect l="l" t="t" r="r" b="b"/>
              <a:pathLst>
                <a:path w="633" h="856" extrusionOk="0">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75"/>
            <p:cNvSpPr/>
            <p:nvPr/>
          </p:nvSpPr>
          <p:spPr>
            <a:xfrm>
              <a:off x="7265266" y="2516694"/>
              <a:ext cx="27914" cy="32274"/>
            </a:xfrm>
            <a:custGeom>
              <a:avLst/>
              <a:gdLst/>
              <a:ahLst/>
              <a:cxnLst/>
              <a:rect l="l" t="t" r="r" b="b"/>
              <a:pathLst>
                <a:path w="1063" h="1229" extrusionOk="0">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75"/>
            <p:cNvSpPr/>
            <p:nvPr/>
          </p:nvSpPr>
          <p:spPr>
            <a:xfrm>
              <a:off x="7265266" y="2516956"/>
              <a:ext cx="17122" cy="32247"/>
            </a:xfrm>
            <a:custGeom>
              <a:avLst/>
              <a:gdLst/>
              <a:ahLst/>
              <a:cxnLst/>
              <a:rect l="l" t="t" r="r" b="b"/>
              <a:pathLst>
                <a:path w="652" h="1228" extrusionOk="0">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75"/>
            <p:cNvSpPr/>
            <p:nvPr/>
          </p:nvSpPr>
          <p:spPr>
            <a:xfrm>
              <a:off x="7249195" y="2460287"/>
              <a:ext cx="60319" cy="64810"/>
            </a:xfrm>
            <a:custGeom>
              <a:avLst/>
              <a:gdLst/>
              <a:ahLst/>
              <a:cxnLst/>
              <a:rect l="l" t="t" r="r" b="b"/>
              <a:pathLst>
                <a:path w="2297" h="2468" extrusionOk="0">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75"/>
            <p:cNvSpPr/>
            <p:nvPr/>
          </p:nvSpPr>
          <p:spPr>
            <a:xfrm>
              <a:off x="7249195" y="2460471"/>
              <a:ext cx="43749" cy="64626"/>
            </a:xfrm>
            <a:custGeom>
              <a:avLst/>
              <a:gdLst/>
              <a:ahLst/>
              <a:cxnLst/>
              <a:rect l="l" t="t" r="r" b="b"/>
              <a:pathLst>
                <a:path w="1666" h="2461" extrusionOk="0">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75"/>
            <p:cNvSpPr/>
            <p:nvPr/>
          </p:nvSpPr>
          <p:spPr>
            <a:xfrm>
              <a:off x="7092607" y="2713539"/>
              <a:ext cx="121164" cy="63891"/>
            </a:xfrm>
            <a:custGeom>
              <a:avLst/>
              <a:gdLst/>
              <a:ahLst/>
              <a:cxnLst/>
              <a:rect l="l" t="t" r="r" b="b"/>
              <a:pathLst>
                <a:path w="4614" h="2433" extrusionOk="0">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75"/>
            <p:cNvSpPr/>
            <p:nvPr/>
          </p:nvSpPr>
          <p:spPr>
            <a:xfrm>
              <a:off x="7091110" y="2713539"/>
              <a:ext cx="49027" cy="63891"/>
            </a:xfrm>
            <a:custGeom>
              <a:avLst/>
              <a:gdLst/>
              <a:ahLst/>
              <a:cxnLst/>
              <a:rect l="l" t="t" r="r" b="b"/>
              <a:pathLst>
                <a:path w="1867" h="2433" extrusionOk="0">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75"/>
            <p:cNvSpPr/>
            <p:nvPr/>
          </p:nvSpPr>
          <p:spPr>
            <a:xfrm>
              <a:off x="7113484" y="2612753"/>
              <a:ext cx="76916" cy="54332"/>
            </a:xfrm>
            <a:custGeom>
              <a:avLst/>
              <a:gdLst/>
              <a:ahLst/>
              <a:cxnLst/>
              <a:rect l="l" t="t" r="r" b="b"/>
              <a:pathLst>
                <a:path w="2929" h="2069" extrusionOk="0">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75"/>
            <p:cNvSpPr/>
            <p:nvPr/>
          </p:nvSpPr>
          <p:spPr>
            <a:xfrm>
              <a:off x="7113484" y="2612779"/>
              <a:ext cx="41727" cy="54306"/>
            </a:xfrm>
            <a:custGeom>
              <a:avLst/>
              <a:gdLst/>
              <a:ahLst/>
              <a:cxnLst/>
              <a:rect l="l" t="t" r="r" b="b"/>
              <a:pathLst>
                <a:path w="1589" h="2068" extrusionOk="0">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75"/>
            <p:cNvSpPr/>
            <p:nvPr/>
          </p:nvSpPr>
          <p:spPr>
            <a:xfrm>
              <a:off x="7180079" y="2661281"/>
              <a:ext cx="16859" cy="22636"/>
            </a:xfrm>
            <a:custGeom>
              <a:avLst/>
              <a:gdLst/>
              <a:ahLst/>
              <a:cxnLst/>
              <a:rect l="l" t="t" r="r" b="b"/>
              <a:pathLst>
                <a:path w="642" h="862" extrusionOk="0">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75"/>
            <p:cNvSpPr/>
            <p:nvPr/>
          </p:nvSpPr>
          <p:spPr>
            <a:xfrm>
              <a:off x="7107444" y="2661334"/>
              <a:ext cx="16623" cy="22479"/>
            </a:xfrm>
            <a:custGeom>
              <a:avLst/>
              <a:gdLst/>
              <a:ahLst/>
              <a:cxnLst/>
              <a:rect l="l" t="t" r="r" b="b"/>
              <a:pathLst>
                <a:path w="633" h="856" extrusionOk="0">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75"/>
            <p:cNvSpPr/>
            <p:nvPr/>
          </p:nvSpPr>
          <p:spPr>
            <a:xfrm>
              <a:off x="7137853" y="2700829"/>
              <a:ext cx="28177" cy="32352"/>
            </a:xfrm>
            <a:custGeom>
              <a:avLst/>
              <a:gdLst/>
              <a:ahLst/>
              <a:cxnLst/>
              <a:rect l="l" t="t" r="r" b="b"/>
              <a:pathLst>
                <a:path w="1073" h="1232" extrusionOk="0">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75"/>
            <p:cNvSpPr/>
            <p:nvPr/>
          </p:nvSpPr>
          <p:spPr>
            <a:xfrm>
              <a:off x="7137590" y="2701144"/>
              <a:ext cx="17384" cy="32037"/>
            </a:xfrm>
            <a:custGeom>
              <a:avLst/>
              <a:gdLst/>
              <a:ahLst/>
              <a:cxnLst/>
              <a:rect l="l" t="t" r="r" b="b"/>
              <a:pathLst>
                <a:path w="662" h="1220" extrusionOk="0">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75"/>
            <p:cNvSpPr/>
            <p:nvPr/>
          </p:nvSpPr>
          <p:spPr>
            <a:xfrm>
              <a:off x="7121756" y="2644422"/>
              <a:ext cx="60345" cy="64626"/>
            </a:xfrm>
            <a:custGeom>
              <a:avLst/>
              <a:gdLst/>
              <a:ahLst/>
              <a:cxnLst/>
              <a:rect l="l" t="t" r="r" b="b"/>
              <a:pathLst>
                <a:path w="2298" h="2461" extrusionOk="0">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75"/>
            <p:cNvSpPr/>
            <p:nvPr/>
          </p:nvSpPr>
          <p:spPr>
            <a:xfrm>
              <a:off x="7121756" y="2644580"/>
              <a:ext cx="43775" cy="64731"/>
            </a:xfrm>
            <a:custGeom>
              <a:avLst/>
              <a:gdLst/>
              <a:ahLst/>
              <a:cxnLst/>
              <a:rect l="l" t="t" r="r" b="b"/>
              <a:pathLst>
                <a:path w="1667" h="2465" extrusionOk="0">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18" name="Google Shape;11618;p75"/>
          <p:cNvGrpSpPr/>
          <p:nvPr/>
        </p:nvGrpSpPr>
        <p:grpSpPr>
          <a:xfrm>
            <a:off x="7536427" y="2415225"/>
            <a:ext cx="369715" cy="375492"/>
            <a:chOff x="7536427" y="2415225"/>
            <a:chExt cx="369715" cy="375492"/>
          </a:xfrm>
        </p:grpSpPr>
        <p:sp>
          <p:nvSpPr>
            <p:cNvPr id="11619" name="Google Shape;11619;p75"/>
            <p:cNvSpPr/>
            <p:nvPr/>
          </p:nvSpPr>
          <p:spPr>
            <a:xfrm>
              <a:off x="7648978" y="2602774"/>
              <a:ext cx="150417" cy="121137"/>
            </a:xfrm>
            <a:custGeom>
              <a:avLst/>
              <a:gdLst/>
              <a:ahLst/>
              <a:cxnLst/>
              <a:rect l="l" t="t" r="r" b="b"/>
              <a:pathLst>
                <a:path w="5728" h="4613" extrusionOk="0">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75"/>
            <p:cNvSpPr/>
            <p:nvPr/>
          </p:nvSpPr>
          <p:spPr>
            <a:xfrm>
              <a:off x="7681698" y="2421265"/>
              <a:ext cx="30435" cy="66622"/>
            </a:xfrm>
            <a:custGeom>
              <a:avLst/>
              <a:gdLst/>
              <a:ahLst/>
              <a:cxnLst/>
              <a:rect l="l" t="t" r="r" b="b"/>
              <a:pathLst>
                <a:path w="1159" h="2537" extrusionOk="0">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1" name="Google Shape;11621;p75"/>
            <p:cNvSpPr/>
            <p:nvPr/>
          </p:nvSpPr>
          <p:spPr>
            <a:xfrm>
              <a:off x="7693751" y="2415225"/>
              <a:ext cx="72924" cy="72661"/>
            </a:xfrm>
            <a:custGeom>
              <a:avLst/>
              <a:gdLst/>
              <a:ahLst/>
              <a:cxnLst/>
              <a:rect l="l" t="t" r="r" b="b"/>
              <a:pathLst>
                <a:path w="2777" h="2767" extrusionOk="0">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75"/>
            <p:cNvSpPr/>
            <p:nvPr/>
          </p:nvSpPr>
          <p:spPr>
            <a:xfrm>
              <a:off x="7706067" y="2505953"/>
              <a:ext cx="36239" cy="26917"/>
            </a:xfrm>
            <a:custGeom>
              <a:avLst/>
              <a:gdLst/>
              <a:ahLst/>
              <a:cxnLst/>
              <a:rect l="l" t="t" r="r" b="b"/>
              <a:pathLst>
                <a:path w="1380" h="1025" extrusionOk="0">
                  <a:moveTo>
                    <a:pt x="1" y="1"/>
                  </a:moveTo>
                  <a:lnTo>
                    <a:pt x="1" y="1025"/>
                  </a:lnTo>
                  <a:lnTo>
                    <a:pt x="1379" y="1025"/>
                  </a:lnTo>
                  <a:lnTo>
                    <a:pt x="1379"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75"/>
            <p:cNvSpPr/>
            <p:nvPr/>
          </p:nvSpPr>
          <p:spPr>
            <a:xfrm>
              <a:off x="7706067" y="2505953"/>
              <a:ext cx="36239" cy="14732"/>
            </a:xfrm>
            <a:custGeom>
              <a:avLst/>
              <a:gdLst/>
              <a:ahLst/>
              <a:cxnLst/>
              <a:rect l="l" t="t" r="r" b="b"/>
              <a:pathLst>
                <a:path w="1380" h="561" extrusionOk="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75"/>
            <p:cNvSpPr/>
            <p:nvPr/>
          </p:nvSpPr>
          <p:spPr>
            <a:xfrm>
              <a:off x="7663604" y="2520790"/>
              <a:ext cx="121164" cy="64101"/>
            </a:xfrm>
            <a:custGeom>
              <a:avLst/>
              <a:gdLst/>
              <a:ahLst/>
              <a:cxnLst/>
              <a:rect l="l" t="t" r="r" b="b"/>
              <a:pathLst>
                <a:path w="4614" h="2441" extrusionOk="0">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75"/>
            <p:cNvSpPr/>
            <p:nvPr/>
          </p:nvSpPr>
          <p:spPr>
            <a:xfrm>
              <a:off x="7718146" y="2532844"/>
              <a:ext cx="12080" cy="52047"/>
            </a:xfrm>
            <a:custGeom>
              <a:avLst/>
              <a:gdLst/>
              <a:ahLst/>
              <a:cxnLst/>
              <a:rect l="l" t="t" r="r" b="b"/>
              <a:pathLst>
                <a:path w="460" h="1982" extrusionOk="0">
                  <a:moveTo>
                    <a:pt x="115" y="1"/>
                  </a:moveTo>
                  <a:lnTo>
                    <a:pt x="0" y="1982"/>
                  </a:lnTo>
                  <a:lnTo>
                    <a:pt x="460" y="1982"/>
                  </a:lnTo>
                  <a:lnTo>
                    <a:pt x="34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75"/>
            <p:cNvSpPr/>
            <p:nvPr/>
          </p:nvSpPr>
          <p:spPr>
            <a:xfrm>
              <a:off x="7687737" y="2445398"/>
              <a:ext cx="72898" cy="66622"/>
            </a:xfrm>
            <a:custGeom>
              <a:avLst/>
              <a:gdLst/>
              <a:ahLst/>
              <a:cxnLst/>
              <a:rect l="l" t="t" r="r" b="b"/>
              <a:pathLst>
                <a:path w="2776" h="2537" extrusionOk="0">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75"/>
            <p:cNvSpPr/>
            <p:nvPr/>
          </p:nvSpPr>
          <p:spPr>
            <a:xfrm>
              <a:off x="7687737" y="2445398"/>
              <a:ext cx="72661" cy="65361"/>
            </a:xfrm>
            <a:custGeom>
              <a:avLst/>
              <a:gdLst/>
              <a:ahLst/>
              <a:cxnLst/>
              <a:rect l="l" t="t" r="r" b="b"/>
              <a:pathLst>
                <a:path w="2767" h="2489" extrusionOk="0">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75"/>
            <p:cNvSpPr/>
            <p:nvPr/>
          </p:nvSpPr>
          <p:spPr>
            <a:xfrm>
              <a:off x="7663604" y="2536126"/>
              <a:ext cx="24159" cy="48528"/>
            </a:xfrm>
            <a:custGeom>
              <a:avLst/>
              <a:gdLst/>
              <a:ahLst/>
              <a:cxnLst/>
              <a:rect l="l" t="t" r="r" b="b"/>
              <a:pathLst>
                <a:path w="920" h="1848" extrusionOk="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75"/>
            <p:cNvSpPr/>
            <p:nvPr/>
          </p:nvSpPr>
          <p:spPr>
            <a:xfrm>
              <a:off x="7760609" y="2536126"/>
              <a:ext cx="24159" cy="48528"/>
            </a:xfrm>
            <a:custGeom>
              <a:avLst/>
              <a:gdLst/>
              <a:ahLst/>
              <a:cxnLst/>
              <a:rect l="l" t="t" r="r" b="b"/>
              <a:pathLst>
                <a:path w="920" h="1848" extrusionOk="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75"/>
            <p:cNvSpPr/>
            <p:nvPr/>
          </p:nvSpPr>
          <p:spPr>
            <a:xfrm>
              <a:off x="7717884" y="2532607"/>
              <a:ext cx="12342" cy="12342"/>
            </a:xfrm>
            <a:custGeom>
              <a:avLst/>
              <a:gdLst/>
              <a:ahLst/>
              <a:cxnLst/>
              <a:rect l="l" t="t" r="r" b="b"/>
              <a:pathLst>
                <a:path w="470" h="470" extrusionOk="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75"/>
            <p:cNvSpPr/>
            <p:nvPr/>
          </p:nvSpPr>
          <p:spPr>
            <a:xfrm>
              <a:off x="7699292" y="2515906"/>
              <a:ext cx="24894" cy="25446"/>
            </a:xfrm>
            <a:custGeom>
              <a:avLst/>
              <a:gdLst/>
              <a:ahLst/>
              <a:cxnLst/>
              <a:rect l="l" t="t" r="r" b="b"/>
              <a:pathLst>
                <a:path w="948" h="969" extrusionOk="0">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75"/>
            <p:cNvSpPr/>
            <p:nvPr/>
          </p:nvSpPr>
          <p:spPr>
            <a:xfrm>
              <a:off x="7724160" y="2515906"/>
              <a:ext cx="24921" cy="25446"/>
            </a:xfrm>
            <a:custGeom>
              <a:avLst/>
              <a:gdLst/>
              <a:ahLst/>
              <a:cxnLst/>
              <a:rect l="l" t="t" r="r" b="b"/>
              <a:pathLst>
                <a:path w="949" h="969" extrusionOk="0">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75"/>
            <p:cNvSpPr/>
            <p:nvPr/>
          </p:nvSpPr>
          <p:spPr>
            <a:xfrm>
              <a:off x="7554547" y="2627091"/>
              <a:ext cx="30435" cy="66622"/>
            </a:xfrm>
            <a:custGeom>
              <a:avLst/>
              <a:gdLst/>
              <a:ahLst/>
              <a:cxnLst/>
              <a:rect l="l" t="t" r="r" b="b"/>
              <a:pathLst>
                <a:path w="1159" h="2537" extrusionOk="0">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75"/>
            <p:cNvSpPr/>
            <p:nvPr/>
          </p:nvSpPr>
          <p:spPr>
            <a:xfrm>
              <a:off x="7566600" y="2621051"/>
              <a:ext cx="72898" cy="72661"/>
            </a:xfrm>
            <a:custGeom>
              <a:avLst/>
              <a:gdLst/>
              <a:ahLst/>
              <a:cxnLst/>
              <a:rect l="l" t="t" r="r" b="b"/>
              <a:pathLst>
                <a:path w="2776" h="2767" extrusionOk="0">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75"/>
            <p:cNvSpPr/>
            <p:nvPr/>
          </p:nvSpPr>
          <p:spPr>
            <a:xfrm>
              <a:off x="7578916" y="2711779"/>
              <a:ext cx="36213" cy="26917"/>
            </a:xfrm>
            <a:custGeom>
              <a:avLst/>
              <a:gdLst/>
              <a:ahLst/>
              <a:cxnLst/>
              <a:rect l="l" t="t" r="r" b="b"/>
              <a:pathLst>
                <a:path w="1379" h="1025" extrusionOk="0">
                  <a:moveTo>
                    <a:pt x="0" y="1"/>
                  </a:moveTo>
                  <a:lnTo>
                    <a:pt x="0" y="1025"/>
                  </a:lnTo>
                  <a:lnTo>
                    <a:pt x="1378" y="1025"/>
                  </a:lnTo>
                  <a:lnTo>
                    <a:pt x="137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75"/>
            <p:cNvSpPr/>
            <p:nvPr/>
          </p:nvSpPr>
          <p:spPr>
            <a:xfrm>
              <a:off x="7578916" y="2712042"/>
              <a:ext cx="36213" cy="14653"/>
            </a:xfrm>
            <a:custGeom>
              <a:avLst/>
              <a:gdLst/>
              <a:ahLst/>
              <a:cxnLst/>
              <a:rect l="l" t="t" r="r" b="b"/>
              <a:pathLst>
                <a:path w="1379" h="558" extrusionOk="0">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75"/>
            <p:cNvSpPr/>
            <p:nvPr/>
          </p:nvSpPr>
          <p:spPr>
            <a:xfrm>
              <a:off x="7536427" y="2726616"/>
              <a:ext cx="121164" cy="64101"/>
            </a:xfrm>
            <a:custGeom>
              <a:avLst/>
              <a:gdLst/>
              <a:ahLst/>
              <a:cxnLst/>
              <a:rect l="l" t="t" r="r" b="b"/>
              <a:pathLst>
                <a:path w="4614" h="2441" extrusionOk="0">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75"/>
            <p:cNvSpPr/>
            <p:nvPr/>
          </p:nvSpPr>
          <p:spPr>
            <a:xfrm>
              <a:off x="7590969" y="2738670"/>
              <a:ext cx="12106" cy="52047"/>
            </a:xfrm>
            <a:custGeom>
              <a:avLst/>
              <a:gdLst/>
              <a:ahLst/>
              <a:cxnLst/>
              <a:rect l="l" t="t" r="r" b="b"/>
              <a:pathLst>
                <a:path w="461" h="1982" extrusionOk="0">
                  <a:moveTo>
                    <a:pt x="116" y="1"/>
                  </a:moveTo>
                  <a:lnTo>
                    <a:pt x="1" y="1982"/>
                  </a:lnTo>
                  <a:lnTo>
                    <a:pt x="460" y="1982"/>
                  </a:lnTo>
                  <a:lnTo>
                    <a:pt x="34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75"/>
            <p:cNvSpPr/>
            <p:nvPr/>
          </p:nvSpPr>
          <p:spPr>
            <a:xfrm>
              <a:off x="7560560" y="2651434"/>
              <a:ext cx="72924" cy="66674"/>
            </a:xfrm>
            <a:custGeom>
              <a:avLst/>
              <a:gdLst/>
              <a:ahLst/>
              <a:cxnLst/>
              <a:rect l="l" t="t" r="r" b="b"/>
              <a:pathLst>
                <a:path w="2777" h="2539" extrusionOk="0">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75"/>
            <p:cNvSpPr/>
            <p:nvPr/>
          </p:nvSpPr>
          <p:spPr>
            <a:xfrm>
              <a:off x="7560560" y="2651434"/>
              <a:ext cx="72661" cy="65151"/>
            </a:xfrm>
            <a:custGeom>
              <a:avLst/>
              <a:gdLst/>
              <a:ahLst/>
              <a:cxnLst/>
              <a:rect l="l" t="t" r="r" b="b"/>
              <a:pathLst>
                <a:path w="2767" h="2481" extrusionOk="0">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75"/>
            <p:cNvSpPr/>
            <p:nvPr/>
          </p:nvSpPr>
          <p:spPr>
            <a:xfrm>
              <a:off x="7536427" y="2741952"/>
              <a:ext cx="24159" cy="48528"/>
            </a:xfrm>
            <a:custGeom>
              <a:avLst/>
              <a:gdLst/>
              <a:ahLst/>
              <a:cxnLst/>
              <a:rect l="l" t="t" r="r" b="b"/>
              <a:pathLst>
                <a:path w="920" h="1848" extrusionOk="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75"/>
            <p:cNvSpPr/>
            <p:nvPr/>
          </p:nvSpPr>
          <p:spPr>
            <a:xfrm>
              <a:off x="7633195" y="2741952"/>
              <a:ext cx="24396" cy="48528"/>
            </a:xfrm>
            <a:custGeom>
              <a:avLst/>
              <a:gdLst/>
              <a:ahLst/>
              <a:cxnLst/>
              <a:rect l="l" t="t" r="r" b="b"/>
              <a:pathLst>
                <a:path w="929" h="1848" extrusionOk="0">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75"/>
            <p:cNvSpPr/>
            <p:nvPr/>
          </p:nvSpPr>
          <p:spPr>
            <a:xfrm>
              <a:off x="7590733" y="2738670"/>
              <a:ext cx="12342" cy="12106"/>
            </a:xfrm>
            <a:custGeom>
              <a:avLst/>
              <a:gdLst/>
              <a:ahLst/>
              <a:cxnLst/>
              <a:rect l="l" t="t" r="r" b="b"/>
              <a:pathLst>
                <a:path w="470" h="461" extrusionOk="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75"/>
            <p:cNvSpPr/>
            <p:nvPr/>
          </p:nvSpPr>
          <p:spPr>
            <a:xfrm>
              <a:off x="7572115" y="2721863"/>
              <a:ext cx="24921" cy="25498"/>
            </a:xfrm>
            <a:custGeom>
              <a:avLst/>
              <a:gdLst/>
              <a:ahLst/>
              <a:cxnLst/>
              <a:rect l="l" t="t" r="r" b="b"/>
              <a:pathLst>
                <a:path w="949" h="971" extrusionOk="0">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75"/>
            <p:cNvSpPr/>
            <p:nvPr/>
          </p:nvSpPr>
          <p:spPr>
            <a:xfrm>
              <a:off x="7597009" y="2721863"/>
              <a:ext cx="24894" cy="25498"/>
            </a:xfrm>
            <a:custGeom>
              <a:avLst/>
              <a:gdLst/>
              <a:ahLst/>
              <a:cxnLst/>
              <a:rect l="l" t="t" r="r" b="b"/>
              <a:pathLst>
                <a:path w="948" h="971" extrusionOk="0">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75"/>
            <p:cNvSpPr/>
            <p:nvPr/>
          </p:nvSpPr>
          <p:spPr>
            <a:xfrm>
              <a:off x="7827204" y="2602958"/>
              <a:ext cx="48528" cy="42515"/>
            </a:xfrm>
            <a:custGeom>
              <a:avLst/>
              <a:gdLst/>
              <a:ahLst/>
              <a:cxnLst/>
              <a:rect l="l" t="t" r="r" b="b"/>
              <a:pathLst>
                <a:path w="1848" h="1619" extrusionOk="0">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75"/>
            <p:cNvSpPr/>
            <p:nvPr/>
          </p:nvSpPr>
          <p:spPr>
            <a:xfrm>
              <a:off x="7827204" y="2602958"/>
              <a:ext cx="33219" cy="42515"/>
            </a:xfrm>
            <a:custGeom>
              <a:avLst/>
              <a:gdLst/>
              <a:ahLst/>
              <a:cxnLst/>
              <a:rect l="l" t="t" r="r" b="b"/>
              <a:pathLst>
                <a:path w="1265" h="1619" extrusionOk="0">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75"/>
            <p:cNvSpPr/>
            <p:nvPr/>
          </p:nvSpPr>
          <p:spPr>
            <a:xfrm>
              <a:off x="7796795" y="2706002"/>
              <a:ext cx="109110" cy="84715"/>
            </a:xfrm>
            <a:custGeom>
              <a:avLst/>
              <a:gdLst/>
              <a:ahLst/>
              <a:cxnLst/>
              <a:rect l="l" t="t" r="r" b="b"/>
              <a:pathLst>
                <a:path w="4155" h="3226" extrusionOk="0">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9" name="Google Shape;11649;p75"/>
            <p:cNvSpPr/>
            <p:nvPr/>
          </p:nvSpPr>
          <p:spPr>
            <a:xfrm>
              <a:off x="7832745" y="2706002"/>
              <a:ext cx="37210" cy="24159"/>
            </a:xfrm>
            <a:custGeom>
              <a:avLst/>
              <a:gdLst/>
              <a:ahLst/>
              <a:cxnLst/>
              <a:rect l="l" t="t" r="r" b="b"/>
              <a:pathLst>
                <a:path w="1417" h="920" extrusionOk="0">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0" name="Google Shape;11650;p75"/>
            <p:cNvSpPr/>
            <p:nvPr/>
          </p:nvSpPr>
          <p:spPr>
            <a:xfrm>
              <a:off x="7797058" y="2737672"/>
              <a:ext cx="109084" cy="53045"/>
            </a:xfrm>
            <a:custGeom>
              <a:avLst/>
              <a:gdLst/>
              <a:ahLst/>
              <a:cxnLst/>
              <a:rect l="l" t="t" r="r" b="b"/>
              <a:pathLst>
                <a:path w="4154" h="2020" extrusionOk="0">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75"/>
            <p:cNvSpPr/>
            <p:nvPr/>
          </p:nvSpPr>
          <p:spPr>
            <a:xfrm>
              <a:off x="7809111" y="2621051"/>
              <a:ext cx="84715" cy="84741"/>
            </a:xfrm>
            <a:custGeom>
              <a:avLst/>
              <a:gdLst/>
              <a:ahLst/>
              <a:cxnLst/>
              <a:rect l="l" t="t" r="r" b="b"/>
              <a:pathLst>
                <a:path w="3226" h="3227" extrusionOk="0">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75"/>
            <p:cNvSpPr/>
            <p:nvPr/>
          </p:nvSpPr>
          <p:spPr>
            <a:xfrm>
              <a:off x="7824447" y="2621051"/>
              <a:ext cx="71138" cy="76443"/>
            </a:xfrm>
            <a:custGeom>
              <a:avLst/>
              <a:gdLst/>
              <a:ahLst/>
              <a:cxnLst/>
              <a:rect l="l" t="t" r="r" b="b"/>
              <a:pathLst>
                <a:path w="2709" h="2911" extrusionOk="0">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75"/>
            <p:cNvSpPr/>
            <p:nvPr/>
          </p:nvSpPr>
          <p:spPr>
            <a:xfrm>
              <a:off x="7814888" y="2658393"/>
              <a:ext cx="72661" cy="59715"/>
            </a:xfrm>
            <a:custGeom>
              <a:avLst/>
              <a:gdLst/>
              <a:ahLst/>
              <a:cxnLst/>
              <a:rect l="l" t="t" r="r" b="b"/>
              <a:pathLst>
                <a:path w="2767" h="2274" extrusionOk="0">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75"/>
            <p:cNvSpPr/>
            <p:nvPr/>
          </p:nvSpPr>
          <p:spPr>
            <a:xfrm>
              <a:off x="7815151" y="2658393"/>
              <a:ext cx="72661" cy="59190"/>
            </a:xfrm>
            <a:custGeom>
              <a:avLst/>
              <a:gdLst/>
              <a:ahLst/>
              <a:cxnLst/>
              <a:rect l="l" t="t" r="r" b="b"/>
              <a:pathLst>
                <a:path w="2767" h="2254" extrusionOk="0">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75"/>
            <p:cNvSpPr/>
            <p:nvPr/>
          </p:nvSpPr>
          <p:spPr>
            <a:xfrm>
              <a:off x="7796795" y="2749988"/>
              <a:ext cx="24422" cy="40729"/>
            </a:xfrm>
            <a:custGeom>
              <a:avLst/>
              <a:gdLst/>
              <a:ahLst/>
              <a:cxnLst/>
              <a:rect l="l" t="t" r="r" b="b"/>
              <a:pathLst>
                <a:path w="930" h="1551" extrusionOk="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75"/>
            <p:cNvSpPr/>
            <p:nvPr/>
          </p:nvSpPr>
          <p:spPr>
            <a:xfrm>
              <a:off x="7881746" y="2749988"/>
              <a:ext cx="24159" cy="40729"/>
            </a:xfrm>
            <a:custGeom>
              <a:avLst/>
              <a:gdLst/>
              <a:ahLst/>
              <a:cxnLst/>
              <a:rect l="l" t="t" r="r" b="b"/>
              <a:pathLst>
                <a:path w="920" h="1551" extrusionOk="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7" name="Google Shape;11657;p75"/>
          <p:cNvGrpSpPr/>
          <p:nvPr/>
        </p:nvGrpSpPr>
        <p:grpSpPr>
          <a:xfrm>
            <a:off x="7980773" y="2428802"/>
            <a:ext cx="353381" cy="358160"/>
            <a:chOff x="7980773" y="2428802"/>
            <a:chExt cx="353381" cy="358160"/>
          </a:xfrm>
        </p:grpSpPr>
        <p:sp>
          <p:nvSpPr>
            <p:cNvPr id="11658" name="Google Shape;11658;p75"/>
            <p:cNvSpPr/>
            <p:nvPr/>
          </p:nvSpPr>
          <p:spPr>
            <a:xfrm>
              <a:off x="8218504" y="2711779"/>
              <a:ext cx="115649" cy="75182"/>
            </a:xfrm>
            <a:custGeom>
              <a:avLst/>
              <a:gdLst/>
              <a:ahLst/>
              <a:cxnLst/>
              <a:rect l="l" t="t" r="r" b="b"/>
              <a:pathLst>
                <a:path w="4404" h="2863" extrusionOk="0">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75"/>
            <p:cNvSpPr/>
            <p:nvPr/>
          </p:nvSpPr>
          <p:spPr>
            <a:xfrm>
              <a:off x="8218268" y="2727614"/>
              <a:ext cx="115623" cy="59348"/>
            </a:xfrm>
            <a:custGeom>
              <a:avLst/>
              <a:gdLst/>
              <a:ahLst/>
              <a:cxnLst/>
              <a:rect l="l" t="t" r="r" b="b"/>
              <a:pathLst>
                <a:path w="4403" h="2260" extrusionOk="0">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75"/>
            <p:cNvSpPr/>
            <p:nvPr/>
          </p:nvSpPr>
          <p:spPr>
            <a:xfrm>
              <a:off x="8235600" y="2630872"/>
              <a:ext cx="29175" cy="63602"/>
            </a:xfrm>
            <a:custGeom>
              <a:avLst/>
              <a:gdLst/>
              <a:ahLst/>
              <a:cxnLst/>
              <a:rect l="l" t="t" r="r" b="b"/>
              <a:pathLst>
                <a:path w="1111" h="2422" extrusionOk="0">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75"/>
            <p:cNvSpPr/>
            <p:nvPr/>
          </p:nvSpPr>
          <p:spPr>
            <a:xfrm>
              <a:off x="8247417" y="2625095"/>
              <a:ext cx="69379" cy="69379"/>
            </a:xfrm>
            <a:custGeom>
              <a:avLst/>
              <a:gdLst/>
              <a:ahLst/>
              <a:cxnLst/>
              <a:rect l="l" t="t" r="r" b="b"/>
              <a:pathLst>
                <a:path w="2642" h="2642" extrusionOk="0">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75"/>
            <p:cNvSpPr/>
            <p:nvPr/>
          </p:nvSpPr>
          <p:spPr>
            <a:xfrm>
              <a:off x="8258971" y="2711779"/>
              <a:ext cx="34453" cy="14049"/>
            </a:xfrm>
            <a:custGeom>
              <a:avLst/>
              <a:gdLst/>
              <a:ahLst/>
              <a:cxnLst/>
              <a:rect l="l" t="t" r="r" b="b"/>
              <a:pathLst>
                <a:path w="1312" h="535" extrusionOk="0">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75"/>
            <p:cNvSpPr/>
            <p:nvPr/>
          </p:nvSpPr>
          <p:spPr>
            <a:xfrm>
              <a:off x="8241640" y="2654244"/>
              <a:ext cx="69379" cy="63339"/>
            </a:xfrm>
            <a:custGeom>
              <a:avLst/>
              <a:gdLst/>
              <a:ahLst/>
              <a:cxnLst/>
              <a:rect l="l" t="t" r="r" b="b"/>
              <a:pathLst>
                <a:path w="2642" h="2412" extrusionOk="0">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75"/>
            <p:cNvSpPr/>
            <p:nvPr/>
          </p:nvSpPr>
          <p:spPr>
            <a:xfrm>
              <a:off x="8241640" y="2654191"/>
              <a:ext cx="69143" cy="62157"/>
            </a:xfrm>
            <a:custGeom>
              <a:avLst/>
              <a:gdLst/>
              <a:ahLst/>
              <a:cxnLst/>
              <a:rect l="l" t="t" r="r" b="b"/>
              <a:pathLst>
                <a:path w="2633" h="2367" extrusionOk="0">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75"/>
            <p:cNvSpPr/>
            <p:nvPr/>
          </p:nvSpPr>
          <p:spPr>
            <a:xfrm>
              <a:off x="8218504" y="2740692"/>
              <a:ext cx="23161" cy="46270"/>
            </a:xfrm>
            <a:custGeom>
              <a:avLst/>
              <a:gdLst/>
              <a:ahLst/>
              <a:cxnLst/>
              <a:rect l="l" t="t" r="r" b="b"/>
              <a:pathLst>
                <a:path w="882" h="1762" extrusionOk="0">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75"/>
            <p:cNvSpPr/>
            <p:nvPr/>
          </p:nvSpPr>
          <p:spPr>
            <a:xfrm>
              <a:off x="8310756" y="2740692"/>
              <a:ext cx="23135" cy="46270"/>
            </a:xfrm>
            <a:custGeom>
              <a:avLst/>
              <a:gdLst/>
              <a:ahLst/>
              <a:cxnLst/>
              <a:rect l="l" t="t" r="r" b="b"/>
              <a:pathLst>
                <a:path w="881" h="1762" extrusionOk="0">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75"/>
            <p:cNvSpPr/>
            <p:nvPr/>
          </p:nvSpPr>
          <p:spPr>
            <a:xfrm>
              <a:off x="8009659" y="2607737"/>
              <a:ext cx="46270" cy="40493"/>
            </a:xfrm>
            <a:custGeom>
              <a:avLst/>
              <a:gdLst/>
              <a:ahLst/>
              <a:cxnLst/>
              <a:rect l="l" t="t" r="r" b="b"/>
              <a:pathLst>
                <a:path w="1762" h="1542" extrusionOk="0">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75"/>
            <p:cNvSpPr/>
            <p:nvPr/>
          </p:nvSpPr>
          <p:spPr>
            <a:xfrm>
              <a:off x="8009659" y="2607737"/>
              <a:ext cx="31696" cy="40493"/>
            </a:xfrm>
            <a:custGeom>
              <a:avLst/>
              <a:gdLst/>
              <a:ahLst/>
              <a:cxnLst/>
              <a:rect l="l" t="t" r="r" b="b"/>
              <a:pathLst>
                <a:path w="1207" h="1542" extrusionOk="0">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75"/>
            <p:cNvSpPr/>
            <p:nvPr/>
          </p:nvSpPr>
          <p:spPr>
            <a:xfrm>
              <a:off x="7980773" y="2706002"/>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75"/>
            <p:cNvSpPr/>
            <p:nvPr/>
          </p:nvSpPr>
          <p:spPr>
            <a:xfrm>
              <a:off x="8015200" y="2706002"/>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75"/>
            <p:cNvSpPr/>
            <p:nvPr/>
          </p:nvSpPr>
          <p:spPr>
            <a:xfrm>
              <a:off x="7980773" y="2736411"/>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75"/>
            <p:cNvSpPr/>
            <p:nvPr/>
          </p:nvSpPr>
          <p:spPr>
            <a:xfrm>
              <a:off x="7992327" y="2625095"/>
              <a:ext cx="80960" cy="80933"/>
            </a:xfrm>
            <a:custGeom>
              <a:avLst/>
              <a:gdLst/>
              <a:ahLst/>
              <a:cxnLst/>
              <a:rect l="l" t="t" r="r" b="b"/>
              <a:pathLst>
                <a:path w="3083" h="3082" extrusionOk="0">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75"/>
            <p:cNvSpPr/>
            <p:nvPr/>
          </p:nvSpPr>
          <p:spPr>
            <a:xfrm>
              <a:off x="8007164" y="2625095"/>
              <a:ext cx="67620" cy="72898"/>
            </a:xfrm>
            <a:custGeom>
              <a:avLst/>
              <a:gdLst/>
              <a:ahLst/>
              <a:cxnLst/>
              <a:rect l="l" t="t" r="r" b="b"/>
              <a:pathLst>
                <a:path w="2575" h="2776" extrusionOk="0">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4" name="Google Shape;11674;p75"/>
            <p:cNvSpPr/>
            <p:nvPr/>
          </p:nvSpPr>
          <p:spPr>
            <a:xfrm>
              <a:off x="7998104" y="2660809"/>
              <a:ext cx="69379" cy="56774"/>
            </a:xfrm>
            <a:custGeom>
              <a:avLst/>
              <a:gdLst/>
              <a:ahLst/>
              <a:cxnLst/>
              <a:rect l="l" t="t" r="r" b="b"/>
              <a:pathLst>
                <a:path w="2642" h="2162" extrusionOk="0">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5" name="Google Shape;11675;p75"/>
            <p:cNvSpPr/>
            <p:nvPr/>
          </p:nvSpPr>
          <p:spPr>
            <a:xfrm>
              <a:off x="7998104" y="2660914"/>
              <a:ext cx="69379" cy="56170"/>
            </a:xfrm>
            <a:custGeom>
              <a:avLst/>
              <a:gdLst/>
              <a:ahLst/>
              <a:cxnLst/>
              <a:rect l="l" t="t" r="r" b="b"/>
              <a:pathLst>
                <a:path w="2642" h="2139" extrusionOk="0">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75"/>
            <p:cNvSpPr/>
            <p:nvPr/>
          </p:nvSpPr>
          <p:spPr>
            <a:xfrm>
              <a:off x="7980773" y="2748228"/>
              <a:ext cx="23135" cy="38733"/>
            </a:xfrm>
            <a:custGeom>
              <a:avLst/>
              <a:gdLst/>
              <a:ahLst/>
              <a:cxnLst/>
              <a:rect l="l" t="t" r="r" b="b"/>
              <a:pathLst>
                <a:path w="881" h="1475" extrusionOk="0">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75"/>
            <p:cNvSpPr/>
            <p:nvPr/>
          </p:nvSpPr>
          <p:spPr>
            <a:xfrm>
              <a:off x="8061680" y="2748228"/>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75"/>
            <p:cNvSpPr/>
            <p:nvPr/>
          </p:nvSpPr>
          <p:spPr>
            <a:xfrm>
              <a:off x="8101411" y="2428802"/>
              <a:ext cx="103806" cy="103832"/>
            </a:xfrm>
            <a:custGeom>
              <a:avLst/>
              <a:gdLst/>
              <a:ahLst/>
              <a:cxnLst/>
              <a:rect l="l" t="t" r="r" b="b"/>
              <a:pathLst>
                <a:path w="3953" h="3954" extrusionOk="0">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75"/>
            <p:cNvSpPr/>
            <p:nvPr/>
          </p:nvSpPr>
          <p:spPr>
            <a:xfrm>
              <a:off x="8129536" y="2428802"/>
              <a:ext cx="75944" cy="103832"/>
            </a:xfrm>
            <a:custGeom>
              <a:avLst/>
              <a:gdLst/>
              <a:ahLst/>
              <a:cxnLst/>
              <a:rect l="l" t="t" r="r" b="b"/>
              <a:pathLst>
                <a:path w="2892" h="3954" extrusionOk="0">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75"/>
            <p:cNvSpPr/>
            <p:nvPr/>
          </p:nvSpPr>
          <p:spPr>
            <a:xfrm>
              <a:off x="8100650" y="2507214"/>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1" name="Google Shape;11681;p75"/>
            <p:cNvSpPr/>
            <p:nvPr/>
          </p:nvSpPr>
          <p:spPr>
            <a:xfrm>
              <a:off x="8135076" y="2507214"/>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75"/>
            <p:cNvSpPr/>
            <p:nvPr/>
          </p:nvSpPr>
          <p:spPr>
            <a:xfrm>
              <a:off x="8100650" y="2537623"/>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75"/>
            <p:cNvSpPr/>
            <p:nvPr/>
          </p:nvSpPr>
          <p:spPr>
            <a:xfrm>
              <a:off x="8117981" y="2462047"/>
              <a:ext cx="69405" cy="56748"/>
            </a:xfrm>
            <a:custGeom>
              <a:avLst/>
              <a:gdLst/>
              <a:ahLst/>
              <a:cxnLst/>
              <a:rect l="l" t="t" r="r" b="b"/>
              <a:pathLst>
                <a:path w="2643" h="2161" extrusionOk="0">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75"/>
            <p:cNvSpPr/>
            <p:nvPr/>
          </p:nvSpPr>
          <p:spPr>
            <a:xfrm>
              <a:off x="8117981" y="2462020"/>
              <a:ext cx="69405" cy="56275"/>
            </a:xfrm>
            <a:custGeom>
              <a:avLst/>
              <a:gdLst/>
              <a:ahLst/>
              <a:cxnLst/>
              <a:rect l="l" t="t" r="r" b="b"/>
              <a:pathLst>
                <a:path w="2643" h="2143" extrusionOk="0">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75"/>
            <p:cNvSpPr/>
            <p:nvPr/>
          </p:nvSpPr>
          <p:spPr>
            <a:xfrm>
              <a:off x="8100650" y="2549440"/>
              <a:ext cx="23135" cy="38733"/>
            </a:xfrm>
            <a:custGeom>
              <a:avLst/>
              <a:gdLst/>
              <a:ahLst/>
              <a:cxnLst/>
              <a:rect l="l" t="t" r="r" b="b"/>
              <a:pathLst>
                <a:path w="881" h="1475" extrusionOk="0">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75"/>
            <p:cNvSpPr/>
            <p:nvPr/>
          </p:nvSpPr>
          <p:spPr>
            <a:xfrm>
              <a:off x="8181557" y="2549440"/>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75"/>
            <p:cNvSpPr/>
            <p:nvPr/>
          </p:nvSpPr>
          <p:spPr>
            <a:xfrm>
              <a:off x="8082136" y="2607869"/>
              <a:ext cx="144351" cy="115728"/>
            </a:xfrm>
            <a:custGeom>
              <a:avLst/>
              <a:gdLst/>
              <a:ahLst/>
              <a:cxnLst/>
              <a:rect l="l" t="t" r="r" b="b"/>
              <a:pathLst>
                <a:path w="5497" h="4407" extrusionOk="0">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8" name="Google Shape;11688;p75"/>
          <p:cNvGrpSpPr/>
          <p:nvPr/>
        </p:nvGrpSpPr>
        <p:grpSpPr>
          <a:xfrm>
            <a:off x="4886058" y="4291240"/>
            <a:ext cx="346343" cy="343953"/>
            <a:chOff x="4886058" y="4291240"/>
            <a:chExt cx="346343" cy="343953"/>
          </a:xfrm>
        </p:grpSpPr>
        <p:sp>
          <p:nvSpPr>
            <p:cNvPr id="11689" name="Google Shape;11689;p75"/>
            <p:cNvSpPr/>
            <p:nvPr/>
          </p:nvSpPr>
          <p:spPr>
            <a:xfrm>
              <a:off x="5133611" y="4474508"/>
              <a:ext cx="40493" cy="39994"/>
            </a:xfrm>
            <a:custGeom>
              <a:avLst/>
              <a:gdLst/>
              <a:ahLst/>
              <a:cxnLst/>
              <a:rect l="l" t="t" r="r" b="b"/>
              <a:pathLst>
                <a:path w="1542" h="1523" extrusionOk="0">
                  <a:moveTo>
                    <a:pt x="0" y="1"/>
                  </a:moveTo>
                  <a:lnTo>
                    <a:pt x="977" y="1522"/>
                  </a:lnTo>
                  <a:lnTo>
                    <a:pt x="1541" y="1522"/>
                  </a:lnTo>
                  <a:cubicBezTo>
                    <a:pt x="1532" y="680"/>
                    <a:pt x="843"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75"/>
            <p:cNvSpPr/>
            <p:nvPr/>
          </p:nvSpPr>
          <p:spPr>
            <a:xfrm>
              <a:off x="5093407" y="4474508"/>
              <a:ext cx="66123" cy="39994"/>
            </a:xfrm>
            <a:custGeom>
              <a:avLst/>
              <a:gdLst/>
              <a:ahLst/>
              <a:cxnLst/>
              <a:rect l="l" t="t" r="r" b="b"/>
              <a:pathLst>
                <a:path w="2518" h="1523" extrusionOk="0">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75"/>
            <p:cNvSpPr/>
            <p:nvPr/>
          </p:nvSpPr>
          <p:spPr>
            <a:xfrm>
              <a:off x="5133112"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75"/>
            <p:cNvSpPr/>
            <p:nvPr/>
          </p:nvSpPr>
          <p:spPr>
            <a:xfrm>
              <a:off x="4985084" y="4474508"/>
              <a:ext cx="40493" cy="39994"/>
            </a:xfrm>
            <a:custGeom>
              <a:avLst/>
              <a:gdLst/>
              <a:ahLst/>
              <a:cxnLst/>
              <a:rect l="l" t="t" r="r" b="b"/>
              <a:pathLst>
                <a:path w="1542" h="1523" extrusionOk="0">
                  <a:moveTo>
                    <a:pt x="0" y="1"/>
                  </a:moveTo>
                  <a:lnTo>
                    <a:pt x="976" y="1522"/>
                  </a:lnTo>
                  <a:lnTo>
                    <a:pt x="1541" y="1522"/>
                  </a:lnTo>
                  <a:cubicBezTo>
                    <a:pt x="1532" y="680"/>
                    <a:pt x="842"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75"/>
            <p:cNvSpPr/>
            <p:nvPr/>
          </p:nvSpPr>
          <p:spPr>
            <a:xfrm>
              <a:off x="4944880" y="4474508"/>
              <a:ext cx="66123" cy="39994"/>
            </a:xfrm>
            <a:custGeom>
              <a:avLst/>
              <a:gdLst/>
              <a:ahLst/>
              <a:cxnLst/>
              <a:rect l="l" t="t" r="r" b="b"/>
              <a:pathLst>
                <a:path w="2518" h="1523" extrusionOk="0">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75"/>
            <p:cNvSpPr/>
            <p:nvPr/>
          </p:nvSpPr>
          <p:spPr>
            <a:xfrm>
              <a:off x="4984585"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75"/>
            <p:cNvSpPr/>
            <p:nvPr/>
          </p:nvSpPr>
          <p:spPr>
            <a:xfrm>
              <a:off x="5059479" y="4476530"/>
              <a:ext cx="54043" cy="54043"/>
            </a:xfrm>
            <a:custGeom>
              <a:avLst/>
              <a:gdLst/>
              <a:ahLst/>
              <a:cxnLst/>
              <a:rect l="l" t="t" r="r" b="b"/>
              <a:pathLst>
                <a:path w="2058" h="2058" extrusionOk="0">
                  <a:moveTo>
                    <a:pt x="0" y="0"/>
                  </a:moveTo>
                  <a:lnTo>
                    <a:pt x="1225" y="2058"/>
                  </a:lnTo>
                  <a:lnTo>
                    <a:pt x="2058" y="2058"/>
                  </a:lnTo>
                  <a:cubicBezTo>
                    <a:pt x="2058" y="919"/>
                    <a:pt x="1139" y="0"/>
                    <a:pt x="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75"/>
            <p:cNvSpPr/>
            <p:nvPr/>
          </p:nvSpPr>
          <p:spPr>
            <a:xfrm>
              <a:off x="5005436" y="4476530"/>
              <a:ext cx="86238" cy="54043"/>
            </a:xfrm>
            <a:custGeom>
              <a:avLst/>
              <a:gdLst/>
              <a:ahLst/>
              <a:cxnLst/>
              <a:rect l="l" t="t" r="r" b="b"/>
              <a:pathLst>
                <a:path w="3284" h="2058" extrusionOk="0">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75"/>
            <p:cNvSpPr/>
            <p:nvPr/>
          </p:nvSpPr>
          <p:spPr>
            <a:xfrm>
              <a:off x="5059715" y="4394835"/>
              <a:ext cx="29936" cy="59847"/>
            </a:xfrm>
            <a:custGeom>
              <a:avLst/>
              <a:gdLst/>
              <a:ahLst/>
              <a:cxnLst/>
              <a:rect l="l" t="t" r="r" b="b"/>
              <a:pathLst>
                <a:path w="1140" h="2279" extrusionOk="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75"/>
            <p:cNvSpPr/>
            <p:nvPr/>
          </p:nvSpPr>
          <p:spPr>
            <a:xfrm>
              <a:off x="5029070" y="4394835"/>
              <a:ext cx="45509" cy="59847"/>
            </a:xfrm>
            <a:custGeom>
              <a:avLst/>
              <a:gdLst/>
              <a:ahLst/>
              <a:cxnLst/>
              <a:rect l="l" t="t" r="r" b="b"/>
              <a:pathLst>
                <a:path w="1733" h="2279" extrusionOk="0">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75"/>
            <p:cNvSpPr/>
            <p:nvPr/>
          </p:nvSpPr>
          <p:spPr>
            <a:xfrm>
              <a:off x="4962711"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75"/>
            <p:cNvSpPr/>
            <p:nvPr/>
          </p:nvSpPr>
          <p:spPr>
            <a:xfrm>
              <a:off x="5111237"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75"/>
            <p:cNvSpPr/>
            <p:nvPr/>
          </p:nvSpPr>
          <p:spPr>
            <a:xfrm>
              <a:off x="4886058" y="4291240"/>
              <a:ext cx="346343" cy="343953"/>
            </a:xfrm>
            <a:custGeom>
              <a:avLst/>
              <a:gdLst/>
              <a:ahLst/>
              <a:cxnLst/>
              <a:rect l="l" t="t" r="r" b="b"/>
              <a:pathLst>
                <a:path w="13189" h="13098" extrusionOk="0">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2" name="Google Shape;11702;p75"/>
          <p:cNvGrpSpPr/>
          <p:nvPr/>
        </p:nvGrpSpPr>
        <p:grpSpPr>
          <a:xfrm>
            <a:off x="5344216" y="4291056"/>
            <a:ext cx="304616" cy="343560"/>
            <a:chOff x="5344216" y="4291056"/>
            <a:chExt cx="304616" cy="343560"/>
          </a:xfrm>
        </p:grpSpPr>
        <p:sp>
          <p:nvSpPr>
            <p:cNvPr id="11703" name="Google Shape;11703;p75"/>
            <p:cNvSpPr/>
            <p:nvPr/>
          </p:nvSpPr>
          <p:spPr>
            <a:xfrm>
              <a:off x="5344216" y="4297148"/>
              <a:ext cx="251334" cy="247264"/>
            </a:xfrm>
            <a:custGeom>
              <a:avLst/>
              <a:gdLst/>
              <a:ahLst/>
              <a:cxnLst/>
              <a:rect l="l" t="t" r="r" b="b"/>
              <a:pathLst>
                <a:path w="9571" h="9416" extrusionOk="0">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75"/>
            <p:cNvSpPr/>
            <p:nvPr/>
          </p:nvSpPr>
          <p:spPr>
            <a:xfrm>
              <a:off x="5544501" y="4291056"/>
              <a:ext cx="55330" cy="53807"/>
            </a:xfrm>
            <a:custGeom>
              <a:avLst/>
              <a:gdLst/>
              <a:ahLst/>
              <a:cxnLst/>
              <a:rect l="l" t="t" r="r" b="b"/>
              <a:pathLst>
                <a:path w="2107" h="2049" extrusionOk="0">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75"/>
            <p:cNvSpPr/>
            <p:nvPr/>
          </p:nvSpPr>
          <p:spPr>
            <a:xfrm>
              <a:off x="5349494" y="4566497"/>
              <a:ext cx="102309" cy="68118"/>
            </a:xfrm>
            <a:custGeom>
              <a:avLst/>
              <a:gdLst/>
              <a:ahLst/>
              <a:cxnLst/>
              <a:rect l="l" t="t" r="r" b="b"/>
              <a:pathLst>
                <a:path w="3896" h="2594" extrusionOk="0">
                  <a:moveTo>
                    <a:pt x="316" y="0"/>
                  </a:moveTo>
                  <a:cubicBezTo>
                    <a:pt x="48" y="10"/>
                    <a:pt x="10" y="144"/>
                    <a:pt x="0" y="201"/>
                  </a:cubicBezTo>
                  <a:lnTo>
                    <a:pt x="0" y="2594"/>
                  </a:lnTo>
                  <a:lnTo>
                    <a:pt x="3895" y="2594"/>
                  </a:lnTo>
                  <a:lnTo>
                    <a:pt x="3895"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75"/>
            <p:cNvSpPr/>
            <p:nvPr/>
          </p:nvSpPr>
          <p:spPr>
            <a:xfrm>
              <a:off x="5447996" y="4480784"/>
              <a:ext cx="102309" cy="153831"/>
            </a:xfrm>
            <a:custGeom>
              <a:avLst/>
              <a:gdLst/>
              <a:ahLst/>
              <a:cxnLst/>
              <a:rect l="l" t="t" r="r" b="b"/>
              <a:pathLst>
                <a:path w="3896" h="5858" extrusionOk="0">
                  <a:moveTo>
                    <a:pt x="297" y="1"/>
                  </a:moveTo>
                  <a:cubicBezTo>
                    <a:pt x="58" y="10"/>
                    <a:pt x="10" y="125"/>
                    <a:pt x="1" y="183"/>
                  </a:cubicBezTo>
                  <a:lnTo>
                    <a:pt x="1" y="5858"/>
                  </a:lnTo>
                  <a:lnTo>
                    <a:pt x="3896" y="5858"/>
                  </a:lnTo>
                  <a:lnTo>
                    <a:pt x="38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7" name="Google Shape;11707;p75"/>
            <p:cNvSpPr/>
            <p:nvPr/>
          </p:nvSpPr>
          <p:spPr>
            <a:xfrm>
              <a:off x="5546523" y="4388297"/>
              <a:ext cx="102309" cy="246319"/>
            </a:xfrm>
            <a:custGeom>
              <a:avLst/>
              <a:gdLst/>
              <a:ahLst/>
              <a:cxnLst/>
              <a:rect l="l" t="t" r="r" b="b"/>
              <a:pathLst>
                <a:path w="3896" h="9380" extrusionOk="0">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75"/>
            <p:cNvSpPr/>
            <p:nvPr/>
          </p:nvSpPr>
          <p:spPr>
            <a:xfrm>
              <a:off x="5349731" y="4566497"/>
              <a:ext cx="8587" cy="68118"/>
            </a:xfrm>
            <a:custGeom>
              <a:avLst/>
              <a:gdLst/>
              <a:ahLst/>
              <a:cxnLst/>
              <a:rect l="l" t="t" r="r" b="b"/>
              <a:pathLst>
                <a:path w="327" h="2594" extrusionOk="0">
                  <a:moveTo>
                    <a:pt x="307" y="0"/>
                  </a:moveTo>
                  <a:cubicBezTo>
                    <a:pt x="39" y="10"/>
                    <a:pt x="1" y="144"/>
                    <a:pt x="1" y="201"/>
                  </a:cubicBezTo>
                  <a:lnTo>
                    <a:pt x="1" y="2594"/>
                  </a:lnTo>
                  <a:lnTo>
                    <a:pt x="326" y="2594"/>
                  </a:lnTo>
                  <a:lnTo>
                    <a:pt x="3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75"/>
            <p:cNvSpPr/>
            <p:nvPr/>
          </p:nvSpPr>
          <p:spPr>
            <a:xfrm>
              <a:off x="5447996" y="4480784"/>
              <a:ext cx="8823" cy="153831"/>
            </a:xfrm>
            <a:custGeom>
              <a:avLst/>
              <a:gdLst/>
              <a:ahLst/>
              <a:cxnLst/>
              <a:rect l="l" t="t" r="r" b="b"/>
              <a:pathLst>
                <a:path w="336" h="5858" extrusionOk="0">
                  <a:moveTo>
                    <a:pt x="297" y="1"/>
                  </a:moveTo>
                  <a:cubicBezTo>
                    <a:pt x="58" y="20"/>
                    <a:pt x="10" y="135"/>
                    <a:pt x="1" y="183"/>
                  </a:cubicBezTo>
                  <a:lnTo>
                    <a:pt x="1" y="5858"/>
                  </a:lnTo>
                  <a:lnTo>
                    <a:pt x="336" y="5858"/>
                  </a:lnTo>
                  <a:lnTo>
                    <a:pt x="33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75"/>
            <p:cNvSpPr/>
            <p:nvPr/>
          </p:nvSpPr>
          <p:spPr>
            <a:xfrm>
              <a:off x="5546523" y="4388297"/>
              <a:ext cx="8823" cy="246319"/>
            </a:xfrm>
            <a:custGeom>
              <a:avLst/>
              <a:gdLst/>
              <a:ahLst/>
              <a:cxnLst/>
              <a:rect l="l" t="t" r="r" b="b"/>
              <a:pathLst>
                <a:path w="336" h="9380" extrusionOk="0">
                  <a:moveTo>
                    <a:pt x="335" y="1"/>
                  </a:moveTo>
                  <a:cubicBezTo>
                    <a:pt x="39" y="1"/>
                    <a:pt x="10" y="154"/>
                    <a:pt x="0" y="211"/>
                  </a:cubicBezTo>
                  <a:lnTo>
                    <a:pt x="0" y="9380"/>
                  </a:lnTo>
                  <a:lnTo>
                    <a:pt x="335" y="9380"/>
                  </a:lnTo>
                  <a:lnTo>
                    <a:pt x="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75"/>
            <p:cNvSpPr/>
            <p:nvPr/>
          </p:nvSpPr>
          <p:spPr>
            <a:xfrm>
              <a:off x="5365828" y="4585089"/>
              <a:ext cx="68381" cy="11082"/>
            </a:xfrm>
            <a:custGeom>
              <a:avLst/>
              <a:gdLst/>
              <a:ahLst/>
              <a:cxnLst/>
              <a:rect l="l" t="t" r="r" b="b"/>
              <a:pathLst>
                <a:path w="2604" h="422" extrusionOk="0">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75"/>
            <p:cNvSpPr/>
            <p:nvPr/>
          </p:nvSpPr>
          <p:spPr>
            <a:xfrm>
              <a:off x="5464592" y="4499376"/>
              <a:ext cx="68381" cy="11108"/>
            </a:xfrm>
            <a:custGeom>
              <a:avLst/>
              <a:gdLst/>
              <a:ahLst/>
              <a:cxnLst/>
              <a:rect l="l" t="t" r="r" b="b"/>
              <a:pathLst>
                <a:path w="2604" h="423" extrusionOk="0">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75"/>
            <p:cNvSpPr/>
            <p:nvPr/>
          </p:nvSpPr>
          <p:spPr>
            <a:xfrm>
              <a:off x="5562516" y="4406889"/>
              <a:ext cx="70324" cy="11108"/>
            </a:xfrm>
            <a:custGeom>
              <a:avLst/>
              <a:gdLst/>
              <a:ahLst/>
              <a:cxnLst/>
              <a:rect l="l" t="t" r="r" b="b"/>
              <a:pathLst>
                <a:path w="2678" h="423" extrusionOk="0">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4" name="Google Shape;11714;p75"/>
          <p:cNvGrpSpPr/>
          <p:nvPr/>
        </p:nvGrpSpPr>
        <p:grpSpPr>
          <a:xfrm>
            <a:off x="6279999" y="4264422"/>
            <a:ext cx="204093" cy="343743"/>
            <a:chOff x="6271562" y="4290872"/>
            <a:chExt cx="204093" cy="343743"/>
          </a:xfrm>
        </p:grpSpPr>
        <p:sp>
          <p:nvSpPr>
            <p:cNvPr id="11715" name="Google Shape;11715;p75"/>
            <p:cNvSpPr/>
            <p:nvPr/>
          </p:nvSpPr>
          <p:spPr>
            <a:xfrm>
              <a:off x="6298452" y="4602421"/>
              <a:ext cx="150312" cy="10845"/>
            </a:xfrm>
            <a:custGeom>
              <a:avLst/>
              <a:gdLst/>
              <a:ahLst/>
              <a:cxnLst/>
              <a:rect l="l" t="t" r="r" b="b"/>
              <a:pathLst>
                <a:path w="5724" h="413" extrusionOk="0">
                  <a:moveTo>
                    <a:pt x="1" y="1"/>
                  </a:moveTo>
                  <a:lnTo>
                    <a:pt x="1" y="412"/>
                  </a:lnTo>
                  <a:lnTo>
                    <a:pt x="5724" y="412"/>
                  </a:lnTo>
                  <a:lnTo>
                    <a:pt x="572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75"/>
            <p:cNvSpPr/>
            <p:nvPr/>
          </p:nvSpPr>
          <p:spPr>
            <a:xfrm>
              <a:off x="6368330" y="4290872"/>
              <a:ext cx="10583" cy="343743"/>
            </a:xfrm>
            <a:custGeom>
              <a:avLst/>
              <a:gdLst/>
              <a:ahLst/>
              <a:cxnLst/>
              <a:rect l="l" t="t" r="r" b="b"/>
              <a:pathLst>
                <a:path w="403" h="13090" extrusionOk="0">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75"/>
            <p:cNvSpPr/>
            <p:nvPr/>
          </p:nvSpPr>
          <p:spPr>
            <a:xfrm>
              <a:off x="6287160" y="4511351"/>
              <a:ext cx="33403" cy="123264"/>
            </a:xfrm>
            <a:custGeom>
              <a:avLst/>
              <a:gdLst/>
              <a:ahLst/>
              <a:cxnLst/>
              <a:rect l="l" t="t" r="r" b="b"/>
              <a:pathLst>
                <a:path w="1272" h="4694" extrusionOk="0">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75"/>
            <p:cNvSpPr/>
            <p:nvPr/>
          </p:nvSpPr>
          <p:spPr>
            <a:xfrm>
              <a:off x="6426522" y="4511088"/>
              <a:ext cx="33298" cy="123527"/>
            </a:xfrm>
            <a:custGeom>
              <a:avLst/>
              <a:gdLst/>
              <a:ahLst/>
              <a:cxnLst/>
              <a:rect l="l" t="t" r="r" b="b"/>
              <a:pathLst>
                <a:path w="1268" h="4704" extrusionOk="0">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75"/>
            <p:cNvSpPr/>
            <p:nvPr/>
          </p:nvSpPr>
          <p:spPr>
            <a:xfrm>
              <a:off x="6368330" y="4511193"/>
              <a:ext cx="10583" cy="21402"/>
            </a:xfrm>
            <a:custGeom>
              <a:avLst/>
              <a:gdLst/>
              <a:ahLst/>
              <a:cxnLst/>
              <a:rect l="l" t="t" r="r" b="b"/>
              <a:pathLst>
                <a:path w="403" h="815" extrusionOk="0">
                  <a:moveTo>
                    <a:pt x="0" y="1"/>
                  </a:moveTo>
                  <a:lnTo>
                    <a:pt x="0" y="814"/>
                  </a:lnTo>
                  <a:lnTo>
                    <a:pt x="402" y="814"/>
                  </a:lnTo>
                  <a:lnTo>
                    <a:pt x="40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75"/>
            <p:cNvSpPr/>
            <p:nvPr/>
          </p:nvSpPr>
          <p:spPr>
            <a:xfrm>
              <a:off x="6306251" y="4511115"/>
              <a:ext cx="14338" cy="21481"/>
            </a:xfrm>
            <a:custGeom>
              <a:avLst/>
              <a:gdLst/>
              <a:ahLst/>
              <a:cxnLst/>
              <a:rect l="l" t="t" r="r" b="b"/>
              <a:pathLst>
                <a:path w="546" h="818" extrusionOk="0">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75"/>
            <p:cNvSpPr/>
            <p:nvPr/>
          </p:nvSpPr>
          <p:spPr>
            <a:xfrm>
              <a:off x="6426653" y="4511088"/>
              <a:ext cx="14574" cy="21507"/>
            </a:xfrm>
            <a:custGeom>
              <a:avLst/>
              <a:gdLst/>
              <a:ahLst/>
              <a:cxnLst/>
              <a:rect l="l" t="t" r="r" b="b"/>
              <a:pathLst>
                <a:path w="555" h="819" extrusionOk="0">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75"/>
            <p:cNvSpPr/>
            <p:nvPr/>
          </p:nvSpPr>
          <p:spPr>
            <a:xfrm>
              <a:off x="6282118" y="4328502"/>
              <a:ext cx="182743" cy="193536"/>
            </a:xfrm>
            <a:custGeom>
              <a:avLst/>
              <a:gdLst/>
              <a:ahLst/>
              <a:cxnLst/>
              <a:rect l="l" t="t" r="r" b="b"/>
              <a:pathLst>
                <a:path w="6959" h="7370" extrusionOk="0">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75"/>
            <p:cNvSpPr/>
            <p:nvPr/>
          </p:nvSpPr>
          <p:spPr>
            <a:xfrm>
              <a:off x="6282381" y="4328503"/>
              <a:ext cx="182481" cy="16097"/>
            </a:xfrm>
            <a:custGeom>
              <a:avLst/>
              <a:gdLst/>
              <a:ahLst/>
              <a:cxnLst/>
              <a:rect l="l" t="t" r="r" b="b"/>
              <a:pathLst>
                <a:path w="6949" h="613" extrusionOk="0">
                  <a:moveTo>
                    <a:pt x="0" y="0"/>
                  </a:moveTo>
                  <a:lnTo>
                    <a:pt x="0" y="613"/>
                  </a:lnTo>
                  <a:lnTo>
                    <a:pt x="6948" y="613"/>
                  </a:lnTo>
                  <a:lnTo>
                    <a:pt x="6948"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75"/>
            <p:cNvSpPr/>
            <p:nvPr/>
          </p:nvSpPr>
          <p:spPr>
            <a:xfrm>
              <a:off x="6271562" y="4312405"/>
              <a:ext cx="204093" cy="21638"/>
            </a:xfrm>
            <a:custGeom>
              <a:avLst/>
              <a:gdLst/>
              <a:ahLst/>
              <a:cxnLst/>
              <a:rect l="l" t="t" r="r" b="b"/>
              <a:pathLst>
                <a:path w="7772" h="824" extrusionOk="0">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75"/>
            <p:cNvSpPr/>
            <p:nvPr/>
          </p:nvSpPr>
          <p:spPr>
            <a:xfrm>
              <a:off x="6299713" y="4375482"/>
              <a:ext cx="145034" cy="104620"/>
            </a:xfrm>
            <a:custGeom>
              <a:avLst/>
              <a:gdLst/>
              <a:ahLst/>
              <a:cxnLst/>
              <a:rect l="l" t="t" r="r" b="b"/>
              <a:pathLst>
                <a:path w="5523" h="3984" extrusionOk="0">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75"/>
            <p:cNvSpPr/>
            <p:nvPr/>
          </p:nvSpPr>
          <p:spPr>
            <a:xfrm>
              <a:off x="6271562" y="4323224"/>
              <a:ext cx="204093" cy="10819"/>
            </a:xfrm>
            <a:custGeom>
              <a:avLst/>
              <a:gdLst/>
              <a:ahLst/>
              <a:cxnLst/>
              <a:rect l="l" t="t" r="r" b="b"/>
              <a:pathLst>
                <a:path w="7772" h="412" extrusionOk="0">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7" name="Google Shape;11727;p75"/>
          <p:cNvGrpSpPr/>
          <p:nvPr/>
        </p:nvGrpSpPr>
        <p:grpSpPr>
          <a:xfrm>
            <a:off x="6639491" y="4329238"/>
            <a:ext cx="344085" cy="267195"/>
            <a:chOff x="6639491" y="4329238"/>
            <a:chExt cx="344085" cy="267195"/>
          </a:xfrm>
        </p:grpSpPr>
        <p:sp>
          <p:nvSpPr>
            <p:cNvPr id="11728" name="Google Shape;11728;p75"/>
            <p:cNvSpPr/>
            <p:nvPr/>
          </p:nvSpPr>
          <p:spPr>
            <a:xfrm>
              <a:off x="6697788" y="4352609"/>
              <a:ext cx="275467" cy="177465"/>
            </a:xfrm>
            <a:custGeom>
              <a:avLst/>
              <a:gdLst/>
              <a:ahLst/>
              <a:cxnLst/>
              <a:rect l="l" t="t" r="r" b="b"/>
              <a:pathLst>
                <a:path w="10490" h="6758" extrusionOk="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75"/>
            <p:cNvSpPr/>
            <p:nvPr/>
          </p:nvSpPr>
          <p:spPr>
            <a:xfrm>
              <a:off x="6735734" y="4530311"/>
              <a:ext cx="46533" cy="22137"/>
            </a:xfrm>
            <a:custGeom>
              <a:avLst/>
              <a:gdLst/>
              <a:ahLst/>
              <a:cxnLst/>
              <a:rect l="l" t="t" r="r" b="b"/>
              <a:pathLst>
                <a:path w="1772" h="843" extrusionOk="0">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75"/>
            <p:cNvSpPr/>
            <p:nvPr/>
          </p:nvSpPr>
          <p:spPr>
            <a:xfrm>
              <a:off x="6746290" y="4472250"/>
              <a:ext cx="35976" cy="58087"/>
            </a:xfrm>
            <a:custGeom>
              <a:avLst/>
              <a:gdLst/>
              <a:ahLst/>
              <a:cxnLst/>
              <a:rect l="l" t="t" r="r" b="b"/>
              <a:pathLst>
                <a:path w="1370" h="2212" extrusionOk="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75"/>
            <p:cNvSpPr/>
            <p:nvPr/>
          </p:nvSpPr>
          <p:spPr>
            <a:xfrm>
              <a:off x="6701307" y="4462455"/>
              <a:ext cx="39994" cy="23897"/>
            </a:xfrm>
            <a:custGeom>
              <a:avLst/>
              <a:gdLst/>
              <a:ahLst/>
              <a:cxnLst/>
              <a:rect l="l" t="t" r="r" b="b"/>
              <a:pathLst>
                <a:path w="1523" h="910" extrusionOk="0">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75"/>
            <p:cNvSpPr/>
            <p:nvPr/>
          </p:nvSpPr>
          <p:spPr>
            <a:xfrm>
              <a:off x="6697788" y="4352609"/>
              <a:ext cx="9086" cy="109609"/>
            </a:xfrm>
            <a:custGeom>
              <a:avLst/>
              <a:gdLst/>
              <a:ahLst/>
              <a:cxnLst/>
              <a:rect l="l" t="t" r="r" b="b"/>
              <a:pathLst>
                <a:path w="346" h="4174" extrusionOk="0">
                  <a:moveTo>
                    <a:pt x="1" y="1"/>
                  </a:moveTo>
                  <a:lnTo>
                    <a:pt x="1" y="4174"/>
                  </a:lnTo>
                  <a:lnTo>
                    <a:pt x="345" y="4174"/>
                  </a:lnTo>
                  <a:lnTo>
                    <a:pt x="34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75"/>
            <p:cNvSpPr/>
            <p:nvPr/>
          </p:nvSpPr>
          <p:spPr>
            <a:xfrm>
              <a:off x="6697788" y="4351874"/>
              <a:ext cx="275467" cy="9060"/>
            </a:xfrm>
            <a:custGeom>
              <a:avLst/>
              <a:gdLst/>
              <a:ahLst/>
              <a:cxnLst/>
              <a:rect l="l" t="t" r="r" b="b"/>
              <a:pathLst>
                <a:path w="10490" h="345" extrusionOk="0">
                  <a:moveTo>
                    <a:pt x="1" y="0"/>
                  </a:moveTo>
                  <a:lnTo>
                    <a:pt x="1" y="345"/>
                  </a:lnTo>
                  <a:lnTo>
                    <a:pt x="10490" y="345"/>
                  </a:lnTo>
                  <a:lnTo>
                    <a:pt x="1049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75"/>
            <p:cNvSpPr/>
            <p:nvPr/>
          </p:nvSpPr>
          <p:spPr>
            <a:xfrm>
              <a:off x="6726201" y="4529050"/>
              <a:ext cx="257374" cy="24658"/>
            </a:xfrm>
            <a:custGeom>
              <a:avLst/>
              <a:gdLst/>
              <a:ahLst/>
              <a:cxnLst/>
              <a:rect l="l" t="t" r="r" b="b"/>
              <a:pathLst>
                <a:path w="9801" h="939" extrusionOk="0">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75"/>
            <p:cNvSpPr/>
            <p:nvPr/>
          </p:nvSpPr>
          <p:spPr>
            <a:xfrm>
              <a:off x="6687757" y="4329238"/>
              <a:ext cx="295819" cy="24422"/>
            </a:xfrm>
            <a:custGeom>
              <a:avLst/>
              <a:gdLst/>
              <a:ahLst/>
              <a:cxnLst/>
              <a:rect l="l" t="t" r="r" b="b"/>
              <a:pathLst>
                <a:path w="11265" h="930" extrusionOk="0">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75"/>
            <p:cNvSpPr/>
            <p:nvPr/>
          </p:nvSpPr>
          <p:spPr>
            <a:xfrm>
              <a:off x="6799073" y="4445097"/>
              <a:ext cx="23398" cy="54306"/>
            </a:xfrm>
            <a:custGeom>
              <a:avLst/>
              <a:gdLst/>
              <a:ahLst/>
              <a:cxnLst/>
              <a:rect l="l" t="t" r="r" b="b"/>
              <a:pathLst>
                <a:path w="891" h="2068" extrusionOk="0">
                  <a:moveTo>
                    <a:pt x="1" y="1"/>
                  </a:moveTo>
                  <a:lnTo>
                    <a:pt x="1" y="2068"/>
                  </a:lnTo>
                  <a:lnTo>
                    <a:pt x="891" y="2068"/>
                  </a:lnTo>
                  <a:lnTo>
                    <a:pt x="89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75"/>
            <p:cNvSpPr/>
            <p:nvPr/>
          </p:nvSpPr>
          <p:spPr>
            <a:xfrm>
              <a:off x="6838778" y="4421988"/>
              <a:ext cx="23398" cy="77414"/>
            </a:xfrm>
            <a:custGeom>
              <a:avLst/>
              <a:gdLst/>
              <a:ahLst/>
              <a:cxnLst/>
              <a:rect l="l" t="t" r="r" b="b"/>
              <a:pathLst>
                <a:path w="891" h="2948" extrusionOk="0">
                  <a:moveTo>
                    <a:pt x="1" y="0"/>
                  </a:moveTo>
                  <a:lnTo>
                    <a:pt x="1" y="2948"/>
                  </a:lnTo>
                  <a:lnTo>
                    <a:pt x="891" y="2948"/>
                  </a:lnTo>
                  <a:lnTo>
                    <a:pt x="8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75"/>
            <p:cNvSpPr/>
            <p:nvPr/>
          </p:nvSpPr>
          <p:spPr>
            <a:xfrm>
              <a:off x="6877485" y="4435801"/>
              <a:ext cx="23161" cy="63365"/>
            </a:xfrm>
            <a:custGeom>
              <a:avLst/>
              <a:gdLst/>
              <a:ahLst/>
              <a:cxnLst/>
              <a:rect l="l" t="t" r="r" b="b"/>
              <a:pathLst>
                <a:path w="882" h="2413" extrusionOk="0">
                  <a:moveTo>
                    <a:pt x="1" y="1"/>
                  </a:moveTo>
                  <a:lnTo>
                    <a:pt x="1" y="2412"/>
                  </a:lnTo>
                  <a:lnTo>
                    <a:pt x="881" y="2412"/>
                  </a:lnTo>
                  <a:lnTo>
                    <a:pt x="88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75"/>
            <p:cNvSpPr/>
            <p:nvPr/>
          </p:nvSpPr>
          <p:spPr>
            <a:xfrm>
              <a:off x="6918214" y="4390319"/>
              <a:ext cx="23398" cy="108848"/>
            </a:xfrm>
            <a:custGeom>
              <a:avLst/>
              <a:gdLst/>
              <a:ahLst/>
              <a:cxnLst/>
              <a:rect l="l" t="t" r="r" b="b"/>
              <a:pathLst>
                <a:path w="891" h="4145" extrusionOk="0">
                  <a:moveTo>
                    <a:pt x="0" y="0"/>
                  </a:moveTo>
                  <a:lnTo>
                    <a:pt x="0" y="4144"/>
                  </a:lnTo>
                  <a:lnTo>
                    <a:pt x="890" y="4144"/>
                  </a:lnTo>
                  <a:lnTo>
                    <a:pt x="890" y="0"/>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75"/>
            <p:cNvSpPr/>
            <p:nvPr/>
          </p:nvSpPr>
          <p:spPr>
            <a:xfrm>
              <a:off x="6720923" y="4382283"/>
              <a:ext cx="44248" cy="11082"/>
            </a:xfrm>
            <a:custGeom>
              <a:avLst/>
              <a:gdLst/>
              <a:ahLst/>
              <a:cxnLst/>
              <a:rect l="l" t="t" r="r" b="b"/>
              <a:pathLst>
                <a:path w="1685" h="422" extrusionOk="0">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75"/>
            <p:cNvSpPr/>
            <p:nvPr/>
          </p:nvSpPr>
          <p:spPr>
            <a:xfrm>
              <a:off x="6720923" y="4400875"/>
              <a:ext cx="60345" cy="11082"/>
            </a:xfrm>
            <a:custGeom>
              <a:avLst/>
              <a:gdLst/>
              <a:ahLst/>
              <a:cxnLst/>
              <a:rect l="l" t="t" r="r" b="b"/>
              <a:pathLst>
                <a:path w="2298" h="422" extrusionOk="0">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75"/>
            <p:cNvSpPr/>
            <p:nvPr/>
          </p:nvSpPr>
          <p:spPr>
            <a:xfrm>
              <a:off x="6720923" y="4419231"/>
              <a:ext cx="60345" cy="11082"/>
            </a:xfrm>
            <a:custGeom>
              <a:avLst/>
              <a:gdLst/>
              <a:ahLst/>
              <a:cxnLst/>
              <a:rect l="l" t="t" r="r" b="b"/>
              <a:pathLst>
                <a:path w="2298" h="422" extrusionOk="0">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75"/>
            <p:cNvSpPr/>
            <p:nvPr/>
          </p:nvSpPr>
          <p:spPr>
            <a:xfrm>
              <a:off x="6720923" y="4437560"/>
              <a:ext cx="60345" cy="11082"/>
            </a:xfrm>
            <a:custGeom>
              <a:avLst/>
              <a:gdLst/>
              <a:ahLst/>
              <a:cxnLst/>
              <a:rect l="l" t="t" r="r" b="b"/>
              <a:pathLst>
                <a:path w="2298" h="422" extrusionOk="0">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75"/>
            <p:cNvSpPr/>
            <p:nvPr/>
          </p:nvSpPr>
          <p:spPr>
            <a:xfrm>
              <a:off x="6639491" y="4461956"/>
              <a:ext cx="134740" cy="134477"/>
            </a:xfrm>
            <a:custGeom>
              <a:avLst/>
              <a:gdLst/>
              <a:ahLst/>
              <a:cxnLst/>
              <a:rect l="l" t="t" r="r" b="b"/>
              <a:pathLst>
                <a:path w="5131" h="5121" extrusionOk="0">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75"/>
            <p:cNvSpPr/>
            <p:nvPr/>
          </p:nvSpPr>
          <p:spPr>
            <a:xfrm>
              <a:off x="6673918" y="4502396"/>
              <a:ext cx="29936" cy="53807"/>
            </a:xfrm>
            <a:custGeom>
              <a:avLst/>
              <a:gdLst/>
              <a:ahLst/>
              <a:cxnLst/>
              <a:rect l="l" t="t" r="r" b="b"/>
              <a:pathLst>
                <a:path w="1140" h="2049" extrusionOk="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6" name="Google Shape;11746;p75"/>
          <p:cNvGrpSpPr/>
          <p:nvPr/>
        </p:nvGrpSpPr>
        <p:grpSpPr>
          <a:xfrm>
            <a:off x="7133336" y="4291056"/>
            <a:ext cx="232979" cy="343560"/>
            <a:chOff x="7133336" y="4291056"/>
            <a:chExt cx="232979" cy="343560"/>
          </a:xfrm>
        </p:grpSpPr>
        <p:sp>
          <p:nvSpPr>
            <p:cNvPr id="11747" name="Google Shape;11747;p75"/>
            <p:cNvSpPr/>
            <p:nvPr/>
          </p:nvSpPr>
          <p:spPr>
            <a:xfrm>
              <a:off x="7224800" y="4396358"/>
              <a:ext cx="49789" cy="50025"/>
            </a:xfrm>
            <a:custGeom>
              <a:avLst/>
              <a:gdLst/>
              <a:ahLst/>
              <a:cxnLst/>
              <a:rect l="l" t="t" r="r" b="b"/>
              <a:pathLst>
                <a:path w="1896" h="1905" extrusionOk="0">
                  <a:moveTo>
                    <a:pt x="1" y="0"/>
                  </a:moveTo>
                  <a:lnTo>
                    <a:pt x="1" y="1905"/>
                  </a:lnTo>
                  <a:lnTo>
                    <a:pt x="1896" y="1905"/>
                  </a:lnTo>
                  <a:lnTo>
                    <a:pt x="18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75"/>
            <p:cNvSpPr/>
            <p:nvPr/>
          </p:nvSpPr>
          <p:spPr>
            <a:xfrm>
              <a:off x="7224800" y="4396358"/>
              <a:ext cx="50052" cy="27652"/>
            </a:xfrm>
            <a:custGeom>
              <a:avLst/>
              <a:gdLst/>
              <a:ahLst/>
              <a:cxnLst/>
              <a:rect l="l" t="t" r="r" b="b"/>
              <a:pathLst>
                <a:path w="1906" h="1053" extrusionOk="0">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75"/>
            <p:cNvSpPr/>
            <p:nvPr/>
          </p:nvSpPr>
          <p:spPr>
            <a:xfrm>
              <a:off x="7199932" y="4291056"/>
              <a:ext cx="99788" cy="77414"/>
            </a:xfrm>
            <a:custGeom>
              <a:avLst/>
              <a:gdLst/>
              <a:ahLst/>
              <a:cxnLst/>
              <a:rect l="l" t="t" r="r" b="b"/>
              <a:pathLst>
                <a:path w="3800"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75"/>
            <p:cNvSpPr/>
            <p:nvPr/>
          </p:nvSpPr>
          <p:spPr>
            <a:xfrm>
              <a:off x="7199932" y="4291056"/>
              <a:ext cx="41990" cy="77414"/>
            </a:xfrm>
            <a:custGeom>
              <a:avLst/>
              <a:gdLst/>
              <a:ahLst/>
              <a:cxnLst/>
              <a:rect l="l" t="t" r="r" b="b"/>
              <a:pathLst>
                <a:path w="1599"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75"/>
            <p:cNvSpPr/>
            <p:nvPr/>
          </p:nvSpPr>
          <p:spPr>
            <a:xfrm>
              <a:off x="7172043" y="4429525"/>
              <a:ext cx="155065" cy="72162"/>
            </a:xfrm>
            <a:custGeom>
              <a:avLst/>
              <a:gdLst/>
              <a:ahLst/>
              <a:cxnLst/>
              <a:rect l="l" t="t" r="r" b="b"/>
              <a:pathLst>
                <a:path w="5905" h="2748" extrusionOk="0">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75"/>
            <p:cNvSpPr/>
            <p:nvPr/>
          </p:nvSpPr>
          <p:spPr>
            <a:xfrm>
              <a:off x="7241396" y="4451636"/>
              <a:ext cx="16623" cy="50052"/>
            </a:xfrm>
            <a:custGeom>
              <a:avLst/>
              <a:gdLst/>
              <a:ahLst/>
              <a:cxnLst/>
              <a:rect l="l" t="t" r="r" b="b"/>
              <a:pathLst>
                <a:path w="633" h="1906" extrusionOk="0">
                  <a:moveTo>
                    <a:pt x="163" y="1"/>
                  </a:moveTo>
                  <a:lnTo>
                    <a:pt x="0" y="1905"/>
                  </a:lnTo>
                  <a:lnTo>
                    <a:pt x="632" y="1905"/>
                  </a:lnTo>
                  <a:lnTo>
                    <a:pt x="47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75"/>
            <p:cNvSpPr/>
            <p:nvPr/>
          </p:nvSpPr>
          <p:spPr>
            <a:xfrm>
              <a:off x="7172043" y="4450139"/>
              <a:ext cx="27914" cy="51548"/>
            </a:xfrm>
            <a:custGeom>
              <a:avLst/>
              <a:gdLst/>
              <a:ahLst/>
              <a:cxnLst/>
              <a:rect l="l" t="t" r="r" b="b"/>
              <a:pathLst>
                <a:path w="1063" h="1963" extrusionOk="0">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75"/>
            <p:cNvSpPr/>
            <p:nvPr/>
          </p:nvSpPr>
          <p:spPr>
            <a:xfrm>
              <a:off x="7299693" y="4450139"/>
              <a:ext cx="27678" cy="51548"/>
            </a:xfrm>
            <a:custGeom>
              <a:avLst/>
              <a:gdLst/>
              <a:ahLst/>
              <a:cxnLst/>
              <a:rect l="l" t="t" r="r" b="b"/>
              <a:pathLst>
                <a:path w="1054" h="1963" extrusionOk="0">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75"/>
            <p:cNvSpPr/>
            <p:nvPr/>
          </p:nvSpPr>
          <p:spPr>
            <a:xfrm>
              <a:off x="7241396" y="4446620"/>
              <a:ext cx="16623" cy="13340"/>
            </a:xfrm>
            <a:custGeom>
              <a:avLst/>
              <a:gdLst/>
              <a:ahLst/>
              <a:cxnLst/>
              <a:rect l="l" t="t" r="r" b="b"/>
              <a:pathLst>
                <a:path w="633" h="508" extrusionOk="0">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75"/>
            <p:cNvSpPr/>
            <p:nvPr/>
          </p:nvSpPr>
          <p:spPr>
            <a:xfrm>
              <a:off x="7215267" y="4424115"/>
              <a:ext cx="34453" cy="31013"/>
            </a:xfrm>
            <a:custGeom>
              <a:avLst/>
              <a:gdLst/>
              <a:ahLst/>
              <a:cxnLst/>
              <a:rect l="l" t="t" r="r" b="b"/>
              <a:pathLst>
                <a:path w="1312" h="1181" extrusionOk="0">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75"/>
            <p:cNvSpPr/>
            <p:nvPr/>
          </p:nvSpPr>
          <p:spPr>
            <a:xfrm>
              <a:off x="7249694" y="4424246"/>
              <a:ext cx="34453" cy="30882"/>
            </a:xfrm>
            <a:custGeom>
              <a:avLst/>
              <a:gdLst/>
              <a:ahLst/>
              <a:cxnLst/>
              <a:rect l="l" t="t" r="r" b="b"/>
              <a:pathLst>
                <a:path w="1312" h="1176" extrusionOk="0">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75"/>
            <p:cNvSpPr/>
            <p:nvPr/>
          </p:nvSpPr>
          <p:spPr>
            <a:xfrm>
              <a:off x="7205210" y="4329658"/>
              <a:ext cx="88733" cy="83349"/>
            </a:xfrm>
            <a:custGeom>
              <a:avLst/>
              <a:gdLst/>
              <a:ahLst/>
              <a:cxnLst/>
              <a:rect l="l" t="t" r="r" b="b"/>
              <a:pathLst>
                <a:path w="3379" h="3174" extrusionOk="0">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75"/>
            <p:cNvSpPr/>
            <p:nvPr/>
          </p:nvSpPr>
          <p:spPr>
            <a:xfrm>
              <a:off x="7205210" y="4329789"/>
              <a:ext cx="77940" cy="82430"/>
            </a:xfrm>
            <a:custGeom>
              <a:avLst/>
              <a:gdLst/>
              <a:ahLst/>
              <a:cxnLst/>
              <a:rect l="l" t="t" r="r" b="b"/>
              <a:pathLst>
                <a:path w="2968" h="3139" extrusionOk="0">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75"/>
            <p:cNvSpPr/>
            <p:nvPr/>
          </p:nvSpPr>
          <p:spPr>
            <a:xfrm>
              <a:off x="723863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75"/>
            <p:cNvSpPr/>
            <p:nvPr/>
          </p:nvSpPr>
          <p:spPr>
            <a:xfrm>
              <a:off x="7133336"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75"/>
            <p:cNvSpPr/>
            <p:nvPr/>
          </p:nvSpPr>
          <p:spPr>
            <a:xfrm>
              <a:off x="7343941" y="4612478"/>
              <a:ext cx="22374" cy="22137"/>
            </a:xfrm>
            <a:custGeom>
              <a:avLst/>
              <a:gdLst/>
              <a:ahLst/>
              <a:cxnLst/>
              <a:rect l="l" t="t" r="r" b="b"/>
              <a:pathLst>
                <a:path w="852" h="843" extrusionOk="0">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75"/>
            <p:cNvSpPr/>
            <p:nvPr/>
          </p:nvSpPr>
          <p:spPr>
            <a:xfrm>
              <a:off x="7156891" y="4529181"/>
              <a:ext cx="186105" cy="72399"/>
            </a:xfrm>
            <a:custGeom>
              <a:avLst/>
              <a:gdLst/>
              <a:ahLst/>
              <a:cxnLst/>
              <a:rect l="l" t="t" r="r" b="b"/>
              <a:pathLst>
                <a:path w="7087" h="2757" extrusionOk="0">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4" name="Google Shape;11764;p75"/>
          <p:cNvGrpSpPr/>
          <p:nvPr/>
        </p:nvGrpSpPr>
        <p:grpSpPr>
          <a:xfrm>
            <a:off x="7571379" y="4291056"/>
            <a:ext cx="232979" cy="343560"/>
            <a:chOff x="7571379" y="4291056"/>
            <a:chExt cx="232979" cy="343560"/>
          </a:xfrm>
        </p:grpSpPr>
        <p:sp>
          <p:nvSpPr>
            <p:cNvPr id="11765" name="Google Shape;11765;p75"/>
            <p:cNvSpPr/>
            <p:nvPr/>
          </p:nvSpPr>
          <p:spPr>
            <a:xfrm>
              <a:off x="7676682"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75"/>
            <p:cNvSpPr/>
            <p:nvPr/>
          </p:nvSpPr>
          <p:spPr>
            <a:xfrm>
              <a:off x="757137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75"/>
            <p:cNvSpPr/>
            <p:nvPr/>
          </p:nvSpPr>
          <p:spPr>
            <a:xfrm>
              <a:off x="7781985" y="4612478"/>
              <a:ext cx="22374" cy="22137"/>
            </a:xfrm>
            <a:custGeom>
              <a:avLst/>
              <a:gdLst/>
              <a:ahLst/>
              <a:cxnLst/>
              <a:rect l="l" t="t" r="r" b="b"/>
              <a:pathLst>
                <a:path w="852" h="843" extrusionOk="0">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75"/>
            <p:cNvSpPr/>
            <p:nvPr/>
          </p:nvSpPr>
          <p:spPr>
            <a:xfrm>
              <a:off x="7594698" y="4529181"/>
              <a:ext cx="186341" cy="72399"/>
            </a:xfrm>
            <a:custGeom>
              <a:avLst/>
              <a:gdLst/>
              <a:ahLst/>
              <a:cxnLst/>
              <a:rect l="l" t="t" r="r" b="b"/>
              <a:pathLst>
                <a:path w="7096" h="2757" extrusionOk="0">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75"/>
            <p:cNvSpPr/>
            <p:nvPr/>
          </p:nvSpPr>
          <p:spPr>
            <a:xfrm>
              <a:off x="7665626" y="4423984"/>
              <a:ext cx="44511" cy="44274"/>
            </a:xfrm>
            <a:custGeom>
              <a:avLst/>
              <a:gdLst/>
              <a:ahLst/>
              <a:cxnLst/>
              <a:rect l="l" t="t" r="r" b="b"/>
              <a:pathLst>
                <a:path w="1695" h="1686" extrusionOk="0">
                  <a:moveTo>
                    <a:pt x="0" y="1"/>
                  </a:moveTo>
                  <a:lnTo>
                    <a:pt x="0" y="1685"/>
                  </a:lnTo>
                  <a:lnTo>
                    <a:pt x="1694" y="1685"/>
                  </a:lnTo>
                  <a:lnTo>
                    <a:pt x="169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75"/>
            <p:cNvSpPr/>
            <p:nvPr/>
          </p:nvSpPr>
          <p:spPr>
            <a:xfrm>
              <a:off x="7665626" y="4423984"/>
              <a:ext cx="44511" cy="22163"/>
            </a:xfrm>
            <a:custGeom>
              <a:avLst/>
              <a:gdLst/>
              <a:ahLst/>
              <a:cxnLst/>
              <a:rect l="l" t="t" r="r" b="b"/>
              <a:pathLst>
                <a:path w="1695" h="844" extrusionOk="0">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75"/>
            <p:cNvSpPr/>
            <p:nvPr/>
          </p:nvSpPr>
          <p:spPr>
            <a:xfrm>
              <a:off x="7660086" y="4291056"/>
              <a:ext cx="55566" cy="44248"/>
            </a:xfrm>
            <a:custGeom>
              <a:avLst/>
              <a:gdLst/>
              <a:ahLst/>
              <a:cxnLst/>
              <a:rect l="l" t="t" r="r" b="b"/>
              <a:pathLst>
                <a:path w="2116" h="1685" extrusionOk="0">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75"/>
            <p:cNvSpPr/>
            <p:nvPr/>
          </p:nvSpPr>
          <p:spPr>
            <a:xfrm>
              <a:off x="7660086" y="4291056"/>
              <a:ext cx="37473" cy="44248"/>
            </a:xfrm>
            <a:custGeom>
              <a:avLst/>
              <a:gdLst/>
              <a:ahLst/>
              <a:cxnLst/>
              <a:rect l="l" t="t" r="r" b="b"/>
              <a:pathLst>
                <a:path w="1427" h="1685" extrusionOk="0">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75"/>
            <p:cNvSpPr/>
            <p:nvPr/>
          </p:nvSpPr>
          <p:spPr>
            <a:xfrm>
              <a:off x="7632434" y="4313167"/>
              <a:ext cx="110870" cy="110843"/>
            </a:xfrm>
            <a:custGeom>
              <a:avLst/>
              <a:gdLst/>
              <a:ahLst/>
              <a:cxnLst/>
              <a:rect l="l" t="t" r="r" b="b"/>
              <a:pathLst>
                <a:path w="4222" h="4221" extrusionOk="0">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75"/>
            <p:cNvSpPr/>
            <p:nvPr/>
          </p:nvSpPr>
          <p:spPr>
            <a:xfrm>
              <a:off x="7658641" y="4313140"/>
              <a:ext cx="88181" cy="109636"/>
            </a:xfrm>
            <a:custGeom>
              <a:avLst/>
              <a:gdLst/>
              <a:ahLst/>
              <a:cxnLst/>
              <a:rect l="l" t="t" r="r" b="b"/>
              <a:pathLst>
                <a:path w="3358" h="4175" extrusionOk="0">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75"/>
            <p:cNvSpPr/>
            <p:nvPr/>
          </p:nvSpPr>
          <p:spPr>
            <a:xfrm>
              <a:off x="7643489" y="4352504"/>
              <a:ext cx="88759" cy="82561"/>
            </a:xfrm>
            <a:custGeom>
              <a:avLst/>
              <a:gdLst/>
              <a:ahLst/>
              <a:cxnLst/>
              <a:rect l="l" t="t" r="r" b="b"/>
              <a:pathLst>
                <a:path w="3380" h="3144"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75"/>
            <p:cNvSpPr/>
            <p:nvPr/>
          </p:nvSpPr>
          <p:spPr>
            <a:xfrm>
              <a:off x="7615601" y="4454157"/>
              <a:ext cx="144272" cy="58586"/>
            </a:xfrm>
            <a:custGeom>
              <a:avLst/>
              <a:gdLst/>
              <a:ahLst/>
              <a:cxnLst/>
              <a:rect l="l" t="t" r="r" b="b"/>
              <a:pathLst>
                <a:path w="5494" h="2231" extrusionOk="0">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75"/>
            <p:cNvSpPr/>
            <p:nvPr/>
          </p:nvSpPr>
          <p:spPr>
            <a:xfrm>
              <a:off x="7615864" y="4473011"/>
              <a:ext cx="27652" cy="39731"/>
            </a:xfrm>
            <a:custGeom>
              <a:avLst/>
              <a:gdLst/>
              <a:ahLst/>
              <a:cxnLst/>
              <a:rect l="l" t="t" r="r" b="b"/>
              <a:pathLst>
                <a:path w="1053" h="1513" extrusionOk="0">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75"/>
            <p:cNvSpPr/>
            <p:nvPr/>
          </p:nvSpPr>
          <p:spPr>
            <a:xfrm>
              <a:off x="7732222" y="4473011"/>
              <a:ext cx="27652" cy="39731"/>
            </a:xfrm>
            <a:custGeom>
              <a:avLst/>
              <a:gdLst/>
              <a:ahLst/>
              <a:cxnLst/>
              <a:rect l="l" t="t" r="r" b="b"/>
              <a:pathLst>
                <a:path w="1053" h="1513" extrusionOk="0">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75"/>
            <p:cNvSpPr/>
            <p:nvPr/>
          </p:nvSpPr>
          <p:spPr>
            <a:xfrm>
              <a:off x="7656068" y="4447592"/>
              <a:ext cx="63602" cy="65151"/>
            </a:xfrm>
            <a:custGeom>
              <a:avLst/>
              <a:gdLst/>
              <a:ahLst/>
              <a:cxnLst/>
              <a:rect l="l" t="t" r="r" b="b"/>
              <a:pathLst>
                <a:path w="2422" h="2481" extrusionOk="0">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0" name="Google Shape;11780;p75"/>
            <p:cNvSpPr/>
            <p:nvPr/>
          </p:nvSpPr>
          <p:spPr>
            <a:xfrm>
              <a:off x="7643489" y="4352504"/>
              <a:ext cx="88759" cy="81826"/>
            </a:xfrm>
            <a:custGeom>
              <a:avLst/>
              <a:gdLst/>
              <a:ahLst/>
              <a:cxnLst/>
              <a:rect l="l" t="t" r="r" b="b"/>
              <a:pathLst>
                <a:path w="3380" h="3116"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1" name="Google Shape;11781;p75"/>
          <p:cNvGrpSpPr/>
          <p:nvPr/>
        </p:nvGrpSpPr>
        <p:grpSpPr>
          <a:xfrm>
            <a:off x="6666381" y="3347875"/>
            <a:ext cx="295819" cy="370712"/>
            <a:chOff x="6666381" y="3347875"/>
            <a:chExt cx="295819" cy="370712"/>
          </a:xfrm>
        </p:grpSpPr>
        <p:sp>
          <p:nvSpPr>
            <p:cNvPr id="11782" name="Google Shape;11782;p75"/>
            <p:cNvSpPr/>
            <p:nvPr/>
          </p:nvSpPr>
          <p:spPr>
            <a:xfrm>
              <a:off x="6666381" y="3347875"/>
              <a:ext cx="295819" cy="310892"/>
            </a:xfrm>
            <a:custGeom>
              <a:avLst/>
              <a:gdLst/>
              <a:ahLst/>
              <a:cxnLst/>
              <a:rect l="l" t="t" r="r" b="b"/>
              <a:pathLst>
                <a:path w="11265" h="11839" extrusionOk="0">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75"/>
            <p:cNvSpPr/>
            <p:nvPr/>
          </p:nvSpPr>
          <p:spPr>
            <a:xfrm>
              <a:off x="6666381" y="3351132"/>
              <a:ext cx="252096" cy="307636"/>
            </a:xfrm>
            <a:custGeom>
              <a:avLst/>
              <a:gdLst/>
              <a:ahLst/>
              <a:cxnLst/>
              <a:rect l="l" t="t" r="r" b="b"/>
              <a:pathLst>
                <a:path w="9600" h="11715" extrusionOk="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75"/>
            <p:cNvSpPr/>
            <p:nvPr/>
          </p:nvSpPr>
          <p:spPr>
            <a:xfrm>
              <a:off x="6666644" y="3348112"/>
              <a:ext cx="295320" cy="310393"/>
            </a:xfrm>
            <a:custGeom>
              <a:avLst/>
              <a:gdLst/>
              <a:ahLst/>
              <a:cxnLst/>
              <a:rect l="l" t="t" r="r" b="b"/>
              <a:pathLst>
                <a:path w="11246" h="11820" extrusionOk="0">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75"/>
            <p:cNvSpPr/>
            <p:nvPr/>
          </p:nvSpPr>
          <p:spPr>
            <a:xfrm>
              <a:off x="6666644" y="3351394"/>
              <a:ext cx="222921" cy="307111"/>
            </a:xfrm>
            <a:custGeom>
              <a:avLst/>
              <a:gdLst/>
              <a:ahLst/>
              <a:cxnLst/>
              <a:rect l="l" t="t" r="r" b="b"/>
              <a:pathLst>
                <a:path w="8489" h="11695" extrusionOk="0">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75"/>
            <p:cNvSpPr/>
            <p:nvPr/>
          </p:nvSpPr>
          <p:spPr>
            <a:xfrm>
              <a:off x="6711863"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75"/>
            <p:cNvSpPr/>
            <p:nvPr/>
          </p:nvSpPr>
          <p:spPr>
            <a:xfrm>
              <a:off x="6710865" y="3586868"/>
              <a:ext cx="24894" cy="18067"/>
            </a:xfrm>
            <a:custGeom>
              <a:avLst/>
              <a:gdLst/>
              <a:ahLst/>
              <a:cxnLst/>
              <a:rect l="l" t="t" r="r" b="b"/>
              <a:pathLst>
                <a:path w="948" h="688" extrusionOk="0">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75"/>
            <p:cNvSpPr/>
            <p:nvPr/>
          </p:nvSpPr>
          <p:spPr>
            <a:xfrm>
              <a:off x="6688991" y="3605722"/>
              <a:ext cx="68407" cy="88995"/>
            </a:xfrm>
            <a:custGeom>
              <a:avLst/>
              <a:gdLst/>
              <a:ahLst/>
              <a:cxnLst/>
              <a:rect l="l" t="t" r="r" b="b"/>
              <a:pathLst>
                <a:path w="2605"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9" name="Google Shape;11789;p75"/>
            <p:cNvSpPr/>
            <p:nvPr/>
          </p:nvSpPr>
          <p:spPr>
            <a:xfrm>
              <a:off x="6700571" y="3694691"/>
              <a:ext cx="45509" cy="23897"/>
            </a:xfrm>
            <a:custGeom>
              <a:avLst/>
              <a:gdLst/>
              <a:ahLst/>
              <a:cxnLst/>
              <a:rect l="l" t="t" r="r" b="b"/>
              <a:pathLst>
                <a:path w="1733" h="910" extrusionOk="0">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75"/>
            <p:cNvSpPr/>
            <p:nvPr/>
          </p:nvSpPr>
          <p:spPr>
            <a:xfrm>
              <a:off x="6689253"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75"/>
            <p:cNvSpPr/>
            <p:nvPr/>
          </p:nvSpPr>
          <p:spPr>
            <a:xfrm>
              <a:off x="6746054" y="3615754"/>
              <a:ext cx="11344" cy="78964"/>
            </a:xfrm>
            <a:custGeom>
              <a:avLst/>
              <a:gdLst/>
              <a:ahLst/>
              <a:cxnLst/>
              <a:rect l="l" t="t" r="r" b="b"/>
              <a:pathLst>
                <a:path w="432"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75"/>
            <p:cNvSpPr/>
            <p:nvPr/>
          </p:nvSpPr>
          <p:spPr>
            <a:xfrm>
              <a:off x="6705850" y="3599052"/>
              <a:ext cx="34952" cy="95665"/>
            </a:xfrm>
            <a:custGeom>
              <a:avLst/>
              <a:gdLst/>
              <a:ahLst/>
              <a:cxnLst/>
              <a:rect l="l" t="t" r="r" b="b"/>
              <a:pathLst>
                <a:path w="1331" h="3643" extrusionOk="0">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75"/>
            <p:cNvSpPr/>
            <p:nvPr/>
          </p:nvSpPr>
          <p:spPr>
            <a:xfrm>
              <a:off x="6720161"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75"/>
            <p:cNvSpPr/>
            <p:nvPr/>
          </p:nvSpPr>
          <p:spPr>
            <a:xfrm>
              <a:off x="6700309" y="3539127"/>
              <a:ext cx="46008" cy="53807"/>
            </a:xfrm>
            <a:custGeom>
              <a:avLst/>
              <a:gdLst/>
              <a:ahLst/>
              <a:cxnLst/>
              <a:rect l="l" t="t" r="r" b="b"/>
              <a:pathLst>
                <a:path w="1752" h="2049" extrusionOk="0">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75"/>
            <p:cNvSpPr/>
            <p:nvPr/>
          </p:nvSpPr>
          <p:spPr>
            <a:xfrm>
              <a:off x="6700309" y="3539127"/>
              <a:ext cx="31433" cy="53807"/>
            </a:xfrm>
            <a:custGeom>
              <a:avLst/>
              <a:gdLst/>
              <a:ahLst/>
              <a:cxnLst/>
              <a:rect l="l" t="t" r="r" b="b"/>
              <a:pathLst>
                <a:path w="1197" h="2049" extrusionOk="0">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6" name="Google Shape;11796;p75"/>
            <p:cNvSpPr/>
            <p:nvPr/>
          </p:nvSpPr>
          <p:spPr>
            <a:xfrm>
              <a:off x="6700309" y="3539127"/>
              <a:ext cx="46008" cy="23897"/>
            </a:xfrm>
            <a:custGeom>
              <a:avLst/>
              <a:gdLst/>
              <a:ahLst/>
              <a:cxnLst/>
              <a:rect l="l" t="t" r="r" b="b"/>
              <a:pathLst>
                <a:path w="1752" h="910" extrusionOk="0">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7" name="Google Shape;11797;p75"/>
            <p:cNvSpPr/>
            <p:nvPr/>
          </p:nvSpPr>
          <p:spPr>
            <a:xfrm>
              <a:off x="6700309" y="3539127"/>
              <a:ext cx="31433" cy="21875"/>
            </a:xfrm>
            <a:custGeom>
              <a:avLst/>
              <a:gdLst/>
              <a:ahLst/>
              <a:cxnLst/>
              <a:rect l="l" t="t" r="r" b="b"/>
              <a:pathLst>
                <a:path w="1197" h="833" extrusionOk="0">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75"/>
            <p:cNvSpPr/>
            <p:nvPr/>
          </p:nvSpPr>
          <p:spPr>
            <a:xfrm>
              <a:off x="6802854" y="3586868"/>
              <a:ext cx="22899" cy="23897"/>
            </a:xfrm>
            <a:custGeom>
              <a:avLst/>
              <a:gdLst/>
              <a:ahLst/>
              <a:cxnLst/>
              <a:rect l="l" t="t" r="r" b="b"/>
              <a:pathLst>
                <a:path w="872" h="910" extrusionOk="0">
                  <a:moveTo>
                    <a:pt x="0" y="0"/>
                  </a:moveTo>
                  <a:lnTo>
                    <a:pt x="0" y="910"/>
                  </a:lnTo>
                  <a:lnTo>
                    <a:pt x="871" y="910"/>
                  </a:lnTo>
                  <a:lnTo>
                    <a:pt x="871"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75"/>
            <p:cNvSpPr/>
            <p:nvPr/>
          </p:nvSpPr>
          <p:spPr>
            <a:xfrm>
              <a:off x="6801594" y="3586868"/>
              <a:ext cx="24894" cy="18067"/>
            </a:xfrm>
            <a:custGeom>
              <a:avLst/>
              <a:gdLst/>
              <a:ahLst/>
              <a:cxnLst/>
              <a:rect l="l" t="t" r="r" b="b"/>
              <a:pathLst>
                <a:path w="948" h="688" extrusionOk="0">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75"/>
            <p:cNvSpPr/>
            <p:nvPr/>
          </p:nvSpPr>
          <p:spPr>
            <a:xfrm>
              <a:off x="6779982" y="3605722"/>
              <a:ext cx="68381" cy="88995"/>
            </a:xfrm>
            <a:custGeom>
              <a:avLst/>
              <a:gdLst/>
              <a:ahLst/>
              <a:cxnLst/>
              <a:rect l="l" t="t" r="r" b="b"/>
              <a:pathLst>
                <a:path w="2604" h="3389" extrusionOk="0">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75"/>
            <p:cNvSpPr/>
            <p:nvPr/>
          </p:nvSpPr>
          <p:spPr>
            <a:xfrm>
              <a:off x="6791536" y="3694691"/>
              <a:ext cx="45509" cy="23897"/>
            </a:xfrm>
            <a:custGeom>
              <a:avLst/>
              <a:gdLst/>
              <a:ahLst/>
              <a:cxnLst/>
              <a:rect l="l" t="t" r="r" b="b"/>
              <a:pathLst>
                <a:path w="1733" h="910" extrusionOk="0">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75"/>
            <p:cNvSpPr/>
            <p:nvPr/>
          </p:nvSpPr>
          <p:spPr>
            <a:xfrm>
              <a:off x="6780218" y="3615754"/>
              <a:ext cx="11344" cy="78964"/>
            </a:xfrm>
            <a:custGeom>
              <a:avLst/>
              <a:gdLst/>
              <a:ahLst/>
              <a:cxnLst/>
              <a:rect l="l" t="t" r="r" b="b"/>
              <a:pathLst>
                <a:path w="432" h="3007" extrusionOk="0">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75"/>
            <p:cNvSpPr/>
            <p:nvPr/>
          </p:nvSpPr>
          <p:spPr>
            <a:xfrm>
              <a:off x="6837018" y="3615754"/>
              <a:ext cx="11344" cy="78964"/>
            </a:xfrm>
            <a:custGeom>
              <a:avLst/>
              <a:gdLst/>
              <a:ahLst/>
              <a:cxnLst/>
              <a:rect l="l" t="t" r="r" b="b"/>
              <a:pathLst>
                <a:path w="432" h="3007" extrusionOk="0">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75"/>
            <p:cNvSpPr/>
            <p:nvPr/>
          </p:nvSpPr>
          <p:spPr>
            <a:xfrm>
              <a:off x="6796814" y="3599052"/>
              <a:ext cx="34952" cy="95665"/>
            </a:xfrm>
            <a:custGeom>
              <a:avLst/>
              <a:gdLst/>
              <a:ahLst/>
              <a:cxnLst/>
              <a:rect l="l" t="t" r="r" b="b"/>
              <a:pathLst>
                <a:path w="1331" h="3643" extrusionOk="0">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75"/>
            <p:cNvSpPr/>
            <p:nvPr/>
          </p:nvSpPr>
          <p:spPr>
            <a:xfrm>
              <a:off x="6811152" y="3706482"/>
              <a:ext cx="6040" cy="12106"/>
            </a:xfrm>
            <a:custGeom>
              <a:avLst/>
              <a:gdLst/>
              <a:ahLst/>
              <a:cxnLst/>
              <a:rect l="l" t="t" r="r" b="b"/>
              <a:pathLst>
                <a:path w="230" h="461" extrusionOk="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6" name="Google Shape;11806;p75"/>
            <p:cNvSpPr/>
            <p:nvPr/>
          </p:nvSpPr>
          <p:spPr>
            <a:xfrm>
              <a:off x="6791300" y="3539127"/>
              <a:ext cx="46008" cy="53807"/>
            </a:xfrm>
            <a:custGeom>
              <a:avLst/>
              <a:gdLst/>
              <a:ahLst/>
              <a:cxnLst/>
              <a:rect l="l" t="t" r="r" b="b"/>
              <a:pathLst>
                <a:path w="1752" h="2049" extrusionOk="0">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75"/>
            <p:cNvSpPr/>
            <p:nvPr/>
          </p:nvSpPr>
          <p:spPr>
            <a:xfrm>
              <a:off x="6791300" y="3539127"/>
              <a:ext cx="31433" cy="53807"/>
            </a:xfrm>
            <a:custGeom>
              <a:avLst/>
              <a:gdLst/>
              <a:ahLst/>
              <a:cxnLst/>
              <a:rect l="l" t="t" r="r" b="b"/>
              <a:pathLst>
                <a:path w="1197" h="2049" extrusionOk="0">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8" name="Google Shape;11808;p75"/>
            <p:cNvSpPr/>
            <p:nvPr/>
          </p:nvSpPr>
          <p:spPr>
            <a:xfrm>
              <a:off x="6791300" y="3539127"/>
              <a:ext cx="46008" cy="23897"/>
            </a:xfrm>
            <a:custGeom>
              <a:avLst/>
              <a:gdLst/>
              <a:ahLst/>
              <a:cxnLst/>
              <a:rect l="l" t="t" r="r" b="b"/>
              <a:pathLst>
                <a:path w="1752" h="910" extrusionOk="0">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75"/>
            <p:cNvSpPr/>
            <p:nvPr/>
          </p:nvSpPr>
          <p:spPr>
            <a:xfrm>
              <a:off x="6791300" y="3539127"/>
              <a:ext cx="31433" cy="21875"/>
            </a:xfrm>
            <a:custGeom>
              <a:avLst/>
              <a:gdLst/>
              <a:ahLst/>
              <a:cxnLst/>
              <a:rect l="l" t="t" r="r" b="b"/>
              <a:pathLst>
                <a:path w="1197" h="833" extrusionOk="0">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75"/>
            <p:cNvSpPr/>
            <p:nvPr/>
          </p:nvSpPr>
          <p:spPr>
            <a:xfrm>
              <a:off x="6893819"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75"/>
            <p:cNvSpPr/>
            <p:nvPr/>
          </p:nvSpPr>
          <p:spPr>
            <a:xfrm>
              <a:off x="6892821" y="3586868"/>
              <a:ext cx="24894" cy="18067"/>
            </a:xfrm>
            <a:custGeom>
              <a:avLst/>
              <a:gdLst/>
              <a:ahLst/>
              <a:cxnLst/>
              <a:rect l="l" t="t" r="r" b="b"/>
              <a:pathLst>
                <a:path w="948" h="688" extrusionOk="0">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75"/>
            <p:cNvSpPr/>
            <p:nvPr/>
          </p:nvSpPr>
          <p:spPr>
            <a:xfrm>
              <a:off x="6870946" y="3605722"/>
              <a:ext cx="68381" cy="88995"/>
            </a:xfrm>
            <a:custGeom>
              <a:avLst/>
              <a:gdLst/>
              <a:ahLst/>
              <a:cxnLst/>
              <a:rect l="l" t="t" r="r" b="b"/>
              <a:pathLst>
                <a:path w="2604"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75"/>
            <p:cNvSpPr/>
            <p:nvPr/>
          </p:nvSpPr>
          <p:spPr>
            <a:xfrm>
              <a:off x="6882527" y="3694691"/>
              <a:ext cx="45509" cy="23897"/>
            </a:xfrm>
            <a:custGeom>
              <a:avLst/>
              <a:gdLst/>
              <a:ahLst/>
              <a:cxnLst/>
              <a:rect l="l" t="t" r="r" b="b"/>
              <a:pathLst>
                <a:path w="1733" h="910" extrusionOk="0">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4" name="Google Shape;11814;p75"/>
            <p:cNvSpPr/>
            <p:nvPr/>
          </p:nvSpPr>
          <p:spPr>
            <a:xfrm>
              <a:off x="6871209"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75"/>
            <p:cNvSpPr/>
            <p:nvPr/>
          </p:nvSpPr>
          <p:spPr>
            <a:xfrm>
              <a:off x="6928009" y="3615754"/>
              <a:ext cx="11318" cy="78964"/>
            </a:xfrm>
            <a:custGeom>
              <a:avLst/>
              <a:gdLst/>
              <a:ahLst/>
              <a:cxnLst/>
              <a:rect l="l" t="t" r="r" b="b"/>
              <a:pathLst>
                <a:path w="431"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75"/>
            <p:cNvSpPr/>
            <p:nvPr/>
          </p:nvSpPr>
          <p:spPr>
            <a:xfrm>
              <a:off x="6887805" y="3599052"/>
              <a:ext cx="34952" cy="95665"/>
            </a:xfrm>
            <a:custGeom>
              <a:avLst/>
              <a:gdLst/>
              <a:ahLst/>
              <a:cxnLst/>
              <a:rect l="l" t="t" r="r" b="b"/>
              <a:pathLst>
                <a:path w="1331" h="3643" extrusionOk="0">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75"/>
            <p:cNvSpPr/>
            <p:nvPr/>
          </p:nvSpPr>
          <p:spPr>
            <a:xfrm>
              <a:off x="6902117"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75"/>
            <p:cNvSpPr/>
            <p:nvPr/>
          </p:nvSpPr>
          <p:spPr>
            <a:xfrm>
              <a:off x="6882264" y="3539127"/>
              <a:ext cx="46008" cy="53807"/>
            </a:xfrm>
            <a:custGeom>
              <a:avLst/>
              <a:gdLst/>
              <a:ahLst/>
              <a:cxnLst/>
              <a:rect l="l" t="t" r="r" b="b"/>
              <a:pathLst>
                <a:path w="1752" h="2049" extrusionOk="0">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75"/>
            <p:cNvSpPr/>
            <p:nvPr/>
          </p:nvSpPr>
          <p:spPr>
            <a:xfrm>
              <a:off x="6882264" y="3539127"/>
              <a:ext cx="31433" cy="53807"/>
            </a:xfrm>
            <a:custGeom>
              <a:avLst/>
              <a:gdLst/>
              <a:ahLst/>
              <a:cxnLst/>
              <a:rect l="l" t="t" r="r" b="b"/>
              <a:pathLst>
                <a:path w="1197" h="2049" extrusionOk="0">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75"/>
            <p:cNvSpPr/>
            <p:nvPr/>
          </p:nvSpPr>
          <p:spPr>
            <a:xfrm>
              <a:off x="6882264" y="3539127"/>
              <a:ext cx="46008" cy="23897"/>
            </a:xfrm>
            <a:custGeom>
              <a:avLst/>
              <a:gdLst/>
              <a:ahLst/>
              <a:cxnLst/>
              <a:rect l="l" t="t" r="r" b="b"/>
              <a:pathLst>
                <a:path w="1752" h="910" extrusionOk="0">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75"/>
            <p:cNvSpPr/>
            <p:nvPr/>
          </p:nvSpPr>
          <p:spPr>
            <a:xfrm>
              <a:off x="6882264" y="3539127"/>
              <a:ext cx="31433" cy="21875"/>
            </a:xfrm>
            <a:custGeom>
              <a:avLst/>
              <a:gdLst/>
              <a:ahLst/>
              <a:cxnLst/>
              <a:rect l="l" t="t" r="r" b="b"/>
              <a:pathLst>
                <a:path w="1197" h="833" extrusionOk="0">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2" name="Google Shape;11822;p75"/>
          <p:cNvGrpSpPr/>
          <p:nvPr/>
        </p:nvGrpSpPr>
        <p:grpSpPr>
          <a:xfrm>
            <a:off x="4877760" y="2887459"/>
            <a:ext cx="389567" cy="390329"/>
            <a:chOff x="4877760" y="2887459"/>
            <a:chExt cx="389567" cy="390329"/>
          </a:xfrm>
        </p:grpSpPr>
        <p:sp>
          <p:nvSpPr>
            <p:cNvPr id="11823" name="Google Shape;11823;p75"/>
            <p:cNvSpPr/>
            <p:nvPr/>
          </p:nvSpPr>
          <p:spPr>
            <a:xfrm>
              <a:off x="5124079" y="2893052"/>
              <a:ext cx="118695" cy="91411"/>
            </a:xfrm>
            <a:custGeom>
              <a:avLst/>
              <a:gdLst/>
              <a:ahLst/>
              <a:cxnLst/>
              <a:rect l="l" t="t" r="r" b="b"/>
              <a:pathLst>
                <a:path w="4520" h="3481" extrusionOk="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75"/>
            <p:cNvSpPr/>
            <p:nvPr/>
          </p:nvSpPr>
          <p:spPr>
            <a:xfrm>
              <a:off x="4903390" y="2892396"/>
              <a:ext cx="120139" cy="92278"/>
            </a:xfrm>
            <a:custGeom>
              <a:avLst/>
              <a:gdLst/>
              <a:ahLst/>
              <a:cxnLst/>
              <a:rect l="l" t="t" r="r" b="b"/>
              <a:pathLst>
                <a:path w="4575" h="3514" extrusionOk="0">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75"/>
            <p:cNvSpPr/>
            <p:nvPr/>
          </p:nvSpPr>
          <p:spPr>
            <a:xfrm>
              <a:off x="4901735" y="3179155"/>
              <a:ext cx="100313" cy="84347"/>
            </a:xfrm>
            <a:custGeom>
              <a:avLst/>
              <a:gdLst/>
              <a:ahLst/>
              <a:cxnLst/>
              <a:rect l="l" t="t" r="r" b="b"/>
              <a:pathLst>
                <a:path w="3820" h="3212" extrusionOk="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75"/>
            <p:cNvSpPr/>
            <p:nvPr/>
          </p:nvSpPr>
          <p:spPr>
            <a:xfrm>
              <a:off x="5145428" y="3179759"/>
              <a:ext cx="97346" cy="82929"/>
            </a:xfrm>
            <a:custGeom>
              <a:avLst/>
              <a:gdLst/>
              <a:ahLst/>
              <a:cxnLst/>
              <a:rect l="l" t="t" r="r" b="b"/>
              <a:pathLst>
                <a:path w="3707" h="3158" extrusionOk="0">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75"/>
            <p:cNvSpPr/>
            <p:nvPr/>
          </p:nvSpPr>
          <p:spPr>
            <a:xfrm>
              <a:off x="4878784" y="3101320"/>
              <a:ext cx="125680" cy="66438"/>
            </a:xfrm>
            <a:custGeom>
              <a:avLst/>
              <a:gdLst/>
              <a:ahLst/>
              <a:cxnLst/>
              <a:rect l="l" t="t" r="r" b="b"/>
              <a:pathLst>
                <a:path w="4786" h="2530" extrusionOk="0">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75"/>
            <p:cNvSpPr/>
            <p:nvPr/>
          </p:nvSpPr>
          <p:spPr>
            <a:xfrm>
              <a:off x="4877760" y="3101819"/>
              <a:ext cx="51049" cy="65939"/>
            </a:xfrm>
            <a:custGeom>
              <a:avLst/>
              <a:gdLst/>
              <a:ahLst/>
              <a:cxnLst/>
              <a:rect l="l" t="t" r="r" b="b"/>
              <a:pathLst>
                <a:path w="1944" h="2511" extrusionOk="0">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75"/>
            <p:cNvSpPr/>
            <p:nvPr/>
          </p:nvSpPr>
          <p:spPr>
            <a:xfrm>
              <a:off x="4901131" y="2997278"/>
              <a:ext cx="79463" cy="56328"/>
            </a:xfrm>
            <a:custGeom>
              <a:avLst/>
              <a:gdLst/>
              <a:ahLst/>
              <a:cxnLst/>
              <a:rect l="l" t="t" r="r" b="b"/>
              <a:pathLst>
                <a:path w="3026" h="2145" extrusionOk="0">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75"/>
            <p:cNvSpPr/>
            <p:nvPr/>
          </p:nvSpPr>
          <p:spPr>
            <a:xfrm>
              <a:off x="4901131" y="2997541"/>
              <a:ext cx="43250" cy="56065"/>
            </a:xfrm>
            <a:custGeom>
              <a:avLst/>
              <a:gdLst/>
              <a:ahLst/>
              <a:cxnLst/>
              <a:rect l="l" t="t" r="r" b="b"/>
              <a:pathLst>
                <a:path w="1647" h="2135" extrusionOk="0">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75"/>
            <p:cNvSpPr/>
            <p:nvPr/>
          </p:nvSpPr>
          <p:spPr>
            <a:xfrm>
              <a:off x="4969749" y="3047802"/>
              <a:ext cx="17620" cy="23371"/>
            </a:xfrm>
            <a:custGeom>
              <a:avLst/>
              <a:gdLst/>
              <a:ahLst/>
              <a:cxnLst/>
              <a:rect l="l" t="t" r="r" b="b"/>
              <a:pathLst>
                <a:path w="671" h="890" extrusionOk="0">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75"/>
            <p:cNvSpPr/>
            <p:nvPr/>
          </p:nvSpPr>
          <p:spPr>
            <a:xfrm>
              <a:off x="4894592" y="3047802"/>
              <a:ext cx="17620" cy="23371"/>
            </a:xfrm>
            <a:custGeom>
              <a:avLst/>
              <a:gdLst/>
              <a:ahLst/>
              <a:cxnLst/>
              <a:rect l="l" t="t" r="r" b="b"/>
              <a:pathLst>
                <a:path w="671" h="890" extrusionOk="0">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75"/>
            <p:cNvSpPr/>
            <p:nvPr/>
          </p:nvSpPr>
          <p:spPr>
            <a:xfrm>
              <a:off x="4926262" y="3088610"/>
              <a:ext cx="29437" cy="33350"/>
            </a:xfrm>
            <a:custGeom>
              <a:avLst/>
              <a:gdLst/>
              <a:ahLst/>
              <a:cxnLst/>
              <a:rect l="l" t="t" r="r" b="b"/>
              <a:pathLst>
                <a:path w="1121" h="1270" extrusionOk="0">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75"/>
            <p:cNvSpPr/>
            <p:nvPr/>
          </p:nvSpPr>
          <p:spPr>
            <a:xfrm>
              <a:off x="4926262" y="3088952"/>
              <a:ext cx="17883" cy="33245"/>
            </a:xfrm>
            <a:custGeom>
              <a:avLst/>
              <a:gdLst/>
              <a:ahLst/>
              <a:cxnLst/>
              <a:rect l="l" t="t" r="r" b="b"/>
              <a:pathLst>
                <a:path w="681" h="1266" extrusionOk="0">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75"/>
            <p:cNvSpPr/>
            <p:nvPr/>
          </p:nvSpPr>
          <p:spPr>
            <a:xfrm>
              <a:off x="4909692" y="3030261"/>
              <a:ext cx="62341" cy="66805"/>
            </a:xfrm>
            <a:custGeom>
              <a:avLst/>
              <a:gdLst/>
              <a:ahLst/>
              <a:cxnLst/>
              <a:rect l="l" t="t" r="r" b="b"/>
              <a:pathLst>
                <a:path w="2374" h="254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6" name="Google Shape;11836;p75"/>
            <p:cNvSpPr/>
            <p:nvPr/>
          </p:nvSpPr>
          <p:spPr>
            <a:xfrm>
              <a:off x="4909692"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75"/>
            <p:cNvSpPr/>
            <p:nvPr/>
          </p:nvSpPr>
          <p:spPr>
            <a:xfrm>
              <a:off x="5142408" y="3101583"/>
              <a:ext cx="124919" cy="66175"/>
            </a:xfrm>
            <a:custGeom>
              <a:avLst/>
              <a:gdLst/>
              <a:ahLst/>
              <a:cxnLst/>
              <a:rect l="l" t="t" r="r" b="b"/>
              <a:pathLst>
                <a:path w="4757" h="2520" extrusionOk="0">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75"/>
            <p:cNvSpPr/>
            <p:nvPr/>
          </p:nvSpPr>
          <p:spPr>
            <a:xfrm>
              <a:off x="5140885" y="3101819"/>
              <a:ext cx="51049" cy="65939"/>
            </a:xfrm>
            <a:custGeom>
              <a:avLst/>
              <a:gdLst/>
              <a:ahLst/>
              <a:cxnLst/>
              <a:rect l="l" t="t" r="r" b="b"/>
              <a:pathLst>
                <a:path w="1944" h="2511" extrusionOk="0">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75"/>
            <p:cNvSpPr/>
            <p:nvPr/>
          </p:nvSpPr>
          <p:spPr>
            <a:xfrm>
              <a:off x="5164256" y="2997278"/>
              <a:ext cx="79699" cy="56328"/>
            </a:xfrm>
            <a:custGeom>
              <a:avLst/>
              <a:gdLst/>
              <a:ahLst/>
              <a:cxnLst/>
              <a:rect l="l" t="t" r="r" b="b"/>
              <a:pathLst>
                <a:path w="3035" h="2145" extrusionOk="0">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75"/>
            <p:cNvSpPr/>
            <p:nvPr/>
          </p:nvSpPr>
          <p:spPr>
            <a:xfrm>
              <a:off x="5164256" y="2997541"/>
              <a:ext cx="43250" cy="56065"/>
            </a:xfrm>
            <a:custGeom>
              <a:avLst/>
              <a:gdLst/>
              <a:ahLst/>
              <a:cxnLst/>
              <a:rect l="l" t="t" r="r" b="b"/>
              <a:pathLst>
                <a:path w="1647" h="2135" extrusionOk="0">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75"/>
            <p:cNvSpPr/>
            <p:nvPr/>
          </p:nvSpPr>
          <p:spPr>
            <a:xfrm>
              <a:off x="5233136" y="3047802"/>
              <a:ext cx="17358" cy="23371"/>
            </a:xfrm>
            <a:custGeom>
              <a:avLst/>
              <a:gdLst/>
              <a:ahLst/>
              <a:cxnLst/>
              <a:rect l="l" t="t" r="r" b="b"/>
              <a:pathLst>
                <a:path w="661" h="890" extrusionOk="0">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75"/>
            <p:cNvSpPr/>
            <p:nvPr/>
          </p:nvSpPr>
          <p:spPr>
            <a:xfrm>
              <a:off x="5157980" y="3047802"/>
              <a:ext cx="17358" cy="23371"/>
            </a:xfrm>
            <a:custGeom>
              <a:avLst/>
              <a:gdLst/>
              <a:ahLst/>
              <a:cxnLst/>
              <a:rect l="l" t="t" r="r" b="b"/>
              <a:pathLst>
                <a:path w="661" h="890" extrusionOk="0">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75"/>
            <p:cNvSpPr/>
            <p:nvPr/>
          </p:nvSpPr>
          <p:spPr>
            <a:xfrm>
              <a:off x="5189387" y="3088610"/>
              <a:ext cx="29700" cy="33587"/>
            </a:xfrm>
            <a:custGeom>
              <a:avLst/>
              <a:gdLst/>
              <a:ahLst/>
              <a:cxnLst/>
              <a:rect l="l" t="t" r="r" b="b"/>
              <a:pathLst>
                <a:path w="1131" h="1279" extrusionOk="0">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75"/>
            <p:cNvSpPr/>
            <p:nvPr/>
          </p:nvSpPr>
          <p:spPr>
            <a:xfrm>
              <a:off x="5189650" y="3088952"/>
              <a:ext cx="17857" cy="33245"/>
            </a:xfrm>
            <a:custGeom>
              <a:avLst/>
              <a:gdLst/>
              <a:ahLst/>
              <a:cxnLst/>
              <a:rect l="l" t="t" r="r" b="b"/>
              <a:pathLst>
                <a:path w="680" h="1266" extrusionOk="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75"/>
            <p:cNvSpPr/>
            <p:nvPr/>
          </p:nvSpPr>
          <p:spPr>
            <a:xfrm>
              <a:off x="5173054" y="3030261"/>
              <a:ext cx="62368" cy="66805"/>
            </a:xfrm>
            <a:custGeom>
              <a:avLst/>
              <a:gdLst/>
              <a:ahLst/>
              <a:cxnLst/>
              <a:rect l="l" t="t" r="r" b="b"/>
              <a:pathLst>
                <a:path w="2375" h="2544" extrusionOk="0">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75"/>
            <p:cNvSpPr/>
            <p:nvPr/>
          </p:nvSpPr>
          <p:spPr>
            <a:xfrm>
              <a:off x="5172817"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75"/>
            <p:cNvSpPr/>
            <p:nvPr/>
          </p:nvSpPr>
          <p:spPr>
            <a:xfrm>
              <a:off x="5009953" y="2992000"/>
              <a:ext cx="125680" cy="66149"/>
            </a:xfrm>
            <a:custGeom>
              <a:avLst/>
              <a:gdLst/>
              <a:ahLst/>
              <a:cxnLst/>
              <a:rect l="l" t="t" r="r" b="b"/>
              <a:pathLst>
                <a:path w="4786" h="2519" extrusionOk="0">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75"/>
            <p:cNvSpPr/>
            <p:nvPr/>
          </p:nvSpPr>
          <p:spPr>
            <a:xfrm>
              <a:off x="5009217" y="2992262"/>
              <a:ext cx="51286" cy="65913"/>
            </a:xfrm>
            <a:custGeom>
              <a:avLst/>
              <a:gdLst/>
              <a:ahLst/>
              <a:cxnLst/>
              <a:rect l="l" t="t" r="r" b="b"/>
              <a:pathLst>
                <a:path w="1953" h="2510" extrusionOk="0">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75"/>
            <p:cNvSpPr/>
            <p:nvPr/>
          </p:nvSpPr>
          <p:spPr>
            <a:xfrm>
              <a:off x="5032825" y="2887695"/>
              <a:ext cx="79436" cy="56091"/>
            </a:xfrm>
            <a:custGeom>
              <a:avLst/>
              <a:gdLst/>
              <a:ahLst/>
              <a:cxnLst/>
              <a:rect l="l" t="t" r="r" b="b"/>
              <a:pathLst>
                <a:path w="3025" h="2136" extrusionOk="0">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75"/>
            <p:cNvSpPr/>
            <p:nvPr/>
          </p:nvSpPr>
          <p:spPr>
            <a:xfrm>
              <a:off x="5032825" y="2887459"/>
              <a:ext cx="43014" cy="56328"/>
            </a:xfrm>
            <a:custGeom>
              <a:avLst/>
              <a:gdLst/>
              <a:ahLst/>
              <a:cxnLst/>
              <a:rect l="l" t="t" r="r" b="b"/>
              <a:pathLst>
                <a:path w="1638" h="2145" extrusionOk="0">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75"/>
            <p:cNvSpPr/>
            <p:nvPr/>
          </p:nvSpPr>
          <p:spPr>
            <a:xfrm>
              <a:off x="5101442" y="2937983"/>
              <a:ext cx="17358" cy="23371"/>
            </a:xfrm>
            <a:custGeom>
              <a:avLst/>
              <a:gdLst/>
              <a:ahLst/>
              <a:cxnLst/>
              <a:rect l="l" t="t" r="r" b="b"/>
              <a:pathLst>
                <a:path w="661" h="890" extrusionOk="0">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75"/>
            <p:cNvSpPr/>
            <p:nvPr/>
          </p:nvSpPr>
          <p:spPr>
            <a:xfrm>
              <a:off x="5026286" y="2937957"/>
              <a:ext cx="17620" cy="23398"/>
            </a:xfrm>
            <a:custGeom>
              <a:avLst/>
              <a:gdLst/>
              <a:ahLst/>
              <a:cxnLst/>
              <a:rect l="l" t="t" r="r" b="b"/>
              <a:pathLst>
                <a:path w="671" h="891" extrusionOk="0">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75"/>
            <p:cNvSpPr/>
            <p:nvPr/>
          </p:nvSpPr>
          <p:spPr>
            <a:xfrm>
              <a:off x="5057956" y="2979027"/>
              <a:ext cx="29175" cy="33350"/>
            </a:xfrm>
            <a:custGeom>
              <a:avLst/>
              <a:gdLst/>
              <a:ahLst/>
              <a:cxnLst/>
              <a:rect l="l" t="t" r="r" b="b"/>
              <a:pathLst>
                <a:path w="1111" h="1270" extrusionOk="0">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75"/>
            <p:cNvSpPr/>
            <p:nvPr/>
          </p:nvSpPr>
          <p:spPr>
            <a:xfrm>
              <a:off x="5057956" y="2979369"/>
              <a:ext cx="17883" cy="33271"/>
            </a:xfrm>
            <a:custGeom>
              <a:avLst/>
              <a:gdLst/>
              <a:ahLst/>
              <a:cxnLst/>
              <a:rect l="l" t="t" r="r" b="b"/>
              <a:pathLst>
                <a:path w="681" h="1267" extrusionOk="0">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75"/>
            <p:cNvSpPr/>
            <p:nvPr/>
          </p:nvSpPr>
          <p:spPr>
            <a:xfrm>
              <a:off x="5041386" y="2920520"/>
              <a:ext cx="62341" cy="66989"/>
            </a:xfrm>
            <a:custGeom>
              <a:avLst/>
              <a:gdLst/>
              <a:ahLst/>
              <a:cxnLst/>
              <a:rect l="l" t="t" r="r" b="b"/>
              <a:pathLst>
                <a:path w="2374" h="2551" extrusionOk="0">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75"/>
            <p:cNvSpPr/>
            <p:nvPr/>
          </p:nvSpPr>
          <p:spPr>
            <a:xfrm>
              <a:off x="5041386" y="2920625"/>
              <a:ext cx="45246" cy="66884"/>
            </a:xfrm>
            <a:custGeom>
              <a:avLst/>
              <a:gdLst/>
              <a:ahLst/>
              <a:cxnLst/>
              <a:rect l="l" t="t" r="r" b="b"/>
              <a:pathLst>
                <a:path w="1723" h="2547" extrusionOk="0">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75"/>
            <p:cNvSpPr/>
            <p:nvPr/>
          </p:nvSpPr>
          <p:spPr>
            <a:xfrm>
              <a:off x="5010714" y="3211139"/>
              <a:ext cx="125680" cy="66648"/>
            </a:xfrm>
            <a:custGeom>
              <a:avLst/>
              <a:gdLst/>
              <a:ahLst/>
              <a:cxnLst/>
              <a:rect l="l" t="t" r="r" b="b"/>
              <a:pathLst>
                <a:path w="4786" h="2538" extrusionOk="0">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75"/>
            <p:cNvSpPr/>
            <p:nvPr/>
          </p:nvSpPr>
          <p:spPr>
            <a:xfrm>
              <a:off x="5009217" y="3211402"/>
              <a:ext cx="51286" cy="65939"/>
            </a:xfrm>
            <a:custGeom>
              <a:avLst/>
              <a:gdLst/>
              <a:ahLst/>
              <a:cxnLst/>
              <a:rect l="l" t="t" r="r" b="b"/>
              <a:pathLst>
                <a:path w="1953" h="2511" extrusionOk="0">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75"/>
            <p:cNvSpPr/>
            <p:nvPr/>
          </p:nvSpPr>
          <p:spPr>
            <a:xfrm>
              <a:off x="5032825" y="3106861"/>
              <a:ext cx="79436" cy="56301"/>
            </a:xfrm>
            <a:custGeom>
              <a:avLst/>
              <a:gdLst/>
              <a:ahLst/>
              <a:cxnLst/>
              <a:rect l="l" t="t" r="r" b="b"/>
              <a:pathLst>
                <a:path w="3025" h="2144" extrusionOk="0">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75"/>
            <p:cNvSpPr/>
            <p:nvPr/>
          </p:nvSpPr>
          <p:spPr>
            <a:xfrm>
              <a:off x="5032825" y="3106861"/>
              <a:ext cx="43014" cy="56301"/>
            </a:xfrm>
            <a:custGeom>
              <a:avLst/>
              <a:gdLst/>
              <a:ahLst/>
              <a:cxnLst/>
              <a:rect l="l" t="t" r="r" b="b"/>
              <a:pathLst>
                <a:path w="1638" h="2144" extrusionOk="0">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1" name="Google Shape;11861;p75"/>
            <p:cNvSpPr/>
            <p:nvPr/>
          </p:nvSpPr>
          <p:spPr>
            <a:xfrm>
              <a:off x="5101442" y="3157385"/>
              <a:ext cx="17358" cy="23345"/>
            </a:xfrm>
            <a:custGeom>
              <a:avLst/>
              <a:gdLst/>
              <a:ahLst/>
              <a:cxnLst/>
              <a:rect l="l" t="t" r="r" b="b"/>
              <a:pathLst>
                <a:path w="661" h="889" extrusionOk="0">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2" name="Google Shape;11862;p75"/>
            <p:cNvSpPr/>
            <p:nvPr/>
          </p:nvSpPr>
          <p:spPr>
            <a:xfrm>
              <a:off x="5026286" y="3157359"/>
              <a:ext cx="17620" cy="23371"/>
            </a:xfrm>
            <a:custGeom>
              <a:avLst/>
              <a:gdLst/>
              <a:ahLst/>
              <a:cxnLst/>
              <a:rect l="l" t="t" r="r" b="b"/>
              <a:pathLst>
                <a:path w="671" h="890" extrusionOk="0">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75"/>
            <p:cNvSpPr/>
            <p:nvPr/>
          </p:nvSpPr>
          <p:spPr>
            <a:xfrm>
              <a:off x="5057956" y="3198272"/>
              <a:ext cx="29175" cy="33271"/>
            </a:xfrm>
            <a:custGeom>
              <a:avLst/>
              <a:gdLst/>
              <a:ahLst/>
              <a:cxnLst/>
              <a:rect l="l" t="t" r="r" b="b"/>
              <a:pathLst>
                <a:path w="1111" h="1267" extrusionOk="0">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75"/>
            <p:cNvSpPr/>
            <p:nvPr/>
          </p:nvSpPr>
          <p:spPr>
            <a:xfrm>
              <a:off x="5057956" y="3198508"/>
              <a:ext cx="17883" cy="33350"/>
            </a:xfrm>
            <a:custGeom>
              <a:avLst/>
              <a:gdLst/>
              <a:ahLst/>
              <a:cxnLst/>
              <a:rect l="l" t="t" r="r" b="b"/>
              <a:pathLst>
                <a:path w="681" h="1270" extrusionOk="0">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75"/>
            <p:cNvSpPr/>
            <p:nvPr/>
          </p:nvSpPr>
          <p:spPr>
            <a:xfrm>
              <a:off x="5041386" y="3139844"/>
              <a:ext cx="62341" cy="66805"/>
            </a:xfrm>
            <a:custGeom>
              <a:avLst/>
              <a:gdLst/>
              <a:ahLst/>
              <a:cxnLst/>
              <a:rect l="l" t="t" r="r" b="b"/>
              <a:pathLst>
                <a:path w="2374" h="254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75"/>
            <p:cNvSpPr/>
            <p:nvPr/>
          </p:nvSpPr>
          <p:spPr>
            <a:xfrm>
              <a:off x="5041386" y="3139844"/>
              <a:ext cx="45246" cy="67068"/>
            </a:xfrm>
            <a:custGeom>
              <a:avLst/>
              <a:gdLst/>
              <a:ahLst/>
              <a:cxnLst/>
              <a:rect l="l" t="t" r="r" b="b"/>
              <a:pathLst>
                <a:path w="1723" h="255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67" name="Google Shape;11867;p75"/>
          <p:cNvSpPr/>
          <p:nvPr/>
        </p:nvSpPr>
        <p:spPr>
          <a:xfrm>
            <a:off x="5911170" y="2887695"/>
            <a:ext cx="50288" cy="25157"/>
          </a:xfrm>
          <a:custGeom>
            <a:avLst/>
            <a:gdLst/>
            <a:ahLst/>
            <a:cxnLst/>
            <a:rect l="l" t="t" r="r" b="b"/>
            <a:pathLst>
              <a:path w="1915" h="958" extrusionOk="0">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75"/>
          <p:cNvSpPr/>
          <p:nvPr/>
        </p:nvSpPr>
        <p:spPr>
          <a:xfrm>
            <a:off x="5911170" y="2887695"/>
            <a:ext cx="34716" cy="22899"/>
          </a:xfrm>
          <a:custGeom>
            <a:avLst/>
            <a:gdLst/>
            <a:ahLst/>
            <a:cxnLst/>
            <a:rect l="l" t="t" r="r" b="b"/>
            <a:pathLst>
              <a:path w="1322" h="872" extrusionOk="0">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75"/>
          <p:cNvSpPr/>
          <p:nvPr/>
        </p:nvSpPr>
        <p:spPr>
          <a:xfrm>
            <a:off x="5798094" y="3145306"/>
            <a:ext cx="28177" cy="75681"/>
          </a:xfrm>
          <a:custGeom>
            <a:avLst/>
            <a:gdLst/>
            <a:ahLst/>
            <a:cxnLst/>
            <a:rect l="l" t="t" r="r" b="b"/>
            <a:pathLst>
              <a:path w="1073" h="2882" extrusionOk="0">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75"/>
          <p:cNvSpPr/>
          <p:nvPr/>
        </p:nvSpPr>
        <p:spPr>
          <a:xfrm>
            <a:off x="5797831" y="3145568"/>
            <a:ext cx="28440" cy="56065"/>
          </a:xfrm>
          <a:custGeom>
            <a:avLst/>
            <a:gdLst/>
            <a:ahLst/>
            <a:cxnLst/>
            <a:rect l="l" t="t" r="r" b="b"/>
            <a:pathLst>
              <a:path w="1083" h="2135" extrusionOk="0">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75"/>
          <p:cNvSpPr/>
          <p:nvPr/>
        </p:nvSpPr>
        <p:spPr>
          <a:xfrm>
            <a:off x="5779239" y="3228996"/>
            <a:ext cx="18881" cy="48528"/>
          </a:xfrm>
          <a:custGeom>
            <a:avLst/>
            <a:gdLst/>
            <a:ahLst/>
            <a:cxnLst/>
            <a:rect l="l" t="t" r="r" b="b"/>
            <a:pathLst>
              <a:path w="719" h="1848" extrusionOk="0">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72" name="Google Shape;11872;p75"/>
          <p:cNvGrpSpPr/>
          <p:nvPr/>
        </p:nvGrpSpPr>
        <p:grpSpPr>
          <a:xfrm>
            <a:off x="5779239" y="2887695"/>
            <a:ext cx="314411" cy="389830"/>
            <a:chOff x="5779239" y="2887695"/>
            <a:chExt cx="314411" cy="389830"/>
          </a:xfrm>
        </p:grpSpPr>
        <p:sp>
          <p:nvSpPr>
            <p:cNvPr id="11873" name="Google Shape;11873;p75"/>
            <p:cNvSpPr/>
            <p:nvPr/>
          </p:nvSpPr>
          <p:spPr>
            <a:xfrm>
              <a:off x="5898617" y="2937957"/>
              <a:ext cx="75419" cy="62866"/>
            </a:xfrm>
            <a:custGeom>
              <a:avLst/>
              <a:gdLst/>
              <a:ahLst/>
              <a:cxnLst/>
              <a:rect l="l" t="t" r="r" b="b"/>
              <a:pathLst>
                <a:path w="2872" h="2394" extrusionOk="0">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75"/>
            <p:cNvSpPr/>
            <p:nvPr/>
          </p:nvSpPr>
          <p:spPr>
            <a:xfrm>
              <a:off x="5922488" y="2937957"/>
              <a:ext cx="27678" cy="18750"/>
            </a:xfrm>
            <a:custGeom>
              <a:avLst/>
              <a:gdLst/>
              <a:ahLst/>
              <a:cxnLst/>
              <a:rect l="l" t="t" r="r" b="b"/>
              <a:pathLst>
                <a:path w="1054" h="714" extrusionOk="0">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75"/>
            <p:cNvSpPr/>
            <p:nvPr/>
          </p:nvSpPr>
          <p:spPr>
            <a:xfrm>
              <a:off x="5898617" y="2957836"/>
              <a:ext cx="75419" cy="42988"/>
            </a:xfrm>
            <a:custGeom>
              <a:avLst/>
              <a:gdLst/>
              <a:ahLst/>
              <a:cxnLst/>
              <a:rect l="l" t="t" r="r" b="b"/>
              <a:pathLst>
                <a:path w="2872" h="1637" extrusionOk="0">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75"/>
            <p:cNvSpPr/>
            <p:nvPr/>
          </p:nvSpPr>
          <p:spPr>
            <a:xfrm>
              <a:off x="5898617" y="2968891"/>
              <a:ext cx="18881" cy="31932"/>
            </a:xfrm>
            <a:custGeom>
              <a:avLst/>
              <a:gdLst/>
              <a:ahLst/>
              <a:cxnLst/>
              <a:rect l="l" t="t" r="r" b="b"/>
              <a:pathLst>
                <a:path w="719" h="1216" extrusionOk="0">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75"/>
            <p:cNvSpPr/>
            <p:nvPr/>
          </p:nvSpPr>
          <p:spPr>
            <a:xfrm>
              <a:off x="5955155" y="2968891"/>
              <a:ext cx="18881" cy="31932"/>
            </a:xfrm>
            <a:custGeom>
              <a:avLst/>
              <a:gdLst/>
              <a:ahLst/>
              <a:cxnLst/>
              <a:rect l="l" t="t" r="r" b="b"/>
              <a:pathLst>
                <a:path w="719" h="1216" extrusionOk="0">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75"/>
            <p:cNvSpPr/>
            <p:nvPr/>
          </p:nvSpPr>
          <p:spPr>
            <a:xfrm>
              <a:off x="5911170" y="2887695"/>
              <a:ext cx="50288" cy="56590"/>
            </a:xfrm>
            <a:custGeom>
              <a:avLst/>
              <a:gdLst/>
              <a:ahLst/>
              <a:cxnLst/>
              <a:rect l="l" t="t" r="r" b="b"/>
              <a:pathLst>
                <a:path w="1915" h="2155" extrusionOk="0">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75"/>
            <p:cNvSpPr/>
            <p:nvPr/>
          </p:nvSpPr>
          <p:spPr>
            <a:xfrm>
              <a:off x="5911170" y="2887695"/>
              <a:ext cx="34716" cy="56485"/>
            </a:xfrm>
            <a:custGeom>
              <a:avLst/>
              <a:gdLst/>
              <a:ahLst/>
              <a:cxnLst/>
              <a:rect l="l" t="t" r="r" b="b"/>
              <a:pathLst>
                <a:path w="1322" h="2151" extrusionOk="0">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75"/>
            <p:cNvSpPr/>
            <p:nvPr/>
          </p:nvSpPr>
          <p:spPr>
            <a:xfrm>
              <a:off x="5892341" y="3013375"/>
              <a:ext cx="87971" cy="150811"/>
            </a:xfrm>
            <a:custGeom>
              <a:avLst/>
              <a:gdLst/>
              <a:ahLst/>
              <a:cxnLst/>
              <a:rect l="l" t="t" r="r" b="b"/>
              <a:pathLst>
                <a:path w="3350" h="5743" extrusionOk="0">
                  <a:moveTo>
                    <a:pt x="0" y="0"/>
                  </a:moveTo>
                  <a:lnTo>
                    <a:pt x="0" y="5742"/>
                  </a:lnTo>
                  <a:lnTo>
                    <a:pt x="3350" y="5742"/>
                  </a:lnTo>
                  <a:lnTo>
                    <a:pt x="335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75"/>
            <p:cNvSpPr/>
            <p:nvPr/>
          </p:nvSpPr>
          <p:spPr>
            <a:xfrm>
              <a:off x="5892341" y="3101320"/>
              <a:ext cx="87971" cy="62866"/>
            </a:xfrm>
            <a:custGeom>
              <a:avLst/>
              <a:gdLst/>
              <a:ahLst/>
              <a:cxnLst/>
              <a:rect l="l" t="t" r="r" b="b"/>
              <a:pathLst>
                <a:path w="3350" h="2394" extrusionOk="0">
                  <a:moveTo>
                    <a:pt x="0" y="1"/>
                  </a:moveTo>
                  <a:lnTo>
                    <a:pt x="0" y="2393"/>
                  </a:lnTo>
                  <a:lnTo>
                    <a:pt x="3350" y="2393"/>
                  </a:lnTo>
                  <a:lnTo>
                    <a:pt x="3350"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75"/>
            <p:cNvSpPr/>
            <p:nvPr/>
          </p:nvSpPr>
          <p:spPr>
            <a:xfrm>
              <a:off x="5967734" y="3082466"/>
              <a:ext cx="50288" cy="75419"/>
            </a:xfrm>
            <a:custGeom>
              <a:avLst/>
              <a:gdLst/>
              <a:ahLst/>
              <a:cxnLst/>
              <a:rect l="l" t="t" r="r" b="b"/>
              <a:pathLst>
                <a:path w="1915" h="2872" extrusionOk="0">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75"/>
            <p:cNvSpPr/>
            <p:nvPr/>
          </p:nvSpPr>
          <p:spPr>
            <a:xfrm>
              <a:off x="5967734" y="3082466"/>
              <a:ext cx="28413" cy="75419"/>
            </a:xfrm>
            <a:custGeom>
              <a:avLst/>
              <a:gdLst/>
              <a:ahLst/>
              <a:cxnLst/>
              <a:rect l="l" t="t" r="r" b="b"/>
              <a:pathLst>
                <a:path w="1082" h="2872" extrusionOk="0">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75"/>
            <p:cNvSpPr/>
            <p:nvPr/>
          </p:nvSpPr>
          <p:spPr>
            <a:xfrm>
              <a:off x="5967734" y="3082466"/>
              <a:ext cx="50288" cy="56590"/>
            </a:xfrm>
            <a:custGeom>
              <a:avLst/>
              <a:gdLst/>
              <a:ahLst/>
              <a:cxnLst/>
              <a:rect l="l" t="t" r="r" b="b"/>
              <a:pathLst>
                <a:path w="1915" h="2155" extrusionOk="0">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75"/>
            <p:cNvSpPr/>
            <p:nvPr/>
          </p:nvSpPr>
          <p:spPr>
            <a:xfrm>
              <a:off x="5967734" y="3082466"/>
              <a:ext cx="28177" cy="56328"/>
            </a:xfrm>
            <a:custGeom>
              <a:avLst/>
              <a:gdLst/>
              <a:ahLst/>
              <a:cxnLst/>
              <a:rect l="l" t="t" r="r" b="b"/>
              <a:pathLst>
                <a:path w="1073" h="2145" extrusionOk="0">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75"/>
            <p:cNvSpPr/>
            <p:nvPr/>
          </p:nvSpPr>
          <p:spPr>
            <a:xfrm>
              <a:off x="5948879" y="3151582"/>
              <a:ext cx="87971" cy="100812"/>
            </a:xfrm>
            <a:custGeom>
              <a:avLst/>
              <a:gdLst/>
              <a:ahLst/>
              <a:cxnLst/>
              <a:rect l="l" t="t" r="r" b="b"/>
              <a:pathLst>
                <a:path w="3350" h="3839" extrusionOk="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75"/>
            <p:cNvSpPr/>
            <p:nvPr/>
          </p:nvSpPr>
          <p:spPr>
            <a:xfrm>
              <a:off x="5948879" y="3165920"/>
              <a:ext cx="18881" cy="86474"/>
            </a:xfrm>
            <a:custGeom>
              <a:avLst/>
              <a:gdLst/>
              <a:ahLst/>
              <a:cxnLst/>
              <a:rect l="l" t="t" r="r" b="b"/>
              <a:pathLst>
                <a:path w="719" h="3293" extrusionOk="0">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75"/>
            <p:cNvSpPr/>
            <p:nvPr/>
          </p:nvSpPr>
          <p:spPr>
            <a:xfrm>
              <a:off x="6017995" y="3165920"/>
              <a:ext cx="18855" cy="86474"/>
            </a:xfrm>
            <a:custGeom>
              <a:avLst/>
              <a:gdLst/>
              <a:ahLst/>
              <a:cxnLst/>
              <a:rect l="l" t="t" r="r" b="b"/>
              <a:pathLst>
                <a:path w="718" h="3293" extrusionOk="0">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75"/>
            <p:cNvSpPr/>
            <p:nvPr/>
          </p:nvSpPr>
          <p:spPr>
            <a:xfrm>
              <a:off x="5854632" y="3082466"/>
              <a:ext cx="50288" cy="75419"/>
            </a:xfrm>
            <a:custGeom>
              <a:avLst/>
              <a:gdLst/>
              <a:ahLst/>
              <a:cxnLst/>
              <a:rect l="l" t="t" r="r" b="b"/>
              <a:pathLst>
                <a:path w="1915" h="2872" extrusionOk="0">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75"/>
            <p:cNvSpPr/>
            <p:nvPr/>
          </p:nvSpPr>
          <p:spPr>
            <a:xfrm>
              <a:off x="5854632" y="3082466"/>
              <a:ext cx="28177" cy="75419"/>
            </a:xfrm>
            <a:custGeom>
              <a:avLst/>
              <a:gdLst/>
              <a:ahLst/>
              <a:cxnLst/>
              <a:rect l="l" t="t" r="r" b="b"/>
              <a:pathLst>
                <a:path w="1073" h="2872" extrusionOk="0">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75"/>
            <p:cNvSpPr/>
            <p:nvPr/>
          </p:nvSpPr>
          <p:spPr>
            <a:xfrm>
              <a:off x="5854632" y="3082466"/>
              <a:ext cx="50288" cy="56590"/>
            </a:xfrm>
            <a:custGeom>
              <a:avLst/>
              <a:gdLst/>
              <a:ahLst/>
              <a:cxnLst/>
              <a:rect l="l" t="t" r="r" b="b"/>
              <a:pathLst>
                <a:path w="1915" h="2155" extrusionOk="0">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75"/>
            <p:cNvSpPr/>
            <p:nvPr/>
          </p:nvSpPr>
          <p:spPr>
            <a:xfrm>
              <a:off x="5854632" y="3082466"/>
              <a:ext cx="28177" cy="56328"/>
            </a:xfrm>
            <a:custGeom>
              <a:avLst/>
              <a:gdLst/>
              <a:ahLst/>
              <a:cxnLst/>
              <a:rect l="l" t="t" r="r" b="b"/>
              <a:pathLst>
                <a:path w="1073" h="2145" extrusionOk="0">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75"/>
            <p:cNvSpPr/>
            <p:nvPr/>
          </p:nvSpPr>
          <p:spPr>
            <a:xfrm>
              <a:off x="5835777" y="3151582"/>
              <a:ext cx="87997" cy="100812"/>
            </a:xfrm>
            <a:custGeom>
              <a:avLst/>
              <a:gdLst/>
              <a:ahLst/>
              <a:cxnLst/>
              <a:rect l="l" t="t" r="r" b="b"/>
              <a:pathLst>
                <a:path w="3351" h="3839" extrusionOk="0">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75"/>
            <p:cNvSpPr/>
            <p:nvPr/>
          </p:nvSpPr>
          <p:spPr>
            <a:xfrm>
              <a:off x="5835777" y="3165920"/>
              <a:ext cx="18881" cy="86474"/>
            </a:xfrm>
            <a:custGeom>
              <a:avLst/>
              <a:gdLst/>
              <a:ahLst/>
              <a:cxnLst/>
              <a:rect l="l" t="t" r="r" b="b"/>
              <a:pathLst>
                <a:path w="719" h="3293" extrusionOk="0">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75"/>
            <p:cNvSpPr/>
            <p:nvPr/>
          </p:nvSpPr>
          <p:spPr>
            <a:xfrm>
              <a:off x="5904893" y="3165920"/>
              <a:ext cx="18881" cy="86474"/>
            </a:xfrm>
            <a:custGeom>
              <a:avLst/>
              <a:gdLst/>
              <a:ahLst/>
              <a:cxnLst/>
              <a:rect l="l" t="t" r="r" b="b"/>
              <a:pathLst>
                <a:path w="719" h="3293" extrusionOk="0">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75"/>
            <p:cNvSpPr/>
            <p:nvPr/>
          </p:nvSpPr>
          <p:spPr>
            <a:xfrm>
              <a:off x="6024271" y="3145306"/>
              <a:ext cx="50288" cy="75419"/>
            </a:xfrm>
            <a:custGeom>
              <a:avLst/>
              <a:gdLst/>
              <a:ahLst/>
              <a:cxnLst/>
              <a:rect l="l" t="t" r="r" b="b"/>
              <a:pathLst>
                <a:path w="1915" h="2872" extrusionOk="0">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75"/>
            <p:cNvSpPr/>
            <p:nvPr/>
          </p:nvSpPr>
          <p:spPr>
            <a:xfrm>
              <a:off x="6024271" y="3145306"/>
              <a:ext cx="28413" cy="75681"/>
            </a:xfrm>
            <a:custGeom>
              <a:avLst/>
              <a:gdLst/>
              <a:ahLst/>
              <a:cxnLst/>
              <a:rect l="l" t="t" r="r" b="b"/>
              <a:pathLst>
                <a:path w="1082" h="2882" extrusionOk="0">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75"/>
            <p:cNvSpPr/>
            <p:nvPr/>
          </p:nvSpPr>
          <p:spPr>
            <a:xfrm>
              <a:off x="6024271" y="3145306"/>
              <a:ext cx="50288" cy="56564"/>
            </a:xfrm>
            <a:custGeom>
              <a:avLst/>
              <a:gdLst/>
              <a:ahLst/>
              <a:cxnLst/>
              <a:rect l="l" t="t" r="r" b="b"/>
              <a:pathLst>
                <a:path w="1915" h="2154" extrusionOk="0">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75"/>
            <p:cNvSpPr/>
            <p:nvPr/>
          </p:nvSpPr>
          <p:spPr>
            <a:xfrm>
              <a:off x="6024271" y="3145568"/>
              <a:ext cx="28177" cy="56065"/>
            </a:xfrm>
            <a:custGeom>
              <a:avLst/>
              <a:gdLst/>
              <a:ahLst/>
              <a:cxnLst/>
              <a:rect l="l" t="t" r="r" b="b"/>
              <a:pathLst>
                <a:path w="1073" h="2135" extrusionOk="0">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0" name="Google Shape;11900;p75"/>
            <p:cNvSpPr/>
            <p:nvPr/>
          </p:nvSpPr>
          <p:spPr>
            <a:xfrm>
              <a:off x="6005417" y="3214422"/>
              <a:ext cx="87997" cy="63103"/>
            </a:xfrm>
            <a:custGeom>
              <a:avLst/>
              <a:gdLst/>
              <a:ahLst/>
              <a:cxnLst/>
              <a:rect l="l" t="t" r="r" b="b"/>
              <a:pathLst>
                <a:path w="3351" h="2403" extrusionOk="0">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75"/>
            <p:cNvSpPr/>
            <p:nvPr/>
          </p:nvSpPr>
          <p:spPr>
            <a:xfrm>
              <a:off x="6005417" y="3228996"/>
              <a:ext cx="18881" cy="48528"/>
            </a:xfrm>
            <a:custGeom>
              <a:avLst/>
              <a:gdLst/>
              <a:ahLst/>
              <a:cxnLst/>
              <a:rect l="l" t="t" r="r" b="b"/>
              <a:pathLst>
                <a:path w="719" h="1848" extrusionOk="0">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75"/>
            <p:cNvSpPr/>
            <p:nvPr/>
          </p:nvSpPr>
          <p:spPr>
            <a:xfrm>
              <a:off x="6074796" y="3228996"/>
              <a:ext cx="18855" cy="48528"/>
            </a:xfrm>
            <a:custGeom>
              <a:avLst/>
              <a:gdLst/>
              <a:ahLst/>
              <a:cxnLst/>
              <a:rect l="l" t="t" r="r" b="b"/>
              <a:pathLst>
                <a:path w="718" h="1848" extrusionOk="0">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75"/>
            <p:cNvSpPr/>
            <p:nvPr/>
          </p:nvSpPr>
          <p:spPr>
            <a:xfrm>
              <a:off x="5911170" y="3145306"/>
              <a:ext cx="50288" cy="75419"/>
            </a:xfrm>
            <a:custGeom>
              <a:avLst/>
              <a:gdLst/>
              <a:ahLst/>
              <a:cxnLst/>
              <a:rect l="l" t="t" r="r" b="b"/>
              <a:pathLst>
                <a:path w="1915" h="2872" extrusionOk="0">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75"/>
            <p:cNvSpPr/>
            <p:nvPr/>
          </p:nvSpPr>
          <p:spPr>
            <a:xfrm>
              <a:off x="5911170" y="3145306"/>
              <a:ext cx="28440" cy="75681"/>
            </a:xfrm>
            <a:custGeom>
              <a:avLst/>
              <a:gdLst/>
              <a:ahLst/>
              <a:cxnLst/>
              <a:rect l="l" t="t" r="r" b="b"/>
              <a:pathLst>
                <a:path w="1083" h="2882" extrusionOk="0">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75"/>
            <p:cNvSpPr/>
            <p:nvPr/>
          </p:nvSpPr>
          <p:spPr>
            <a:xfrm>
              <a:off x="5911170" y="3145306"/>
              <a:ext cx="50288" cy="56564"/>
            </a:xfrm>
            <a:custGeom>
              <a:avLst/>
              <a:gdLst/>
              <a:ahLst/>
              <a:cxnLst/>
              <a:rect l="l" t="t" r="r" b="b"/>
              <a:pathLst>
                <a:path w="1915" h="2154" extrusionOk="0">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75"/>
            <p:cNvSpPr/>
            <p:nvPr/>
          </p:nvSpPr>
          <p:spPr>
            <a:xfrm>
              <a:off x="5911170" y="3145568"/>
              <a:ext cx="28177" cy="56065"/>
            </a:xfrm>
            <a:custGeom>
              <a:avLst/>
              <a:gdLst/>
              <a:ahLst/>
              <a:cxnLst/>
              <a:rect l="l" t="t" r="r" b="b"/>
              <a:pathLst>
                <a:path w="1073" h="2135" extrusionOk="0">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75"/>
            <p:cNvSpPr/>
            <p:nvPr/>
          </p:nvSpPr>
          <p:spPr>
            <a:xfrm>
              <a:off x="5892341" y="3214422"/>
              <a:ext cx="87971" cy="63103"/>
            </a:xfrm>
            <a:custGeom>
              <a:avLst/>
              <a:gdLst/>
              <a:ahLst/>
              <a:cxnLst/>
              <a:rect l="l" t="t" r="r" b="b"/>
              <a:pathLst>
                <a:path w="3350" h="2403" extrusionOk="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75"/>
            <p:cNvSpPr/>
            <p:nvPr/>
          </p:nvSpPr>
          <p:spPr>
            <a:xfrm>
              <a:off x="5892341" y="3228996"/>
              <a:ext cx="18855" cy="48528"/>
            </a:xfrm>
            <a:custGeom>
              <a:avLst/>
              <a:gdLst/>
              <a:ahLst/>
              <a:cxnLst/>
              <a:rect l="l" t="t" r="r" b="b"/>
              <a:pathLst>
                <a:path w="718" h="1848" extrusionOk="0">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75"/>
            <p:cNvSpPr/>
            <p:nvPr/>
          </p:nvSpPr>
          <p:spPr>
            <a:xfrm>
              <a:off x="5961431" y="3228996"/>
              <a:ext cx="18881" cy="48528"/>
            </a:xfrm>
            <a:custGeom>
              <a:avLst/>
              <a:gdLst/>
              <a:ahLst/>
              <a:cxnLst/>
              <a:rect l="l" t="t" r="r" b="b"/>
              <a:pathLst>
                <a:path w="719" h="1848" extrusionOk="0">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75"/>
            <p:cNvSpPr/>
            <p:nvPr/>
          </p:nvSpPr>
          <p:spPr>
            <a:xfrm>
              <a:off x="5798094" y="3145306"/>
              <a:ext cx="50288" cy="75419"/>
            </a:xfrm>
            <a:custGeom>
              <a:avLst/>
              <a:gdLst/>
              <a:ahLst/>
              <a:cxnLst/>
              <a:rect l="l" t="t" r="r" b="b"/>
              <a:pathLst>
                <a:path w="1915" h="2872" extrusionOk="0">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75"/>
            <p:cNvSpPr/>
            <p:nvPr/>
          </p:nvSpPr>
          <p:spPr>
            <a:xfrm>
              <a:off x="5798094" y="3145306"/>
              <a:ext cx="50288" cy="56564"/>
            </a:xfrm>
            <a:custGeom>
              <a:avLst/>
              <a:gdLst/>
              <a:ahLst/>
              <a:cxnLst/>
              <a:rect l="l" t="t" r="r" b="b"/>
              <a:pathLst>
                <a:path w="1915" h="2154" extrusionOk="0">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75"/>
            <p:cNvSpPr/>
            <p:nvPr/>
          </p:nvSpPr>
          <p:spPr>
            <a:xfrm>
              <a:off x="5779239" y="3214422"/>
              <a:ext cx="87997" cy="63103"/>
            </a:xfrm>
            <a:custGeom>
              <a:avLst/>
              <a:gdLst/>
              <a:ahLst/>
              <a:cxnLst/>
              <a:rect l="l" t="t" r="r" b="b"/>
              <a:pathLst>
                <a:path w="3351" h="2403" extrusionOk="0">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75"/>
            <p:cNvSpPr/>
            <p:nvPr/>
          </p:nvSpPr>
          <p:spPr>
            <a:xfrm>
              <a:off x="5848356" y="3228996"/>
              <a:ext cx="18881" cy="48528"/>
            </a:xfrm>
            <a:custGeom>
              <a:avLst/>
              <a:gdLst/>
              <a:ahLst/>
              <a:cxnLst/>
              <a:rect l="l" t="t" r="r" b="b"/>
              <a:pathLst>
                <a:path w="719" h="1848" extrusionOk="0">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75"/>
            <p:cNvSpPr/>
            <p:nvPr/>
          </p:nvSpPr>
          <p:spPr>
            <a:xfrm>
              <a:off x="5875482" y="2994521"/>
              <a:ext cx="121925" cy="25157"/>
            </a:xfrm>
            <a:custGeom>
              <a:avLst/>
              <a:gdLst/>
              <a:ahLst/>
              <a:cxnLst/>
              <a:rect l="l" t="t" r="r" b="b"/>
              <a:pathLst>
                <a:path w="4643" h="958" extrusionOk="0">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75"/>
            <p:cNvSpPr/>
            <p:nvPr/>
          </p:nvSpPr>
          <p:spPr>
            <a:xfrm>
              <a:off x="5917472" y="3038506"/>
              <a:ext cx="37709" cy="18855"/>
            </a:xfrm>
            <a:custGeom>
              <a:avLst/>
              <a:gdLst/>
              <a:ahLst/>
              <a:cxnLst/>
              <a:rect l="l" t="t" r="r" b="b"/>
              <a:pathLst>
                <a:path w="1436" h="718" extrusionOk="0">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75"/>
            <p:cNvSpPr/>
            <p:nvPr/>
          </p:nvSpPr>
          <p:spPr>
            <a:xfrm>
              <a:off x="5892341" y="3007073"/>
              <a:ext cx="87971" cy="12605"/>
            </a:xfrm>
            <a:custGeom>
              <a:avLst/>
              <a:gdLst/>
              <a:ahLst/>
              <a:cxnLst/>
              <a:rect l="l" t="t" r="r" b="b"/>
              <a:pathLst>
                <a:path w="3350" h="480" extrusionOk="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7" name="Google Shape;11917;p75"/>
          <p:cNvGrpSpPr/>
          <p:nvPr/>
        </p:nvGrpSpPr>
        <p:grpSpPr>
          <a:xfrm>
            <a:off x="6190130" y="2940977"/>
            <a:ext cx="389830" cy="283004"/>
            <a:chOff x="6190130" y="2940977"/>
            <a:chExt cx="389830" cy="283004"/>
          </a:xfrm>
        </p:grpSpPr>
        <p:sp>
          <p:nvSpPr>
            <p:cNvPr id="11918" name="Google Shape;11918;p75"/>
            <p:cNvSpPr/>
            <p:nvPr/>
          </p:nvSpPr>
          <p:spPr>
            <a:xfrm>
              <a:off x="6208984" y="2940977"/>
              <a:ext cx="352120" cy="257873"/>
            </a:xfrm>
            <a:custGeom>
              <a:avLst/>
              <a:gdLst/>
              <a:ahLst/>
              <a:cxnLst/>
              <a:rect l="l" t="t" r="r" b="b"/>
              <a:pathLst>
                <a:path w="13409" h="9820" extrusionOk="0">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75"/>
            <p:cNvSpPr/>
            <p:nvPr/>
          </p:nvSpPr>
          <p:spPr>
            <a:xfrm>
              <a:off x="6234115" y="2966370"/>
              <a:ext cx="301859" cy="201073"/>
            </a:xfrm>
            <a:custGeom>
              <a:avLst/>
              <a:gdLst/>
              <a:ahLst/>
              <a:cxnLst/>
              <a:rect l="l" t="t" r="r" b="b"/>
              <a:pathLst>
                <a:path w="11495" h="7657" extrusionOk="0">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75"/>
            <p:cNvSpPr/>
            <p:nvPr/>
          </p:nvSpPr>
          <p:spPr>
            <a:xfrm>
              <a:off x="6234115" y="3129734"/>
              <a:ext cx="175942" cy="37709"/>
            </a:xfrm>
            <a:custGeom>
              <a:avLst/>
              <a:gdLst/>
              <a:ahLst/>
              <a:cxnLst/>
              <a:rect l="l" t="t" r="r" b="b"/>
              <a:pathLst>
                <a:path w="6700" h="1436" extrusionOk="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1" name="Google Shape;11921;p75"/>
            <p:cNvSpPr/>
            <p:nvPr/>
          </p:nvSpPr>
          <p:spPr>
            <a:xfrm>
              <a:off x="6410293" y="2966370"/>
              <a:ext cx="125680" cy="100550"/>
            </a:xfrm>
            <a:custGeom>
              <a:avLst/>
              <a:gdLst/>
              <a:ahLst/>
              <a:cxnLst/>
              <a:rect l="l" t="t" r="r" b="b"/>
              <a:pathLst>
                <a:path w="4786" h="3829" extrusionOk="0">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75"/>
            <p:cNvSpPr/>
            <p:nvPr/>
          </p:nvSpPr>
          <p:spPr>
            <a:xfrm>
              <a:off x="6410293" y="3066893"/>
              <a:ext cx="125680" cy="100550"/>
            </a:xfrm>
            <a:custGeom>
              <a:avLst/>
              <a:gdLst/>
              <a:ahLst/>
              <a:cxnLst/>
              <a:rect l="l" t="t" r="r" b="b"/>
              <a:pathLst>
                <a:path w="4786" h="3829" extrusionOk="0">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75"/>
            <p:cNvSpPr/>
            <p:nvPr/>
          </p:nvSpPr>
          <p:spPr>
            <a:xfrm>
              <a:off x="6190130" y="3192547"/>
              <a:ext cx="389830" cy="31433"/>
            </a:xfrm>
            <a:custGeom>
              <a:avLst/>
              <a:gdLst/>
              <a:ahLst/>
              <a:cxnLst/>
              <a:rect l="l" t="t" r="r" b="b"/>
              <a:pathLst>
                <a:path w="14845" h="1197" extrusionOk="0">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75"/>
            <p:cNvSpPr/>
            <p:nvPr/>
          </p:nvSpPr>
          <p:spPr>
            <a:xfrm>
              <a:off x="6190130" y="3192547"/>
              <a:ext cx="389830" cy="12605"/>
            </a:xfrm>
            <a:custGeom>
              <a:avLst/>
              <a:gdLst/>
              <a:ahLst/>
              <a:cxnLst/>
              <a:rect l="l" t="t" r="r" b="b"/>
              <a:pathLst>
                <a:path w="14845" h="480" extrusionOk="0">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75"/>
            <p:cNvSpPr/>
            <p:nvPr/>
          </p:nvSpPr>
          <p:spPr>
            <a:xfrm>
              <a:off x="6347217" y="3192547"/>
              <a:ext cx="75419" cy="18881"/>
            </a:xfrm>
            <a:custGeom>
              <a:avLst/>
              <a:gdLst/>
              <a:ahLst/>
              <a:cxnLst/>
              <a:rect l="l" t="t" r="r" b="b"/>
              <a:pathLst>
                <a:path w="2872" h="719" extrusionOk="0">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75"/>
            <p:cNvSpPr/>
            <p:nvPr/>
          </p:nvSpPr>
          <p:spPr>
            <a:xfrm>
              <a:off x="6441700" y="3041763"/>
              <a:ext cx="62866" cy="25157"/>
            </a:xfrm>
            <a:custGeom>
              <a:avLst/>
              <a:gdLst/>
              <a:ahLst/>
              <a:cxnLst/>
              <a:rect l="l" t="t" r="r" b="b"/>
              <a:pathLst>
                <a:path w="2394" h="958" extrusionOk="0">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75"/>
            <p:cNvSpPr/>
            <p:nvPr/>
          </p:nvSpPr>
          <p:spPr>
            <a:xfrm>
              <a:off x="6460555" y="3022908"/>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75"/>
            <p:cNvSpPr/>
            <p:nvPr/>
          </p:nvSpPr>
          <p:spPr>
            <a:xfrm>
              <a:off x="6454279" y="2991501"/>
              <a:ext cx="37709" cy="44012"/>
            </a:xfrm>
            <a:custGeom>
              <a:avLst/>
              <a:gdLst/>
              <a:ahLst/>
              <a:cxnLst/>
              <a:rect l="l" t="t" r="r" b="b"/>
              <a:pathLst>
                <a:path w="1436" h="1676" extrusionOk="0">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75"/>
            <p:cNvSpPr/>
            <p:nvPr/>
          </p:nvSpPr>
          <p:spPr>
            <a:xfrm>
              <a:off x="6454069" y="2991501"/>
              <a:ext cx="25367" cy="43907"/>
            </a:xfrm>
            <a:custGeom>
              <a:avLst/>
              <a:gdLst/>
              <a:ahLst/>
              <a:cxnLst/>
              <a:rect l="l" t="t" r="r" b="b"/>
              <a:pathLst>
                <a:path w="966" h="1672" extrusionOk="0">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75"/>
            <p:cNvSpPr/>
            <p:nvPr/>
          </p:nvSpPr>
          <p:spPr>
            <a:xfrm>
              <a:off x="6454279" y="2991501"/>
              <a:ext cx="37709" cy="18881"/>
            </a:xfrm>
            <a:custGeom>
              <a:avLst/>
              <a:gdLst/>
              <a:ahLst/>
              <a:cxnLst/>
              <a:rect l="l" t="t" r="r" b="b"/>
              <a:pathLst>
                <a:path w="1436" h="719" extrusionOk="0">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75"/>
            <p:cNvSpPr/>
            <p:nvPr/>
          </p:nvSpPr>
          <p:spPr>
            <a:xfrm>
              <a:off x="6454279" y="2991501"/>
              <a:ext cx="25157" cy="15598"/>
            </a:xfrm>
            <a:custGeom>
              <a:avLst/>
              <a:gdLst/>
              <a:ahLst/>
              <a:cxnLst/>
              <a:rect l="l" t="t" r="r" b="b"/>
              <a:pathLst>
                <a:path w="958" h="594" extrusionOk="0">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75"/>
            <p:cNvSpPr/>
            <p:nvPr/>
          </p:nvSpPr>
          <p:spPr>
            <a:xfrm>
              <a:off x="6441700" y="3142286"/>
              <a:ext cx="62866" cy="25157"/>
            </a:xfrm>
            <a:custGeom>
              <a:avLst/>
              <a:gdLst/>
              <a:ahLst/>
              <a:cxnLst/>
              <a:rect l="l" t="t" r="r" b="b"/>
              <a:pathLst>
                <a:path w="2394" h="958" extrusionOk="0">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75"/>
            <p:cNvSpPr/>
            <p:nvPr/>
          </p:nvSpPr>
          <p:spPr>
            <a:xfrm>
              <a:off x="6460555" y="3123431"/>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75"/>
            <p:cNvSpPr/>
            <p:nvPr/>
          </p:nvSpPr>
          <p:spPr>
            <a:xfrm>
              <a:off x="6454279" y="3092024"/>
              <a:ext cx="37709" cy="44012"/>
            </a:xfrm>
            <a:custGeom>
              <a:avLst/>
              <a:gdLst/>
              <a:ahLst/>
              <a:cxnLst/>
              <a:rect l="l" t="t" r="r" b="b"/>
              <a:pathLst>
                <a:path w="1436" h="1676" extrusionOk="0">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75"/>
            <p:cNvSpPr/>
            <p:nvPr/>
          </p:nvSpPr>
          <p:spPr>
            <a:xfrm>
              <a:off x="6454069" y="3092024"/>
              <a:ext cx="25367" cy="43933"/>
            </a:xfrm>
            <a:custGeom>
              <a:avLst/>
              <a:gdLst/>
              <a:ahLst/>
              <a:cxnLst/>
              <a:rect l="l" t="t" r="r" b="b"/>
              <a:pathLst>
                <a:path w="966" h="1673" extrusionOk="0">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75"/>
            <p:cNvSpPr/>
            <p:nvPr/>
          </p:nvSpPr>
          <p:spPr>
            <a:xfrm>
              <a:off x="6454279" y="3092024"/>
              <a:ext cx="37709" cy="18881"/>
            </a:xfrm>
            <a:custGeom>
              <a:avLst/>
              <a:gdLst/>
              <a:ahLst/>
              <a:cxnLst/>
              <a:rect l="l" t="t" r="r" b="b"/>
              <a:pathLst>
                <a:path w="1436" h="719" extrusionOk="0">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75"/>
            <p:cNvSpPr/>
            <p:nvPr/>
          </p:nvSpPr>
          <p:spPr>
            <a:xfrm>
              <a:off x="6454279" y="3092024"/>
              <a:ext cx="25157" cy="15598"/>
            </a:xfrm>
            <a:custGeom>
              <a:avLst/>
              <a:gdLst/>
              <a:ahLst/>
              <a:cxnLst/>
              <a:rect l="l" t="t" r="r" b="b"/>
              <a:pathLst>
                <a:path w="958" h="594" extrusionOk="0">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75"/>
            <p:cNvSpPr/>
            <p:nvPr/>
          </p:nvSpPr>
          <p:spPr>
            <a:xfrm>
              <a:off x="6284377" y="3048039"/>
              <a:ext cx="75419" cy="94273"/>
            </a:xfrm>
            <a:custGeom>
              <a:avLst/>
              <a:gdLst/>
              <a:ahLst/>
              <a:cxnLst/>
              <a:rect l="l" t="t" r="r" b="b"/>
              <a:pathLst>
                <a:path w="2872" h="3590" extrusionOk="0">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75"/>
            <p:cNvSpPr/>
            <p:nvPr/>
          </p:nvSpPr>
          <p:spPr>
            <a:xfrm>
              <a:off x="6308247" y="3048039"/>
              <a:ext cx="27678" cy="18750"/>
            </a:xfrm>
            <a:custGeom>
              <a:avLst/>
              <a:gdLst/>
              <a:ahLst/>
              <a:cxnLst/>
              <a:rect l="l" t="t" r="r" b="b"/>
              <a:pathLst>
                <a:path w="1054" h="714" extrusionOk="0">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75"/>
            <p:cNvSpPr/>
            <p:nvPr/>
          </p:nvSpPr>
          <p:spPr>
            <a:xfrm>
              <a:off x="6284377" y="3067891"/>
              <a:ext cx="75681" cy="74421"/>
            </a:xfrm>
            <a:custGeom>
              <a:avLst/>
              <a:gdLst/>
              <a:ahLst/>
              <a:cxnLst/>
              <a:rect l="l" t="t" r="r" b="b"/>
              <a:pathLst>
                <a:path w="2882" h="2834" extrusionOk="0">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75"/>
            <p:cNvSpPr/>
            <p:nvPr/>
          </p:nvSpPr>
          <p:spPr>
            <a:xfrm>
              <a:off x="6296955" y="2997777"/>
              <a:ext cx="50288" cy="56590"/>
            </a:xfrm>
            <a:custGeom>
              <a:avLst/>
              <a:gdLst/>
              <a:ahLst/>
              <a:cxnLst/>
              <a:rect l="l" t="t" r="r" b="b"/>
              <a:pathLst>
                <a:path w="1915" h="2155" extrusionOk="0">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75"/>
            <p:cNvSpPr/>
            <p:nvPr/>
          </p:nvSpPr>
          <p:spPr>
            <a:xfrm>
              <a:off x="6296955" y="2997777"/>
              <a:ext cx="34689" cy="56485"/>
            </a:xfrm>
            <a:custGeom>
              <a:avLst/>
              <a:gdLst/>
              <a:ahLst/>
              <a:cxnLst/>
              <a:rect l="l" t="t" r="r" b="b"/>
              <a:pathLst>
                <a:path w="1321" h="2151" extrusionOk="0">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75"/>
            <p:cNvSpPr/>
            <p:nvPr/>
          </p:nvSpPr>
          <p:spPr>
            <a:xfrm>
              <a:off x="6296955" y="2997777"/>
              <a:ext cx="50288" cy="25157"/>
            </a:xfrm>
            <a:custGeom>
              <a:avLst/>
              <a:gdLst/>
              <a:ahLst/>
              <a:cxnLst/>
              <a:rect l="l" t="t" r="r" b="b"/>
              <a:pathLst>
                <a:path w="1915" h="958" extrusionOk="0">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4" name="Google Shape;11944;p75"/>
            <p:cNvSpPr/>
            <p:nvPr/>
          </p:nvSpPr>
          <p:spPr>
            <a:xfrm>
              <a:off x="6296955" y="2997777"/>
              <a:ext cx="34689" cy="22899"/>
            </a:xfrm>
            <a:custGeom>
              <a:avLst/>
              <a:gdLst/>
              <a:ahLst/>
              <a:cxnLst/>
              <a:rect l="l" t="t" r="r" b="b"/>
              <a:pathLst>
                <a:path w="1321" h="872" extrusionOk="0">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75"/>
            <p:cNvSpPr/>
            <p:nvPr/>
          </p:nvSpPr>
          <p:spPr>
            <a:xfrm>
              <a:off x="6284377" y="3078947"/>
              <a:ext cx="31459" cy="63365"/>
            </a:xfrm>
            <a:custGeom>
              <a:avLst/>
              <a:gdLst/>
              <a:ahLst/>
              <a:cxnLst/>
              <a:rect l="l" t="t" r="r" b="b"/>
              <a:pathLst>
                <a:path w="1198" h="2413" extrusionOk="0">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75"/>
            <p:cNvSpPr/>
            <p:nvPr/>
          </p:nvSpPr>
          <p:spPr>
            <a:xfrm>
              <a:off x="6328625" y="3078947"/>
              <a:ext cx="31433" cy="63365"/>
            </a:xfrm>
            <a:custGeom>
              <a:avLst/>
              <a:gdLst/>
              <a:ahLst/>
              <a:cxnLst/>
              <a:rect l="l" t="t" r="r" b="b"/>
              <a:pathLst>
                <a:path w="1197" h="2413" extrusionOk="0">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7" name="Google Shape;11947;p75"/>
            <p:cNvSpPr/>
            <p:nvPr/>
          </p:nvSpPr>
          <p:spPr>
            <a:xfrm>
              <a:off x="6309770" y="3129734"/>
              <a:ext cx="25157" cy="12579"/>
            </a:xfrm>
            <a:custGeom>
              <a:avLst/>
              <a:gdLst/>
              <a:ahLst/>
              <a:cxnLst/>
              <a:rect l="l" t="t" r="r" b="b"/>
              <a:pathLst>
                <a:path w="958" h="479" extrusionOk="0">
                  <a:moveTo>
                    <a:pt x="0" y="0"/>
                  </a:moveTo>
                  <a:lnTo>
                    <a:pt x="0" y="479"/>
                  </a:lnTo>
                  <a:lnTo>
                    <a:pt x="957" y="479"/>
                  </a:lnTo>
                  <a:lnTo>
                    <a:pt x="9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8" name="Google Shape;11948;p75"/>
          <p:cNvGrpSpPr/>
          <p:nvPr/>
        </p:nvGrpSpPr>
        <p:grpSpPr>
          <a:xfrm>
            <a:off x="6633976" y="2900274"/>
            <a:ext cx="389803" cy="364673"/>
            <a:chOff x="6633976" y="2900274"/>
            <a:chExt cx="389803" cy="364673"/>
          </a:xfrm>
        </p:grpSpPr>
        <p:sp>
          <p:nvSpPr>
            <p:cNvPr id="11949" name="Google Shape;11949;p75"/>
            <p:cNvSpPr/>
            <p:nvPr/>
          </p:nvSpPr>
          <p:spPr>
            <a:xfrm>
              <a:off x="6847838" y="2937957"/>
              <a:ext cx="175942" cy="184109"/>
            </a:xfrm>
            <a:custGeom>
              <a:avLst/>
              <a:gdLst/>
              <a:ahLst/>
              <a:cxnLst/>
              <a:rect l="l" t="t" r="r" b="b"/>
              <a:pathLst>
                <a:path w="6700" h="7011" extrusionOk="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75"/>
            <p:cNvSpPr/>
            <p:nvPr/>
          </p:nvSpPr>
          <p:spPr>
            <a:xfrm>
              <a:off x="6910651" y="2937957"/>
              <a:ext cx="50288" cy="119404"/>
            </a:xfrm>
            <a:custGeom>
              <a:avLst/>
              <a:gdLst/>
              <a:ahLst/>
              <a:cxnLst/>
              <a:rect l="l" t="t" r="r" b="b"/>
              <a:pathLst>
                <a:path w="1915" h="4547" extrusionOk="0">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75"/>
            <p:cNvSpPr/>
            <p:nvPr/>
          </p:nvSpPr>
          <p:spPr>
            <a:xfrm>
              <a:off x="6923493" y="2900274"/>
              <a:ext cx="24632" cy="100550"/>
            </a:xfrm>
            <a:custGeom>
              <a:avLst/>
              <a:gdLst/>
              <a:ahLst/>
              <a:cxnLst/>
              <a:rect l="l" t="t" r="r" b="b"/>
              <a:pathLst>
                <a:path w="938" h="3829" extrusionOk="0">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75"/>
            <p:cNvSpPr/>
            <p:nvPr/>
          </p:nvSpPr>
          <p:spPr>
            <a:xfrm>
              <a:off x="6923230" y="3019652"/>
              <a:ext cx="25157" cy="25157"/>
            </a:xfrm>
            <a:custGeom>
              <a:avLst/>
              <a:gdLst/>
              <a:ahLst/>
              <a:cxnLst/>
              <a:rect l="l" t="t" r="r" b="b"/>
              <a:pathLst>
                <a:path w="958" h="958" extrusionOk="0">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75"/>
            <p:cNvSpPr/>
            <p:nvPr/>
          </p:nvSpPr>
          <p:spPr>
            <a:xfrm>
              <a:off x="6633976" y="3176713"/>
              <a:ext cx="213625" cy="88234"/>
            </a:xfrm>
            <a:custGeom>
              <a:avLst/>
              <a:gdLst/>
              <a:ahLst/>
              <a:cxnLst/>
              <a:rect l="l" t="t" r="r" b="b"/>
              <a:pathLst>
                <a:path w="8135" h="3360" extrusionOk="0">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75"/>
            <p:cNvSpPr/>
            <p:nvPr/>
          </p:nvSpPr>
          <p:spPr>
            <a:xfrm>
              <a:off x="6728460" y="3201843"/>
              <a:ext cx="25157" cy="63103"/>
            </a:xfrm>
            <a:custGeom>
              <a:avLst/>
              <a:gdLst/>
              <a:ahLst/>
              <a:cxnLst/>
              <a:rect l="l" t="t" r="r" b="b"/>
              <a:pathLst>
                <a:path w="958" h="2403" extrusionOk="0">
                  <a:moveTo>
                    <a:pt x="221" y="1"/>
                  </a:moveTo>
                  <a:lnTo>
                    <a:pt x="0" y="2403"/>
                  </a:lnTo>
                  <a:lnTo>
                    <a:pt x="957" y="2403"/>
                  </a:lnTo>
                  <a:lnTo>
                    <a:pt x="72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75"/>
            <p:cNvSpPr/>
            <p:nvPr/>
          </p:nvSpPr>
          <p:spPr>
            <a:xfrm>
              <a:off x="6729956" y="3189291"/>
              <a:ext cx="21901" cy="21376"/>
            </a:xfrm>
            <a:custGeom>
              <a:avLst/>
              <a:gdLst/>
              <a:ahLst/>
              <a:cxnLst/>
              <a:rect l="l" t="t" r="r" b="b"/>
              <a:pathLst>
                <a:path w="834" h="814" extrusionOk="0">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75"/>
            <p:cNvSpPr/>
            <p:nvPr/>
          </p:nvSpPr>
          <p:spPr>
            <a:xfrm>
              <a:off x="6810128" y="3202605"/>
              <a:ext cx="37736" cy="62341"/>
            </a:xfrm>
            <a:custGeom>
              <a:avLst/>
              <a:gdLst/>
              <a:ahLst/>
              <a:cxnLst/>
              <a:rect l="l" t="t" r="r" b="b"/>
              <a:pathLst>
                <a:path w="1437" h="2374" extrusionOk="0">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75"/>
            <p:cNvSpPr/>
            <p:nvPr/>
          </p:nvSpPr>
          <p:spPr>
            <a:xfrm>
              <a:off x="6671922" y="2981942"/>
              <a:ext cx="138233" cy="100550"/>
            </a:xfrm>
            <a:custGeom>
              <a:avLst/>
              <a:gdLst/>
              <a:ahLst/>
              <a:cxnLst/>
              <a:rect l="l" t="t" r="r" b="b"/>
              <a:pathLst>
                <a:path w="5264" h="3829" extrusionOk="0">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75"/>
            <p:cNvSpPr/>
            <p:nvPr/>
          </p:nvSpPr>
          <p:spPr>
            <a:xfrm>
              <a:off x="6703066" y="2981942"/>
              <a:ext cx="107088" cy="100550"/>
            </a:xfrm>
            <a:custGeom>
              <a:avLst/>
              <a:gdLst/>
              <a:ahLst/>
              <a:cxnLst/>
              <a:rect l="l" t="t" r="r" b="b"/>
              <a:pathLst>
                <a:path w="4078" h="3829" extrusionOk="0">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75"/>
            <p:cNvSpPr/>
            <p:nvPr/>
          </p:nvSpPr>
          <p:spPr>
            <a:xfrm>
              <a:off x="6703066" y="3132727"/>
              <a:ext cx="75681" cy="56590"/>
            </a:xfrm>
            <a:custGeom>
              <a:avLst/>
              <a:gdLst/>
              <a:ahLst/>
              <a:cxnLst/>
              <a:rect l="l" t="t" r="r" b="b"/>
              <a:pathLst>
                <a:path w="2882" h="2155" extrusionOk="0">
                  <a:moveTo>
                    <a:pt x="1" y="1"/>
                  </a:moveTo>
                  <a:lnTo>
                    <a:pt x="1" y="2154"/>
                  </a:lnTo>
                  <a:lnTo>
                    <a:pt x="2882" y="2154"/>
                  </a:lnTo>
                  <a:lnTo>
                    <a:pt x="288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75"/>
            <p:cNvSpPr/>
            <p:nvPr/>
          </p:nvSpPr>
          <p:spPr>
            <a:xfrm>
              <a:off x="6703329" y="3132727"/>
              <a:ext cx="75419" cy="31565"/>
            </a:xfrm>
            <a:custGeom>
              <a:avLst/>
              <a:gdLst/>
              <a:ahLst/>
              <a:cxnLst/>
              <a:rect l="l" t="t" r="r" b="b"/>
              <a:pathLst>
                <a:path w="2872" h="1202" extrusionOk="0">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75"/>
            <p:cNvSpPr/>
            <p:nvPr/>
          </p:nvSpPr>
          <p:spPr>
            <a:xfrm>
              <a:off x="6690750" y="3166314"/>
              <a:ext cx="50288" cy="45036"/>
            </a:xfrm>
            <a:custGeom>
              <a:avLst/>
              <a:gdLst/>
              <a:ahLst/>
              <a:cxnLst/>
              <a:rect l="l" t="t" r="r" b="b"/>
              <a:pathLst>
                <a:path w="1915" h="1715" extrusionOk="0">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75"/>
            <p:cNvSpPr/>
            <p:nvPr/>
          </p:nvSpPr>
          <p:spPr>
            <a:xfrm>
              <a:off x="6741012" y="3166314"/>
              <a:ext cx="50314" cy="45036"/>
            </a:xfrm>
            <a:custGeom>
              <a:avLst/>
              <a:gdLst/>
              <a:ahLst/>
              <a:cxnLst/>
              <a:rect l="l" t="t" r="r" b="b"/>
              <a:pathLst>
                <a:path w="1916" h="1715" extrusionOk="0">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75"/>
            <p:cNvSpPr/>
            <p:nvPr/>
          </p:nvSpPr>
          <p:spPr>
            <a:xfrm>
              <a:off x="6677935" y="3032887"/>
              <a:ext cx="125943" cy="118721"/>
            </a:xfrm>
            <a:custGeom>
              <a:avLst/>
              <a:gdLst/>
              <a:ahLst/>
              <a:cxnLst/>
              <a:rect l="l" t="t" r="r" b="b"/>
              <a:pathLst>
                <a:path w="4796" h="4521" extrusionOk="0">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4" name="Google Shape;11964;p75"/>
            <p:cNvSpPr/>
            <p:nvPr/>
          </p:nvSpPr>
          <p:spPr>
            <a:xfrm>
              <a:off x="6677935" y="3033044"/>
              <a:ext cx="113391" cy="118328"/>
            </a:xfrm>
            <a:custGeom>
              <a:avLst/>
              <a:gdLst/>
              <a:ahLst/>
              <a:cxnLst/>
              <a:rect l="l" t="t" r="r" b="b"/>
              <a:pathLst>
                <a:path w="4318" h="4506" extrusionOk="0">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75"/>
            <p:cNvSpPr/>
            <p:nvPr/>
          </p:nvSpPr>
          <p:spPr>
            <a:xfrm>
              <a:off x="6633976" y="3202605"/>
              <a:ext cx="37709" cy="62341"/>
            </a:xfrm>
            <a:custGeom>
              <a:avLst/>
              <a:gdLst/>
              <a:ahLst/>
              <a:cxnLst/>
              <a:rect l="l" t="t" r="r" b="b"/>
              <a:pathLst>
                <a:path w="1436" h="2374" extrusionOk="0">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6" name="Google Shape;11966;p75"/>
          <p:cNvGrpSpPr/>
          <p:nvPr/>
        </p:nvGrpSpPr>
        <p:grpSpPr>
          <a:xfrm>
            <a:off x="7517835" y="2885437"/>
            <a:ext cx="364935" cy="382529"/>
            <a:chOff x="7517835" y="2885437"/>
            <a:chExt cx="364935" cy="382529"/>
          </a:xfrm>
        </p:grpSpPr>
        <p:sp>
          <p:nvSpPr>
            <p:cNvPr id="11967" name="Google Shape;11967;p75"/>
            <p:cNvSpPr/>
            <p:nvPr/>
          </p:nvSpPr>
          <p:spPr>
            <a:xfrm>
              <a:off x="7517835" y="3182752"/>
              <a:ext cx="72924" cy="57063"/>
            </a:xfrm>
            <a:custGeom>
              <a:avLst/>
              <a:gdLst/>
              <a:ahLst/>
              <a:cxnLst/>
              <a:rect l="l" t="t" r="r" b="b"/>
              <a:pathLst>
                <a:path w="2777" h="2173" extrusionOk="0">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75"/>
            <p:cNvSpPr/>
            <p:nvPr/>
          </p:nvSpPr>
          <p:spPr>
            <a:xfrm>
              <a:off x="7517835" y="3202106"/>
              <a:ext cx="73160" cy="65860"/>
            </a:xfrm>
            <a:custGeom>
              <a:avLst/>
              <a:gdLst/>
              <a:ahLst/>
              <a:cxnLst/>
              <a:rect l="l" t="t" r="r" b="b"/>
              <a:pathLst>
                <a:path w="2786" h="2508" extrusionOk="0">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75"/>
            <p:cNvSpPr/>
            <p:nvPr/>
          </p:nvSpPr>
          <p:spPr>
            <a:xfrm>
              <a:off x="7540970" y="3182752"/>
              <a:ext cx="26654" cy="18303"/>
            </a:xfrm>
            <a:custGeom>
              <a:avLst/>
              <a:gdLst/>
              <a:ahLst/>
              <a:cxnLst/>
              <a:rect l="l" t="t" r="r" b="b"/>
              <a:pathLst>
                <a:path w="1015" h="697" extrusionOk="0">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75"/>
            <p:cNvSpPr/>
            <p:nvPr/>
          </p:nvSpPr>
          <p:spPr>
            <a:xfrm>
              <a:off x="7530151" y="3133988"/>
              <a:ext cx="48528" cy="55067"/>
            </a:xfrm>
            <a:custGeom>
              <a:avLst/>
              <a:gdLst/>
              <a:ahLst/>
              <a:cxnLst/>
              <a:rect l="l" t="t" r="r" b="b"/>
              <a:pathLst>
                <a:path w="1848" h="2097" extrusionOk="0">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1" name="Google Shape;11971;p75"/>
            <p:cNvSpPr/>
            <p:nvPr/>
          </p:nvSpPr>
          <p:spPr>
            <a:xfrm>
              <a:off x="7529915" y="3133988"/>
              <a:ext cx="33692" cy="54883"/>
            </a:xfrm>
            <a:custGeom>
              <a:avLst/>
              <a:gdLst/>
              <a:ahLst/>
              <a:cxnLst/>
              <a:rect l="l" t="t" r="r" b="b"/>
              <a:pathLst>
                <a:path w="1283" h="2090" extrusionOk="0">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75"/>
            <p:cNvSpPr/>
            <p:nvPr/>
          </p:nvSpPr>
          <p:spPr>
            <a:xfrm>
              <a:off x="7529915" y="3133988"/>
              <a:ext cx="48765" cy="24658"/>
            </a:xfrm>
            <a:custGeom>
              <a:avLst/>
              <a:gdLst/>
              <a:ahLst/>
              <a:cxnLst/>
              <a:rect l="l" t="t" r="r" b="b"/>
              <a:pathLst>
                <a:path w="1857" h="939" extrusionOk="0">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75"/>
            <p:cNvSpPr/>
            <p:nvPr/>
          </p:nvSpPr>
          <p:spPr>
            <a:xfrm>
              <a:off x="7529915"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75"/>
            <p:cNvSpPr/>
            <p:nvPr/>
          </p:nvSpPr>
          <p:spPr>
            <a:xfrm>
              <a:off x="7517835"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75"/>
            <p:cNvSpPr/>
            <p:nvPr/>
          </p:nvSpPr>
          <p:spPr>
            <a:xfrm>
              <a:off x="7572640" y="3212663"/>
              <a:ext cx="18119" cy="55304"/>
            </a:xfrm>
            <a:custGeom>
              <a:avLst/>
              <a:gdLst/>
              <a:ahLst/>
              <a:cxnLst/>
              <a:rect l="l" t="t" r="r" b="b"/>
              <a:pathLst>
                <a:path w="690" h="2106" extrusionOk="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75"/>
            <p:cNvSpPr/>
            <p:nvPr/>
          </p:nvSpPr>
          <p:spPr>
            <a:xfrm>
              <a:off x="7615102"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75"/>
            <p:cNvSpPr/>
            <p:nvPr/>
          </p:nvSpPr>
          <p:spPr>
            <a:xfrm>
              <a:off x="7615102" y="3202106"/>
              <a:ext cx="73160" cy="65860"/>
            </a:xfrm>
            <a:custGeom>
              <a:avLst/>
              <a:gdLst/>
              <a:ahLst/>
              <a:cxnLst/>
              <a:rect l="l" t="t" r="r" b="b"/>
              <a:pathLst>
                <a:path w="2786" h="2508" extrusionOk="0">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75"/>
            <p:cNvSpPr/>
            <p:nvPr/>
          </p:nvSpPr>
          <p:spPr>
            <a:xfrm>
              <a:off x="7638211" y="3182752"/>
              <a:ext cx="26916" cy="18303"/>
            </a:xfrm>
            <a:custGeom>
              <a:avLst/>
              <a:gdLst/>
              <a:ahLst/>
              <a:cxnLst/>
              <a:rect l="l" t="t" r="r" b="b"/>
              <a:pathLst>
                <a:path w="1025" h="697" extrusionOk="0">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75"/>
            <p:cNvSpPr/>
            <p:nvPr/>
          </p:nvSpPr>
          <p:spPr>
            <a:xfrm>
              <a:off x="7627418" y="3133988"/>
              <a:ext cx="48791" cy="55067"/>
            </a:xfrm>
            <a:custGeom>
              <a:avLst/>
              <a:gdLst/>
              <a:ahLst/>
              <a:cxnLst/>
              <a:rect l="l" t="t" r="r" b="b"/>
              <a:pathLst>
                <a:path w="1858" h="2097" extrusionOk="0">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75"/>
            <p:cNvSpPr/>
            <p:nvPr/>
          </p:nvSpPr>
          <p:spPr>
            <a:xfrm>
              <a:off x="7627156" y="3133988"/>
              <a:ext cx="33718" cy="54883"/>
            </a:xfrm>
            <a:custGeom>
              <a:avLst/>
              <a:gdLst/>
              <a:ahLst/>
              <a:cxnLst/>
              <a:rect l="l" t="t" r="r" b="b"/>
              <a:pathLst>
                <a:path w="1284" h="2090" extrusionOk="0">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75"/>
            <p:cNvSpPr/>
            <p:nvPr/>
          </p:nvSpPr>
          <p:spPr>
            <a:xfrm>
              <a:off x="7627418" y="3133988"/>
              <a:ext cx="48791" cy="24658"/>
            </a:xfrm>
            <a:custGeom>
              <a:avLst/>
              <a:gdLst/>
              <a:ahLst/>
              <a:cxnLst/>
              <a:rect l="l" t="t" r="r" b="b"/>
              <a:pathLst>
                <a:path w="1858" h="939" extrusionOk="0">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75"/>
            <p:cNvSpPr/>
            <p:nvPr/>
          </p:nvSpPr>
          <p:spPr>
            <a:xfrm>
              <a:off x="7627156" y="3133988"/>
              <a:ext cx="33718" cy="22137"/>
            </a:xfrm>
            <a:custGeom>
              <a:avLst/>
              <a:gdLst/>
              <a:ahLst/>
              <a:cxnLst/>
              <a:rect l="l" t="t" r="r" b="b"/>
              <a:pathLst>
                <a:path w="1284" h="843" extrusionOk="0">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75"/>
            <p:cNvSpPr/>
            <p:nvPr/>
          </p:nvSpPr>
          <p:spPr>
            <a:xfrm>
              <a:off x="7615102" y="3212899"/>
              <a:ext cx="18382" cy="55067"/>
            </a:xfrm>
            <a:custGeom>
              <a:avLst/>
              <a:gdLst/>
              <a:ahLst/>
              <a:cxnLst/>
              <a:rect l="l" t="t" r="r" b="b"/>
              <a:pathLst>
                <a:path w="700" h="2097" extrusionOk="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75"/>
            <p:cNvSpPr/>
            <p:nvPr/>
          </p:nvSpPr>
          <p:spPr>
            <a:xfrm>
              <a:off x="7669881" y="3212663"/>
              <a:ext cx="18119" cy="55304"/>
            </a:xfrm>
            <a:custGeom>
              <a:avLst/>
              <a:gdLst/>
              <a:ahLst/>
              <a:cxnLst/>
              <a:rect l="l" t="t" r="r" b="b"/>
              <a:pathLst>
                <a:path w="690" h="2106" extrusionOk="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75"/>
            <p:cNvSpPr/>
            <p:nvPr/>
          </p:nvSpPr>
          <p:spPr>
            <a:xfrm>
              <a:off x="7712369"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75"/>
            <p:cNvSpPr/>
            <p:nvPr/>
          </p:nvSpPr>
          <p:spPr>
            <a:xfrm>
              <a:off x="7712369" y="3202106"/>
              <a:ext cx="73160" cy="65860"/>
            </a:xfrm>
            <a:custGeom>
              <a:avLst/>
              <a:gdLst/>
              <a:ahLst/>
              <a:cxnLst/>
              <a:rect l="l" t="t" r="r" b="b"/>
              <a:pathLst>
                <a:path w="2786" h="2508" extrusionOk="0">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75"/>
            <p:cNvSpPr/>
            <p:nvPr/>
          </p:nvSpPr>
          <p:spPr>
            <a:xfrm>
              <a:off x="7735741" y="3182752"/>
              <a:ext cx="26654" cy="18303"/>
            </a:xfrm>
            <a:custGeom>
              <a:avLst/>
              <a:gdLst/>
              <a:ahLst/>
              <a:cxnLst/>
              <a:rect l="l" t="t" r="r" b="b"/>
              <a:pathLst>
                <a:path w="1015" h="697" extrusionOk="0">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8" name="Google Shape;11988;p75"/>
            <p:cNvSpPr/>
            <p:nvPr/>
          </p:nvSpPr>
          <p:spPr>
            <a:xfrm>
              <a:off x="7724685" y="3133988"/>
              <a:ext cx="48765" cy="55067"/>
            </a:xfrm>
            <a:custGeom>
              <a:avLst/>
              <a:gdLst/>
              <a:ahLst/>
              <a:cxnLst/>
              <a:rect l="l" t="t" r="r" b="b"/>
              <a:pathLst>
                <a:path w="1857" h="2097" extrusionOk="0">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75"/>
            <p:cNvSpPr/>
            <p:nvPr/>
          </p:nvSpPr>
          <p:spPr>
            <a:xfrm>
              <a:off x="7724423" y="3133988"/>
              <a:ext cx="33692" cy="54883"/>
            </a:xfrm>
            <a:custGeom>
              <a:avLst/>
              <a:gdLst/>
              <a:ahLst/>
              <a:cxnLst/>
              <a:rect l="l" t="t" r="r" b="b"/>
              <a:pathLst>
                <a:path w="1283" h="2090" extrusionOk="0">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75"/>
            <p:cNvSpPr/>
            <p:nvPr/>
          </p:nvSpPr>
          <p:spPr>
            <a:xfrm>
              <a:off x="7724685" y="3133988"/>
              <a:ext cx="48528" cy="24422"/>
            </a:xfrm>
            <a:custGeom>
              <a:avLst/>
              <a:gdLst/>
              <a:ahLst/>
              <a:cxnLst/>
              <a:rect l="l" t="t" r="r" b="b"/>
              <a:pathLst>
                <a:path w="1848" h="930" extrusionOk="0">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75"/>
            <p:cNvSpPr/>
            <p:nvPr/>
          </p:nvSpPr>
          <p:spPr>
            <a:xfrm>
              <a:off x="7724423" y="3133988"/>
              <a:ext cx="33692" cy="22137"/>
            </a:xfrm>
            <a:custGeom>
              <a:avLst/>
              <a:gdLst/>
              <a:ahLst/>
              <a:cxnLst/>
              <a:rect l="l" t="t" r="r" b="b"/>
              <a:pathLst>
                <a:path w="1283" h="843" extrusionOk="0">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75"/>
            <p:cNvSpPr/>
            <p:nvPr/>
          </p:nvSpPr>
          <p:spPr>
            <a:xfrm>
              <a:off x="7712369" y="3212899"/>
              <a:ext cx="18356" cy="55067"/>
            </a:xfrm>
            <a:custGeom>
              <a:avLst/>
              <a:gdLst/>
              <a:ahLst/>
              <a:cxnLst/>
              <a:rect l="l" t="t" r="r" b="b"/>
              <a:pathLst>
                <a:path w="699" h="2097" extrusionOk="0">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75"/>
            <p:cNvSpPr/>
            <p:nvPr/>
          </p:nvSpPr>
          <p:spPr>
            <a:xfrm>
              <a:off x="7767148" y="3212663"/>
              <a:ext cx="18382" cy="55304"/>
            </a:xfrm>
            <a:custGeom>
              <a:avLst/>
              <a:gdLst/>
              <a:ahLst/>
              <a:cxnLst/>
              <a:rect l="l" t="t" r="r" b="b"/>
              <a:pathLst>
                <a:path w="700" h="2106" extrusionOk="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75"/>
            <p:cNvSpPr/>
            <p:nvPr/>
          </p:nvSpPr>
          <p:spPr>
            <a:xfrm>
              <a:off x="7809873" y="3182752"/>
              <a:ext cx="72898" cy="57063"/>
            </a:xfrm>
            <a:custGeom>
              <a:avLst/>
              <a:gdLst/>
              <a:ahLst/>
              <a:cxnLst/>
              <a:rect l="l" t="t" r="r" b="b"/>
              <a:pathLst>
                <a:path w="2776" h="2173" extrusionOk="0">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75"/>
            <p:cNvSpPr/>
            <p:nvPr/>
          </p:nvSpPr>
          <p:spPr>
            <a:xfrm>
              <a:off x="7809610" y="3202106"/>
              <a:ext cx="73160" cy="65860"/>
            </a:xfrm>
            <a:custGeom>
              <a:avLst/>
              <a:gdLst/>
              <a:ahLst/>
              <a:cxnLst/>
              <a:rect l="l" t="t" r="r" b="b"/>
              <a:pathLst>
                <a:path w="2786" h="2508" extrusionOk="0">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75"/>
            <p:cNvSpPr/>
            <p:nvPr/>
          </p:nvSpPr>
          <p:spPr>
            <a:xfrm>
              <a:off x="7832981" y="3182752"/>
              <a:ext cx="26680" cy="18303"/>
            </a:xfrm>
            <a:custGeom>
              <a:avLst/>
              <a:gdLst/>
              <a:ahLst/>
              <a:cxnLst/>
              <a:rect l="l" t="t" r="r" b="b"/>
              <a:pathLst>
                <a:path w="1016" h="697" extrusionOk="0">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75"/>
            <p:cNvSpPr/>
            <p:nvPr/>
          </p:nvSpPr>
          <p:spPr>
            <a:xfrm>
              <a:off x="7821926" y="3133988"/>
              <a:ext cx="48791" cy="55067"/>
            </a:xfrm>
            <a:custGeom>
              <a:avLst/>
              <a:gdLst/>
              <a:ahLst/>
              <a:cxnLst/>
              <a:rect l="l" t="t" r="r" b="b"/>
              <a:pathLst>
                <a:path w="1858" h="2097" extrusionOk="0">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75"/>
            <p:cNvSpPr/>
            <p:nvPr/>
          </p:nvSpPr>
          <p:spPr>
            <a:xfrm>
              <a:off x="7821690" y="3133988"/>
              <a:ext cx="33692" cy="54883"/>
            </a:xfrm>
            <a:custGeom>
              <a:avLst/>
              <a:gdLst/>
              <a:ahLst/>
              <a:cxnLst/>
              <a:rect l="l" t="t" r="r" b="b"/>
              <a:pathLst>
                <a:path w="1283" h="2090" extrusionOk="0">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75"/>
            <p:cNvSpPr/>
            <p:nvPr/>
          </p:nvSpPr>
          <p:spPr>
            <a:xfrm>
              <a:off x="7821926" y="3133988"/>
              <a:ext cx="48528" cy="24422"/>
            </a:xfrm>
            <a:custGeom>
              <a:avLst/>
              <a:gdLst/>
              <a:ahLst/>
              <a:cxnLst/>
              <a:rect l="l" t="t" r="r" b="b"/>
              <a:pathLst>
                <a:path w="1848" h="930" extrusionOk="0">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75"/>
            <p:cNvSpPr/>
            <p:nvPr/>
          </p:nvSpPr>
          <p:spPr>
            <a:xfrm>
              <a:off x="7821690"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75"/>
            <p:cNvSpPr/>
            <p:nvPr/>
          </p:nvSpPr>
          <p:spPr>
            <a:xfrm>
              <a:off x="7809610"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75"/>
            <p:cNvSpPr/>
            <p:nvPr/>
          </p:nvSpPr>
          <p:spPr>
            <a:xfrm>
              <a:off x="7864415" y="3212663"/>
              <a:ext cx="18356" cy="55304"/>
            </a:xfrm>
            <a:custGeom>
              <a:avLst/>
              <a:gdLst/>
              <a:ahLst/>
              <a:cxnLst/>
              <a:rect l="l" t="t" r="r" b="b"/>
              <a:pathLst>
                <a:path w="699" h="2106" extrusionOk="0">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75"/>
            <p:cNvSpPr/>
            <p:nvPr/>
          </p:nvSpPr>
          <p:spPr>
            <a:xfrm>
              <a:off x="7548008" y="2885437"/>
              <a:ext cx="304616" cy="237075"/>
            </a:xfrm>
            <a:custGeom>
              <a:avLst/>
              <a:gdLst/>
              <a:ahLst/>
              <a:cxnLst/>
              <a:rect l="l" t="t" r="r" b="b"/>
              <a:pathLst>
                <a:path w="11600" h="9028" extrusionOk="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4" name="Google Shape;12004;p75"/>
          <p:cNvGrpSpPr/>
          <p:nvPr/>
        </p:nvGrpSpPr>
        <p:grpSpPr>
          <a:xfrm>
            <a:off x="7087591" y="2887144"/>
            <a:ext cx="358160" cy="385602"/>
            <a:chOff x="7087591" y="2887144"/>
            <a:chExt cx="358160" cy="385602"/>
          </a:xfrm>
        </p:grpSpPr>
        <p:sp>
          <p:nvSpPr>
            <p:cNvPr id="12005" name="Google Shape;12005;p75"/>
            <p:cNvSpPr/>
            <p:nvPr/>
          </p:nvSpPr>
          <p:spPr>
            <a:xfrm>
              <a:off x="7266527" y="2904554"/>
              <a:ext cx="89494" cy="49264"/>
            </a:xfrm>
            <a:custGeom>
              <a:avLst/>
              <a:gdLst/>
              <a:ahLst/>
              <a:cxnLst/>
              <a:rect l="l" t="t" r="r" b="b"/>
              <a:pathLst>
                <a:path w="3408" h="1876" extrusionOk="0">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75"/>
            <p:cNvSpPr/>
            <p:nvPr/>
          </p:nvSpPr>
          <p:spPr>
            <a:xfrm>
              <a:off x="7266527" y="2904554"/>
              <a:ext cx="18382" cy="49264"/>
            </a:xfrm>
            <a:custGeom>
              <a:avLst/>
              <a:gdLst/>
              <a:ahLst/>
              <a:cxnLst/>
              <a:rect l="l" t="t" r="r" b="b"/>
              <a:pathLst>
                <a:path w="700" h="1876" extrusionOk="0">
                  <a:moveTo>
                    <a:pt x="0" y="0"/>
                  </a:moveTo>
                  <a:lnTo>
                    <a:pt x="0" y="1876"/>
                  </a:lnTo>
                  <a:lnTo>
                    <a:pt x="699" y="1876"/>
                  </a:lnTo>
                  <a:lnTo>
                    <a:pt x="6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75"/>
            <p:cNvSpPr/>
            <p:nvPr/>
          </p:nvSpPr>
          <p:spPr>
            <a:xfrm>
              <a:off x="7260251" y="2887144"/>
              <a:ext cx="12342" cy="275284"/>
            </a:xfrm>
            <a:custGeom>
              <a:avLst/>
              <a:gdLst/>
              <a:ahLst/>
              <a:cxnLst/>
              <a:rect l="l" t="t" r="r" b="b"/>
              <a:pathLst>
                <a:path w="470" h="10483" extrusionOk="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75"/>
            <p:cNvSpPr/>
            <p:nvPr/>
          </p:nvSpPr>
          <p:spPr>
            <a:xfrm>
              <a:off x="7162222" y="3107097"/>
              <a:ext cx="49027" cy="110371"/>
            </a:xfrm>
            <a:custGeom>
              <a:avLst/>
              <a:gdLst/>
              <a:ahLst/>
              <a:cxnLst/>
              <a:rect l="l" t="t" r="r" b="b"/>
              <a:pathLst>
                <a:path w="1867" h="4203" extrusionOk="0">
                  <a:moveTo>
                    <a:pt x="1" y="1"/>
                  </a:moveTo>
                  <a:lnTo>
                    <a:pt x="1" y="4202"/>
                  </a:lnTo>
                  <a:lnTo>
                    <a:pt x="1867" y="4202"/>
                  </a:lnTo>
                  <a:lnTo>
                    <a:pt x="1867"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75"/>
            <p:cNvSpPr/>
            <p:nvPr/>
          </p:nvSpPr>
          <p:spPr>
            <a:xfrm>
              <a:off x="7149906" y="2990503"/>
              <a:ext cx="130959" cy="129199"/>
            </a:xfrm>
            <a:custGeom>
              <a:avLst/>
              <a:gdLst/>
              <a:ahLst/>
              <a:cxnLst/>
              <a:rect l="l" t="t" r="r" b="b"/>
              <a:pathLst>
                <a:path w="4987" h="4920" extrusionOk="0">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75"/>
            <p:cNvSpPr/>
            <p:nvPr/>
          </p:nvSpPr>
          <p:spPr>
            <a:xfrm>
              <a:off x="7186618" y="3119413"/>
              <a:ext cx="6302" cy="98291"/>
            </a:xfrm>
            <a:custGeom>
              <a:avLst/>
              <a:gdLst/>
              <a:ahLst/>
              <a:cxnLst/>
              <a:rect l="l" t="t" r="r" b="b"/>
              <a:pathLst>
                <a:path w="240" h="3743" extrusionOk="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75"/>
            <p:cNvSpPr/>
            <p:nvPr/>
          </p:nvSpPr>
          <p:spPr>
            <a:xfrm>
              <a:off x="7087828" y="3143284"/>
              <a:ext cx="357924" cy="129462"/>
            </a:xfrm>
            <a:custGeom>
              <a:avLst/>
              <a:gdLst/>
              <a:ahLst/>
              <a:cxnLst/>
              <a:rect l="l" t="t" r="r" b="b"/>
              <a:pathLst>
                <a:path w="13630" h="4930" extrusionOk="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75"/>
            <p:cNvSpPr/>
            <p:nvPr/>
          </p:nvSpPr>
          <p:spPr>
            <a:xfrm>
              <a:off x="7293890" y="3179365"/>
              <a:ext cx="60372" cy="43119"/>
            </a:xfrm>
            <a:custGeom>
              <a:avLst/>
              <a:gdLst/>
              <a:ahLst/>
              <a:cxnLst/>
              <a:rect l="l" t="t" r="r" b="b"/>
              <a:pathLst>
                <a:path w="2299" h="1642" extrusionOk="0">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75"/>
            <p:cNvSpPr/>
            <p:nvPr/>
          </p:nvSpPr>
          <p:spPr>
            <a:xfrm>
              <a:off x="7269521" y="3162007"/>
              <a:ext cx="23424" cy="16990"/>
            </a:xfrm>
            <a:custGeom>
              <a:avLst/>
              <a:gdLst/>
              <a:ahLst/>
              <a:cxnLst/>
              <a:rect l="l" t="t" r="r" b="b"/>
              <a:pathLst>
                <a:path w="892" h="647" extrusionOk="0">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75"/>
            <p:cNvSpPr/>
            <p:nvPr/>
          </p:nvSpPr>
          <p:spPr>
            <a:xfrm>
              <a:off x="7087591" y="3143257"/>
              <a:ext cx="186000" cy="129488"/>
            </a:xfrm>
            <a:custGeom>
              <a:avLst/>
              <a:gdLst/>
              <a:ahLst/>
              <a:cxnLst/>
              <a:rect l="l" t="t" r="r" b="b"/>
              <a:pathLst>
                <a:path w="7083" h="4931" extrusionOk="0">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75"/>
            <p:cNvSpPr/>
            <p:nvPr/>
          </p:nvSpPr>
          <p:spPr>
            <a:xfrm>
              <a:off x="7174039" y="2990503"/>
              <a:ext cx="25420" cy="18356"/>
            </a:xfrm>
            <a:custGeom>
              <a:avLst/>
              <a:gdLst/>
              <a:ahLst/>
              <a:cxnLst/>
              <a:rect l="l" t="t" r="r" b="b"/>
              <a:pathLst>
                <a:path w="968" h="699" extrusionOk="0">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75"/>
            <p:cNvSpPr/>
            <p:nvPr/>
          </p:nvSpPr>
          <p:spPr>
            <a:xfrm>
              <a:off x="7162222" y="2947515"/>
              <a:ext cx="49027" cy="55330"/>
            </a:xfrm>
            <a:custGeom>
              <a:avLst/>
              <a:gdLst/>
              <a:ahLst/>
              <a:cxnLst/>
              <a:rect l="l" t="t" r="r" b="b"/>
              <a:pathLst>
                <a:path w="1867" h="2107" extrusionOk="0">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75"/>
            <p:cNvSpPr/>
            <p:nvPr/>
          </p:nvSpPr>
          <p:spPr>
            <a:xfrm>
              <a:off x="7162038" y="2947515"/>
              <a:ext cx="33902" cy="55382"/>
            </a:xfrm>
            <a:custGeom>
              <a:avLst/>
              <a:gdLst/>
              <a:ahLst/>
              <a:cxnLst/>
              <a:rect l="l" t="t" r="r" b="b"/>
              <a:pathLst>
                <a:path w="1291" h="2109" extrusionOk="0">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75"/>
            <p:cNvSpPr/>
            <p:nvPr/>
          </p:nvSpPr>
          <p:spPr>
            <a:xfrm>
              <a:off x="7162222" y="2947515"/>
              <a:ext cx="49027" cy="24658"/>
            </a:xfrm>
            <a:custGeom>
              <a:avLst/>
              <a:gdLst/>
              <a:ahLst/>
              <a:cxnLst/>
              <a:rect l="l" t="t" r="r" b="b"/>
              <a:pathLst>
                <a:path w="1867" h="939" extrusionOk="0">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75"/>
            <p:cNvSpPr/>
            <p:nvPr/>
          </p:nvSpPr>
          <p:spPr>
            <a:xfrm>
              <a:off x="7162222" y="2947515"/>
              <a:ext cx="33718" cy="22400"/>
            </a:xfrm>
            <a:custGeom>
              <a:avLst/>
              <a:gdLst/>
              <a:ahLst/>
              <a:cxnLst/>
              <a:rect l="l" t="t" r="r" b="b"/>
              <a:pathLst>
                <a:path w="1284" h="853" extrusionOk="0">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75"/>
            <p:cNvSpPr/>
            <p:nvPr/>
          </p:nvSpPr>
          <p:spPr>
            <a:xfrm>
              <a:off x="7149906" y="3011353"/>
              <a:ext cx="119667" cy="95770"/>
            </a:xfrm>
            <a:custGeom>
              <a:avLst/>
              <a:gdLst/>
              <a:ahLst/>
              <a:cxnLst/>
              <a:rect l="l" t="t" r="r" b="b"/>
              <a:pathLst>
                <a:path w="4557" h="3647" extrusionOk="0">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75"/>
            <p:cNvSpPr/>
            <p:nvPr/>
          </p:nvSpPr>
          <p:spPr>
            <a:xfrm>
              <a:off x="7211223" y="3019153"/>
              <a:ext cx="58586" cy="45929"/>
            </a:xfrm>
            <a:custGeom>
              <a:avLst/>
              <a:gdLst/>
              <a:ahLst/>
              <a:cxnLst/>
              <a:rect l="l" t="t" r="r" b="b"/>
              <a:pathLst>
                <a:path w="2231" h="1749" extrusionOk="0">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75"/>
            <p:cNvSpPr/>
            <p:nvPr/>
          </p:nvSpPr>
          <p:spPr>
            <a:xfrm>
              <a:off x="7149906" y="3018890"/>
              <a:ext cx="18645" cy="100550"/>
            </a:xfrm>
            <a:custGeom>
              <a:avLst/>
              <a:gdLst/>
              <a:ahLst/>
              <a:cxnLst/>
              <a:rect l="l" t="t" r="r" b="b"/>
              <a:pathLst>
                <a:path w="710" h="3829" extrusionOk="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75"/>
            <p:cNvSpPr/>
            <p:nvPr/>
          </p:nvSpPr>
          <p:spPr>
            <a:xfrm>
              <a:off x="7155946" y="3119177"/>
              <a:ext cx="12605" cy="12579"/>
            </a:xfrm>
            <a:custGeom>
              <a:avLst/>
              <a:gdLst/>
              <a:ahLst/>
              <a:cxnLst/>
              <a:rect l="l" t="t" r="r" b="b"/>
              <a:pathLst>
                <a:path w="480" h="479" extrusionOk="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4" name="Google Shape;12024;p75"/>
          <p:cNvGrpSpPr/>
          <p:nvPr/>
        </p:nvGrpSpPr>
        <p:grpSpPr>
          <a:xfrm>
            <a:off x="7951362" y="2885437"/>
            <a:ext cx="382529" cy="382529"/>
            <a:chOff x="7951362" y="2885437"/>
            <a:chExt cx="382529" cy="382529"/>
          </a:xfrm>
        </p:grpSpPr>
        <p:sp>
          <p:nvSpPr>
            <p:cNvPr id="12025" name="Google Shape;12025;p75"/>
            <p:cNvSpPr/>
            <p:nvPr/>
          </p:nvSpPr>
          <p:spPr>
            <a:xfrm>
              <a:off x="8141615" y="2898514"/>
              <a:ext cx="96768" cy="94510"/>
            </a:xfrm>
            <a:custGeom>
              <a:avLst/>
              <a:gdLst/>
              <a:ahLst/>
              <a:cxnLst/>
              <a:rect l="l" t="t" r="r" b="b"/>
              <a:pathLst>
                <a:path w="3685" h="3599" extrusionOk="0">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75"/>
            <p:cNvSpPr/>
            <p:nvPr/>
          </p:nvSpPr>
          <p:spPr>
            <a:xfrm>
              <a:off x="8141615" y="2969390"/>
              <a:ext cx="76916" cy="23634"/>
            </a:xfrm>
            <a:custGeom>
              <a:avLst/>
              <a:gdLst/>
              <a:ahLst/>
              <a:cxnLst/>
              <a:rect l="l" t="t" r="r" b="b"/>
              <a:pathLst>
                <a:path w="2929" h="900" extrusionOk="0">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75"/>
            <p:cNvSpPr/>
            <p:nvPr/>
          </p:nvSpPr>
          <p:spPr>
            <a:xfrm>
              <a:off x="8047105" y="3161902"/>
              <a:ext cx="96794" cy="94247"/>
            </a:xfrm>
            <a:custGeom>
              <a:avLst/>
              <a:gdLst/>
              <a:ahLst/>
              <a:cxnLst/>
              <a:rect l="l" t="t" r="r" b="b"/>
              <a:pathLst>
                <a:path w="3686" h="3589" extrusionOk="0">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75"/>
            <p:cNvSpPr/>
            <p:nvPr/>
          </p:nvSpPr>
          <p:spPr>
            <a:xfrm>
              <a:off x="8067221" y="3161902"/>
              <a:ext cx="76679" cy="23398"/>
            </a:xfrm>
            <a:custGeom>
              <a:avLst/>
              <a:gdLst/>
              <a:ahLst/>
              <a:cxnLst/>
              <a:rect l="l" t="t" r="r" b="b"/>
              <a:pathLst>
                <a:path w="2920" h="891" extrusionOk="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75"/>
            <p:cNvSpPr/>
            <p:nvPr/>
          </p:nvSpPr>
          <p:spPr>
            <a:xfrm>
              <a:off x="7958137" y="3102318"/>
              <a:ext cx="132744" cy="165648"/>
            </a:xfrm>
            <a:custGeom>
              <a:avLst/>
              <a:gdLst/>
              <a:ahLst/>
              <a:cxnLst/>
              <a:rect l="l" t="t" r="r" b="b"/>
              <a:pathLst>
                <a:path w="5055" h="6308" extrusionOk="0">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75"/>
            <p:cNvSpPr/>
            <p:nvPr/>
          </p:nvSpPr>
          <p:spPr>
            <a:xfrm>
              <a:off x="7958137" y="3102318"/>
              <a:ext cx="24159" cy="129225"/>
            </a:xfrm>
            <a:custGeom>
              <a:avLst/>
              <a:gdLst/>
              <a:ahLst/>
              <a:cxnLst/>
              <a:rect l="l" t="t" r="r" b="b"/>
              <a:pathLst>
                <a:path w="920" h="4921" extrusionOk="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75"/>
            <p:cNvSpPr/>
            <p:nvPr/>
          </p:nvSpPr>
          <p:spPr>
            <a:xfrm>
              <a:off x="7980773" y="3188661"/>
              <a:ext cx="17857" cy="68749"/>
            </a:xfrm>
            <a:custGeom>
              <a:avLst/>
              <a:gdLst/>
              <a:ahLst/>
              <a:cxnLst/>
              <a:rect l="l" t="t" r="r" b="b"/>
              <a:pathLst>
                <a:path w="680" h="2618" extrusionOk="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75"/>
            <p:cNvSpPr/>
            <p:nvPr/>
          </p:nvSpPr>
          <p:spPr>
            <a:xfrm>
              <a:off x="8029012" y="3205231"/>
              <a:ext cx="13603" cy="51995"/>
            </a:xfrm>
            <a:custGeom>
              <a:avLst/>
              <a:gdLst/>
              <a:ahLst/>
              <a:cxnLst/>
              <a:rect l="l" t="t" r="r" b="b"/>
              <a:pathLst>
                <a:path w="518" h="1980" extrusionOk="0">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75"/>
            <p:cNvSpPr/>
            <p:nvPr/>
          </p:nvSpPr>
          <p:spPr>
            <a:xfrm>
              <a:off x="8003146" y="3209328"/>
              <a:ext cx="17358" cy="58639"/>
            </a:xfrm>
            <a:custGeom>
              <a:avLst/>
              <a:gdLst/>
              <a:ahLst/>
              <a:cxnLst/>
              <a:rect l="l" t="t" r="r" b="b"/>
              <a:pathLst>
                <a:path w="661" h="2233" extrusionOk="0">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75"/>
            <p:cNvSpPr/>
            <p:nvPr/>
          </p:nvSpPr>
          <p:spPr>
            <a:xfrm>
              <a:off x="8051885" y="3184013"/>
              <a:ext cx="26155" cy="27520"/>
            </a:xfrm>
            <a:custGeom>
              <a:avLst/>
              <a:gdLst/>
              <a:ahLst/>
              <a:cxnLst/>
              <a:rect l="l" t="t" r="r" b="b"/>
              <a:pathLst>
                <a:path w="996" h="1048" extrusionOk="0">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75"/>
            <p:cNvSpPr/>
            <p:nvPr/>
          </p:nvSpPr>
          <p:spPr>
            <a:xfrm>
              <a:off x="7963940" y="2981706"/>
              <a:ext cx="94510" cy="96768"/>
            </a:xfrm>
            <a:custGeom>
              <a:avLst/>
              <a:gdLst/>
              <a:ahLst/>
              <a:cxnLst/>
              <a:rect l="l" t="t" r="r" b="b"/>
              <a:pathLst>
                <a:path w="3599" h="3685" extrusionOk="0">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75"/>
            <p:cNvSpPr/>
            <p:nvPr/>
          </p:nvSpPr>
          <p:spPr>
            <a:xfrm>
              <a:off x="8227065" y="3076189"/>
              <a:ext cx="94772" cy="96794"/>
            </a:xfrm>
            <a:custGeom>
              <a:avLst/>
              <a:gdLst/>
              <a:ahLst/>
              <a:cxnLst/>
              <a:rect l="l" t="t" r="r" b="b"/>
              <a:pathLst>
                <a:path w="3609" h="3686" extrusionOk="0">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75"/>
            <p:cNvSpPr/>
            <p:nvPr/>
          </p:nvSpPr>
          <p:spPr>
            <a:xfrm>
              <a:off x="8227065" y="3076189"/>
              <a:ext cx="23897" cy="76942"/>
            </a:xfrm>
            <a:custGeom>
              <a:avLst/>
              <a:gdLst/>
              <a:ahLst/>
              <a:cxnLst/>
              <a:rect l="l" t="t" r="r" b="b"/>
              <a:pathLst>
                <a:path w="910" h="2930" extrusionOk="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75"/>
            <p:cNvSpPr/>
            <p:nvPr/>
          </p:nvSpPr>
          <p:spPr>
            <a:xfrm>
              <a:off x="7963940" y="2957836"/>
              <a:ext cx="23634" cy="120638"/>
            </a:xfrm>
            <a:custGeom>
              <a:avLst/>
              <a:gdLst/>
              <a:ahLst/>
              <a:cxnLst/>
              <a:rect l="l" t="t" r="r" b="b"/>
              <a:pathLst>
                <a:path w="900" h="4594" extrusionOk="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75"/>
            <p:cNvSpPr/>
            <p:nvPr/>
          </p:nvSpPr>
          <p:spPr>
            <a:xfrm>
              <a:off x="8194634" y="2885437"/>
              <a:ext cx="132718" cy="165412"/>
            </a:xfrm>
            <a:custGeom>
              <a:avLst/>
              <a:gdLst/>
              <a:ahLst/>
              <a:cxnLst/>
              <a:rect l="l" t="t" r="r" b="b"/>
              <a:pathLst>
                <a:path w="5054" h="6299" extrusionOk="0">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75"/>
            <p:cNvSpPr/>
            <p:nvPr/>
          </p:nvSpPr>
          <p:spPr>
            <a:xfrm>
              <a:off x="8194634" y="2941738"/>
              <a:ext cx="48528" cy="109110"/>
            </a:xfrm>
            <a:custGeom>
              <a:avLst/>
              <a:gdLst/>
              <a:ahLst/>
              <a:cxnLst/>
              <a:rect l="l" t="t" r="r" b="b"/>
              <a:pathLst>
                <a:path w="1848" h="4155" extrusionOk="0">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75"/>
            <p:cNvSpPr/>
            <p:nvPr/>
          </p:nvSpPr>
          <p:spPr>
            <a:xfrm>
              <a:off x="8281345" y="2895993"/>
              <a:ext cx="13603" cy="52179"/>
            </a:xfrm>
            <a:custGeom>
              <a:avLst/>
              <a:gdLst/>
              <a:ahLst/>
              <a:cxnLst/>
              <a:rect l="l" t="t" r="r" b="b"/>
              <a:pathLst>
                <a:path w="518" h="1987" extrusionOk="0">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75"/>
            <p:cNvSpPr/>
            <p:nvPr/>
          </p:nvSpPr>
          <p:spPr>
            <a:xfrm>
              <a:off x="8304217" y="2922096"/>
              <a:ext cx="13340" cy="35635"/>
            </a:xfrm>
            <a:custGeom>
              <a:avLst/>
              <a:gdLst/>
              <a:ahLst/>
              <a:cxnLst/>
              <a:rect l="l" t="t" r="r" b="b"/>
              <a:pathLst>
                <a:path w="508" h="1357" extrusionOk="0">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75"/>
            <p:cNvSpPr/>
            <p:nvPr/>
          </p:nvSpPr>
          <p:spPr>
            <a:xfrm>
              <a:off x="8255452" y="2885437"/>
              <a:ext cx="17620" cy="58665"/>
            </a:xfrm>
            <a:custGeom>
              <a:avLst/>
              <a:gdLst/>
              <a:ahLst/>
              <a:cxnLst/>
              <a:rect l="l" t="t" r="r" b="b"/>
              <a:pathLst>
                <a:path w="671" h="2234" extrusionOk="0">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75"/>
            <p:cNvSpPr/>
            <p:nvPr/>
          </p:nvSpPr>
          <p:spPr>
            <a:xfrm>
              <a:off x="8233341" y="2895993"/>
              <a:ext cx="17620" cy="73160"/>
            </a:xfrm>
            <a:custGeom>
              <a:avLst/>
              <a:gdLst/>
              <a:ahLst/>
              <a:cxnLst/>
              <a:rect l="l" t="t" r="r" b="b"/>
              <a:pathLst>
                <a:path w="671" h="2786" extrusionOk="0">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75"/>
            <p:cNvSpPr/>
            <p:nvPr/>
          </p:nvSpPr>
          <p:spPr>
            <a:xfrm>
              <a:off x="7951362" y="2892737"/>
              <a:ext cx="165648" cy="128674"/>
            </a:xfrm>
            <a:custGeom>
              <a:avLst/>
              <a:gdLst/>
              <a:ahLst/>
              <a:cxnLst/>
              <a:rect l="l" t="t" r="r" b="b"/>
              <a:pathLst>
                <a:path w="6308" h="4900" extrusionOk="0">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75"/>
            <p:cNvSpPr/>
            <p:nvPr/>
          </p:nvSpPr>
          <p:spPr>
            <a:xfrm>
              <a:off x="7988047" y="2892737"/>
              <a:ext cx="128963" cy="21875"/>
            </a:xfrm>
            <a:custGeom>
              <a:avLst/>
              <a:gdLst/>
              <a:ahLst/>
              <a:cxnLst/>
              <a:rect l="l" t="t" r="r" b="b"/>
              <a:pathLst>
                <a:path w="4911" h="833" extrusionOk="0">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75"/>
            <p:cNvSpPr/>
            <p:nvPr/>
          </p:nvSpPr>
          <p:spPr>
            <a:xfrm>
              <a:off x="7961918" y="2914848"/>
              <a:ext cx="70140" cy="17883"/>
            </a:xfrm>
            <a:custGeom>
              <a:avLst/>
              <a:gdLst/>
              <a:ahLst/>
              <a:cxnLst/>
              <a:rect l="l" t="t" r="r" b="b"/>
              <a:pathLst>
                <a:path w="2671" h="681" extrusionOk="0">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75"/>
            <p:cNvSpPr/>
            <p:nvPr/>
          </p:nvSpPr>
          <p:spPr>
            <a:xfrm>
              <a:off x="7961918" y="2963114"/>
              <a:ext cx="53807" cy="13576"/>
            </a:xfrm>
            <a:custGeom>
              <a:avLst/>
              <a:gdLst/>
              <a:ahLst/>
              <a:cxnLst/>
              <a:rect l="l" t="t" r="r" b="b"/>
              <a:pathLst>
                <a:path w="2049" h="517" extrusionOk="0">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75"/>
            <p:cNvSpPr/>
            <p:nvPr/>
          </p:nvSpPr>
          <p:spPr>
            <a:xfrm>
              <a:off x="7951624" y="2937221"/>
              <a:ext cx="59820" cy="17620"/>
            </a:xfrm>
            <a:custGeom>
              <a:avLst/>
              <a:gdLst/>
              <a:ahLst/>
              <a:cxnLst/>
              <a:rect l="l" t="t" r="r" b="b"/>
              <a:pathLst>
                <a:path w="2278" h="671" extrusionOk="0">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75"/>
            <p:cNvSpPr/>
            <p:nvPr/>
          </p:nvSpPr>
          <p:spPr>
            <a:xfrm>
              <a:off x="8007663" y="2985960"/>
              <a:ext cx="27652" cy="26181"/>
            </a:xfrm>
            <a:custGeom>
              <a:avLst/>
              <a:gdLst/>
              <a:ahLst/>
              <a:cxnLst/>
              <a:rect l="l" t="t" r="r" b="b"/>
              <a:pathLst>
                <a:path w="1053" h="997" extrusionOk="0">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1" name="Google Shape;12051;p75"/>
            <p:cNvSpPr/>
            <p:nvPr/>
          </p:nvSpPr>
          <p:spPr>
            <a:xfrm>
              <a:off x="8168505" y="3131992"/>
              <a:ext cx="165385" cy="128700"/>
            </a:xfrm>
            <a:custGeom>
              <a:avLst/>
              <a:gdLst/>
              <a:ahLst/>
              <a:cxnLst/>
              <a:rect l="l" t="t" r="r" b="b"/>
              <a:pathLst>
                <a:path w="6298" h="4901" extrusionOk="0">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75"/>
            <p:cNvSpPr/>
            <p:nvPr/>
          </p:nvSpPr>
          <p:spPr>
            <a:xfrm>
              <a:off x="8168505" y="3132123"/>
              <a:ext cx="109583" cy="45115"/>
            </a:xfrm>
            <a:custGeom>
              <a:avLst/>
              <a:gdLst/>
              <a:ahLst/>
              <a:cxnLst/>
              <a:rect l="l" t="t" r="r" b="b"/>
              <a:pathLst>
                <a:path w="4173" h="1718" extrusionOk="0">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75"/>
            <p:cNvSpPr/>
            <p:nvPr/>
          </p:nvSpPr>
          <p:spPr>
            <a:xfrm>
              <a:off x="8269790" y="3215420"/>
              <a:ext cx="53807" cy="13603"/>
            </a:xfrm>
            <a:custGeom>
              <a:avLst/>
              <a:gdLst/>
              <a:ahLst/>
              <a:cxnLst/>
              <a:rect l="l" t="t" r="r" b="b"/>
              <a:pathLst>
                <a:path w="2049" h="518" extrusionOk="0">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75"/>
            <p:cNvSpPr/>
            <p:nvPr/>
          </p:nvSpPr>
          <p:spPr>
            <a:xfrm>
              <a:off x="8260494" y="3238292"/>
              <a:ext cx="37210" cy="13340"/>
            </a:xfrm>
            <a:custGeom>
              <a:avLst/>
              <a:gdLst/>
              <a:ahLst/>
              <a:cxnLst/>
              <a:rect l="l" t="t" r="r" b="b"/>
              <a:pathLst>
                <a:path w="1417" h="508" extrusionOk="0">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75"/>
            <p:cNvSpPr/>
            <p:nvPr/>
          </p:nvSpPr>
          <p:spPr>
            <a:xfrm>
              <a:off x="8274044" y="3189528"/>
              <a:ext cx="59847" cy="17620"/>
            </a:xfrm>
            <a:custGeom>
              <a:avLst/>
              <a:gdLst/>
              <a:ahLst/>
              <a:cxnLst/>
              <a:rect l="l" t="t" r="r" b="b"/>
              <a:pathLst>
                <a:path w="2279" h="671" extrusionOk="0">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75"/>
            <p:cNvSpPr/>
            <p:nvPr/>
          </p:nvSpPr>
          <p:spPr>
            <a:xfrm>
              <a:off x="8250174" y="3167180"/>
              <a:ext cx="73160" cy="17857"/>
            </a:xfrm>
            <a:custGeom>
              <a:avLst/>
              <a:gdLst/>
              <a:ahLst/>
              <a:cxnLst/>
              <a:rect l="l" t="t" r="r" b="b"/>
              <a:pathLst>
                <a:path w="2786" h="680" extrusionOk="0">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75"/>
            <p:cNvSpPr/>
            <p:nvPr/>
          </p:nvSpPr>
          <p:spPr>
            <a:xfrm>
              <a:off x="8169241" y="3170699"/>
              <a:ext cx="9349" cy="75156"/>
            </a:xfrm>
            <a:custGeom>
              <a:avLst/>
              <a:gdLst/>
              <a:ahLst/>
              <a:cxnLst/>
              <a:rect l="l" t="t" r="r" b="b"/>
              <a:pathLst>
                <a:path w="356" h="2862" extrusionOk="0">
                  <a:moveTo>
                    <a:pt x="1" y="0"/>
                  </a:moveTo>
                  <a:lnTo>
                    <a:pt x="1" y="2862"/>
                  </a:lnTo>
                  <a:lnTo>
                    <a:pt x="355" y="2862"/>
                  </a:lnTo>
                  <a:lnTo>
                    <a:pt x="355"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75"/>
            <p:cNvSpPr/>
            <p:nvPr/>
          </p:nvSpPr>
          <p:spPr>
            <a:xfrm>
              <a:off x="8158185" y="2907548"/>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75"/>
            <p:cNvSpPr/>
            <p:nvPr/>
          </p:nvSpPr>
          <p:spPr>
            <a:xfrm>
              <a:off x="8179797" y="2907548"/>
              <a:ext cx="15861" cy="15861"/>
            </a:xfrm>
            <a:custGeom>
              <a:avLst/>
              <a:gdLst/>
              <a:ahLst/>
              <a:cxnLst/>
              <a:rect l="l" t="t" r="r" b="b"/>
              <a:pathLst>
                <a:path w="604" h="604" extrusionOk="0">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75"/>
            <p:cNvSpPr/>
            <p:nvPr/>
          </p:nvSpPr>
          <p:spPr>
            <a:xfrm>
              <a:off x="8297915" y="3093521"/>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75"/>
            <p:cNvSpPr/>
            <p:nvPr/>
          </p:nvSpPr>
          <p:spPr>
            <a:xfrm>
              <a:off x="8297915" y="3115159"/>
              <a:ext cx="15861" cy="15835"/>
            </a:xfrm>
            <a:custGeom>
              <a:avLst/>
              <a:gdLst/>
              <a:ahLst/>
              <a:cxnLst/>
              <a:rect l="l" t="t" r="r" b="b"/>
              <a:pathLst>
                <a:path w="604" h="603" extrusionOk="0">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75"/>
            <p:cNvSpPr/>
            <p:nvPr/>
          </p:nvSpPr>
          <p:spPr>
            <a:xfrm>
              <a:off x="7972212" y="3025928"/>
              <a:ext cx="15861" cy="15598"/>
            </a:xfrm>
            <a:custGeom>
              <a:avLst/>
              <a:gdLst/>
              <a:ahLst/>
              <a:cxnLst/>
              <a:rect l="l" t="t" r="r" b="b"/>
              <a:pathLst>
                <a:path w="604" h="594" extrusionOk="0">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75"/>
            <p:cNvSpPr/>
            <p:nvPr/>
          </p:nvSpPr>
          <p:spPr>
            <a:xfrm>
              <a:off x="7972212" y="3047540"/>
              <a:ext cx="15861" cy="15598"/>
            </a:xfrm>
            <a:custGeom>
              <a:avLst/>
              <a:gdLst/>
              <a:ahLst/>
              <a:cxnLst/>
              <a:rect l="l" t="t" r="r" b="b"/>
              <a:pathLst>
                <a:path w="604" h="594" extrusionOk="0">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75"/>
            <p:cNvSpPr/>
            <p:nvPr/>
          </p:nvSpPr>
          <p:spPr>
            <a:xfrm>
              <a:off x="8090592" y="3233277"/>
              <a:ext cx="15598" cy="15835"/>
            </a:xfrm>
            <a:custGeom>
              <a:avLst/>
              <a:gdLst/>
              <a:ahLst/>
              <a:cxnLst/>
              <a:rect l="l" t="t" r="r" b="b"/>
              <a:pathLst>
                <a:path w="594" h="603" extrusionOk="0">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75"/>
            <p:cNvSpPr/>
            <p:nvPr/>
          </p:nvSpPr>
          <p:spPr>
            <a:xfrm>
              <a:off x="8111941" y="3233277"/>
              <a:ext cx="15861" cy="15835"/>
            </a:xfrm>
            <a:custGeom>
              <a:avLst/>
              <a:gdLst/>
              <a:ahLst/>
              <a:cxnLst/>
              <a:rect l="l" t="t" r="r" b="b"/>
              <a:pathLst>
                <a:path w="604" h="603" extrusionOk="0">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75"/>
            <p:cNvSpPr/>
            <p:nvPr/>
          </p:nvSpPr>
          <p:spPr>
            <a:xfrm>
              <a:off x="7963415" y="3074693"/>
              <a:ext cx="95534" cy="32694"/>
            </a:xfrm>
            <a:custGeom>
              <a:avLst/>
              <a:gdLst/>
              <a:ahLst/>
              <a:cxnLst/>
              <a:rect l="l" t="t" r="r" b="b"/>
              <a:pathLst>
                <a:path w="3638" h="1245" extrusionOk="0">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75"/>
            <p:cNvSpPr/>
            <p:nvPr/>
          </p:nvSpPr>
          <p:spPr>
            <a:xfrm>
              <a:off x="7987548" y="3074693"/>
              <a:ext cx="71401" cy="32694"/>
            </a:xfrm>
            <a:custGeom>
              <a:avLst/>
              <a:gdLst/>
              <a:ahLst/>
              <a:cxnLst/>
              <a:rect l="l" t="t" r="r" b="b"/>
              <a:pathLst>
                <a:path w="2719" h="1245" extrusionOk="0">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75"/>
            <p:cNvSpPr/>
            <p:nvPr/>
          </p:nvSpPr>
          <p:spPr>
            <a:xfrm>
              <a:off x="8139856" y="3161587"/>
              <a:ext cx="32694" cy="94825"/>
            </a:xfrm>
            <a:custGeom>
              <a:avLst/>
              <a:gdLst/>
              <a:ahLst/>
              <a:cxnLst/>
              <a:rect l="l" t="t" r="r" b="b"/>
              <a:pathLst>
                <a:path w="1245" h="3611" extrusionOk="0">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75"/>
            <p:cNvSpPr/>
            <p:nvPr/>
          </p:nvSpPr>
          <p:spPr>
            <a:xfrm>
              <a:off x="8139593" y="3185510"/>
              <a:ext cx="32956" cy="70718"/>
            </a:xfrm>
            <a:custGeom>
              <a:avLst/>
              <a:gdLst/>
              <a:ahLst/>
              <a:cxnLst/>
              <a:rect l="l" t="t" r="r" b="b"/>
              <a:pathLst>
                <a:path w="1255" h="2693" extrusionOk="0">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75"/>
            <p:cNvSpPr/>
            <p:nvPr/>
          </p:nvSpPr>
          <p:spPr>
            <a:xfrm>
              <a:off x="8226803" y="3047303"/>
              <a:ext cx="95534" cy="32694"/>
            </a:xfrm>
            <a:custGeom>
              <a:avLst/>
              <a:gdLst/>
              <a:ahLst/>
              <a:cxnLst/>
              <a:rect l="l" t="t" r="r" b="b"/>
              <a:pathLst>
                <a:path w="3638" h="1245" extrusionOk="0">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75"/>
            <p:cNvSpPr/>
            <p:nvPr/>
          </p:nvSpPr>
          <p:spPr>
            <a:xfrm>
              <a:off x="8226803" y="3047303"/>
              <a:ext cx="71401" cy="32930"/>
            </a:xfrm>
            <a:custGeom>
              <a:avLst/>
              <a:gdLst/>
              <a:ahLst/>
              <a:cxnLst/>
              <a:rect l="l" t="t" r="r" b="b"/>
              <a:pathLst>
                <a:path w="2719" h="1254" extrusionOk="0">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75"/>
            <p:cNvSpPr/>
            <p:nvPr/>
          </p:nvSpPr>
          <p:spPr>
            <a:xfrm>
              <a:off x="8114226" y="2898252"/>
              <a:ext cx="32694" cy="94851"/>
            </a:xfrm>
            <a:custGeom>
              <a:avLst/>
              <a:gdLst/>
              <a:ahLst/>
              <a:cxnLst/>
              <a:rect l="l" t="t" r="r" b="b"/>
              <a:pathLst>
                <a:path w="1245" h="3612" extrusionOk="0">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75"/>
            <p:cNvSpPr/>
            <p:nvPr/>
          </p:nvSpPr>
          <p:spPr>
            <a:xfrm>
              <a:off x="8114226" y="2898252"/>
              <a:ext cx="32930" cy="70902"/>
            </a:xfrm>
            <a:custGeom>
              <a:avLst/>
              <a:gdLst/>
              <a:ahLst/>
              <a:cxnLst/>
              <a:rect l="l" t="t" r="r" b="b"/>
              <a:pathLst>
                <a:path w="1254" h="2700" extrusionOk="0">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4" name="Google Shape;12074;p75"/>
          <p:cNvGrpSpPr/>
          <p:nvPr/>
        </p:nvGrpSpPr>
        <p:grpSpPr>
          <a:xfrm>
            <a:off x="8054406" y="3814489"/>
            <a:ext cx="276964" cy="336601"/>
            <a:chOff x="8054406" y="3814489"/>
            <a:chExt cx="276964" cy="336601"/>
          </a:xfrm>
        </p:grpSpPr>
        <p:sp>
          <p:nvSpPr>
            <p:cNvPr id="12075" name="Google Shape;12075;p75"/>
            <p:cNvSpPr/>
            <p:nvPr/>
          </p:nvSpPr>
          <p:spPr>
            <a:xfrm>
              <a:off x="8054406" y="3843218"/>
              <a:ext cx="276964" cy="307872"/>
            </a:xfrm>
            <a:custGeom>
              <a:avLst/>
              <a:gdLst/>
              <a:ahLst/>
              <a:cxnLst/>
              <a:rect l="l" t="t" r="r" b="b"/>
              <a:pathLst>
                <a:path w="10547" h="11724" extrusionOk="0">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75"/>
            <p:cNvSpPr/>
            <p:nvPr/>
          </p:nvSpPr>
          <p:spPr>
            <a:xfrm>
              <a:off x="8313251" y="3861311"/>
              <a:ext cx="18119" cy="289543"/>
            </a:xfrm>
            <a:custGeom>
              <a:avLst/>
              <a:gdLst/>
              <a:ahLst/>
              <a:cxnLst/>
              <a:rect l="l" t="t" r="r" b="b"/>
              <a:pathLst>
                <a:path w="690" h="11026" extrusionOk="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75"/>
            <p:cNvSpPr/>
            <p:nvPr/>
          </p:nvSpPr>
          <p:spPr>
            <a:xfrm>
              <a:off x="8138333" y="3904036"/>
              <a:ext cx="109110" cy="225757"/>
            </a:xfrm>
            <a:custGeom>
              <a:avLst/>
              <a:gdLst/>
              <a:ahLst/>
              <a:cxnLst/>
              <a:rect l="l" t="t" r="r" b="b"/>
              <a:pathLst>
                <a:path w="4155" h="8597" extrusionOk="0">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8" name="Google Shape;12078;p75"/>
            <p:cNvSpPr/>
            <p:nvPr/>
          </p:nvSpPr>
          <p:spPr>
            <a:xfrm>
              <a:off x="8180322" y="3904036"/>
              <a:ext cx="67121" cy="225705"/>
            </a:xfrm>
            <a:custGeom>
              <a:avLst/>
              <a:gdLst/>
              <a:ahLst/>
              <a:cxnLst/>
              <a:rect l="l" t="t" r="r" b="b"/>
              <a:pathLst>
                <a:path w="2556" h="8595" extrusionOk="0">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75"/>
            <p:cNvSpPr/>
            <p:nvPr/>
          </p:nvSpPr>
          <p:spPr>
            <a:xfrm>
              <a:off x="8155927" y="3857267"/>
              <a:ext cx="74158" cy="55566"/>
            </a:xfrm>
            <a:custGeom>
              <a:avLst/>
              <a:gdLst/>
              <a:ahLst/>
              <a:cxnLst/>
              <a:rect l="l" t="t" r="r" b="b"/>
              <a:pathLst>
                <a:path w="2824" h="2116" extrusionOk="0">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75"/>
            <p:cNvSpPr/>
            <p:nvPr/>
          </p:nvSpPr>
          <p:spPr>
            <a:xfrm>
              <a:off x="8195895" y="3882660"/>
              <a:ext cx="34191" cy="30173"/>
            </a:xfrm>
            <a:custGeom>
              <a:avLst/>
              <a:gdLst/>
              <a:ahLst/>
              <a:cxnLst/>
              <a:rect l="l" t="t" r="r" b="b"/>
              <a:pathLst>
                <a:path w="1302" h="1149" extrusionOk="0">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75"/>
            <p:cNvSpPr/>
            <p:nvPr/>
          </p:nvSpPr>
          <p:spPr>
            <a:xfrm>
              <a:off x="8122761" y="3814568"/>
              <a:ext cx="138758" cy="52546"/>
            </a:xfrm>
            <a:custGeom>
              <a:avLst/>
              <a:gdLst/>
              <a:ahLst/>
              <a:cxnLst/>
              <a:rect l="l" t="t" r="r" b="b"/>
              <a:pathLst>
                <a:path w="5284" h="2001" extrusionOk="0">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75"/>
            <p:cNvSpPr/>
            <p:nvPr/>
          </p:nvSpPr>
          <p:spPr>
            <a:xfrm>
              <a:off x="8113464" y="3814489"/>
              <a:ext cx="84452" cy="93092"/>
            </a:xfrm>
            <a:custGeom>
              <a:avLst/>
              <a:gdLst/>
              <a:ahLst/>
              <a:cxnLst/>
              <a:rect l="l" t="t" r="r" b="b"/>
              <a:pathLst>
                <a:path w="3216" h="3545" extrusionOk="0">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75"/>
            <p:cNvSpPr/>
            <p:nvPr/>
          </p:nvSpPr>
          <p:spPr>
            <a:xfrm>
              <a:off x="8187360" y="3814489"/>
              <a:ext cx="84951" cy="93092"/>
            </a:xfrm>
            <a:custGeom>
              <a:avLst/>
              <a:gdLst/>
              <a:ahLst/>
              <a:cxnLst/>
              <a:rect l="l" t="t" r="r" b="b"/>
              <a:pathLst>
                <a:path w="3235" h="3545" extrusionOk="0">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4" name="Google Shape;12084;p75"/>
          <p:cNvGrpSpPr/>
          <p:nvPr/>
        </p:nvGrpSpPr>
        <p:grpSpPr>
          <a:xfrm>
            <a:off x="7936787" y="4295074"/>
            <a:ext cx="378249" cy="335524"/>
            <a:chOff x="7936787" y="4295074"/>
            <a:chExt cx="378249" cy="335524"/>
          </a:xfrm>
        </p:grpSpPr>
        <p:sp>
          <p:nvSpPr>
            <p:cNvPr id="12085" name="Google Shape;12085;p75"/>
            <p:cNvSpPr/>
            <p:nvPr/>
          </p:nvSpPr>
          <p:spPr>
            <a:xfrm>
              <a:off x="8095371" y="4295074"/>
              <a:ext cx="219665" cy="182980"/>
            </a:xfrm>
            <a:custGeom>
              <a:avLst/>
              <a:gdLst/>
              <a:ahLst/>
              <a:cxnLst/>
              <a:rect l="l" t="t" r="r" b="b"/>
              <a:pathLst>
                <a:path w="8365" h="6968" extrusionOk="0">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75"/>
            <p:cNvSpPr/>
            <p:nvPr/>
          </p:nvSpPr>
          <p:spPr>
            <a:xfrm>
              <a:off x="7937286" y="4441342"/>
              <a:ext cx="109609" cy="109846"/>
            </a:xfrm>
            <a:custGeom>
              <a:avLst/>
              <a:gdLst/>
              <a:ahLst/>
              <a:cxnLst/>
              <a:rect l="l" t="t" r="r" b="b"/>
              <a:pathLst>
                <a:path w="4174" h="4183" extrusionOk="0">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75"/>
            <p:cNvSpPr/>
            <p:nvPr/>
          </p:nvSpPr>
          <p:spPr>
            <a:xfrm>
              <a:off x="7966934" y="4441342"/>
              <a:ext cx="79962" cy="110108"/>
            </a:xfrm>
            <a:custGeom>
              <a:avLst/>
              <a:gdLst/>
              <a:ahLst/>
              <a:cxnLst/>
              <a:rect l="l" t="t" r="r" b="b"/>
              <a:pathLst>
                <a:path w="3045" h="4193" extrusionOk="0">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75"/>
            <p:cNvSpPr/>
            <p:nvPr/>
          </p:nvSpPr>
          <p:spPr>
            <a:xfrm>
              <a:off x="7936787" y="4446541"/>
              <a:ext cx="207612" cy="184056"/>
            </a:xfrm>
            <a:custGeom>
              <a:avLst/>
              <a:gdLst/>
              <a:ahLst/>
              <a:cxnLst/>
              <a:rect l="l" t="t" r="r" b="b"/>
              <a:pathLst>
                <a:path w="7906" h="7009" extrusionOk="0">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75"/>
            <p:cNvSpPr/>
            <p:nvPr/>
          </p:nvSpPr>
          <p:spPr>
            <a:xfrm>
              <a:off x="7936787" y="4473747"/>
              <a:ext cx="189019" cy="156851"/>
            </a:xfrm>
            <a:custGeom>
              <a:avLst/>
              <a:gdLst/>
              <a:ahLst/>
              <a:cxnLst/>
              <a:rect l="l" t="t" r="r" b="b"/>
              <a:pathLst>
                <a:path w="7198" h="5973" extrusionOk="0">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75"/>
            <p:cNvSpPr/>
            <p:nvPr/>
          </p:nvSpPr>
          <p:spPr>
            <a:xfrm>
              <a:off x="7971976" y="4526792"/>
              <a:ext cx="39232" cy="21875"/>
            </a:xfrm>
            <a:custGeom>
              <a:avLst/>
              <a:gdLst/>
              <a:ahLst/>
              <a:cxnLst/>
              <a:rect l="l" t="t" r="r" b="b"/>
              <a:pathLst>
                <a:path w="1494" h="833" extrusionOk="0">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75"/>
            <p:cNvSpPr/>
            <p:nvPr/>
          </p:nvSpPr>
          <p:spPr>
            <a:xfrm>
              <a:off x="7954880" y="4476661"/>
              <a:ext cx="73160" cy="59952"/>
            </a:xfrm>
            <a:custGeom>
              <a:avLst/>
              <a:gdLst/>
              <a:ahLst/>
              <a:cxnLst/>
              <a:rect l="l" t="t" r="r" b="b"/>
              <a:pathLst>
                <a:path w="2786" h="2283" extrusionOk="0">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75"/>
            <p:cNvSpPr/>
            <p:nvPr/>
          </p:nvSpPr>
          <p:spPr>
            <a:xfrm>
              <a:off x="7954880" y="4476583"/>
              <a:ext cx="73423" cy="59531"/>
            </a:xfrm>
            <a:custGeom>
              <a:avLst/>
              <a:gdLst/>
              <a:ahLst/>
              <a:cxnLst/>
              <a:rect l="l" t="t" r="r" b="b"/>
              <a:pathLst>
                <a:path w="2796" h="2267" extrusionOk="0">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75"/>
            <p:cNvSpPr/>
            <p:nvPr/>
          </p:nvSpPr>
          <p:spPr>
            <a:xfrm>
              <a:off x="7936787" y="4566234"/>
              <a:ext cx="24396" cy="64363"/>
            </a:xfrm>
            <a:custGeom>
              <a:avLst/>
              <a:gdLst/>
              <a:ahLst/>
              <a:cxnLst/>
              <a:rect l="l" t="t" r="r" b="b"/>
              <a:pathLst>
                <a:path w="929" h="2451" extrusionOk="0">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75"/>
            <p:cNvSpPr/>
            <p:nvPr/>
          </p:nvSpPr>
          <p:spPr>
            <a:xfrm>
              <a:off x="8150150" y="4337799"/>
              <a:ext cx="109846" cy="109846"/>
            </a:xfrm>
            <a:custGeom>
              <a:avLst/>
              <a:gdLst/>
              <a:ahLst/>
              <a:cxnLst/>
              <a:rect l="l" t="t" r="r" b="b"/>
              <a:pathLst>
                <a:path w="4183" h="4183" extrusionOk="0">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75"/>
            <p:cNvSpPr/>
            <p:nvPr/>
          </p:nvSpPr>
          <p:spPr>
            <a:xfrm>
              <a:off x="8168505" y="4355892"/>
              <a:ext cx="73397" cy="73397"/>
            </a:xfrm>
            <a:custGeom>
              <a:avLst/>
              <a:gdLst/>
              <a:ahLst/>
              <a:cxnLst/>
              <a:rect l="l" t="t" r="r" b="b"/>
              <a:pathLst>
                <a:path w="2795" h="2795" extrusionOk="0">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75"/>
            <p:cNvSpPr/>
            <p:nvPr/>
          </p:nvSpPr>
          <p:spPr>
            <a:xfrm>
              <a:off x="8022237" y="4473747"/>
              <a:ext cx="103569" cy="130460"/>
            </a:xfrm>
            <a:custGeom>
              <a:avLst/>
              <a:gdLst/>
              <a:ahLst/>
              <a:cxnLst/>
              <a:rect l="l" t="t" r="r" b="b"/>
              <a:pathLst>
                <a:path w="3944" h="4968" extrusionOk="0">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75"/>
            <p:cNvSpPr/>
            <p:nvPr/>
          </p:nvSpPr>
          <p:spPr>
            <a:xfrm>
              <a:off x="8186835" y="4374221"/>
              <a:ext cx="36738" cy="36738"/>
            </a:xfrm>
            <a:custGeom>
              <a:avLst/>
              <a:gdLst/>
              <a:ahLst/>
              <a:cxnLst/>
              <a:rect l="l" t="t" r="r" b="b"/>
              <a:pathLst>
                <a:path w="1399" h="1399" extrusionOk="0">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75"/>
            <p:cNvSpPr/>
            <p:nvPr/>
          </p:nvSpPr>
          <p:spPr>
            <a:xfrm>
              <a:off x="8196893" y="4319285"/>
              <a:ext cx="84111" cy="79594"/>
            </a:xfrm>
            <a:custGeom>
              <a:avLst/>
              <a:gdLst/>
              <a:ahLst/>
              <a:cxnLst/>
              <a:rect l="l" t="t" r="r" b="b"/>
              <a:pathLst>
                <a:path w="3203" h="3031" extrusionOk="0">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75"/>
            <p:cNvSpPr/>
            <p:nvPr/>
          </p:nvSpPr>
          <p:spPr>
            <a:xfrm>
              <a:off x="8243635" y="4322095"/>
              <a:ext cx="38734" cy="32063"/>
            </a:xfrm>
            <a:custGeom>
              <a:avLst/>
              <a:gdLst/>
              <a:ahLst/>
              <a:cxnLst/>
              <a:rect l="l" t="t" r="r" b="b"/>
              <a:pathLst>
                <a:path w="1475" h="1221" extrusionOk="0">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75"/>
            <p:cNvSpPr/>
            <p:nvPr/>
          </p:nvSpPr>
          <p:spPr>
            <a:xfrm>
              <a:off x="8217822" y="4319312"/>
              <a:ext cx="61291" cy="58245"/>
            </a:xfrm>
            <a:custGeom>
              <a:avLst/>
              <a:gdLst/>
              <a:ahLst/>
              <a:cxnLst/>
              <a:rect l="l" t="t" r="r" b="b"/>
              <a:pathLst>
                <a:path w="2334" h="2218" extrusionOk="0">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1" name="Google Shape;12101;p75"/>
          <p:cNvGrpSpPr/>
          <p:nvPr/>
        </p:nvGrpSpPr>
        <p:grpSpPr>
          <a:xfrm>
            <a:off x="4886058" y="1965890"/>
            <a:ext cx="388569" cy="388307"/>
            <a:chOff x="4886058" y="1965890"/>
            <a:chExt cx="388569" cy="388307"/>
          </a:xfrm>
        </p:grpSpPr>
        <p:sp>
          <p:nvSpPr>
            <p:cNvPr id="12102" name="Google Shape;12102;p75"/>
            <p:cNvSpPr/>
            <p:nvPr/>
          </p:nvSpPr>
          <p:spPr>
            <a:xfrm>
              <a:off x="4886058" y="1965890"/>
              <a:ext cx="388569" cy="388307"/>
            </a:xfrm>
            <a:custGeom>
              <a:avLst/>
              <a:gdLst/>
              <a:ahLst/>
              <a:cxnLst/>
              <a:rect l="l" t="t" r="r" b="b"/>
              <a:pathLst>
                <a:path w="14797" h="14787" extrusionOk="0">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75"/>
            <p:cNvSpPr/>
            <p:nvPr/>
          </p:nvSpPr>
          <p:spPr>
            <a:xfrm>
              <a:off x="4896352" y="1992150"/>
              <a:ext cx="368218" cy="335787"/>
            </a:xfrm>
            <a:custGeom>
              <a:avLst/>
              <a:gdLst/>
              <a:ahLst/>
              <a:cxnLst/>
              <a:rect l="l" t="t" r="r" b="b"/>
              <a:pathLst>
                <a:path w="14022" h="12787" extrusionOk="0">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75"/>
            <p:cNvSpPr/>
            <p:nvPr/>
          </p:nvSpPr>
          <p:spPr>
            <a:xfrm>
              <a:off x="5056958" y="1992072"/>
              <a:ext cx="207612" cy="336102"/>
            </a:xfrm>
            <a:custGeom>
              <a:avLst/>
              <a:gdLst/>
              <a:ahLst/>
              <a:cxnLst/>
              <a:rect l="l" t="t" r="r" b="b"/>
              <a:pathLst>
                <a:path w="7906" h="12799" extrusionOk="0">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75"/>
            <p:cNvSpPr/>
            <p:nvPr/>
          </p:nvSpPr>
          <p:spPr>
            <a:xfrm>
              <a:off x="5074158" y="1993647"/>
              <a:ext cx="12342" cy="39364"/>
            </a:xfrm>
            <a:custGeom>
              <a:avLst/>
              <a:gdLst/>
              <a:ahLst/>
              <a:cxnLst/>
              <a:rect l="l" t="t" r="r" b="b"/>
              <a:pathLst>
                <a:path w="470" h="1499" extrusionOk="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75"/>
            <p:cNvSpPr/>
            <p:nvPr/>
          </p:nvSpPr>
          <p:spPr>
            <a:xfrm>
              <a:off x="5074158" y="2286866"/>
              <a:ext cx="12342" cy="39416"/>
            </a:xfrm>
            <a:custGeom>
              <a:avLst/>
              <a:gdLst/>
              <a:ahLst/>
              <a:cxnLst/>
              <a:rect l="l" t="t" r="r" b="b"/>
              <a:pathLst>
                <a:path w="470" h="1501" extrusionOk="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75"/>
            <p:cNvSpPr/>
            <p:nvPr/>
          </p:nvSpPr>
          <p:spPr>
            <a:xfrm>
              <a:off x="5205984" y="2153597"/>
              <a:ext cx="42515" cy="11633"/>
            </a:xfrm>
            <a:custGeom>
              <a:avLst/>
              <a:gdLst/>
              <a:ahLst/>
              <a:cxnLst/>
              <a:rect l="l" t="t" r="r" b="b"/>
              <a:pathLst>
                <a:path w="1619" h="443" extrusionOk="0">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75"/>
            <p:cNvSpPr/>
            <p:nvPr/>
          </p:nvSpPr>
          <p:spPr>
            <a:xfrm>
              <a:off x="4912948" y="2153623"/>
              <a:ext cx="41753" cy="11581"/>
            </a:xfrm>
            <a:custGeom>
              <a:avLst/>
              <a:gdLst/>
              <a:ahLst/>
              <a:cxnLst/>
              <a:rect l="l" t="t" r="r" b="b"/>
              <a:pathLst>
                <a:path w="1590" h="441" extrusionOk="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75"/>
            <p:cNvSpPr/>
            <p:nvPr/>
          </p:nvSpPr>
          <p:spPr>
            <a:xfrm>
              <a:off x="5002101" y="2140808"/>
              <a:ext cx="97608" cy="96400"/>
            </a:xfrm>
            <a:custGeom>
              <a:avLst/>
              <a:gdLst/>
              <a:ahLst/>
              <a:cxnLst/>
              <a:rect l="l" t="t" r="r" b="b"/>
              <a:pathLst>
                <a:path w="3717" h="3671" extrusionOk="0">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75"/>
            <p:cNvSpPr/>
            <p:nvPr/>
          </p:nvSpPr>
          <p:spPr>
            <a:xfrm>
              <a:off x="5002101" y="2165177"/>
              <a:ext cx="97608" cy="72031"/>
            </a:xfrm>
            <a:custGeom>
              <a:avLst/>
              <a:gdLst/>
              <a:ahLst/>
              <a:cxnLst/>
              <a:rect l="l" t="t" r="r" b="b"/>
              <a:pathLst>
                <a:path w="3717" h="2743" extrusionOk="0">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75"/>
            <p:cNvSpPr/>
            <p:nvPr/>
          </p:nvSpPr>
          <p:spPr>
            <a:xfrm>
              <a:off x="5061238" y="2082984"/>
              <a:ext cx="97503" cy="96532"/>
            </a:xfrm>
            <a:custGeom>
              <a:avLst/>
              <a:gdLst/>
              <a:ahLst/>
              <a:cxnLst/>
              <a:rect l="l" t="t" r="r" b="b"/>
              <a:pathLst>
                <a:path w="3713" h="3676" extrusionOk="0">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75"/>
            <p:cNvSpPr/>
            <p:nvPr/>
          </p:nvSpPr>
          <p:spPr>
            <a:xfrm>
              <a:off x="5085345" y="2083089"/>
              <a:ext cx="73213" cy="96190"/>
            </a:xfrm>
            <a:custGeom>
              <a:avLst/>
              <a:gdLst/>
              <a:ahLst/>
              <a:cxnLst/>
              <a:rect l="l" t="t" r="r" b="b"/>
              <a:pathLst>
                <a:path w="2788" h="3663" extrusionOk="0">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116"/>
        <p:cNvGrpSpPr/>
        <p:nvPr/>
      </p:nvGrpSpPr>
      <p:grpSpPr>
        <a:xfrm>
          <a:off x="0" y="0"/>
          <a:ext cx="0" cy="0"/>
          <a:chOff x="0" y="0"/>
          <a:chExt cx="0" cy="0"/>
        </a:xfrm>
      </p:grpSpPr>
      <p:sp>
        <p:nvSpPr>
          <p:cNvPr id="12117" name="Google Shape;12117;p76"/>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2118" name="Google Shape;12118;p76"/>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12119" name="Google Shape;12119;p76"/>
          <p:cNvGrpSpPr/>
          <p:nvPr/>
        </p:nvGrpSpPr>
        <p:grpSpPr>
          <a:xfrm>
            <a:off x="1765162" y="3346789"/>
            <a:ext cx="292801" cy="359258"/>
            <a:chOff x="1765162" y="3346789"/>
            <a:chExt cx="292801" cy="359258"/>
          </a:xfrm>
        </p:grpSpPr>
        <p:sp>
          <p:nvSpPr>
            <p:cNvPr id="12120" name="Google Shape;12120;p76"/>
            <p:cNvSpPr/>
            <p:nvPr/>
          </p:nvSpPr>
          <p:spPr>
            <a:xfrm>
              <a:off x="1765423" y="3394001"/>
              <a:ext cx="230821" cy="312047"/>
            </a:xfrm>
            <a:custGeom>
              <a:avLst/>
              <a:gdLst/>
              <a:ahLst/>
              <a:cxnLst/>
              <a:rect l="l" t="t" r="r" b="b"/>
              <a:pathLst>
                <a:path w="8815" h="11917" extrusionOk="0">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76"/>
            <p:cNvSpPr/>
            <p:nvPr/>
          </p:nvSpPr>
          <p:spPr>
            <a:xfrm>
              <a:off x="1765162" y="3624088"/>
              <a:ext cx="81959" cy="81959"/>
            </a:xfrm>
            <a:custGeom>
              <a:avLst/>
              <a:gdLst/>
              <a:ahLst/>
              <a:cxnLst/>
              <a:rect l="l" t="t" r="r" b="b"/>
              <a:pathLst>
                <a:path w="3130" h="3130" extrusionOk="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76"/>
            <p:cNvSpPr/>
            <p:nvPr/>
          </p:nvSpPr>
          <p:spPr>
            <a:xfrm>
              <a:off x="1896558" y="3394001"/>
              <a:ext cx="99686" cy="103719"/>
            </a:xfrm>
            <a:custGeom>
              <a:avLst/>
              <a:gdLst/>
              <a:ahLst/>
              <a:cxnLst/>
              <a:rect l="l" t="t" r="r" b="b"/>
              <a:pathLst>
                <a:path w="3807" h="3961" extrusionOk="0">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76"/>
            <p:cNvSpPr/>
            <p:nvPr/>
          </p:nvSpPr>
          <p:spPr>
            <a:xfrm>
              <a:off x="1816379" y="3394001"/>
              <a:ext cx="179629" cy="312047"/>
            </a:xfrm>
            <a:custGeom>
              <a:avLst/>
              <a:gdLst/>
              <a:ahLst/>
              <a:cxnLst/>
              <a:rect l="l" t="t" r="r" b="b"/>
              <a:pathLst>
                <a:path w="6860" h="11917" extrusionOk="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76"/>
            <p:cNvSpPr/>
            <p:nvPr/>
          </p:nvSpPr>
          <p:spPr>
            <a:xfrm>
              <a:off x="1799647" y="3462448"/>
              <a:ext cx="162138" cy="23776"/>
            </a:xfrm>
            <a:custGeom>
              <a:avLst/>
              <a:gdLst/>
              <a:ahLst/>
              <a:cxnLst/>
              <a:rect l="l" t="t" r="r" b="b"/>
              <a:pathLst>
                <a:path w="6192" h="908" extrusionOk="0">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76"/>
            <p:cNvSpPr/>
            <p:nvPr/>
          </p:nvSpPr>
          <p:spPr>
            <a:xfrm>
              <a:off x="1922795" y="3462710"/>
              <a:ext cx="38989" cy="23514"/>
            </a:xfrm>
            <a:custGeom>
              <a:avLst/>
              <a:gdLst/>
              <a:ahLst/>
              <a:cxnLst/>
              <a:rect l="l" t="t" r="r" b="b"/>
              <a:pathLst>
                <a:path w="1489" h="898" extrusionOk="0">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76"/>
            <p:cNvSpPr/>
            <p:nvPr/>
          </p:nvSpPr>
          <p:spPr>
            <a:xfrm>
              <a:off x="1765162" y="3637076"/>
              <a:ext cx="68971" cy="68971"/>
            </a:xfrm>
            <a:custGeom>
              <a:avLst/>
              <a:gdLst/>
              <a:ahLst/>
              <a:cxnLst/>
              <a:rect l="l" t="t" r="r" b="b"/>
              <a:pathLst>
                <a:path w="2634" h="2634" extrusionOk="0">
                  <a:moveTo>
                    <a:pt x="1" y="0"/>
                  </a:moveTo>
                  <a:lnTo>
                    <a:pt x="2634" y="2633"/>
                  </a:lnTo>
                  <a:lnTo>
                    <a:pt x="2634" y="220"/>
                  </a:lnTo>
                  <a:cubicBezTo>
                    <a:pt x="2634" y="96"/>
                    <a:pt x="2538" y="0"/>
                    <a:pt x="241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76"/>
            <p:cNvSpPr/>
            <p:nvPr/>
          </p:nvSpPr>
          <p:spPr>
            <a:xfrm>
              <a:off x="1923528" y="3346789"/>
              <a:ext cx="134434" cy="134434"/>
            </a:xfrm>
            <a:custGeom>
              <a:avLst/>
              <a:gdLst/>
              <a:ahLst/>
              <a:cxnLst/>
              <a:rect l="l" t="t" r="r" b="b"/>
              <a:pathLst>
                <a:path w="5134" h="5134" extrusionOk="0">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76"/>
            <p:cNvSpPr/>
            <p:nvPr/>
          </p:nvSpPr>
          <p:spPr>
            <a:xfrm>
              <a:off x="1978255" y="3377033"/>
              <a:ext cx="48730" cy="48730"/>
            </a:xfrm>
            <a:custGeom>
              <a:avLst/>
              <a:gdLst/>
              <a:ahLst/>
              <a:cxnLst/>
              <a:rect l="l" t="t" r="r" b="b"/>
              <a:pathLst>
                <a:path w="1861" h="1861" extrusionOk="0">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76"/>
            <p:cNvSpPr/>
            <p:nvPr/>
          </p:nvSpPr>
          <p:spPr>
            <a:xfrm>
              <a:off x="1960999" y="3371560"/>
              <a:ext cx="82587" cy="59702"/>
            </a:xfrm>
            <a:custGeom>
              <a:avLst/>
              <a:gdLst/>
              <a:ahLst/>
              <a:cxnLst/>
              <a:rect l="l" t="t" r="r" b="b"/>
              <a:pathLst>
                <a:path w="3154" h="2280" extrusionOk="0">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76"/>
            <p:cNvSpPr/>
            <p:nvPr/>
          </p:nvSpPr>
          <p:spPr>
            <a:xfrm>
              <a:off x="1950028" y="3412592"/>
              <a:ext cx="43755" cy="39408"/>
            </a:xfrm>
            <a:custGeom>
              <a:avLst/>
              <a:gdLst/>
              <a:ahLst/>
              <a:cxnLst/>
              <a:rect l="l" t="t" r="r" b="b"/>
              <a:pathLst>
                <a:path w="1671" h="1505" extrusionOk="0">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76"/>
            <p:cNvSpPr/>
            <p:nvPr/>
          </p:nvSpPr>
          <p:spPr>
            <a:xfrm>
              <a:off x="1792054" y="3504659"/>
              <a:ext cx="176225" cy="10814"/>
            </a:xfrm>
            <a:custGeom>
              <a:avLst/>
              <a:gdLst/>
              <a:ahLst/>
              <a:cxnLst/>
              <a:rect l="l" t="t" r="r" b="b"/>
              <a:pathLst>
                <a:path w="6730" h="413" extrusionOk="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76"/>
            <p:cNvSpPr/>
            <p:nvPr/>
          </p:nvSpPr>
          <p:spPr>
            <a:xfrm>
              <a:off x="1792891" y="3528408"/>
              <a:ext cx="175387" cy="11024"/>
            </a:xfrm>
            <a:custGeom>
              <a:avLst/>
              <a:gdLst/>
              <a:ahLst/>
              <a:cxnLst/>
              <a:rect l="l" t="t" r="r" b="b"/>
              <a:pathLst>
                <a:path w="6698" h="421" extrusionOk="0">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76"/>
            <p:cNvSpPr/>
            <p:nvPr/>
          </p:nvSpPr>
          <p:spPr>
            <a:xfrm>
              <a:off x="1792891" y="3552394"/>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76"/>
            <p:cNvSpPr/>
            <p:nvPr/>
          </p:nvSpPr>
          <p:spPr>
            <a:xfrm>
              <a:off x="1792891" y="3576379"/>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5" name="Google Shape;12135;p76"/>
          <p:cNvGrpSpPr/>
          <p:nvPr/>
        </p:nvGrpSpPr>
        <p:grpSpPr>
          <a:xfrm>
            <a:off x="3077632" y="2445004"/>
            <a:ext cx="358996" cy="296309"/>
            <a:chOff x="3077632" y="2445004"/>
            <a:chExt cx="358996" cy="296309"/>
          </a:xfrm>
        </p:grpSpPr>
        <p:sp>
          <p:nvSpPr>
            <p:cNvPr id="12136" name="Google Shape;12136;p76"/>
            <p:cNvSpPr/>
            <p:nvPr/>
          </p:nvSpPr>
          <p:spPr>
            <a:xfrm>
              <a:off x="3097873" y="2504968"/>
              <a:ext cx="294293" cy="195366"/>
            </a:xfrm>
            <a:custGeom>
              <a:avLst/>
              <a:gdLst/>
              <a:ahLst/>
              <a:cxnLst/>
              <a:rect l="l" t="t" r="r" b="b"/>
              <a:pathLst>
                <a:path w="11239" h="7461" extrusionOk="0">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76"/>
            <p:cNvSpPr/>
            <p:nvPr/>
          </p:nvSpPr>
          <p:spPr>
            <a:xfrm>
              <a:off x="3296696" y="2504968"/>
              <a:ext cx="95471" cy="80100"/>
            </a:xfrm>
            <a:custGeom>
              <a:avLst/>
              <a:gdLst/>
              <a:ahLst/>
              <a:cxnLst/>
              <a:rect l="l" t="t" r="r" b="b"/>
              <a:pathLst>
                <a:path w="3646" h="3059" extrusionOk="0">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76"/>
            <p:cNvSpPr/>
            <p:nvPr/>
          </p:nvSpPr>
          <p:spPr>
            <a:xfrm>
              <a:off x="3097873" y="2685330"/>
              <a:ext cx="294293" cy="15004"/>
            </a:xfrm>
            <a:custGeom>
              <a:avLst/>
              <a:gdLst/>
              <a:ahLst/>
              <a:cxnLst/>
              <a:rect l="l" t="t" r="r" b="b"/>
              <a:pathLst>
                <a:path w="11239" h="573" extrusionOk="0">
                  <a:moveTo>
                    <a:pt x="0" y="0"/>
                  </a:moveTo>
                  <a:lnTo>
                    <a:pt x="0" y="573"/>
                  </a:lnTo>
                  <a:lnTo>
                    <a:pt x="11238" y="573"/>
                  </a:lnTo>
                  <a:lnTo>
                    <a:pt x="1123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76"/>
            <p:cNvSpPr/>
            <p:nvPr/>
          </p:nvSpPr>
          <p:spPr>
            <a:xfrm>
              <a:off x="3116596" y="2524685"/>
              <a:ext cx="256587" cy="140430"/>
            </a:xfrm>
            <a:custGeom>
              <a:avLst/>
              <a:gdLst/>
              <a:ahLst/>
              <a:cxnLst/>
              <a:rect l="l" t="t" r="r" b="b"/>
              <a:pathLst>
                <a:path w="9799" h="5363" extrusionOk="0">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76"/>
            <p:cNvSpPr/>
            <p:nvPr/>
          </p:nvSpPr>
          <p:spPr>
            <a:xfrm>
              <a:off x="3298215" y="2524685"/>
              <a:ext cx="74968" cy="60487"/>
            </a:xfrm>
            <a:custGeom>
              <a:avLst/>
              <a:gdLst/>
              <a:ahLst/>
              <a:cxnLst/>
              <a:rect l="l" t="t" r="r" b="b"/>
              <a:pathLst>
                <a:path w="2863" h="2310" extrusionOk="0">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76"/>
            <p:cNvSpPr/>
            <p:nvPr/>
          </p:nvSpPr>
          <p:spPr>
            <a:xfrm>
              <a:off x="3273967" y="2567157"/>
              <a:ext cx="72480" cy="72480"/>
            </a:xfrm>
            <a:custGeom>
              <a:avLst/>
              <a:gdLst/>
              <a:ahLst/>
              <a:cxnLst/>
              <a:rect l="l" t="t" r="r" b="b"/>
              <a:pathLst>
                <a:path w="2768" h="2768" extrusionOk="0">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76"/>
            <p:cNvSpPr/>
            <p:nvPr/>
          </p:nvSpPr>
          <p:spPr>
            <a:xfrm>
              <a:off x="3323928" y="2567157"/>
              <a:ext cx="22519" cy="13014"/>
            </a:xfrm>
            <a:custGeom>
              <a:avLst/>
              <a:gdLst/>
              <a:ahLst/>
              <a:cxnLst/>
              <a:rect l="l" t="t" r="r" b="b"/>
              <a:pathLst>
                <a:path w="860" h="497" extrusionOk="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76"/>
            <p:cNvSpPr/>
            <p:nvPr/>
          </p:nvSpPr>
          <p:spPr>
            <a:xfrm>
              <a:off x="3116596" y="2524449"/>
              <a:ext cx="256587" cy="140430"/>
            </a:xfrm>
            <a:custGeom>
              <a:avLst/>
              <a:gdLst/>
              <a:ahLst/>
              <a:cxnLst/>
              <a:rect l="l" t="t" r="r" b="b"/>
              <a:pathLst>
                <a:path w="9799" h="5363" extrusionOk="0">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76"/>
            <p:cNvSpPr/>
            <p:nvPr/>
          </p:nvSpPr>
          <p:spPr>
            <a:xfrm>
              <a:off x="3116596" y="2524685"/>
              <a:ext cx="256587" cy="20267"/>
            </a:xfrm>
            <a:custGeom>
              <a:avLst/>
              <a:gdLst/>
              <a:ahLst/>
              <a:cxnLst/>
              <a:rect l="l" t="t" r="r" b="b"/>
              <a:pathLst>
                <a:path w="9799" h="774" extrusionOk="0">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76"/>
            <p:cNvSpPr/>
            <p:nvPr/>
          </p:nvSpPr>
          <p:spPr>
            <a:xfrm>
              <a:off x="3298450" y="2524711"/>
              <a:ext cx="74732" cy="20241"/>
            </a:xfrm>
            <a:custGeom>
              <a:avLst/>
              <a:gdLst/>
              <a:ahLst/>
              <a:cxnLst/>
              <a:rect l="l" t="t" r="r" b="b"/>
              <a:pathLst>
                <a:path w="2854" h="773" extrusionOk="0">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76"/>
            <p:cNvSpPr/>
            <p:nvPr/>
          </p:nvSpPr>
          <p:spPr>
            <a:xfrm>
              <a:off x="3224766" y="2674332"/>
              <a:ext cx="40246" cy="11024"/>
            </a:xfrm>
            <a:custGeom>
              <a:avLst/>
              <a:gdLst/>
              <a:ahLst/>
              <a:cxnLst/>
              <a:rect l="l" t="t" r="r" b="b"/>
              <a:pathLst>
                <a:path w="1537" h="421" extrusionOk="0">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76"/>
            <p:cNvSpPr/>
            <p:nvPr/>
          </p:nvSpPr>
          <p:spPr>
            <a:xfrm>
              <a:off x="3309684" y="2445004"/>
              <a:ext cx="126945" cy="127181"/>
            </a:xfrm>
            <a:custGeom>
              <a:avLst/>
              <a:gdLst/>
              <a:ahLst/>
              <a:cxnLst/>
              <a:rect l="l" t="t" r="r" b="b"/>
              <a:pathLst>
                <a:path w="4848" h="4857" extrusionOk="0">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76"/>
            <p:cNvSpPr/>
            <p:nvPr/>
          </p:nvSpPr>
          <p:spPr>
            <a:xfrm>
              <a:off x="3336681" y="2472236"/>
              <a:ext cx="72951" cy="72218"/>
            </a:xfrm>
            <a:custGeom>
              <a:avLst/>
              <a:gdLst/>
              <a:ahLst/>
              <a:cxnLst/>
              <a:rect l="l" t="t" r="r" b="b"/>
              <a:pathLst>
                <a:path w="2786" h="2758" extrusionOk="0">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76"/>
            <p:cNvSpPr/>
            <p:nvPr/>
          </p:nvSpPr>
          <p:spPr>
            <a:xfrm>
              <a:off x="3366165" y="2473231"/>
              <a:ext cx="43729" cy="71878"/>
            </a:xfrm>
            <a:custGeom>
              <a:avLst/>
              <a:gdLst/>
              <a:ahLst/>
              <a:cxnLst/>
              <a:rect l="l" t="t" r="r" b="b"/>
              <a:pathLst>
                <a:path w="1670" h="2745" extrusionOk="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76"/>
            <p:cNvSpPr/>
            <p:nvPr/>
          </p:nvSpPr>
          <p:spPr>
            <a:xfrm>
              <a:off x="3336681" y="2497976"/>
              <a:ext cx="30244" cy="32757"/>
            </a:xfrm>
            <a:custGeom>
              <a:avLst/>
              <a:gdLst/>
              <a:ahLst/>
              <a:cxnLst/>
              <a:rect l="l" t="t" r="r" b="b"/>
              <a:pathLst>
                <a:path w="1155" h="1251" extrusionOk="0">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76"/>
            <p:cNvSpPr/>
            <p:nvPr/>
          </p:nvSpPr>
          <p:spPr>
            <a:xfrm>
              <a:off x="3144587" y="2567157"/>
              <a:ext cx="27232" cy="27259"/>
            </a:xfrm>
            <a:custGeom>
              <a:avLst/>
              <a:gdLst/>
              <a:ahLst/>
              <a:cxnLst/>
              <a:rect l="l" t="t" r="r" b="b"/>
              <a:pathLst>
                <a:path w="1040" h="1041" extrusionOk="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76"/>
            <p:cNvSpPr/>
            <p:nvPr/>
          </p:nvSpPr>
          <p:spPr>
            <a:xfrm>
              <a:off x="3180958" y="2561658"/>
              <a:ext cx="79655" cy="11050"/>
            </a:xfrm>
            <a:custGeom>
              <a:avLst/>
              <a:gdLst/>
              <a:ahLst/>
              <a:cxnLst/>
              <a:rect l="l" t="t" r="r" b="b"/>
              <a:pathLst>
                <a:path w="3042" h="422" extrusionOk="0">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76"/>
            <p:cNvSpPr/>
            <p:nvPr/>
          </p:nvSpPr>
          <p:spPr>
            <a:xfrm>
              <a:off x="3182058" y="2575405"/>
              <a:ext cx="77455" cy="10762"/>
            </a:xfrm>
            <a:custGeom>
              <a:avLst/>
              <a:gdLst/>
              <a:ahLst/>
              <a:cxnLst/>
              <a:rect l="l" t="t" r="r" b="b"/>
              <a:pathLst>
                <a:path w="2958" h="411"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76"/>
            <p:cNvSpPr/>
            <p:nvPr/>
          </p:nvSpPr>
          <p:spPr>
            <a:xfrm>
              <a:off x="3182058" y="2588890"/>
              <a:ext cx="77455" cy="10788"/>
            </a:xfrm>
            <a:custGeom>
              <a:avLst/>
              <a:gdLst/>
              <a:ahLst/>
              <a:cxnLst/>
              <a:rect l="l" t="t" r="r" b="b"/>
              <a:pathLst>
                <a:path w="2958" h="412"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76"/>
            <p:cNvSpPr/>
            <p:nvPr/>
          </p:nvSpPr>
          <p:spPr>
            <a:xfrm>
              <a:off x="3144587" y="2612378"/>
              <a:ext cx="27232" cy="27259"/>
            </a:xfrm>
            <a:custGeom>
              <a:avLst/>
              <a:gdLst/>
              <a:ahLst/>
              <a:cxnLst/>
              <a:rect l="l" t="t" r="r" b="b"/>
              <a:pathLst>
                <a:path w="1040" h="1041" extrusionOk="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76"/>
            <p:cNvSpPr/>
            <p:nvPr/>
          </p:nvSpPr>
          <p:spPr>
            <a:xfrm>
              <a:off x="3182058" y="2607141"/>
              <a:ext cx="77455" cy="10762"/>
            </a:xfrm>
            <a:custGeom>
              <a:avLst/>
              <a:gdLst/>
              <a:ahLst/>
              <a:cxnLst/>
              <a:rect l="l" t="t" r="r" b="b"/>
              <a:pathLst>
                <a:path w="2958" h="411" extrusionOk="0">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76"/>
            <p:cNvSpPr/>
            <p:nvPr/>
          </p:nvSpPr>
          <p:spPr>
            <a:xfrm>
              <a:off x="3182058" y="2620627"/>
              <a:ext cx="77455" cy="10762"/>
            </a:xfrm>
            <a:custGeom>
              <a:avLst/>
              <a:gdLst/>
              <a:ahLst/>
              <a:cxnLst/>
              <a:rect l="l" t="t" r="r" b="b"/>
              <a:pathLst>
                <a:path w="2958" h="411" extrusionOk="0">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76"/>
            <p:cNvSpPr/>
            <p:nvPr/>
          </p:nvSpPr>
          <p:spPr>
            <a:xfrm>
              <a:off x="3182058" y="2634374"/>
              <a:ext cx="77455" cy="10762"/>
            </a:xfrm>
            <a:custGeom>
              <a:avLst/>
              <a:gdLst/>
              <a:ahLst/>
              <a:cxnLst/>
              <a:rect l="l" t="t" r="r" b="b"/>
              <a:pathLst>
                <a:path w="2958" h="411" extrusionOk="0">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76"/>
            <p:cNvSpPr/>
            <p:nvPr/>
          </p:nvSpPr>
          <p:spPr>
            <a:xfrm>
              <a:off x="3077632" y="2694311"/>
              <a:ext cx="334749" cy="34250"/>
            </a:xfrm>
            <a:custGeom>
              <a:avLst/>
              <a:gdLst/>
              <a:ahLst/>
              <a:cxnLst/>
              <a:rect l="l" t="t" r="r" b="b"/>
              <a:pathLst>
                <a:path w="12784" h="1308" extrusionOk="0">
                  <a:moveTo>
                    <a:pt x="773" y="1"/>
                  </a:moveTo>
                  <a:lnTo>
                    <a:pt x="0" y="1031"/>
                  </a:lnTo>
                  <a:lnTo>
                    <a:pt x="0" y="1308"/>
                  </a:lnTo>
                  <a:lnTo>
                    <a:pt x="12784" y="1308"/>
                  </a:lnTo>
                  <a:lnTo>
                    <a:pt x="12784" y="1031"/>
                  </a:lnTo>
                  <a:lnTo>
                    <a:pt x="1201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76"/>
            <p:cNvSpPr/>
            <p:nvPr/>
          </p:nvSpPr>
          <p:spPr>
            <a:xfrm>
              <a:off x="3188552" y="2700072"/>
              <a:ext cx="112674" cy="16758"/>
            </a:xfrm>
            <a:custGeom>
              <a:avLst/>
              <a:gdLst/>
              <a:ahLst/>
              <a:cxnLst/>
              <a:rect l="l" t="t" r="r" b="b"/>
              <a:pathLst>
                <a:path w="4303" h="640" extrusionOk="0">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76"/>
            <p:cNvSpPr/>
            <p:nvPr/>
          </p:nvSpPr>
          <p:spPr>
            <a:xfrm>
              <a:off x="3077632" y="2721308"/>
              <a:ext cx="334513" cy="20005"/>
            </a:xfrm>
            <a:custGeom>
              <a:avLst/>
              <a:gdLst/>
              <a:ahLst/>
              <a:cxnLst/>
              <a:rect l="l" t="t" r="r" b="b"/>
              <a:pathLst>
                <a:path w="12775" h="764" extrusionOk="0">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2" name="Google Shape;12162;p76"/>
          <p:cNvGrpSpPr/>
          <p:nvPr/>
        </p:nvGrpSpPr>
        <p:grpSpPr>
          <a:xfrm>
            <a:off x="2635237" y="2431780"/>
            <a:ext cx="359232" cy="323018"/>
            <a:chOff x="2635237" y="2431780"/>
            <a:chExt cx="359232" cy="323018"/>
          </a:xfrm>
        </p:grpSpPr>
        <p:sp>
          <p:nvSpPr>
            <p:cNvPr id="12163" name="Google Shape;12163;p76"/>
            <p:cNvSpPr/>
            <p:nvPr/>
          </p:nvSpPr>
          <p:spPr>
            <a:xfrm>
              <a:off x="2769121" y="2696328"/>
              <a:ext cx="44253" cy="40482"/>
            </a:xfrm>
            <a:custGeom>
              <a:avLst/>
              <a:gdLst/>
              <a:ahLst/>
              <a:cxnLst/>
              <a:rect l="l" t="t" r="r" b="b"/>
              <a:pathLst>
                <a:path w="1690" h="1546" extrusionOk="0">
                  <a:moveTo>
                    <a:pt x="344" y="0"/>
                  </a:moveTo>
                  <a:lnTo>
                    <a:pt x="1" y="1546"/>
                  </a:lnTo>
                  <a:lnTo>
                    <a:pt x="1689" y="1546"/>
                  </a:lnTo>
                  <a:lnTo>
                    <a:pt x="1346"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76"/>
            <p:cNvSpPr/>
            <p:nvPr/>
          </p:nvSpPr>
          <p:spPr>
            <a:xfrm>
              <a:off x="2738903" y="2733039"/>
              <a:ext cx="104688" cy="21760"/>
            </a:xfrm>
            <a:custGeom>
              <a:avLst/>
              <a:gdLst/>
              <a:ahLst/>
              <a:cxnLst/>
              <a:rect l="l" t="t" r="r" b="b"/>
              <a:pathLst>
                <a:path w="3998" h="831" extrusionOk="0">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5" name="Google Shape;12165;p76"/>
            <p:cNvSpPr/>
            <p:nvPr/>
          </p:nvSpPr>
          <p:spPr>
            <a:xfrm>
              <a:off x="2635237" y="2498212"/>
              <a:ext cx="312020" cy="203876"/>
            </a:xfrm>
            <a:custGeom>
              <a:avLst/>
              <a:gdLst/>
              <a:ahLst/>
              <a:cxnLst/>
              <a:rect l="l" t="t" r="r" b="b"/>
              <a:pathLst>
                <a:path w="11916" h="7786" extrusionOk="0">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6" name="Google Shape;12166;p76"/>
            <p:cNvSpPr/>
            <p:nvPr/>
          </p:nvSpPr>
          <p:spPr>
            <a:xfrm>
              <a:off x="2845555" y="2498212"/>
              <a:ext cx="101703" cy="84211"/>
            </a:xfrm>
            <a:custGeom>
              <a:avLst/>
              <a:gdLst/>
              <a:ahLst/>
              <a:cxnLst/>
              <a:rect l="l" t="t" r="r" b="b"/>
              <a:pathLst>
                <a:path w="3884" h="3216" extrusionOk="0">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76"/>
            <p:cNvSpPr/>
            <p:nvPr/>
          </p:nvSpPr>
          <p:spPr>
            <a:xfrm>
              <a:off x="2635472" y="2687582"/>
              <a:ext cx="311523" cy="14506"/>
            </a:xfrm>
            <a:custGeom>
              <a:avLst/>
              <a:gdLst/>
              <a:ahLst/>
              <a:cxnLst/>
              <a:rect l="l" t="t" r="r" b="b"/>
              <a:pathLst>
                <a:path w="11897" h="554" extrusionOk="0">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76"/>
            <p:cNvSpPr/>
            <p:nvPr/>
          </p:nvSpPr>
          <p:spPr>
            <a:xfrm>
              <a:off x="2655216" y="2517196"/>
              <a:ext cx="272062" cy="151166"/>
            </a:xfrm>
            <a:custGeom>
              <a:avLst/>
              <a:gdLst/>
              <a:ahLst/>
              <a:cxnLst/>
              <a:rect l="l" t="t" r="r" b="b"/>
              <a:pathLst>
                <a:path w="10390" h="5773" extrusionOk="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76"/>
            <p:cNvSpPr/>
            <p:nvPr/>
          </p:nvSpPr>
          <p:spPr>
            <a:xfrm>
              <a:off x="2847807" y="2517196"/>
              <a:ext cx="79471" cy="65227"/>
            </a:xfrm>
            <a:custGeom>
              <a:avLst/>
              <a:gdLst/>
              <a:ahLst/>
              <a:cxnLst/>
              <a:rect l="l" t="t" r="r" b="b"/>
              <a:pathLst>
                <a:path w="3035" h="2491" extrusionOk="0">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76"/>
            <p:cNvSpPr/>
            <p:nvPr/>
          </p:nvSpPr>
          <p:spPr>
            <a:xfrm>
              <a:off x="2655216" y="2517196"/>
              <a:ext cx="272062" cy="151166"/>
            </a:xfrm>
            <a:custGeom>
              <a:avLst/>
              <a:gdLst/>
              <a:ahLst/>
              <a:cxnLst/>
              <a:rect l="l" t="t" r="r" b="b"/>
              <a:pathLst>
                <a:path w="10390" h="5773" extrusionOk="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76"/>
            <p:cNvSpPr/>
            <p:nvPr/>
          </p:nvSpPr>
          <p:spPr>
            <a:xfrm>
              <a:off x="2770378" y="2678836"/>
              <a:ext cx="41739" cy="10762"/>
            </a:xfrm>
            <a:custGeom>
              <a:avLst/>
              <a:gdLst/>
              <a:ahLst/>
              <a:cxnLst/>
              <a:rect l="l" t="t" r="r" b="b"/>
              <a:pathLst>
                <a:path w="1594" h="411" extrusionOk="0">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76"/>
            <p:cNvSpPr/>
            <p:nvPr/>
          </p:nvSpPr>
          <p:spPr>
            <a:xfrm>
              <a:off x="2733404"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76"/>
            <p:cNvSpPr/>
            <p:nvPr/>
          </p:nvSpPr>
          <p:spPr>
            <a:xfrm>
              <a:off x="2778364" y="2584910"/>
              <a:ext cx="25766" cy="26002"/>
            </a:xfrm>
            <a:custGeom>
              <a:avLst/>
              <a:gdLst/>
              <a:ahLst/>
              <a:cxnLst/>
              <a:rect l="l" t="t" r="r" b="b"/>
              <a:pathLst>
                <a:path w="984" h="993" extrusionOk="0">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76"/>
            <p:cNvSpPr/>
            <p:nvPr/>
          </p:nvSpPr>
          <p:spPr>
            <a:xfrm>
              <a:off x="2823585"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76"/>
            <p:cNvSpPr/>
            <p:nvPr/>
          </p:nvSpPr>
          <p:spPr>
            <a:xfrm>
              <a:off x="2859799" y="2431780"/>
              <a:ext cx="134669" cy="136424"/>
            </a:xfrm>
            <a:custGeom>
              <a:avLst/>
              <a:gdLst/>
              <a:ahLst/>
              <a:cxnLst/>
              <a:rect l="l" t="t" r="r" b="b"/>
              <a:pathLst>
                <a:path w="5143" h="5210" extrusionOk="0">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76"/>
            <p:cNvSpPr/>
            <p:nvPr/>
          </p:nvSpPr>
          <p:spPr>
            <a:xfrm>
              <a:off x="2904026" y="2482920"/>
              <a:ext cx="39984" cy="34302"/>
            </a:xfrm>
            <a:custGeom>
              <a:avLst/>
              <a:gdLst/>
              <a:ahLst/>
              <a:cxnLst/>
              <a:rect l="l" t="t" r="r" b="b"/>
              <a:pathLst>
                <a:path w="1527" h="1310" extrusionOk="0">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76"/>
            <p:cNvSpPr/>
            <p:nvPr/>
          </p:nvSpPr>
          <p:spPr>
            <a:xfrm>
              <a:off x="2880433" y="2455190"/>
              <a:ext cx="93638" cy="89841"/>
            </a:xfrm>
            <a:custGeom>
              <a:avLst/>
              <a:gdLst/>
              <a:ahLst/>
              <a:cxnLst/>
              <a:rect l="l" t="t" r="r" b="b"/>
              <a:pathLst>
                <a:path w="3576" h="3431" extrusionOk="0">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8" name="Google Shape;12178;p76"/>
          <p:cNvGrpSpPr/>
          <p:nvPr/>
        </p:nvGrpSpPr>
        <p:grpSpPr>
          <a:xfrm>
            <a:off x="4011651" y="3768132"/>
            <a:ext cx="373189" cy="358944"/>
            <a:chOff x="4011651" y="3768132"/>
            <a:chExt cx="373189" cy="358944"/>
          </a:xfrm>
        </p:grpSpPr>
        <p:sp>
          <p:nvSpPr>
            <p:cNvPr id="12179" name="Google Shape;12179;p76"/>
            <p:cNvSpPr/>
            <p:nvPr/>
          </p:nvSpPr>
          <p:spPr>
            <a:xfrm>
              <a:off x="4011651" y="3859387"/>
              <a:ext cx="275309" cy="267689"/>
            </a:xfrm>
            <a:custGeom>
              <a:avLst/>
              <a:gdLst/>
              <a:ahLst/>
              <a:cxnLst/>
              <a:rect l="l" t="t" r="r" b="b"/>
              <a:pathLst>
                <a:path w="10514" h="10223" extrusionOk="0">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76"/>
            <p:cNvSpPr/>
            <p:nvPr/>
          </p:nvSpPr>
          <p:spPr>
            <a:xfrm>
              <a:off x="4054359" y="3859151"/>
              <a:ext cx="56481" cy="72716"/>
            </a:xfrm>
            <a:custGeom>
              <a:avLst/>
              <a:gdLst/>
              <a:ahLst/>
              <a:cxnLst/>
              <a:rect l="l" t="t" r="r" b="b"/>
              <a:pathLst>
                <a:path w="2157" h="2777" extrusionOk="0">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76"/>
            <p:cNvSpPr/>
            <p:nvPr/>
          </p:nvSpPr>
          <p:spPr>
            <a:xfrm>
              <a:off x="4214480" y="4035245"/>
              <a:ext cx="72480" cy="56743"/>
            </a:xfrm>
            <a:custGeom>
              <a:avLst/>
              <a:gdLst/>
              <a:ahLst/>
              <a:cxnLst/>
              <a:rect l="l" t="t" r="r" b="b"/>
              <a:pathLst>
                <a:path w="2768" h="2167" extrusionOk="0">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76"/>
            <p:cNvSpPr/>
            <p:nvPr/>
          </p:nvSpPr>
          <p:spPr>
            <a:xfrm>
              <a:off x="4135559" y="3768132"/>
              <a:ext cx="249281" cy="210946"/>
            </a:xfrm>
            <a:custGeom>
              <a:avLst/>
              <a:gdLst/>
              <a:ahLst/>
              <a:cxnLst/>
              <a:rect l="l" t="t" r="r" b="b"/>
              <a:pathLst>
                <a:path w="9520" h="8056" extrusionOk="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76"/>
            <p:cNvSpPr/>
            <p:nvPr/>
          </p:nvSpPr>
          <p:spPr>
            <a:xfrm>
              <a:off x="4062110" y="3836553"/>
              <a:ext cx="78712" cy="97827"/>
            </a:xfrm>
            <a:custGeom>
              <a:avLst/>
              <a:gdLst/>
              <a:ahLst/>
              <a:cxnLst/>
              <a:rect l="l" t="t" r="r" b="b"/>
              <a:pathLst>
                <a:path w="3006" h="3736" extrusionOk="0">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76"/>
            <p:cNvSpPr/>
            <p:nvPr/>
          </p:nvSpPr>
          <p:spPr>
            <a:xfrm>
              <a:off x="4210998" y="4006154"/>
              <a:ext cx="99451" cy="77298"/>
            </a:xfrm>
            <a:custGeom>
              <a:avLst/>
              <a:gdLst/>
              <a:ahLst/>
              <a:cxnLst/>
              <a:rect l="l" t="t" r="r" b="b"/>
              <a:pathLst>
                <a:path w="3798" h="2952" extrusionOk="0">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76"/>
            <p:cNvSpPr/>
            <p:nvPr/>
          </p:nvSpPr>
          <p:spPr>
            <a:xfrm>
              <a:off x="4186750" y="3787195"/>
              <a:ext cx="147657" cy="149595"/>
            </a:xfrm>
            <a:custGeom>
              <a:avLst/>
              <a:gdLst/>
              <a:ahLst/>
              <a:cxnLst/>
              <a:rect l="l" t="t" r="r" b="b"/>
              <a:pathLst>
                <a:path w="5639" h="5713" extrusionOk="0">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76"/>
            <p:cNvSpPr/>
            <p:nvPr/>
          </p:nvSpPr>
          <p:spPr>
            <a:xfrm>
              <a:off x="4226473" y="3841659"/>
              <a:ext cx="42734" cy="53496"/>
            </a:xfrm>
            <a:custGeom>
              <a:avLst/>
              <a:gdLst/>
              <a:ahLst/>
              <a:cxnLst/>
              <a:rect l="l" t="t" r="r" b="b"/>
              <a:pathLst>
                <a:path w="1632" h="2043" extrusionOk="0">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76"/>
            <p:cNvSpPr/>
            <p:nvPr/>
          </p:nvSpPr>
          <p:spPr>
            <a:xfrm>
              <a:off x="4266431" y="3841476"/>
              <a:ext cx="30008" cy="53417"/>
            </a:xfrm>
            <a:custGeom>
              <a:avLst/>
              <a:gdLst/>
              <a:ahLst/>
              <a:cxnLst/>
              <a:rect l="l" t="t" r="r" b="b"/>
              <a:pathLst>
                <a:path w="1146" h="2040" extrusionOk="0">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76"/>
            <p:cNvSpPr/>
            <p:nvPr/>
          </p:nvSpPr>
          <p:spPr>
            <a:xfrm>
              <a:off x="4285677" y="3841476"/>
              <a:ext cx="10762" cy="33438"/>
            </a:xfrm>
            <a:custGeom>
              <a:avLst/>
              <a:gdLst/>
              <a:ahLst/>
              <a:cxnLst/>
              <a:rect l="l" t="t" r="r" b="b"/>
              <a:pathLst>
                <a:path w="411" h="1277" extrusionOk="0">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9" name="Google Shape;12189;p76"/>
          <p:cNvGrpSpPr/>
          <p:nvPr/>
        </p:nvGrpSpPr>
        <p:grpSpPr>
          <a:xfrm>
            <a:off x="2189568" y="1961603"/>
            <a:ext cx="364993" cy="359049"/>
            <a:chOff x="2189568" y="1961603"/>
            <a:chExt cx="364993" cy="359049"/>
          </a:xfrm>
        </p:grpSpPr>
        <p:sp>
          <p:nvSpPr>
            <p:cNvPr id="12190" name="Google Shape;12190;p76"/>
            <p:cNvSpPr/>
            <p:nvPr/>
          </p:nvSpPr>
          <p:spPr>
            <a:xfrm>
              <a:off x="2232197" y="2004206"/>
              <a:ext cx="77822" cy="73868"/>
            </a:xfrm>
            <a:custGeom>
              <a:avLst/>
              <a:gdLst/>
              <a:ahLst/>
              <a:cxnLst/>
              <a:rect l="l" t="t" r="r" b="b"/>
              <a:pathLst>
                <a:path w="2972" h="2821" extrusionOk="0">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1" name="Google Shape;12191;p76"/>
            <p:cNvSpPr/>
            <p:nvPr/>
          </p:nvSpPr>
          <p:spPr>
            <a:xfrm>
              <a:off x="2192187" y="2070061"/>
              <a:ext cx="100838" cy="35009"/>
            </a:xfrm>
            <a:custGeom>
              <a:avLst/>
              <a:gdLst/>
              <a:ahLst/>
              <a:cxnLst/>
              <a:rect l="l" t="t" r="r" b="b"/>
              <a:pathLst>
                <a:path w="3851" h="1337" extrusionOk="0">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76"/>
            <p:cNvSpPr/>
            <p:nvPr/>
          </p:nvSpPr>
          <p:spPr>
            <a:xfrm>
              <a:off x="2189568" y="2121514"/>
              <a:ext cx="100131" cy="36999"/>
            </a:xfrm>
            <a:custGeom>
              <a:avLst/>
              <a:gdLst/>
              <a:ahLst/>
              <a:cxnLst/>
              <a:rect l="l" t="t" r="r" b="b"/>
              <a:pathLst>
                <a:path w="3824" h="1413" extrusionOk="0">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76"/>
            <p:cNvSpPr/>
            <p:nvPr/>
          </p:nvSpPr>
          <p:spPr>
            <a:xfrm>
              <a:off x="2299048" y="1964404"/>
              <a:ext cx="36947" cy="96439"/>
            </a:xfrm>
            <a:custGeom>
              <a:avLst/>
              <a:gdLst/>
              <a:ahLst/>
              <a:cxnLst/>
              <a:rect l="l" t="t" r="r" b="b"/>
              <a:pathLst>
                <a:path w="1411" h="3683" extrusionOk="0">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76"/>
            <p:cNvSpPr/>
            <p:nvPr/>
          </p:nvSpPr>
          <p:spPr>
            <a:xfrm>
              <a:off x="2350711" y="1961603"/>
              <a:ext cx="38701" cy="95732"/>
            </a:xfrm>
            <a:custGeom>
              <a:avLst/>
              <a:gdLst/>
              <a:ahLst/>
              <a:cxnLst/>
              <a:rect l="l" t="t" r="r" b="b"/>
              <a:pathLst>
                <a:path w="1478" h="3656" extrusionOk="0">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76"/>
            <p:cNvSpPr/>
            <p:nvPr/>
          </p:nvSpPr>
          <p:spPr>
            <a:xfrm>
              <a:off x="2286243" y="2072313"/>
              <a:ext cx="237838" cy="221604"/>
            </a:xfrm>
            <a:custGeom>
              <a:avLst/>
              <a:gdLst/>
              <a:ahLst/>
              <a:cxnLst/>
              <a:rect l="l" t="t" r="r" b="b"/>
              <a:pathLst>
                <a:path w="9083" h="8463" extrusionOk="0">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76"/>
            <p:cNvSpPr/>
            <p:nvPr/>
          </p:nvSpPr>
          <p:spPr>
            <a:xfrm>
              <a:off x="2296481" y="2086296"/>
              <a:ext cx="194895" cy="207621"/>
            </a:xfrm>
            <a:custGeom>
              <a:avLst/>
              <a:gdLst/>
              <a:ahLst/>
              <a:cxnLst/>
              <a:rect l="l" t="t" r="r" b="b"/>
              <a:pathLst>
                <a:path w="7443" h="7929" extrusionOk="0">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76"/>
            <p:cNvSpPr/>
            <p:nvPr/>
          </p:nvSpPr>
          <p:spPr>
            <a:xfrm>
              <a:off x="2430549" y="2174330"/>
              <a:ext cx="86044" cy="82116"/>
            </a:xfrm>
            <a:custGeom>
              <a:avLst/>
              <a:gdLst/>
              <a:ahLst/>
              <a:cxnLst/>
              <a:rect l="l" t="t" r="r" b="b"/>
              <a:pathLst>
                <a:path w="3286" h="3136" extrusionOk="0">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76"/>
            <p:cNvSpPr/>
            <p:nvPr/>
          </p:nvSpPr>
          <p:spPr>
            <a:xfrm>
              <a:off x="2402740" y="2202478"/>
              <a:ext cx="28358" cy="24483"/>
            </a:xfrm>
            <a:custGeom>
              <a:avLst/>
              <a:gdLst/>
              <a:ahLst/>
              <a:cxnLst/>
              <a:rect l="l" t="t" r="r" b="b"/>
              <a:pathLst>
                <a:path w="1083" h="935" extrusionOk="0">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76"/>
            <p:cNvSpPr/>
            <p:nvPr/>
          </p:nvSpPr>
          <p:spPr>
            <a:xfrm>
              <a:off x="2433324" y="2233141"/>
              <a:ext cx="55538" cy="51532"/>
            </a:xfrm>
            <a:custGeom>
              <a:avLst/>
              <a:gdLst/>
              <a:ahLst/>
              <a:cxnLst/>
              <a:rect l="l" t="t" r="r" b="b"/>
              <a:pathLst>
                <a:path w="2121" h="1968" extrusionOk="0">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76"/>
            <p:cNvSpPr/>
            <p:nvPr/>
          </p:nvSpPr>
          <p:spPr>
            <a:xfrm>
              <a:off x="2356105" y="2093994"/>
              <a:ext cx="71066" cy="20320"/>
            </a:xfrm>
            <a:custGeom>
              <a:avLst/>
              <a:gdLst/>
              <a:ahLst/>
              <a:cxnLst/>
              <a:rect l="l" t="t" r="r" b="b"/>
              <a:pathLst>
                <a:path w="2714" h="776" extrusionOk="0">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76"/>
            <p:cNvSpPr/>
            <p:nvPr/>
          </p:nvSpPr>
          <p:spPr>
            <a:xfrm>
              <a:off x="2387422" y="2184961"/>
              <a:ext cx="30008" cy="30270"/>
            </a:xfrm>
            <a:custGeom>
              <a:avLst/>
              <a:gdLst/>
              <a:ahLst/>
              <a:cxnLst/>
              <a:rect l="l" t="t" r="r" b="b"/>
              <a:pathLst>
                <a:path w="1146" h="1156" extrusionOk="0">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76"/>
            <p:cNvSpPr/>
            <p:nvPr/>
          </p:nvSpPr>
          <p:spPr>
            <a:xfrm>
              <a:off x="2415152" y="2156995"/>
              <a:ext cx="30244" cy="30244"/>
            </a:xfrm>
            <a:custGeom>
              <a:avLst/>
              <a:gdLst/>
              <a:ahLst/>
              <a:cxnLst/>
              <a:rect l="l" t="t" r="r" b="b"/>
              <a:pathLst>
                <a:path w="1155" h="1155" extrusionOk="0">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76"/>
            <p:cNvSpPr/>
            <p:nvPr/>
          </p:nvSpPr>
          <p:spPr>
            <a:xfrm>
              <a:off x="2474854" y="2244924"/>
              <a:ext cx="79707" cy="75727"/>
            </a:xfrm>
            <a:custGeom>
              <a:avLst/>
              <a:gdLst/>
              <a:ahLst/>
              <a:cxnLst/>
              <a:rect l="l" t="t" r="r" b="b"/>
              <a:pathLst>
                <a:path w="3044" h="2892" extrusionOk="0">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76"/>
            <p:cNvSpPr/>
            <p:nvPr/>
          </p:nvSpPr>
          <p:spPr>
            <a:xfrm>
              <a:off x="2475115" y="2244924"/>
              <a:ext cx="71459" cy="71721"/>
            </a:xfrm>
            <a:custGeom>
              <a:avLst/>
              <a:gdLst/>
              <a:ahLst/>
              <a:cxnLst/>
              <a:rect l="l" t="t" r="r" b="b"/>
              <a:pathLst>
                <a:path w="2729" h="2739" extrusionOk="0">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76"/>
            <p:cNvSpPr/>
            <p:nvPr/>
          </p:nvSpPr>
          <p:spPr>
            <a:xfrm>
              <a:off x="2450371" y="2220756"/>
              <a:ext cx="89945" cy="88820"/>
            </a:xfrm>
            <a:custGeom>
              <a:avLst/>
              <a:gdLst/>
              <a:ahLst/>
              <a:cxnLst/>
              <a:rect l="l" t="t" r="r" b="b"/>
              <a:pathLst>
                <a:path w="3435" h="3392" extrusionOk="0">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6" name="Google Shape;12206;p76"/>
          <p:cNvGrpSpPr/>
          <p:nvPr/>
        </p:nvGrpSpPr>
        <p:grpSpPr>
          <a:xfrm>
            <a:off x="2193077" y="2419971"/>
            <a:ext cx="378426" cy="346323"/>
            <a:chOff x="2193077" y="2419971"/>
            <a:chExt cx="378426" cy="346323"/>
          </a:xfrm>
        </p:grpSpPr>
        <p:sp>
          <p:nvSpPr>
            <p:cNvPr id="12207" name="Google Shape;12207;p76"/>
            <p:cNvSpPr/>
            <p:nvPr/>
          </p:nvSpPr>
          <p:spPr>
            <a:xfrm>
              <a:off x="2392423" y="2419971"/>
              <a:ext cx="179079" cy="150852"/>
            </a:xfrm>
            <a:custGeom>
              <a:avLst/>
              <a:gdLst/>
              <a:ahLst/>
              <a:cxnLst/>
              <a:rect l="l" t="t" r="r" b="b"/>
              <a:pathLst>
                <a:path w="6839" h="5761" extrusionOk="0">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76"/>
            <p:cNvSpPr/>
            <p:nvPr/>
          </p:nvSpPr>
          <p:spPr>
            <a:xfrm>
              <a:off x="2299990" y="2594389"/>
              <a:ext cx="51977" cy="93952"/>
            </a:xfrm>
            <a:custGeom>
              <a:avLst/>
              <a:gdLst/>
              <a:ahLst/>
              <a:cxnLst/>
              <a:rect l="l" t="t" r="r" b="b"/>
              <a:pathLst>
                <a:path w="1985"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76"/>
            <p:cNvSpPr/>
            <p:nvPr/>
          </p:nvSpPr>
          <p:spPr>
            <a:xfrm>
              <a:off x="2193077" y="2652599"/>
              <a:ext cx="265804" cy="113695"/>
            </a:xfrm>
            <a:custGeom>
              <a:avLst/>
              <a:gdLst/>
              <a:ahLst/>
              <a:cxnLst/>
              <a:rect l="l" t="t" r="r" b="b"/>
              <a:pathLst>
                <a:path w="10151" h="4342" extrusionOk="0">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76"/>
            <p:cNvSpPr/>
            <p:nvPr/>
          </p:nvSpPr>
          <p:spPr>
            <a:xfrm>
              <a:off x="2393916" y="2666084"/>
              <a:ext cx="64965" cy="100210"/>
            </a:xfrm>
            <a:custGeom>
              <a:avLst/>
              <a:gdLst/>
              <a:ahLst/>
              <a:cxnLst/>
              <a:rect l="l" t="t" r="r" b="b"/>
              <a:pathLst>
                <a:path w="2481" h="3827" extrusionOk="0">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76"/>
            <p:cNvSpPr/>
            <p:nvPr/>
          </p:nvSpPr>
          <p:spPr>
            <a:xfrm>
              <a:off x="2193077" y="2666346"/>
              <a:ext cx="64729" cy="99948"/>
            </a:xfrm>
            <a:custGeom>
              <a:avLst/>
              <a:gdLst/>
              <a:ahLst/>
              <a:cxnLst/>
              <a:rect l="l" t="t" r="r" b="b"/>
              <a:pathLst>
                <a:path w="2472" h="3817" extrusionOk="0">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76"/>
            <p:cNvSpPr/>
            <p:nvPr/>
          </p:nvSpPr>
          <p:spPr>
            <a:xfrm>
              <a:off x="2320231" y="2697742"/>
              <a:ext cx="11521" cy="12333"/>
            </a:xfrm>
            <a:custGeom>
              <a:avLst/>
              <a:gdLst/>
              <a:ahLst/>
              <a:cxnLst/>
              <a:rect l="l" t="t" r="r" b="b"/>
              <a:pathLst>
                <a:path w="440" h="471" extrusionOk="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76"/>
            <p:cNvSpPr/>
            <p:nvPr/>
          </p:nvSpPr>
          <p:spPr>
            <a:xfrm>
              <a:off x="2320231" y="2716490"/>
              <a:ext cx="11521" cy="12333"/>
            </a:xfrm>
            <a:custGeom>
              <a:avLst/>
              <a:gdLst/>
              <a:ahLst/>
              <a:cxnLst/>
              <a:rect l="l" t="t" r="r" b="b"/>
              <a:pathLst>
                <a:path w="440" h="471" extrusionOk="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76"/>
            <p:cNvSpPr/>
            <p:nvPr/>
          </p:nvSpPr>
          <p:spPr>
            <a:xfrm>
              <a:off x="2299833" y="2652860"/>
              <a:ext cx="26159" cy="38963"/>
            </a:xfrm>
            <a:custGeom>
              <a:avLst/>
              <a:gdLst/>
              <a:ahLst/>
              <a:cxnLst/>
              <a:rect l="l" t="t" r="r" b="b"/>
              <a:pathLst>
                <a:path w="999" h="1488" extrusionOk="0">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76"/>
            <p:cNvSpPr/>
            <p:nvPr/>
          </p:nvSpPr>
          <p:spPr>
            <a:xfrm>
              <a:off x="2270768" y="2472001"/>
              <a:ext cx="110448" cy="152030"/>
            </a:xfrm>
            <a:custGeom>
              <a:avLst/>
              <a:gdLst/>
              <a:ahLst/>
              <a:cxnLst/>
              <a:rect l="l" t="t" r="r" b="b"/>
              <a:pathLst>
                <a:path w="4218" h="5806" extrusionOk="0">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76"/>
            <p:cNvSpPr/>
            <p:nvPr/>
          </p:nvSpPr>
          <p:spPr>
            <a:xfrm>
              <a:off x="2253145" y="2454745"/>
              <a:ext cx="145301" cy="78293"/>
            </a:xfrm>
            <a:custGeom>
              <a:avLst/>
              <a:gdLst/>
              <a:ahLst/>
              <a:cxnLst/>
              <a:rect l="l" t="t" r="r" b="b"/>
              <a:pathLst>
                <a:path w="5549" h="2990" extrusionOk="0">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7" name="Google Shape;12217;p76"/>
            <p:cNvSpPr/>
            <p:nvPr/>
          </p:nvSpPr>
          <p:spPr>
            <a:xfrm>
              <a:off x="2319236" y="2570352"/>
              <a:ext cx="79210" cy="77534"/>
            </a:xfrm>
            <a:custGeom>
              <a:avLst/>
              <a:gdLst/>
              <a:ahLst/>
              <a:cxnLst/>
              <a:rect l="l" t="t" r="r" b="b"/>
              <a:pathLst>
                <a:path w="3025" h="2961" extrusionOk="0">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76"/>
            <p:cNvSpPr/>
            <p:nvPr/>
          </p:nvSpPr>
          <p:spPr>
            <a:xfrm>
              <a:off x="2325966" y="2652860"/>
              <a:ext cx="26264" cy="38963"/>
            </a:xfrm>
            <a:custGeom>
              <a:avLst/>
              <a:gdLst/>
              <a:ahLst/>
              <a:cxnLst/>
              <a:rect l="l" t="t" r="r" b="b"/>
              <a:pathLst>
                <a:path w="1003" h="1488" extrusionOk="0">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76"/>
            <p:cNvSpPr/>
            <p:nvPr/>
          </p:nvSpPr>
          <p:spPr>
            <a:xfrm>
              <a:off x="2363698" y="2721308"/>
              <a:ext cx="54229" cy="20503"/>
            </a:xfrm>
            <a:custGeom>
              <a:avLst/>
              <a:gdLst/>
              <a:ahLst/>
              <a:cxnLst/>
              <a:rect l="l" t="t" r="r" b="b"/>
              <a:pathLst>
                <a:path w="2071" h="783" extrusionOk="0">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76"/>
            <p:cNvSpPr/>
            <p:nvPr/>
          </p:nvSpPr>
          <p:spPr>
            <a:xfrm>
              <a:off x="2314732" y="2631127"/>
              <a:ext cx="22493" cy="22493"/>
            </a:xfrm>
            <a:custGeom>
              <a:avLst/>
              <a:gdLst/>
              <a:ahLst/>
              <a:cxnLst/>
              <a:rect l="l" t="t" r="r" b="b"/>
              <a:pathLst>
                <a:path w="859" h="859" extrusionOk="0">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76"/>
            <p:cNvSpPr/>
            <p:nvPr/>
          </p:nvSpPr>
          <p:spPr>
            <a:xfrm>
              <a:off x="2270768" y="2472236"/>
              <a:ext cx="37994" cy="49987"/>
            </a:xfrm>
            <a:custGeom>
              <a:avLst/>
              <a:gdLst/>
              <a:ahLst/>
              <a:cxnLst/>
              <a:rect l="l" t="t" r="r" b="b"/>
              <a:pathLst>
                <a:path w="1451" h="1909" extrusionOk="0">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76"/>
            <p:cNvSpPr/>
            <p:nvPr/>
          </p:nvSpPr>
          <p:spPr>
            <a:xfrm>
              <a:off x="2308736" y="2472001"/>
              <a:ext cx="72480" cy="71956"/>
            </a:xfrm>
            <a:custGeom>
              <a:avLst/>
              <a:gdLst/>
              <a:ahLst/>
              <a:cxnLst/>
              <a:rect l="l" t="t" r="r" b="b"/>
              <a:pathLst>
                <a:path w="2768" h="2748" extrusionOk="0">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76"/>
            <p:cNvSpPr/>
            <p:nvPr/>
          </p:nvSpPr>
          <p:spPr>
            <a:xfrm>
              <a:off x="2459614" y="2474567"/>
              <a:ext cx="38492" cy="32915"/>
            </a:xfrm>
            <a:custGeom>
              <a:avLst/>
              <a:gdLst/>
              <a:ahLst/>
              <a:cxnLst/>
              <a:rect l="l" t="t" r="r" b="b"/>
              <a:pathLst>
                <a:path w="1470" h="1257" extrusionOk="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76"/>
            <p:cNvSpPr/>
            <p:nvPr/>
          </p:nvSpPr>
          <p:spPr>
            <a:xfrm>
              <a:off x="2437540" y="2448696"/>
              <a:ext cx="88636" cy="84839"/>
            </a:xfrm>
            <a:custGeom>
              <a:avLst/>
              <a:gdLst/>
              <a:ahLst/>
              <a:cxnLst/>
              <a:rect l="l" t="t" r="r" b="b"/>
              <a:pathLst>
                <a:path w="3385" h="3240" extrusionOk="0">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76"/>
            <p:cNvSpPr/>
            <p:nvPr/>
          </p:nvSpPr>
          <p:spPr>
            <a:xfrm>
              <a:off x="2314235" y="2542883"/>
              <a:ext cx="23750" cy="37052"/>
            </a:xfrm>
            <a:custGeom>
              <a:avLst/>
              <a:gdLst/>
              <a:ahLst/>
              <a:cxnLst/>
              <a:rect l="l" t="t" r="r" b="b"/>
              <a:pathLst>
                <a:path w="907" h="1415" extrusionOk="0">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76"/>
            <p:cNvSpPr/>
            <p:nvPr/>
          </p:nvSpPr>
          <p:spPr>
            <a:xfrm>
              <a:off x="2231804" y="2521962"/>
              <a:ext cx="32496" cy="57974"/>
            </a:xfrm>
            <a:custGeom>
              <a:avLst/>
              <a:gdLst/>
              <a:ahLst/>
              <a:cxnLst/>
              <a:rect l="l" t="t" r="r" b="b"/>
              <a:pathLst>
                <a:path w="1241" h="2214" extrusionOk="0">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76"/>
            <p:cNvSpPr/>
            <p:nvPr/>
          </p:nvSpPr>
          <p:spPr>
            <a:xfrm>
              <a:off x="2387684" y="2521962"/>
              <a:ext cx="32496" cy="57974"/>
            </a:xfrm>
            <a:custGeom>
              <a:avLst/>
              <a:gdLst/>
              <a:ahLst/>
              <a:cxnLst/>
              <a:rect l="l" t="t" r="r" b="b"/>
              <a:pathLst>
                <a:path w="1241" h="2214" extrusionOk="0">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8" name="Google Shape;12228;p76"/>
          <p:cNvGrpSpPr/>
          <p:nvPr/>
        </p:nvGrpSpPr>
        <p:grpSpPr>
          <a:xfrm>
            <a:off x="861622" y="2881770"/>
            <a:ext cx="276802" cy="367140"/>
            <a:chOff x="861622" y="2881770"/>
            <a:chExt cx="276802" cy="367140"/>
          </a:xfrm>
        </p:grpSpPr>
        <p:sp>
          <p:nvSpPr>
            <p:cNvPr id="12229" name="Google Shape;12229;p76"/>
            <p:cNvSpPr/>
            <p:nvPr/>
          </p:nvSpPr>
          <p:spPr>
            <a:xfrm>
              <a:off x="982518" y="2994575"/>
              <a:ext cx="155905" cy="254335"/>
            </a:xfrm>
            <a:custGeom>
              <a:avLst/>
              <a:gdLst/>
              <a:ahLst/>
              <a:cxnLst/>
              <a:rect l="l" t="t" r="r" b="b"/>
              <a:pathLst>
                <a:path w="5954" h="9713" extrusionOk="0">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76"/>
            <p:cNvSpPr/>
            <p:nvPr/>
          </p:nvSpPr>
          <p:spPr>
            <a:xfrm>
              <a:off x="982518" y="3149956"/>
              <a:ext cx="42498" cy="87955"/>
            </a:xfrm>
            <a:custGeom>
              <a:avLst/>
              <a:gdLst/>
              <a:ahLst/>
              <a:cxnLst/>
              <a:rect l="l" t="t" r="r" b="b"/>
              <a:pathLst>
                <a:path w="1623" h="3359" extrusionOk="0">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76"/>
            <p:cNvSpPr/>
            <p:nvPr/>
          </p:nvSpPr>
          <p:spPr>
            <a:xfrm>
              <a:off x="1001502" y="3147705"/>
              <a:ext cx="59257" cy="28515"/>
            </a:xfrm>
            <a:custGeom>
              <a:avLst/>
              <a:gdLst/>
              <a:ahLst/>
              <a:cxnLst/>
              <a:rect l="l" t="t" r="r" b="b"/>
              <a:pathLst>
                <a:path w="2263" h="1089" extrusionOk="0">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76"/>
            <p:cNvSpPr/>
            <p:nvPr/>
          </p:nvSpPr>
          <p:spPr>
            <a:xfrm>
              <a:off x="1060445" y="3173549"/>
              <a:ext cx="36031" cy="35873"/>
            </a:xfrm>
            <a:custGeom>
              <a:avLst/>
              <a:gdLst/>
              <a:ahLst/>
              <a:cxnLst/>
              <a:rect l="l" t="t" r="r" b="b"/>
              <a:pathLst>
                <a:path w="1376" h="1370" extrusionOk="0">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76"/>
            <p:cNvSpPr/>
            <p:nvPr/>
          </p:nvSpPr>
          <p:spPr>
            <a:xfrm>
              <a:off x="1068222" y="3083761"/>
              <a:ext cx="52710" cy="21498"/>
            </a:xfrm>
            <a:custGeom>
              <a:avLst/>
              <a:gdLst/>
              <a:ahLst/>
              <a:cxnLst/>
              <a:rect l="l" t="t" r="r" b="b"/>
              <a:pathLst>
                <a:path w="2013" h="821" extrusionOk="0">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76"/>
            <p:cNvSpPr/>
            <p:nvPr/>
          </p:nvSpPr>
          <p:spPr>
            <a:xfrm>
              <a:off x="1057721" y="3032307"/>
              <a:ext cx="37994" cy="38989"/>
            </a:xfrm>
            <a:custGeom>
              <a:avLst/>
              <a:gdLst/>
              <a:ahLst/>
              <a:cxnLst/>
              <a:rect l="l" t="t" r="r" b="b"/>
              <a:pathLst>
                <a:path w="1451" h="1489" extrusionOk="0">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76"/>
            <p:cNvSpPr/>
            <p:nvPr/>
          </p:nvSpPr>
          <p:spPr>
            <a:xfrm>
              <a:off x="1027556" y="3008767"/>
              <a:ext cx="49673" cy="24064"/>
            </a:xfrm>
            <a:custGeom>
              <a:avLst/>
              <a:gdLst/>
              <a:ahLst/>
              <a:cxnLst/>
              <a:rect l="l" t="t" r="r" b="b"/>
              <a:pathLst>
                <a:path w="1897" h="919" extrusionOk="0">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76"/>
            <p:cNvSpPr/>
            <p:nvPr/>
          </p:nvSpPr>
          <p:spPr>
            <a:xfrm>
              <a:off x="1008965" y="3173785"/>
              <a:ext cx="62006" cy="44881"/>
            </a:xfrm>
            <a:custGeom>
              <a:avLst/>
              <a:gdLst/>
              <a:ahLst/>
              <a:cxnLst/>
              <a:rect l="l" t="t" r="r" b="b"/>
              <a:pathLst>
                <a:path w="2368" h="1714" extrusionOk="0">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76"/>
            <p:cNvSpPr/>
            <p:nvPr/>
          </p:nvSpPr>
          <p:spPr>
            <a:xfrm>
              <a:off x="1096606" y="3110417"/>
              <a:ext cx="32338" cy="40063"/>
            </a:xfrm>
            <a:custGeom>
              <a:avLst/>
              <a:gdLst/>
              <a:ahLst/>
              <a:cxnLst/>
              <a:rect l="l" t="t" r="r" b="b"/>
              <a:pathLst>
                <a:path w="1235" h="1530" extrusionOk="0">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76"/>
            <p:cNvSpPr/>
            <p:nvPr/>
          </p:nvSpPr>
          <p:spPr>
            <a:xfrm>
              <a:off x="1029730" y="3086248"/>
              <a:ext cx="28515" cy="52998"/>
            </a:xfrm>
            <a:custGeom>
              <a:avLst/>
              <a:gdLst/>
              <a:ahLst/>
              <a:cxnLst/>
              <a:rect l="l" t="t" r="r" b="b"/>
              <a:pathLst>
                <a:path w="1089" h="2024" extrusionOk="0">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76"/>
            <p:cNvSpPr/>
            <p:nvPr/>
          </p:nvSpPr>
          <p:spPr>
            <a:xfrm>
              <a:off x="937323" y="2881770"/>
              <a:ext cx="112674" cy="117387"/>
            </a:xfrm>
            <a:custGeom>
              <a:avLst/>
              <a:gdLst/>
              <a:ahLst/>
              <a:cxnLst/>
              <a:rect l="l" t="t" r="r" b="b"/>
              <a:pathLst>
                <a:path w="4303" h="4483" extrusionOk="0">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76"/>
            <p:cNvSpPr/>
            <p:nvPr/>
          </p:nvSpPr>
          <p:spPr>
            <a:xfrm>
              <a:off x="985032" y="2920628"/>
              <a:ext cx="26499" cy="22755"/>
            </a:xfrm>
            <a:custGeom>
              <a:avLst/>
              <a:gdLst/>
              <a:ahLst/>
              <a:cxnLst/>
              <a:rect l="l" t="t" r="r" b="b"/>
              <a:pathLst>
                <a:path w="1012" h="869" extrusionOk="0">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76"/>
            <p:cNvSpPr/>
            <p:nvPr/>
          </p:nvSpPr>
          <p:spPr>
            <a:xfrm>
              <a:off x="963298" y="2897271"/>
              <a:ext cx="72951" cy="69233"/>
            </a:xfrm>
            <a:custGeom>
              <a:avLst/>
              <a:gdLst/>
              <a:ahLst/>
              <a:cxnLst/>
              <a:rect l="l" t="t" r="r" b="b"/>
              <a:pathLst>
                <a:path w="2786" h="2644" extrusionOk="0">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76"/>
            <p:cNvSpPr/>
            <p:nvPr/>
          </p:nvSpPr>
          <p:spPr>
            <a:xfrm>
              <a:off x="861622" y="2994837"/>
              <a:ext cx="150171" cy="254073"/>
            </a:xfrm>
            <a:custGeom>
              <a:avLst/>
              <a:gdLst/>
              <a:ahLst/>
              <a:cxnLst/>
              <a:rect l="l" t="t" r="r" b="b"/>
              <a:pathLst>
                <a:path w="5735" h="9703" extrusionOk="0">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76"/>
            <p:cNvSpPr/>
            <p:nvPr/>
          </p:nvSpPr>
          <p:spPr>
            <a:xfrm>
              <a:off x="939287" y="3147705"/>
              <a:ext cx="59257" cy="28515"/>
            </a:xfrm>
            <a:custGeom>
              <a:avLst/>
              <a:gdLst/>
              <a:ahLst/>
              <a:cxnLst/>
              <a:rect l="l" t="t" r="r" b="b"/>
              <a:pathLst>
                <a:path w="2263" h="1089" extrusionOk="0">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76"/>
            <p:cNvSpPr/>
            <p:nvPr/>
          </p:nvSpPr>
          <p:spPr>
            <a:xfrm>
              <a:off x="903597" y="3173444"/>
              <a:ext cx="36371" cy="35978"/>
            </a:xfrm>
            <a:custGeom>
              <a:avLst/>
              <a:gdLst/>
              <a:ahLst/>
              <a:cxnLst/>
              <a:rect l="l" t="t" r="r" b="b"/>
              <a:pathLst>
                <a:path w="1389" h="1374" extrusionOk="0">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76"/>
            <p:cNvSpPr/>
            <p:nvPr/>
          </p:nvSpPr>
          <p:spPr>
            <a:xfrm>
              <a:off x="878852" y="3083761"/>
              <a:ext cx="52998" cy="21498"/>
            </a:xfrm>
            <a:custGeom>
              <a:avLst/>
              <a:gdLst/>
              <a:ahLst/>
              <a:cxnLst/>
              <a:rect l="l" t="t" r="r" b="b"/>
              <a:pathLst>
                <a:path w="2024" h="821" extrusionOk="0">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76"/>
            <p:cNvSpPr/>
            <p:nvPr/>
          </p:nvSpPr>
          <p:spPr>
            <a:xfrm>
              <a:off x="904094" y="3032307"/>
              <a:ext cx="38230" cy="38989"/>
            </a:xfrm>
            <a:custGeom>
              <a:avLst/>
              <a:gdLst/>
              <a:ahLst/>
              <a:cxnLst/>
              <a:rect l="l" t="t" r="r" b="b"/>
              <a:pathLst>
                <a:path w="1460" h="1489" extrusionOk="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76"/>
            <p:cNvSpPr/>
            <p:nvPr/>
          </p:nvSpPr>
          <p:spPr>
            <a:xfrm>
              <a:off x="922581" y="3008819"/>
              <a:ext cx="49751" cy="24012"/>
            </a:xfrm>
            <a:custGeom>
              <a:avLst/>
              <a:gdLst/>
              <a:ahLst/>
              <a:cxnLst/>
              <a:rect l="l" t="t" r="r" b="b"/>
              <a:pathLst>
                <a:path w="1900" h="917" extrusionOk="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76"/>
            <p:cNvSpPr/>
            <p:nvPr/>
          </p:nvSpPr>
          <p:spPr>
            <a:xfrm>
              <a:off x="929075" y="3173785"/>
              <a:ext cx="62006" cy="44881"/>
            </a:xfrm>
            <a:custGeom>
              <a:avLst/>
              <a:gdLst/>
              <a:ahLst/>
              <a:cxnLst/>
              <a:rect l="l" t="t" r="r" b="b"/>
              <a:pathLst>
                <a:path w="2368" h="1714" extrusionOk="0">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76"/>
            <p:cNvSpPr/>
            <p:nvPr/>
          </p:nvSpPr>
          <p:spPr>
            <a:xfrm>
              <a:off x="871127" y="3110417"/>
              <a:ext cx="32077" cy="40063"/>
            </a:xfrm>
            <a:custGeom>
              <a:avLst/>
              <a:gdLst/>
              <a:ahLst/>
              <a:cxnLst/>
              <a:rect l="l" t="t" r="r" b="b"/>
              <a:pathLst>
                <a:path w="1225" h="1530" extrusionOk="0">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76"/>
            <p:cNvSpPr/>
            <p:nvPr/>
          </p:nvSpPr>
          <p:spPr>
            <a:xfrm>
              <a:off x="941800" y="3086248"/>
              <a:ext cx="28254" cy="52998"/>
            </a:xfrm>
            <a:custGeom>
              <a:avLst/>
              <a:gdLst/>
              <a:ahLst/>
              <a:cxnLst/>
              <a:rect l="l" t="t" r="r" b="b"/>
              <a:pathLst>
                <a:path w="1079" h="2024" extrusionOk="0">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1" name="Google Shape;12251;p76"/>
          <p:cNvGrpSpPr/>
          <p:nvPr/>
        </p:nvGrpSpPr>
        <p:grpSpPr>
          <a:xfrm>
            <a:off x="3968184" y="2881691"/>
            <a:ext cx="369444" cy="367140"/>
            <a:chOff x="3968184" y="2881691"/>
            <a:chExt cx="369444" cy="367140"/>
          </a:xfrm>
        </p:grpSpPr>
        <p:sp>
          <p:nvSpPr>
            <p:cNvPr id="12252" name="Google Shape;12252;p76"/>
            <p:cNvSpPr/>
            <p:nvPr/>
          </p:nvSpPr>
          <p:spPr>
            <a:xfrm>
              <a:off x="4042131" y="3065536"/>
              <a:ext cx="109925" cy="110186"/>
            </a:xfrm>
            <a:custGeom>
              <a:avLst/>
              <a:gdLst/>
              <a:ahLst/>
              <a:cxnLst/>
              <a:rect l="l" t="t" r="r" b="b"/>
              <a:pathLst>
                <a:path w="4198" h="4208" extrusionOk="0">
                  <a:moveTo>
                    <a:pt x="1154" y="0"/>
                  </a:moveTo>
                  <a:lnTo>
                    <a:pt x="0" y="1154"/>
                  </a:lnTo>
                  <a:lnTo>
                    <a:pt x="3043" y="4207"/>
                  </a:lnTo>
                  <a:lnTo>
                    <a:pt x="4198" y="3043"/>
                  </a:lnTo>
                  <a:lnTo>
                    <a:pt x="1154"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76"/>
            <p:cNvSpPr/>
            <p:nvPr/>
          </p:nvSpPr>
          <p:spPr>
            <a:xfrm>
              <a:off x="4047865" y="3068521"/>
              <a:ext cx="54491" cy="54229"/>
            </a:xfrm>
            <a:custGeom>
              <a:avLst/>
              <a:gdLst/>
              <a:ahLst/>
              <a:cxnLst/>
              <a:rect l="l" t="t" r="r" b="b"/>
              <a:pathLst>
                <a:path w="2081" h="2071" extrusionOk="0">
                  <a:moveTo>
                    <a:pt x="1040" y="0"/>
                  </a:moveTo>
                  <a:lnTo>
                    <a:pt x="1" y="1260"/>
                  </a:lnTo>
                  <a:lnTo>
                    <a:pt x="811" y="2071"/>
                  </a:lnTo>
                  <a:lnTo>
                    <a:pt x="2080" y="1031"/>
                  </a:lnTo>
                  <a:lnTo>
                    <a:pt x="104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76"/>
            <p:cNvSpPr/>
            <p:nvPr/>
          </p:nvSpPr>
          <p:spPr>
            <a:xfrm>
              <a:off x="4094841" y="3115471"/>
              <a:ext cx="54465" cy="54255"/>
            </a:xfrm>
            <a:custGeom>
              <a:avLst/>
              <a:gdLst/>
              <a:ahLst/>
              <a:cxnLst/>
              <a:rect l="l" t="t" r="r" b="b"/>
              <a:pathLst>
                <a:path w="2080" h="2072" extrusionOk="0">
                  <a:moveTo>
                    <a:pt x="1049" y="1"/>
                  </a:moveTo>
                  <a:lnTo>
                    <a:pt x="0" y="1270"/>
                  </a:lnTo>
                  <a:lnTo>
                    <a:pt x="811" y="2071"/>
                  </a:lnTo>
                  <a:lnTo>
                    <a:pt x="2080" y="1031"/>
                  </a:lnTo>
                  <a:lnTo>
                    <a:pt x="104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76"/>
            <p:cNvSpPr/>
            <p:nvPr/>
          </p:nvSpPr>
          <p:spPr>
            <a:xfrm>
              <a:off x="4237706" y="2916412"/>
              <a:ext cx="65777" cy="61718"/>
            </a:xfrm>
            <a:custGeom>
              <a:avLst/>
              <a:gdLst/>
              <a:ahLst/>
              <a:cxnLst/>
              <a:rect l="l" t="t" r="r" b="b"/>
              <a:pathLst>
                <a:path w="2512" h="2357" extrusionOk="0">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76"/>
            <p:cNvSpPr/>
            <p:nvPr/>
          </p:nvSpPr>
          <p:spPr>
            <a:xfrm>
              <a:off x="4216994" y="2884519"/>
              <a:ext cx="32469" cy="79864"/>
            </a:xfrm>
            <a:custGeom>
              <a:avLst/>
              <a:gdLst/>
              <a:ahLst/>
              <a:cxnLst/>
              <a:rect l="l" t="t" r="r" b="b"/>
              <a:pathLst>
                <a:path w="1240" h="3050" extrusionOk="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76"/>
            <p:cNvSpPr/>
            <p:nvPr/>
          </p:nvSpPr>
          <p:spPr>
            <a:xfrm>
              <a:off x="4173213" y="2881691"/>
              <a:ext cx="34564" cy="79943"/>
            </a:xfrm>
            <a:custGeom>
              <a:avLst/>
              <a:gdLst/>
              <a:ahLst/>
              <a:cxnLst/>
              <a:rect l="l" t="t" r="r" b="b"/>
              <a:pathLst>
                <a:path w="1320" h="3053" extrusionOk="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76"/>
            <p:cNvSpPr/>
            <p:nvPr/>
          </p:nvSpPr>
          <p:spPr>
            <a:xfrm>
              <a:off x="4251218" y="2969280"/>
              <a:ext cx="84551" cy="30584"/>
            </a:xfrm>
            <a:custGeom>
              <a:avLst/>
              <a:gdLst/>
              <a:ahLst/>
              <a:cxnLst/>
              <a:rect l="l" t="t" r="r" b="b"/>
              <a:pathLst>
                <a:path w="3229" h="1168" extrusionOk="0">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76"/>
            <p:cNvSpPr/>
            <p:nvPr/>
          </p:nvSpPr>
          <p:spPr>
            <a:xfrm>
              <a:off x="4254098" y="3010940"/>
              <a:ext cx="83530" cy="31867"/>
            </a:xfrm>
            <a:custGeom>
              <a:avLst/>
              <a:gdLst/>
              <a:ahLst/>
              <a:cxnLst/>
              <a:rect l="l" t="t" r="r" b="b"/>
              <a:pathLst>
                <a:path w="3190" h="1217" extrusionOk="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76"/>
            <p:cNvSpPr/>
            <p:nvPr/>
          </p:nvSpPr>
          <p:spPr>
            <a:xfrm>
              <a:off x="4122309" y="2939403"/>
              <a:ext cx="71459" cy="63472"/>
            </a:xfrm>
            <a:custGeom>
              <a:avLst/>
              <a:gdLst/>
              <a:ahLst/>
              <a:cxnLst/>
              <a:rect l="l" t="t" r="r" b="b"/>
              <a:pathLst>
                <a:path w="2729" h="2424" extrusionOk="0">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76"/>
            <p:cNvSpPr/>
            <p:nvPr/>
          </p:nvSpPr>
          <p:spPr>
            <a:xfrm>
              <a:off x="4107331" y="2941183"/>
              <a:ext cx="80938" cy="80650"/>
            </a:xfrm>
            <a:custGeom>
              <a:avLst/>
              <a:gdLst/>
              <a:ahLst/>
              <a:cxnLst/>
              <a:rect l="l" t="t" r="r" b="b"/>
              <a:pathLst>
                <a:path w="3091" h="3080" extrusionOk="0">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76"/>
            <p:cNvSpPr/>
            <p:nvPr/>
          </p:nvSpPr>
          <p:spPr>
            <a:xfrm>
              <a:off x="4107331" y="2948123"/>
              <a:ext cx="73449" cy="73711"/>
            </a:xfrm>
            <a:custGeom>
              <a:avLst/>
              <a:gdLst/>
              <a:ahLst/>
              <a:cxnLst/>
              <a:rect l="l" t="t" r="r" b="b"/>
              <a:pathLst>
                <a:path w="2805" h="2815" extrusionOk="0">
                  <a:moveTo>
                    <a:pt x="563" y="0"/>
                  </a:moveTo>
                  <a:lnTo>
                    <a:pt x="0" y="563"/>
                  </a:lnTo>
                  <a:lnTo>
                    <a:pt x="2251" y="2815"/>
                  </a:lnTo>
                  <a:lnTo>
                    <a:pt x="2805" y="2252"/>
                  </a:lnTo>
                  <a:lnTo>
                    <a:pt x="563"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76"/>
            <p:cNvSpPr/>
            <p:nvPr/>
          </p:nvSpPr>
          <p:spPr>
            <a:xfrm>
              <a:off x="3990651" y="2958099"/>
              <a:ext cx="181148" cy="180388"/>
            </a:xfrm>
            <a:custGeom>
              <a:avLst/>
              <a:gdLst/>
              <a:ahLst/>
              <a:cxnLst/>
              <a:rect l="l" t="t" r="r" b="b"/>
              <a:pathLst>
                <a:path w="6918" h="6889" extrusionOk="0">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76"/>
            <p:cNvSpPr/>
            <p:nvPr/>
          </p:nvSpPr>
          <p:spPr>
            <a:xfrm>
              <a:off x="3990651" y="3009055"/>
              <a:ext cx="181148" cy="129432"/>
            </a:xfrm>
            <a:custGeom>
              <a:avLst/>
              <a:gdLst/>
              <a:ahLst/>
              <a:cxnLst/>
              <a:rect l="l" t="t" r="r" b="b"/>
              <a:pathLst>
                <a:path w="6918" h="4943" extrusionOk="0">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76"/>
            <p:cNvSpPr/>
            <p:nvPr/>
          </p:nvSpPr>
          <p:spPr>
            <a:xfrm>
              <a:off x="3968420" y="3087819"/>
              <a:ext cx="73239" cy="72349"/>
            </a:xfrm>
            <a:custGeom>
              <a:avLst/>
              <a:gdLst/>
              <a:ahLst/>
              <a:cxnLst/>
              <a:rect l="l" t="t" r="r" b="b"/>
              <a:pathLst>
                <a:path w="2797" h="2763" extrusionOk="0">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76"/>
            <p:cNvSpPr/>
            <p:nvPr/>
          </p:nvSpPr>
          <p:spPr>
            <a:xfrm>
              <a:off x="3968184" y="3097508"/>
              <a:ext cx="63472" cy="62896"/>
            </a:xfrm>
            <a:custGeom>
              <a:avLst/>
              <a:gdLst/>
              <a:ahLst/>
              <a:cxnLst/>
              <a:rect l="l" t="t" r="r" b="b"/>
              <a:pathLst>
                <a:path w="2424" h="2402" extrusionOk="0">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76"/>
            <p:cNvSpPr/>
            <p:nvPr/>
          </p:nvSpPr>
          <p:spPr>
            <a:xfrm>
              <a:off x="4019140" y="3001618"/>
              <a:ext cx="82797" cy="91150"/>
            </a:xfrm>
            <a:custGeom>
              <a:avLst/>
              <a:gdLst/>
              <a:ahLst/>
              <a:cxnLst/>
              <a:rect l="l" t="t" r="r" b="b"/>
              <a:pathLst>
                <a:path w="3162" h="3481" extrusionOk="0">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76"/>
            <p:cNvSpPr/>
            <p:nvPr/>
          </p:nvSpPr>
          <p:spPr>
            <a:xfrm>
              <a:off x="4210736" y="3028013"/>
              <a:ext cx="71459" cy="63420"/>
            </a:xfrm>
            <a:custGeom>
              <a:avLst/>
              <a:gdLst/>
              <a:ahLst/>
              <a:cxnLst/>
              <a:rect l="l" t="t" r="r" b="b"/>
              <a:pathLst>
                <a:path w="2729" h="2422" extrusionOk="0">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76"/>
            <p:cNvSpPr/>
            <p:nvPr/>
          </p:nvSpPr>
          <p:spPr>
            <a:xfrm>
              <a:off x="4195994" y="3029872"/>
              <a:ext cx="80964" cy="80388"/>
            </a:xfrm>
            <a:custGeom>
              <a:avLst/>
              <a:gdLst/>
              <a:ahLst/>
              <a:cxnLst/>
              <a:rect l="l" t="t" r="r" b="b"/>
              <a:pathLst>
                <a:path w="3092" h="3070" extrusionOk="0">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76"/>
            <p:cNvSpPr/>
            <p:nvPr/>
          </p:nvSpPr>
          <p:spPr>
            <a:xfrm>
              <a:off x="4195994" y="3036785"/>
              <a:ext cx="73475" cy="73475"/>
            </a:xfrm>
            <a:custGeom>
              <a:avLst/>
              <a:gdLst/>
              <a:ahLst/>
              <a:cxnLst/>
              <a:rect l="l" t="t" r="r" b="b"/>
              <a:pathLst>
                <a:path w="2806" h="2806" extrusionOk="0">
                  <a:moveTo>
                    <a:pt x="554" y="1"/>
                  </a:moveTo>
                  <a:lnTo>
                    <a:pt x="1" y="564"/>
                  </a:lnTo>
                  <a:lnTo>
                    <a:pt x="2243" y="2806"/>
                  </a:lnTo>
                  <a:lnTo>
                    <a:pt x="2805" y="2252"/>
                  </a:lnTo>
                  <a:lnTo>
                    <a:pt x="554"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76"/>
            <p:cNvSpPr/>
            <p:nvPr/>
          </p:nvSpPr>
          <p:spPr>
            <a:xfrm>
              <a:off x="4079340" y="3046788"/>
              <a:ext cx="180886" cy="180388"/>
            </a:xfrm>
            <a:custGeom>
              <a:avLst/>
              <a:gdLst/>
              <a:ahLst/>
              <a:cxnLst/>
              <a:rect l="l" t="t" r="r" b="b"/>
              <a:pathLst>
                <a:path w="6908" h="6889" extrusionOk="0">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76"/>
            <p:cNvSpPr/>
            <p:nvPr/>
          </p:nvSpPr>
          <p:spPr>
            <a:xfrm>
              <a:off x="4079340" y="3097508"/>
              <a:ext cx="180886" cy="129406"/>
            </a:xfrm>
            <a:custGeom>
              <a:avLst/>
              <a:gdLst/>
              <a:ahLst/>
              <a:cxnLst/>
              <a:rect l="l" t="t" r="r" b="b"/>
              <a:pathLst>
                <a:path w="6908" h="4942" extrusionOk="0">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76"/>
            <p:cNvSpPr/>
            <p:nvPr/>
          </p:nvSpPr>
          <p:spPr>
            <a:xfrm>
              <a:off x="4056847" y="3176508"/>
              <a:ext cx="73475" cy="72323"/>
            </a:xfrm>
            <a:custGeom>
              <a:avLst/>
              <a:gdLst/>
              <a:ahLst/>
              <a:cxnLst/>
              <a:rect l="l" t="t" r="r" b="b"/>
              <a:pathLst>
                <a:path w="2806" h="2762" extrusionOk="0">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76"/>
            <p:cNvSpPr/>
            <p:nvPr/>
          </p:nvSpPr>
          <p:spPr>
            <a:xfrm>
              <a:off x="4056847" y="3186170"/>
              <a:ext cx="63237" cy="62661"/>
            </a:xfrm>
            <a:custGeom>
              <a:avLst/>
              <a:gdLst/>
              <a:ahLst/>
              <a:cxnLst/>
              <a:rect l="l" t="t" r="r" b="b"/>
              <a:pathLst>
                <a:path w="2415" h="2393" extrusionOk="0">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76"/>
            <p:cNvSpPr/>
            <p:nvPr/>
          </p:nvSpPr>
          <p:spPr>
            <a:xfrm>
              <a:off x="4107567" y="3090176"/>
              <a:ext cx="83006" cy="91281"/>
            </a:xfrm>
            <a:custGeom>
              <a:avLst/>
              <a:gdLst/>
              <a:ahLst/>
              <a:cxnLst/>
              <a:rect l="l" t="t" r="r" b="b"/>
              <a:pathLst>
                <a:path w="3170" h="3486" extrusionOk="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6" name="Google Shape;12276;p76"/>
          <p:cNvGrpSpPr/>
          <p:nvPr/>
        </p:nvGrpSpPr>
        <p:grpSpPr>
          <a:xfrm>
            <a:off x="3513796" y="2882084"/>
            <a:ext cx="371487" cy="366826"/>
            <a:chOff x="3513796" y="2882084"/>
            <a:chExt cx="371487" cy="366826"/>
          </a:xfrm>
        </p:grpSpPr>
        <p:sp>
          <p:nvSpPr>
            <p:cNvPr id="12277" name="Google Shape;12277;p76"/>
            <p:cNvSpPr/>
            <p:nvPr/>
          </p:nvSpPr>
          <p:spPr>
            <a:xfrm>
              <a:off x="3696384" y="2890725"/>
              <a:ext cx="11024" cy="60409"/>
            </a:xfrm>
            <a:custGeom>
              <a:avLst/>
              <a:gdLst/>
              <a:ahLst/>
              <a:cxnLst/>
              <a:rect l="l" t="t" r="r" b="b"/>
              <a:pathLst>
                <a:path w="421" h="2307" extrusionOk="0">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76"/>
            <p:cNvSpPr/>
            <p:nvPr/>
          </p:nvSpPr>
          <p:spPr>
            <a:xfrm>
              <a:off x="3682899" y="2882084"/>
              <a:ext cx="32993" cy="28332"/>
            </a:xfrm>
            <a:custGeom>
              <a:avLst/>
              <a:gdLst/>
              <a:ahLst/>
              <a:cxnLst/>
              <a:rect l="l" t="t" r="r" b="b"/>
              <a:pathLst>
                <a:path w="1260" h="1082" extrusionOk="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76"/>
            <p:cNvSpPr/>
            <p:nvPr/>
          </p:nvSpPr>
          <p:spPr>
            <a:xfrm>
              <a:off x="3754357" y="2890725"/>
              <a:ext cx="10762" cy="60409"/>
            </a:xfrm>
            <a:custGeom>
              <a:avLst/>
              <a:gdLst/>
              <a:ahLst/>
              <a:cxnLst/>
              <a:rect l="l" t="t" r="r" b="b"/>
              <a:pathLst>
                <a:path w="411" h="2307" extrusionOk="0">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76"/>
            <p:cNvSpPr/>
            <p:nvPr/>
          </p:nvSpPr>
          <p:spPr>
            <a:xfrm>
              <a:off x="3740610" y="2882084"/>
              <a:ext cx="33255" cy="28332"/>
            </a:xfrm>
            <a:custGeom>
              <a:avLst/>
              <a:gdLst/>
              <a:ahLst/>
              <a:cxnLst/>
              <a:rect l="l" t="t" r="r" b="b"/>
              <a:pathLst>
                <a:path w="1270" h="1082" extrusionOk="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76"/>
            <p:cNvSpPr/>
            <p:nvPr/>
          </p:nvSpPr>
          <p:spPr>
            <a:xfrm>
              <a:off x="3638698" y="2890725"/>
              <a:ext cx="10762" cy="60409"/>
            </a:xfrm>
            <a:custGeom>
              <a:avLst/>
              <a:gdLst/>
              <a:ahLst/>
              <a:cxnLst/>
              <a:rect l="l" t="t" r="r" b="b"/>
              <a:pathLst>
                <a:path w="411" h="2307" extrusionOk="0">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76"/>
            <p:cNvSpPr/>
            <p:nvPr/>
          </p:nvSpPr>
          <p:spPr>
            <a:xfrm>
              <a:off x="3625187" y="2882084"/>
              <a:ext cx="33019" cy="28332"/>
            </a:xfrm>
            <a:custGeom>
              <a:avLst/>
              <a:gdLst/>
              <a:ahLst/>
              <a:cxnLst/>
              <a:rect l="l" t="t" r="r" b="b"/>
              <a:pathLst>
                <a:path w="1261" h="1082" extrusionOk="0">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76"/>
            <p:cNvSpPr/>
            <p:nvPr/>
          </p:nvSpPr>
          <p:spPr>
            <a:xfrm>
              <a:off x="3696384" y="3179991"/>
              <a:ext cx="10788" cy="60173"/>
            </a:xfrm>
            <a:custGeom>
              <a:avLst/>
              <a:gdLst/>
              <a:ahLst/>
              <a:cxnLst/>
              <a:rect l="l" t="t" r="r" b="b"/>
              <a:pathLst>
                <a:path w="412" h="2298" extrusionOk="0">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76"/>
            <p:cNvSpPr/>
            <p:nvPr/>
          </p:nvSpPr>
          <p:spPr>
            <a:xfrm>
              <a:off x="3682899" y="3220656"/>
              <a:ext cx="32993" cy="28254"/>
            </a:xfrm>
            <a:custGeom>
              <a:avLst/>
              <a:gdLst/>
              <a:ahLst/>
              <a:cxnLst/>
              <a:rect l="l" t="t" r="r" b="b"/>
              <a:pathLst>
                <a:path w="1260" h="1079" extrusionOk="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76"/>
            <p:cNvSpPr/>
            <p:nvPr/>
          </p:nvSpPr>
          <p:spPr>
            <a:xfrm>
              <a:off x="3638698" y="3179991"/>
              <a:ext cx="10762" cy="60173"/>
            </a:xfrm>
            <a:custGeom>
              <a:avLst/>
              <a:gdLst/>
              <a:ahLst/>
              <a:cxnLst/>
              <a:rect l="l" t="t" r="r" b="b"/>
              <a:pathLst>
                <a:path w="411" h="2298" extrusionOk="0">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76"/>
            <p:cNvSpPr/>
            <p:nvPr/>
          </p:nvSpPr>
          <p:spPr>
            <a:xfrm>
              <a:off x="3625187" y="3220656"/>
              <a:ext cx="33019" cy="28254"/>
            </a:xfrm>
            <a:custGeom>
              <a:avLst/>
              <a:gdLst/>
              <a:ahLst/>
              <a:cxnLst/>
              <a:rect l="l" t="t" r="r" b="b"/>
              <a:pathLst>
                <a:path w="1261" h="1079" extrusionOk="0">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76"/>
            <p:cNvSpPr/>
            <p:nvPr/>
          </p:nvSpPr>
          <p:spPr>
            <a:xfrm>
              <a:off x="3754227" y="3179991"/>
              <a:ext cx="10893" cy="60173"/>
            </a:xfrm>
            <a:custGeom>
              <a:avLst/>
              <a:gdLst/>
              <a:ahLst/>
              <a:cxnLst/>
              <a:rect l="l" t="t" r="r" b="b"/>
              <a:pathLst>
                <a:path w="416" h="2298" extrusionOk="0">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76"/>
            <p:cNvSpPr/>
            <p:nvPr/>
          </p:nvSpPr>
          <p:spPr>
            <a:xfrm>
              <a:off x="3740610" y="3220656"/>
              <a:ext cx="33255" cy="28254"/>
            </a:xfrm>
            <a:custGeom>
              <a:avLst/>
              <a:gdLst/>
              <a:ahLst/>
              <a:cxnLst/>
              <a:rect l="l" t="t" r="r" b="b"/>
              <a:pathLst>
                <a:path w="1270" h="1079" extrusionOk="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76"/>
            <p:cNvSpPr/>
            <p:nvPr/>
          </p:nvSpPr>
          <p:spPr>
            <a:xfrm>
              <a:off x="3814557" y="3060273"/>
              <a:ext cx="63708" cy="10762"/>
            </a:xfrm>
            <a:custGeom>
              <a:avLst/>
              <a:gdLst/>
              <a:ahLst/>
              <a:cxnLst/>
              <a:rect l="l" t="t" r="r" b="b"/>
              <a:pathLst>
                <a:path w="2433" h="411" extrusionOk="0">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76"/>
            <p:cNvSpPr/>
            <p:nvPr/>
          </p:nvSpPr>
          <p:spPr>
            <a:xfrm>
              <a:off x="3852263" y="3051344"/>
              <a:ext cx="33019" cy="28201"/>
            </a:xfrm>
            <a:custGeom>
              <a:avLst/>
              <a:gdLst/>
              <a:ahLst/>
              <a:cxnLst/>
              <a:rect l="l" t="t" r="r" b="b"/>
              <a:pathLst>
                <a:path w="1261" h="1077" extrusionOk="0">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76"/>
            <p:cNvSpPr/>
            <p:nvPr/>
          </p:nvSpPr>
          <p:spPr>
            <a:xfrm>
              <a:off x="3814557" y="311798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76"/>
            <p:cNvSpPr/>
            <p:nvPr/>
          </p:nvSpPr>
          <p:spPr>
            <a:xfrm>
              <a:off x="3852263" y="3109056"/>
              <a:ext cx="33019" cy="28437"/>
            </a:xfrm>
            <a:custGeom>
              <a:avLst/>
              <a:gdLst/>
              <a:ahLst/>
              <a:cxnLst/>
              <a:rect l="l" t="t" r="r" b="b"/>
              <a:pathLst>
                <a:path w="1261" h="1086" extrusionOk="0">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76"/>
            <p:cNvSpPr/>
            <p:nvPr/>
          </p:nvSpPr>
          <p:spPr>
            <a:xfrm>
              <a:off x="3814557" y="300232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76"/>
            <p:cNvSpPr/>
            <p:nvPr/>
          </p:nvSpPr>
          <p:spPr>
            <a:xfrm>
              <a:off x="3852263" y="2993580"/>
              <a:ext cx="33019" cy="28254"/>
            </a:xfrm>
            <a:custGeom>
              <a:avLst/>
              <a:gdLst/>
              <a:ahLst/>
              <a:cxnLst/>
              <a:rect l="l" t="t" r="r" b="b"/>
              <a:pathLst>
                <a:path w="1261" h="1079" extrusionOk="0">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76"/>
            <p:cNvSpPr/>
            <p:nvPr/>
          </p:nvSpPr>
          <p:spPr>
            <a:xfrm>
              <a:off x="3525265" y="3060273"/>
              <a:ext cx="63996" cy="10762"/>
            </a:xfrm>
            <a:custGeom>
              <a:avLst/>
              <a:gdLst/>
              <a:ahLst/>
              <a:cxnLst/>
              <a:rect l="l" t="t" r="r" b="b"/>
              <a:pathLst>
                <a:path w="2444" h="411" extrusionOk="0">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76"/>
            <p:cNvSpPr/>
            <p:nvPr/>
          </p:nvSpPr>
          <p:spPr>
            <a:xfrm>
              <a:off x="3513796" y="3051344"/>
              <a:ext cx="32993" cy="28201"/>
            </a:xfrm>
            <a:custGeom>
              <a:avLst/>
              <a:gdLst/>
              <a:ahLst/>
              <a:cxnLst/>
              <a:rect l="l" t="t" r="r" b="b"/>
              <a:pathLst>
                <a:path w="1260" h="1077" extrusionOk="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76"/>
            <p:cNvSpPr/>
            <p:nvPr/>
          </p:nvSpPr>
          <p:spPr>
            <a:xfrm>
              <a:off x="3525265" y="300232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76"/>
            <p:cNvSpPr/>
            <p:nvPr/>
          </p:nvSpPr>
          <p:spPr>
            <a:xfrm>
              <a:off x="3513796" y="2993580"/>
              <a:ext cx="32993" cy="28254"/>
            </a:xfrm>
            <a:custGeom>
              <a:avLst/>
              <a:gdLst/>
              <a:ahLst/>
              <a:cxnLst/>
              <a:rect l="l" t="t" r="r" b="b"/>
              <a:pathLst>
                <a:path w="1260" h="1079" extrusionOk="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76"/>
            <p:cNvSpPr/>
            <p:nvPr/>
          </p:nvSpPr>
          <p:spPr>
            <a:xfrm>
              <a:off x="3525265" y="311798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76"/>
            <p:cNvSpPr/>
            <p:nvPr/>
          </p:nvSpPr>
          <p:spPr>
            <a:xfrm>
              <a:off x="3513796" y="3109056"/>
              <a:ext cx="32993" cy="28437"/>
            </a:xfrm>
            <a:custGeom>
              <a:avLst/>
              <a:gdLst/>
              <a:ahLst/>
              <a:cxnLst/>
              <a:rect l="l" t="t" r="r" b="b"/>
              <a:pathLst>
                <a:path w="1260" h="1086" extrusionOk="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76"/>
            <p:cNvSpPr/>
            <p:nvPr/>
          </p:nvSpPr>
          <p:spPr>
            <a:xfrm>
              <a:off x="3581982" y="2945609"/>
              <a:ext cx="239828" cy="239855"/>
            </a:xfrm>
            <a:custGeom>
              <a:avLst/>
              <a:gdLst/>
              <a:ahLst/>
              <a:cxnLst/>
              <a:rect l="l" t="t" r="r" b="b"/>
              <a:pathLst>
                <a:path w="9159" h="9160" extrusionOk="0">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76"/>
            <p:cNvSpPr/>
            <p:nvPr/>
          </p:nvSpPr>
          <p:spPr>
            <a:xfrm>
              <a:off x="3599709" y="2963362"/>
              <a:ext cx="204374" cy="204348"/>
            </a:xfrm>
            <a:custGeom>
              <a:avLst/>
              <a:gdLst/>
              <a:ahLst/>
              <a:cxnLst/>
              <a:rect l="l" t="t" r="r" b="b"/>
              <a:pathLst>
                <a:path w="7805" h="7804" extrusionOk="0">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76"/>
            <p:cNvSpPr/>
            <p:nvPr/>
          </p:nvSpPr>
          <p:spPr>
            <a:xfrm>
              <a:off x="3599709" y="2963362"/>
              <a:ext cx="204374" cy="204348"/>
            </a:xfrm>
            <a:custGeom>
              <a:avLst/>
              <a:gdLst/>
              <a:ahLst/>
              <a:cxnLst/>
              <a:rect l="l" t="t" r="r" b="b"/>
              <a:pathLst>
                <a:path w="7805" h="7804" extrusionOk="0">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76"/>
            <p:cNvSpPr/>
            <p:nvPr/>
          </p:nvSpPr>
          <p:spPr>
            <a:xfrm>
              <a:off x="3649932" y="3013559"/>
              <a:ext cx="104190" cy="103954"/>
            </a:xfrm>
            <a:custGeom>
              <a:avLst/>
              <a:gdLst/>
              <a:ahLst/>
              <a:cxnLst/>
              <a:rect l="l" t="t" r="r" b="b"/>
              <a:pathLst>
                <a:path w="3979" h="3970" extrusionOk="0">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76"/>
            <p:cNvSpPr/>
            <p:nvPr/>
          </p:nvSpPr>
          <p:spPr>
            <a:xfrm>
              <a:off x="3665171" y="3028798"/>
              <a:ext cx="73475" cy="73475"/>
            </a:xfrm>
            <a:custGeom>
              <a:avLst/>
              <a:gdLst/>
              <a:ahLst/>
              <a:cxnLst/>
              <a:rect l="l" t="t" r="r" b="b"/>
              <a:pathLst>
                <a:path w="2806" h="2806" extrusionOk="0">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76"/>
            <p:cNvSpPr/>
            <p:nvPr/>
          </p:nvSpPr>
          <p:spPr>
            <a:xfrm>
              <a:off x="3621442"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76"/>
            <p:cNvSpPr/>
            <p:nvPr/>
          </p:nvSpPr>
          <p:spPr>
            <a:xfrm>
              <a:off x="3649670" y="2984834"/>
              <a:ext cx="19508" cy="19508"/>
            </a:xfrm>
            <a:custGeom>
              <a:avLst/>
              <a:gdLst/>
              <a:ahLst/>
              <a:cxnLst/>
              <a:rect l="l" t="t" r="r" b="b"/>
              <a:pathLst>
                <a:path w="745" h="745" extrusionOk="0">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76"/>
            <p:cNvSpPr/>
            <p:nvPr/>
          </p:nvSpPr>
          <p:spPr>
            <a:xfrm>
              <a:off x="3677897" y="2984834"/>
              <a:ext cx="19508" cy="19508"/>
            </a:xfrm>
            <a:custGeom>
              <a:avLst/>
              <a:gdLst/>
              <a:ahLst/>
              <a:cxnLst/>
              <a:rect l="l" t="t" r="r" b="b"/>
              <a:pathLst>
                <a:path w="745" h="745" extrusionOk="0">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76"/>
            <p:cNvSpPr/>
            <p:nvPr/>
          </p:nvSpPr>
          <p:spPr>
            <a:xfrm>
              <a:off x="3706387" y="2984834"/>
              <a:ext cx="19246" cy="19508"/>
            </a:xfrm>
            <a:custGeom>
              <a:avLst/>
              <a:gdLst/>
              <a:ahLst/>
              <a:cxnLst/>
              <a:rect l="l" t="t" r="r" b="b"/>
              <a:pathLst>
                <a:path w="735" h="745" extrusionOk="0">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0" name="Google Shape;12310;p76"/>
            <p:cNvSpPr/>
            <p:nvPr/>
          </p:nvSpPr>
          <p:spPr>
            <a:xfrm>
              <a:off x="3734614" y="2984834"/>
              <a:ext cx="19508" cy="19508"/>
            </a:xfrm>
            <a:custGeom>
              <a:avLst/>
              <a:gdLst/>
              <a:ahLst/>
              <a:cxnLst/>
              <a:rect l="l" t="t" r="r" b="b"/>
              <a:pathLst>
                <a:path w="745" h="745" extrusionOk="0">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76"/>
            <p:cNvSpPr/>
            <p:nvPr/>
          </p:nvSpPr>
          <p:spPr>
            <a:xfrm>
              <a:off x="3763077"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76"/>
            <p:cNvSpPr/>
            <p:nvPr/>
          </p:nvSpPr>
          <p:spPr>
            <a:xfrm>
              <a:off x="3621442" y="3126469"/>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76"/>
            <p:cNvSpPr/>
            <p:nvPr/>
          </p:nvSpPr>
          <p:spPr>
            <a:xfrm>
              <a:off x="3649670" y="3126469"/>
              <a:ext cx="19508" cy="19508"/>
            </a:xfrm>
            <a:custGeom>
              <a:avLst/>
              <a:gdLst/>
              <a:ahLst/>
              <a:cxnLst/>
              <a:rect l="l" t="t" r="r" b="b"/>
              <a:pathLst>
                <a:path w="745" h="745" extrusionOk="0">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76"/>
            <p:cNvSpPr/>
            <p:nvPr/>
          </p:nvSpPr>
          <p:spPr>
            <a:xfrm>
              <a:off x="3677897" y="3126469"/>
              <a:ext cx="19508" cy="19508"/>
            </a:xfrm>
            <a:custGeom>
              <a:avLst/>
              <a:gdLst/>
              <a:ahLst/>
              <a:cxnLst/>
              <a:rect l="l" t="t" r="r" b="b"/>
              <a:pathLst>
                <a:path w="745" h="745" extrusionOk="0">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76"/>
            <p:cNvSpPr/>
            <p:nvPr/>
          </p:nvSpPr>
          <p:spPr>
            <a:xfrm>
              <a:off x="3706387" y="3126730"/>
              <a:ext cx="19246" cy="19508"/>
            </a:xfrm>
            <a:custGeom>
              <a:avLst/>
              <a:gdLst/>
              <a:ahLst/>
              <a:cxnLst/>
              <a:rect l="l" t="t" r="r" b="b"/>
              <a:pathLst>
                <a:path w="735" h="745" extrusionOk="0">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76"/>
            <p:cNvSpPr/>
            <p:nvPr/>
          </p:nvSpPr>
          <p:spPr>
            <a:xfrm>
              <a:off x="3734614" y="3126469"/>
              <a:ext cx="19508" cy="19508"/>
            </a:xfrm>
            <a:custGeom>
              <a:avLst/>
              <a:gdLst/>
              <a:ahLst/>
              <a:cxnLst/>
              <a:rect l="l" t="t" r="r" b="b"/>
              <a:pathLst>
                <a:path w="745" h="745" extrusionOk="0">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76"/>
            <p:cNvSpPr/>
            <p:nvPr/>
          </p:nvSpPr>
          <p:spPr>
            <a:xfrm>
              <a:off x="3763077" y="3126469"/>
              <a:ext cx="19272" cy="19508"/>
            </a:xfrm>
            <a:custGeom>
              <a:avLst/>
              <a:gdLst/>
              <a:ahLst/>
              <a:cxnLst/>
              <a:rect l="l" t="t" r="r" b="b"/>
              <a:pathLst>
                <a:path w="736" h="745" extrusionOk="0">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76"/>
            <p:cNvSpPr/>
            <p:nvPr/>
          </p:nvSpPr>
          <p:spPr>
            <a:xfrm>
              <a:off x="3621442" y="3013323"/>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76"/>
            <p:cNvSpPr/>
            <p:nvPr/>
          </p:nvSpPr>
          <p:spPr>
            <a:xfrm>
              <a:off x="3621442" y="3041551"/>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76"/>
            <p:cNvSpPr/>
            <p:nvPr/>
          </p:nvSpPr>
          <p:spPr>
            <a:xfrm>
              <a:off x="3621442" y="3070014"/>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76"/>
            <p:cNvSpPr/>
            <p:nvPr/>
          </p:nvSpPr>
          <p:spPr>
            <a:xfrm>
              <a:off x="3621442" y="3098241"/>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76"/>
            <p:cNvSpPr/>
            <p:nvPr/>
          </p:nvSpPr>
          <p:spPr>
            <a:xfrm>
              <a:off x="3762841" y="3013061"/>
              <a:ext cx="19508" cy="19508"/>
            </a:xfrm>
            <a:custGeom>
              <a:avLst/>
              <a:gdLst/>
              <a:ahLst/>
              <a:cxnLst/>
              <a:rect l="l" t="t" r="r" b="b"/>
              <a:pathLst>
                <a:path w="745" h="745" extrusionOk="0">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76"/>
            <p:cNvSpPr/>
            <p:nvPr/>
          </p:nvSpPr>
          <p:spPr>
            <a:xfrm>
              <a:off x="3763077" y="3041551"/>
              <a:ext cx="19272" cy="19508"/>
            </a:xfrm>
            <a:custGeom>
              <a:avLst/>
              <a:gdLst/>
              <a:ahLst/>
              <a:cxnLst/>
              <a:rect l="l" t="t" r="r" b="b"/>
              <a:pathLst>
                <a:path w="736" h="745" extrusionOk="0">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76"/>
            <p:cNvSpPr/>
            <p:nvPr/>
          </p:nvSpPr>
          <p:spPr>
            <a:xfrm>
              <a:off x="3763077" y="3069778"/>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76"/>
            <p:cNvSpPr/>
            <p:nvPr/>
          </p:nvSpPr>
          <p:spPr>
            <a:xfrm>
              <a:off x="3763077" y="3098241"/>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6" name="Google Shape;12326;p76"/>
          <p:cNvGrpSpPr/>
          <p:nvPr/>
        </p:nvGrpSpPr>
        <p:grpSpPr>
          <a:xfrm>
            <a:off x="873615" y="1500275"/>
            <a:ext cx="335011" cy="359232"/>
            <a:chOff x="873615" y="1500275"/>
            <a:chExt cx="335011" cy="359232"/>
          </a:xfrm>
        </p:grpSpPr>
        <p:sp>
          <p:nvSpPr>
            <p:cNvPr id="12327" name="Google Shape;12327;p76"/>
            <p:cNvSpPr/>
            <p:nvPr/>
          </p:nvSpPr>
          <p:spPr>
            <a:xfrm>
              <a:off x="965550" y="1500275"/>
              <a:ext cx="151140" cy="359232"/>
            </a:xfrm>
            <a:custGeom>
              <a:avLst/>
              <a:gdLst/>
              <a:ahLst/>
              <a:cxnLst/>
              <a:rect l="l" t="t" r="r" b="b"/>
              <a:pathLst>
                <a:path w="5772" h="13719" extrusionOk="0">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76"/>
            <p:cNvSpPr/>
            <p:nvPr/>
          </p:nvSpPr>
          <p:spPr>
            <a:xfrm>
              <a:off x="873615" y="1500275"/>
              <a:ext cx="158655" cy="359232"/>
            </a:xfrm>
            <a:custGeom>
              <a:avLst/>
              <a:gdLst/>
              <a:ahLst/>
              <a:cxnLst/>
              <a:rect l="l" t="t" r="r" b="b"/>
              <a:pathLst>
                <a:path w="6059" h="13719" extrusionOk="0">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76"/>
            <p:cNvSpPr/>
            <p:nvPr/>
          </p:nvSpPr>
          <p:spPr>
            <a:xfrm>
              <a:off x="873615" y="1784540"/>
              <a:ext cx="158655" cy="50485"/>
            </a:xfrm>
            <a:custGeom>
              <a:avLst/>
              <a:gdLst/>
              <a:ahLst/>
              <a:cxnLst/>
              <a:rect l="l" t="t" r="r" b="b"/>
              <a:pathLst>
                <a:path w="6059" h="1928" extrusionOk="0">
                  <a:moveTo>
                    <a:pt x="0" y="0"/>
                  </a:moveTo>
                  <a:lnTo>
                    <a:pt x="0" y="1927"/>
                  </a:lnTo>
                  <a:lnTo>
                    <a:pt x="6058" y="1927"/>
                  </a:lnTo>
                  <a:lnTo>
                    <a:pt x="6058"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76"/>
            <p:cNvSpPr/>
            <p:nvPr/>
          </p:nvSpPr>
          <p:spPr>
            <a:xfrm>
              <a:off x="873615" y="1500275"/>
              <a:ext cx="158655" cy="274550"/>
            </a:xfrm>
            <a:custGeom>
              <a:avLst/>
              <a:gdLst/>
              <a:ahLst/>
              <a:cxnLst/>
              <a:rect l="l" t="t" r="r" b="b"/>
              <a:pathLst>
                <a:path w="6059" h="10485" extrusionOk="0">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76"/>
            <p:cNvSpPr/>
            <p:nvPr/>
          </p:nvSpPr>
          <p:spPr>
            <a:xfrm>
              <a:off x="873615" y="1795537"/>
              <a:ext cx="158655" cy="28489"/>
            </a:xfrm>
            <a:custGeom>
              <a:avLst/>
              <a:gdLst/>
              <a:ahLst/>
              <a:cxnLst/>
              <a:rect l="l" t="t" r="r" b="b"/>
              <a:pathLst>
                <a:path w="6059" h="1088" extrusionOk="0">
                  <a:moveTo>
                    <a:pt x="0" y="0"/>
                  </a:moveTo>
                  <a:lnTo>
                    <a:pt x="0" y="1088"/>
                  </a:lnTo>
                  <a:lnTo>
                    <a:pt x="6058" y="1088"/>
                  </a:lnTo>
                  <a:lnTo>
                    <a:pt x="6058"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76"/>
            <p:cNvSpPr/>
            <p:nvPr/>
          </p:nvSpPr>
          <p:spPr>
            <a:xfrm>
              <a:off x="873615" y="1500275"/>
              <a:ext cx="158655" cy="263552"/>
            </a:xfrm>
            <a:custGeom>
              <a:avLst/>
              <a:gdLst/>
              <a:ahLst/>
              <a:cxnLst/>
              <a:rect l="l" t="t" r="r" b="b"/>
              <a:pathLst>
                <a:path w="6059" h="10065" extrusionOk="0">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76"/>
            <p:cNvSpPr/>
            <p:nvPr/>
          </p:nvSpPr>
          <p:spPr>
            <a:xfrm>
              <a:off x="1049971" y="1500275"/>
              <a:ext cx="158655" cy="359232"/>
            </a:xfrm>
            <a:custGeom>
              <a:avLst/>
              <a:gdLst/>
              <a:ahLst/>
              <a:cxnLst/>
              <a:rect l="l" t="t" r="r" b="b"/>
              <a:pathLst>
                <a:path w="6059" h="13719" extrusionOk="0">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76"/>
            <p:cNvSpPr/>
            <p:nvPr/>
          </p:nvSpPr>
          <p:spPr>
            <a:xfrm>
              <a:off x="1049971" y="1784540"/>
              <a:ext cx="158655" cy="50485"/>
            </a:xfrm>
            <a:custGeom>
              <a:avLst/>
              <a:gdLst/>
              <a:ahLst/>
              <a:cxnLst/>
              <a:rect l="l" t="t" r="r" b="b"/>
              <a:pathLst>
                <a:path w="6059" h="1928" extrusionOk="0">
                  <a:moveTo>
                    <a:pt x="1" y="0"/>
                  </a:moveTo>
                  <a:lnTo>
                    <a:pt x="1" y="1927"/>
                  </a:lnTo>
                  <a:lnTo>
                    <a:pt x="6059" y="1927"/>
                  </a:lnTo>
                  <a:lnTo>
                    <a:pt x="6059"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76"/>
            <p:cNvSpPr/>
            <p:nvPr/>
          </p:nvSpPr>
          <p:spPr>
            <a:xfrm>
              <a:off x="1049971" y="1500275"/>
              <a:ext cx="158655" cy="274550"/>
            </a:xfrm>
            <a:custGeom>
              <a:avLst/>
              <a:gdLst/>
              <a:ahLst/>
              <a:cxnLst/>
              <a:rect l="l" t="t" r="r" b="b"/>
              <a:pathLst>
                <a:path w="6059" h="10485" extrusionOk="0">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76"/>
            <p:cNvSpPr/>
            <p:nvPr/>
          </p:nvSpPr>
          <p:spPr>
            <a:xfrm>
              <a:off x="1049971" y="1795537"/>
              <a:ext cx="158655" cy="28489"/>
            </a:xfrm>
            <a:custGeom>
              <a:avLst/>
              <a:gdLst/>
              <a:ahLst/>
              <a:cxnLst/>
              <a:rect l="l" t="t" r="r" b="b"/>
              <a:pathLst>
                <a:path w="6059" h="1088" extrusionOk="0">
                  <a:moveTo>
                    <a:pt x="1" y="0"/>
                  </a:moveTo>
                  <a:lnTo>
                    <a:pt x="1" y="1088"/>
                  </a:lnTo>
                  <a:lnTo>
                    <a:pt x="6059" y="1088"/>
                  </a:lnTo>
                  <a:lnTo>
                    <a:pt x="6059"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76"/>
            <p:cNvSpPr/>
            <p:nvPr/>
          </p:nvSpPr>
          <p:spPr>
            <a:xfrm>
              <a:off x="1049971" y="1500275"/>
              <a:ext cx="158655" cy="263552"/>
            </a:xfrm>
            <a:custGeom>
              <a:avLst/>
              <a:gdLst/>
              <a:ahLst/>
              <a:cxnLst/>
              <a:rect l="l" t="t" r="r" b="b"/>
              <a:pathLst>
                <a:path w="6059" h="10065" extrusionOk="0">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8" name="Google Shape;12338;p76"/>
          <p:cNvGrpSpPr/>
          <p:nvPr/>
        </p:nvGrpSpPr>
        <p:grpSpPr>
          <a:xfrm>
            <a:off x="2202058" y="3346737"/>
            <a:ext cx="337158" cy="359311"/>
            <a:chOff x="2202058" y="3346737"/>
            <a:chExt cx="337158" cy="359311"/>
          </a:xfrm>
        </p:grpSpPr>
        <p:sp>
          <p:nvSpPr>
            <p:cNvPr id="12339" name="Google Shape;12339;p76"/>
            <p:cNvSpPr/>
            <p:nvPr/>
          </p:nvSpPr>
          <p:spPr>
            <a:xfrm>
              <a:off x="2202058" y="3449225"/>
              <a:ext cx="257084" cy="256822"/>
            </a:xfrm>
            <a:custGeom>
              <a:avLst/>
              <a:gdLst/>
              <a:ahLst/>
              <a:cxnLst/>
              <a:rect l="l" t="t" r="r" b="b"/>
              <a:pathLst>
                <a:path w="9818" h="9808" extrusionOk="0">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76"/>
            <p:cNvSpPr/>
            <p:nvPr/>
          </p:nvSpPr>
          <p:spPr>
            <a:xfrm>
              <a:off x="2202320" y="3448989"/>
              <a:ext cx="158655" cy="257032"/>
            </a:xfrm>
            <a:custGeom>
              <a:avLst/>
              <a:gdLst/>
              <a:ahLst/>
              <a:cxnLst/>
              <a:rect l="l" t="t" r="r" b="b"/>
              <a:pathLst>
                <a:path w="6059" h="9816" extrusionOk="0">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76"/>
            <p:cNvSpPr/>
            <p:nvPr/>
          </p:nvSpPr>
          <p:spPr>
            <a:xfrm>
              <a:off x="2338220" y="3346737"/>
              <a:ext cx="200996" cy="169731"/>
            </a:xfrm>
            <a:custGeom>
              <a:avLst/>
              <a:gdLst/>
              <a:ahLst/>
              <a:cxnLst/>
              <a:rect l="l" t="t" r="r" b="b"/>
              <a:pathLst>
                <a:path w="7676" h="6482" extrusionOk="0">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76"/>
            <p:cNvSpPr/>
            <p:nvPr/>
          </p:nvSpPr>
          <p:spPr>
            <a:xfrm>
              <a:off x="2424133" y="3390518"/>
              <a:ext cx="52239" cy="52239"/>
            </a:xfrm>
            <a:custGeom>
              <a:avLst/>
              <a:gdLst/>
              <a:ahLst/>
              <a:cxnLst/>
              <a:rect l="l" t="t" r="r" b="b"/>
              <a:pathLst>
                <a:path w="1995" h="1995" extrusionOk="0">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76"/>
            <p:cNvSpPr/>
            <p:nvPr/>
          </p:nvSpPr>
          <p:spPr>
            <a:xfrm>
              <a:off x="2406406" y="3384993"/>
              <a:ext cx="87196" cy="63263"/>
            </a:xfrm>
            <a:custGeom>
              <a:avLst/>
              <a:gdLst/>
              <a:ahLst/>
              <a:cxnLst/>
              <a:rect l="l" t="t" r="r" b="b"/>
              <a:pathLst>
                <a:path w="3330" h="2416" extrusionOk="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4" name="Google Shape;12344;p76"/>
            <p:cNvSpPr/>
            <p:nvPr/>
          </p:nvSpPr>
          <p:spPr>
            <a:xfrm>
              <a:off x="2394675" y="3429062"/>
              <a:ext cx="45693" cy="41425"/>
            </a:xfrm>
            <a:custGeom>
              <a:avLst/>
              <a:gdLst/>
              <a:ahLst/>
              <a:cxnLst/>
              <a:rect l="l" t="t" r="r" b="b"/>
              <a:pathLst>
                <a:path w="1745" h="1582" extrusionOk="0">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76"/>
            <p:cNvSpPr/>
            <p:nvPr/>
          </p:nvSpPr>
          <p:spPr>
            <a:xfrm>
              <a:off x="2230050" y="3532598"/>
              <a:ext cx="201363" cy="89998"/>
            </a:xfrm>
            <a:custGeom>
              <a:avLst/>
              <a:gdLst/>
              <a:ahLst/>
              <a:cxnLst/>
              <a:rect l="l" t="t" r="r" b="b"/>
              <a:pathLst>
                <a:path w="7690" h="3437" extrusionOk="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76"/>
            <p:cNvSpPr/>
            <p:nvPr/>
          </p:nvSpPr>
          <p:spPr>
            <a:xfrm>
              <a:off x="2227746" y="3605523"/>
              <a:ext cx="90495" cy="41058"/>
            </a:xfrm>
            <a:custGeom>
              <a:avLst/>
              <a:gdLst/>
              <a:ahLst/>
              <a:cxnLst/>
              <a:rect l="l" t="t" r="r" b="b"/>
              <a:pathLst>
                <a:path w="3456" h="1568" extrusionOk="0">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76"/>
            <p:cNvSpPr/>
            <p:nvPr/>
          </p:nvSpPr>
          <p:spPr>
            <a:xfrm>
              <a:off x="2279252" y="3532598"/>
              <a:ext cx="93716" cy="74182"/>
            </a:xfrm>
            <a:custGeom>
              <a:avLst/>
              <a:gdLst/>
              <a:ahLst/>
              <a:cxnLst/>
              <a:rect l="l" t="t" r="r" b="b"/>
              <a:pathLst>
                <a:path w="3579" h="2833" extrusionOk="0">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8" name="Google Shape;12348;p76"/>
          <p:cNvGrpSpPr/>
          <p:nvPr/>
        </p:nvGrpSpPr>
        <p:grpSpPr>
          <a:xfrm>
            <a:off x="2223059" y="3818172"/>
            <a:ext cx="359232" cy="306050"/>
            <a:chOff x="2223059" y="3818172"/>
            <a:chExt cx="359232" cy="306050"/>
          </a:xfrm>
        </p:grpSpPr>
        <p:sp>
          <p:nvSpPr>
            <p:cNvPr id="12349" name="Google Shape;12349;p76"/>
            <p:cNvSpPr/>
            <p:nvPr/>
          </p:nvSpPr>
          <p:spPr>
            <a:xfrm>
              <a:off x="2271763" y="3818172"/>
              <a:ext cx="310528" cy="155146"/>
            </a:xfrm>
            <a:custGeom>
              <a:avLst/>
              <a:gdLst/>
              <a:ahLst/>
              <a:cxnLst/>
              <a:rect l="l" t="t" r="r" b="b"/>
              <a:pathLst>
                <a:path w="11859" h="5925" extrusionOk="0">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76"/>
            <p:cNvSpPr/>
            <p:nvPr/>
          </p:nvSpPr>
          <p:spPr>
            <a:xfrm>
              <a:off x="2326725" y="3862895"/>
              <a:ext cx="248339" cy="110422"/>
            </a:xfrm>
            <a:custGeom>
              <a:avLst/>
              <a:gdLst/>
              <a:ahLst/>
              <a:cxnLst/>
              <a:rect l="l" t="t" r="r" b="b"/>
              <a:pathLst>
                <a:path w="9484" h="4217" extrusionOk="0">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76"/>
            <p:cNvSpPr/>
            <p:nvPr/>
          </p:nvSpPr>
          <p:spPr>
            <a:xfrm>
              <a:off x="2343955" y="3877376"/>
              <a:ext cx="213853" cy="95942"/>
            </a:xfrm>
            <a:custGeom>
              <a:avLst/>
              <a:gdLst/>
              <a:ahLst/>
              <a:cxnLst/>
              <a:rect l="l" t="t" r="r" b="b"/>
              <a:pathLst>
                <a:path w="8167" h="3664" extrusionOk="0">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76"/>
            <p:cNvSpPr/>
            <p:nvPr/>
          </p:nvSpPr>
          <p:spPr>
            <a:xfrm>
              <a:off x="2470114" y="4050878"/>
              <a:ext cx="10762" cy="73344"/>
            </a:xfrm>
            <a:custGeom>
              <a:avLst/>
              <a:gdLst/>
              <a:ahLst/>
              <a:cxnLst/>
              <a:rect l="l" t="t" r="r" b="b"/>
              <a:pathLst>
                <a:path w="411" h="2801" extrusionOk="0">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76"/>
            <p:cNvSpPr/>
            <p:nvPr/>
          </p:nvSpPr>
          <p:spPr>
            <a:xfrm>
              <a:off x="2412114" y="3988426"/>
              <a:ext cx="118147" cy="72847"/>
            </a:xfrm>
            <a:custGeom>
              <a:avLst/>
              <a:gdLst/>
              <a:ahLst/>
              <a:cxnLst/>
              <a:rect l="l" t="t" r="r" b="b"/>
              <a:pathLst>
                <a:path w="4512" h="2782" extrusionOk="0">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76"/>
            <p:cNvSpPr/>
            <p:nvPr/>
          </p:nvSpPr>
          <p:spPr>
            <a:xfrm>
              <a:off x="2452623" y="4045248"/>
              <a:ext cx="45483" cy="24012"/>
            </a:xfrm>
            <a:custGeom>
              <a:avLst/>
              <a:gdLst/>
              <a:ahLst/>
              <a:cxnLst/>
              <a:rect l="l" t="t" r="r" b="b"/>
              <a:pathLst>
                <a:path w="1737" h="917" extrusionOk="0">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76"/>
            <p:cNvSpPr/>
            <p:nvPr/>
          </p:nvSpPr>
          <p:spPr>
            <a:xfrm>
              <a:off x="2491586" y="3993532"/>
              <a:ext cx="90469" cy="40508"/>
            </a:xfrm>
            <a:custGeom>
              <a:avLst/>
              <a:gdLst/>
              <a:ahLst/>
              <a:cxnLst/>
              <a:rect l="l" t="t" r="r" b="b"/>
              <a:pathLst>
                <a:path w="3455" h="1547" extrusionOk="0">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76"/>
            <p:cNvSpPr/>
            <p:nvPr/>
          </p:nvSpPr>
          <p:spPr>
            <a:xfrm>
              <a:off x="2223059" y="3971066"/>
              <a:ext cx="359232" cy="32993"/>
            </a:xfrm>
            <a:custGeom>
              <a:avLst/>
              <a:gdLst/>
              <a:ahLst/>
              <a:cxnLst/>
              <a:rect l="l" t="t" r="r" b="b"/>
              <a:pathLst>
                <a:path w="13719" h="1260" extrusionOk="0">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76"/>
            <p:cNvSpPr/>
            <p:nvPr/>
          </p:nvSpPr>
          <p:spPr>
            <a:xfrm>
              <a:off x="2461107" y="3933595"/>
              <a:ext cx="60723" cy="21760"/>
            </a:xfrm>
            <a:custGeom>
              <a:avLst/>
              <a:gdLst/>
              <a:ahLst/>
              <a:cxnLst/>
              <a:rect l="l" t="t" r="r" b="b"/>
              <a:pathLst>
                <a:path w="2319" h="831" extrusionOk="0">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8" name="Google Shape;12358;p76"/>
          <p:cNvGrpSpPr/>
          <p:nvPr/>
        </p:nvGrpSpPr>
        <p:grpSpPr>
          <a:xfrm>
            <a:off x="1725989" y="1991820"/>
            <a:ext cx="378426" cy="298509"/>
            <a:chOff x="1725989" y="1991820"/>
            <a:chExt cx="378426" cy="298509"/>
          </a:xfrm>
        </p:grpSpPr>
        <p:sp>
          <p:nvSpPr>
            <p:cNvPr id="12359" name="Google Shape;12359;p76"/>
            <p:cNvSpPr/>
            <p:nvPr/>
          </p:nvSpPr>
          <p:spPr>
            <a:xfrm>
              <a:off x="1803392" y="2021331"/>
              <a:ext cx="145143" cy="236346"/>
            </a:xfrm>
            <a:custGeom>
              <a:avLst/>
              <a:gdLst/>
              <a:ahLst/>
              <a:cxnLst/>
              <a:rect l="l" t="t" r="r" b="b"/>
              <a:pathLst>
                <a:path w="5543" h="9026" extrusionOk="0">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76"/>
            <p:cNvSpPr/>
            <p:nvPr/>
          </p:nvSpPr>
          <p:spPr>
            <a:xfrm>
              <a:off x="1948509" y="2155738"/>
              <a:ext cx="134669" cy="132679"/>
            </a:xfrm>
            <a:custGeom>
              <a:avLst/>
              <a:gdLst/>
              <a:ahLst/>
              <a:cxnLst/>
              <a:rect l="l" t="t" r="r" b="b"/>
              <a:pathLst>
                <a:path w="5143" h="5067" extrusionOk="0">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76"/>
            <p:cNvSpPr/>
            <p:nvPr/>
          </p:nvSpPr>
          <p:spPr>
            <a:xfrm>
              <a:off x="1814861" y="2034842"/>
              <a:ext cx="82980" cy="123619"/>
            </a:xfrm>
            <a:custGeom>
              <a:avLst/>
              <a:gdLst/>
              <a:ahLst/>
              <a:cxnLst/>
              <a:rect l="l" t="t" r="r" b="b"/>
              <a:pathLst>
                <a:path w="3169" h="4721" extrusionOk="0">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76"/>
            <p:cNvSpPr/>
            <p:nvPr/>
          </p:nvSpPr>
          <p:spPr>
            <a:xfrm>
              <a:off x="1967493" y="2155738"/>
              <a:ext cx="115685" cy="132679"/>
            </a:xfrm>
            <a:custGeom>
              <a:avLst/>
              <a:gdLst/>
              <a:ahLst/>
              <a:cxnLst/>
              <a:rect l="l" t="t" r="r" b="b"/>
              <a:pathLst>
                <a:path w="4418" h="5067" extrusionOk="0">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76"/>
            <p:cNvSpPr/>
            <p:nvPr/>
          </p:nvSpPr>
          <p:spPr>
            <a:xfrm>
              <a:off x="1969745" y="2000854"/>
              <a:ext cx="134669" cy="134460"/>
            </a:xfrm>
            <a:custGeom>
              <a:avLst/>
              <a:gdLst/>
              <a:ahLst/>
              <a:cxnLst/>
              <a:rect l="l" t="t" r="r" b="b"/>
              <a:pathLst>
                <a:path w="5143" h="5135" extrusionOk="0">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76"/>
            <p:cNvSpPr/>
            <p:nvPr/>
          </p:nvSpPr>
          <p:spPr>
            <a:xfrm>
              <a:off x="1969745" y="2014365"/>
              <a:ext cx="134669" cy="120922"/>
            </a:xfrm>
            <a:custGeom>
              <a:avLst/>
              <a:gdLst/>
              <a:ahLst/>
              <a:cxnLst/>
              <a:rect l="l" t="t" r="r" b="b"/>
              <a:pathLst>
                <a:path w="5143" h="4618" extrusionOk="0">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76"/>
            <p:cNvSpPr/>
            <p:nvPr/>
          </p:nvSpPr>
          <p:spPr>
            <a:xfrm>
              <a:off x="1860842" y="2155738"/>
              <a:ext cx="110684" cy="134591"/>
            </a:xfrm>
            <a:custGeom>
              <a:avLst/>
              <a:gdLst/>
              <a:ahLst/>
              <a:cxnLst/>
              <a:rect l="l" t="t" r="r" b="b"/>
              <a:pathLst>
                <a:path w="4227" h="5140" extrusionOk="0">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76"/>
            <p:cNvSpPr/>
            <p:nvPr/>
          </p:nvSpPr>
          <p:spPr>
            <a:xfrm>
              <a:off x="1860842" y="2252413"/>
              <a:ext cx="110684" cy="37916"/>
            </a:xfrm>
            <a:custGeom>
              <a:avLst/>
              <a:gdLst/>
              <a:ahLst/>
              <a:cxnLst/>
              <a:rect l="l" t="t" r="r" b="b"/>
              <a:pathLst>
                <a:path w="4227" h="1448" extrusionOk="0">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76"/>
            <p:cNvSpPr/>
            <p:nvPr/>
          </p:nvSpPr>
          <p:spPr>
            <a:xfrm>
              <a:off x="1725989" y="1991820"/>
              <a:ext cx="177089" cy="148966"/>
            </a:xfrm>
            <a:custGeom>
              <a:avLst/>
              <a:gdLst/>
              <a:ahLst/>
              <a:cxnLst/>
              <a:rect l="l" t="t" r="r" b="b"/>
              <a:pathLst>
                <a:path w="6763" h="5689" extrusionOk="0">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76"/>
            <p:cNvSpPr/>
            <p:nvPr/>
          </p:nvSpPr>
          <p:spPr>
            <a:xfrm>
              <a:off x="1798128" y="2039582"/>
              <a:ext cx="20529" cy="52737"/>
            </a:xfrm>
            <a:custGeom>
              <a:avLst/>
              <a:gdLst/>
              <a:ahLst/>
              <a:cxnLst/>
              <a:rect l="l" t="t" r="r" b="b"/>
              <a:pathLst>
                <a:path w="784" h="2014" extrusionOk="0">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76"/>
            <p:cNvSpPr/>
            <p:nvPr/>
          </p:nvSpPr>
          <p:spPr>
            <a:xfrm>
              <a:off x="1797893" y="2083808"/>
              <a:ext cx="31239" cy="10762"/>
            </a:xfrm>
            <a:custGeom>
              <a:avLst/>
              <a:gdLst/>
              <a:ahLst/>
              <a:cxnLst/>
              <a:rect l="l" t="t" r="r" b="b"/>
              <a:pathLst>
                <a:path w="1193" h="411" extrusionOk="0">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76"/>
            <p:cNvSpPr/>
            <p:nvPr/>
          </p:nvSpPr>
          <p:spPr>
            <a:xfrm>
              <a:off x="1800145" y="2023006"/>
              <a:ext cx="18513" cy="15868"/>
            </a:xfrm>
            <a:custGeom>
              <a:avLst/>
              <a:gdLst/>
              <a:ahLst/>
              <a:cxnLst/>
              <a:rect l="l" t="t" r="r" b="b"/>
              <a:pathLst>
                <a:path w="707" h="606" extrusionOk="0">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1" name="Google Shape;12371;p76"/>
          <p:cNvGrpSpPr/>
          <p:nvPr/>
        </p:nvGrpSpPr>
        <p:grpSpPr>
          <a:xfrm>
            <a:off x="1768409" y="3791751"/>
            <a:ext cx="367978" cy="359075"/>
            <a:chOff x="1768409" y="3791751"/>
            <a:chExt cx="367978" cy="359075"/>
          </a:xfrm>
        </p:grpSpPr>
        <p:sp>
          <p:nvSpPr>
            <p:cNvPr id="12372" name="Google Shape;12372;p76"/>
            <p:cNvSpPr/>
            <p:nvPr/>
          </p:nvSpPr>
          <p:spPr>
            <a:xfrm>
              <a:off x="1919784" y="3791751"/>
              <a:ext cx="216602" cy="216052"/>
            </a:xfrm>
            <a:custGeom>
              <a:avLst/>
              <a:gdLst/>
              <a:ahLst/>
              <a:cxnLst/>
              <a:rect l="l" t="t" r="r" b="b"/>
              <a:pathLst>
                <a:path w="8272" h="8251" extrusionOk="0">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76"/>
            <p:cNvSpPr/>
            <p:nvPr/>
          </p:nvSpPr>
          <p:spPr>
            <a:xfrm>
              <a:off x="1919784" y="3833673"/>
              <a:ext cx="173895" cy="173868"/>
            </a:xfrm>
            <a:custGeom>
              <a:avLst/>
              <a:gdLst/>
              <a:ahLst/>
              <a:cxnLst/>
              <a:rect l="l" t="t" r="r" b="b"/>
              <a:pathLst>
                <a:path w="6641" h="6640" extrusionOk="0">
                  <a:moveTo>
                    <a:pt x="3645" y="0"/>
                  </a:moveTo>
                  <a:lnTo>
                    <a:pt x="1" y="3654"/>
                  </a:lnTo>
                  <a:lnTo>
                    <a:pt x="2996" y="6640"/>
                  </a:lnTo>
                  <a:lnTo>
                    <a:pt x="6641" y="2996"/>
                  </a:lnTo>
                  <a:lnTo>
                    <a:pt x="3645"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76"/>
            <p:cNvSpPr/>
            <p:nvPr/>
          </p:nvSpPr>
          <p:spPr>
            <a:xfrm>
              <a:off x="2048195" y="3831735"/>
              <a:ext cx="16994" cy="15894"/>
            </a:xfrm>
            <a:custGeom>
              <a:avLst/>
              <a:gdLst/>
              <a:ahLst/>
              <a:cxnLst/>
              <a:rect l="l" t="t" r="r" b="b"/>
              <a:pathLst>
                <a:path w="649" h="607" extrusionOk="0">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76"/>
            <p:cNvSpPr/>
            <p:nvPr/>
          </p:nvSpPr>
          <p:spPr>
            <a:xfrm>
              <a:off x="2079172" y="3862712"/>
              <a:ext cx="16994" cy="15868"/>
            </a:xfrm>
            <a:custGeom>
              <a:avLst/>
              <a:gdLst/>
              <a:ahLst/>
              <a:cxnLst/>
              <a:rect l="l" t="t" r="r" b="b"/>
              <a:pathLst>
                <a:path w="649" h="606" extrusionOk="0">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76"/>
            <p:cNvSpPr/>
            <p:nvPr/>
          </p:nvSpPr>
          <p:spPr>
            <a:xfrm>
              <a:off x="1768409" y="3834982"/>
              <a:ext cx="324511" cy="315843"/>
            </a:xfrm>
            <a:custGeom>
              <a:avLst/>
              <a:gdLst/>
              <a:ahLst/>
              <a:cxnLst/>
              <a:rect l="l" t="t" r="r" b="b"/>
              <a:pathLst>
                <a:path w="12393" h="12062" extrusionOk="0">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76"/>
            <p:cNvSpPr/>
            <p:nvPr/>
          </p:nvSpPr>
          <p:spPr>
            <a:xfrm>
              <a:off x="1864900" y="3952762"/>
              <a:ext cx="106835" cy="103064"/>
            </a:xfrm>
            <a:custGeom>
              <a:avLst/>
              <a:gdLst/>
              <a:ahLst/>
              <a:cxnLst/>
              <a:rect l="l" t="t" r="r" b="b"/>
              <a:pathLst>
                <a:path w="4080" h="3936" extrusionOk="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76"/>
            <p:cNvSpPr/>
            <p:nvPr/>
          </p:nvSpPr>
          <p:spPr>
            <a:xfrm>
              <a:off x="1773907" y="3934826"/>
              <a:ext cx="319012" cy="216000"/>
            </a:xfrm>
            <a:custGeom>
              <a:avLst/>
              <a:gdLst/>
              <a:ahLst/>
              <a:cxnLst/>
              <a:rect l="l" t="t" r="r" b="b"/>
              <a:pathLst>
                <a:path w="12183" h="8249" extrusionOk="0">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76"/>
            <p:cNvSpPr/>
            <p:nvPr/>
          </p:nvSpPr>
          <p:spPr>
            <a:xfrm>
              <a:off x="1916197" y="3992485"/>
              <a:ext cx="70176" cy="30558"/>
            </a:xfrm>
            <a:custGeom>
              <a:avLst/>
              <a:gdLst/>
              <a:ahLst/>
              <a:cxnLst/>
              <a:rect l="l" t="t" r="r" b="b"/>
              <a:pathLst>
                <a:path w="2680" h="1167" extrusionOk="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76"/>
            <p:cNvSpPr/>
            <p:nvPr/>
          </p:nvSpPr>
          <p:spPr>
            <a:xfrm>
              <a:off x="1879328" y="3957607"/>
              <a:ext cx="44096" cy="67924"/>
            </a:xfrm>
            <a:custGeom>
              <a:avLst/>
              <a:gdLst/>
              <a:ahLst/>
              <a:cxnLst/>
              <a:rect l="l" t="t" r="r" b="b"/>
              <a:pathLst>
                <a:path w="1684" h="2594" extrusionOk="0">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76"/>
            <p:cNvSpPr/>
            <p:nvPr/>
          </p:nvSpPr>
          <p:spPr>
            <a:xfrm>
              <a:off x="1858092" y="4036266"/>
              <a:ext cx="28489" cy="28254"/>
            </a:xfrm>
            <a:custGeom>
              <a:avLst/>
              <a:gdLst/>
              <a:ahLst/>
              <a:cxnLst/>
              <a:rect l="l" t="t" r="r" b="b"/>
              <a:pathLst>
                <a:path w="1088" h="1079" extrusionOk="0">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76"/>
            <p:cNvSpPr/>
            <p:nvPr/>
          </p:nvSpPr>
          <p:spPr>
            <a:xfrm>
              <a:off x="1953275" y="3946818"/>
              <a:ext cx="22755" cy="22519"/>
            </a:xfrm>
            <a:custGeom>
              <a:avLst/>
              <a:gdLst/>
              <a:ahLst/>
              <a:cxnLst/>
              <a:rect l="l" t="t" r="r" b="b"/>
              <a:pathLst>
                <a:path w="869" h="860" extrusionOk="0">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76"/>
            <p:cNvSpPr/>
            <p:nvPr/>
          </p:nvSpPr>
          <p:spPr>
            <a:xfrm>
              <a:off x="1966760" y="3989552"/>
              <a:ext cx="22755" cy="22755"/>
            </a:xfrm>
            <a:custGeom>
              <a:avLst/>
              <a:gdLst/>
              <a:ahLst/>
              <a:cxnLst/>
              <a:rect l="l" t="t" r="r" b="b"/>
              <a:pathLst>
                <a:path w="869" h="869" extrusionOk="0">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76"/>
            <p:cNvSpPr/>
            <p:nvPr/>
          </p:nvSpPr>
          <p:spPr>
            <a:xfrm>
              <a:off x="1904806" y="3951060"/>
              <a:ext cx="22493" cy="22781"/>
            </a:xfrm>
            <a:custGeom>
              <a:avLst/>
              <a:gdLst/>
              <a:ahLst/>
              <a:cxnLst/>
              <a:rect l="l" t="t" r="r" b="b"/>
              <a:pathLst>
                <a:path w="859" h="870" extrusionOk="0">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5" name="Google Shape;12385;p76"/>
          <p:cNvGrpSpPr/>
          <p:nvPr/>
        </p:nvGrpSpPr>
        <p:grpSpPr>
          <a:xfrm>
            <a:off x="2668963" y="3791306"/>
            <a:ext cx="358735" cy="359311"/>
            <a:chOff x="2668963" y="3791306"/>
            <a:chExt cx="358735" cy="359311"/>
          </a:xfrm>
        </p:grpSpPr>
        <p:sp>
          <p:nvSpPr>
            <p:cNvPr id="12386" name="Google Shape;12386;p76"/>
            <p:cNvSpPr/>
            <p:nvPr/>
          </p:nvSpPr>
          <p:spPr>
            <a:xfrm>
              <a:off x="2854065" y="4004268"/>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76"/>
            <p:cNvSpPr/>
            <p:nvPr/>
          </p:nvSpPr>
          <p:spPr>
            <a:xfrm>
              <a:off x="2879045" y="402924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76"/>
            <p:cNvSpPr/>
            <p:nvPr/>
          </p:nvSpPr>
          <p:spPr>
            <a:xfrm>
              <a:off x="2904026" y="405422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76"/>
            <p:cNvSpPr/>
            <p:nvPr/>
          </p:nvSpPr>
          <p:spPr>
            <a:xfrm>
              <a:off x="2829320" y="4006415"/>
              <a:ext cx="153156" cy="143913"/>
            </a:xfrm>
            <a:custGeom>
              <a:avLst/>
              <a:gdLst/>
              <a:ahLst/>
              <a:cxnLst/>
              <a:rect l="l" t="t" r="r" b="b"/>
              <a:pathLst>
                <a:path w="5849" h="5496" extrusionOk="0">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76"/>
            <p:cNvSpPr/>
            <p:nvPr/>
          </p:nvSpPr>
          <p:spPr>
            <a:xfrm>
              <a:off x="2917511" y="3991857"/>
              <a:ext cx="24745" cy="23697"/>
            </a:xfrm>
            <a:custGeom>
              <a:avLst/>
              <a:gdLst/>
              <a:ahLst/>
              <a:cxnLst/>
              <a:rect l="l" t="t" r="r" b="b"/>
              <a:pathLst>
                <a:path w="945" h="905" extrusionOk="0">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76"/>
            <p:cNvSpPr/>
            <p:nvPr/>
          </p:nvSpPr>
          <p:spPr>
            <a:xfrm>
              <a:off x="2942492" y="4016837"/>
              <a:ext cx="24745" cy="23619"/>
            </a:xfrm>
            <a:custGeom>
              <a:avLst/>
              <a:gdLst/>
              <a:ahLst/>
              <a:cxnLst/>
              <a:rect l="l" t="t" r="r" b="b"/>
              <a:pathLst>
                <a:path w="945" h="902" extrusionOk="0">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76"/>
            <p:cNvSpPr/>
            <p:nvPr/>
          </p:nvSpPr>
          <p:spPr>
            <a:xfrm>
              <a:off x="2967210" y="4041818"/>
              <a:ext cx="24771" cy="23619"/>
            </a:xfrm>
            <a:custGeom>
              <a:avLst/>
              <a:gdLst/>
              <a:ahLst/>
              <a:cxnLst/>
              <a:rect l="l" t="t" r="r" b="b"/>
              <a:pathLst>
                <a:path w="946" h="902" extrusionOk="0">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76"/>
            <p:cNvSpPr/>
            <p:nvPr/>
          </p:nvSpPr>
          <p:spPr>
            <a:xfrm>
              <a:off x="2704496" y="3827467"/>
              <a:ext cx="68395" cy="64179"/>
            </a:xfrm>
            <a:custGeom>
              <a:avLst/>
              <a:gdLst/>
              <a:ahLst/>
              <a:cxnLst/>
              <a:rect l="l" t="t" r="r" b="b"/>
              <a:pathLst>
                <a:path w="2612" h="2451" extrusionOk="0">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4" name="Google Shape;12394;p76"/>
            <p:cNvSpPr/>
            <p:nvPr/>
          </p:nvSpPr>
          <p:spPr>
            <a:xfrm>
              <a:off x="2671005" y="3882927"/>
              <a:ext cx="87641" cy="31448"/>
            </a:xfrm>
            <a:custGeom>
              <a:avLst/>
              <a:gdLst/>
              <a:ahLst/>
              <a:cxnLst/>
              <a:rect l="l" t="t" r="r" b="b"/>
              <a:pathLst>
                <a:path w="3347" h="1201" extrusionOk="0">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76"/>
            <p:cNvSpPr/>
            <p:nvPr/>
          </p:nvSpPr>
          <p:spPr>
            <a:xfrm>
              <a:off x="2668963" y="3926394"/>
              <a:ext cx="86934" cy="32941"/>
            </a:xfrm>
            <a:custGeom>
              <a:avLst/>
              <a:gdLst/>
              <a:ahLst/>
              <a:cxnLst/>
              <a:rect l="l" t="t" r="r" b="b"/>
              <a:pathLst>
                <a:path w="3320" h="1258" extrusionOk="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6" name="Google Shape;12396;p76"/>
            <p:cNvSpPr/>
            <p:nvPr/>
          </p:nvSpPr>
          <p:spPr>
            <a:xfrm>
              <a:off x="2761422" y="3794081"/>
              <a:ext cx="33203" cy="83085"/>
            </a:xfrm>
            <a:custGeom>
              <a:avLst/>
              <a:gdLst/>
              <a:ahLst/>
              <a:cxnLst/>
              <a:rect l="l" t="t" r="r" b="b"/>
              <a:pathLst>
                <a:path w="1268" h="3173" extrusionOk="0">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76"/>
            <p:cNvSpPr/>
            <p:nvPr/>
          </p:nvSpPr>
          <p:spPr>
            <a:xfrm>
              <a:off x="2805099" y="3791306"/>
              <a:ext cx="34774" cy="82849"/>
            </a:xfrm>
            <a:custGeom>
              <a:avLst/>
              <a:gdLst/>
              <a:ahLst/>
              <a:cxnLst/>
              <a:rect l="l" t="t" r="r" b="b"/>
              <a:pathLst>
                <a:path w="1328" h="3164" extrusionOk="0">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76"/>
            <p:cNvSpPr/>
            <p:nvPr/>
          </p:nvSpPr>
          <p:spPr>
            <a:xfrm>
              <a:off x="2757128" y="3882220"/>
              <a:ext cx="261064" cy="259729"/>
            </a:xfrm>
            <a:custGeom>
              <a:avLst/>
              <a:gdLst/>
              <a:ahLst/>
              <a:cxnLst/>
              <a:rect l="l" t="t" r="r" b="b"/>
              <a:pathLst>
                <a:path w="9970" h="9919" extrusionOk="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76"/>
            <p:cNvSpPr/>
            <p:nvPr/>
          </p:nvSpPr>
          <p:spPr>
            <a:xfrm>
              <a:off x="2757128" y="3881880"/>
              <a:ext cx="91700" cy="90207"/>
            </a:xfrm>
            <a:custGeom>
              <a:avLst/>
              <a:gdLst/>
              <a:ahLst/>
              <a:cxnLst/>
              <a:rect l="l" t="t" r="r" b="b"/>
              <a:pathLst>
                <a:path w="3502" h="3445" extrusionOk="0">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76"/>
            <p:cNvSpPr/>
            <p:nvPr/>
          </p:nvSpPr>
          <p:spPr>
            <a:xfrm>
              <a:off x="2757128" y="3881984"/>
              <a:ext cx="85206" cy="83844"/>
            </a:xfrm>
            <a:custGeom>
              <a:avLst/>
              <a:gdLst/>
              <a:ahLst/>
              <a:cxnLst/>
              <a:rect l="l" t="t" r="r" b="b"/>
              <a:pathLst>
                <a:path w="3254" h="3202" extrusionOk="0">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76"/>
            <p:cNvSpPr/>
            <p:nvPr/>
          </p:nvSpPr>
          <p:spPr>
            <a:xfrm>
              <a:off x="2992950" y="4116995"/>
              <a:ext cx="34747" cy="33622"/>
            </a:xfrm>
            <a:custGeom>
              <a:avLst/>
              <a:gdLst/>
              <a:ahLst/>
              <a:cxnLst/>
              <a:rect l="l" t="t" r="r" b="b"/>
              <a:pathLst>
                <a:path w="1327" h="1284" extrusionOk="0">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2" name="Google Shape;12402;p76"/>
          <p:cNvGrpSpPr/>
          <p:nvPr/>
        </p:nvGrpSpPr>
        <p:grpSpPr>
          <a:xfrm>
            <a:off x="849682" y="1995198"/>
            <a:ext cx="363893" cy="291727"/>
            <a:chOff x="849682" y="1995198"/>
            <a:chExt cx="363893" cy="291727"/>
          </a:xfrm>
        </p:grpSpPr>
        <p:sp>
          <p:nvSpPr>
            <p:cNvPr id="12403" name="Google Shape;12403;p76"/>
            <p:cNvSpPr/>
            <p:nvPr/>
          </p:nvSpPr>
          <p:spPr>
            <a:xfrm>
              <a:off x="907838" y="2131517"/>
              <a:ext cx="247579" cy="155408"/>
            </a:xfrm>
            <a:custGeom>
              <a:avLst/>
              <a:gdLst/>
              <a:ahLst/>
              <a:cxnLst/>
              <a:rect l="l" t="t" r="r" b="b"/>
              <a:pathLst>
                <a:path w="9455" h="5935" extrusionOk="0">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76"/>
            <p:cNvSpPr/>
            <p:nvPr/>
          </p:nvSpPr>
          <p:spPr>
            <a:xfrm>
              <a:off x="1140414" y="2131517"/>
              <a:ext cx="15004" cy="136424"/>
            </a:xfrm>
            <a:custGeom>
              <a:avLst/>
              <a:gdLst/>
              <a:ahLst/>
              <a:cxnLst/>
              <a:rect l="l" t="t" r="r" b="b"/>
              <a:pathLst>
                <a:path w="573" h="5210" extrusionOk="0">
                  <a:moveTo>
                    <a:pt x="0" y="0"/>
                  </a:moveTo>
                  <a:lnTo>
                    <a:pt x="0" y="5209"/>
                  </a:lnTo>
                  <a:cubicBezTo>
                    <a:pt x="363" y="5009"/>
                    <a:pt x="572" y="4780"/>
                    <a:pt x="572" y="4541"/>
                  </a:cubicBezTo>
                  <a:lnTo>
                    <a:pt x="57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76"/>
            <p:cNvSpPr/>
            <p:nvPr/>
          </p:nvSpPr>
          <p:spPr>
            <a:xfrm>
              <a:off x="1026483" y="2148511"/>
              <a:ext cx="10526" cy="138414"/>
            </a:xfrm>
            <a:custGeom>
              <a:avLst/>
              <a:gdLst/>
              <a:ahLst/>
              <a:cxnLst/>
              <a:rect l="l" t="t" r="r" b="b"/>
              <a:pathLst>
                <a:path w="402" h="5286" extrusionOk="0">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76"/>
            <p:cNvSpPr/>
            <p:nvPr/>
          </p:nvSpPr>
          <p:spPr>
            <a:xfrm>
              <a:off x="945047" y="2148511"/>
              <a:ext cx="10526" cy="68212"/>
            </a:xfrm>
            <a:custGeom>
              <a:avLst/>
              <a:gdLst/>
              <a:ahLst/>
              <a:cxnLst/>
              <a:rect l="l" t="t" r="r" b="b"/>
              <a:pathLst>
                <a:path w="402" h="2605" extrusionOk="0">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76"/>
            <p:cNvSpPr/>
            <p:nvPr/>
          </p:nvSpPr>
          <p:spPr>
            <a:xfrm>
              <a:off x="945309" y="2228192"/>
              <a:ext cx="10526" cy="50982"/>
            </a:xfrm>
            <a:custGeom>
              <a:avLst/>
              <a:gdLst/>
              <a:ahLst/>
              <a:cxnLst/>
              <a:rect l="l" t="t" r="r" b="b"/>
              <a:pathLst>
                <a:path w="402" h="1947" extrusionOk="0">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76"/>
            <p:cNvSpPr/>
            <p:nvPr/>
          </p:nvSpPr>
          <p:spPr>
            <a:xfrm>
              <a:off x="1107682" y="2148511"/>
              <a:ext cx="10762" cy="130663"/>
            </a:xfrm>
            <a:custGeom>
              <a:avLst/>
              <a:gdLst/>
              <a:ahLst/>
              <a:cxnLst/>
              <a:rect l="l" t="t" r="r" b="b"/>
              <a:pathLst>
                <a:path w="411" h="4990" extrusionOk="0">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76"/>
            <p:cNvSpPr/>
            <p:nvPr/>
          </p:nvSpPr>
          <p:spPr>
            <a:xfrm>
              <a:off x="907838" y="2122274"/>
              <a:ext cx="247579" cy="59230"/>
            </a:xfrm>
            <a:custGeom>
              <a:avLst/>
              <a:gdLst/>
              <a:ahLst/>
              <a:cxnLst/>
              <a:rect l="l" t="t" r="r" b="b"/>
              <a:pathLst>
                <a:path w="9455" h="2262" extrusionOk="0">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76"/>
            <p:cNvSpPr/>
            <p:nvPr/>
          </p:nvSpPr>
          <p:spPr>
            <a:xfrm>
              <a:off x="1140414" y="2122012"/>
              <a:ext cx="15004" cy="40508"/>
            </a:xfrm>
            <a:custGeom>
              <a:avLst/>
              <a:gdLst/>
              <a:ahLst/>
              <a:cxnLst/>
              <a:rect l="l" t="t" r="r" b="b"/>
              <a:pathLst>
                <a:path w="573" h="1547" extrusionOk="0">
                  <a:moveTo>
                    <a:pt x="0" y="1"/>
                  </a:moveTo>
                  <a:lnTo>
                    <a:pt x="0" y="10"/>
                  </a:lnTo>
                  <a:lnTo>
                    <a:pt x="0" y="1546"/>
                  </a:lnTo>
                  <a:cubicBezTo>
                    <a:pt x="363" y="1346"/>
                    <a:pt x="572" y="1117"/>
                    <a:pt x="572" y="878"/>
                  </a:cubicBezTo>
                  <a:lnTo>
                    <a:pt x="572" y="1"/>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76"/>
            <p:cNvSpPr/>
            <p:nvPr/>
          </p:nvSpPr>
          <p:spPr>
            <a:xfrm>
              <a:off x="907838" y="2085798"/>
              <a:ext cx="247579" cy="72716"/>
            </a:xfrm>
            <a:custGeom>
              <a:avLst/>
              <a:gdLst/>
              <a:ahLst/>
              <a:cxnLst/>
              <a:rect l="l" t="t" r="r" b="b"/>
              <a:pathLst>
                <a:path w="9455" h="2777" extrusionOk="0">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76"/>
            <p:cNvSpPr/>
            <p:nvPr/>
          </p:nvSpPr>
          <p:spPr>
            <a:xfrm>
              <a:off x="1012264" y="2085798"/>
              <a:ext cx="143153" cy="72716"/>
            </a:xfrm>
            <a:custGeom>
              <a:avLst/>
              <a:gdLst/>
              <a:ahLst/>
              <a:cxnLst/>
              <a:rect l="l" t="t" r="r" b="b"/>
              <a:pathLst>
                <a:path w="5467" h="2777" extrusionOk="0">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76"/>
            <p:cNvSpPr/>
            <p:nvPr/>
          </p:nvSpPr>
          <p:spPr>
            <a:xfrm>
              <a:off x="1049971" y="1995198"/>
              <a:ext cx="123750" cy="119613"/>
            </a:xfrm>
            <a:custGeom>
              <a:avLst/>
              <a:gdLst/>
              <a:ahLst/>
              <a:cxnLst/>
              <a:rect l="l" t="t" r="r" b="b"/>
              <a:pathLst>
                <a:path w="4726" h="4568" extrusionOk="0">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76"/>
            <p:cNvSpPr/>
            <p:nvPr/>
          </p:nvSpPr>
          <p:spPr>
            <a:xfrm>
              <a:off x="1044734" y="2103525"/>
              <a:ext cx="18513" cy="18775"/>
            </a:xfrm>
            <a:custGeom>
              <a:avLst/>
              <a:gdLst/>
              <a:ahLst/>
              <a:cxnLst/>
              <a:rect l="l" t="t" r="r" b="b"/>
              <a:pathLst>
                <a:path w="707" h="717" extrusionOk="0">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76"/>
            <p:cNvSpPr/>
            <p:nvPr/>
          </p:nvSpPr>
          <p:spPr>
            <a:xfrm>
              <a:off x="889509" y="1995224"/>
              <a:ext cx="123776" cy="119587"/>
            </a:xfrm>
            <a:custGeom>
              <a:avLst/>
              <a:gdLst/>
              <a:ahLst/>
              <a:cxnLst/>
              <a:rect l="l" t="t" r="r" b="b"/>
              <a:pathLst>
                <a:path w="4727" h="4567" extrusionOk="0">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76"/>
            <p:cNvSpPr/>
            <p:nvPr/>
          </p:nvSpPr>
          <p:spPr>
            <a:xfrm>
              <a:off x="1000010" y="2103525"/>
              <a:ext cx="18775" cy="18775"/>
            </a:xfrm>
            <a:custGeom>
              <a:avLst/>
              <a:gdLst/>
              <a:ahLst/>
              <a:cxnLst/>
              <a:rect l="l" t="t" r="r" b="b"/>
              <a:pathLst>
                <a:path w="717" h="717" extrusionOk="0">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76"/>
            <p:cNvSpPr/>
            <p:nvPr/>
          </p:nvSpPr>
          <p:spPr>
            <a:xfrm>
              <a:off x="883984" y="2035811"/>
              <a:ext cx="42603" cy="55250"/>
            </a:xfrm>
            <a:custGeom>
              <a:avLst/>
              <a:gdLst/>
              <a:ahLst/>
              <a:cxnLst/>
              <a:rect l="l" t="t" r="r" b="b"/>
              <a:pathLst>
                <a:path w="1627" h="2110" extrusionOk="0">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76"/>
            <p:cNvSpPr/>
            <p:nvPr/>
          </p:nvSpPr>
          <p:spPr>
            <a:xfrm>
              <a:off x="849682" y="2076083"/>
              <a:ext cx="61090" cy="29720"/>
            </a:xfrm>
            <a:custGeom>
              <a:avLst/>
              <a:gdLst/>
              <a:ahLst/>
              <a:cxnLst/>
              <a:rect l="l" t="t" r="r" b="b"/>
              <a:pathLst>
                <a:path w="2333" h="1135" extrusionOk="0">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76"/>
            <p:cNvSpPr/>
            <p:nvPr/>
          </p:nvSpPr>
          <p:spPr>
            <a:xfrm>
              <a:off x="1136643" y="2035811"/>
              <a:ext cx="42629" cy="55250"/>
            </a:xfrm>
            <a:custGeom>
              <a:avLst/>
              <a:gdLst/>
              <a:ahLst/>
              <a:cxnLst/>
              <a:rect l="l" t="t" r="r" b="b"/>
              <a:pathLst>
                <a:path w="1628" h="2110" extrusionOk="0">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0" name="Google Shape;12420;p76"/>
            <p:cNvSpPr/>
            <p:nvPr/>
          </p:nvSpPr>
          <p:spPr>
            <a:xfrm>
              <a:off x="1152406" y="2076083"/>
              <a:ext cx="61168" cy="29720"/>
            </a:xfrm>
            <a:custGeom>
              <a:avLst/>
              <a:gdLst/>
              <a:ahLst/>
              <a:cxnLst/>
              <a:rect l="l" t="t" r="r" b="b"/>
              <a:pathLst>
                <a:path w="2336" h="1135" extrusionOk="0">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1" name="Google Shape;12421;p76"/>
          <p:cNvGrpSpPr/>
          <p:nvPr/>
        </p:nvGrpSpPr>
        <p:grpSpPr>
          <a:xfrm>
            <a:off x="3065430" y="1990066"/>
            <a:ext cx="378190" cy="302044"/>
            <a:chOff x="3065430" y="1990066"/>
            <a:chExt cx="378190" cy="302044"/>
          </a:xfrm>
        </p:grpSpPr>
        <p:sp>
          <p:nvSpPr>
            <p:cNvPr id="12422" name="Google Shape;12422;p76"/>
            <p:cNvSpPr/>
            <p:nvPr/>
          </p:nvSpPr>
          <p:spPr>
            <a:xfrm>
              <a:off x="3216282" y="2149742"/>
              <a:ext cx="67714" cy="67741"/>
            </a:xfrm>
            <a:custGeom>
              <a:avLst/>
              <a:gdLst/>
              <a:ahLst/>
              <a:cxnLst/>
              <a:rect l="l" t="t" r="r" b="b"/>
              <a:pathLst>
                <a:path w="2586" h="2587" extrusionOk="0">
                  <a:moveTo>
                    <a:pt x="1946" y="1"/>
                  </a:moveTo>
                  <a:lnTo>
                    <a:pt x="0" y="1947"/>
                  </a:lnTo>
                  <a:lnTo>
                    <a:pt x="639" y="2586"/>
                  </a:lnTo>
                  <a:lnTo>
                    <a:pt x="2585" y="640"/>
                  </a:lnTo>
                  <a:lnTo>
                    <a:pt x="194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76"/>
            <p:cNvSpPr/>
            <p:nvPr/>
          </p:nvSpPr>
          <p:spPr>
            <a:xfrm>
              <a:off x="3216282" y="2180483"/>
              <a:ext cx="36973" cy="36999"/>
            </a:xfrm>
            <a:custGeom>
              <a:avLst/>
              <a:gdLst/>
              <a:ahLst/>
              <a:cxnLst/>
              <a:rect l="l" t="t" r="r" b="b"/>
              <a:pathLst>
                <a:path w="1412" h="1413" extrusionOk="0">
                  <a:moveTo>
                    <a:pt x="773" y="0"/>
                  </a:moveTo>
                  <a:lnTo>
                    <a:pt x="0" y="773"/>
                  </a:lnTo>
                  <a:lnTo>
                    <a:pt x="639" y="1412"/>
                  </a:lnTo>
                  <a:lnTo>
                    <a:pt x="1412" y="639"/>
                  </a:lnTo>
                  <a:lnTo>
                    <a:pt x="773"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4" name="Google Shape;12424;p76"/>
            <p:cNvSpPr/>
            <p:nvPr/>
          </p:nvSpPr>
          <p:spPr>
            <a:xfrm>
              <a:off x="3141079" y="2188103"/>
              <a:ext cx="104949" cy="104007"/>
            </a:xfrm>
            <a:custGeom>
              <a:avLst/>
              <a:gdLst/>
              <a:ahLst/>
              <a:cxnLst/>
              <a:rect l="l" t="t" r="r" b="b"/>
              <a:pathLst>
                <a:path w="4008" h="3972" extrusionOk="0">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76"/>
            <p:cNvSpPr/>
            <p:nvPr/>
          </p:nvSpPr>
          <p:spPr>
            <a:xfrm>
              <a:off x="3235999" y="1990118"/>
              <a:ext cx="207621" cy="207621"/>
            </a:xfrm>
            <a:custGeom>
              <a:avLst/>
              <a:gdLst/>
              <a:ahLst/>
              <a:cxnLst/>
              <a:rect l="l" t="t" r="r" b="b"/>
              <a:pathLst>
                <a:path w="7929" h="7929" extrusionOk="0">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76"/>
            <p:cNvSpPr/>
            <p:nvPr/>
          </p:nvSpPr>
          <p:spPr>
            <a:xfrm>
              <a:off x="3226023" y="1990066"/>
              <a:ext cx="192119" cy="181933"/>
            </a:xfrm>
            <a:custGeom>
              <a:avLst/>
              <a:gdLst/>
              <a:ahLst/>
              <a:cxnLst/>
              <a:rect l="l" t="t" r="r" b="b"/>
              <a:pathLst>
                <a:path w="7337" h="6948" extrusionOk="0">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76"/>
            <p:cNvSpPr/>
            <p:nvPr/>
          </p:nvSpPr>
          <p:spPr>
            <a:xfrm>
              <a:off x="3252234" y="2013816"/>
              <a:ext cx="167401" cy="159938"/>
            </a:xfrm>
            <a:custGeom>
              <a:avLst/>
              <a:gdLst/>
              <a:ahLst/>
              <a:cxnLst/>
              <a:rect l="l" t="t" r="r" b="b"/>
              <a:pathLst>
                <a:path w="6393" h="6108" extrusionOk="0">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76"/>
            <p:cNvSpPr/>
            <p:nvPr/>
          </p:nvSpPr>
          <p:spPr>
            <a:xfrm>
              <a:off x="3275722" y="2029605"/>
              <a:ext cx="153654" cy="144175"/>
            </a:xfrm>
            <a:custGeom>
              <a:avLst/>
              <a:gdLst/>
              <a:ahLst/>
              <a:cxnLst/>
              <a:rect l="l" t="t" r="r" b="b"/>
              <a:pathLst>
                <a:path w="5868" h="5506" extrusionOk="0">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76"/>
            <p:cNvSpPr/>
            <p:nvPr/>
          </p:nvSpPr>
          <p:spPr>
            <a:xfrm>
              <a:off x="3065430" y="1990066"/>
              <a:ext cx="177587" cy="149464"/>
            </a:xfrm>
            <a:custGeom>
              <a:avLst/>
              <a:gdLst/>
              <a:ahLst/>
              <a:cxnLst/>
              <a:rect l="l" t="t" r="r" b="b"/>
              <a:pathLst>
                <a:path w="6782" h="5708" extrusionOk="0">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76"/>
            <p:cNvSpPr/>
            <p:nvPr/>
          </p:nvSpPr>
          <p:spPr>
            <a:xfrm>
              <a:off x="3137832" y="2038089"/>
              <a:ext cx="20503" cy="52972"/>
            </a:xfrm>
            <a:custGeom>
              <a:avLst/>
              <a:gdLst/>
              <a:ahLst/>
              <a:cxnLst/>
              <a:rect l="l" t="t" r="r" b="b"/>
              <a:pathLst>
                <a:path w="783" h="2023" extrusionOk="0">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76"/>
            <p:cNvSpPr/>
            <p:nvPr/>
          </p:nvSpPr>
          <p:spPr>
            <a:xfrm>
              <a:off x="3137334" y="2082525"/>
              <a:ext cx="32338" cy="10814"/>
            </a:xfrm>
            <a:custGeom>
              <a:avLst/>
              <a:gdLst/>
              <a:ahLst/>
              <a:cxnLst/>
              <a:rect l="l" t="t" r="r" b="b"/>
              <a:pathLst>
                <a:path w="1235" h="413" extrusionOk="0">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76"/>
            <p:cNvSpPr/>
            <p:nvPr/>
          </p:nvSpPr>
          <p:spPr>
            <a:xfrm>
              <a:off x="3139822" y="2021488"/>
              <a:ext cx="18513" cy="15868"/>
            </a:xfrm>
            <a:custGeom>
              <a:avLst/>
              <a:gdLst/>
              <a:ahLst/>
              <a:cxnLst/>
              <a:rect l="l" t="t" r="r" b="b"/>
              <a:pathLst>
                <a:path w="707" h="606" extrusionOk="0">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3" name="Google Shape;12433;p76"/>
          <p:cNvGrpSpPr/>
          <p:nvPr/>
        </p:nvGrpSpPr>
        <p:grpSpPr>
          <a:xfrm>
            <a:off x="3568234" y="3791410"/>
            <a:ext cx="347501" cy="359284"/>
            <a:chOff x="3568234" y="3791410"/>
            <a:chExt cx="347501" cy="359284"/>
          </a:xfrm>
        </p:grpSpPr>
        <p:sp>
          <p:nvSpPr>
            <p:cNvPr id="12434" name="Google Shape;12434;p76"/>
            <p:cNvSpPr/>
            <p:nvPr/>
          </p:nvSpPr>
          <p:spPr>
            <a:xfrm>
              <a:off x="3657682" y="3791410"/>
              <a:ext cx="151899" cy="160750"/>
            </a:xfrm>
            <a:custGeom>
              <a:avLst/>
              <a:gdLst/>
              <a:ahLst/>
              <a:cxnLst/>
              <a:rect l="l" t="t" r="r" b="b"/>
              <a:pathLst>
                <a:path w="5801" h="6139" extrusionOk="0">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76"/>
            <p:cNvSpPr/>
            <p:nvPr/>
          </p:nvSpPr>
          <p:spPr>
            <a:xfrm>
              <a:off x="3727858" y="3822413"/>
              <a:ext cx="48992" cy="48992"/>
            </a:xfrm>
            <a:custGeom>
              <a:avLst/>
              <a:gdLst/>
              <a:ahLst/>
              <a:cxnLst/>
              <a:rect l="l" t="t" r="r" b="b"/>
              <a:pathLst>
                <a:path w="1871" h="1871" extrusionOk="0">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6" name="Google Shape;12436;p76"/>
            <p:cNvSpPr/>
            <p:nvPr/>
          </p:nvSpPr>
          <p:spPr>
            <a:xfrm>
              <a:off x="3710890" y="3816731"/>
              <a:ext cx="82823" cy="60173"/>
            </a:xfrm>
            <a:custGeom>
              <a:avLst/>
              <a:gdLst/>
              <a:ahLst/>
              <a:cxnLst/>
              <a:rect l="l" t="t" r="r" b="b"/>
              <a:pathLst>
                <a:path w="3163" h="2298" extrusionOk="0">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76"/>
            <p:cNvSpPr/>
            <p:nvPr/>
          </p:nvSpPr>
          <p:spPr>
            <a:xfrm>
              <a:off x="3699631" y="3857973"/>
              <a:ext cx="44017" cy="39670"/>
            </a:xfrm>
            <a:custGeom>
              <a:avLst/>
              <a:gdLst/>
              <a:ahLst/>
              <a:cxnLst/>
              <a:rect l="l" t="t" r="r" b="b"/>
              <a:pathLst>
                <a:path w="1681" h="1515" extrusionOk="0">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76"/>
            <p:cNvSpPr/>
            <p:nvPr/>
          </p:nvSpPr>
          <p:spPr>
            <a:xfrm>
              <a:off x="3568234" y="3947316"/>
              <a:ext cx="86960" cy="201179"/>
            </a:xfrm>
            <a:custGeom>
              <a:avLst/>
              <a:gdLst/>
              <a:ahLst/>
              <a:cxnLst/>
              <a:rect l="l" t="t" r="r" b="b"/>
              <a:pathLst>
                <a:path w="3321" h="7683" extrusionOk="0">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76"/>
            <p:cNvSpPr/>
            <p:nvPr/>
          </p:nvSpPr>
          <p:spPr>
            <a:xfrm>
              <a:off x="3655169" y="3947316"/>
              <a:ext cx="86960" cy="203379"/>
            </a:xfrm>
            <a:custGeom>
              <a:avLst/>
              <a:gdLst/>
              <a:ahLst/>
              <a:cxnLst/>
              <a:rect l="l" t="t" r="r" b="b"/>
              <a:pathLst>
                <a:path w="3321" h="7767" extrusionOk="0">
                  <a:moveTo>
                    <a:pt x="1" y="1"/>
                  </a:moveTo>
                  <a:lnTo>
                    <a:pt x="1" y="6660"/>
                  </a:lnTo>
                  <a:lnTo>
                    <a:pt x="3321" y="7766"/>
                  </a:lnTo>
                  <a:lnTo>
                    <a:pt x="3321" y="1107"/>
                  </a:ln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76"/>
            <p:cNvSpPr/>
            <p:nvPr/>
          </p:nvSpPr>
          <p:spPr>
            <a:xfrm>
              <a:off x="3742103" y="3947316"/>
              <a:ext cx="86699" cy="203379"/>
            </a:xfrm>
            <a:custGeom>
              <a:avLst/>
              <a:gdLst/>
              <a:ahLst/>
              <a:cxnLst/>
              <a:rect l="l" t="t" r="r" b="b"/>
              <a:pathLst>
                <a:path w="3311" h="7767" extrusionOk="0">
                  <a:moveTo>
                    <a:pt x="3311" y="1"/>
                  </a:moveTo>
                  <a:lnTo>
                    <a:pt x="1" y="1107"/>
                  </a:lnTo>
                  <a:lnTo>
                    <a:pt x="1" y="7766"/>
                  </a:lnTo>
                  <a:lnTo>
                    <a:pt x="3311" y="6660"/>
                  </a:lnTo>
                  <a:lnTo>
                    <a:pt x="331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76"/>
            <p:cNvSpPr/>
            <p:nvPr/>
          </p:nvSpPr>
          <p:spPr>
            <a:xfrm>
              <a:off x="3828775" y="3947316"/>
              <a:ext cx="86960" cy="201179"/>
            </a:xfrm>
            <a:custGeom>
              <a:avLst/>
              <a:gdLst/>
              <a:ahLst/>
              <a:cxnLst/>
              <a:rect l="l" t="t" r="r" b="b"/>
              <a:pathLst>
                <a:path w="3321" h="7683" extrusionOk="0">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76"/>
            <p:cNvSpPr/>
            <p:nvPr/>
          </p:nvSpPr>
          <p:spPr>
            <a:xfrm>
              <a:off x="3582741" y="3962556"/>
              <a:ext cx="318776" cy="173135"/>
            </a:xfrm>
            <a:custGeom>
              <a:avLst/>
              <a:gdLst/>
              <a:ahLst/>
              <a:cxnLst/>
              <a:rect l="l" t="t" r="r" b="b"/>
              <a:pathLst>
                <a:path w="12174" h="6612" extrusionOk="0">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76"/>
            <p:cNvSpPr/>
            <p:nvPr/>
          </p:nvSpPr>
          <p:spPr>
            <a:xfrm>
              <a:off x="3582741" y="3962556"/>
              <a:ext cx="72454" cy="166196"/>
            </a:xfrm>
            <a:custGeom>
              <a:avLst/>
              <a:gdLst/>
              <a:ahLst/>
              <a:cxnLst/>
              <a:rect l="l" t="t" r="r" b="b"/>
              <a:pathLst>
                <a:path w="2767" h="6347" extrusionOk="0">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4" name="Google Shape;12444;p76"/>
            <p:cNvSpPr/>
            <p:nvPr/>
          </p:nvSpPr>
          <p:spPr>
            <a:xfrm>
              <a:off x="3742103" y="3962556"/>
              <a:ext cx="86699" cy="173135"/>
            </a:xfrm>
            <a:custGeom>
              <a:avLst/>
              <a:gdLst/>
              <a:ahLst/>
              <a:cxnLst/>
              <a:rect l="l" t="t" r="r" b="b"/>
              <a:pathLst>
                <a:path w="3311" h="6612" extrusionOk="0">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5" name="Google Shape;12445;p76"/>
          <p:cNvGrpSpPr/>
          <p:nvPr/>
        </p:nvGrpSpPr>
        <p:grpSpPr>
          <a:xfrm>
            <a:off x="1759925" y="1501087"/>
            <a:ext cx="347004" cy="358420"/>
            <a:chOff x="1759925" y="1501087"/>
            <a:chExt cx="347004" cy="358420"/>
          </a:xfrm>
        </p:grpSpPr>
        <p:sp>
          <p:nvSpPr>
            <p:cNvPr id="12446" name="Google Shape;12446;p76"/>
            <p:cNvSpPr/>
            <p:nvPr/>
          </p:nvSpPr>
          <p:spPr>
            <a:xfrm>
              <a:off x="1897055" y="1797266"/>
              <a:ext cx="72480" cy="62242"/>
            </a:xfrm>
            <a:custGeom>
              <a:avLst/>
              <a:gdLst/>
              <a:ahLst/>
              <a:cxnLst/>
              <a:rect l="l" t="t" r="r" b="b"/>
              <a:pathLst>
                <a:path w="2768" h="2377" extrusionOk="0">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76"/>
            <p:cNvSpPr/>
            <p:nvPr/>
          </p:nvSpPr>
          <p:spPr>
            <a:xfrm>
              <a:off x="1897055" y="1797266"/>
              <a:ext cx="72480" cy="31003"/>
            </a:xfrm>
            <a:custGeom>
              <a:avLst/>
              <a:gdLst/>
              <a:ahLst/>
              <a:cxnLst/>
              <a:rect l="l" t="t" r="r" b="b"/>
              <a:pathLst>
                <a:path w="2768" h="1184" extrusionOk="0">
                  <a:moveTo>
                    <a:pt x="1" y="1"/>
                  </a:moveTo>
                  <a:lnTo>
                    <a:pt x="1" y="1184"/>
                  </a:lnTo>
                  <a:lnTo>
                    <a:pt x="2767" y="1184"/>
                  </a:lnTo>
                  <a:lnTo>
                    <a:pt x="2767"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76"/>
            <p:cNvSpPr/>
            <p:nvPr/>
          </p:nvSpPr>
          <p:spPr>
            <a:xfrm>
              <a:off x="1854086" y="1501087"/>
              <a:ext cx="158419" cy="311942"/>
            </a:xfrm>
            <a:custGeom>
              <a:avLst/>
              <a:gdLst/>
              <a:ahLst/>
              <a:cxnLst/>
              <a:rect l="l" t="t" r="r" b="b"/>
              <a:pathLst>
                <a:path w="6050" h="11913" extrusionOk="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76"/>
            <p:cNvSpPr/>
            <p:nvPr/>
          </p:nvSpPr>
          <p:spPr>
            <a:xfrm>
              <a:off x="1854086" y="1795040"/>
              <a:ext cx="158419" cy="17989"/>
            </a:xfrm>
            <a:custGeom>
              <a:avLst/>
              <a:gdLst/>
              <a:ahLst/>
              <a:cxnLst/>
              <a:rect l="l" t="t" r="r" b="b"/>
              <a:pathLst>
                <a:path w="6050" h="687" extrusionOk="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76"/>
            <p:cNvSpPr/>
            <p:nvPr/>
          </p:nvSpPr>
          <p:spPr>
            <a:xfrm>
              <a:off x="1854348" y="1602685"/>
              <a:ext cx="105447" cy="80702"/>
            </a:xfrm>
            <a:custGeom>
              <a:avLst/>
              <a:gdLst/>
              <a:ahLst/>
              <a:cxnLst/>
              <a:rect l="l" t="t" r="r" b="b"/>
              <a:pathLst>
                <a:path w="4027" h="3082" extrusionOk="0">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76"/>
            <p:cNvSpPr/>
            <p:nvPr/>
          </p:nvSpPr>
          <p:spPr>
            <a:xfrm>
              <a:off x="1893808" y="1586188"/>
              <a:ext cx="118697" cy="63996"/>
            </a:xfrm>
            <a:custGeom>
              <a:avLst/>
              <a:gdLst/>
              <a:ahLst/>
              <a:cxnLst/>
              <a:rect l="l" t="t" r="r" b="b"/>
              <a:pathLst>
                <a:path w="4533" h="2444" extrusionOk="0">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76"/>
            <p:cNvSpPr/>
            <p:nvPr/>
          </p:nvSpPr>
          <p:spPr>
            <a:xfrm>
              <a:off x="1893808" y="1552724"/>
              <a:ext cx="39487" cy="83452"/>
            </a:xfrm>
            <a:custGeom>
              <a:avLst/>
              <a:gdLst/>
              <a:ahLst/>
              <a:cxnLst/>
              <a:rect l="l" t="t" r="r" b="b"/>
              <a:pathLst>
                <a:path w="1508" h="3187" extrusionOk="0">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76"/>
            <p:cNvSpPr/>
            <p:nvPr/>
          </p:nvSpPr>
          <p:spPr>
            <a:xfrm>
              <a:off x="1933269" y="1552724"/>
              <a:ext cx="39749" cy="79210"/>
            </a:xfrm>
            <a:custGeom>
              <a:avLst/>
              <a:gdLst/>
              <a:ahLst/>
              <a:cxnLst/>
              <a:rect l="l" t="t" r="r" b="b"/>
              <a:pathLst>
                <a:path w="1518" h="3025" extrusionOk="0">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76"/>
            <p:cNvSpPr/>
            <p:nvPr/>
          </p:nvSpPr>
          <p:spPr>
            <a:xfrm>
              <a:off x="1972992" y="1552724"/>
              <a:ext cx="39513" cy="70726"/>
            </a:xfrm>
            <a:custGeom>
              <a:avLst/>
              <a:gdLst/>
              <a:ahLst/>
              <a:cxnLst/>
              <a:rect l="l" t="t" r="r" b="b"/>
              <a:pathLst>
                <a:path w="1509" h="2701" extrusionOk="0">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5" name="Google Shape;12455;p76"/>
            <p:cNvSpPr/>
            <p:nvPr/>
          </p:nvSpPr>
          <p:spPr>
            <a:xfrm>
              <a:off x="1893808" y="1552724"/>
              <a:ext cx="25007" cy="83452"/>
            </a:xfrm>
            <a:custGeom>
              <a:avLst/>
              <a:gdLst/>
              <a:ahLst/>
              <a:cxnLst/>
              <a:rect l="l" t="t" r="r" b="b"/>
              <a:pathLst>
                <a:path w="955" h="3187" extrusionOk="0">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76"/>
            <p:cNvSpPr/>
            <p:nvPr/>
          </p:nvSpPr>
          <p:spPr>
            <a:xfrm>
              <a:off x="1933269" y="1552724"/>
              <a:ext cx="25007" cy="79210"/>
            </a:xfrm>
            <a:custGeom>
              <a:avLst/>
              <a:gdLst/>
              <a:ahLst/>
              <a:cxnLst/>
              <a:rect l="l" t="t" r="r" b="b"/>
              <a:pathLst>
                <a:path w="955" h="3025" extrusionOk="0">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76"/>
            <p:cNvSpPr/>
            <p:nvPr/>
          </p:nvSpPr>
          <p:spPr>
            <a:xfrm>
              <a:off x="1972992" y="1552724"/>
              <a:ext cx="25007" cy="70830"/>
            </a:xfrm>
            <a:custGeom>
              <a:avLst/>
              <a:gdLst/>
              <a:ahLst/>
              <a:cxnLst/>
              <a:rect l="l" t="t" r="r" b="b"/>
              <a:pathLst>
                <a:path w="955" h="2705" extrusionOk="0">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76"/>
            <p:cNvSpPr/>
            <p:nvPr/>
          </p:nvSpPr>
          <p:spPr>
            <a:xfrm>
              <a:off x="1854348" y="1616432"/>
              <a:ext cx="91438" cy="53234"/>
            </a:xfrm>
            <a:custGeom>
              <a:avLst/>
              <a:gdLst/>
              <a:ahLst/>
              <a:cxnLst/>
              <a:rect l="l" t="t" r="r" b="b"/>
              <a:pathLst>
                <a:path w="3492" h="2033" extrusionOk="0">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76"/>
            <p:cNvSpPr/>
            <p:nvPr/>
          </p:nvSpPr>
          <p:spPr>
            <a:xfrm>
              <a:off x="1894070" y="1697029"/>
              <a:ext cx="19167" cy="50301"/>
            </a:xfrm>
            <a:custGeom>
              <a:avLst/>
              <a:gdLst/>
              <a:ahLst/>
              <a:cxnLst/>
              <a:rect l="l" t="t" r="r" b="b"/>
              <a:pathLst>
                <a:path w="732" h="1921" extrusionOk="0">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76"/>
            <p:cNvSpPr/>
            <p:nvPr/>
          </p:nvSpPr>
          <p:spPr>
            <a:xfrm>
              <a:off x="1918789" y="1697029"/>
              <a:ext cx="19194" cy="50301"/>
            </a:xfrm>
            <a:custGeom>
              <a:avLst/>
              <a:gdLst/>
              <a:ahLst/>
              <a:cxnLst/>
              <a:rect l="l" t="t" r="r" b="b"/>
              <a:pathLst>
                <a:path w="733" h="1921" extrusionOk="0">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76"/>
            <p:cNvSpPr/>
            <p:nvPr/>
          </p:nvSpPr>
          <p:spPr>
            <a:xfrm>
              <a:off x="1892552" y="1704099"/>
              <a:ext cx="52998" cy="11024"/>
            </a:xfrm>
            <a:custGeom>
              <a:avLst/>
              <a:gdLst/>
              <a:ahLst/>
              <a:cxnLst/>
              <a:rect l="l" t="t" r="r" b="b"/>
              <a:pathLst>
                <a:path w="2024" h="421" extrusionOk="0">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76"/>
            <p:cNvSpPr/>
            <p:nvPr/>
          </p:nvSpPr>
          <p:spPr>
            <a:xfrm>
              <a:off x="1887315" y="1728844"/>
              <a:ext cx="52998" cy="10998"/>
            </a:xfrm>
            <a:custGeom>
              <a:avLst/>
              <a:gdLst/>
              <a:ahLst/>
              <a:cxnLst/>
              <a:rect l="l" t="t" r="r" b="b"/>
              <a:pathLst>
                <a:path w="2024" h="420" extrusionOk="0">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76"/>
            <p:cNvSpPr/>
            <p:nvPr/>
          </p:nvSpPr>
          <p:spPr>
            <a:xfrm>
              <a:off x="1946519" y="1679800"/>
              <a:ext cx="21760" cy="67531"/>
            </a:xfrm>
            <a:custGeom>
              <a:avLst/>
              <a:gdLst/>
              <a:ahLst/>
              <a:cxnLst/>
              <a:rect l="l" t="t" r="r" b="b"/>
              <a:pathLst>
                <a:path w="831" h="2579" extrusionOk="0">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76"/>
            <p:cNvSpPr/>
            <p:nvPr/>
          </p:nvSpPr>
          <p:spPr>
            <a:xfrm>
              <a:off x="1947278" y="1736333"/>
              <a:ext cx="32234" cy="10998"/>
            </a:xfrm>
            <a:custGeom>
              <a:avLst/>
              <a:gdLst/>
              <a:ahLst/>
              <a:cxnLst/>
              <a:rect l="l" t="t" r="r" b="b"/>
              <a:pathLst>
                <a:path w="1231" h="420" extrusionOk="0">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76"/>
            <p:cNvSpPr/>
            <p:nvPr/>
          </p:nvSpPr>
          <p:spPr>
            <a:xfrm>
              <a:off x="2037695" y="1701350"/>
              <a:ext cx="69233" cy="11024"/>
            </a:xfrm>
            <a:custGeom>
              <a:avLst/>
              <a:gdLst/>
              <a:ahLst/>
              <a:cxnLst/>
              <a:rect l="l" t="t" r="r" b="b"/>
              <a:pathLst>
                <a:path w="2644" h="421" extrusionOk="0">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76"/>
            <p:cNvSpPr/>
            <p:nvPr/>
          </p:nvSpPr>
          <p:spPr>
            <a:xfrm>
              <a:off x="2037381" y="1755972"/>
              <a:ext cx="53810" cy="50066"/>
            </a:xfrm>
            <a:custGeom>
              <a:avLst/>
              <a:gdLst/>
              <a:ahLst/>
              <a:cxnLst/>
              <a:rect l="l" t="t" r="r" b="b"/>
              <a:pathLst>
                <a:path w="2055" h="1912" extrusionOk="0">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76"/>
            <p:cNvSpPr/>
            <p:nvPr/>
          </p:nvSpPr>
          <p:spPr>
            <a:xfrm>
              <a:off x="2036936" y="1604099"/>
              <a:ext cx="54046" cy="50066"/>
            </a:xfrm>
            <a:custGeom>
              <a:avLst/>
              <a:gdLst/>
              <a:ahLst/>
              <a:cxnLst/>
              <a:rect l="l" t="t" r="r" b="b"/>
              <a:pathLst>
                <a:path w="2064" h="1912" extrusionOk="0">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76"/>
            <p:cNvSpPr/>
            <p:nvPr/>
          </p:nvSpPr>
          <p:spPr>
            <a:xfrm>
              <a:off x="1759925" y="1697344"/>
              <a:ext cx="68971" cy="11024"/>
            </a:xfrm>
            <a:custGeom>
              <a:avLst/>
              <a:gdLst/>
              <a:ahLst/>
              <a:cxnLst/>
              <a:rect l="l" t="t" r="r" b="b"/>
              <a:pathLst>
                <a:path w="2634" h="421" extrusionOk="0">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76"/>
            <p:cNvSpPr/>
            <p:nvPr/>
          </p:nvSpPr>
          <p:spPr>
            <a:xfrm>
              <a:off x="1775845" y="1604099"/>
              <a:ext cx="53758" cy="50066"/>
            </a:xfrm>
            <a:custGeom>
              <a:avLst/>
              <a:gdLst/>
              <a:ahLst/>
              <a:cxnLst/>
              <a:rect l="l" t="t" r="r" b="b"/>
              <a:pathLst>
                <a:path w="2053" h="1912" extrusionOk="0">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76"/>
            <p:cNvSpPr/>
            <p:nvPr/>
          </p:nvSpPr>
          <p:spPr>
            <a:xfrm>
              <a:off x="1775400" y="1755029"/>
              <a:ext cx="55303" cy="50773"/>
            </a:xfrm>
            <a:custGeom>
              <a:avLst/>
              <a:gdLst/>
              <a:ahLst/>
              <a:cxnLst/>
              <a:rect l="l" t="t" r="r" b="b"/>
              <a:pathLst>
                <a:path w="2112" h="1939" extrusionOk="0">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76"/>
            <p:cNvSpPr/>
            <p:nvPr/>
          </p:nvSpPr>
          <p:spPr>
            <a:xfrm>
              <a:off x="1943010" y="1775296"/>
              <a:ext cx="69495" cy="11024"/>
            </a:xfrm>
            <a:custGeom>
              <a:avLst/>
              <a:gdLst/>
              <a:ahLst/>
              <a:cxnLst/>
              <a:rect l="l" t="t" r="r" b="b"/>
              <a:pathLst>
                <a:path w="2654" h="421" extrusionOk="0">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76"/>
            <p:cNvSpPr/>
            <p:nvPr/>
          </p:nvSpPr>
          <p:spPr>
            <a:xfrm>
              <a:off x="1854348" y="1775296"/>
              <a:ext cx="76958" cy="11024"/>
            </a:xfrm>
            <a:custGeom>
              <a:avLst/>
              <a:gdLst/>
              <a:ahLst/>
              <a:cxnLst/>
              <a:rect l="l" t="t" r="r" b="b"/>
              <a:pathLst>
                <a:path w="2939" h="421" extrusionOk="0">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3" name="Google Shape;12473;p76"/>
          <p:cNvGrpSpPr/>
          <p:nvPr/>
        </p:nvGrpSpPr>
        <p:grpSpPr>
          <a:xfrm>
            <a:off x="3519295" y="2413660"/>
            <a:ext cx="360227" cy="359311"/>
            <a:chOff x="3519295" y="2413660"/>
            <a:chExt cx="360227" cy="359311"/>
          </a:xfrm>
        </p:grpSpPr>
        <p:sp>
          <p:nvSpPr>
            <p:cNvPr id="12474" name="Google Shape;12474;p76"/>
            <p:cNvSpPr/>
            <p:nvPr/>
          </p:nvSpPr>
          <p:spPr>
            <a:xfrm>
              <a:off x="3639693" y="2545240"/>
              <a:ext cx="225846" cy="214298"/>
            </a:xfrm>
            <a:custGeom>
              <a:avLst/>
              <a:gdLst/>
              <a:ahLst/>
              <a:cxnLst/>
              <a:rect l="l" t="t" r="r" b="b"/>
              <a:pathLst>
                <a:path w="8625" h="8184" extrusionOk="0">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76"/>
            <p:cNvSpPr/>
            <p:nvPr/>
          </p:nvSpPr>
          <p:spPr>
            <a:xfrm>
              <a:off x="3639693" y="2545162"/>
              <a:ext cx="118932" cy="125452"/>
            </a:xfrm>
            <a:custGeom>
              <a:avLst/>
              <a:gdLst/>
              <a:ahLst/>
              <a:cxnLst/>
              <a:rect l="l" t="t" r="r" b="b"/>
              <a:pathLst>
                <a:path w="4542" h="4791" extrusionOk="0">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76"/>
            <p:cNvSpPr/>
            <p:nvPr/>
          </p:nvSpPr>
          <p:spPr>
            <a:xfrm>
              <a:off x="3703637" y="2545004"/>
              <a:ext cx="161902" cy="168082"/>
            </a:xfrm>
            <a:custGeom>
              <a:avLst/>
              <a:gdLst/>
              <a:ahLst/>
              <a:cxnLst/>
              <a:rect l="l" t="t" r="r" b="b"/>
              <a:pathLst>
                <a:path w="6183" h="6419" extrusionOk="0">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76"/>
            <p:cNvSpPr/>
            <p:nvPr/>
          </p:nvSpPr>
          <p:spPr>
            <a:xfrm>
              <a:off x="3782087" y="2676087"/>
              <a:ext cx="83452" cy="83452"/>
            </a:xfrm>
            <a:custGeom>
              <a:avLst/>
              <a:gdLst/>
              <a:ahLst/>
              <a:cxnLst/>
              <a:rect l="l" t="t" r="r" b="b"/>
              <a:pathLst>
                <a:path w="3187" h="3187" extrusionOk="0">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76"/>
            <p:cNvSpPr/>
            <p:nvPr/>
          </p:nvSpPr>
          <p:spPr>
            <a:xfrm>
              <a:off x="3792561" y="2687137"/>
              <a:ext cx="86960" cy="85834"/>
            </a:xfrm>
            <a:custGeom>
              <a:avLst/>
              <a:gdLst/>
              <a:ahLst/>
              <a:cxnLst/>
              <a:rect l="l" t="t" r="r" b="b"/>
              <a:pathLst>
                <a:path w="3321" h="3278" extrusionOk="0">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76"/>
            <p:cNvSpPr/>
            <p:nvPr/>
          </p:nvSpPr>
          <p:spPr>
            <a:xfrm>
              <a:off x="3842522" y="2687189"/>
              <a:ext cx="36999" cy="36135"/>
            </a:xfrm>
            <a:custGeom>
              <a:avLst/>
              <a:gdLst/>
              <a:ahLst/>
              <a:cxnLst/>
              <a:rect l="l" t="t" r="r" b="b"/>
              <a:pathLst>
                <a:path w="1413" h="1380" extrusionOk="0">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76"/>
            <p:cNvSpPr/>
            <p:nvPr/>
          </p:nvSpPr>
          <p:spPr>
            <a:xfrm>
              <a:off x="3656609" y="2587529"/>
              <a:ext cx="80990" cy="77089"/>
            </a:xfrm>
            <a:custGeom>
              <a:avLst/>
              <a:gdLst/>
              <a:ahLst/>
              <a:cxnLst/>
              <a:rect l="l" t="t" r="r" b="b"/>
              <a:pathLst>
                <a:path w="3093" h="2944" extrusionOk="0">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1" name="Google Shape;12481;p76"/>
            <p:cNvSpPr/>
            <p:nvPr/>
          </p:nvSpPr>
          <p:spPr>
            <a:xfrm>
              <a:off x="3676379" y="2572446"/>
              <a:ext cx="84997" cy="80938"/>
            </a:xfrm>
            <a:custGeom>
              <a:avLst/>
              <a:gdLst/>
              <a:ahLst/>
              <a:cxnLst/>
              <a:rect l="l" t="t" r="r" b="b"/>
              <a:pathLst>
                <a:path w="3246" h="3091" extrusionOk="0">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76"/>
            <p:cNvSpPr/>
            <p:nvPr/>
          </p:nvSpPr>
          <p:spPr>
            <a:xfrm>
              <a:off x="3698636" y="2559930"/>
              <a:ext cx="73973" cy="69966"/>
            </a:xfrm>
            <a:custGeom>
              <a:avLst/>
              <a:gdLst/>
              <a:ahLst/>
              <a:cxnLst/>
              <a:rect l="l" t="t" r="r" b="b"/>
              <a:pathLst>
                <a:path w="2825" h="2672" extrusionOk="0">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76"/>
            <p:cNvSpPr/>
            <p:nvPr/>
          </p:nvSpPr>
          <p:spPr>
            <a:xfrm>
              <a:off x="3533278" y="2427041"/>
              <a:ext cx="226081" cy="214272"/>
            </a:xfrm>
            <a:custGeom>
              <a:avLst/>
              <a:gdLst/>
              <a:ahLst/>
              <a:cxnLst/>
              <a:rect l="l" t="t" r="r" b="b"/>
              <a:pathLst>
                <a:path w="8634" h="8183" extrusionOk="0">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76"/>
            <p:cNvSpPr/>
            <p:nvPr/>
          </p:nvSpPr>
          <p:spPr>
            <a:xfrm>
              <a:off x="3622202" y="2523454"/>
              <a:ext cx="131684" cy="117859"/>
            </a:xfrm>
            <a:custGeom>
              <a:avLst/>
              <a:gdLst/>
              <a:ahLst/>
              <a:cxnLst/>
              <a:rect l="l" t="t" r="r" b="b"/>
              <a:pathLst>
                <a:path w="5029" h="4501" extrusionOk="0">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5" name="Google Shape;12485;p76"/>
            <p:cNvSpPr/>
            <p:nvPr/>
          </p:nvSpPr>
          <p:spPr>
            <a:xfrm>
              <a:off x="3533278" y="2473493"/>
              <a:ext cx="161902" cy="168082"/>
            </a:xfrm>
            <a:custGeom>
              <a:avLst/>
              <a:gdLst/>
              <a:ahLst/>
              <a:cxnLst/>
              <a:rect l="l" t="t" r="r" b="b"/>
              <a:pathLst>
                <a:path w="6183" h="6419" extrusionOk="0">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6" name="Google Shape;12486;p76"/>
            <p:cNvSpPr/>
            <p:nvPr/>
          </p:nvSpPr>
          <p:spPr>
            <a:xfrm>
              <a:off x="3533278" y="2427041"/>
              <a:ext cx="83713" cy="83452"/>
            </a:xfrm>
            <a:custGeom>
              <a:avLst/>
              <a:gdLst/>
              <a:ahLst/>
              <a:cxnLst/>
              <a:rect l="l" t="t" r="r" b="b"/>
              <a:pathLst>
                <a:path w="3197" h="3187" extrusionOk="0">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76"/>
            <p:cNvSpPr/>
            <p:nvPr/>
          </p:nvSpPr>
          <p:spPr>
            <a:xfrm>
              <a:off x="3519295" y="2413660"/>
              <a:ext cx="86934" cy="85782"/>
            </a:xfrm>
            <a:custGeom>
              <a:avLst/>
              <a:gdLst/>
              <a:ahLst/>
              <a:cxnLst/>
              <a:rect l="l" t="t" r="r" b="b"/>
              <a:pathLst>
                <a:path w="3320" h="3276" extrusionOk="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76"/>
            <p:cNvSpPr/>
            <p:nvPr/>
          </p:nvSpPr>
          <p:spPr>
            <a:xfrm>
              <a:off x="3519295" y="2462993"/>
              <a:ext cx="36973" cy="36188"/>
            </a:xfrm>
            <a:custGeom>
              <a:avLst/>
              <a:gdLst/>
              <a:ahLst/>
              <a:cxnLst/>
              <a:rect l="l" t="t" r="r" b="b"/>
              <a:pathLst>
                <a:path w="1412" h="1382" extrusionOk="0">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76"/>
            <p:cNvSpPr/>
            <p:nvPr/>
          </p:nvSpPr>
          <p:spPr>
            <a:xfrm>
              <a:off x="3660353" y="2521831"/>
              <a:ext cx="81278" cy="77089"/>
            </a:xfrm>
            <a:custGeom>
              <a:avLst/>
              <a:gdLst/>
              <a:ahLst/>
              <a:cxnLst/>
              <a:rect l="l" t="t" r="r" b="b"/>
              <a:pathLst>
                <a:path w="3104" h="2944" extrusionOk="0">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0" name="Google Shape;12490;p76"/>
            <p:cNvSpPr/>
            <p:nvPr/>
          </p:nvSpPr>
          <p:spPr>
            <a:xfrm>
              <a:off x="3637075" y="2533090"/>
              <a:ext cx="84813" cy="80807"/>
            </a:xfrm>
            <a:custGeom>
              <a:avLst/>
              <a:gdLst/>
              <a:ahLst/>
              <a:cxnLst/>
              <a:rect l="l" t="t" r="r" b="b"/>
              <a:pathLst>
                <a:path w="3239" h="3086" extrusionOk="0">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1" name="Google Shape;12491;p76"/>
            <p:cNvSpPr/>
            <p:nvPr/>
          </p:nvSpPr>
          <p:spPr>
            <a:xfrm>
              <a:off x="3625841" y="2556552"/>
              <a:ext cx="73816" cy="69835"/>
            </a:xfrm>
            <a:custGeom>
              <a:avLst/>
              <a:gdLst/>
              <a:ahLst/>
              <a:cxnLst/>
              <a:rect l="l" t="t" r="r" b="b"/>
              <a:pathLst>
                <a:path w="2819" h="2667" extrusionOk="0">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76"/>
            <p:cNvSpPr/>
            <p:nvPr/>
          </p:nvSpPr>
          <p:spPr>
            <a:xfrm>
              <a:off x="3650429" y="2427277"/>
              <a:ext cx="215110" cy="224484"/>
            </a:xfrm>
            <a:custGeom>
              <a:avLst/>
              <a:gdLst/>
              <a:ahLst/>
              <a:cxnLst/>
              <a:rect l="l" t="t" r="r" b="b"/>
              <a:pathLst>
                <a:path w="8215" h="8573" extrusionOk="0">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76"/>
            <p:cNvSpPr/>
            <p:nvPr/>
          </p:nvSpPr>
          <p:spPr>
            <a:xfrm>
              <a:off x="3650167" y="2524449"/>
              <a:ext cx="107699" cy="127311"/>
            </a:xfrm>
            <a:custGeom>
              <a:avLst/>
              <a:gdLst/>
              <a:ahLst/>
              <a:cxnLst/>
              <a:rect l="l" t="t" r="r" b="b"/>
              <a:pathLst>
                <a:path w="4113" h="4862" extrusionOk="0">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76"/>
            <p:cNvSpPr/>
            <p:nvPr/>
          </p:nvSpPr>
          <p:spPr>
            <a:xfrm>
              <a:off x="3782323" y="2427041"/>
              <a:ext cx="83216" cy="83687"/>
            </a:xfrm>
            <a:custGeom>
              <a:avLst/>
              <a:gdLst/>
              <a:ahLst/>
              <a:cxnLst/>
              <a:rect l="l" t="t" r="r" b="b"/>
              <a:pathLst>
                <a:path w="3178" h="3196" extrusionOk="0">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76"/>
            <p:cNvSpPr/>
            <p:nvPr/>
          </p:nvSpPr>
          <p:spPr>
            <a:xfrm>
              <a:off x="3650167" y="2427041"/>
              <a:ext cx="168893" cy="162138"/>
            </a:xfrm>
            <a:custGeom>
              <a:avLst/>
              <a:gdLst/>
              <a:ahLst/>
              <a:cxnLst/>
              <a:rect l="l" t="t" r="r" b="b"/>
              <a:pathLst>
                <a:path w="6450" h="6192" extrusionOk="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76"/>
            <p:cNvSpPr/>
            <p:nvPr/>
          </p:nvSpPr>
          <p:spPr>
            <a:xfrm>
              <a:off x="3792823" y="2413660"/>
              <a:ext cx="86699" cy="85782"/>
            </a:xfrm>
            <a:custGeom>
              <a:avLst/>
              <a:gdLst/>
              <a:ahLst/>
              <a:cxnLst/>
              <a:rect l="l" t="t" r="r" b="b"/>
              <a:pathLst>
                <a:path w="3311" h="3276" extrusionOk="0">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76"/>
            <p:cNvSpPr/>
            <p:nvPr/>
          </p:nvSpPr>
          <p:spPr>
            <a:xfrm>
              <a:off x="3792823" y="2413844"/>
              <a:ext cx="36999" cy="36450"/>
            </a:xfrm>
            <a:custGeom>
              <a:avLst/>
              <a:gdLst/>
              <a:ahLst/>
              <a:cxnLst/>
              <a:rect l="l" t="t" r="r" b="b"/>
              <a:pathLst>
                <a:path w="1413" h="1392" extrusionOk="0">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76"/>
            <p:cNvSpPr/>
            <p:nvPr/>
          </p:nvSpPr>
          <p:spPr>
            <a:xfrm>
              <a:off x="3691906" y="2556683"/>
              <a:ext cx="81226" cy="76958"/>
            </a:xfrm>
            <a:custGeom>
              <a:avLst/>
              <a:gdLst/>
              <a:ahLst/>
              <a:cxnLst/>
              <a:rect l="l" t="t" r="r" b="b"/>
              <a:pathLst>
                <a:path w="3102" h="2939" extrusionOk="0">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76"/>
            <p:cNvSpPr/>
            <p:nvPr/>
          </p:nvSpPr>
          <p:spPr>
            <a:xfrm>
              <a:off x="3676902" y="2533195"/>
              <a:ext cx="84970" cy="80702"/>
            </a:xfrm>
            <a:custGeom>
              <a:avLst/>
              <a:gdLst/>
              <a:ahLst/>
              <a:cxnLst/>
              <a:rect l="l" t="t" r="r" b="b"/>
              <a:pathLst>
                <a:path w="3245" h="3082" extrusionOk="0">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76"/>
            <p:cNvSpPr/>
            <p:nvPr/>
          </p:nvSpPr>
          <p:spPr>
            <a:xfrm>
              <a:off x="3664412" y="2522433"/>
              <a:ext cx="72768" cy="69233"/>
            </a:xfrm>
            <a:custGeom>
              <a:avLst/>
              <a:gdLst/>
              <a:ahLst/>
              <a:cxnLst/>
              <a:rect l="l" t="t" r="r" b="b"/>
              <a:pathLst>
                <a:path w="2779" h="2644" extrusionOk="0">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76"/>
            <p:cNvSpPr/>
            <p:nvPr/>
          </p:nvSpPr>
          <p:spPr>
            <a:xfrm>
              <a:off x="3533278" y="2534557"/>
              <a:ext cx="215607" cy="224746"/>
            </a:xfrm>
            <a:custGeom>
              <a:avLst/>
              <a:gdLst/>
              <a:ahLst/>
              <a:cxnLst/>
              <a:rect l="l" t="t" r="r" b="b"/>
              <a:pathLst>
                <a:path w="8234" h="8583" extrusionOk="0">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76"/>
            <p:cNvSpPr/>
            <p:nvPr/>
          </p:nvSpPr>
          <p:spPr>
            <a:xfrm>
              <a:off x="3579730" y="2597401"/>
              <a:ext cx="168893" cy="161902"/>
            </a:xfrm>
            <a:custGeom>
              <a:avLst/>
              <a:gdLst/>
              <a:ahLst/>
              <a:cxnLst/>
              <a:rect l="l" t="t" r="r" b="b"/>
              <a:pathLst>
                <a:path w="6450" h="6183" extrusionOk="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76"/>
            <p:cNvSpPr/>
            <p:nvPr/>
          </p:nvSpPr>
          <p:spPr>
            <a:xfrm>
              <a:off x="3533278" y="2675825"/>
              <a:ext cx="83216" cy="83713"/>
            </a:xfrm>
            <a:custGeom>
              <a:avLst/>
              <a:gdLst/>
              <a:ahLst/>
              <a:cxnLst/>
              <a:rect l="l" t="t" r="r" b="b"/>
              <a:pathLst>
                <a:path w="3178" h="3197" extrusionOk="0">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76"/>
            <p:cNvSpPr/>
            <p:nvPr/>
          </p:nvSpPr>
          <p:spPr>
            <a:xfrm>
              <a:off x="3519295" y="2687137"/>
              <a:ext cx="86934" cy="85834"/>
            </a:xfrm>
            <a:custGeom>
              <a:avLst/>
              <a:gdLst/>
              <a:ahLst/>
              <a:cxnLst/>
              <a:rect l="l" t="t" r="r" b="b"/>
              <a:pathLst>
                <a:path w="3320" h="3278" extrusionOk="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76"/>
            <p:cNvSpPr/>
            <p:nvPr/>
          </p:nvSpPr>
          <p:spPr>
            <a:xfrm>
              <a:off x="3569230" y="2736286"/>
              <a:ext cx="36764" cy="36685"/>
            </a:xfrm>
            <a:custGeom>
              <a:avLst/>
              <a:gdLst/>
              <a:ahLst/>
              <a:cxnLst/>
              <a:rect l="l" t="t" r="r" b="b"/>
              <a:pathLst>
                <a:path w="1404" h="1401" extrusionOk="0">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76"/>
            <p:cNvSpPr/>
            <p:nvPr/>
          </p:nvSpPr>
          <p:spPr>
            <a:xfrm>
              <a:off x="3623694" y="2539427"/>
              <a:ext cx="83478" cy="86646"/>
            </a:xfrm>
            <a:custGeom>
              <a:avLst/>
              <a:gdLst/>
              <a:ahLst/>
              <a:cxnLst/>
              <a:rect l="l" t="t" r="r" b="b"/>
              <a:pathLst>
                <a:path w="3188" h="3309" extrusionOk="0">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76"/>
            <p:cNvSpPr/>
            <p:nvPr/>
          </p:nvSpPr>
          <p:spPr>
            <a:xfrm>
              <a:off x="3633147" y="2559930"/>
              <a:ext cx="88243" cy="89657"/>
            </a:xfrm>
            <a:custGeom>
              <a:avLst/>
              <a:gdLst/>
              <a:ahLst/>
              <a:cxnLst/>
              <a:rect l="l" t="t" r="r" b="b"/>
              <a:pathLst>
                <a:path w="3370" h="3424" extrusionOk="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76"/>
            <p:cNvSpPr/>
            <p:nvPr/>
          </p:nvSpPr>
          <p:spPr>
            <a:xfrm>
              <a:off x="3656635" y="2579909"/>
              <a:ext cx="79760" cy="80938"/>
            </a:xfrm>
            <a:custGeom>
              <a:avLst/>
              <a:gdLst/>
              <a:ahLst/>
              <a:cxnLst/>
              <a:rect l="l" t="t" r="r" b="b"/>
              <a:pathLst>
                <a:path w="3046" h="3091" extrusionOk="0">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9" name="Google Shape;12509;p76"/>
          <p:cNvGrpSpPr/>
          <p:nvPr/>
        </p:nvGrpSpPr>
        <p:grpSpPr>
          <a:xfrm>
            <a:off x="1330255" y="3845718"/>
            <a:ext cx="358996" cy="250774"/>
            <a:chOff x="1330255" y="3845718"/>
            <a:chExt cx="358996" cy="250774"/>
          </a:xfrm>
        </p:grpSpPr>
        <p:sp>
          <p:nvSpPr>
            <p:cNvPr id="12510" name="Google Shape;12510;p76"/>
            <p:cNvSpPr/>
            <p:nvPr/>
          </p:nvSpPr>
          <p:spPr>
            <a:xfrm>
              <a:off x="1445417" y="3845718"/>
              <a:ext cx="243835" cy="247762"/>
            </a:xfrm>
            <a:custGeom>
              <a:avLst/>
              <a:gdLst/>
              <a:ahLst/>
              <a:cxnLst/>
              <a:rect l="l" t="t" r="r" b="b"/>
              <a:pathLst>
                <a:path w="9312" h="9462" extrusionOk="0">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1" name="Google Shape;12511;p76"/>
            <p:cNvSpPr/>
            <p:nvPr/>
          </p:nvSpPr>
          <p:spPr>
            <a:xfrm>
              <a:off x="1445417" y="4055250"/>
              <a:ext cx="218854" cy="38492"/>
            </a:xfrm>
            <a:custGeom>
              <a:avLst/>
              <a:gdLst/>
              <a:ahLst/>
              <a:cxnLst/>
              <a:rect l="l" t="t" r="r" b="b"/>
              <a:pathLst>
                <a:path w="8358" h="1470" extrusionOk="0">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76"/>
            <p:cNvSpPr/>
            <p:nvPr/>
          </p:nvSpPr>
          <p:spPr>
            <a:xfrm>
              <a:off x="1445417" y="3946085"/>
              <a:ext cx="56219" cy="132653"/>
            </a:xfrm>
            <a:custGeom>
              <a:avLst/>
              <a:gdLst/>
              <a:ahLst/>
              <a:cxnLst/>
              <a:rect l="l" t="t" r="r" b="b"/>
              <a:pathLst>
                <a:path w="2147" h="5066" extrusionOk="0">
                  <a:moveTo>
                    <a:pt x="2147" y="0"/>
                  </a:moveTo>
                  <a:lnTo>
                    <a:pt x="2061" y="10"/>
                  </a:lnTo>
                  <a:lnTo>
                    <a:pt x="0" y="10"/>
                  </a:lnTo>
                  <a:lnTo>
                    <a:pt x="0" y="5066"/>
                  </a:lnTo>
                  <a:lnTo>
                    <a:pt x="2147" y="5066"/>
                  </a:lnTo>
                  <a:lnTo>
                    <a:pt x="2147"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76"/>
            <p:cNvSpPr/>
            <p:nvPr/>
          </p:nvSpPr>
          <p:spPr>
            <a:xfrm>
              <a:off x="1418446" y="3936083"/>
              <a:ext cx="58969" cy="152659"/>
            </a:xfrm>
            <a:custGeom>
              <a:avLst/>
              <a:gdLst/>
              <a:ahLst/>
              <a:cxnLst/>
              <a:rect l="l" t="t" r="r" b="b"/>
              <a:pathLst>
                <a:path w="2252" h="5830" extrusionOk="0">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76"/>
            <p:cNvSpPr/>
            <p:nvPr/>
          </p:nvSpPr>
          <p:spPr>
            <a:xfrm>
              <a:off x="1418446" y="4056743"/>
              <a:ext cx="58969" cy="31998"/>
            </a:xfrm>
            <a:custGeom>
              <a:avLst/>
              <a:gdLst/>
              <a:ahLst/>
              <a:cxnLst/>
              <a:rect l="l" t="t" r="r" b="b"/>
              <a:pathLst>
                <a:path w="2252" h="1222" extrusionOk="0">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76"/>
            <p:cNvSpPr/>
            <p:nvPr/>
          </p:nvSpPr>
          <p:spPr>
            <a:xfrm>
              <a:off x="1330255" y="3928332"/>
              <a:ext cx="92459" cy="168160"/>
            </a:xfrm>
            <a:custGeom>
              <a:avLst/>
              <a:gdLst/>
              <a:ahLst/>
              <a:cxnLst/>
              <a:rect l="l" t="t" r="r" b="b"/>
              <a:pathLst>
                <a:path w="3531" h="6422" extrusionOk="0">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76"/>
            <p:cNvSpPr/>
            <p:nvPr/>
          </p:nvSpPr>
          <p:spPr>
            <a:xfrm>
              <a:off x="1330255" y="4056743"/>
              <a:ext cx="92459" cy="39749"/>
            </a:xfrm>
            <a:custGeom>
              <a:avLst/>
              <a:gdLst/>
              <a:ahLst/>
              <a:cxnLst/>
              <a:rect l="l" t="t" r="r" b="b"/>
              <a:pathLst>
                <a:path w="3531" h="1518" extrusionOk="0">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7" name="Google Shape;12517;p76"/>
            <p:cNvSpPr/>
            <p:nvPr/>
          </p:nvSpPr>
          <p:spPr>
            <a:xfrm>
              <a:off x="1631435" y="3961037"/>
              <a:ext cx="56062" cy="10841"/>
            </a:xfrm>
            <a:custGeom>
              <a:avLst/>
              <a:gdLst/>
              <a:ahLst/>
              <a:cxnLst/>
              <a:rect l="l" t="t" r="r" b="b"/>
              <a:pathLst>
                <a:path w="2141" h="414" extrusionOk="0">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76"/>
            <p:cNvSpPr/>
            <p:nvPr/>
          </p:nvSpPr>
          <p:spPr>
            <a:xfrm>
              <a:off x="1632273" y="4001545"/>
              <a:ext cx="47971" cy="10998"/>
            </a:xfrm>
            <a:custGeom>
              <a:avLst/>
              <a:gdLst/>
              <a:ahLst/>
              <a:cxnLst/>
              <a:rect l="l" t="t" r="r" b="b"/>
              <a:pathLst>
                <a:path w="1832" h="420" extrusionOk="0">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76"/>
            <p:cNvSpPr/>
            <p:nvPr/>
          </p:nvSpPr>
          <p:spPr>
            <a:xfrm>
              <a:off x="1631435" y="4041975"/>
              <a:ext cx="43074" cy="10814"/>
            </a:xfrm>
            <a:custGeom>
              <a:avLst/>
              <a:gdLst/>
              <a:ahLst/>
              <a:cxnLst/>
              <a:rect l="l" t="t" r="r" b="b"/>
              <a:pathLst>
                <a:path w="1645" h="413" extrusionOk="0">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0" name="Google Shape;12520;p76"/>
          <p:cNvGrpSpPr/>
          <p:nvPr/>
        </p:nvGrpSpPr>
        <p:grpSpPr>
          <a:xfrm>
            <a:off x="3115103" y="3791384"/>
            <a:ext cx="373424" cy="359311"/>
            <a:chOff x="3115103" y="3791384"/>
            <a:chExt cx="373424" cy="359311"/>
          </a:xfrm>
        </p:grpSpPr>
        <p:sp>
          <p:nvSpPr>
            <p:cNvPr id="12521" name="Google Shape;12521;p76"/>
            <p:cNvSpPr/>
            <p:nvPr/>
          </p:nvSpPr>
          <p:spPr>
            <a:xfrm>
              <a:off x="3115103" y="3891908"/>
              <a:ext cx="159152" cy="180598"/>
            </a:xfrm>
            <a:custGeom>
              <a:avLst/>
              <a:gdLst/>
              <a:ahLst/>
              <a:cxnLst/>
              <a:rect l="l" t="t" r="r" b="b"/>
              <a:pathLst>
                <a:path w="6078" h="6897" extrusionOk="0">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76"/>
            <p:cNvSpPr/>
            <p:nvPr/>
          </p:nvSpPr>
          <p:spPr>
            <a:xfrm>
              <a:off x="3232517" y="3940586"/>
              <a:ext cx="45798" cy="40561"/>
            </a:xfrm>
            <a:custGeom>
              <a:avLst/>
              <a:gdLst/>
              <a:ahLst/>
              <a:cxnLst/>
              <a:rect l="l" t="t" r="r" b="b"/>
              <a:pathLst>
                <a:path w="1749" h="1549" extrusionOk="0">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76"/>
            <p:cNvSpPr/>
            <p:nvPr/>
          </p:nvSpPr>
          <p:spPr>
            <a:xfrm>
              <a:off x="3242493" y="3950956"/>
              <a:ext cx="43991" cy="43598"/>
            </a:xfrm>
            <a:custGeom>
              <a:avLst/>
              <a:gdLst/>
              <a:ahLst/>
              <a:cxnLst/>
              <a:rect l="l" t="t" r="r" b="b"/>
              <a:pathLst>
                <a:path w="1680" h="1665" extrusionOk="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76"/>
            <p:cNvSpPr/>
            <p:nvPr/>
          </p:nvSpPr>
          <p:spPr>
            <a:xfrm>
              <a:off x="3319948" y="3791384"/>
              <a:ext cx="168579" cy="141478"/>
            </a:xfrm>
            <a:custGeom>
              <a:avLst/>
              <a:gdLst/>
              <a:ahLst/>
              <a:cxnLst/>
              <a:rect l="l" t="t" r="r" b="b"/>
              <a:pathLst>
                <a:path w="6438" h="5403" extrusionOk="0">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76"/>
            <p:cNvSpPr/>
            <p:nvPr/>
          </p:nvSpPr>
          <p:spPr>
            <a:xfrm>
              <a:off x="3233747" y="3945614"/>
              <a:ext cx="213879" cy="205081"/>
            </a:xfrm>
            <a:custGeom>
              <a:avLst/>
              <a:gdLst/>
              <a:ahLst/>
              <a:cxnLst/>
              <a:rect l="l" t="t" r="r" b="b"/>
              <a:pathLst>
                <a:path w="8168" h="7832" extrusionOk="0">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76"/>
            <p:cNvSpPr/>
            <p:nvPr/>
          </p:nvSpPr>
          <p:spPr>
            <a:xfrm>
              <a:off x="3311438" y="4019272"/>
              <a:ext cx="136424" cy="131423"/>
            </a:xfrm>
            <a:custGeom>
              <a:avLst/>
              <a:gdLst/>
              <a:ahLst/>
              <a:cxnLst/>
              <a:rect l="l" t="t" r="r" b="b"/>
              <a:pathLst>
                <a:path w="5210" h="5019" extrusionOk="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76"/>
            <p:cNvSpPr/>
            <p:nvPr/>
          </p:nvSpPr>
          <p:spPr>
            <a:xfrm>
              <a:off x="3233747" y="3945614"/>
              <a:ext cx="164154" cy="156115"/>
            </a:xfrm>
            <a:custGeom>
              <a:avLst/>
              <a:gdLst/>
              <a:ahLst/>
              <a:cxnLst/>
              <a:rect l="l" t="t" r="r" b="b"/>
              <a:pathLst>
                <a:path w="6269" h="5962" extrusionOk="0">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76"/>
            <p:cNvSpPr/>
            <p:nvPr/>
          </p:nvSpPr>
          <p:spPr>
            <a:xfrm>
              <a:off x="3236261" y="3945509"/>
              <a:ext cx="151402" cy="146715"/>
            </a:xfrm>
            <a:custGeom>
              <a:avLst/>
              <a:gdLst/>
              <a:ahLst/>
              <a:cxnLst/>
              <a:rect l="l" t="t" r="r" b="b"/>
              <a:pathLst>
                <a:path w="5782" h="5603" extrusionOk="0">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9" name="Google Shape;12529;p76"/>
            <p:cNvSpPr/>
            <p:nvPr/>
          </p:nvSpPr>
          <p:spPr>
            <a:xfrm>
              <a:off x="3236261" y="3945509"/>
              <a:ext cx="151402" cy="146715"/>
            </a:xfrm>
            <a:custGeom>
              <a:avLst/>
              <a:gdLst/>
              <a:ahLst/>
              <a:cxnLst/>
              <a:rect l="l" t="t" r="r" b="b"/>
              <a:pathLst>
                <a:path w="5782" h="5603" extrusionOk="0">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76"/>
            <p:cNvSpPr/>
            <p:nvPr/>
          </p:nvSpPr>
          <p:spPr>
            <a:xfrm>
              <a:off x="3264488" y="3972558"/>
              <a:ext cx="87955" cy="87196"/>
            </a:xfrm>
            <a:custGeom>
              <a:avLst/>
              <a:gdLst/>
              <a:ahLst/>
              <a:cxnLst/>
              <a:rect l="l" t="t" r="r" b="b"/>
              <a:pathLst>
                <a:path w="3359" h="3330" extrusionOk="0">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76"/>
            <p:cNvSpPr/>
            <p:nvPr/>
          </p:nvSpPr>
          <p:spPr>
            <a:xfrm>
              <a:off x="3283473" y="3992668"/>
              <a:ext cx="36999" cy="34302"/>
            </a:xfrm>
            <a:custGeom>
              <a:avLst/>
              <a:gdLst/>
              <a:ahLst/>
              <a:cxnLst/>
              <a:rect l="l" t="t" r="r" b="b"/>
              <a:pathLst>
                <a:path w="1413" h="1310" extrusionOk="0">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76"/>
            <p:cNvSpPr/>
            <p:nvPr/>
          </p:nvSpPr>
          <p:spPr>
            <a:xfrm>
              <a:off x="3392140" y="3828174"/>
              <a:ext cx="43729" cy="43493"/>
            </a:xfrm>
            <a:custGeom>
              <a:avLst/>
              <a:gdLst/>
              <a:ahLst/>
              <a:cxnLst/>
              <a:rect l="l" t="t" r="r" b="b"/>
              <a:pathLst>
                <a:path w="1670" h="1661" extrusionOk="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76"/>
            <p:cNvSpPr/>
            <p:nvPr/>
          </p:nvSpPr>
          <p:spPr>
            <a:xfrm>
              <a:off x="3376141" y="3822649"/>
              <a:ext cx="75360" cy="54517"/>
            </a:xfrm>
            <a:custGeom>
              <a:avLst/>
              <a:gdLst/>
              <a:ahLst/>
              <a:cxnLst/>
              <a:rect l="l" t="t" r="r" b="b"/>
              <a:pathLst>
                <a:path w="2878" h="2082" extrusionOk="0">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76"/>
            <p:cNvSpPr/>
            <p:nvPr/>
          </p:nvSpPr>
          <p:spPr>
            <a:xfrm>
              <a:off x="3366165" y="3859230"/>
              <a:ext cx="40953" cy="36659"/>
            </a:xfrm>
            <a:custGeom>
              <a:avLst/>
              <a:gdLst/>
              <a:ahLst/>
              <a:cxnLst/>
              <a:rect l="l" t="t" r="r" b="b"/>
              <a:pathLst>
                <a:path w="1564" h="1400" extrusionOk="0">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5" name="Google Shape;12535;p76"/>
          <p:cNvGrpSpPr/>
          <p:nvPr/>
        </p:nvGrpSpPr>
        <p:grpSpPr>
          <a:xfrm>
            <a:off x="883853" y="3792641"/>
            <a:ext cx="378190" cy="357059"/>
            <a:chOff x="883853" y="3792641"/>
            <a:chExt cx="378190" cy="357059"/>
          </a:xfrm>
        </p:grpSpPr>
        <p:sp>
          <p:nvSpPr>
            <p:cNvPr id="12536" name="Google Shape;12536;p76"/>
            <p:cNvSpPr/>
            <p:nvPr/>
          </p:nvSpPr>
          <p:spPr>
            <a:xfrm>
              <a:off x="1012500" y="4093219"/>
              <a:ext cx="42734" cy="38989"/>
            </a:xfrm>
            <a:custGeom>
              <a:avLst/>
              <a:gdLst/>
              <a:ahLst/>
              <a:cxnLst/>
              <a:rect l="l" t="t" r="r" b="b"/>
              <a:pathLst>
                <a:path w="1632" h="1489" extrusionOk="0">
                  <a:moveTo>
                    <a:pt x="335" y="0"/>
                  </a:moveTo>
                  <a:lnTo>
                    <a:pt x="1" y="1488"/>
                  </a:lnTo>
                  <a:lnTo>
                    <a:pt x="1632" y="1488"/>
                  </a:lnTo>
                  <a:lnTo>
                    <a:pt x="129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76"/>
            <p:cNvSpPr/>
            <p:nvPr/>
          </p:nvSpPr>
          <p:spPr>
            <a:xfrm>
              <a:off x="983277" y="4128673"/>
              <a:ext cx="101205" cy="21027"/>
            </a:xfrm>
            <a:custGeom>
              <a:avLst/>
              <a:gdLst/>
              <a:ahLst/>
              <a:cxnLst/>
              <a:rect l="l" t="t" r="r" b="b"/>
              <a:pathLst>
                <a:path w="3865" h="803" extrusionOk="0">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76"/>
            <p:cNvSpPr/>
            <p:nvPr/>
          </p:nvSpPr>
          <p:spPr>
            <a:xfrm>
              <a:off x="883853" y="3900602"/>
              <a:ext cx="300054" cy="196126"/>
            </a:xfrm>
            <a:custGeom>
              <a:avLst/>
              <a:gdLst/>
              <a:ahLst/>
              <a:cxnLst/>
              <a:rect l="l" t="t" r="r" b="b"/>
              <a:pathLst>
                <a:path w="11459" h="7490" extrusionOk="0">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76"/>
            <p:cNvSpPr/>
            <p:nvPr/>
          </p:nvSpPr>
          <p:spPr>
            <a:xfrm>
              <a:off x="883853" y="4081462"/>
              <a:ext cx="300290" cy="15266"/>
            </a:xfrm>
            <a:custGeom>
              <a:avLst/>
              <a:gdLst/>
              <a:ahLst/>
              <a:cxnLst/>
              <a:rect l="l" t="t" r="r" b="b"/>
              <a:pathLst>
                <a:path w="11468" h="583" extrusionOk="0">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76"/>
            <p:cNvSpPr/>
            <p:nvPr/>
          </p:nvSpPr>
          <p:spPr>
            <a:xfrm>
              <a:off x="902837" y="3920843"/>
              <a:ext cx="262086" cy="145667"/>
            </a:xfrm>
            <a:custGeom>
              <a:avLst/>
              <a:gdLst/>
              <a:ahLst/>
              <a:cxnLst/>
              <a:rect l="l" t="t" r="r" b="b"/>
              <a:pathLst>
                <a:path w="10009" h="5563" extrusionOk="0">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76"/>
            <p:cNvSpPr/>
            <p:nvPr/>
          </p:nvSpPr>
          <p:spPr>
            <a:xfrm>
              <a:off x="902837" y="3920843"/>
              <a:ext cx="262086" cy="145667"/>
            </a:xfrm>
            <a:custGeom>
              <a:avLst/>
              <a:gdLst/>
              <a:ahLst/>
              <a:cxnLst/>
              <a:rect l="l" t="t" r="r" b="b"/>
              <a:pathLst>
                <a:path w="10009" h="5563" extrusionOk="0">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76"/>
            <p:cNvSpPr/>
            <p:nvPr/>
          </p:nvSpPr>
          <p:spPr>
            <a:xfrm>
              <a:off x="1013495" y="4076225"/>
              <a:ext cx="40744" cy="11024"/>
            </a:xfrm>
            <a:custGeom>
              <a:avLst/>
              <a:gdLst/>
              <a:ahLst/>
              <a:cxnLst/>
              <a:rect l="l" t="t" r="r" b="b"/>
              <a:pathLst>
                <a:path w="1556" h="421" extrusionOk="0">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76"/>
            <p:cNvSpPr/>
            <p:nvPr/>
          </p:nvSpPr>
          <p:spPr>
            <a:xfrm>
              <a:off x="1084456" y="3792641"/>
              <a:ext cx="177587" cy="149228"/>
            </a:xfrm>
            <a:custGeom>
              <a:avLst/>
              <a:gdLst/>
              <a:ahLst/>
              <a:cxnLst/>
              <a:rect l="l" t="t" r="r" b="b"/>
              <a:pathLst>
                <a:path w="6782" h="5699" extrusionOk="0">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76"/>
            <p:cNvSpPr/>
            <p:nvPr/>
          </p:nvSpPr>
          <p:spPr>
            <a:xfrm>
              <a:off x="1157800" y="3841633"/>
              <a:ext cx="21341" cy="52998"/>
            </a:xfrm>
            <a:custGeom>
              <a:avLst/>
              <a:gdLst/>
              <a:ahLst/>
              <a:cxnLst/>
              <a:rect l="l" t="t" r="r" b="b"/>
              <a:pathLst>
                <a:path w="815" h="2024" extrusionOk="0">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76"/>
            <p:cNvSpPr/>
            <p:nvPr/>
          </p:nvSpPr>
          <p:spPr>
            <a:xfrm>
              <a:off x="1157041" y="3886095"/>
              <a:ext cx="32338" cy="10814"/>
            </a:xfrm>
            <a:custGeom>
              <a:avLst/>
              <a:gdLst/>
              <a:ahLst/>
              <a:cxnLst/>
              <a:rect l="l" t="t" r="r" b="b"/>
              <a:pathLst>
                <a:path w="1235" h="413" extrusionOk="0">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76"/>
            <p:cNvSpPr/>
            <p:nvPr/>
          </p:nvSpPr>
          <p:spPr>
            <a:xfrm>
              <a:off x="1160628" y="3825058"/>
              <a:ext cx="18513" cy="15868"/>
            </a:xfrm>
            <a:custGeom>
              <a:avLst/>
              <a:gdLst/>
              <a:ahLst/>
              <a:cxnLst/>
              <a:rect l="l" t="t" r="r" b="b"/>
              <a:pathLst>
                <a:path w="707" h="606" extrusionOk="0">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76"/>
            <p:cNvSpPr/>
            <p:nvPr/>
          </p:nvSpPr>
          <p:spPr>
            <a:xfrm>
              <a:off x="976784" y="3861639"/>
              <a:ext cx="26997" cy="26997"/>
            </a:xfrm>
            <a:custGeom>
              <a:avLst/>
              <a:gdLst/>
              <a:ahLst/>
              <a:cxnLst/>
              <a:rect l="l" t="t" r="r" b="b"/>
              <a:pathLst>
                <a:path w="1031" h="1031" extrusionOk="0">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76"/>
            <p:cNvSpPr/>
            <p:nvPr/>
          </p:nvSpPr>
          <p:spPr>
            <a:xfrm>
              <a:off x="1063953" y="3861639"/>
              <a:ext cx="27023" cy="26997"/>
            </a:xfrm>
            <a:custGeom>
              <a:avLst/>
              <a:gdLst/>
              <a:ahLst/>
              <a:cxnLst/>
              <a:rect l="l" t="t" r="r" b="b"/>
              <a:pathLst>
                <a:path w="1032" h="1031" extrusionOk="0">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76"/>
            <p:cNvSpPr/>
            <p:nvPr/>
          </p:nvSpPr>
          <p:spPr>
            <a:xfrm>
              <a:off x="1013259" y="3901361"/>
              <a:ext cx="41241" cy="74208"/>
            </a:xfrm>
            <a:custGeom>
              <a:avLst/>
              <a:gdLst/>
              <a:ahLst/>
              <a:cxnLst/>
              <a:rect l="l" t="t" r="r" b="b"/>
              <a:pathLst>
                <a:path w="1575" h="2834" extrusionOk="0">
                  <a:moveTo>
                    <a:pt x="0" y="1"/>
                  </a:moveTo>
                  <a:lnTo>
                    <a:pt x="0" y="2157"/>
                  </a:lnTo>
                  <a:lnTo>
                    <a:pt x="783" y="2834"/>
                  </a:lnTo>
                  <a:lnTo>
                    <a:pt x="792" y="2834"/>
                  </a:lnTo>
                  <a:lnTo>
                    <a:pt x="1574" y="2157"/>
                  </a:lnTo>
                  <a:lnTo>
                    <a:pt x="157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76"/>
            <p:cNvSpPr/>
            <p:nvPr/>
          </p:nvSpPr>
          <p:spPr>
            <a:xfrm>
              <a:off x="928813" y="3947316"/>
              <a:ext cx="210108" cy="89710"/>
            </a:xfrm>
            <a:custGeom>
              <a:avLst/>
              <a:gdLst/>
              <a:ahLst/>
              <a:cxnLst/>
              <a:rect l="l" t="t" r="r" b="b"/>
              <a:pathLst>
                <a:path w="8024" h="3426" extrusionOk="0">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76"/>
            <p:cNvSpPr/>
            <p:nvPr/>
          </p:nvSpPr>
          <p:spPr>
            <a:xfrm>
              <a:off x="990269" y="3804686"/>
              <a:ext cx="87222" cy="120058"/>
            </a:xfrm>
            <a:custGeom>
              <a:avLst/>
              <a:gdLst/>
              <a:ahLst/>
              <a:cxnLst/>
              <a:rect l="l" t="t" r="r" b="b"/>
              <a:pathLst>
                <a:path w="3331" h="4585" extrusionOk="0">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76"/>
            <p:cNvSpPr/>
            <p:nvPr/>
          </p:nvSpPr>
          <p:spPr>
            <a:xfrm>
              <a:off x="990269" y="3804948"/>
              <a:ext cx="30008" cy="39487"/>
            </a:xfrm>
            <a:custGeom>
              <a:avLst/>
              <a:gdLst/>
              <a:ahLst/>
              <a:cxnLst/>
              <a:rect l="l" t="t" r="r" b="b"/>
              <a:pathLst>
                <a:path w="1146" h="1508" extrusionOk="0">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76"/>
            <p:cNvSpPr/>
            <p:nvPr/>
          </p:nvSpPr>
          <p:spPr>
            <a:xfrm>
              <a:off x="1020251" y="3804686"/>
              <a:ext cx="57240" cy="56979"/>
            </a:xfrm>
            <a:custGeom>
              <a:avLst/>
              <a:gdLst/>
              <a:ahLst/>
              <a:cxnLst/>
              <a:rect l="l" t="t" r="r" b="b"/>
              <a:pathLst>
                <a:path w="2186" h="2176" extrusionOk="0">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76"/>
            <p:cNvSpPr/>
            <p:nvPr/>
          </p:nvSpPr>
          <p:spPr>
            <a:xfrm>
              <a:off x="1023000" y="3858837"/>
              <a:ext cx="22598" cy="32312"/>
            </a:xfrm>
            <a:custGeom>
              <a:avLst/>
              <a:gdLst/>
              <a:ahLst/>
              <a:cxnLst/>
              <a:rect l="l" t="t" r="r" b="b"/>
              <a:pathLst>
                <a:path w="863" h="1234" extrusionOk="0">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76"/>
            <p:cNvSpPr/>
            <p:nvPr/>
          </p:nvSpPr>
          <p:spPr>
            <a:xfrm>
              <a:off x="1019256" y="3961822"/>
              <a:ext cx="29249" cy="75203"/>
            </a:xfrm>
            <a:custGeom>
              <a:avLst/>
              <a:gdLst/>
              <a:ahLst/>
              <a:cxnLst/>
              <a:rect l="l" t="t" r="r" b="b"/>
              <a:pathLst>
                <a:path w="1117" h="2872" extrusionOk="0">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76"/>
            <p:cNvSpPr/>
            <p:nvPr/>
          </p:nvSpPr>
          <p:spPr>
            <a:xfrm>
              <a:off x="1013259" y="3947316"/>
              <a:ext cx="20765" cy="39016"/>
            </a:xfrm>
            <a:custGeom>
              <a:avLst/>
              <a:gdLst/>
              <a:ahLst/>
              <a:cxnLst/>
              <a:rect l="l" t="t" r="r" b="b"/>
              <a:pathLst>
                <a:path w="793" h="1490" extrusionOk="0">
                  <a:moveTo>
                    <a:pt x="0" y="1"/>
                  </a:moveTo>
                  <a:lnTo>
                    <a:pt x="0" y="1489"/>
                  </a:lnTo>
                  <a:lnTo>
                    <a:pt x="792" y="554"/>
                  </a:lnTo>
                  <a:lnTo>
                    <a:pt x="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76"/>
            <p:cNvSpPr/>
            <p:nvPr/>
          </p:nvSpPr>
          <p:spPr>
            <a:xfrm>
              <a:off x="1033736" y="3947316"/>
              <a:ext cx="20765" cy="39016"/>
            </a:xfrm>
            <a:custGeom>
              <a:avLst/>
              <a:gdLst/>
              <a:ahLst/>
              <a:cxnLst/>
              <a:rect l="l" t="t" r="r" b="b"/>
              <a:pathLst>
                <a:path w="793" h="1490" extrusionOk="0">
                  <a:moveTo>
                    <a:pt x="792" y="1"/>
                  </a:moveTo>
                  <a:lnTo>
                    <a:pt x="1" y="554"/>
                  </a:lnTo>
                  <a:lnTo>
                    <a:pt x="792" y="1489"/>
                  </a:lnTo>
                  <a:lnTo>
                    <a:pt x="79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76"/>
            <p:cNvSpPr/>
            <p:nvPr/>
          </p:nvSpPr>
          <p:spPr>
            <a:xfrm>
              <a:off x="928813" y="3947316"/>
              <a:ext cx="84473" cy="89710"/>
            </a:xfrm>
            <a:custGeom>
              <a:avLst/>
              <a:gdLst/>
              <a:ahLst/>
              <a:cxnLst/>
              <a:rect l="l" t="t" r="r" b="b"/>
              <a:pathLst>
                <a:path w="3226" h="3426" extrusionOk="0">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9" name="Google Shape;12559;p76"/>
            <p:cNvSpPr/>
            <p:nvPr/>
          </p:nvSpPr>
          <p:spPr>
            <a:xfrm>
              <a:off x="928813" y="3955826"/>
              <a:ext cx="58497" cy="81200"/>
            </a:xfrm>
            <a:custGeom>
              <a:avLst/>
              <a:gdLst/>
              <a:ahLst/>
              <a:cxnLst/>
              <a:rect l="l" t="t" r="r" b="b"/>
              <a:pathLst>
                <a:path w="2234" h="3101" extrusionOk="0">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76"/>
            <p:cNvSpPr/>
            <p:nvPr/>
          </p:nvSpPr>
          <p:spPr>
            <a:xfrm>
              <a:off x="1054474" y="3947316"/>
              <a:ext cx="84211" cy="89710"/>
            </a:xfrm>
            <a:custGeom>
              <a:avLst/>
              <a:gdLst/>
              <a:ahLst/>
              <a:cxnLst/>
              <a:rect l="l" t="t" r="r" b="b"/>
              <a:pathLst>
                <a:path w="3216" h="3426" extrusionOk="0">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76"/>
            <p:cNvSpPr/>
            <p:nvPr/>
          </p:nvSpPr>
          <p:spPr>
            <a:xfrm>
              <a:off x="1089955" y="3958811"/>
              <a:ext cx="48730" cy="78215"/>
            </a:xfrm>
            <a:custGeom>
              <a:avLst/>
              <a:gdLst/>
              <a:ahLst/>
              <a:cxnLst/>
              <a:rect l="l" t="t" r="r" b="b"/>
              <a:pathLst>
                <a:path w="1861" h="2987" extrusionOk="0">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2" name="Google Shape;12562;p76"/>
          <p:cNvGrpSpPr/>
          <p:nvPr/>
        </p:nvGrpSpPr>
        <p:grpSpPr>
          <a:xfrm>
            <a:off x="3934196" y="2484805"/>
            <a:ext cx="401207" cy="214036"/>
            <a:chOff x="3934196" y="2484805"/>
            <a:chExt cx="401207" cy="214036"/>
          </a:xfrm>
        </p:grpSpPr>
        <p:sp>
          <p:nvSpPr>
            <p:cNvPr id="12563" name="Google Shape;12563;p76"/>
            <p:cNvSpPr/>
            <p:nvPr/>
          </p:nvSpPr>
          <p:spPr>
            <a:xfrm>
              <a:off x="4120555" y="2484805"/>
              <a:ext cx="214848" cy="214036"/>
            </a:xfrm>
            <a:custGeom>
              <a:avLst/>
              <a:gdLst/>
              <a:ahLst/>
              <a:cxnLst/>
              <a:rect l="l" t="t" r="r" b="b"/>
              <a:pathLst>
                <a:path w="8205" h="8174" extrusionOk="0">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76"/>
            <p:cNvSpPr/>
            <p:nvPr/>
          </p:nvSpPr>
          <p:spPr>
            <a:xfrm>
              <a:off x="4120555" y="2522695"/>
              <a:ext cx="54727" cy="124195"/>
            </a:xfrm>
            <a:custGeom>
              <a:avLst/>
              <a:gdLst/>
              <a:ahLst/>
              <a:cxnLst/>
              <a:rect l="l" t="t" r="r" b="b"/>
              <a:pathLst>
                <a:path w="2090" h="4743" extrusionOk="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76"/>
            <p:cNvSpPr/>
            <p:nvPr/>
          </p:nvSpPr>
          <p:spPr>
            <a:xfrm>
              <a:off x="3934196" y="2488131"/>
              <a:ext cx="248548" cy="210475"/>
            </a:xfrm>
            <a:custGeom>
              <a:avLst/>
              <a:gdLst/>
              <a:ahLst/>
              <a:cxnLst/>
              <a:rect l="l" t="t" r="r" b="b"/>
              <a:pathLst>
                <a:path w="9492" h="8038" extrusionOk="0">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76"/>
            <p:cNvSpPr/>
            <p:nvPr/>
          </p:nvSpPr>
          <p:spPr>
            <a:xfrm>
              <a:off x="4005393" y="2538353"/>
              <a:ext cx="104269" cy="97618"/>
            </a:xfrm>
            <a:custGeom>
              <a:avLst/>
              <a:gdLst/>
              <a:ahLst/>
              <a:cxnLst/>
              <a:rect l="l" t="t" r="r" b="b"/>
              <a:pathLst>
                <a:path w="3982" h="3728" extrusionOk="0">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76"/>
            <p:cNvSpPr/>
            <p:nvPr/>
          </p:nvSpPr>
          <p:spPr>
            <a:xfrm>
              <a:off x="4182849" y="2537070"/>
              <a:ext cx="81174" cy="92381"/>
            </a:xfrm>
            <a:custGeom>
              <a:avLst/>
              <a:gdLst/>
              <a:ahLst/>
              <a:cxnLst/>
              <a:rect l="l" t="t" r="r" b="b"/>
              <a:pathLst>
                <a:path w="3100" h="3528" extrusionOk="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8" name="Google Shape;12568;p76"/>
          <p:cNvGrpSpPr/>
          <p:nvPr/>
        </p:nvGrpSpPr>
        <p:grpSpPr>
          <a:xfrm>
            <a:off x="3999894" y="1500197"/>
            <a:ext cx="342474" cy="359232"/>
            <a:chOff x="3999894" y="1500197"/>
            <a:chExt cx="342474" cy="359232"/>
          </a:xfrm>
        </p:grpSpPr>
        <p:sp>
          <p:nvSpPr>
            <p:cNvPr id="12569" name="Google Shape;12569;p76"/>
            <p:cNvSpPr/>
            <p:nvPr/>
          </p:nvSpPr>
          <p:spPr>
            <a:xfrm>
              <a:off x="4165279" y="1500197"/>
              <a:ext cx="177089" cy="149412"/>
            </a:xfrm>
            <a:custGeom>
              <a:avLst/>
              <a:gdLst/>
              <a:ahLst/>
              <a:cxnLst/>
              <a:rect l="l" t="t" r="r" b="b"/>
              <a:pathLst>
                <a:path w="6763" h="5706" extrusionOk="0">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76"/>
            <p:cNvSpPr/>
            <p:nvPr/>
          </p:nvSpPr>
          <p:spPr>
            <a:xfrm>
              <a:off x="4210238" y="1533871"/>
              <a:ext cx="82457" cy="71773"/>
            </a:xfrm>
            <a:custGeom>
              <a:avLst/>
              <a:gdLst/>
              <a:ahLst/>
              <a:cxnLst/>
              <a:rect l="l" t="t" r="r" b="b"/>
              <a:pathLst>
                <a:path w="3149" h="2741" extrusionOk="0">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1" name="Google Shape;12571;p76"/>
            <p:cNvSpPr/>
            <p:nvPr/>
          </p:nvSpPr>
          <p:spPr>
            <a:xfrm>
              <a:off x="4017883" y="1549477"/>
              <a:ext cx="292303" cy="292539"/>
            </a:xfrm>
            <a:custGeom>
              <a:avLst/>
              <a:gdLst/>
              <a:ahLst/>
              <a:cxnLst/>
              <a:rect l="l" t="t" r="r" b="b"/>
              <a:pathLst>
                <a:path w="11163" h="11172" extrusionOk="0">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2" name="Google Shape;12572;p76"/>
            <p:cNvSpPr/>
            <p:nvPr/>
          </p:nvSpPr>
          <p:spPr>
            <a:xfrm>
              <a:off x="4098324" y="1549713"/>
              <a:ext cx="211863" cy="211863"/>
            </a:xfrm>
            <a:custGeom>
              <a:avLst/>
              <a:gdLst/>
              <a:ahLst/>
              <a:cxnLst/>
              <a:rect l="l" t="t" r="r" b="b"/>
              <a:pathLst>
                <a:path w="8091" h="8091" extrusionOk="0">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76"/>
            <p:cNvSpPr/>
            <p:nvPr/>
          </p:nvSpPr>
          <p:spPr>
            <a:xfrm>
              <a:off x="3999894" y="1532300"/>
              <a:ext cx="130427" cy="129302"/>
            </a:xfrm>
            <a:custGeom>
              <a:avLst/>
              <a:gdLst/>
              <a:ahLst/>
              <a:cxnLst/>
              <a:rect l="l" t="t" r="r" b="b"/>
              <a:pathLst>
                <a:path w="4981" h="4938" extrusionOk="0">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76"/>
            <p:cNvSpPr/>
            <p:nvPr/>
          </p:nvSpPr>
          <p:spPr>
            <a:xfrm>
              <a:off x="4007907" y="1539736"/>
              <a:ext cx="122415" cy="121865"/>
            </a:xfrm>
            <a:custGeom>
              <a:avLst/>
              <a:gdLst/>
              <a:ahLst/>
              <a:cxnLst/>
              <a:rect l="l" t="t" r="r" b="b"/>
              <a:pathLst>
                <a:path w="4675" h="4654" extrusionOk="0">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76"/>
            <p:cNvSpPr/>
            <p:nvPr/>
          </p:nvSpPr>
          <p:spPr>
            <a:xfrm>
              <a:off x="4197748" y="1730153"/>
              <a:ext cx="130427" cy="129275"/>
            </a:xfrm>
            <a:custGeom>
              <a:avLst/>
              <a:gdLst/>
              <a:ahLst/>
              <a:cxnLst/>
              <a:rect l="l" t="t" r="r" b="b"/>
              <a:pathLst>
                <a:path w="4981" h="4937" extrusionOk="0">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76"/>
            <p:cNvSpPr/>
            <p:nvPr/>
          </p:nvSpPr>
          <p:spPr>
            <a:xfrm>
              <a:off x="4205499" y="1737328"/>
              <a:ext cx="122677" cy="122101"/>
            </a:xfrm>
            <a:custGeom>
              <a:avLst/>
              <a:gdLst/>
              <a:ahLst/>
              <a:cxnLst/>
              <a:rect l="l" t="t" r="r" b="b"/>
              <a:pathLst>
                <a:path w="4685" h="4663" extrusionOk="0">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76"/>
            <p:cNvSpPr/>
            <p:nvPr/>
          </p:nvSpPr>
          <p:spPr>
            <a:xfrm>
              <a:off x="4065854" y="1663879"/>
              <a:ext cx="86463" cy="32155"/>
            </a:xfrm>
            <a:custGeom>
              <a:avLst/>
              <a:gdLst/>
              <a:ahLst/>
              <a:cxnLst/>
              <a:rect l="l" t="t" r="r" b="b"/>
              <a:pathLst>
                <a:path w="3302" h="1228" extrusionOk="0">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76"/>
            <p:cNvSpPr/>
            <p:nvPr/>
          </p:nvSpPr>
          <p:spPr>
            <a:xfrm>
              <a:off x="4164519" y="1753301"/>
              <a:ext cx="90705" cy="51689"/>
            </a:xfrm>
            <a:custGeom>
              <a:avLst/>
              <a:gdLst/>
              <a:ahLst/>
              <a:cxnLst/>
              <a:rect l="l" t="t" r="r" b="b"/>
              <a:pathLst>
                <a:path w="3464" h="1974" extrusionOk="0">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9" name="Google Shape;12579;p76"/>
          <p:cNvGrpSpPr/>
          <p:nvPr/>
        </p:nvGrpSpPr>
        <p:grpSpPr>
          <a:xfrm>
            <a:off x="2233795" y="2882162"/>
            <a:ext cx="232601" cy="366747"/>
            <a:chOff x="2233795" y="2882162"/>
            <a:chExt cx="232601" cy="366747"/>
          </a:xfrm>
        </p:grpSpPr>
        <p:sp>
          <p:nvSpPr>
            <p:cNvPr id="12580" name="Google Shape;12580;p76"/>
            <p:cNvSpPr/>
            <p:nvPr/>
          </p:nvSpPr>
          <p:spPr>
            <a:xfrm>
              <a:off x="2350946" y="2946368"/>
              <a:ext cx="115188" cy="214979"/>
            </a:xfrm>
            <a:custGeom>
              <a:avLst/>
              <a:gdLst/>
              <a:ahLst/>
              <a:cxnLst/>
              <a:rect l="l" t="t" r="r" b="b"/>
              <a:pathLst>
                <a:path w="4399" h="8210" extrusionOk="0">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76"/>
            <p:cNvSpPr/>
            <p:nvPr/>
          </p:nvSpPr>
          <p:spPr>
            <a:xfrm>
              <a:off x="2379933" y="3052679"/>
              <a:ext cx="86463" cy="46583"/>
            </a:xfrm>
            <a:custGeom>
              <a:avLst/>
              <a:gdLst/>
              <a:ahLst/>
              <a:cxnLst/>
              <a:rect l="l" t="t" r="r" b="b"/>
              <a:pathLst>
                <a:path w="3302" h="1779" extrusionOk="0">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76"/>
            <p:cNvSpPr/>
            <p:nvPr/>
          </p:nvSpPr>
          <p:spPr>
            <a:xfrm>
              <a:off x="2369930" y="2946368"/>
              <a:ext cx="77220" cy="44750"/>
            </a:xfrm>
            <a:custGeom>
              <a:avLst/>
              <a:gdLst/>
              <a:ahLst/>
              <a:cxnLst/>
              <a:rect l="l" t="t" r="r" b="b"/>
              <a:pathLst>
                <a:path w="2949" h="1709" extrusionOk="0">
                  <a:moveTo>
                    <a:pt x="1" y="0"/>
                  </a:moveTo>
                  <a:lnTo>
                    <a:pt x="1" y="1708"/>
                  </a:lnTo>
                  <a:lnTo>
                    <a:pt x="2949" y="1708"/>
                  </a:lnTo>
                  <a:lnTo>
                    <a:pt x="2949"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76"/>
            <p:cNvSpPr/>
            <p:nvPr/>
          </p:nvSpPr>
          <p:spPr>
            <a:xfrm>
              <a:off x="2357440" y="2882162"/>
              <a:ext cx="102200" cy="67976"/>
            </a:xfrm>
            <a:custGeom>
              <a:avLst/>
              <a:gdLst/>
              <a:ahLst/>
              <a:cxnLst/>
              <a:rect l="l" t="t" r="r" b="b"/>
              <a:pathLst>
                <a:path w="3903" h="2596" extrusionOk="0">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76"/>
            <p:cNvSpPr/>
            <p:nvPr/>
          </p:nvSpPr>
          <p:spPr>
            <a:xfrm>
              <a:off x="2379671" y="3062787"/>
              <a:ext cx="29013" cy="60959"/>
            </a:xfrm>
            <a:custGeom>
              <a:avLst/>
              <a:gdLst/>
              <a:ahLst/>
              <a:cxnLst/>
              <a:rect l="l" t="t" r="r" b="b"/>
              <a:pathLst>
                <a:path w="1108" h="2328" extrusionOk="0">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76"/>
            <p:cNvSpPr/>
            <p:nvPr/>
          </p:nvSpPr>
          <p:spPr>
            <a:xfrm>
              <a:off x="2379671" y="3062787"/>
              <a:ext cx="16758" cy="60723"/>
            </a:xfrm>
            <a:custGeom>
              <a:avLst/>
              <a:gdLst/>
              <a:ahLst/>
              <a:cxnLst/>
              <a:rect l="l" t="t" r="r" b="b"/>
              <a:pathLst>
                <a:path w="640" h="2319" extrusionOk="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76"/>
            <p:cNvSpPr/>
            <p:nvPr/>
          </p:nvSpPr>
          <p:spPr>
            <a:xfrm>
              <a:off x="2408658" y="3066034"/>
              <a:ext cx="29013" cy="57712"/>
            </a:xfrm>
            <a:custGeom>
              <a:avLst/>
              <a:gdLst/>
              <a:ahLst/>
              <a:cxnLst/>
              <a:rect l="l" t="t" r="r" b="b"/>
              <a:pathLst>
                <a:path w="1108" h="2204" extrusionOk="0">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76"/>
            <p:cNvSpPr/>
            <p:nvPr/>
          </p:nvSpPr>
          <p:spPr>
            <a:xfrm>
              <a:off x="2408658" y="3066034"/>
              <a:ext cx="17020" cy="57712"/>
            </a:xfrm>
            <a:custGeom>
              <a:avLst/>
              <a:gdLst/>
              <a:ahLst/>
              <a:cxnLst/>
              <a:rect l="l" t="t" r="r" b="b"/>
              <a:pathLst>
                <a:path w="650" h="2204" extrusionOk="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76"/>
            <p:cNvSpPr/>
            <p:nvPr/>
          </p:nvSpPr>
          <p:spPr>
            <a:xfrm>
              <a:off x="2437383" y="3072030"/>
              <a:ext cx="28751" cy="51715"/>
            </a:xfrm>
            <a:custGeom>
              <a:avLst/>
              <a:gdLst/>
              <a:ahLst/>
              <a:cxnLst/>
              <a:rect l="l" t="t" r="r" b="b"/>
              <a:pathLst>
                <a:path w="1098" h="1975" extrusionOk="0">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76"/>
            <p:cNvSpPr/>
            <p:nvPr/>
          </p:nvSpPr>
          <p:spPr>
            <a:xfrm>
              <a:off x="2437383" y="3072266"/>
              <a:ext cx="17020" cy="51480"/>
            </a:xfrm>
            <a:custGeom>
              <a:avLst/>
              <a:gdLst/>
              <a:ahLst/>
              <a:cxnLst/>
              <a:rect l="l" t="t" r="r" b="b"/>
              <a:pathLst>
                <a:path w="650" h="1966" extrusionOk="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0" name="Google Shape;12590;p76"/>
            <p:cNvSpPr/>
            <p:nvPr/>
          </p:nvSpPr>
          <p:spPr>
            <a:xfrm>
              <a:off x="2357440" y="2944614"/>
              <a:ext cx="102462" cy="28751"/>
            </a:xfrm>
            <a:custGeom>
              <a:avLst/>
              <a:gdLst/>
              <a:ahLst/>
              <a:cxnLst/>
              <a:rect l="l" t="t" r="r" b="b"/>
              <a:pathLst>
                <a:path w="3913" h="1098" extrusionOk="0">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76"/>
            <p:cNvSpPr/>
            <p:nvPr/>
          </p:nvSpPr>
          <p:spPr>
            <a:xfrm>
              <a:off x="2350946" y="3028301"/>
              <a:ext cx="76722" cy="58969"/>
            </a:xfrm>
            <a:custGeom>
              <a:avLst/>
              <a:gdLst/>
              <a:ahLst/>
              <a:cxnLst/>
              <a:rect l="l" t="t" r="r" b="b"/>
              <a:pathLst>
                <a:path w="2930" h="2252" extrusionOk="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76"/>
            <p:cNvSpPr/>
            <p:nvPr/>
          </p:nvSpPr>
          <p:spPr>
            <a:xfrm>
              <a:off x="2350946" y="3038539"/>
              <a:ext cx="66719" cy="38754"/>
            </a:xfrm>
            <a:custGeom>
              <a:avLst/>
              <a:gdLst/>
              <a:ahLst/>
              <a:cxnLst/>
              <a:rect l="l" t="t" r="r" b="b"/>
              <a:pathLst>
                <a:path w="2548" h="1480" extrusionOk="0">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76"/>
            <p:cNvSpPr/>
            <p:nvPr/>
          </p:nvSpPr>
          <p:spPr>
            <a:xfrm>
              <a:off x="2282499" y="3193921"/>
              <a:ext cx="166641" cy="54988"/>
            </a:xfrm>
            <a:custGeom>
              <a:avLst/>
              <a:gdLst/>
              <a:ahLst/>
              <a:cxnLst/>
              <a:rect l="l" t="t" r="r" b="b"/>
              <a:pathLst>
                <a:path w="6364" h="2100" extrusionOk="0">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76"/>
            <p:cNvSpPr/>
            <p:nvPr/>
          </p:nvSpPr>
          <p:spPr>
            <a:xfrm>
              <a:off x="2306248" y="3178681"/>
              <a:ext cx="119665" cy="30506"/>
            </a:xfrm>
            <a:custGeom>
              <a:avLst/>
              <a:gdLst/>
              <a:ahLst/>
              <a:cxnLst/>
              <a:rect l="l" t="t" r="r" b="b"/>
              <a:pathLst>
                <a:path w="4570" h="1165" extrusionOk="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76"/>
            <p:cNvSpPr/>
            <p:nvPr/>
          </p:nvSpPr>
          <p:spPr>
            <a:xfrm>
              <a:off x="2322719" y="3108296"/>
              <a:ext cx="11024" cy="59178"/>
            </a:xfrm>
            <a:custGeom>
              <a:avLst/>
              <a:gdLst/>
              <a:ahLst/>
              <a:cxnLst/>
              <a:rect l="l" t="t" r="r" b="b"/>
              <a:pathLst>
                <a:path w="421" h="2260" extrusionOk="0">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76"/>
            <p:cNvSpPr/>
            <p:nvPr/>
          </p:nvSpPr>
          <p:spPr>
            <a:xfrm>
              <a:off x="2264928" y="3128668"/>
              <a:ext cx="48573" cy="44803"/>
            </a:xfrm>
            <a:custGeom>
              <a:avLst/>
              <a:gdLst/>
              <a:ahLst/>
              <a:cxnLst/>
              <a:rect l="l" t="t" r="r" b="b"/>
              <a:pathLst>
                <a:path w="1855" h="1711" extrusionOk="0">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76"/>
            <p:cNvSpPr/>
            <p:nvPr/>
          </p:nvSpPr>
          <p:spPr>
            <a:xfrm>
              <a:off x="2233795" y="3181928"/>
              <a:ext cx="62713" cy="11024"/>
            </a:xfrm>
            <a:custGeom>
              <a:avLst/>
              <a:gdLst/>
              <a:ahLst/>
              <a:cxnLst/>
              <a:rect l="l" t="t" r="r" b="b"/>
              <a:pathLst>
                <a:path w="2395" h="421" extrusionOk="0">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8" name="Google Shape;12598;p76"/>
          <p:cNvGrpSpPr/>
          <p:nvPr/>
        </p:nvGrpSpPr>
        <p:grpSpPr>
          <a:xfrm>
            <a:off x="3523772" y="3404422"/>
            <a:ext cx="362008" cy="244175"/>
            <a:chOff x="3523772" y="3404422"/>
            <a:chExt cx="362008" cy="244175"/>
          </a:xfrm>
        </p:grpSpPr>
        <p:sp>
          <p:nvSpPr>
            <p:cNvPr id="12599" name="Google Shape;12599;p76"/>
            <p:cNvSpPr/>
            <p:nvPr/>
          </p:nvSpPr>
          <p:spPr>
            <a:xfrm>
              <a:off x="3566244" y="3404579"/>
              <a:ext cx="122677" cy="233256"/>
            </a:xfrm>
            <a:custGeom>
              <a:avLst/>
              <a:gdLst/>
              <a:ahLst/>
              <a:cxnLst/>
              <a:rect l="l" t="t" r="r" b="b"/>
              <a:pathLst>
                <a:path w="4685" h="8908" extrusionOk="0">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76"/>
            <p:cNvSpPr/>
            <p:nvPr/>
          </p:nvSpPr>
          <p:spPr>
            <a:xfrm>
              <a:off x="3566244" y="3511179"/>
              <a:ext cx="78476" cy="126657"/>
            </a:xfrm>
            <a:custGeom>
              <a:avLst/>
              <a:gdLst/>
              <a:ahLst/>
              <a:cxnLst/>
              <a:rect l="l" t="t" r="r" b="b"/>
              <a:pathLst>
                <a:path w="2997" h="4837" extrusionOk="0">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76"/>
            <p:cNvSpPr/>
            <p:nvPr/>
          </p:nvSpPr>
          <p:spPr>
            <a:xfrm>
              <a:off x="3586852" y="3414504"/>
              <a:ext cx="11390" cy="95759"/>
            </a:xfrm>
            <a:custGeom>
              <a:avLst/>
              <a:gdLst/>
              <a:ahLst/>
              <a:cxnLst/>
              <a:rect l="l" t="t" r="r" b="b"/>
              <a:pathLst>
                <a:path w="435" h="3657" extrusionOk="0">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76"/>
            <p:cNvSpPr/>
            <p:nvPr/>
          </p:nvSpPr>
          <p:spPr>
            <a:xfrm>
              <a:off x="3622202" y="3405758"/>
              <a:ext cx="11521" cy="103928"/>
            </a:xfrm>
            <a:custGeom>
              <a:avLst/>
              <a:gdLst/>
              <a:ahLst/>
              <a:cxnLst/>
              <a:rect l="l" t="t" r="r" b="b"/>
              <a:pathLst>
                <a:path w="440" h="3969" extrusionOk="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76"/>
            <p:cNvSpPr/>
            <p:nvPr/>
          </p:nvSpPr>
          <p:spPr>
            <a:xfrm>
              <a:off x="3654174" y="3420002"/>
              <a:ext cx="11024" cy="89317"/>
            </a:xfrm>
            <a:custGeom>
              <a:avLst/>
              <a:gdLst/>
              <a:ahLst/>
              <a:cxnLst/>
              <a:rect l="l" t="t" r="r" b="b"/>
              <a:pathLst>
                <a:path w="421" h="3411" extrusionOk="0">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4" name="Google Shape;12604;p76"/>
            <p:cNvSpPr/>
            <p:nvPr/>
          </p:nvSpPr>
          <p:spPr>
            <a:xfrm>
              <a:off x="3523772" y="3493320"/>
              <a:ext cx="90469" cy="144515"/>
            </a:xfrm>
            <a:custGeom>
              <a:avLst/>
              <a:gdLst/>
              <a:ahLst/>
              <a:cxnLst/>
              <a:rect l="l" t="t" r="r" b="b"/>
              <a:pathLst>
                <a:path w="3455" h="5519" extrusionOk="0">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5" name="Google Shape;12605;p76"/>
            <p:cNvSpPr/>
            <p:nvPr/>
          </p:nvSpPr>
          <p:spPr>
            <a:xfrm>
              <a:off x="3557263" y="3624324"/>
              <a:ext cx="140404" cy="24273"/>
            </a:xfrm>
            <a:custGeom>
              <a:avLst/>
              <a:gdLst/>
              <a:ahLst/>
              <a:cxnLst/>
              <a:rect l="l" t="t" r="r" b="b"/>
              <a:pathLst>
                <a:path w="5362" h="927" extrusionOk="0">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76"/>
            <p:cNvSpPr/>
            <p:nvPr/>
          </p:nvSpPr>
          <p:spPr>
            <a:xfrm>
              <a:off x="3720631" y="3404422"/>
              <a:ext cx="122677" cy="233413"/>
            </a:xfrm>
            <a:custGeom>
              <a:avLst/>
              <a:gdLst/>
              <a:ahLst/>
              <a:cxnLst/>
              <a:rect l="l" t="t" r="r" b="b"/>
              <a:pathLst>
                <a:path w="4685" h="8914" extrusionOk="0">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76"/>
            <p:cNvSpPr/>
            <p:nvPr/>
          </p:nvSpPr>
          <p:spPr>
            <a:xfrm>
              <a:off x="3764831" y="3511179"/>
              <a:ext cx="78476" cy="126657"/>
            </a:xfrm>
            <a:custGeom>
              <a:avLst/>
              <a:gdLst/>
              <a:ahLst/>
              <a:cxnLst/>
              <a:rect l="l" t="t" r="r" b="b"/>
              <a:pathLst>
                <a:path w="2997" h="4837" extrusionOk="0">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76"/>
            <p:cNvSpPr/>
            <p:nvPr/>
          </p:nvSpPr>
          <p:spPr>
            <a:xfrm>
              <a:off x="3811546" y="3414504"/>
              <a:ext cx="10762" cy="94764"/>
            </a:xfrm>
            <a:custGeom>
              <a:avLst/>
              <a:gdLst/>
              <a:ahLst/>
              <a:cxnLst/>
              <a:rect l="l" t="t" r="r" b="b"/>
              <a:pathLst>
                <a:path w="411" h="3619" extrusionOk="0">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76"/>
            <p:cNvSpPr/>
            <p:nvPr/>
          </p:nvSpPr>
          <p:spPr>
            <a:xfrm>
              <a:off x="3776091" y="3472372"/>
              <a:ext cx="11260" cy="37340"/>
            </a:xfrm>
            <a:custGeom>
              <a:avLst/>
              <a:gdLst/>
              <a:ahLst/>
              <a:cxnLst/>
              <a:rect l="l" t="t" r="r" b="b"/>
              <a:pathLst>
                <a:path w="430" h="1426" extrusionOk="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76"/>
            <p:cNvSpPr/>
            <p:nvPr/>
          </p:nvSpPr>
          <p:spPr>
            <a:xfrm>
              <a:off x="3744355" y="3420238"/>
              <a:ext cx="10762" cy="89265"/>
            </a:xfrm>
            <a:custGeom>
              <a:avLst/>
              <a:gdLst/>
              <a:ahLst/>
              <a:cxnLst/>
              <a:rect l="l" t="t" r="r" b="b"/>
              <a:pathLst>
                <a:path w="411" h="3409" extrusionOk="0">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76"/>
            <p:cNvSpPr/>
            <p:nvPr/>
          </p:nvSpPr>
          <p:spPr>
            <a:xfrm>
              <a:off x="3795311" y="3493320"/>
              <a:ext cx="90469" cy="144515"/>
            </a:xfrm>
            <a:custGeom>
              <a:avLst/>
              <a:gdLst/>
              <a:ahLst/>
              <a:cxnLst/>
              <a:rect l="l" t="t" r="r" b="b"/>
              <a:pathLst>
                <a:path w="3455" h="5519" extrusionOk="0">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76"/>
            <p:cNvSpPr/>
            <p:nvPr/>
          </p:nvSpPr>
          <p:spPr>
            <a:xfrm>
              <a:off x="3711624" y="3624324"/>
              <a:ext cx="140666" cy="24273"/>
            </a:xfrm>
            <a:custGeom>
              <a:avLst/>
              <a:gdLst/>
              <a:ahLst/>
              <a:cxnLst/>
              <a:rect l="l" t="t" r="r" b="b"/>
              <a:pathLst>
                <a:path w="5372" h="927" extrusionOk="0">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76"/>
            <p:cNvSpPr/>
            <p:nvPr/>
          </p:nvSpPr>
          <p:spPr>
            <a:xfrm>
              <a:off x="3776327" y="3405758"/>
              <a:ext cx="10762" cy="56795"/>
            </a:xfrm>
            <a:custGeom>
              <a:avLst/>
              <a:gdLst/>
              <a:ahLst/>
              <a:cxnLst/>
              <a:rect l="l" t="t" r="r" b="b"/>
              <a:pathLst>
                <a:path w="411" h="2169" extrusionOk="0">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4" name="Google Shape;12614;p76"/>
          <p:cNvGrpSpPr/>
          <p:nvPr/>
        </p:nvGrpSpPr>
        <p:grpSpPr>
          <a:xfrm>
            <a:off x="3531026" y="1977314"/>
            <a:ext cx="359232" cy="327836"/>
            <a:chOff x="3531026" y="1977314"/>
            <a:chExt cx="359232" cy="327836"/>
          </a:xfrm>
        </p:grpSpPr>
        <p:sp>
          <p:nvSpPr>
            <p:cNvPr id="12615" name="Google Shape;12615;p76"/>
            <p:cNvSpPr/>
            <p:nvPr/>
          </p:nvSpPr>
          <p:spPr>
            <a:xfrm>
              <a:off x="3668156" y="1977314"/>
              <a:ext cx="96806" cy="92590"/>
            </a:xfrm>
            <a:custGeom>
              <a:avLst/>
              <a:gdLst/>
              <a:ahLst/>
              <a:cxnLst/>
              <a:rect l="l" t="t" r="r" b="b"/>
              <a:pathLst>
                <a:path w="3697" h="3536" extrusionOk="0">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76"/>
            <p:cNvSpPr/>
            <p:nvPr/>
          </p:nvSpPr>
          <p:spPr>
            <a:xfrm>
              <a:off x="3692901" y="2005960"/>
              <a:ext cx="40744" cy="35140"/>
            </a:xfrm>
            <a:custGeom>
              <a:avLst/>
              <a:gdLst/>
              <a:ahLst/>
              <a:cxnLst/>
              <a:rect l="l" t="t" r="r" b="b"/>
              <a:pathLst>
                <a:path w="1556" h="1342" extrusionOk="0">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76"/>
            <p:cNvSpPr/>
            <p:nvPr/>
          </p:nvSpPr>
          <p:spPr>
            <a:xfrm>
              <a:off x="3531026" y="2088286"/>
              <a:ext cx="276068" cy="216864"/>
            </a:xfrm>
            <a:custGeom>
              <a:avLst/>
              <a:gdLst/>
              <a:ahLst/>
              <a:cxnLst/>
              <a:rect l="l" t="t" r="r" b="b"/>
              <a:pathLst>
                <a:path w="10543" h="8282" extrusionOk="0">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76"/>
            <p:cNvSpPr/>
            <p:nvPr/>
          </p:nvSpPr>
          <p:spPr>
            <a:xfrm>
              <a:off x="3743360" y="2124264"/>
              <a:ext cx="63472" cy="51742"/>
            </a:xfrm>
            <a:custGeom>
              <a:avLst/>
              <a:gdLst/>
              <a:ahLst/>
              <a:cxnLst/>
              <a:rect l="l" t="t" r="r" b="b"/>
              <a:pathLst>
                <a:path w="2424" h="1976" extrusionOk="0">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76"/>
            <p:cNvSpPr/>
            <p:nvPr/>
          </p:nvSpPr>
          <p:spPr>
            <a:xfrm>
              <a:off x="3531026" y="2193471"/>
              <a:ext cx="276068" cy="111443"/>
            </a:xfrm>
            <a:custGeom>
              <a:avLst/>
              <a:gdLst/>
              <a:ahLst/>
              <a:cxnLst/>
              <a:rect l="l" t="t" r="r" b="b"/>
              <a:pathLst>
                <a:path w="10543" h="4256" extrusionOk="0">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76"/>
            <p:cNvSpPr/>
            <p:nvPr/>
          </p:nvSpPr>
          <p:spPr>
            <a:xfrm>
              <a:off x="3531785" y="2179462"/>
              <a:ext cx="298535" cy="125688"/>
            </a:xfrm>
            <a:custGeom>
              <a:avLst/>
              <a:gdLst/>
              <a:ahLst/>
              <a:cxnLst/>
              <a:rect l="l" t="t" r="r" b="b"/>
              <a:pathLst>
                <a:path w="11401" h="4800" extrusionOk="0">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1" name="Google Shape;12621;p76"/>
            <p:cNvSpPr/>
            <p:nvPr/>
          </p:nvSpPr>
          <p:spPr>
            <a:xfrm>
              <a:off x="3531785" y="2282893"/>
              <a:ext cx="279551" cy="22257"/>
            </a:xfrm>
            <a:custGeom>
              <a:avLst/>
              <a:gdLst/>
              <a:ahLst/>
              <a:cxnLst/>
              <a:rect l="l" t="t" r="r" b="b"/>
              <a:pathLst>
                <a:path w="10676" h="850" extrusionOk="0">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2" name="Google Shape;12622;p76"/>
            <p:cNvSpPr/>
            <p:nvPr/>
          </p:nvSpPr>
          <p:spPr>
            <a:xfrm>
              <a:off x="3740846" y="2015596"/>
              <a:ext cx="149412" cy="149176"/>
            </a:xfrm>
            <a:custGeom>
              <a:avLst/>
              <a:gdLst/>
              <a:ahLst/>
              <a:cxnLst/>
              <a:rect l="l" t="t" r="r" b="b"/>
              <a:pathLst>
                <a:path w="5706" h="5697" extrusionOk="0">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76"/>
            <p:cNvSpPr/>
            <p:nvPr/>
          </p:nvSpPr>
          <p:spPr>
            <a:xfrm>
              <a:off x="3789576" y="2070532"/>
              <a:ext cx="45221" cy="38780"/>
            </a:xfrm>
            <a:custGeom>
              <a:avLst/>
              <a:gdLst/>
              <a:ahLst/>
              <a:cxnLst/>
              <a:rect l="l" t="t" r="r" b="b"/>
              <a:pathLst>
                <a:path w="1727" h="1481" extrusionOk="0">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76"/>
            <p:cNvSpPr/>
            <p:nvPr/>
          </p:nvSpPr>
          <p:spPr>
            <a:xfrm>
              <a:off x="3531026" y="2088286"/>
              <a:ext cx="111679" cy="36004"/>
            </a:xfrm>
            <a:custGeom>
              <a:avLst/>
              <a:gdLst/>
              <a:ahLst/>
              <a:cxnLst/>
              <a:rect l="l" t="t" r="r" b="b"/>
              <a:pathLst>
                <a:path w="4265" h="1375" extrusionOk="0">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5" name="Google Shape;12625;p76"/>
          <p:cNvGrpSpPr/>
          <p:nvPr/>
        </p:nvGrpSpPr>
        <p:grpSpPr>
          <a:xfrm>
            <a:off x="3123351" y="1500275"/>
            <a:ext cx="296781" cy="359232"/>
            <a:chOff x="3123351" y="1500275"/>
            <a:chExt cx="296781" cy="359232"/>
          </a:xfrm>
        </p:grpSpPr>
        <p:sp>
          <p:nvSpPr>
            <p:cNvPr id="12626" name="Google Shape;12626;p76"/>
            <p:cNvSpPr/>
            <p:nvPr/>
          </p:nvSpPr>
          <p:spPr>
            <a:xfrm>
              <a:off x="3123351" y="1562700"/>
              <a:ext cx="296781" cy="296545"/>
            </a:xfrm>
            <a:custGeom>
              <a:avLst/>
              <a:gdLst/>
              <a:ahLst/>
              <a:cxnLst/>
              <a:rect l="l" t="t" r="r" b="b"/>
              <a:pathLst>
                <a:path w="11334" h="11325" extrusionOk="0">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76"/>
            <p:cNvSpPr/>
            <p:nvPr/>
          </p:nvSpPr>
          <p:spPr>
            <a:xfrm>
              <a:off x="3276979" y="1562465"/>
              <a:ext cx="99189" cy="33569"/>
            </a:xfrm>
            <a:custGeom>
              <a:avLst/>
              <a:gdLst/>
              <a:ahLst/>
              <a:cxnLst/>
              <a:rect l="l" t="t" r="r" b="b"/>
              <a:pathLst>
                <a:path w="3788" h="1282" extrusionOk="0">
                  <a:moveTo>
                    <a:pt x="0" y="0"/>
                  </a:moveTo>
                  <a:cubicBezTo>
                    <a:pt x="344" y="854"/>
                    <a:pt x="1119" y="1281"/>
                    <a:pt x="1894" y="1281"/>
                  </a:cubicBezTo>
                  <a:cubicBezTo>
                    <a:pt x="2669" y="1281"/>
                    <a:pt x="3444" y="854"/>
                    <a:pt x="3788"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76"/>
            <p:cNvSpPr/>
            <p:nvPr/>
          </p:nvSpPr>
          <p:spPr>
            <a:xfrm>
              <a:off x="3130081" y="1800277"/>
              <a:ext cx="75963" cy="59230"/>
            </a:xfrm>
            <a:custGeom>
              <a:avLst/>
              <a:gdLst/>
              <a:ahLst/>
              <a:cxnLst/>
              <a:rect l="l" t="t" r="r" b="b"/>
              <a:pathLst>
                <a:path w="2901" h="2262" extrusionOk="0">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76"/>
            <p:cNvSpPr/>
            <p:nvPr/>
          </p:nvSpPr>
          <p:spPr>
            <a:xfrm>
              <a:off x="3170799" y="1562465"/>
              <a:ext cx="249334" cy="296781"/>
            </a:xfrm>
            <a:custGeom>
              <a:avLst/>
              <a:gdLst/>
              <a:ahLst/>
              <a:cxnLst/>
              <a:rect l="l" t="t" r="r" b="b"/>
              <a:pathLst>
                <a:path w="9522" h="11334" extrusionOk="0">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76"/>
            <p:cNvSpPr/>
            <p:nvPr/>
          </p:nvSpPr>
          <p:spPr>
            <a:xfrm>
              <a:off x="3123351" y="1793285"/>
              <a:ext cx="64206" cy="66222"/>
            </a:xfrm>
            <a:custGeom>
              <a:avLst/>
              <a:gdLst/>
              <a:ahLst/>
              <a:cxnLst/>
              <a:rect l="l" t="t" r="r" b="b"/>
              <a:pathLst>
                <a:path w="2452" h="2529" extrusionOk="0">
                  <a:moveTo>
                    <a:pt x="0" y="0"/>
                  </a:moveTo>
                  <a:lnTo>
                    <a:pt x="2452" y="2528"/>
                  </a:lnTo>
                  <a:lnTo>
                    <a:pt x="2452" y="220"/>
                  </a:lnTo>
                  <a:cubicBezTo>
                    <a:pt x="2452" y="96"/>
                    <a:pt x="2347" y="0"/>
                    <a:pt x="222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76"/>
            <p:cNvSpPr/>
            <p:nvPr/>
          </p:nvSpPr>
          <p:spPr>
            <a:xfrm>
              <a:off x="3251998" y="1787787"/>
              <a:ext cx="131658" cy="11024"/>
            </a:xfrm>
            <a:custGeom>
              <a:avLst/>
              <a:gdLst/>
              <a:ahLst/>
              <a:cxnLst/>
              <a:rect l="l" t="t" r="r" b="b"/>
              <a:pathLst>
                <a:path w="5028" h="421" extrusionOk="0">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76"/>
            <p:cNvSpPr/>
            <p:nvPr/>
          </p:nvSpPr>
          <p:spPr>
            <a:xfrm>
              <a:off x="3259304" y="1537432"/>
              <a:ext cx="74234" cy="70516"/>
            </a:xfrm>
            <a:custGeom>
              <a:avLst/>
              <a:gdLst/>
              <a:ahLst/>
              <a:cxnLst/>
              <a:rect l="l" t="t" r="r" b="b"/>
              <a:pathLst>
                <a:path w="2835" h="2693" extrusionOk="0">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76"/>
            <p:cNvSpPr/>
            <p:nvPr/>
          </p:nvSpPr>
          <p:spPr>
            <a:xfrm>
              <a:off x="3283970" y="1500275"/>
              <a:ext cx="84944" cy="84944"/>
            </a:xfrm>
            <a:custGeom>
              <a:avLst/>
              <a:gdLst/>
              <a:ahLst/>
              <a:cxnLst/>
              <a:rect l="l" t="t" r="r" b="b"/>
              <a:pathLst>
                <a:path w="3244" h="3244" extrusionOk="0">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76"/>
            <p:cNvSpPr/>
            <p:nvPr/>
          </p:nvSpPr>
          <p:spPr>
            <a:xfrm>
              <a:off x="3185803" y="1633662"/>
              <a:ext cx="171878" cy="19743"/>
            </a:xfrm>
            <a:custGeom>
              <a:avLst/>
              <a:gdLst/>
              <a:ahLst/>
              <a:cxnLst/>
              <a:rect l="l" t="t" r="r" b="b"/>
              <a:pathLst>
                <a:path w="6564" h="754" extrusionOk="0">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76"/>
            <p:cNvSpPr/>
            <p:nvPr/>
          </p:nvSpPr>
          <p:spPr>
            <a:xfrm>
              <a:off x="3179047" y="1674851"/>
              <a:ext cx="186463" cy="10814"/>
            </a:xfrm>
            <a:custGeom>
              <a:avLst/>
              <a:gdLst/>
              <a:ahLst/>
              <a:cxnLst/>
              <a:rect l="l" t="t" r="r" b="b"/>
              <a:pathLst>
                <a:path w="7121" h="413" extrusionOk="0">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76"/>
            <p:cNvSpPr/>
            <p:nvPr/>
          </p:nvSpPr>
          <p:spPr>
            <a:xfrm>
              <a:off x="3179047" y="1701847"/>
              <a:ext cx="185390" cy="10762"/>
            </a:xfrm>
            <a:custGeom>
              <a:avLst/>
              <a:gdLst/>
              <a:ahLst/>
              <a:cxnLst/>
              <a:rect l="l" t="t" r="r" b="b"/>
              <a:pathLst>
                <a:path w="7080" h="411" extrusionOk="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7" name="Google Shape;12637;p76"/>
          <p:cNvGrpSpPr/>
          <p:nvPr/>
        </p:nvGrpSpPr>
        <p:grpSpPr>
          <a:xfrm>
            <a:off x="2659458" y="1500275"/>
            <a:ext cx="332261" cy="359232"/>
            <a:chOff x="2659458" y="1500275"/>
            <a:chExt cx="332261" cy="359232"/>
          </a:xfrm>
        </p:grpSpPr>
        <p:sp>
          <p:nvSpPr>
            <p:cNvPr id="12638" name="Google Shape;12638;p76"/>
            <p:cNvSpPr/>
            <p:nvPr/>
          </p:nvSpPr>
          <p:spPr>
            <a:xfrm>
              <a:off x="2957234" y="1800015"/>
              <a:ext cx="34486" cy="59361"/>
            </a:xfrm>
            <a:custGeom>
              <a:avLst/>
              <a:gdLst/>
              <a:ahLst/>
              <a:cxnLst/>
              <a:rect l="l" t="t" r="r" b="b"/>
              <a:pathLst>
                <a:path w="1317" h="2267" extrusionOk="0">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76"/>
            <p:cNvSpPr/>
            <p:nvPr/>
          </p:nvSpPr>
          <p:spPr>
            <a:xfrm>
              <a:off x="2974463" y="1800015"/>
              <a:ext cx="17256" cy="59492"/>
            </a:xfrm>
            <a:custGeom>
              <a:avLst/>
              <a:gdLst/>
              <a:ahLst/>
              <a:cxnLst/>
              <a:rect l="l" t="t" r="r" b="b"/>
              <a:pathLst>
                <a:path w="659" h="2272" extrusionOk="0">
                  <a:moveTo>
                    <a:pt x="0" y="1"/>
                  </a:moveTo>
                  <a:lnTo>
                    <a:pt x="0" y="2271"/>
                  </a:lnTo>
                  <a:cubicBezTo>
                    <a:pt x="201" y="2262"/>
                    <a:pt x="382" y="2109"/>
                    <a:pt x="411" y="1909"/>
                  </a:cubicBezTo>
                  <a:lnTo>
                    <a:pt x="659" y="1"/>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0" name="Google Shape;12640;p76"/>
            <p:cNvSpPr/>
            <p:nvPr/>
          </p:nvSpPr>
          <p:spPr>
            <a:xfrm>
              <a:off x="2659458" y="1500275"/>
              <a:ext cx="266066" cy="358970"/>
            </a:xfrm>
            <a:custGeom>
              <a:avLst/>
              <a:gdLst/>
              <a:ahLst/>
              <a:cxnLst/>
              <a:rect l="l" t="t" r="r" b="b"/>
              <a:pathLst>
                <a:path w="10161" h="13709" extrusionOk="0">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76"/>
            <p:cNvSpPr/>
            <p:nvPr/>
          </p:nvSpPr>
          <p:spPr>
            <a:xfrm>
              <a:off x="2659458" y="1500275"/>
              <a:ext cx="92459" cy="92197"/>
            </a:xfrm>
            <a:custGeom>
              <a:avLst/>
              <a:gdLst/>
              <a:ahLst/>
              <a:cxnLst/>
              <a:rect l="l" t="t" r="r" b="b"/>
              <a:pathLst>
                <a:path w="3531" h="3521" extrusionOk="0">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76"/>
            <p:cNvSpPr/>
            <p:nvPr/>
          </p:nvSpPr>
          <p:spPr>
            <a:xfrm>
              <a:off x="2659458" y="1500275"/>
              <a:ext cx="266066" cy="358970"/>
            </a:xfrm>
            <a:custGeom>
              <a:avLst/>
              <a:gdLst/>
              <a:ahLst/>
              <a:cxnLst/>
              <a:rect l="l" t="t" r="r" b="b"/>
              <a:pathLst>
                <a:path w="10161" h="13709" extrusionOk="0">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3" name="Google Shape;12643;p76"/>
            <p:cNvSpPr/>
            <p:nvPr/>
          </p:nvSpPr>
          <p:spPr>
            <a:xfrm>
              <a:off x="2659458" y="1500275"/>
              <a:ext cx="79471" cy="79445"/>
            </a:xfrm>
            <a:custGeom>
              <a:avLst/>
              <a:gdLst/>
              <a:ahLst/>
              <a:cxnLst/>
              <a:rect l="l" t="t" r="r" b="b"/>
              <a:pathLst>
                <a:path w="3035" h="3034" extrusionOk="0">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4" name="Google Shape;12644;p76"/>
            <p:cNvSpPr/>
            <p:nvPr/>
          </p:nvSpPr>
          <p:spPr>
            <a:xfrm>
              <a:off x="2710414" y="1744817"/>
              <a:ext cx="164154" cy="11024"/>
            </a:xfrm>
            <a:custGeom>
              <a:avLst/>
              <a:gdLst/>
              <a:ahLst/>
              <a:cxnLst/>
              <a:rect l="l" t="t" r="r" b="b"/>
              <a:pathLst>
                <a:path w="6269" h="421" extrusionOk="0">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76"/>
            <p:cNvSpPr/>
            <p:nvPr/>
          </p:nvSpPr>
          <p:spPr>
            <a:xfrm>
              <a:off x="2785853" y="1811013"/>
              <a:ext cx="88715" cy="11024"/>
            </a:xfrm>
            <a:custGeom>
              <a:avLst/>
              <a:gdLst/>
              <a:ahLst/>
              <a:cxnLst/>
              <a:rect l="l" t="t" r="r" b="b"/>
              <a:pathLst>
                <a:path w="3388" h="421" extrusionOk="0">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76"/>
            <p:cNvSpPr/>
            <p:nvPr/>
          </p:nvSpPr>
          <p:spPr>
            <a:xfrm>
              <a:off x="2710414" y="1717349"/>
              <a:ext cx="164154" cy="10998"/>
            </a:xfrm>
            <a:custGeom>
              <a:avLst/>
              <a:gdLst/>
              <a:ahLst/>
              <a:cxnLst/>
              <a:rect l="l" t="t" r="r" b="b"/>
              <a:pathLst>
                <a:path w="6269" h="420" extrusionOk="0">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76"/>
            <p:cNvSpPr/>
            <p:nvPr/>
          </p:nvSpPr>
          <p:spPr>
            <a:xfrm>
              <a:off x="2710414" y="1689855"/>
              <a:ext cx="164154" cy="11024"/>
            </a:xfrm>
            <a:custGeom>
              <a:avLst/>
              <a:gdLst/>
              <a:ahLst/>
              <a:cxnLst/>
              <a:rect l="l" t="t" r="r" b="b"/>
              <a:pathLst>
                <a:path w="6269" h="421" extrusionOk="0">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8" name="Google Shape;12648;p76"/>
            <p:cNvSpPr/>
            <p:nvPr/>
          </p:nvSpPr>
          <p:spPr>
            <a:xfrm>
              <a:off x="2709576" y="1662360"/>
              <a:ext cx="165830" cy="11050"/>
            </a:xfrm>
            <a:custGeom>
              <a:avLst/>
              <a:gdLst/>
              <a:ahLst/>
              <a:cxnLst/>
              <a:rect l="l" t="t" r="r" b="b"/>
              <a:pathLst>
                <a:path w="6333" h="422" extrusionOk="0">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9" name="Google Shape;12649;p76"/>
            <p:cNvSpPr/>
            <p:nvPr/>
          </p:nvSpPr>
          <p:spPr>
            <a:xfrm>
              <a:off x="2774515" y="1581423"/>
              <a:ext cx="23357" cy="62242"/>
            </a:xfrm>
            <a:custGeom>
              <a:avLst/>
              <a:gdLst/>
              <a:ahLst/>
              <a:cxnLst/>
              <a:rect l="l" t="t" r="r" b="b"/>
              <a:pathLst>
                <a:path w="892" h="2377" extrusionOk="0">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76"/>
            <p:cNvSpPr/>
            <p:nvPr/>
          </p:nvSpPr>
          <p:spPr>
            <a:xfrm>
              <a:off x="2773782" y="1635364"/>
              <a:ext cx="37183" cy="10814"/>
            </a:xfrm>
            <a:custGeom>
              <a:avLst/>
              <a:gdLst/>
              <a:ahLst/>
              <a:cxnLst/>
              <a:rect l="l" t="t" r="r" b="b"/>
              <a:pathLst>
                <a:path w="1420" h="413" extrusionOk="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76"/>
            <p:cNvSpPr/>
            <p:nvPr/>
          </p:nvSpPr>
          <p:spPr>
            <a:xfrm>
              <a:off x="2777866" y="1561103"/>
              <a:ext cx="20005" cy="17125"/>
            </a:xfrm>
            <a:custGeom>
              <a:avLst/>
              <a:gdLst/>
              <a:ahLst/>
              <a:cxnLst/>
              <a:rect l="l" t="t" r="r" b="b"/>
              <a:pathLst>
                <a:path w="764" h="654" extrusionOk="0">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76"/>
            <p:cNvSpPr/>
            <p:nvPr/>
          </p:nvSpPr>
          <p:spPr>
            <a:xfrm>
              <a:off x="2957234" y="1582941"/>
              <a:ext cx="34486" cy="229852"/>
            </a:xfrm>
            <a:custGeom>
              <a:avLst/>
              <a:gdLst/>
              <a:ahLst/>
              <a:cxnLst/>
              <a:rect l="l" t="t" r="r" b="b"/>
              <a:pathLst>
                <a:path w="1317" h="8778" extrusionOk="0">
                  <a:moveTo>
                    <a:pt x="0" y="1"/>
                  </a:moveTo>
                  <a:lnTo>
                    <a:pt x="0" y="8777"/>
                  </a:lnTo>
                  <a:lnTo>
                    <a:pt x="1317" y="8777"/>
                  </a:lnTo>
                  <a:lnTo>
                    <a:pt x="131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76"/>
            <p:cNvSpPr/>
            <p:nvPr/>
          </p:nvSpPr>
          <p:spPr>
            <a:xfrm>
              <a:off x="2974463" y="1582941"/>
              <a:ext cx="17256" cy="229852"/>
            </a:xfrm>
            <a:custGeom>
              <a:avLst/>
              <a:gdLst/>
              <a:ahLst/>
              <a:cxnLst/>
              <a:rect l="l" t="t" r="r" b="b"/>
              <a:pathLst>
                <a:path w="659" h="8778" extrusionOk="0">
                  <a:moveTo>
                    <a:pt x="0" y="1"/>
                  </a:moveTo>
                  <a:lnTo>
                    <a:pt x="0" y="8777"/>
                  </a:lnTo>
                  <a:lnTo>
                    <a:pt x="659" y="8777"/>
                  </a:lnTo>
                  <a:lnTo>
                    <a:pt x="65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76"/>
            <p:cNvSpPr/>
            <p:nvPr/>
          </p:nvSpPr>
          <p:spPr>
            <a:xfrm>
              <a:off x="2957234" y="1550210"/>
              <a:ext cx="34486" cy="40246"/>
            </a:xfrm>
            <a:custGeom>
              <a:avLst/>
              <a:gdLst/>
              <a:ahLst/>
              <a:cxnLst/>
              <a:rect l="l" t="t" r="r" b="b"/>
              <a:pathLst>
                <a:path w="1317" h="1537" extrusionOk="0">
                  <a:moveTo>
                    <a:pt x="0" y="1"/>
                  </a:moveTo>
                  <a:lnTo>
                    <a:pt x="0" y="1537"/>
                  </a:lnTo>
                  <a:lnTo>
                    <a:pt x="1317" y="1537"/>
                  </a:lnTo>
                  <a:lnTo>
                    <a:pt x="1317"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76"/>
            <p:cNvSpPr/>
            <p:nvPr/>
          </p:nvSpPr>
          <p:spPr>
            <a:xfrm>
              <a:off x="2974463" y="1550210"/>
              <a:ext cx="17256" cy="40246"/>
            </a:xfrm>
            <a:custGeom>
              <a:avLst/>
              <a:gdLst/>
              <a:ahLst/>
              <a:cxnLst/>
              <a:rect l="l" t="t" r="r" b="b"/>
              <a:pathLst>
                <a:path w="659" h="1537" extrusionOk="0">
                  <a:moveTo>
                    <a:pt x="0" y="1"/>
                  </a:moveTo>
                  <a:lnTo>
                    <a:pt x="0" y="1537"/>
                  </a:lnTo>
                  <a:lnTo>
                    <a:pt x="659" y="1537"/>
                  </a:lnTo>
                  <a:lnTo>
                    <a:pt x="659"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76"/>
            <p:cNvSpPr/>
            <p:nvPr/>
          </p:nvSpPr>
          <p:spPr>
            <a:xfrm>
              <a:off x="2957234" y="1500275"/>
              <a:ext cx="34486" cy="49961"/>
            </a:xfrm>
            <a:custGeom>
              <a:avLst/>
              <a:gdLst/>
              <a:ahLst/>
              <a:cxnLst/>
              <a:rect l="l" t="t" r="r" b="b"/>
              <a:pathLst>
                <a:path w="1317" h="1908" extrusionOk="0">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76"/>
            <p:cNvSpPr/>
            <p:nvPr/>
          </p:nvSpPr>
          <p:spPr>
            <a:xfrm>
              <a:off x="2974463" y="1500275"/>
              <a:ext cx="17256" cy="49961"/>
            </a:xfrm>
            <a:custGeom>
              <a:avLst/>
              <a:gdLst/>
              <a:ahLst/>
              <a:cxnLst/>
              <a:rect l="l" t="t" r="r" b="b"/>
              <a:pathLst>
                <a:path w="659" h="1908" extrusionOk="0">
                  <a:moveTo>
                    <a:pt x="0" y="0"/>
                  </a:moveTo>
                  <a:lnTo>
                    <a:pt x="0" y="1908"/>
                  </a:lnTo>
                  <a:lnTo>
                    <a:pt x="659" y="1908"/>
                  </a:lnTo>
                  <a:lnTo>
                    <a:pt x="659" y="658"/>
                  </a:lnTo>
                  <a:cubicBezTo>
                    <a:pt x="659" y="296"/>
                    <a:pt x="363"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58" name="Google Shape;12658;p76"/>
          <p:cNvGrpSpPr/>
          <p:nvPr/>
        </p:nvGrpSpPr>
        <p:grpSpPr>
          <a:xfrm>
            <a:off x="1750184" y="2413530"/>
            <a:ext cx="359730" cy="359441"/>
            <a:chOff x="1750184" y="2413530"/>
            <a:chExt cx="359730" cy="359441"/>
          </a:xfrm>
        </p:grpSpPr>
        <p:sp>
          <p:nvSpPr>
            <p:cNvPr id="12659" name="Google Shape;12659;p76"/>
            <p:cNvSpPr/>
            <p:nvPr/>
          </p:nvSpPr>
          <p:spPr>
            <a:xfrm>
              <a:off x="1867074" y="2496981"/>
              <a:ext cx="58000" cy="64965"/>
            </a:xfrm>
            <a:custGeom>
              <a:avLst/>
              <a:gdLst/>
              <a:ahLst/>
              <a:cxnLst/>
              <a:rect l="l" t="t" r="r" b="b"/>
              <a:pathLst>
                <a:path w="2215" h="2481" extrusionOk="0">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76"/>
            <p:cNvSpPr/>
            <p:nvPr/>
          </p:nvSpPr>
          <p:spPr>
            <a:xfrm>
              <a:off x="1824863" y="2413530"/>
              <a:ext cx="285050" cy="285312"/>
            </a:xfrm>
            <a:custGeom>
              <a:avLst/>
              <a:gdLst/>
              <a:ahLst/>
              <a:cxnLst/>
              <a:rect l="l" t="t" r="r" b="b"/>
              <a:pathLst>
                <a:path w="10886" h="10896" extrusionOk="0">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76"/>
            <p:cNvSpPr/>
            <p:nvPr/>
          </p:nvSpPr>
          <p:spPr>
            <a:xfrm>
              <a:off x="1893808" y="2482737"/>
              <a:ext cx="147160" cy="146898"/>
            </a:xfrm>
            <a:custGeom>
              <a:avLst/>
              <a:gdLst/>
              <a:ahLst/>
              <a:cxnLst/>
              <a:rect l="l" t="t" r="r" b="b"/>
              <a:pathLst>
                <a:path w="5620" h="5610" extrusionOk="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76"/>
            <p:cNvSpPr/>
            <p:nvPr/>
          </p:nvSpPr>
          <p:spPr>
            <a:xfrm>
              <a:off x="1787654" y="2492294"/>
              <a:ext cx="245065" cy="246767"/>
            </a:xfrm>
            <a:custGeom>
              <a:avLst/>
              <a:gdLst/>
              <a:ahLst/>
              <a:cxnLst/>
              <a:rect l="l" t="t" r="r" b="b"/>
              <a:pathLst>
                <a:path w="9359" h="9424" extrusionOk="0">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76"/>
            <p:cNvSpPr/>
            <p:nvPr/>
          </p:nvSpPr>
          <p:spPr>
            <a:xfrm>
              <a:off x="1806141" y="2613871"/>
              <a:ext cx="106442" cy="106442"/>
            </a:xfrm>
            <a:custGeom>
              <a:avLst/>
              <a:gdLst/>
              <a:ahLst/>
              <a:cxnLst/>
              <a:rect l="l" t="t" r="r" b="b"/>
              <a:pathLst>
                <a:path w="4065" h="4065" extrusionOk="0">
                  <a:moveTo>
                    <a:pt x="1746" y="1"/>
                  </a:moveTo>
                  <a:lnTo>
                    <a:pt x="0" y="1747"/>
                  </a:lnTo>
                  <a:lnTo>
                    <a:pt x="2318" y="4065"/>
                  </a:lnTo>
                  <a:lnTo>
                    <a:pt x="4064" y="2310"/>
                  </a:lnTo>
                  <a:lnTo>
                    <a:pt x="1746"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76"/>
            <p:cNvSpPr/>
            <p:nvPr/>
          </p:nvSpPr>
          <p:spPr>
            <a:xfrm>
              <a:off x="1923790" y="2515075"/>
              <a:ext cx="52972" cy="46321"/>
            </a:xfrm>
            <a:custGeom>
              <a:avLst/>
              <a:gdLst/>
              <a:ahLst/>
              <a:cxnLst/>
              <a:rect l="l" t="t" r="r" b="b"/>
              <a:pathLst>
                <a:path w="2023" h="1769" extrusionOk="0">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76"/>
            <p:cNvSpPr/>
            <p:nvPr/>
          </p:nvSpPr>
          <p:spPr>
            <a:xfrm>
              <a:off x="1944215" y="2537882"/>
              <a:ext cx="55277" cy="46766"/>
            </a:xfrm>
            <a:custGeom>
              <a:avLst/>
              <a:gdLst/>
              <a:ahLst/>
              <a:cxnLst/>
              <a:rect l="l" t="t" r="r" b="b"/>
              <a:pathLst>
                <a:path w="2111" h="1786" extrusionOk="0">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76"/>
            <p:cNvSpPr/>
            <p:nvPr/>
          </p:nvSpPr>
          <p:spPr>
            <a:xfrm>
              <a:off x="1968252" y="2560611"/>
              <a:ext cx="53993" cy="46243"/>
            </a:xfrm>
            <a:custGeom>
              <a:avLst/>
              <a:gdLst/>
              <a:ahLst/>
              <a:cxnLst/>
              <a:rect l="l" t="t" r="r" b="b"/>
              <a:pathLst>
                <a:path w="2062" h="1766" extrusionOk="0">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76"/>
            <p:cNvSpPr/>
            <p:nvPr/>
          </p:nvSpPr>
          <p:spPr>
            <a:xfrm>
              <a:off x="1792630" y="2614945"/>
              <a:ext cx="116707" cy="115869"/>
            </a:xfrm>
            <a:custGeom>
              <a:avLst/>
              <a:gdLst/>
              <a:ahLst/>
              <a:cxnLst/>
              <a:rect l="l" t="t" r="r" b="b"/>
              <a:pathLst>
                <a:path w="4457" h="4425" extrusionOk="0">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76"/>
            <p:cNvSpPr/>
            <p:nvPr/>
          </p:nvSpPr>
          <p:spPr>
            <a:xfrm>
              <a:off x="1750184" y="2637621"/>
              <a:ext cx="135900" cy="135350"/>
            </a:xfrm>
            <a:custGeom>
              <a:avLst/>
              <a:gdLst/>
              <a:ahLst/>
              <a:cxnLst/>
              <a:rect l="l" t="t" r="r" b="b"/>
              <a:pathLst>
                <a:path w="5190" h="5169" extrusionOk="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76"/>
            <p:cNvSpPr/>
            <p:nvPr/>
          </p:nvSpPr>
          <p:spPr>
            <a:xfrm>
              <a:off x="1750184" y="2665586"/>
              <a:ext cx="107673" cy="107385"/>
            </a:xfrm>
            <a:custGeom>
              <a:avLst/>
              <a:gdLst/>
              <a:ahLst/>
              <a:cxnLst/>
              <a:rect l="l" t="t" r="r" b="b"/>
              <a:pathLst>
                <a:path w="4112" h="4101" extrusionOk="0">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0" name="Google Shape;12670;p76"/>
          <p:cNvGrpSpPr/>
          <p:nvPr/>
        </p:nvGrpSpPr>
        <p:grpSpPr>
          <a:xfrm>
            <a:off x="2230050" y="1500223"/>
            <a:ext cx="316524" cy="359284"/>
            <a:chOff x="2230050" y="1500223"/>
            <a:chExt cx="316524" cy="359284"/>
          </a:xfrm>
        </p:grpSpPr>
        <p:sp>
          <p:nvSpPr>
            <p:cNvPr id="12671" name="Google Shape;12671;p76"/>
            <p:cNvSpPr/>
            <p:nvPr/>
          </p:nvSpPr>
          <p:spPr>
            <a:xfrm>
              <a:off x="2230050" y="1584958"/>
              <a:ext cx="189632" cy="274550"/>
            </a:xfrm>
            <a:custGeom>
              <a:avLst/>
              <a:gdLst/>
              <a:ahLst/>
              <a:cxnLst/>
              <a:rect l="l" t="t" r="r" b="b"/>
              <a:pathLst>
                <a:path w="7242" h="10485" extrusionOk="0">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2" name="Google Shape;12672;p76"/>
            <p:cNvSpPr/>
            <p:nvPr/>
          </p:nvSpPr>
          <p:spPr>
            <a:xfrm>
              <a:off x="2230050" y="1849243"/>
              <a:ext cx="189632" cy="10265"/>
            </a:xfrm>
            <a:custGeom>
              <a:avLst/>
              <a:gdLst/>
              <a:ahLst/>
              <a:cxnLst/>
              <a:rect l="l" t="t" r="r" b="b"/>
              <a:pathLst>
                <a:path w="7242" h="392" extrusionOk="0">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3" name="Google Shape;12673;p76"/>
            <p:cNvSpPr/>
            <p:nvPr/>
          </p:nvSpPr>
          <p:spPr>
            <a:xfrm>
              <a:off x="2266028" y="1585193"/>
              <a:ext cx="117675" cy="37759"/>
            </a:xfrm>
            <a:custGeom>
              <a:avLst/>
              <a:gdLst/>
              <a:ahLst/>
              <a:cxnLst/>
              <a:rect l="l" t="t" r="r" b="b"/>
              <a:pathLst>
                <a:path w="4494" h="1442" extrusionOk="0">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76"/>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76"/>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76"/>
            <p:cNvSpPr/>
            <p:nvPr/>
          </p:nvSpPr>
          <p:spPr>
            <a:xfrm>
              <a:off x="2266028" y="1603680"/>
              <a:ext cx="117675" cy="19272"/>
            </a:xfrm>
            <a:custGeom>
              <a:avLst/>
              <a:gdLst/>
              <a:ahLst/>
              <a:cxnLst/>
              <a:rect l="l" t="t" r="r" b="b"/>
              <a:pathLst>
                <a:path w="4494" h="736" extrusionOk="0">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76"/>
            <p:cNvSpPr/>
            <p:nvPr/>
          </p:nvSpPr>
          <p:spPr>
            <a:xfrm>
              <a:off x="2275272" y="1546466"/>
              <a:ext cx="99189" cy="67243"/>
            </a:xfrm>
            <a:custGeom>
              <a:avLst/>
              <a:gdLst/>
              <a:ahLst/>
              <a:cxnLst/>
              <a:rect l="l" t="t" r="r" b="b"/>
              <a:pathLst>
                <a:path w="3788" h="2568" extrusionOk="0">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76"/>
            <p:cNvSpPr/>
            <p:nvPr/>
          </p:nvSpPr>
          <p:spPr>
            <a:xfrm>
              <a:off x="2275272" y="1599935"/>
              <a:ext cx="99189" cy="13773"/>
            </a:xfrm>
            <a:custGeom>
              <a:avLst/>
              <a:gdLst/>
              <a:ahLst/>
              <a:cxnLst/>
              <a:rect l="l" t="t" r="r" b="b"/>
              <a:pathLst>
                <a:path w="3788" h="526" extrusionOk="0">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76"/>
            <p:cNvSpPr/>
            <p:nvPr/>
          </p:nvSpPr>
          <p:spPr>
            <a:xfrm>
              <a:off x="2272156" y="1710070"/>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76"/>
            <p:cNvSpPr/>
            <p:nvPr/>
          </p:nvSpPr>
          <p:spPr>
            <a:xfrm>
              <a:off x="2272156" y="1730808"/>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76"/>
            <p:cNvSpPr/>
            <p:nvPr/>
          </p:nvSpPr>
          <p:spPr>
            <a:xfrm>
              <a:off x="2272156" y="1751547"/>
              <a:ext cx="105395" cy="10814"/>
            </a:xfrm>
            <a:custGeom>
              <a:avLst/>
              <a:gdLst/>
              <a:ahLst/>
              <a:cxnLst/>
              <a:rect l="l" t="t" r="r" b="b"/>
              <a:pathLst>
                <a:path w="4025" h="413" extrusionOk="0">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76"/>
            <p:cNvSpPr/>
            <p:nvPr/>
          </p:nvSpPr>
          <p:spPr>
            <a:xfrm>
              <a:off x="2272156" y="1772285"/>
              <a:ext cx="105395" cy="11050"/>
            </a:xfrm>
            <a:custGeom>
              <a:avLst/>
              <a:gdLst/>
              <a:ahLst/>
              <a:cxnLst/>
              <a:rect l="l" t="t" r="r" b="b"/>
              <a:pathLst>
                <a:path w="4025" h="422" extrusionOk="0">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76"/>
            <p:cNvSpPr/>
            <p:nvPr/>
          </p:nvSpPr>
          <p:spPr>
            <a:xfrm>
              <a:off x="2382918" y="1500223"/>
              <a:ext cx="163656" cy="137209"/>
            </a:xfrm>
            <a:custGeom>
              <a:avLst/>
              <a:gdLst/>
              <a:ahLst/>
              <a:cxnLst/>
              <a:rect l="l" t="t" r="r" b="b"/>
              <a:pathLst>
                <a:path w="6250" h="5240" extrusionOk="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76"/>
            <p:cNvSpPr/>
            <p:nvPr/>
          </p:nvSpPr>
          <p:spPr>
            <a:xfrm>
              <a:off x="2427380" y="1560396"/>
              <a:ext cx="11521" cy="12333"/>
            </a:xfrm>
            <a:custGeom>
              <a:avLst/>
              <a:gdLst/>
              <a:ahLst/>
              <a:cxnLst/>
              <a:rect l="l" t="t" r="r" b="b"/>
              <a:pathLst>
                <a:path w="440" h="471" extrusionOk="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76"/>
            <p:cNvSpPr/>
            <p:nvPr/>
          </p:nvSpPr>
          <p:spPr>
            <a:xfrm>
              <a:off x="2448878" y="1560396"/>
              <a:ext cx="11390" cy="12333"/>
            </a:xfrm>
            <a:custGeom>
              <a:avLst/>
              <a:gdLst/>
              <a:ahLst/>
              <a:cxnLst/>
              <a:rect l="l" t="t" r="r" b="b"/>
              <a:pathLst>
                <a:path w="435" h="471" extrusionOk="0">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76"/>
            <p:cNvSpPr/>
            <p:nvPr/>
          </p:nvSpPr>
          <p:spPr>
            <a:xfrm>
              <a:off x="2470114" y="1560396"/>
              <a:ext cx="11521" cy="12333"/>
            </a:xfrm>
            <a:custGeom>
              <a:avLst/>
              <a:gdLst/>
              <a:ahLst/>
              <a:cxnLst/>
              <a:rect l="l" t="t" r="r" b="b"/>
              <a:pathLst>
                <a:path w="440" h="471" extrusionOk="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76"/>
            <p:cNvSpPr/>
            <p:nvPr/>
          </p:nvSpPr>
          <p:spPr>
            <a:xfrm>
              <a:off x="2491455" y="1560396"/>
              <a:ext cx="11390" cy="12333"/>
            </a:xfrm>
            <a:custGeom>
              <a:avLst/>
              <a:gdLst/>
              <a:ahLst/>
              <a:cxnLst/>
              <a:rect l="l" t="t" r="r" b="b"/>
              <a:pathLst>
                <a:path w="435" h="471" extrusionOk="0">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76"/>
            <p:cNvSpPr/>
            <p:nvPr/>
          </p:nvSpPr>
          <p:spPr>
            <a:xfrm>
              <a:off x="2310229" y="1645393"/>
              <a:ext cx="20005" cy="49490"/>
            </a:xfrm>
            <a:custGeom>
              <a:avLst/>
              <a:gdLst/>
              <a:ahLst/>
              <a:cxnLst/>
              <a:rect l="l" t="t" r="r" b="b"/>
              <a:pathLst>
                <a:path w="764" h="1890" extrusionOk="0">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76"/>
            <p:cNvSpPr/>
            <p:nvPr/>
          </p:nvSpPr>
          <p:spPr>
            <a:xfrm>
              <a:off x="2308893" y="1686110"/>
              <a:ext cx="31946" cy="11050"/>
            </a:xfrm>
            <a:custGeom>
              <a:avLst/>
              <a:gdLst/>
              <a:ahLst/>
              <a:cxnLst/>
              <a:rect l="l" t="t" r="r" b="b"/>
              <a:pathLst>
                <a:path w="1220" h="422" extrusionOk="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76"/>
            <p:cNvSpPr/>
            <p:nvPr/>
          </p:nvSpPr>
          <p:spPr>
            <a:xfrm>
              <a:off x="2311983" y="1627063"/>
              <a:ext cx="18251" cy="15606"/>
            </a:xfrm>
            <a:custGeom>
              <a:avLst/>
              <a:gdLst/>
              <a:ahLst/>
              <a:cxnLst/>
              <a:rect l="l" t="t" r="r" b="b"/>
              <a:pathLst>
                <a:path w="697" h="596" extrusionOk="0">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1" name="Google Shape;12691;p76"/>
          <p:cNvGrpSpPr/>
          <p:nvPr/>
        </p:nvGrpSpPr>
        <p:grpSpPr>
          <a:xfrm>
            <a:off x="2690042" y="4262767"/>
            <a:ext cx="359389" cy="359232"/>
            <a:chOff x="2690042" y="4262767"/>
            <a:chExt cx="359389" cy="359232"/>
          </a:xfrm>
        </p:grpSpPr>
        <p:sp>
          <p:nvSpPr>
            <p:cNvPr id="12692" name="Google Shape;12692;p76"/>
            <p:cNvSpPr/>
            <p:nvPr/>
          </p:nvSpPr>
          <p:spPr>
            <a:xfrm>
              <a:off x="2690042" y="4262767"/>
              <a:ext cx="205002" cy="173214"/>
            </a:xfrm>
            <a:custGeom>
              <a:avLst/>
              <a:gdLst/>
              <a:ahLst/>
              <a:cxnLst/>
              <a:rect l="l" t="t" r="r" b="b"/>
              <a:pathLst>
                <a:path w="7829" h="6615" extrusionOk="0">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76"/>
            <p:cNvSpPr/>
            <p:nvPr/>
          </p:nvSpPr>
          <p:spPr>
            <a:xfrm>
              <a:off x="2729293" y="4277456"/>
              <a:ext cx="124038" cy="125086"/>
            </a:xfrm>
            <a:custGeom>
              <a:avLst/>
              <a:gdLst/>
              <a:ahLst/>
              <a:cxnLst/>
              <a:rect l="l" t="t" r="r" b="b"/>
              <a:pathLst>
                <a:path w="4737" h="4777" extrusionOk="0">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76"/>
            <p:cNvSpPr/>
            <p:nvPr/>
          </p:nvSpPr>
          <p:spPr>
            <a:xfrm>
              <a:off x="2762365" y="4322285"/>
              <a:ext cx="37261" cy="45981"/>
            </a:xfrm>
            <a:custGeom>
              <a:avLst/>
              <a:gdLst/>
              <a:ahLst/>
              <a:cxnLst/>
              <a:rect l="l" t="t" r="r" b="b"/>
              <a:pathLst>
                <a:path w="1423" h="1756" extrusionOk="0">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76"/>
            <p:cNvSpPr/>
            <p:nvPr/>
          </p:nvSpPr>
          <p:spPr>
            <a:xfrm>
              <a:off x="2795594" y="4322285"/>
              <a:ext cx="26761" cy="45536"/>
            </a:xfrm>
            <a:custGeom>
              <a:avLst/>
              <a:gdLst/>
              <a:ahLst/>
              <a:cxnLst/>
              <a:rect l="l" t="t" r="r" b="b"/>
              <a:pathLst>
                <a:path w="1022" h="1739" extrusionOk="0">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6" name="Google Shape;12696;p76"/>
            <p:cNvSpPr/>
            <p:nvPr/>
          </p:nvSpPr>
          <p:spPr>
            <a:xfrm>
              <a:off x="2753122" y="4328439"/>
              <a:ext cx="296309" cy="293560"/>
            </a:xfrm>
            <a:custGeom>
              <a:avLst/>
              <a:gdLst/>
              <a:ahLst/>
              <a:cxnLst/>
              <a:rect l="l" t="t" r="r" b="b"/>
              <a:pathLst>
                <a:path w="11316" h="11211" extrusionOk="0">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76"/>
            <p:cNvSpPr/>
            <p:nvPr/>
          </p:nvSpPr>
          <p:spPr>
            <a:xfrm>
              <a:off x="2753122" y="4543103"/>
              <a:ext cx="81985" cy="78895"/>
            </a:xfrm>
            <a:custGeom>
              <a:avLst/>
              <a:gdLst/>
              <a:ahLst/>
              <a:cxnLst/>
              <a:rect l="l" t="t" r="r" b="b"/>
              <a:pathLst>
                <a:path w="3131" h="3013" extrusionOk="0">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76"/>
            <p:cNvSpPr/>
            <p:nvPr/>
          </p:nvSpPr>
          <p:spPr>
            <a:xfrm>
              <a:off x="2926990" y="4373241"/>
              <a:ext cx="70726" cy="73711"/>
            </a:xfrm>
            <a:custGeom>
              <a:avLst/>
              <a:gdLst/>
              <a:ahLst/>
              <a:cxnLst/>
              <a:rect l="l" t="t" r="r" b="b"/>
              <a:pathLst>
                <a:path w="2701" h="2815" extrusionOk="0">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9" name="Google Shape;12699;p76"/>
          <p:cNvGrpSpPr/>
          <p:nvPr/>
        </p:nvGrpSpPr>
        <p:grpSpPr>
          <a:xfrm>
            <a:off x="2689440" y="2882162"/>
            <a:ext cx="222337" cy="366721"/>
            <a:chOff x="2689440" y="2882162"/>
            <a:chExt cx="222337" cy="366721"/>
          </a:xfrm>
        </p:grpSpPr>
        <p:sp>
          <p:nvSpPr>
            <p:cNvPr id="12700" name="Google Shape;12700;p76"/>
            <p:cNvSpPr/>
            <p:nvPr/>
          </p:nvSpPr>
          <p:spPr>
            <a:xfrm>
              <a:off x="2689440" y="3022566"/>
              <a:ext cx="30741" cy="46976"/>
            </a:xfrm>
            <a:custGeom>
              <a:avLst/>
              <a:gdLst/>
              <a:ahLst/>
              <a:cxnLst/>
              <a:rect l="l" t="t" r="r" b="b"/>
              <a:pathLst>
                <a:path w="1174" h="1794" extrusionOk="0">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1" name="Google Shape;12701;p76"/>
            <p:cNvSpPr/>
            <p:nvPr/>
          </p:nvSpPr>
          <p:spPr>
            <a:xfrm>
              <a:off x="2719422" y="3061268"/>
              <a:ext cx="162635" cy="187616"/>
            </a:xfrm>
            <a:custGeom>
              <a:avLst/>
              <a:gdLst/>
              <a:ahLst/>
              <a:cxnLst/>
              <a:rect l="l" t="t" r="r" b="b"/>
              <a:pathLst>
                <a:path w="6211" h="7165" extrusionOk="0">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76"/>
            <p:cNvSpPr/>
            <p:nvPr/>
          </p:nvSpPr>
          <p:spPr>
            <a:xfrm>
              <a:off x="2761867" y="3061268"/>
              <a:ext cx="96701" cy="86227"/>
            </a:xfrm>
            <a:custGeom>
              <a:avLst/>
              <a:gdLst/>
              <a:ahLst/>
              <a:cxnLst/>
              <a:rect l="l" t="t" r="r" b="b"/>
              <a:pathLst>
                <a:path w="3693" h="3293" extrusionOk="0">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76"/>
            <p:cNvSpPr/>
            <p:nvPr/>
          </p:nvSpPr>
          <p:spPr>
            <a:xfrm>
              <a:off x="2722407" y="3171690"/>
              <a:ext cx="159650" cy="77193"/>
            </a:xfrm>
            <a:custGeom>
              <a:avLst/>
              <a:gdLst/>
              <a:ahLst/>
              <a:cxnLst/>
              <a:rect l="l" t="t" r="r" b="b"/>
              <a:pathLst>
                <a:path w="6097" h="2948" extrusionOk="0">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76"/>
            <p:cNvSpPr/>
            <p:nvPr/>
          </p:nvSpPr>
          <p:spPr>
            <a:xfrm>
              <a:off x="2708659" y="2882162"/>
              <a:ext cx="203117" cy="254335"/>
            </a:xfrm>
            <a:custGeom>
              <a:avLst/>
              <a:gdLst/>
              <a:ahLst/>
              <a:cxnLst/>
              <a:rect l="l" t="t" r="r" b="b"/>
              <a:pathLst>
                <a:path w="7757" h="9713" extrusionOk="0">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76"/>
            <p:cNvSpPr/>
            <p:nvPr/>
          </p:nvSpPr>
          <p:spPr>
            <a:xfrm>
              <a:off x="2708659" y="3091512"/>
              <a:ext cx="40246" cy="11260"/>
            </a:xfrm>
            <a:custGeom>
              <a:avLst/>
              <a:gdLst/>
              <a:ahLst/>
              <a:cxnLst/>
              <a:rect l="l" t="t" r="r" b="b"/>
              <a:pathLst>
                <a:path w="1537" h="430" extrusionOk="0">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76"/>
            <p:cNvSpPr/>
            <p:nvPr/>
          </p:nvSpPr>
          <p:spPr>
            <a:xfrm>
              <a:off x="2755871" y="2907641"/>
              <a:ext cx="127181" cy="127181"/>
            </a:xfrm>
            <a:custGeom>
              <a:avLst/>
              <a:gdLst/>
              <a:ahLst/>
              <a:cxnLst/>
              <a:rect l="l" t="t" r="r" b="b"/>
              <a:pathLst>
                <a:path w="4857" h="4857" extrusionOk="0">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76"/>
            <p:cNvSpPr/>
            <p:nvPr/>
          </p:nvSpPr>
          <p:spPr>
            <a:xfrm>
              <a:off x="2788602" y="2927122"/>
              <a:ext cx="84028" cy="60985"/>
            </a:xfrm>
            <a:custGeom>
              <a:avLst/>
              <a:gdLst/>
              <a:ahLst/>
              <a:cxnLst/>
              <a:rect l="l" t="t" r="r" b="b"/>
              <a:pathLst>
                <a:path w="3209" h="2329" extrusionOk="0">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76"/>
            <p:cNvSpPr/>
            <p:nvPr/>
          </p:nvSpPr>
          <p:spPr>
            <a:xfrm>
              <a:off x="2777369" y="2969385"/>
              <a:ext cx="44017" cy="39696"/>
            </a:xfrm>
            <a:custGeom>
              <a:avLst/>
              <a:gdLst/>
              <a:ahLst/>
              <a:cxnLst/>
              <a:rect l="l" t="t" r="r" b="b"/>
              <a:pathLst>
                <a:path w="1681" h="1516" extrusionOk="0">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09" name="Google Shape;12709;p76"/>
          <p:cNvSpPr/>
          <p:nvPr/>
        </p:nvSpPr>
        <p:spPr>
          <a:xfrm>
            <a:off x="2637986" y="2280903"/>
            <a:ext cx="303039" cy="21000"/>
          </a:xfrm>
          <a:custGeom>
            <a:avLst/>
            <a:gdLst/>
            <a:ahLst/>
            <a:cxnLst/>
            <a:rect l="l" t="t" r="r" b="b"/>
            <a:pathLst>
              <a:path w="11573" h="802" extrusionOk="0">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10" name="Google Shape;12710;p76"/>
          <p:cNvGrpSpPr/>
          <p:nvPr/>
        </p:nvGrpSpPr>
        <p:grpSpPr>
          <a:xfrm>
            <a:off x="2637986" y="1980142"/>
            <a:ext cx="359232" cy="322023"/>
            <a:chOff x="2637986" y="1980142"/>
            <a:chExt cx="359232" cy="322023"/>
          </a:xfrm>
        </p:grpSpPr>
        <p:sp>
          <p:nvSpPr>
            <p:cNvPr id="12711" name="Google Shape;12711;p76"/>
            <p:cNvSpPr/>
            <p:nvPr/>
          </p:nvSpPr>
          <p:spPr>
            <a:xfrm>
              <a:off x="2637986" y="2064065"/>
              <a:ext cx="303039" cy="238100"/>
            </a:xfrm>
            <a:custGeom>
              <a:avLst/>
              <a:gdLst/>
              <a:ahLst/>
              <a:cxnLst/>
              <a:rect l="l" t="t" r="r" b="b"/>
              <a:pathLst>
                <a:path w="11573" h="9093" extrusionOk="0">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76"/>
            <p:cNvSpPr/>
            <p:nvPr/>
          </p:nvSpPr>
          <p:spPr>
            <a:xfrm>
              <a:off x="2638222"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76"/>
            <p:cNvSpPr/>
            <p:nvPr/>
          </p:nvSpPr>
          <p:spPr>
            <a:xfrm>
              <a:off x="2918742" y="2110019"/>
              <a:ext cx="22022" cy="192146"/>
            </a:xfrm>
            <a:custGeom>
              <a:avLst/>
              <a:gdLst/>
              <a:ahLst/>
              <a:cxnLst/>
              <a:rect l="l" t="t" r="r" b="b"/>
              <a:pathLst>
                <a:path w="841" h="7338" extrusionOk="0">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76"/>
            <p:cNvSpPr/>
            <p:nvPr/>
          </p:nvSpPr>
          <p:spPr>
            <a:xfrm>
              <a:off x="2835814" y="2103787"/>
              <a:ext cx="105211" cy="49149"/>
            </a:xfrm>
            <a:custGeom>
              <a:avLst/>
              <a:gdLst/>
              <a:ahLst/>
              <a:cxnLst/>
              <a:rect l="l" t="t" r="r" b="b"/>
              <a:pathLst>
                <a:path w="4018" h="1877" extrusionOk="0">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76"/>
            <p:cNvSpPr/>
            <p:nvPr/>
          </p:nvSpPr>
          <p:spPr>
            <a:xfrm>
              <a:off x="2842072"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76"/>
            <p:cNvSpPr/>
            <p:nvPr/>
          </p:nvSpPr>
          <p:spPr>
            <a:xfrm>
              <a:off x="2885277" y="2043326"/>
              <a:ext cx="66719" cy="47997"/>
            </a:xfrm>
            <a:custGeom>
              <a:avLst/>
              <a:gdLst/>
              <a:ahLst/>
              <a:cxnLst/>
              <a:rect l="l" t="t" r="r" b="b"/>
              <a:pathLst>
                <a:path w="2548" h="1833" extrusionOk="0">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76"/>
            <p:cNvSpPr/>
            <p:nvPr/>
          </p:nvSpPr>
          <p:spPr>
            <a:xfrm>
              <a:off x="2723166" y="2183232"/>
              <a:ext cx="33255" cy="33229"/>
            </a:xfrm>
            <a:custGeom>
              <a:avLst/>
              <a:gdLst/>
              <a:ahLst/>
              <a:cxnLst/>
              <a:rect l="l" t="t" r="r" b="b"/>
              <a:pathLst>
                <a:path w="1270" h="1269" extrusionOk="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76"/>
            <p:cNvSpPr/>
            <p:nvPr/>
          </p:nvSpPr>
          <p:spPr>
            <a:xfrm>
              <a:off x="2770613" y="2177734"/>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76"/>
            <p:cNvSpPr/>
            <p:nvPr/>
          </p:nvSpPr>
          <p:spPr>
            <a:xfrm>
              <a:off x="2770613" y="2194204"/>
              <a:ext cx="92800" cy="11050"/>
            </a:xfrm>
            <a:custGeom>
              <a:avLst/>
              <a:gdLst/>
              <a:ahLst/>
              <a:cxnLst/>
              <a:rect l="l" t="t" r="r" b="b"/>
              <a:pathLst>
                <a:path w="3544" h="422" extrusionOk="0">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76"/>
            <p:cNvSpPr/>
            <p:nvPr/>
          </p:nvSpPr>
          <p:spPr>
            <a:xfrm>
              <a:off x="2770613" y="2210962"/>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1" name="Google Shape;12721;p76"/>
            <p:cNvSpPr/>
            <p:nvPr/>
          </p:nvSpPr>
          <p:spPr>
            <a:xfrm>
              <a:off x="2909420" y="2057780"/>
              <a:ext cx="20686" cy="10814"/>
            </a:xfrm>
            <a:custGeom>
              <a:avLst/>
              <a:gdLst/>
              <a:ahLst/>
              <a:cxnLst/>
              <a:rect l="l" t="t" r="r" b="b"/>
              <a:pathLst>
                <a:path w="790" h="413" extrusionOk="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2" name="Google Shape;12722;p76"/>
            <p:cNvSpPr/>
            <p:nvPr/>
          </p:nvSpPr>
          <p:spPr>
            <a:xfrm>
              <a:off x="2914264" y="2058016"/>
              <a:ext cx="10762" cy="18827"/>
            </a:xfrm>
            <a:custGeom>
              <a:avLst/>
              <a:gdLst/>
              <a:ahLst/>
              <a:cxnLst/>
              <a:rect l="l" t="t" r="r" b="b"/>
              <a:pathLst>
                <a:path w="411" h="719" extrusionOk="0">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76"/>
            <p:cNvSpPr/>
            <p:nvPr/>
          </p:nvSpPr>
          <p:spPr>
            <a:xfrm>
              <a:off x="2898265" y="2004363"/>
              <a:ext cx="40744" cy="38989"/>
            </a:xfrm>
            <a:custGeom>
              <a:avLst/>
              <a:gdLst/>
              <a:ahLst/>
              <a:cxnLst/>
              <a:rect l="l" t="t" r="r" b="b"/>
              <a:pathLst>
                <a:path w="1556" h="1489" extrusionOk="0">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4" name="Google Shape;12724;p76"/>
          <p:cNvGrpSpPr/>
          <p:nvPr/>
        </p:nvGrpSpPr>
        <p:grpSpPr>
          <a:xfrm>
            <a:off x="1306531" y="3346972"/>
            <a:ext cx="323018" cy="359075"/>
            <a:chOff x="1306531" y="3346972"/>
            <a:chExt cx="323018" cy="359075"/>
          </a:xfrm>
        </p:grpSpPr>
        <p:sp>
          <p:nvSpPr>
            <p:cNvPr id="12725" name="Google Shape;12725;p76"/>
            <p:cNvSpPr/>
            <p:nvPr/>
          </p:nvSpPr>
          <p:spPr>
            <a:xfrm>
              <a:off x="1314020" y="3592614"/>
              <a:ext cx="98194" cy="97880"/>
            </a:xfrm>
            <a:custGeom>
              <a:avLst/>
              <a:gdLst/>
              <a:ahLst/>
              <a:cxnLst/>
              <a:rect l="l" t="t" r="r" b="b"/>
              <a:pathLst>
                <a:path w="3750" h="3738" extrusionOk="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76"/>
            <p:cNvSpPr/>
            <p:nvPr/>
          </p:nvSpPr>
          <p:spPr>
            <a:xfrm>
              <a:off x="1444657" y="3534326"/>
              <a:ext cx="170909" cy="171721"/>
            </a:xfrm>
            <a:custGeom>
              <a:avLst/>
              <a:gdLst/>
              <a:ahLst/>
              <a:cxnLst/>
              <a:rect l="l" t="t" r="r" b="b"/>
              <a:pathLst>
                <a:path w="6527" h="6558" extrusionOk="0">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7" name="Google Shape;12727;p76"/>
            <p:cNvSpPr/>
            <p:nvPr/>
          </p:nvSpPr>
          <p:spPr>
            <a:xfrm>
              <a:off x="1503364" y="3585125"/>
              <a:ext cx="36240" cy="39723"/>
            </a:xfrm>
            <a:custGeom>
              <a:avLst/>
              <a:gdLst/>
              <a:ahLst/>
              <a:cxnLst/>
              <a:rect l="l" t="t" r="r" b="b"/>
              <a:pathLst>
                <a:path w="1384" h="1517" extrusionOk="0">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8" name="Google Shape;12728;p76"/>
            <p:cNvSpPr/>
            <p:nvPr/>
          </p:nvSpPr>
          <p:spPr>
            <a:xfrm>
              <a:off x="1492628" y="3619584"/>
              <a:ext cx="57476" cy="41241"/>
            </a:xfrm>
            <a:custGeom>
              <a:avLst/>
              <a:gdLst/>
              <a:ahLst/>
              <a:cxnLst/>
              <a:rect l="l" t="t" r="r" b="b"/>
              <a:pathLst>
                <a:path w="2195" h="1575" extrusionOk="0">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76"/>
            <p:cNvSpPr/>
            <p:nvPr/>
          </p:nvSpPr>
          <p:spPr>
            <a:xfrm>
              <a:off x="1306531" y="3459463"/>
              <a:ext cx="200368" cy="202122"/>
            </a:xfrm>
            <a:custGeom>
              <a:avLst/>
              <a:gdLst/>
              <a:ahLst/>
              <a:cxnLst/>
              <a:rect l="l" t="t" r="r" b="b"/>
              <a:pathLst>
                <a:path w="7652" h="7719" extrusionOk="0">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76"/>
            <p:cNvSpPr/>
            <p:nvPr/>
          </p:nvSpPr>
          <p:spPr>
            <a:xfrm>
              <a:off x="1470633" y="3462710"/>
              <a:ext cx="33019" cy="32993"/>
            </a:xfrm>
            <a:custGeom>
              <a:avLst/>
              <a:gdLst/>
              <a:ahLst/>
              <a:cxnLst/>
              <a:rect l="l" t="t" r="r" b="b"/>
              <a:pathLst>
                <a:path w="1261" h="1260" extrusionOk="0">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76"/>
            <p:cNvSpPr/>
            <p:nvPr/>
          </p:nvSpPr>
          <p:spPr>
            <a:xfrm>
              <a:off x="1450156" y="3346972"/>
              <a:ext cx="179393" cy="158995"/>
            </a:xfrm>
            <a:custGeom>
              <a:avLst/>
              <a:gdLst/>
              <a:ahLst/>
              <a:cxnLst/>
              <a:rect l="l" t="t" r="r" b="b"/>
              <a:pathLst>
                <a:path w="6851" h="6072" extrusionOk="0">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76"/>
            <p:cNvSpPr/>
            <p:nvPr/>
          </p:nvSpPr>
          <p:spPr>
            <a:xfrm>
              <a:off x="1511272" y="3631551"/>
              <a:ext cx="19613" cy="10814"/>
            </a:xfrm>
            <a:custGeom>
              <a:avLst/>
              <a:gdLst/>
              <a:ahLst/>
              <a:cxnLst/>
              <a:rect l="l" t="t" r="r" b="b"/>
              <a:pathLst>
                <a:path w="749" h="413" extrusionOk="0">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76"/>
            <p:cNvSpPr/>
            <p:nvPr/>
          </p:nvSpPr>
          <p:spPr>
            <a:xfrm>
              <a:off x="1516116" y="3631760"/>
              <a:ext cx="10762" cy="18827"/>
            </a:xfrm>
            <a:custGeom>
              <a:avLst/>
              <a:gdLst/>
              <a:ahLst/>
              <a:cxnLst/>
              <a:rect l="l" t="t" r="r" b="b"/>
              <a:pathLst>
                <a:path w="411" h="719" extrusionOk="0">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4" name="Google Shape;12734;p76"/>
          <p:cNvGrpSpPr/>
          <p:nvPr/>
        </p:nvGrpSpPr>
        <p:grpSpPr>
          <a:xfrm>
            <a:off x="1308024" y="2413975"/>
            <a:ext cx="360253" cy="357111"/>
            <a:chOff x="1308024" y="2413975"/>
            <a:chExt cx="360253" cy="357111"/>
          </a:xfrm>
        </p:grpSpPr>
        <p:sp>
          <p:nvSpPr>
            <p:cNvPr id="12735" name="Google Shape;12735;p76"/>
            <p:cNvSpPr/>
            <p:nvPr/>
          </p:nvSpPr>
          <p:spPr>
            <a:xfrm>
              <a:off x="1403939" y="2569173"/>
              <a:ext cx="212622" cy="201913"/>
            </a:xfrm>
            <a:custGeom>
              <a:avLst/>
              <a:gdLst/>
              <a:ahLst/>
              <a:cxnLst/>
              <a:rect l="l" t="t" r="r" b="b"/>
              <a:pathLst>
                <a:path w="8120" h="7711" extrusionOk="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76"/>
            <p:cNvSpPr/>
            <p:nvPr/>
          </p:nvSpPr>
          <p:spPr>
            <a:xfrm>
              <a:off x="1422426" y="2593080"/>
              <a:ext cx="140928" cy="170700"/>
            </a:xfrm>
            <a:custGeom>
              <a:avLst/>
              <a:gdLst/>
              <a:ahLst/>
              <a:cxnLst/>
              <a:rect l="l" t="t" r="r" b="b"/>
              <a:pathLst>
                <a:path w="5382" h="6519" extrusionOk="0">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76"/>
            <p:cNvSpPr/>
            <p:nvPr/>
          </p:nvSpPr>
          <p:spPr>
            <a:xfrm>
              <a:off x="1464139" y="2613138"/>
              <a:ext cx="152161" cy="157896"/>
            </a:xfrm>
            <a:custGeom>
              <a:avLst/>
              <a:gdLst/>
              <a:ahLst/>
              <a:cxnLst/>
              <a:rect l="l" t="t" r="r" b="b"/>
              <a:pathLst>
                <a:path w="5811" h="6030" extrusionOk="0">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76"/>
            <p:cNvSpPr/>
            <p:nvPr/>
          </p:nvSpPr>
          <p:spPr>
            <a:xfrm>
              <a:off x="1537850" y="2569671"/>
              <a:ext cx="78712" cy="78215"/>
            </a:xfrm>
            <a:custGeom>
              <a:avLst/>
              <a:gdLst/>
              <a:ahLst/>
              <a:cxnLst/>
              <a:rect l="l" t="t" r="r" b="b"/>
              <a:pathLst>
                <a:path w="3006" h="2987" extrusionOk="0">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76"/>
            <p:cNvSpPr/>
            <p:nvPr/>
          </p:nvSpPr>
          <p:spPr>
            <a:xfrm>
              <a:off x="1548088" y="2554667"/>
              <a:ext cx="83216" cy="82666"/>
            </a:xfrm>
            <a:custGeom>
              <a:avLst/>
              <a:gdLst/>
              <a:ahLst/>
              <a:cxnLst/>
              <a:rect l="l" t="t" r="r" b="b"/>
              <a:pathLst>
                <a:path w="3178" h="3157" extrusionOk="0">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0" name="Google Shape;12740;p76"/>
            <p:cNvSpPr/>
            <p:nvPr/>
          </p:nvSpPr>
          <p:spPr>
            <a:xfrm>
              <a:off x="1594802" y="2603397"/>
              <a:ext cx="36502" cy="33936"/>
            </a:xfrm>
            <a:custGeom>
              <a:avLst/>
              <a:gdLst/>
              <a:ahLst/>
              <a:cxnLst/>
              <a:rect l="l" t="t" r="r" b="b"/>
              <a:pathLst>
                <a:path w="1394" h="1296" extrusionOk="0">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1" name="Google Shape;12741;p76"/>
            <p:cNvSpPr/>
            <p:nvPr/>
          </p:nvSpPr>
          <p:spPr>
            <a:xfrm>
              <a:off x="1566810" y="2518531"/>
              <a:ext cx="101205" cy="99817"/>
            </a:xfrm>
            <a:custGeom>
              <a:avLst/>
              <a:gdLst/>
              <a:ahLst/>
              <a:cxnLst/>
              <a:rect l="l" t="t" r="r" b="b"/>
              <a:pathLst>
                <a:path w="3865" h="3812" extrusionOk="0">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76"/>
            <p:cNvSpPr/>
            <p:nvPr/>
          </p:nvSpPr>
          <p:spPr>
            <a:xfrm>
              <a:off x="1616771" y="2567654"/>
              <a:ext cx="51506" cy="50930"/>
            </a:xfrm>
            <a:custGeom>
              <a:avLst/>
              <a:gdLst/>
              <a:ahLst/>
              <a:cxnLst/>
              <a:rect l="l" t="t" r="r" b="b"/>
              <a:pathLst>
                <a:path w="1967" h="1945" extrusionOk="0">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76"/>
            <p:cNvSpPr/>
            <p:nvPr/>
          </p:nvSpPr>
          <p:spPr>
            <a:xfrm>
              <a:off x="1409203" y="2654379"/>
              <a:ext cx="84237" cy="77612"/>
            </a:xfrm>
            <a:custGeom>
              <a:avLst/>
              <a:gdLst/>
              <a:ahLst/>
              <a:cxnLst/>
              <a:rect l="l" t="t" r="r" b="b"/>
              <a:pathLst>
                <a:path w="3217" h="2964" extrusionOk="0">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76"/>
            <p:cNvSpPr/>
            <p:nvPr/>
          </p:nvSpPr>
          <p:spPr>
            <a:xfrm>
              <a:off x="1428422" y="2665351"/>
              <a:ext cx="86987" cy="80152"/>
            </a:xfrm>
            <a:custGeom>
              <a:avLst/>
              <a:gdLst/>
              <a:ahLst/>
              <a:cxnLst/>
              <a:rect l="l" t="t" r="r" b="b"/>
              <a:pathLst>
                <a:path w="3322" h="3061" extrusionOk="0">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76"/>
            <p:cNvSpPr/>
            <p:nvPr/>
          </p:nvSpPr>
          <p:spPr>
            <a:xfrm>
              <a:off x="1447171" y="2687084"/>
              <a:ext cx="78974" cy="72218"/>
            </a:xfrm>
            <a:custGeom>
              <a:avLst/>
              <a:gdLst/>
              <a:ahLst/>
              <a:cxnLst/>
              <a:rect l="l" t="t" r="r" b="b"/>
              <a:pathLst>
                <a:path w="3016" h="2758" extrusionOk="0">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6" name="Google Shape;12746;p76"/>
            <p:cNvSpPr/>
            <p:nvPr/>
          </p:nvSpPr>
          <p:spPr>
            <a:xfrm>
              <a:off x="1482756" y="2624502"/>
              <a:ext cx="64101" cy="60095"/>
            </a:xfrm>
            <a:custGeom>
              <a:avLst/>
              <a:gdLst/>
              <a:ahLst/>
              <a:cxnLst/>
              <a:rect l="l" t="t" r="r" b="b"/>
              <a:pathLst>
                <a:path w="2448" h="2295" extrusionOk="0">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76"/>
            <p:cNvSpPr/>
            <p:nvPr/>
          </p:nvSpPr>
          <p:spPr>
            <a:xfrm>
              <a:off x="1359739" y="2560166"/>
              <a:ext cx="212360" cy="201363"/>
            </a:xfrm>
            <a:custGeom>
              <a:avLst/>
              <a:gdLst/>
              <a:ahLst/>
              <a:cxnLst/>
              <a:rect l="l" t="t" r="r" b="b"/>
              <a:pathLst>
                <a:path w="8110" h="7690" extrusionOk="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76"/>
            <p:cNvSpPr/>
            <p:nvPr/>
          </p:nvSpPr>
          <p:spPr>
            <a:xfrm>
              <a:off x="1359739" y="2603633"/>
              <a:ext cx="152397" cy="157974"/>
            </a:xfrm>
            <a:custGeom>
              <a:avLst/>
              <a:gdLst/>
              <a:ahLst/>
              <a:cxnLst/>
              <a:rect l="l" t="t" r="r" b="b"/>
              <a:pathLst>
                <a:path w="5820" h="6033" extrusionOk="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76"/>
            <p:cNvSpPr/>
            <p:nvPr/>
          </p:nvSpPr>
          <p:spPr>
            <a:xfrm>
              <a:off x="1359739" y="2560166"/>
              <a:ext cx="78450" cy="78215"/>
            </a:xfrm>
            <a:custGeom>
              <a:avLst/>
              <a:gdLst/>
              <a:ahLst/>
              <a:cxnLst/>
              <a:rect l="l" t="t" r="r" b="b"/>
              <a:pathLst>
                <a:path w="2996" h="2987" extrusionOk="0">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76"/>
            <p:cNvSpPr/>
            <p:nvPr/>
          </p:nvSpPr>
          <p:spPr>
            <a:xfrm>
              <a:off x="1344997" y="2545188"/>
              <a:ext cx="83216" cy="82640"/>
            </a:xfrm>
            <a:custGeom>
              <a:avLst/>
              <a:gdLst/>
              <a:ahLst/>
              <a:cxnLst/>
              <a:rect l="l" t="t" r="r" b="b"/>
              <a:pathLst>
                <a:path w="3178" h="3156" extrusionOk="0">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76"/>
            <p:cNvSpPr/>
            <p:nvPr/>
          </p:nvSpPr>
          <p:spPr>
            <a:xfrm>
              <a:off x="1344735" y="2593892"/>
              <a:ext cx="36764" cy="33936"/>
            </a:xfrm>
            <a:custGeom>
              <a:avLst/>
              <a:gdLst/>
              <a:ahLst/>
              <a:cxnLst/>
              <a:rect l="l" t="t" r="r" b="b"/>
              <a:pathLst>
                <a:path w="1404" h="1296" extrusionOk="0">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2" name="Google Shape;12752;p76"/>
            <p:cNvSpPr/>
            <p:nvPr/>
          </p:nvSpPr>
          <p:spPr>
            <a:xfrm>
              <a:off x="1308024" y="2509026"/>
              <a:ext cx="101205" cy="100079"/>
            </a:xfrm>
            <a:custGeom>
              <a:avLst/>
              <a:gdLst/>
              <a:ahLst/>
              <a:cxnLst/>
              <a:rect l="l" t="t" r="r" b="b"/>
              <a:pathLst>
                <a:path w="3865" h="3822" extrusionOk="0">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76"/>
            <p:cNvSpPr/>
            <p:nvPr/>
          </p:nvSpPr>
          <p:spPr>
            <a:xfrm>
              <a:off x="1308024" y="2558437"/>
              <a:ext cx="51480" cy="50668"/>
            </a:xfrm>
            <a:custGeom>
              <a:avLst/>
              <a:gdLst/>
              <a:ahLst/>
              <a:cxnLst/>
              <a:rect l="l" t="t" r="r" b="b"/>
              <a:pathLst>
                <a:path w="1966" h="1935" extrusionOk="0">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76"/>
            <p:cNvSpPr/>
            <p:nvPr/>
          </p:nvSpPr>
          <p:spPr>
            <a:xfrm>
              <a:off x="1482625" y="2645110"/>
              <a:ext cx="84211" cy="77403"/>
            </a:xfrm>
            <a:custGeom>
              <a:avLst/>
              <a:gdLst/>
              <a:ahLst/>
              <a:cxnLst/>
              <a:rect l="l" t="t" r="r" b="b"/>
              <a:pathLst>
                <a:path w="3216" h="2956" extrusionOk="0">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76"/>
            <p:cNvSpPr/>
            <p:nvPr/>
          </p:nvSpPr>
          <p:spPr>
            <a:xfrm>
              <a:off x="1460630" y="2655610"/>
              <a:ext cx="86987" cy="80205"/>
            </a:xfrm>
            <a:custGeom>
              <a:avLst/>
              <a:gdLst/>
              <a:ahLst/>
              <a:cxnLst/>
              <a:rect l="l" t="t" r="r" b="b"/>
              <a:pathLst>
                <a:path w="3322" h="3063" extrusionOk="0">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76"/>
            <p:cNvSpPr/>
            <p:nvPr/>
          </p:nvSpPr>
          <p:spPr>
            <a:xfrm>
              <a:off x="1449894" y="2677841"/>
              <a:ext cx="78974" cy="72140"/>
            </a:xfrm>
            <a:custGeom>
              <a:avLst/>
              <a:gdLst/>
              <a:ahLst/>
              <a:cxnLst/>
              <a:rect l="l" t="t" r="r" b="b"/>
              <a:pathLst>
                <a:path w="3016" h="2755" extrusionOk="0">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76"/>
            <p:cNvSpPr/>
            <p:nvPr/>
          </p:nvSpPr>
          <p:spPr>
            <a:xfrm>
              <a:off x="1478383" y="2413975"/>
              <a:ext cx="97199" cy="94764"/>
            </a:xfrm>
            <a:custGeom>
              <a:avLst/>
              <a:gdLst/>
              <a:ahLst/>
              <a:cxnLst/>
              <a:rect l="l" t="t" r="r" b="b"/>
              <a:pathLst>
                <a:path w="3712" h="3619" extrusionOk="0">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76"/>
            <p:cNvSpPr/>
            <p:nvPr/>
          </p:nvSpPr>
          <p:spPr>
            <a:xfrm>
              <a:off x="1394199" y="2415755"/>
              <a:ext cx="112334" cy="92983"/>
            </a:xfrm>
            <a:custGeom>
              <a:avLst/>
              <a:gdLst/>
              <a:ahLst/>
              <a:cxnLst/>
              <a:rect l="l" t="t" r="r" b="b"/>
              <a:pathLst>
                <a:path w="4290" h="3551" extrusionOk="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9" name="Google Shape;12759;p76"/>
            <p:cNvSpPr/>
            <p:nvPr/>
          </p:nvSpPr>
          <p:spPr>
            <a:xfrm>
              <a:off x="1429679" y="2455373"/>
              <a:ext cx="11024" cy="11888"/>
            </a:xfrm>
            <a:custGeom>
              <a:avLst/>
              <a:gdLst/>
              <a:ahLst/>
              <a:cxnLst/>
              <a:rect l="l" t="t" r="r" b="b"/>
              <a:pathLst>
                <a:path w="421" h="454" extrusionOk="0">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76"/>
            <p:cNvSpPr/>
            <p:nvPr/>
          </p:nvSpPr>
          <p:spPr>
            <a:xfrm>
              <a:off x="1445155" y="2455373"/>
              <a:ext cx="11024" cy="11888"/>
            </a:xfrm>
            <a:custGeom>
              <a:avLst/>
              <a:gdLst/>
              <a:ahLst/>
              <a:cxnLst/>
              <a:rect l="l" t="t" r="r" b="b"/>
              <a:pathLst>
                <a:path w="421" h="454" extrusionOk="0">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76"/>
            <p:cNvSpPr/>
            <p:nvPr/>
          </p:nvSpPr>
          <p:spPr>
            <a:xfrm>
              <a:off x="1460787"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76"/>
            <p:cNvSpPr/>
            <p:nvPr/>
          </p:nvSpPr>
          <p:spPr>
            <a:xfrm>
              <a:off x="1505878" y="2455373"/>
              <a:ext cx="10998" cy="11888"/>
            </a:xfrm>
            <a:custGeom>
              <a:avLst/>
              <a:gdLst/>
              <a:ahLst/>
              <a:cxnLst/>
              <a:rect l="l" t="t" r="r" b="b"/>
              <a:pathLst>
                <a:path w="420" h="454" extrusionOk="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76"/>
            <p:cNvSpPr/>
            <p:nvPr/>
          </p:nvSpPr>
          <p:spPr>
            <a:xfrm>
              <a:off x="1521353" y="2455373"/>
              <a:ext cx="11024" cy="11888"/>
            </a:xfrm>
            <a:custGeom>
              <a:avLst/>
              <a:gdLst/>
              <a:ahLst/>
              <a:cxnLst/>
              <a:rect l="l" t="t" r="r" b="b"/>
              <a:pathLst>
                <a:path w="421" h="454" extrusionOk="0">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4" name="Google Shape;12764;p76"/>
            <p:cNvSpPr/>
            <p:nvPr/>
          </p:nvSpPr>
          <p:spPr>
            <a:xfrm>
              <a:off x="1536724"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5" name="Google Shape;12765;p76"/>
          <p:cNvGrpSpPr/>
          <p:nvPr/>
        </p:nvGrpSpPr>
        <p:grpSpPr>
          <a:xfrm>
            <a:off x="1298519" y="1970322"/>
            <a:ext cx="378452" cy="341321"/>
            <a:chOff x="1298519" y="1970322"/>
            <a:chExt cx="378452" cy="341321"/>
          </a:xfrm>
        </p:grpSpPr>
        <p:sp>
          <p:nvSpPr>
            <p:cNvPr id="12766" name="Google Shape;12766;p76"/>
            <p:cNvSpPr/>
            <p:nvPr/>
          </p:nvSpPr>
          <p:spPr>
            <a:xfrm>
              <a:off x="1498624" y="1970322"/>
              <a:ext cx="178346" cy="149857"/>
            </a:xfrm>
            <a:custGeom>
              <a:avLst/>
              <a:gdLst/>
              <a:ahLst/>
              <a:cxnLst/>
              <a:rect l="l" t="t" r="r" b="b"/>
              <a:pathLst>
                <a:path w="6811" h="5723" extrusionOk="0">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76"/>
            <p:cNvSpPr/>
            <p:nvPr/>
          </p:nvSpPr>
          <p:spPr>
            <a:xfrm>
              <a:off x="1571969" y="2019576"/>
              <a:ext cx="21603" cy="53260"/>
            </a:xfrm>
            <a:custGeom>
              <a:avLst/>
              <a:gdLst/>
              <a:ahLst/>
              <a:cxnLst/>
              <a:rect l="l" t="t" r="r" b="b"/>
              <a:pathLst>
                <a:path w="825" h="2034" extrusionOk="0">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76"/>
            <p:cNvSpPr/>
            <p:nvPr/>
          </p:nvSpPr>
          <p:spPr>
            <a:xfrm>
              <a:off x="1571707" y="2064038"/>
              <a:ext cx="33203" cy="10814"/>
            </a:xfrm>
            <a:custGeom>
              <a:avLst/>
              <a:gdLst/>
              <a:ahLst/>
              <a:cxnLst/>
              <a:rect l="l" t="t" r="r" b="b"/>
              <a:pathLst>
                <a:path w="1268" h="413" extrusionOk="0">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76"/>
            <p:cNvSpPr/>
            <p:nvPr/>
          </p:nvSpPr>
          <p:spPr>
            <a:xfrm>
              <a:off x="1575058" y="2003001"/>
              <a:ext cx="18775" cy="15868"/>
            </a:xfrm>
            <a:custGeom>
              <a:avLst/>
              <a:gdLst/>
              <a:ahLst/>
              <a:cxnLst/>
              <a:rect l="l" t="t" r="r" b="b"/>
              <a:pathLst>
                <a:path w="717" h="606" extrusionOk="0">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76"/>
            <p:cNvSpPr/>
            <p:nvPr/>
          </p:nvSpPr>
          <p:spPr>
            <a:xfrm>
              <a:off x="1345495" y="2004625"/>
              <a:ext cx="170150" cy="171119"/>
            </a:xfrm>
            <a:custGeom>
              <a:avLst/>
              <a:gdLst/>
              <a:ahLst/>
              <a:cxnLst/>
              <a:rect l="l" t="t" r="r" b="b"/>
              <a:pathLst>
                <a:path w="6498" h="6535" extrusionOk="0">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76"/>
            <p:cNvSpPr/>
            <p:nvPr/>
          </p:nvSpPr>
          <p:spPr>
            <a:xfrm>
              <a:off x="1404935" y="2140760"/>
              <a:ext cx="51742" cy="93454"/>
            </a:xfrm>
            <a:custGeom>
              <a:avLst/>
              <a:gdLst/>
              <a:ahLst/>
              <a:cxnLst/>
              <a:rect l="l" t="t" r="r" b="b"/>
              <a:pathLst>
                <a:path w="1976" h="3569" extrusionOk="0">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76"/>
            <p:cNvSpPr/>
            <p:nvPr/>
          </p:nvSpPr>
          <p:spPr>
            <a:xfrm>
              <a:off x="1298519" y="2198708"/>
              <a:ext cx="264338" cy="112936"/>
            </a:xfrm>
            <a:custGeom>
              <a:avLst/>
              <a:gdLst/>
              <a:ahLst/>
              <a:cxnLst/>
              <a:rect l="l" t="t" r="r" b="b"/>
              <a:pathLst>
                <a:path w="10095" h="4313" extrusionOk="0">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76"/>
            <p:cNvSpPr/>
            <p:nvPr/>
          </p:nvSpPr>
          <p:spPr>
            <a:xfrm>
              <a:off x="1488124" y="2208710"/>
              <a:ext cx="74732" cy="102933"/>
            </a:xfrm>
            <a:custGeom>
              <a:avLst/>
              <a:gdLst/>
              <a:ahLst/>
              <a:cxnLst/>
              <a:rect l="l" t="t" r="r" b="b"/>
              <a:pathLst>
                <a:path w="2854" h="3931" extrusionOk="0">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76"/>
            <p:cNvSpPr/>
            <p:nvPr/>
          </p:nvSpPr>
          <p:spPr>
            <a:xfrm>
              <a:off x="1298519" y="2209941"/>
              <a:ext cx="71721" cy="101703"/>
            </a:xfrm>
            <a:custGeom>
              <a:avLst/>
              <a:gdLst/>
              <a:ahLst/>
              <a:cxnLst/>
              <a:rect l="l" t="t" r="r" b="b"/>
              <a:pathLst>
                <a:path w="2739" h="3884" extrusionOk="0">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76"/>
            <p:cNvSpPr/>
            <p:nvPr/>
          </p:nvSpPr>
          <p:spPr>
            <a:xfrm>
              <a:off x="1425045" y="2243615"/>
              <a:ext cx="11390" cy="12333"/>
            </a:xfrm>
            <a:custGeom>
              <a:avLst/>
              <a:gdLst/>
              <a:ahLst/>
              <a:cxnLst/>
              <a:rect l="l" t="t" r="r" b="b"/>
              <a:pathLst>
                <a:path w="435" h="471" extrusionOk="0">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76"/>
            <p:cNvSpPr/>
            <p:nvPr/>
          </p:nvSpPr>
          <p:spPr>
            <a:xfrm>
              <a:off x="1425045" y="2262102"/>
              <a:ext cx="11390" cy="12333"/>
            </a:xfrm>
            <a:custGeom>
              <a:avLst/>
              <a:gdLst/>
              <a:ahLst/>
              <a:cxnLst/>
              <a:rect l="l" t="t" r="r" b="b"/>
              <a:pathLst>
                <a:path w="435" h="471" extrusionOk="0">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76"/>
            <p:cNvSpPr/>
            <p:nvPr/>
          </p:nvSpPr>
          <p:spPr>
            <a:xfrm>
              <a:off x="1404935" y="2198708"/>
              <a:ext cx="26028" cy="38963"/>
            </a:xfrm>
            <a:custGeom>
              <a:avLst/>
              <a:gdLst/>
              <a:ahLst/>
              <a:cxnLst/>
              <a:rect l="l" t="t" r="r" b="b"/>
              <a:pathLst>
                <a:path w="994" h="1488" extrusionOk="0">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76"/>
            <p:cNvSpPr/>
            <p:nvPr/>
          </p:nvSpPr>
          <p:spPr>
            <a:xfrm>
              <a:off x="1430674" y="2198708"/>
              <a:ext cx="26002" cy="38963"/>
            </a:xfrm>
            <a:custGeom>
              <a:avLst/>
              <a:gdLst/>
              <a:ahLst/>
              <a:cxnLst/>
              <a:rect l="l" t="t" r="r" b="b"/>
              <a:pathLst>
                <a:path w="993" h="1488" extrusionOk="0">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76"/>
            <p:cNvSpPr/>
            <p:nvPr/>
          </p:nvSpPr>
          <p:spPr>
            <a:xfrm>
              <a:off x="1467648" y="2266658"/>
              <a:ext cx="53732" cy="20503"/>
            </a:xfrm>
            <a:custGeom>
              <a:avLst/>
              <a:gdLst/>
              <a:ahLst/>
              <a:cxnLst/>
              <a:rect l="l" t="t" r="r" b="b"/>
              <a:pathLst>
                <a:path w="2052" h="783" extrusionOk="0">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76"/>
            <p:cNvSpPr/>
            <p:nvPr/>
          </p:nvSpPr>
          <p:spPr>
            <a:xfrm>
              <a:off x="1375712" y="2026358"/>
              <a:ext cx="109951" cy="150328"/>
            </a:xfrm>
            <a:custGeom>
              <a:avLst/>
              <a:gdLst/>
              <a:ahLst/>
              <a:cxnLst/>
              <a:rect l="l" t="t" r="r" b="b"/>
              <a:pathLst>
                <a:path w="4199" h="5741" extrusionOk="0">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76"/>
            <p:cNvSpPr/>
            <p:nvPr/>
          </p:nvSpPr>
          <p:spPr>
            <a:xfrm>
              <a:off x="1342483" y="2077026"/>
              <a:ext cx="21524" cy="46766"/>
            </a:xfrm>
            <a:custGeom>
              <a:avLst/>
              <a:gdLst/>
              <a:ahLst/>
              <a:cxnLst/>
              <a:rect l="l" t="t" r="r" b="b"/>
              <a:pathLst>
                <a:path w="822" h="1786" extrusionOk="0">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76"/>
            <p:cNvSpPr/>
            <p:nvPr/>
          </p:nvSpPr>
          <p:spPr>
            <a:xfrm>
              <a:off x="1419179" y="2091742"/>
              <a:ext cx="25111" cy="37575"/>
            </a:xfrm>
            <a:custGeom>
              <a:avLst/>
              <a:gdLst/>
              <a:ahLst/>
              <a:cxnLst/>
              <a:rect l="l" t="t" r="r" b="b"/>
              <a:pathLst>
                <a:path w="959" h="1435" extrusionOk="0">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76"/>
            <p:cNvSpPr/>
            <p:nvPr/>
          </p:nvSpPr>
          <p:spPr>
            <a:xfrm>
              <a:off x="1429418" y="2118267"/>
              <a:ext cx="78974" cy="78712"/>
            </a:xfrm>
            <a:custGeom>
              <a:avLst/>
              <a:gdLst/>
              <a:ahLst/>
              <a:cxnLst/>
              <a:rect l="l" t="t" r="r" b="b"/>
              <a:pathLst>
                <a:path w="3016" h="3006" extrusionOk="0">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76"/>
            <p:cNvSpPr/>
            <p:nvPr/>
          </p:nvSpPr>
          <p:spPr>
            <a:xfrm>
              <a:off x="1497394" y="2077026"/>
              <a:ext cx="21734" cy="46766"/>
            </a:xfrm>
            <a:custGeom>
              <a:avLst/>
              <a:gdLst/>
              <a:ahLst/>
              <a:cxnLst/>
              <a:rect l="l" t="t" r="r" b="b"/>
              <a:pathLst>
                <a:path w="830" h="1786" extrusionOk="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5" name="Google Shape;12785;p76"/>
            <p:cNvSpPr/>
            <p:nvPr/>
          </p:nvSpPr>
          <p:spPr>
            <a:xfrm>
              <a:off x="1419677" y="2180483"/>
              <a:ext cx="22257" cy="22257"/>
            </a:xfrm>
            <a:custGeom>
              <a:avLst/>
              <a:gdLst/>
              <a:ahLst/>
              <a:cxnLst/>
              <a:rect l="l" t="t" r="r" b="b"/>
              <a:pathLst>
                <a:path w="850" h="850" extrusionOk="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6" name="Google Shape;12786;p76"/>
          <p:cNvGrpSpPr/>
          <p:nvPr/>
        </p:nvGrpSpPr>
        <p:grpSpPr>
          <a:xfrm>
            <a:off x="3114815" y="3346868"/>
            <a:ext cx="283217" cy="359180"/>
            <a:chOff x="3114815" y="3346868"/>
            <a:chExt cx="283217" cy="359180"/>
          </a:xfrm>
        </p:grpSpPr>
        <p:sp>
          <p:nvSpPr>
            <p:cNvPr id="12787" name="Google Shape;12787;p76"/>
            <p:cNvSpPr/>
            <p:nvPr/>
          </p:nvSpPr>
          <p:spPr>
            <a:xfrm>
              <a:off x="3180304" y="3473446"/>
              <a:ext cx="152397" cy="176146"/>
            </a:xfrm>
            <a:custGeom>
              <a:avLst/>
              <a:gdLst/>
              <a:ahLst/>
              <a:cxnLst/>
              <a:rect l="l" t="t" r="r" b="b"/>
              <a:pathLst>
                <a:path w="5820" h="6727" extrusionOk="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8" name="Google Shape;12788;p76"/>
            <p:cNvSpPr/>
            <p:nvPr/>
          </p:nvSpPr>
          <p:spPr>
            <a:xfrm>
              <a:off x="3180304" y="3473394"/>
              <a:ext cx="92197" cy="176199"/>
            </a:xfrm>
            <a:custGeom>
              <a:avLst/>
              <a:gdLst/>
              <a:ahLst/>
              <a:cxnLst/>
              <a:rect l="l" t="t" r="r" b="b"/>
              <a:pathLst>
                <a:path w="3521" h="6729" extrusionOk="0">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9" name="Google Shape;12789;p76"/>
            <p:cNvSpPr/>
            <p:nvPr/>
          </p:nvSpPr>
          <p:spPr>
            <a:xfrm>
              <a:off x="3244509" y="3603585"/>
              <a:ext cx="22257" cy="46007"/>
            </a:xfrm>
            <a:custGeom>
              <a:avLst/>
              <a:gdLst/>
              <a:ahLst/>
              <a:cxnLst/>
              <a:rect l="l" t="t" r="r" b="b"/>
              <a:pathLst>
                <a:path w="850" h="1757" extrusionOk="0">
                  <a:moveTo>
                    <a:pt x="0" y="1"/>
                  </a:moveTo>
                  <a:lnTo>
                    <a:pt x="0" y="1756"/>
                  </a:lnTo>
                  <a:lnTo>
                    <a:pt x="849" y="1756"/>
                  </a:lnTo>
                  <a:lnTo>
                    <a:pt x="84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76"/>
            <p:cNvSpPr/>
            <p:nvPr/>
          </p:nvSpPr>
          <p:spPr>
            <a:xfrm>
              <a:off x="3165300" y="3638333"/>
              <a:ext cx="182405" cy="35245"/>
            </a:xfrm>
            <a:custGeom>
              <a:avLst/>
              <a:gdLst/>
              <a:ahLst/>
              <a:cxnLst/>
              <a:rect l="l" t="t" r="r" b="b"/>
              <a:pathLst>
                <a:path w="6966" h="1346" extrusionOk="0">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76"/>
            <p:cNvSpPr/>
            <p:nvPr/>
          </p:nvSpPr>
          <p:spPr>
            <a:xfrm>
              <a:off x="3165300" y="3638333"/>
              <a:ext cx="15266" cy="35245"/>
            </a:xfrm>
            <a:custGeom>
              <a:avLst/>
              <a:gdLst/>
              <a:ahLst/>
              <a:cxnLst/>
              <a:rect l="l" t="t" r="r" b="b"/>
              <a:pathLst>
                <a:path w="583" h="1346" extrusionOk="0">
                  <a:moveTo>
                    <a:pt x="220" y="0"/>
                  </a:moveTo>
                  <a:cubicBezTo>
                    <a:pt x="96" y="0"/>
                    <a:pt x="1" y="95"/>
                    <a:pt x="1" y="210"/>
                  </a:cubicBezTo>
                  <a:lnTo>
                    <a:pt x="1" y="1345"/>
                  </a:lnTo>
                  <a:lnTo>
                    <a:pt x="583" y="1345"/>
                  </a:lnTo>
                  <a:lnTo>
                    <a:pt x="58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76"/>
            <p:cNvSpPr/>
            <p:nvPr/>
          </p:nvSpPr>
          <p:spPr>
            <a:xfrm>
              <a:off x="3149563" y="3664308"/>
              <a:ext cx="213879" cy="41739"/>
            </a:xfrm>
            <a:custGeom>
              <a:avLst/>
              <a:gdLst/>
              <a:ahLst/>
              <a:cxnLst/>
              <a:rect l="l" t="t" r="r" b="b"/>
              <a:pathLst>
                <a:path w="8168" h="1594" extrusionOk="0">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76"/>
            <p:cNvSpPr/>
            <p:nvPr/>
          </p:nvSpPr>
          <p:spPr>
            <a:xfrm>
              <a:off x="3149327" y="3664308"/>
              <a:ext cx="15999" cy="41739"/>
            </a:xfrm>
            <a:custGeom>
              <a:avLst/>
              <a:gdLst/>
              <a:ahLst/>
              <a:cxnLst/>
              <a:rect l="l" t="t" r="r" b="b"/>
              <a:pathLst>
                <a:path w="611" h="1594" extrusionOk="0">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76"/>
            <p:cNvSpPr/>
            <p:nvPr/>
          </p:nvSpPr>
          <p:spPr>
            <a:xfrm>
              <a:off x="3251239" y="3346868"/>
              <a:ext cx="10762" cy="101886"/>
            </a:xfrm>
            <a:custGeom>
              <a:avLst/>
              <a:gdLst/>
              <a:ahLst/>
              <a:cxnLst/>
              <a:rect l="l" t="t" r="r" b="b"/>
              <a:pathLst>
                <a:path w="411" h="3891" extrusionOk="0">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5" name="Google Shape;12795;p76"/>
            <p:cNvSpPr/>
            <p:nvPr/>
          </p:nvSpPr>
          <p:spPr>
            <a:xfrm>
              <a:off x="3173155" y="3365485"/>
              <a:ext cx="58131" cy="90260"/>
            </a:xfrm>
            <a:custGeom>
              <a:avLst/>
              <a:gdLst/>
              <a:ahLst/>
              <a:cxnLst/>
              <a:rect l="l" t="t" r="r" b="b"/>
              <a:pathLst>
                <a:path w="2220" h="3447" extrusionOk="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76"/>
            <p:cNvSpPr/>
            <p:nvPr/>
          </p:nvSpPr>
          <p:spPr>
            <a:xfrm>
              <a:off x="3114815" y="3419767"/>
              <a:ext cx="94999" cy="53208"/>
            </a:xfrm>
            <a:custGeom>
              <a:avLst/>
              <a:gdLst/>
              <a:ahLst/>
              <a:cxnLst/>
              <a:rect l="l" t="t" r="r" b="b"/>
              <a:pathLst>
                <a:path w="3628" h="2032" extrusionOk="0">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76"/>
            <p:cNvSpPr/>
            <p:nvPr/>
          </p:nvSpPr>
          <p:spPr>
            <a:xfrm>
              <a:off x="3281718" y="3365485"/>
              <a:ext cx="57947" cy="90260"/>
            </a:xfrm>
            <a:custGeom>
              <a:avLst/>
              <a:gdLst/>
              <a:ahLst/>
              <a:cxnLst/>
              <a:rect l="l" t="t" r="r" b="b"/>
              <a:pathLst>
                <a:path w="2213" h="3447" extrusionOk="0">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76"/>
            <p:cNvSpPr/>
            <p:nvPr/>
          </p:nvSpPr>
          <p:spPr>
            <a:xfrm>
              <a:off x="3303190" y="3419610"/>
              <a:ext cx="94842" cy="53129"/>
            </a:xfrm>
            <a:custGeom>
              <a:avLst/>
              <a:gdLst/>
              <a:ahLst/>
              <a:cxnLst/>
              <a:rect l="l" t="t" r="r" b="b"/>
              <a:pathLst>
                <a:path w="3622" h="2029" extrusionOk="0">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76"/>
            <p:cNvSpPr/>
            <p:nvPr/>
          </p:nvSpPr>
          <p:spPr>
            <a:xfrm>
              <a:off x="3228510" y="3561375"/>
              <a:ext cx="54229" cy="53993"/>
            </a:xfrm>
            <a:custGeom>
              <a:avLst/>
              <a:gdLst/>
              <a:ahLst/>
              <a:cxnLst/>
              <a:rect l="l" t="t" r="r" b="b"/>
              <a:pathLst>
                <a:path w="2071" h="2062" extrusionOk="0">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0" name="Google Shape;12800;p76"/>
          <p:cNvGrpSpPr/>
          <p:nvPr/>
        </p:nvGrpSpPr>
        <p:grpSpPr>
          <a:xfrm>
            <a:off x="3973186" y="3353231"/>
            <a:ext cx="378661" cy="346558"/>
            <a:chOff x="3973186" y="3353231"/>
            <a:chExt cx="378661" cy="346558"/>
          </a:xfrm>
        </p:grpSpPr>
        <p:sp>
          <p:nvSpPr>
            <p:cNvPr id="12801" name="Google Shape;12801;p76"/>
            <p:cNvSpPr/>
            <p:nvPr/>
          </p:nvSpPr>
          <p:spPr>
            <a:xfrm>
              <a:off x="4033882" y="3477190"/>
              <a:ext cx="34486" cy="34512"/>
            </a:xfrm>
            <a:custGeom>
              <a:avLst/>
              <a:gdLst/>
              <a:ahLst/>
              <a:cxnLst/>
              <a:rect l="l" t="t" r="r" b="b"/>
              <a:pathLst>
                <a:path w="1317" h="1318" extrusionOk="0">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76"/>
            <p:cNvSpPr/>
            <p:nvPr/>
          </p:nvSpPr>
          <p:spPr>
            <a:xfrm>
              <a:off x="4144278" y="3477190"/>
              <a:ext cx="34512" cy="34512"/>
            </a:xfrm>
            <a:custGeom>
              <a:avLst/>
              <a:gdLst/>
              <a:ahLst/>
              <a:cxnLst/>
              <a:rect l="l" t="t" r="r" b="b"/>
              <a:pathLst>
                <a:path w="1318" h="1318" extrusionOk="0">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76"/>
            <p:cNvSpPr/>
            <p:nvPr/>
          </p:nvSpPr>
          <p:spPr>
            <a:xfrm>
              <a:off x="4172768" y="3353231"/>
              <a:ext cx="179079" cy="150852"/>
            </a:xfrm>
            <a:custGeom>
              <a:avLst/>
              <a:gdLst/>
              <a:ahLst/>
              <a:cxnLst/>
              <a:rect l="l" t="t" r="r" b="b"/>
              <a:pathLst>
                <a:path w="6839" h="5761" extrusionOk="0">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76"/>
            <p:cNvSpPr/>
            <p:nvPr/>
          </p:nvSpPr>
          <p:spPr>
            <a:xfrm>
              <a:off x="4080335" y="3527649"/>
              <a:ext cx="52003" cy="93952"/>
            </a:xfrm>
            <a:custGeom>
              <a:avLst/>
              <a:gdLst/>
              <a:ahLst/>
              <a:cxnLst/>
              <a:rect l="l" t="t" r="r" b="b"/>
              <a:pathLst>
                <a:path w="1986"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76"/>
            <p:cNvSpPr/>
            <p:nvPr/>
          </p:nvSpPr>
          <p:spPr>
            <a:xfrm>
              <a:off x="3973186" y="3585858"/>
              <a:ext cx="265804" cy="113695"/>
            </a:xfrm>
            <a:custGeom>
              <a:avLst/>
              <a:gdLst/>
              <a:ahLst/>
              <a:cxnLst/>
              <a:rect l="l" t="t" r="r" b="b"/>
              <a:pathLst>
                <a:path w="10151" h="4342" extrusionOk="0">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76"/>
            <p:cNvSpPr/>
            <p:nvPr/>
          </p:nvSpPr>
          <p:spPr>
            <a:xfrm>
              <a:off x="4051112" y="3405260"/>
              <a:ext cx="110448" cy="151768"/>
            </a:xfrm>
            <a:custGeom>
              <a:avLst/>
              <a:gdLst/>
              <a:ahLst/>
              <a:cxnLst/>
              <a:rect l="l" t="t" r="r" b="b"/>
              <a:pathLst>
                <a:path w="4218" h="5796" extrusionOk="0">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76"/>
            <p:cNvSpPr/>
            <p:nvPr/>
          </p:nvSpPr>
          <p:spPr>
            <a:xfrm>
              <a:off x="4051112" y="3405496"/>
              <a:ext cx="37994" cy="49987"/>
            </a:xfrm>
            <a:custGeom>
              <a:avLst/>
              <a:gdLst/>
              <a:ahLst/>
              <a:cxnLst/>
              <a:rect l="l" t="t" r="r" b="b"/>
              <a:pathLst>
                <a:path w="1451" h="1909" extrusionOk="0">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76"/>
            <p:cNvSpPr/>
            <p:nvPr/>
          </p:nvSpPr>
          <p:spPr>
            <a:xfrm>
              <a:off x="4089080" y="3405260"/>
              <a:ext cx="72480" cy="71956"/>
            </a:xfrm>
            <a:custGeom>
              <a:avLst/>
              <a:gdLst/>
              <a:ahLst/>
              <a:cxnLst/>
              <a:rect l="l" t="t" r="r" b="b"/>
              <a:pathLst>
                <a:path w="2768" h="2748" extrusionOk="0">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76"/>
            <p:cNvSpPr/>
            <p:nvPr/>
          </p:nvSpPr>
          <p:spPr>
            <a:xfrm>
              <a:off x="4094317" y="3475384"/>
              <a:ext cx="24012" cy="37811"/>
            </a:xfrm>
            <a:custGeom>
              <a:avLst/>
              <a:gdLst/>
              <a:ahLst/>
              <a:cxnLst/>
              <a:rect l="l" t="t" r="r" b="b"/>
              <a:pathLst>
                <a:path w="917" h="1444" extrusionOk="0">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76"/>
            <p:cNvSpPr/>
            <p:nvPr/>
          </p:nvSpPr>
          <p:spPr>
            <a:xfrm>
              <a:off x="4087823" y="3604345"/>
              <a:ext cx="36999" cy="95209"/>
            </a:xfrm>
            <a:custGeom>
              <a:avLst/>
              <a:gdLst/>
              <a:ahLst/>
              <a:cxnLst/>
              <a:rect l="l" t="t" r="r" b="b"/>
              <a:pathLst>
                <a:path w="1413" h="3636" extrusionOk="0">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76"/>
            <p:cNvSpPr/>
            <p:nvPr/>
          </p:nvSpPr>
          <p:spPr>
            <a:xfrm>
              <a:off x="4080335" y="3586120"/>
              <a:ext cx="26002" cy="38963"/>
            </a:xfrm>
            <a:custGeom>
              <a:avLst/>
              <a:gdLst/>
              <a:ahLst/>
              <a:cxnLst/>
              <a:rect l="l" t="t" r="r" b="b"/>
              <a:pathLst>
                <a:path w="993" h="1488" extrusionOk="0">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76"/>
            <p:cNvSpPr/>
            <p:nvPr/>
          </p:nvSpPr>
          <p:spPr>
            <a:xfrm>
              <a:off x="4106310" y="3586120"/>
              <a:ext cx="26028" cy="38963"/>
            </a:xfrm>
            <a:custGeom>
              <a:avLst/>
              <a:gdLst/>
              <a:ahLst/>
              <a:cxnLst/>
              <a:rect l="l" t="t" r="r" b="b"/>
              <a:pathLst>
                <a:path w="994" h="1488" extrusionOk="0">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76"/>
            <p:cNvSpPr/>
            <p:nvPr/>
          </p:nvSpPr>
          <p:spPr>
            <a:xfrm>
              <a:off x="3973421" y="3586120"/>
              <a:ext cx="106940" cy="113669"/>
            </a:xfrm>
            <a:custGeom>
              <a:avLst/>
              <a:gdLst/>
              <a:ahLst/>
              <a:cxnLst/>
              <a:rect l="l" t="t" r="r" b="b"/>
              <a:pathLst>
                <a:path w="4084" h="4341" extrusionOk="0">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76"/>
            <p:cNvSpPr/>
            <p:nvPr/>
          </p:nvSpPr>
          <p:spPr>
            <a:xfrm>
              <a:off x="4132312" y="3586120"/>
              <a:ext cx="106940" cy="113433"/>
            </a:xfrm>
            <a:custGeom>
              <a:avLst/>
              <a:gdLst/>
              <a:ahLst/>
              <a:cxnLst/>
              <a:rect l="l" t="t" r="r" b="b"/>
              <a:pathLst>
                <a:path w="4084" h="4332" extrusionOk="0">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76"/>
            <p:cNvSpPr/>
            <p:nvPr/>
          </p:nvSpPr>
          <p:spPr>
            <a:xfrm>
              <a:off x="3973421" y="3598610"/>
              <a:ext cx="67714" cy="100943"/>
            </a:xfrm>
            <a:custGeom>
              <a:avLst/>
              <a:gdLst/>
              <a:ahLst/>
              <a:cxnLst/>
              <a:rect l="l" t="t" r="r" b="b"/>
              <a:pathLst>
                <a:path w="2586" h="3855" extrusionOk="0">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76"/>
            <p:cNvSpPr/>
            <p:nvPr/>
          </p:nvSpPr>
          <p:spPr>
            <a:xfrm>
              <a:off x="4171773" y="3598610"/>
              <a:ext cx="67479" cy="100943"/>
            </a:xfrm>
            <a:custGeom>
              <a:avLst/>
              <a:gdLst/>
              <a:ahLst/>
              <a:cxnLst/>
              <a:rect l="l" t="t" r="r" b="b"/>
              <a:pathLst>
                <a:path w="2577" h="3855" extrusionOk="0">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76"/>
            <p:cNvSpPr/>
            <p:nvPr/>
          </p:nvSpPr>
          <p:spPr>
            <a:xfrm>
              <a:off x="4241320" y="3379232"/>
              <a:ext cx="45379" cy="65017"/>
            </a:xfrm>
            <a:custGeom>
              <a:avLst/>
              <a:gdLst/>
              <a:ahLst/>
              <a:cxnLst/>
              <a:rect l="l" t="t" r="r" b="b"/>
              <a:pathLst>
                <a:path w="1733" h="2483" extrusionOk="0">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76"/>
            <p:cNvSpPr/>
            <p:nvPr/>
          </p:nvSpPr>
          <p:spPr>
            <a:xfrm>
              <a:off x="4250458" y="3449644"/>
              <a:ext cx="17020" cy="14349"/>
            </a:xfrm>
            <a:custGeom>
              <a:avLst/>
              <a:gdLst/>
              <a:ahLst/>
              <a:cxnLst/>
              <a:rect l="l" t="t" r="r" b="b"/>
              <a:pathLst>
                <a:path w="650" h="548" extrusionOk="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9" name="Google Shape;12819;p76"/>
          <p:cNvGrpSpPr/>
          <p:nvPr/>
        </p:nvGrpSpPr>
        <p:grpSpPr>
          <a:xfrm>
            <a:off x="2152857" y="4263002"/>
            <a:ext cx="373241" cy="359127"/>
            <a:chOff x="2152857" y="4263002"/>
            <a:chExt cx="373241" cy="359127"/>
          </a:xfrm>
        </p:grpSpPr>
        <p:sp>
          <p:nvSpPr>
            <p:cNvPr id="12820" name="Google Shape;12820;p76"/>
            <p:cNvSpPr/>
            <p:nvPr/>
          </p:nvSpPr>
          <p:spPr>
            <a:xfrm>
              <a:off x="2152857" y="4354493"/>
              <a:ext cx="275309" cy="267637"/>
            </a:xfrm>
            <a:custGeom>
              <a:avLst/>
              <a:gdLst/>
              <a:ahLst/>
              <a:cxnLst/>
              <a:rect l="l" t="t" r="r" b="b"/>
              <a:pathLst>
                <a:path w="10514" h="10221" extrusionOk="0">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76"/>
            <p:cNvSpPr/>
            <p:nvPr/>
          </p:nvSpPr>
          <p:spPr>
            <a:xfrm>
              <a:off x="2195564" y="4354257"/>
              <a:ext cx="56481" cy="72454"/>
            </a:xfrm>
            <a:custGeom>
              <a:avLst/>
              <a:gdLst/>
              <a:ahLst/>
              <a:cxnLst/>
              <a:rect l="l" t="t" r="r" b="b"/>
              <a:pathLst>
                <a:path w="2157" h="2767" extrusionOk="0">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76"/>
            <p:cNvSpPr/>
            <p:nvPr/>
          </p:nvSpPr>
          <p:spPr>
            <a:xfrm>
              <a:off x="2355686" y="4530351"/>
              <a:ext cx="72480" cy="56743"/>
            </a:xfrm>
            <a:custGeom>
              <a:avLst/>
              <a:gdLst/>
              <a:ahLst/>
              <a:cxnLst/>
              <a:rect l="l" t="t" r="r" b="b"/>
              <a:pathLst>
                <a:path w="2768" h="2167" extrusionOk="0">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76"/>
            <p:cNvSpPr/>
            <p:nvPr/>
          </p:nvSpPr>
          <p:spPr>
            <a:xfrm>
              <a:off x="2276764" y="4263002"/>
              <a:ext cx="249334" cy="210946"/>
            </a:xfrm>
            <a:custGeom>
              <a:avLst/>
              <a:gdLst/>
              <a:ahLst/>
              <a:cxnLst/>
              <a:rect l="l" t="t" r="r" b="b"/>
              <a:pathLst>
                <a:path w="9522" h="8056" extrusionOk="0">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76"/>
            <p:cNvSpPr/>
            <p:nvPr/>
          </p:nvSpPr>
          <p:spPr>
            <a:xfrm>
              <a:off x="2203080" y="4331502"/>
              <a:ext cx="78948" cy="97906"/>
            </a:xfrm>
            <a:custGeom>
              <a:avLst/>
              <a:gdLst/>
              <a:ahLst/>
              <a:cxnLst/>
              <a:rect l="l" t="t" r="r" b="b"/>
              <a:pathLst>
                <a:path w="3015" h="3739" extrusionOk="0">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76"/>
            <p:cNvSpPr/>
            <p:nvPr/>
          </p:nvSpPr>
          <p:spPr>
            <a:xfrm>
              <a:off x="2352203" y="4501129"/>
              <a:ext cx="99451" cy="77350"/>
            </a:xfrm>
            <a:custGeom>
              <a:avLst/>
              <a:gdLst/>
              <a:ahLst/>
              <a:cxnLst/>
              <a:rect l="l" t="t" r="r" b="b"/>
              <a:pathLst>
                <a:path w="3798" h="2954" extrusionOk="0">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76"/>
            <p:cNvSpPr/>
            <p:nvPr/>
          </p:nvSpPr>
          <p:spPr>
            <a:xfrm>
              <a:off x="2324971" y="4303039"/>
              <a:ext cx="134669" cy="115135"/>
            </a:xfrm>
            <a:custGeom>
              <a:avLst/>
              <a:gdLst/>
              <a:ahLst/>
              <a:cxnLst/>
              <a:rect l="l" t="t" r="r" b="b"/>
              <a:pathLst>
                <a:path w="5143" h="4397" extrusionOk="0">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76"/>
            <p:cNvSpPr/>
            <p:nvPr/>
          </p:nvSpPr>
          <p:spPr>
            <a:xfrm>
              <a:off x="2347464" y="4313775"/>
              <a:ext cx="109427" cy="93219"/>
            </a:xfrm>
            <a:custGeom>
              <a:avLst/>
              <a:gdLst/>
              <a:ahLst/>
              <a:cxnLst/>
              <a:rect l="l" t="t" r="r" b="b"/>
              <a:pathLst>
                <a:path w="4179" h="3560" extrusionOk="0">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8" name="Google Shape;12828;p76"/>
          <p:cNvGrpSpPr/>
          <p:nvPr/>
        </p:nvGrpSpPr>
        <p:grpSpPr>
          <a:xfrm>
            <a:off x="859632" y="3346972"/>
            <a:ext cx="303537" cy="359127"/>
            <a:chOff x="859632" y="3346972"/>
            <a:chExt cx="303537" cy="359127"/>
          </a:xfrm>
        </p:grpSpPr>
        <p:sp>
          <p:nvSpPr>
            <p:cNvPr id="12829" name="Google Shape;12829;p76"/>
            <p:cNvSpPr/>
            <p:nvPr/>
          </p:nvSpPr>
          <p:spPr>
            <a:xfrm>
              <a:off x="859632" y="3346972"/>
              <a:ext cx="303537" cy="359127"/>
            </a:xfrm>
            <a:custGeom>
              <a:avLst/>
              <a:gdLst/>
              <a:ahLst/>
              <a:cxnLst/>
              <a:rect l="l" t="t" r="r" b="b"/>
              <a:pathLst>
                <a:path w="11592" h="13715" extrusionOk="0">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76"/>
            <p:cNvSpPr/>
            <p:nvPr/>
          </p:nvSpPr>
          <p:spPr>
            <a:xfrm>
              <a:off x="926063" y="3427989"/>
              <a:ext cx="153156" cy="145903"/>
            </a:xfrm>
            <a:custGeom>
              <a:avLst/>
              <a:gdLst/>
              <a:ahLst/>
              <a:cxnLst/>
              <a:rect l="l" t="t" r="r" b="b"/>
              <a:pathLst>
                <a:path w="5849" h="5572" extrusionOk="0">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76"/>
            <p:cNvSpPr/>
            <p:nvPr/>
          </p:nvSpPr>
          <p:spPr>
            <a:xfrm>
              <a:off x="1011767" y="3492928"/>
              <a:ext cx="64703" cy="74470"/>
            </a:xfrm>
            <a:custGeom>
              <a:avLst/>
              <a:gdLst/>
              <a:ahLst/>
              <a:cxnLst/>
              <a:rect l="l" t="t" r="r" b="b"/>
              <a:pathLst>
                <a:path w="2471" h="2844" extrusionOk="0">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76"/>
            <p:cNvSpPr/>
            <p:nvPr/>
          </p:nvSpPr>
          <p:spPr>
            <a:xfrm>
              <a:off x="998020" y="3428224"/>
              <a:ext cx="81462" cy="145667"/>
            </a:xfrm>
            <a:custGeom>
              <a:avLst/>
              <a:gdLst/>
              <a:ahLst/>
              <a:cxnLst/>
              <a:rect l="l" t="t" r="r" b="b"/>
              <a:pathLst>
                <a:path w="3111" h="5563" extrusionOk="0">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76"/>
            <p:cNvSpPr/>
            <p:nvPr/>
          </p:nvSpPr>
          <p:spPr>
            <a:xfrm>
              <a:off x="1022738" y="3503925"/>
              <a:ext cx="80964" cy="81200"/>
            </a:xfrm>
            <a:custGeom>
              <a:avLst/>
              <a:gdLst/>
              <a:ahLst/>
              <a:cxnLst/>
              <a:rect l="l" t="t" r="r" b="b"/>
              <a:pathLst>
                <a:path w="3092" h="3101" extrusionOk="0">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4" name="Google Shape;12834;p76"/>
          <p:cNvGrpSpPr/>
          <p:nvPr/>
        </p:nvGrpSpPr>
        <p:grpSpPr>
          <a:xfrm>
            <a:off x="1767911" y="2882241"/>
            <a:ext cx="265306" cy="366799"/>
            <a:chOff x="1767911" y="2882241"/>
            <a:chExt cx="265306" cy="366799"/>
          </a:xfrm>
        </p:grpSpPr>
        <p:sp>
          <p:nvSpPr>
            <p:cNvPr id="12835" name="Google Shape;12835;p76"/>
            <p:cNvSpPr/>
            <p:nvPr/>
          </p:nvSpPr>
          <p:spPr>
            <a:xfrm>
              <a:off x="1767911" y="3066269"/>
              <a:ext cx="265306" cy="182771"/>
            </a:xfrm>
            <a:custGeom>
              <a:avLst/>
              <a:gdLst/>
              <a:ahLst/>
              <a:cxnLst/>
              <a:rect l="l" t="t" r="r" b="b"/>
              <a:pathLst>
                <a:path w="10132" h="6980" extrusionOk="0">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6" name="Google Shape;12836;p76"/>
            <p:cNvSpPr/>
            <p:nvPr/>
          </p:nvSpPr>
          <p:spPr>
            <a:xfrm>
              <a:off x="1818867" y="2882241"/>
              <a:ext cx="147422" cy="155905"/>
            </a:xfrm>
            <a:custGeom>
              <a:avLst/>
              <a:gdLst/>
              <a:ahLst/>
              <a:cxnLst/>
              <a:rect l="l" t="t" r="r" b="b"/>
              <a:pathLst>
                <a:path w="5630" h="5954" extrusionOk="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76"/>
            <p:cNvSpPr/>
            <p:nvPr/>
          </p:nvSpPr>
          <p:spPr>
            <a:xfrm>
              <a:off x="1886817" y="2912144"/>
              <a:ext cx="47735" cy="47500"/>
            </a:xfrm>
            <a:custGeom>
              <a:avLst/>
              <a:gdLst/>
              <a:ahLst/>
              <a:cxnLst/>
              <a:rect l="l" t="t" r="r" b="b"/>
              <a:pathLst>
                <a:path w="1823" h="1814" extrusionOk="0">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76"/>
            <p:cNvSpPr/>
            <p:nvPr/>
          </p:nvSpPr>
          <p:spPr>
            <a:xfrm>
              <a:off x="1858799" y="2906488"/>
              <a:ext cx="84237" cy="79079"/>
            </a:xfrm>
            <a:custGeom>
              <a:avLst/>
              <a:gdLst/>
              <a:ahLst/>
              <a:cxnLst/>
              <a:rect l="l" t="t" r="r" b="b"/>
              <a:pathLst>
                <a:path w="3217" h="3020" extrusionOk="0">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76"/>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76"/>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76"/>
            <p:cNvSpPr/>
            <p:nvPr/>
          </p:nvSpPr>
          <p:spPr>
            <a:xfrm>
              <a:off x="1783151" y="3029008"/>
              <a:ext cx="117440" cy="159938"/>
            </a:xfrm>
            <a:custGeom>
              <a:avLst/>
              <a:gdLst/>
              <a:ahLst/>
              <a:cxnLst/>
              <a:rect l="l" t="t" r="r" b="b"/>
              <a:pathLst>
                <a:path w="4485" h="6108" extrusionOk="0">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2" name="Google Shape;12842;p76"/>
            <p:cNvSpPr/>
            <p:nvPr/>
          </p:nvSpPr>
          <p:spPr>
            <a:xfrm>
              <a:off x="1813290" y="3067212"/>
              <a:ext cx="65305" cy="26578"/>
            </a:xfrm>
            <a:custGeom>
              <a:avLst/>
              <a:gdLst/>
              <a:ahLst/>
              <a:cxnLst/>
              <a:rect l="l" t="t" r="r" b="b"/>
              <a:pathLst>
                <a:path w="2494" h="1015" extrusionOk="0">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3" name="Google Shape;12843;p76"/>
            <p:cNvSpPr/>
            <p:nvPr/>
          </p:nvSpPr>
          <p:spPr>
            <a:xfrm>
              <a:off x="1813237" y="3086746"/>
              <a:ext cx="65279" cy="26525"/>
            </a:xfrm>
            <a:custGeom>
              <a:avLst/>
              <a:gdLst/>
              <a:ahLst/>
              <a:cxnLst/>
              <a:rect l="l" t="t" r="r" b="b"/>
              <a:pathLst>
                <a:path w="2493" h="1013" extrusionOk="0">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4" name="Google Shape;12844;p76"/>
            <p:cNvSpPr/>
            <p:nvPr/>
          </p:nvSpPr>
          <p:spPr>
            <a:xfrm>
              <a:off x="1813290" y="3106437"/>
              <a:ext cx="65227" cy="26552"/>
            </a:xfrm>
            <a:custGeom>
              <a:avLst/>
              <a:gdLst/>
              <a:ahLst/>
              <a:cxnLst/>
              <a:rect l="l" t="t" r="r" b="b"/>
              <a:pathLst>
                <a:path w="2491" h="1014" extrusionOk="0">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76"/>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76"/>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76"/>
            <p:cNvSpPr/>
            <p:nvPr/>
          </p:nvSpPr>
          <p:spPr>
            <a:xfrm>
              <a:off x="1900564" y="3029008"/>
              <a:ext cx="117414" cy="159938"/>
            </a:xfrm>
            <a:custGeom>
              <a:avLst/>
              <a:gdLst/>
              <a:ahLst/>
              <a:cxnLst/>
              <a:rect l="l" t="t" r="r" b="b"/>
              <a:pathLst>
                <a:path w="4484" h="6108" extrusionOk="0">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76"/>
            <p:cNvSpPr/>
            <p:nvPr/>
          </p:nvSpPr>
          <p:spPr>
            <a:xfrm>
              <a:off x="1900564" y="3029244"/>
              <a:ext cx="117414" cy="159702"/>
            </a:xfrm>
            <a:custGeom>
              <a:avLst/>
              <a:gdLst/>
              <a:ahLst/>
              <a:cxnLst/>
              <a:rect l="l" t="t" r="r" b="b"/>
              <a:pathLst>
                <a:path w="4484" h="6099" extrusionOk="0">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76"/>
            <p:cNvSpPr/>
            <p:nvPr/>
          </p:nvSpPr>
          <p:spPr>
            <a:xfrm>
              <a:off x="1941282" y="3069988"/>
              <a:ext cx="29484" cy="36345"/>
            </a:xfrm>
            <a:custGeom>
              <a:avLst/>
              <a:gdLst/>
              <a:ahLst/>
              <a:cxnLst/>
              <a:rect l="l" t="t" r="r" b="b"/>
              <a:pathLst>
                <a:path w="1126" h="1388" extrusionOk="0">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0" name="Google Shape;12850;p76"/>
          <p:cNvGrpSpPr/>
          <p:nvPr/>
        </p:nvGrpSpPr>
        <p:grpSpPr>
          <a:xfrm>
            <a:off x="1332009" y="1499935"/>
            <a:ext cx="331895" cy="359311"/>
            <a:chOff x="1332009" y="1499935"/>
            <a:chExt cx="331895" cy="359311"/>
          </a:xfrm>
        </p:grpSpPr>
        <p:sp>
          <p:nvSpPr>
            <p:cNvPr id="12851" name="Google Shape;12851;p76"/>
            <p:cNvSpPr/>
            <p:nvPr/>
          </p:nvSpPr>
          <p:spPr>
            <a:xfrm>
              <a:off x="1435414" y="1570451"/>
              <a:ext cx="28515" cy="79210"/>
            </a:xfrm>
            <a:custGeom>
              <a:avLst/>
              <a:gdLst/>
              <a:ahLst/>
              <a:cxnLst/>
              <a:rect l="l" t="t" r="r" b="b"/>
              <a:pathLst>
                <a:path w="1089" h="3025" extrusionOk="0">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2" name="Google Shape;12852;p76"/>
            <p:cNvSpPr/>
            <p:nvPr/>
          </p:nvSpPr>
          <p:spPr>
            <a:xfrm>
              <a:off x="1435414" y="1627665"/>
              <a:ext cx="28515" cy="21995"/>
            </a:xfrm>
            <a:custGeom>
              <a:avLst/>
              <a:gdLst/>
              <a:ahLst/>
              <a:cxnLst/>
              <a:rect l="l" t="t" r="r" b="b"/>
              <a:pathLst>
                <a:path w="1089" h="840" extrusionOk="0">
                  <a:moveTo>
                    <a:pt x="1" y="0"/>
                  </a:moveTo>
                  <a:lnTo>
                    <a:pt x="1" y="840"/>
                  </a:lnTo>
                  <a:lnTo>
                    <a:pt x="1088" y="840"/>
                  </a:lnTo>
                  <a:lnTo>
                    <a:pt x="108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76"/>
            <p:cNvSpPr/>
            <p:nvPr/>
          </p:nvSpPr>
          <p:spPr>
            <a:xfrm>
              <a:off x="1350496" y="1570451"/>
              <a:ext cx="28254" cy="79210"/>
            </a:xfrm>
            <a:custGeom>
              <a:avLst/>
              <a:gdLst/>
              <a:ahLst/>
              <a:cxnLst/>
              <a:rect l="l" t="t" r="r" b="b"/>
              <a:pathLst>
                <a:path w="1079" h="3025" extrusionOk="0">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76"/>
            <p:cNvSpPr/>
            <p:nvPr/>
          </p:nvSpPr>
          <p:spPr>
            <a:xfrm>
              <a:off x="1350496" y="1627665"/>
              <a:ext cx="28254" cy="21995"/>
            </a:xfrm>
            <a:custGeom>
              <a:avLst/>
              <a:gdLst/>
              <a:ahLst/>
              <a:cxnLst/>
              <a:rect l="l" t="t" r="r" b="b"/>
              <a:pathLst>
                <a:path w="1079" h="840" extrusionOk="0">
                  <a:moveTo>
                    <a:pt x="0" y="0"/>
                  </a:moveTo>
                  <a:lnTo>
                    <a:pt x="0" y="840"/>
                  </a:lnTo>
                  <a:lnTo>
                    <a:pt x="1078" y="840"/>
                  </a:lnTo>
                  <a:lnTo>
                    <a:pt x="107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76"/>
            <p:cNvSpPr/>
            <p:nvPr/>
          </p:nvSpPr>
          <p:spPr>
            <a:xfrm>
              <a:off x="1392706" y="1791531"/>
              <a:ext cx="28751" cy="67714"/>
            </a:xfrm>
            <a:custGeom>
              <a:avLst/>
              <a:gdLst/>
              <a:ahLst/>
              <a:cxnLst/>
              <a:rect l="l" t="t" r="r" b="b"/>
              <a:pathLst>
                <a:path w="1098" h="2586" extrusionOk="0">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76"/>
            <p:cNvSpPr/>
            <p:nvPr/>
          </p:nvSpPr>
          <p:spPr>
            <a:xfrm>
              <a:off x="1392942" y="1791531"/>
              <a:ext cx="28515" cy="22519"/>
            </a:xfrm>
            <a:custGeom>
              <a:avLst/>
              <a:gdLst/>
              <a:ahLst/>
              <a:cxnLst/>
              <a:rect l="l" t="t" r="r" b="b"/>
              <a:pathLst>
                <a:path w="1089" h="860" extrusionOk="0">
                  <a:moveTo>
                    <a:pt x="1" y="1"/>
                  </a:moveTo>
                  <a:lnTo>
                    <a:pt x="1" y="859"/>
                  </a:lnTo>
                  <a:lnTo>
                    <a:pt x="1089" y="859"/>
                  </a:lnTo>
                  <a:lnTo>
                    <a:pt x="108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76"/>
            <p:cNvSpPr/>
            <p:nvPr/>
          </p:nvSpPr>
          <p:spPr>
            <a:xfrm>
              <a:off x="1386448" y="1765294"/>
              <a:ext cx="41503" cy="33255"/>
            </a:xfrm>
            <a:custGeom>
              <a:avLst/>
              <a:gdLst/>
              <a:ahLst/>
              <a:cxnLst/>
              <a:rect l="l" t="t" r="r" b="b"/>
              <a:pathLst>
                <a:path w="1585" h="1270" extrusionOk="0">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76"/>
            <p:cNvSpPr/>
            <p:nvPr/>
          </p:nvSpPr>
          <p:spPr>
            <a:xfrm>
              <a:off x="1411428" y="1765294"/>
              <a:ext cx="16287" cy="33255"/>
            </a:xfrm>
            <a:custGeom>
              <a:avLst/>
              <a:gdLst/>
              <a:ahLst/>
              <a:cxnLst/>
              <a:rect l="l" t="t" r="r" b="b"/>
              <a:pathLst>
                <a:path w="622" h="1270" extrusionOk="0">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76"/>
            <p:cNvSpPr/>
            <p:nvPr/>
          </p:nvSpPr>
          <p:spPr>
            <a:xfrm>
              <a:off x="1381473" y="1738585"/>
              <a:ext cx="51480" cy="33517"/>
            </a:xfrm>
            <a:custGeom>
              <a:avLst/>
              <a:gdLst/>
              <a:ahLst/>
              <a:cxnLst/>
              <a:rect l="l" t="t" r="r" b="b"/>
              <a:pathLst>
                <a:path w="1966" h="1280" extrusionOk="0">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0" name="Google Shape;12860;p76"/>
            <p:cNvSpPr/>
            <p:nvPr/>
          </p:nvSpPr>
          <p:spPr>
            <a:xfrm>
              <a:off x="1411428" y="1738585"/>
              <a:ext cx="21524" cy="33517"/>
            </a:xfrm>
            <a:custGeom>
              <a:avLst/>
              <a:gdLst/>
              <a:ahLst/>
              <a:cxnLst/>
              <a:rect l="l" t="t" r="r" b="b"/>
              <a:pathLst>
                <a:path w="822" h="1280" extrusionOk="0">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1" name="Google Shape;12861;p76"/>
            <p:cNvSpPr/>
            <p:nvPr/>
          </p:nvSpPr>
          <p:spPr>
            <a:xfrm>
              <a:off x="1339001" y="1668619"/>
              <a:ext cx="136162" cy="77220"/>
            </a:xfrm>
            <a:custGeom>
              <a:avLst/>
              <a:gdLst/>
              <a:ahLst/>
              <a:cxnLst/>
              <a:rect l="l" t="t" r="r" b="b"/>
              <a:pathLst>
                <a:path w="5200" h="2949" extrusionOk="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76"/>
            <p:cNvSpPr/>
            <p:nvPr/>
          </p:nvSpPr>
          <p:spPr>
            <a:xfrm>
              <a:off x="1411428" y="1668619"/>
              <a:ext cx="63996" cy="77220"/>
            </a:xfrm>
            <a:custGeom>
              <a:avLst/>
              <a:gdLst/>
              <a:ahLst/>
              <a:cxnLst/>
              <a:rect l="l" t="t" r="r" b="b"/>
              <a:pathLst>
                <a:path w="2444" h="2949" extrusionOk="0">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76"/>
            <p:cNvSpPr/>
            <p:nvPr/>
          </p:nvSpPr>
          <p:spPr>
            <a:xfrm>
              <a:off x="1332009" y="1640889"/>
              <a:ext cx="150145" cy="27756"/>
            </a:xfrm>
            <a:custGeom>
              <a:avLst/>
              <a:gdLst/>
              <a:ahLst/>
              <a:cxnLst/>
              <a:rect l="l" t="t" r="r" b="b"/>
              <a:pathLst>
                <a:path w="5734" h="1060" extrusionOk="0">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76"/>
            <p:cNvSpPr/>
            <p:nvPr/>
          </p:nvSpPr>
          <p:spPr>
            <a:xfrm>
              <a:off x="1461651" y="1640889"/>
              <a:ext cx="20503" cy="27756"/>
            </a:xfrm>
            <a:custGeom>
              <a:avLst/>
              <a:gdLst/>
              <a:ahLst/>
              <a:cxnLst/>
              <a:rect l="l" t="t" r="r" b="b"/>
              <a:pathLst>
                <a:path w="783" h="1060" extrusionOk="0">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76"/>
            <p:cNvSpPr/>
            <p:nvPr/>
          </p:nvSpPr>
          <p:spPr>
            <a:xfrm>
              <a:off x="1467386" y="1499935"/>
              <a:ext cx="196518" cy="165725"/>
            </a:xfrm>
            <a:custGeom>
              <a:avLst/>
              <a:gdLst/>
              <a:ahLst/>
              <a:cxnLst/>
              <a:rect l="l" t="t" r="r" b="b"/>
              <a:pathLst>
                <a:path w="7505" h="6329" extrusionOk="0">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76"/>
            <p:cNvSpPr/>
            <p:nvPr/>
          </p:nvSpPr>
          <p:spPr>
            <a:xfrm>
              <a:off x="1369873" y="1679852"/>
              <a:ext cx="74653" cy="11050"/>
            </a:xfrm>
            <a:custGeom>
              <a:avLst/>
              <a:gdLst/>
              <a:ahLst/>
              <a:cxnLst/>
              <a:rect l="l" t="t" r="r" b="b"/>
              <a:pathLst>
                <a:path w="2851" h="422" extrusionOk="0">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7" name="Google Shape;12867;p76"/>
            <p:cNvSpPr/>
            <p:nvPr/>
          </p:nvSpPr>
          <p:spPr>
            <a:xfrm>
              <a:off x="1533346" y="1524496"/>
              <a:ext cx="60487" cy="92459"/>
            </a:xfrm>
            <a:custGeom>
              <a:avLst/>
              <a:gdLst/>
              <a:ahLst/>
              <a:cxnLst/>
              <a:rect l="l" t="t" r="r" b="b"/>
              <a:pathLst>
                <a:path w="2310" h="3531" extrusionOk="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8" name="Google Shape;12868;p76"/>
          <p:cNvGrpSpPr/>
          <p:nvPr/>
        </p:nvGrpSpPr>
        <p:grpSpPr>
          <a:xfrm>
            <a:off x="2663464" y="3346815"/>
            <a:ext cx="289528" cy="359232"/>
            <a:chOff x="2663464" y="3346815"/>
            <a:chExt cx="289528" cy="359232"/>
          </a:xfrm>
        </p:grpSpPr>
        <p:sp>
          <p:nvSpPr>
            <p:cNvPr id="12869" name="Google Shape;12869;p76"/>
            <p:cNvSpPr/>
            <p:nvPr/>
          </p:nvSpPr>
          <p:spPr>
            <a:xfrm>
              <a:off x="2663464" y="3490676"/>
              <a:ext cx="133674" cy="140666"/>
            </a:xfrm>
            <a:custGeom>
              <a:avLst/>
              <a:gdLst/>
              <a:ahLst/>
              <a:cxnLst/>
              <a:rect l="l" t="t" r="r" b="b"/>
              <a:pathLst>
                <a:path w="5105" h="5372" extrusionOk="0">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76"/>
            <p:cNvSpPr/>
            <p:nvPr/>
          </p:nvSpPr>
          <p:spPr>
            <a:xfrm>
              <a:off x="2742386" y="3610839"/>
              <a:ext cx="54753" cy="20503"/>
            </a:xfrm>
            <a:custGeom>
              <a:avLst/>
              <a:gdLst/>
              <a:ahLst/>
              <a:cxnLst/>
              <a:rect l="l" t="t" r="r" b="b"/>
              <a:pathLst>
                <a:path w="2091" h="783" extrusionOk="0">
                  <a:moveTo>
                    <a:pt x="1" y="1"/>
                  </a:moveTo>
                  <a:lnTo>
                    <a:pt x="1" y="783"/>
                  </a:lnTo>
                  <a:lnTo>
                    <a:pt x="2090" y="783"/>
                  </a:lnTo>
                  <a:lnTo>
                    <a:pt x="2090"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76"/>
            <p:cNvSpPr/>
            <p:nvPr/>
          </p:nvSpPr>
          <p:spPr>
            <a:xfrm>
              <a:off x="2819082" y="3490676"/>
              <a:ext cx="133910" cy="140666"/>
            </a:xfrm>
            <a:custGeom>
              <a:avLst/>
              <a:gdLst/>
              <a:ahLst/>
              <a:cxnLst/>
              <a:rect l="l" t="t" r="r" b="b"/>
              <a:pathLst>
                <a:path w="5114" h="5372" extrusionOk="0">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2" name="Google Shape;12872;p76"/>
            <p:cNvSpPr/>
            <p:nvPr/>
          </p:nvSpPr>
          <p:spPr>
            <a:xfrm>
              <a:off x="2819082" y="3610839"/>
              <a:ext cx="54988" cy="20503"/>
            </a:xfrm>
            <a:custGeom>
              <a:avLst/>
              <a:gdLst/>
              <a:ahLst/>
              <a:cxnLst/>
              <a:rect l="l" t="t" r="r" b="b"/>
              <a:pathLst>
                <a:path w="2100" h="783" extrusionOk="0">
                  <a:moveTo>
                    <a:pt x="1" y="1"/>
                  </a:moveTo>
                  <a:lnTo>
                    <a:pt x="1" y="783"/>
                  </a:lnTo>
                  <a:lnTo>
                    <a:pt x="2099" y="783"/>
                  </a:lnTo>
                  <a:lnTo>
                    <a:pt x="2099"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3" name="Google Shape;12873;p76"/>
            <p:cNvSpPr/>
            <p:nvPr/>
          </p:nvSpPr>
          <p:spPr>
            <a:xfrm>
              <a:off x="2714918" y="3346815"/>
              <a:ext cx="167898" cy="178189"/>
            </a:xfrm>
            <a:custGeom>
              <a:avLst/>
              <a:gdLst/>
              <a:ahLst/>
              <a:cxnLst/>
              <a:rect l="l" t="t" r="r" b="b"/>
              <a:pathLst>
                <a:path w="6412" h="6805" extrusionOk="0">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76"/>
            <p:cNvSpPr/>
            <p:nvPr/>
          </p:nvSpPr>
          <p:spPr>
            <a:xfrm>
              <a:off x="2757887" y="3372293"/>
              <a:ext cx="101467" cy="98744"/>
            </a:xfrm>
            <a:custGeom>
              <a:avLst/>
              <a:gdLst/>
              <a:ahLst/>
              <a:cxnLst/>
              <a:rect l="l" t="t" r="r" b="b"/>
              <a:pathLst>
                <a:path w="3875" h="3771" extrusionOk="0">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76"/>
            <p:cNvSpPr/>
            <p:nvPr/>
          </p:nvSpPr>
          <p:spPr>
            <a:xfrm>
              <a:off x="2789597" y="3403323"/>
              <a:ext cx="36999" cy="36423"/>
            </a:xfrm>
            <a:custGeom>
              <a:avLst/>
              <a:gdLst/>
              <a:ahLst/>
              <a:cxnLst/>
              <a:rect l="l" t="t" r="r" b="b"/>
              <a:pathLst>
                <a:path w="1413" h="1391" extrusionOk="0">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76"/>
            <p:cNvSpPr/>
            <p:nvPr/>
          </p:nvSpPr>
          <p:spPr>
            <a:xfrm>
              <a:off x="2734137" y="3660564"/>
              <a:ext cx="63001" cy="45483"/>
            </a:xfrm>
            <a:custGeom>
              <a:avLst/>
              <a:gdLst/>
              <a:ahLst/>
              <a:cxnLst/>
              <a:rect l="l" t="t" r="r" b="b"/>
              <a:pathLst>
                <a:path w="2406" h="1737" extrusionOk="0">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76"/>
            <p:cNvSpPr/>
            <p:nvPr/>
          </p:nvSpPr>
          <p:spPr>
            <a:xfrm>
              <a:off x="2734137" y="3629325"/>
              <a:ext cx="63001" cy="31265"/>
            </a:xfrm>
            <a:custGeom>
              <a:avLst/>
              <a:gdLst/>
              <a:ahLst/>
              <a:cxnLst/>
              <a:rect l="l" t="t" r="r" b="b"/>
              <a:pathLst>
                <a:path w="2406" h="1194" extrusionOk="0">
                  <a:moveTo>
                    <a:pt x="220" y="1"/>
                  </a:moveTo>
                  <a:cubicBezTo>
                    <a:pt x="106" y="1"/>
                    <a:pt x="1" y="96"/>
                    <a:pt x="1" y="220"/>
                  </a:cubicBezTo>
                  <a:lnTo>
                    <a:pt x="1" y="1193"/>
                  </a:lnTo>
                  <a:lnTo>
                    <a:pt x="2405" y="1193"/>
                  </a:lnTo>
                  <a:lnTo>
                    <a:pt x="2405"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76"/>
            <p:cNvSpPr/>
            <p:nvPr/>
          </p:nvSpPr>
          <p:spPr>
            <a:xfrm>
              <a:off x="2819082" y="3660564"/>
              <a:ext cx="62975" cy="45483"/>
            </a:xfrm>
            <a:custGeom>
              <a:avLst/>
              <a:gdLst/>
              <a:ahLst/>
              <a:cxnLst/>
              <a:rect l="l" t="t" r="r" b="b"/>
              <a:pathLst>
                <a:path w="2405" h="1737" extrusionOk="0">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76"/>
            <p:cNvSpPr/>
            <p:nvPr/>
          </p:nvSpPr>
          <p:spPr>
            <a:xfrm>
              <a:off x="2819082" y="3629090"/>
              <a:ext cx="62975" cy="31239"/>
            </a:xfrm>
            <a:custGeom>
              <a:avLst/>
              <a:gdLst/>
              <a:ahLst/>
              <a:cxnLst/>
              <a:rect l="l" t="t" r="r" b="b"/>
              <a:pathLst>
                <a:path w="2405" h="1193" extrusionOk="0">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80" name="Google Shape;12880;p76"/>
          <p:cNvGrpSpPr/>
          <p:nvPr/>
        </p:nvGrpSpPr>
        <p:grpSpPr>
          <a:xfrm>
            <a:off x="1315775" y="2881927"/>
            <a:ext cx="269051" cy="366983"/>
            <a:chOff x="1315775" y="2881927"/>
            <a:chExt cx="269051" cy="366983"/>
          </a:xfrm>
        </p:grpSpPr>
        <p:sp>
          <p:nvSpPr>
            <p:cNvPr id="12881" name="Google Shape;12881;p76"/>
            <p:cNvSpPr/>
            <p:nvPr/>
          </p:nvSpPr>
          <p:spPr>
            <a:xfrm>
              <a:off x="1319755" y="3230397"/>
              <a:ext cx="185390" cy="13250"/>
            </a:xfrm>
            <a:custGeom>
              <a:avLst/>
              <a:gdLst/>
              <a:ahLst/>
              <a:cxnLst/>
              <a:rect l="l" t="t" r="r" b="b"/>
              <a:pathLst>
                <a:path w="7080" h="506" extrusionOk="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76"/>
            <p:cNvSpPr/>
            <p:nvPr/>
          </p:nvSpPr>
          <p:spPr>
            <a:xfrm>
              <a:off x="1315775" y="2917146"/>
              <a:ext cx="191124" cy="331764"/>
            </a:xfrm>
            <a:custGeom>
              <a:avLst/>
              <a:gdLst/>
              <a:ahLst/>
              <a:cxnLst/>
              <a:rect l="l" t="t" r="r" b="b"/>
              <a:pathLst>
                <a:path w="7299" h="12670" extrusionOk="0">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3" name="Google Shape;12883;p76"/>
            <p:cNvSpPr/>
            <p:nvPr/>
          </p:nvSpPr>
          <p:spPr>
            <a:xfrm>
              <a:off x="1430674" y="2917146"/>
              <a:ext cx="76225" cy="118435"/>
            </a:xfrm>
            <a:custGeom>
              <a:avLst/>
              <a:gdLst/>
              <a:ahLst/>
              <a:cxnLst/>
              <a:rect l="l" t="t" r="r" b="b"/>
              <a:pathLst>
                <a:path w="2911" h="4523" extrusionOk="0">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4" name="Google Shape;12884;p76"/>
            <p:cNvSpPr/>
            <p:nvPr/>
          </p:nvSpPr>
          <p:spPr>
            <a:xfrm>
              <a:off x="1335256" y="2950872"/>
              <a:ext cx="152397" cy="239069"/>
            </a:xfrm>
            <a:custGeom>
              <a:avLst/>
              <a:gdLst/>
              <a:ahLst/>
              <a:cxnLst/>
              <a:rect l="l" t="t" r="r" b="b"/>
              <a:pathLst>
                <a:path w="5820" h="9130" extrusionOk="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5" name="Google Shape;12885;p76"/>
            <p:cNvSpPr/>
            <p:nvPr/>
          </p:nvSpPr>
          <p:spPr>
            <a:xfrm>
              <a:off x="1430674" y="2950872"/>
              <a:ext cx="56979" cy="80467"/>
            </a:xfrm>
            <a:custGeom>
              <a:avLst/>
              <a:gdLst/>
              <a:ahLst/>
              <a:cxnLst/>
              <a:rect l="l" t="t" r="r" b="b"/>
              <a:pathLst>
                <a:path w="2176" h="3073" extrusionOk="0">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76"/>
            <p:cNvSpPr/>
            <p:nvPr/>
          </p:nvSpPr>
          <p:spPr>
            <a:xfrm>
              <a:off x="1334994" y="2950872"/>
              <a:ext cx="152423" cy="239069"/>
            </a:xfrm>
            <a:custGeom>
              <a:avLst/>
              <a:gdLst/>
              <a:ahLst/>
              <a:cxnLst/>
              <a:rect l="l" t="t" r="r" b="b"/>
              <a:pathLst>
                <a:path w="5821" h="9130" extrusionOk="0">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76"/>
            <p:cNvSpPr/>
            <p:nvPr/>
          </p:nvSpPr>
          <p:spPr>
            <a:xfrm>
              <a:off x="1398938" y="3203662"/>
              <a:ext cx="24771" cy="24771"/>
            </a:xfrm>
            <a:custGeom>
              <a:avLst/>
              <a:gdLst/>
              <a:ahLst/>
              <a:cxnLst/>
              <a:rect l="l" t="t" r="r" b="b"/>
              <a:pathLst>
                <a:path w="946" h="946" extrusionOk="0">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76"/>
            <p:cNvSpPr/>
            <p:nvPr/>
          </p:nvSpPr>
          <p:spPr>
            <a:xfrm>
              <a:off x="1448166" y="2881927"/>
              <a:ext cx="136660" cy="136660"/>
            </a:xfrm>
            <a:custGeom>
              <a:avLst/>
              <a:gdLst/>
              <a:ahLst/>
              <a:cxnLst/>
              <a:rect l="l" t="t" r="r" b="b"/>
              <a:pathLst>
                <a:path w="5219" h="5219" extrusionOk="0">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76"/>
            <p:cNvSpPr/>
            <p:nvPr/>
          </p:nvSpPr>
          <p:spPr>
            <a:xfrm>
              <a:off x="1477127" y="2911149"/>
              <a:ext cx="78738" cy="77717"/>
            </a:xfrm>
            <a:custGeom>
              <a:avLst/>
              <a:gdLst/>
              <a:ahLst/>
              <a:cxnLst/>
              <a:rect l="l" t="t" r="r" b="b"/>
              <a:pathLst>
                <a:path w="3007" h="2968" extrusionOk="0">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76"/>
            <p:cNvSpPr/>
            <p:nvPr/>
          </p:nvSpPr>
          <p:spPr>
            <a:xfrm>
              <a:off x="1399462" y="2924923"/>
              <a:ext cx="20739" cy="17963"/>
            </a:xfrm>
            <a:custGeom>
              <a:avLst/>
              <a:gdLst/>
              <a:ahLst/>
              <a:cxnLst/>
              <a:rect l="l" t="t" r="r" b="b"/>
              <a:pathLst>
                <a:path w="792" h="686" extrusionOk="0">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76"/>
            <p:cNvSpPr/>
            <p:nvPr/>
          </p:nvSpPr>
          <p:spPr>
            <a:xfrm>
              <a:off x="1363484" y="3032045"/>
              <a:ext cx="95706" cy="22519"/>
            </a:xfrm>
            <a:custGeom>
              <a:avLst/>
              <a:gdLst/>
              <a:ahLst/>
              <a:cxnLst/>
              <a:rect l="l" t="t" r="r" b="b"/>
              <a:pathLst>
                <a:path w="3655" h="860" extrusionOk="0">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76"/>
            <p:cNvSpPr/>
            <p:nvPr/>
          </p:nvSpPr>
          <p:spPr>
            <a:xfrm>
              <a:off x="1363484" y="3073261"/>
              <a:ext cx="95706" cy="22519"/>
            </a:xfrm>
            <a:custGeom>
              <a:avLst/>
              <a:gdLst/>
              <a:ahLst/>
              <a:cxnLst/>
              <a:rect l="l" t="t" r="r" b="b"/>
              <a:pathLst>
                <a:path w="3655" h="860" extrusionOk="0">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76"/>
            <p:cNvSpPr/>
            <p:nvPr/>
          </p:nvSpPr>
          <p:spPr>
            <a:xfrm>
              <a:off x="1363484" y="3114240"/>
              <a:ext cx="95706" cy="22493"/>
            </a:xfrm>
            <a:custGeom>
              <a:avLst/>
              <a:gdLst/>
              <a:ahLst/>
              <a:cxnLst/>
              <a:rect l="l" t="t" r="r" b="b"/>
              <a:pathLst>
                <a:path w="3655" h="859" extrusionOk="0">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76"/>
            <p:cNvSpPr/>
            <p:nvPr/>
          </p:nvSpPr>
          <p:spPr>
            <a:xfrm>
              <a:off x="1508863" y="2912406"/>
              <a:ext cx="46740" cy="77193"/>
            </a:xfrm>
            <a:custGeom>
              <a:avLst/>
              <a:gdLst/>
              <a:ahLst/>
              <a:cxnLst/>
              <a:rect l="l" t="t" r="r" b="b"/>
              <a:pathLst>
                <a:path w="1785" h="2948" extrusionOk="0">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76"/>
            <p:cNvSpPr/>
            <p:nvPr/>
          </p:nvSpPr>
          <p:spPr>
            <a:xfrm>
              <a:off x="1477127" y="2938879"/>
              <a:ext cx="32757" cy="35245"/>
            </a:xfrm>
            <a:custGeom>
              <a:avLst/>
              <a:gdLst/>
              <a:ahLst/>
              <a:cxnLst/>
              <a:rect l="l" t="t" r="r" b="b"/>
              <a:pathLst>
                <a:path w="1251" h="1346" extrusionOk="0">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6" name="Google Shape;12896;p76"/>
          <p:cNvGrpSpPr/>
          <p:nvPr/>
        </p:nvGrpSpPr>
        <p:grpSpPr>
          <a:xfrm>
            <a:off x="3977427" y="1980142"/>
            <a:ext cx="359232" cy="322023"/>
            <a:chOff x="3977427" y="1980142"/>
            <a:chExt cx="359232" cy="322023"/>
          </a:xfrm>
        </p:grpSpPr>
        <p:sp>
          <p:nvSpPr>
            <p:cNvPr id="12897" name="Google Shape;12897;p76"/>
            <p:cNvSpPr/>
            <p:nvPr/>
          </p:nvSpPr>
          <p:spPr>
            <a:xfrm>
              <a:off x="3977427" y="2064065"/>
              <a:ext cx="303039" cy="238100"/>
            </a:xfrm>
            <a:custGeom>
              <a:avLst/>
              <a:gdLst/>
              <a:ahLst/>
              <a:cxnLst/>
              <a:rect l="l" t="t" r="r" b="b"/>
              <a:pathLst>
                <a:path w="11573" h="9093" extrusionOk="0">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76"/>
            <p:cNvSpPr/>
            <p:nvPr/>
          </p:nvSpPr>
          <p:spPr>
            <a:xfrm>
              <a:off x="3977427" y="2179724"/>
              <a:ext cx="303039" cy="122441"/>
            </a:xfrm>
            <a:custGeom>
              <a:avLst/>
              <a:gdLst/>
              <a:ahLst/>
              <a:cxnLst/>
              <a:rect l="l" t="t" r="r" b="b"/>
              <a:pathLst>
                <a:path w="11573" h="4676" extrusionOk="0">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76"/>
            <p:cNvSpPr/>
            <p:nvPr/>
          </p:nvSpPr>
          <p:spPr>
            <a:xfrm>
              <a:off x="4175517" y="2103787"/>
              <a:ext cx="104949" cy="49149"/>
            </a:xfrm>
            <a:custGeom>
              <a:avLst/>
              <a:gdLst/>
              <a:ahLst/>
              <a:cxnLst/>
              <a:rect l="l" t="t" r="r" b="b"/>
              <a:pathLst>
                <a:path w="4008" h="1877" extrusionOk="0">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0" name="Google Shape;12900;p76"/>
            <p:cNvSpPr/>
            <p:nvPr/>
          </p:nvSpPr>
          <p:spPr>
            <a:xfrm>
              <a:off x="3978161" y="2164248"/>
              <a:ext cx="327784" cy="137916"/>
            </a:xfrm>
            <a:custGeom>
              <a:avLst/>
              <a:gdLst/>
              <a:ahLst/>
              <a:cxnLst/>
              <a:rect l="l" t="t" r="r" b="b"/>
              <a:pathLst>
                <a:path w="12518" h="5267" extrusionOk="0">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1" name="Google Shape;12901;p76"/>
            <p:cNvSpPr/>
            <p:nvPr/>
          </p:nvSpPr>
          <p:spPr>
            <a:xfrm>
              <a:off x="3978161" y="2277891"/>
              <a:ext cx="306783" cy="24273"/>
            </a:xfrm>
            <a:custGeom>
              <a:avLst/>
              <a:gdLst/>
              <a:ahLst/>
              <a:cxnLst/>
              <a:rect l="l" t="t" r="r" b="b"/>
              <a:pathLst>
                <a:path w="11716" h="927" extrusionOk="0">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76"/>
            <p:cNvSpPr/>
            <p:nvPr/>
          </p:nvSpPr>
          <p:spPr>
            <a:xfrm>
              <a:off x="4181513"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76"/>
            <p:cNvSpPr/>
            <p:nvPr/>
          </p:nvSpPr>
          <p:spPr>
            <a:xfrm>
              <a:off x="4241870" y="2033585"/>
              <a:ext cx="23357" cy="62242"/>
            </a:xfrm>
            <a:custGeom>
              <a:avLst/>
              <a:gdLst/>
              <a:ahLst/>
              <a:cxnLst/>
              <a:rect l="l" t="t" r="r" b="b"/>
              <a:pathLst>
                <a:path w="892" h="2377" extrusionOk="0">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76"/>
            <p:cNvSpPr/>
            <p:nvPr/>
          </p:nvSpPr>
          <p:spPr>
            <a:xfrm>
              <a:off x="4241372" y="2087762"/>
              <a:ext cx="37183" cy="10814"/>
            </a:xfrm>
            <a:custGeom>
              <a:avLst/>
              <a:gdLst/>
              <a:ahLst/>
              <a:cxnLst/>
              <a:rect l="l" t="t" r="r" b="b"/>
              <a:pathLst>
                <a:path w="1420" h="413" extrusionOk="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76"/>
            <p:cNvSpPr/>
            <p:nvPr/>
          </p:nvSpPr>
          <p:spPr>
            <a:xfrm>
              <a:off x="4245221" y="2013239"/>
              <a:ext cx="20005" cy="17125"/>
            </a:xfrm>
            <a:custGeom>
              <a:avLst/>
              <a:gdLst/>
              <a:ahLst/>
              <a:cxnLst/>
              <a:rect l="l" t="t" r="r" b="b"/>
              <a:pathLst>
                <a:path w="764" h="654" extrusionOk="0">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76"/>
            <p:cNvSpPr/>
            <p:nvPr/>
          </p:nvSpPr>
          <p:spPr>
            <a:xfrm>
              <a:off x="3977663"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7" name="Google Shape;12907;p76"/>
          <p:cNvGrpSpPr/>
          <p:nvPr/>
        </p:nvGrpSpPr>
        <p:grpSpPr>
          <a:xfrm>
            <a:off x="865628" y="2413608"/>
            <a:ext cx="361720" cy="359180"/>
            <a:chOff x="865628" y="2413608"/>
            <a:chExt cx="361720" cy="359180"/>
          </a:xfrm>
        </p:grpSpPr>
        <p:sp>
          <p:nvSpPr>
            <p:cNvPr id="12908" name="Google Shape;12908;p76"/>
            <p:cNvSpPr/>
            <p:nvPr/>
          </p:nvSpPr>
          <p:spPr>
            <a:xfrm>
              <a:off x="865628" y="2710048"/>
              <a:ext cx="63472" cy="62739"/>
            </a:xfrm>
            <a:custGeom>
              <a:avLst/>
              <a:gdLst/>
              <a:ahLst/>
              <a:cxnLst/>
              <a:rect l="l" t="t" r="r" b="b"/>
              <a:pathLst>
                <a:path w="2424" h="2396" extrusionOk="0">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76"/>
            <p:cNvSpPr/>
            <p:nvPr/>
          </p:nvSpPr>
          <p:spPr>
            <a:xfrm>
              <a:off x="880370" y="2726283"/>
              <a:ext cx="48730" cy="46505"/>
            </a:xfrm>
            <a:custGeom>
              <a:avLst/>
              <a:gdLst/>
              <a:ahLst/>
              <a:cxnLst/>
              <a:rect l="l" t="t" r="r" b="b"/>
              <a:pathLst>
                <a:path w="1861" h="1776" extrusionOk="0">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76"/>
            <p:cNvSpPr/>
            <p:nvPr/>
          </p:nvSpPr>
          <p:spPr>
            <a:xfrm>
              <a:off x="879349" y="2579909"/>
              <a:ext cx="179891" cy="179132"/>
            </a:xfrm>
            <a:custGeom>
              <a:avLst/>
              <a:gdLst/>
              <a:ahLst/>
              <a:cxnLst/>
              <a:rect l="l" t="t" r="r" b="b"/>
              <a:pathLst>
                <a:path w="6870" h="6841" extrusionOk="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76"/>
            <p:cNvSpPr/>
            <p:nvPr/>
          </p:nvSpPr>
          <p:spPr>
            <a:xfrm>
              <a:off x="899590" y="2602140"/>
              <a:ext cx="159650" cy="156901"/>
            </a:xfrm>
            <a:custGeom>
              <a:avLst/>
              <a:gdLst/>
              <a:ahLst/>
              <a:cxnLst/>
              <a:rect l="l" t="t" r="r" b="b"/>
              <a:pathLst>
                <a:path w="6097" h="5992" extrusionOk="0">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76"/>
            <p:cNvSpPr/>
            <p:nvPr/>
          </p:nvSpPr>
          <p:spPr>
            <a:xfrm>
              <a:off x="971782" y="2617432"/>
              <a:ext cx="50485" cy="49359"/>
            </a:xfrm>
            <a:custGeom>
              <a:avLst/>
              <a:gdLst/>
              <a:ahLst/>
              <a:cxnLst/>
              <a:rect l="l" t="t" r="r" b="b"/>
              <a:pathLst>
                <a:path w="1928" h="1885" extrusionOk="0">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76"/>
            <p:cNvSpPr/>
            <p:nvPr/>
          </p:nvSpPr>
          <p:spPr>
            <a:xfrm>
              <a:off x="1033500" y="2509707"/>
              <a:ext cx="95942" cy="95968"/>
            </a:xfrm>
            <a:custGeom>
              <a:avLst/>
              <a:gdLst/>
              <a:ahLst/>
              <a:cxnLst/>
              <a:rect l="l" t="t" r="r" b="b"/>
              <a:pathLst>
                <a:path w="3664" h="3665" extrusionOk="0">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76"/>
            <p:cNvSpPr/>
            <p:nvPr/>
          </p:nvSpPr>
          <p:spPr>
            <a:xfrm>
              <a:off x="1001502" y="2559171"/>
              <a:ext cx="78712" cy="77900"/>
            </a:xfrm>
            <a:custGeom>
              <a:avLst/>
              <a:gdLst/>
              <a:ahLst/>
              <a:cxnLst/>
              <a:rect l="l" t="t" r="r" b="b"/>
              <a:pathLst>
                <a:path w="3006" h="2975" extrusionOk="0">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76"/>
            <p:cNvSpPr/>
            <p:nvPr/>
          </p:nvSpPr>
          <p:spPr>
            <a:xfrm>
              <a:off x="1030227" y="2589912"/>
              <a:ext cx="49987" cy="47159"/>
            </a:xfrm>
            <a:custGeom>
              <a:avLst/>
              <a:gdLst/>
              <a:ahLst/>
              <a:cxnLst/>
              <a:rect l="l" t="t" r="r" b="b"/>
              <a:pathLst>
                <a:path w="1909" h="1801" extrusionOk="0">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76"/>
            <p:cNvSpPr/>
            <p:nvPr/>
          </p:nvSpPr>
          <p:spPr>
            <a:xfrm>
              <a:off x="1128159" y="2454719"/>
              <a:ext cx="58209" cy="54282"/>
            </a:xfrm>
            <a:custGeom>
              <a:avLst/>
              <a:gdLst/>
              <a:ahLst/>
              <a:cxnLst/>
              <a:rect l="l" t="t" r="r" b="b"/>
              <a:pathLst>
                <a:path w="2223" h="2073" extrusionOk="0">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7" name="Google Shape;12917;p76"/>
            <p:cNvSpPr/>
            <p:nvPr/>
          </p:nvSpPr>
          <p:spPr>
            <a:xfrm>
              <a:off x="1099932" y="2413608"/>
              <a:ext cx="10762" cy="72899"/>
            </a:xfrm>
            <a:custGeom>
              <a:avLst/>
              <a:gdLst/>
              <a:ahLst/>
              <a:cxnLst/>
              <a:rect l="l" t="t" r="r" b="b"/>
              <a:pathLst>
                <a:path w="411" h="2784" extrusionOk="0">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76"/>
            <p:cNvSpPr/>
            <p:nvPr/>
          </p:nvSpPr>
          <p:spPr>
            <a:xfrm>
              <a:off x="1150888" y="2528194"/>
              <a:ext cx="76460" cy="10762"/>
            </a:xfrm>
            <a:custGeom>
              <a:avLst/>
              <a:gdLst/>
              <a:ahLst/>
              <a:cxnLst/>
              <a:rect l="l" t="t" r="r" b="b"/>
              <a:pathLst>
                <a:path w="2920" h="411" extrusionOk="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76"/>
            <p:cNvSpPr/>
            <p:nvPr/>
          </p:nvSpPr>
          <p:spPr>
            <a:xfrm>
              <a:off x="1002262" y="2486533"/>
              <a:ext cx="150904" cy="145484"/>
            </a:xfrm>
            <a:custGeom>
              <a:avLst/>
              <a:gdLst/>
              <a:ahLst/>
              <a:cxnLst/>
              <a:rect l="l" t="t" r="r" b="b"/>
              <a:pathLst>
                <a:path w="5763" h="5556" extrusionOk="0">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76"/>
            <p:cNvSpPr/>
            <p:nvPr/>
          </p:nvSpPr>
          <p:spPr>
            <a:xfrm>
              <a:off x="1039470" y="2572656"/>
              <a:ext cx="113695" cy="59361"/>
            </a:xfrm>
            <a:custGeom>
              <a:avLst/>
              <a:gdLst/>
              <a:ahLst/>
              <a:cxnLst/>
              <a:rect l="l" t="t" r="r" b="b"/>
              <a:pathLst>
                <a:path w="4342" h="2267" extrusionOk="0">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1" name="Google Shape;12921;p76"/>
          <p:cNvGrpSpPr/>
          <p:nvPr/>
        </p:nvGrpSpPr>
        <p:grpSpPr>
          <a:xfrm>
            <a:off x="3117093" y="2881927"/>
            <a:ext cx="268815" cy="366983"/>
            <a:chOff x="3117093" y="2881927"/>
            <a:chExt cx="268815" cy="366983"/>
          </a:xfrm>
        </p:grpSpPr>
        <p:sp>
          <p:nvSpPr>
            <p:cNvPr id="12922" name="Google Shape;12922;p76"/>
            <p:cNvSpPr/>
            <p:nvPr/>
          </p:nvSpPr>
          <p:spPr>
            <a:xfrm>
              <a:off x="3117093" y="2917146"/>
              <a:ext cx="191124" cy="331764"/>
            </a:xfrm>
            <a:custGeom>
              <a:avLst/>
              <a:gdLst/>
              <a:ahLst/>
              <a:cxnLst/>
              <a:rect l="l" t="t" r="r" b="b"/>
              <a:pathLst>
                <a:path w="7299" h="12670" extrusionOk="0">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3" name="Google Shape;12923;p76"/>
            <p:cNvSpPr/>
            <p:nvPr/>
          </p:nvSpPr>
          <p:spPr>
            <a:xfrm>
              <a:off x="3232019" y="2917146"/>
              <a:ext cx="76198" cy="118670"/>
            </a:xfrm>
            <a:custGeom>
              <a:avLst/>
              <a:gdLst/>
              <a:ahLst/>
              <a:cxnLst/>
              <a:rect l="l" t="t" r="r" b="b"/>
              <a:pathLst>
                <a:path w="2910" h="4532" extrusionOk="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76"/>
            <p:cNvSpPr/>
            <p:nvPr/>
          </p:nvSpPr>
          <p:spPr>
            <a:xfrm>
              <a:off x="3117093" y="3235398"/>
              <a:ext cx="191124" cy="13511"/>
            </a:xfrm>
            <a:custGeom>
              <a:avLst/>
              <a:gdLst/>
              <a:ahLst/>
              <a:cxnLst/>
              <a:rect l="l" t="t" r="r" b="b"/>
              <a:pathLst>
                <a:path w="7299" h="516" extrusionOk="0">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76"/>
            <p:cNvSpPr/>
            <p:nvPr/>
          </p:nvSpPr>
          <p:spPr>
            <a:xfrm>
              <a:off x="3136575" y="2950872"/>
              <a:ext cx="152161" cy="239069"/>
            </a:xfrm>
            <a:custGeom>
              <a:avLst/>
              <a:gdLst/>
              <a:ahLst/>
              <a:cxnLst/>
              <a:rect l="l" t="t" r="r" b="b"/>
              <a:pathLst>
                <a:path w="5811" h="9130" extrusionOk="0">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76"/>
            <p:cNvSpPr/>
            <p:nvPr/>
          </p:nvSpPr>
          <p:spPr>
            <a:xfrm>
              <a:off x="3232019" y="2950872"/>
              <a:ext cx="56717" cy="80467"/>
            </a:xfrm>
            <a:custGeom>
              <a:avLst/>
              <a:gdLst/>
              <a:ahLst/>
              <a:cxnLst/>
              <a:rect l="l" t="t" r="r" b="b"/>
              <a:pathLst>
                <a:path w="2166" h="3073" extrusionOk="0">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76"/>
            <p:cNvSpPr/>
            <p:nvPr/>
          </p:nvSpPr>
          <p:spPr>
            <a:xfrm>
              <a:off x="3136339" y="2951108"/>
              <a:ext cx="152397" cy="239095"/>
            </a:xfrm>
            <a:custGeom>
              <a:avLst/>
              <a:gdLst/>
              <a:ahLst/>
              <a:cxnLst/>
              <a:rect l="l" t="t" r="r" b="b"/>
              <a:pathLst>
                <a:path w="5820" h="9131" extrusionOk="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76"/>
            <p:cNvSpPr/>
            <p:nvPr/>
          </p:nvSpPr>
          <p:spPr>
            <a:xfrm>
              <a:off x="3190778" y="2927882"/>
              <a:ext cx="43755" cy="11024"/>
            </a:xfrm>
            <a:custGeom>
              <a:avLst/>
              <a:gdLst/>
              <a:ahLst/>
              <a:cxnLst/>
              <a:rect l="l" t="t" r="r" b="b"/>
              <a:pathLst>
                <a:path w="1671" h="421" extrusionOk="0">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76"/>
            <p:cNvSpPr/>
            <p:nvPr/>
          </p:nvSpPr>
          <p:spPr>
            <a:xfrm>
              <a:off x="3164802" y="3041289"/>
              <a:ext cx="95706" cy="22519"/>
            </a:xfrm>
            <a:custGeom>
              <a:avLst/>
              <a:gdLst/>
              <a:ahLst/>
              <a:cxnLst/>
              <a:rect l="l" t="t" r="r" b="b"/>
              <a:pathLst>
                <a:path w="3655" h="860" extrusionOk="0">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76"/>
            <p:cNvSpPr/>
            <p:nvPr/>
          </p:nvSpPr>
          <p:spPr>
            <a:xfrm>
              <a:off x="3157313" y="3083263"/>
              <a:ext cx="110448" cy="11024"/>
            </a:xfrm>
            <a:custGeom>
              <a:avLst/>
              <a:gdLst/>
              <a:ahLst/>
              <a:cxnLst/>
              <a:rect l="l" t="t" r="r" b="b"/>
              <a:pathLst>
                <a:path w="4218" h="421" extrusionOk="0">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1" name="Google Shape;12931;p76"/>
            <p:cNvSpPr/>
            <p:nvPr/>
          </p:nvSpPr>
          <p:spPr>
            <a:xfrm>
              <a:off x="3157313" y="3109998"/>
              <a:ext cx="110448" cy="11260"/>
            </a:xfrm>
            <a:custGeom>
              <a:avLst/>
              <a:gdLst/>
              <a:ahLst/>
              <a:cxnLst/>
              <a:rect l="l" t="t" r="r" b="b"/>
              <a:pathLst>
                <a:path w="4218" h="430" extrusionOk="0">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76"/>
            <p:cNvSpPr/>
            <p:nvPr/>
          </p:nvSpPr>
          <p:spPr>
            <a:xfrm>
              <a:off x="3200283" y="3203662"/>
              <a:ext cx="24745" cy="24771"/>
            </a:xfrm>
            <a:custGeom>
              <a:avLst/>
              <a:gdLst/>
              <a:ahLst/>
              <a:cxnLst/>
              <a:rect l="l" t="t" r="r" b="b"/>
              <a:pathLst>
                <a:path w="945" h="946" extrusionOk="0">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76"/>
            <p:cNvSpPr/>
            <p:nvPr/>
          </p:nvSpPr>
          <p:spPr>
            <a:xfrm>
              <a:off x="3249249" y="2881927"/>
              <a:ext cx="136660" cy="136660"/>
            </a:xfrm>
            <a:custGeom>
              <a:avLst/>
              <a:gdLst/>
              <a:ahLst/>
              <a:cxnLst/>
              <a:rect l="l" t="t" r="r" b="b"/>
              <a:pathLst>
                <a:path w="5219" h="5219" extrusionOk="0">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76"/>
            <p:cNvSpPr/>
            <p:nvPr/>
          </p:nvSpPr>
          <p:spPr>
            <a:xfrm>
              <a:off x="3301959" y="2928641"/>
              <a:ext cx="21995" cy="56219"/>
            </a:xfrm>
            <a:custGeom>
              <a:avLst/>
              <a:gdLst/>
              <a:ahLst/>
              <a:cxnLst/>
              <a:rect l="l" t="t" r="r" b="b"/>
              <a:pathLst>
                <a:path w="840" h="2147" extrusionOk="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76"/>
            <p:cNvSpPr/>
            <p:nvPr/>
          </p:nvSpPr>
          <p:spPr>
            <a:xfrm>
              <a:off x="3301462" y="2976088"/>
              <a:ext cx="33988" cy="11286"/>
            </a:xfrm>
            <a:custGeom>
              <a:avLst/>
              <a:gdLst/>
              <a:ahLst/>
              <a:cxnLst/>
              <a:rect l="l" t="t" r="r" b="b"/>
              <a:pathLst>
                <a:path w="1298" h="431" extrusionOk="0">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76"/>
            <p:cNvSpPr/>
            <p:nvPr/>
          </p:nvSpPr>
          <p:spPr>
            <a:xfrm>
              <a:off x="3304709" y="2910704"/>
              <a:ext cx="19246" cy="16706"/>
            </a:xfrm>
            <a:custGeom>
              <a:avLst/>
              <a:gdLst/>
              <a:ahLst/>
              <a:cxnLst/>
              <a:rect l="l" t="t" r="r" b="b"/>
              <a:pathLst>
                <a:path w="735" h="638" extrusionOk="0">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7" name="Google Shape;12937;p76"/>
          <p:cNvGrpSpPr/>
          <p:nvPr/>
        </p:nvGrpSpPr>
        <p:grpSpPr>
          <a:xfrm>
            <a:off x="3534508" y="1508000"/>
            <a:ext cx="368502" cy="343521"/>
            <a:chOff x="3534508" y="1508000"/>
            <a:chExt cx="368502" cy="343521"/>
          </a:xfrm>
        </p:grpSpPr>
        <p:sp>
          <p:nvSpPr>
            <p:cNvPr id="12938" name="Google Shape;12938;p76"/>
            <p:cNvSpPr/>
            <p:nvPr/>
          </p:nvSpPr>
          <p:spPr>
            <a:xfrm>
              <a:off x="3591984" y="1754322"/>
              <a:ext cx="45719" cy="45719"/>
            </a:xfrm>
            <a:custGeom>
              <a:avLst/>
              <a:gdLst/>
              <a:ahLst/>
              <a:cxnLst/>
              <a:rect l="l" t="t" r="r" b="b"/>
              <a:pathLst>
                <a:path w="1746" h="1746" extrusionOk="0">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76"/>
            <p:cNvSpPr/>
            <p:nvPr/>
          </p:nvSpPr>
          <p:spPr>
            <a:xfrm>
              <a:off x="3742600" y="1633897"/>
              <a:ext cx="106940" cy="91805"/>
            </a:xfrm>
            <a:custGeom>
              <a:avLst/>
              <a:gdLst/>
              <a:ahLst/>
              <a:cxnLst/>
              <a:rect l="l" t="t" r="r" b="b"/>
              <a:pathLst>
                <a:path w="4084" h="3506" extrusionOk="0">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0" name="Google Shape;12940;p76"/>
            <p:cNvSpPr/>
            <p:nvPr/>
          </p:nvSpPr>
          <p:spPr>
            <a:xfrm>
              <a:off x="3753336" y="1671132"/>
              <a:ext cx="100969" cy="54465"/>
            </a:xfrm>
            <a:custGeom>
              <a:avLst/>
              <a:gdLst/>
              <a:ahLst/>
              <a:cxnLst/>
              <a:rect l="l" t="t" r="r" b="b"/>
              <a:pathLst>
                <a:path w="3856" h="2080" extrusionOk="0">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1" name="Google Shape;12941;p76"/>
            <p:cNvSpPr/>
            <p:nvPr/>
          </p:nvSpPr>
          <p:spPr>
            <a:xfrm>
              <a:off x="3620447" y="1530990"/>
              <a:ext cx="154649" cy="297645"/>
            </a:xfrm>
            <a:custGeom>
              <a:avLst/>
              <a:gdLst/>
              <a:ahLst/>
              <a:cxnLst/>
              <a:rect l="l" t="t" r="r" b="b"/>
              <a:pathLst>
                <a:path w="5906" h="11367" extrusionOk="0">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76"/>
            <p:cNvSpPr/>
            <p:nvPr/>
          </p:nvSpPr>
          <p:spPr>
            <a:xfrm>
              <a:off x="3620447" y="1708603"/>
              <a:ext cx="154649" cy="120032"/>
            </a:xfrm>
            <a:custGeom>
              <a:avLst/>
              <a:gdLst/>
              <a:ahLst/>
              <a:cxnLst/>
              <a:rect l="l" t="t" r="r" b="b"/>
              <a:pathLst>
                <a:path w="5906" h="4584" extrusionOk="0">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76"/>
            <p:cNvSpPr/>
            <p:nvPr/>
          </p:nvSpPr>
          <p:spPr>
            <a:xfrm>
              <a:off x="3763601" y="1508000"/>
              <a:ext cx="45981" cy="343521"/>
            </a:xfrm>
            <a:custGeom>
              <a:avLst/>
              <a:gdLst/>
              <a:ahLst/>
              <a:cxnLst/>
              <a:rect l="l" t="t" r="r" b="b"/>
              <a:pathLst>
                <a:path w="1756" h="13119" extrusionOk="0">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76"/>
            <p:cNvSpPr/>
            <p:nvPr/>
          </p:nvSpPr>
          <p:spPr>
            <a:xfrm>
              <a:off x="3763601" y="1823005"/>
              <a:ext cx="45981" cy="28515"/>
            </a:xfrm>
            <a:custGeom>
              <a:avLst/>
              <a:gdLst/>
              <a:ahLst/>
              <a:cxnLst/>
              <a:rect l="l" t="t" r="r" b="b"/>
              <a:pathLst>
                <a:path w="1756" h="1089" extrusionOk="0">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76"/>
            <p:cNvSpPr/>
            <p:nvPr/>
          </p:nvSpPr>
          <p:spPr>
            <a:xfrm>
              <a:off x="3534508" y="1628399"/>
              <a:ext cx="46007" cy="102959"/>
            </a:xfrm>
            <a:custGeom>
              <a:avLst/>
              <a:gdLst/>
              <a:ahLst/>
              <a:cxnLst/>
              <a:rect l="l" t="t" r="r" b="b"/>
              <a:pathLst>
                <a:path w="1757" h="3932" extrusionOk="0">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76"/>
            <p:cNvSpPr/>
            <p:nvPr/>
          </p:nvSpPr>
          <p:spPr>
            <a:xfrm>
              <a:off x="3534508" y="1633400"/>
              <a:ext cx="46007" cy="97958"/>
            </a:xfrm>
            <a:custGeom>
              <a:avLst/>
              <a:gdLst/>
              <a:ahLst/>
              <a:cxnLst/>
              <a:rect l="l" t="t" r="r" b="b"/>
              <a:pathLst>
                <a:path w="1757" h="3741" extrusionOk="0">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7" name="Google Shape;12947;p76"/>
            <p:cNvSpPr/>
            <p:nvPr/>
          </p:nvSpPr>
          <p:spPr>
            <a:xfrm>
              <a:off x="3574728" y="1628163"/>
              <a:ext cx="57240" cy="103195"/>
            </a:xfrm>
            <a:custGeom>
              <a:avLst/>
              <a:gdLst/>
              <a:ahLst/>
              <a:cxnLst/>
              <a:rect l="l" t="t" r="r" b="b"/>
              <a:pathLst>
                <a:path w="2186" h="3941" extrusionOk="0">
                  <a:moveTo>
                    <a:pt x="1" y="0"/>
                  </a:moveTo>
                  <a:lnTo>
                    <a:pt x="1" y="3940"/>
                  </a:lnTo>
                  <a:lnTo>
                    <a:pt x="2186" y="3940"/>
                  </a:lnTo>
                  <a:lnTo>
                    <a:pt x="2186" y="0"/>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8" name="Google Shape;12948;p76"/>
            <p:cNvSpPr/>
            <p:nvPr/>
          </p:nvSpPr>
          <p:spPr>
            <a:xfrm>
              <a:off x="3574728" y="1714102"/>
              <a:ext cx="57240" cy="17256"/>
            </a:xfrm>
            <a:custGeom>
              <a:avLst/>
              <a:gdLst/>
              <a:ahLst/>
              <a:cxnLst/>
              <a:rect l="l" t="t" r="r" b="b"/>
              <a:pathLst>
                <a:path w="2186" h="659" extrusionOk="0">
                  <a:moveTo>
                    <a:pt x="1" y="0"/>
                  </a:moveTo>
                  <a:lnTo>
                    <a:pt x="1" y="658"/>
                  </a:lnTo>
                  <a:lnTo>
                    <a:pt x="2186" y="658"/>
                  </a:lnTo>
                  <a:lnTo>
                    <a:pt x="2186"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9" name="Google Shape;12949;p76"/>
            <p:cNvSpPr/>
            <p:nvPr/>
          </p:nvSpPr>
          <p:spPr>
            <a:xfrm>
              <a:off x="3574728" y="1731332"/>
              <a:ext cx="57240" cy="91700"/>
            </a:xfrm>
            <a:custGeom>
              <a:avLst/>
              <a:gdLst/>
              <a:ahLst/>
              <a:cxnLst/>
              <a:rect l="l" t="t" r="r" b="b"/>
              <a:pathLst>
                <a:path w="2186" h="3502" extrusionOk="0">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76"/>
            <p:cNvSpPr/>
            <p:nvPr/>
          </p:nvSpPr>
          <p:spPr>
            <a:xfrm>
              <a:off x="3870514" y="1674118"/>
              <a:ext cx="32496" cy="11521"/>
            </a:xfrm>
            <a:custGeom>
              <a:avLst/>
              <a:gdLst/>
              <a:ahLst/>
              <a:cxnLst/>
              <a:rect l="l" t="t" r="r" b="b"/>
              <a:pathLst>
                <a:path w="1241" h="440" extrusionOk="0">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76"/>
            <p:cNvSpPr/>
            <p:nvPr/>
          </p:nvSpPr>
          <p:spPr>
            <a:xfrm>
              <a:off x="3848781" y="1609493"/>
              <a:ext cx="27232" cy="23436"/>
            </a:xfrm>
            <a:custGeom>
              <a:avLst/>
              <a:gdLst/>
              <a:ahLst/>
              <a:cxnLst/>
              <a:rect l="l" t="t" r="r" b="b"/>
              <a:pathLst>
                <a:path w="1040" h="895" extrusionOk="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76"/>
            <p:cNvSpPr/>
            <p:nvPr/>
          </p:nvSpPr>
          <p:spPr>
            <a:xfrm>
              <a:off x="3848231" y="1726618"/>
              <a:ext cx="27808" cy="23724"/>
            </a:xfrm>
            <a:custGeom>
              <a:avLst/>
              <a:gdLst/>
              <a:ahLst/>
              <a:cxnLst/>
              <a:rect l="l" t="t" r="r" b="b"/>
              <a:pathLst>
                <a:path w="1062" h="906" extrusionOk="0">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3" name="Google Shape;12953;p76"/>
          <p:cNvGrpSpPr/>
          <p:nvPr/>
        </p:nvGrpSpPr>
        <p:grpSpPr>
          <a:xfrm>
            <a:off x="7147436" y="1502999"/>
            <a:ext cx="279054" cy="354754"/>
            <a:chOff x="7147436" y="1502999"/>
            <a:chExt cx="279054" cy="354754"/>
          </a:xfrm>
        </p:grpSpPr>
        <p:sp>
          <p:nvSpPr>
            <p:cNvPr id="12954" name="Google Shape;12954;p76"/>
            <p:cNvSpPr/>
            <p:nvPr/>
          </p:nvSpPr>
          <p:spPr>
            <a:xfrm>
              <a:off x="7147436" y="1745576"/>
              <a:ext cx="279054" cy="112177"/>
            </a:xfrm>
            <a:custGeom>
              <a:avLst/>
              <a:gdLst/>
              <a:ahLst/>
              <a:cxnLst/>
              <a:rect l="l" t="t" r="r" b="b"/>
              <a:pathLst>
                <a:path w="10657" h="4284" extrusionOk="0">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76"/>
            <p:cNvSpPr/>
            <p:nvPr/>
          </p:nvSpPr>
          <p:spPr>
            <a:xfrm>
              <a:off x="7187892" y="1694856"/>
              <a:ext cx="197618" cy="104688"/>
            </a:xfrm>
            <a:custGeom>
              <a:avLst/>
              <a:gdLst/>
              <a:ahLst/>
              <a:cxnLst/>
              <a:rect l="l" t="t" r="r" b="b"/>
              <a:pathLst>
                <a:path w="7547" h="3998" extrusionOk="0">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76"/>
            <p:cNvSpPr/>
            <p:nvPr/>
          </p:nvSpPr>
          <p:spPr>
            <a:xfrm>
              <a:off x="7206876" y="1712348"/>
              <a:ext cx="159912" cy="66274"/>
            </a:xfrm>
            <a:custGeom>
              <a:avLst/>
              <a:gdLst/>
              <a:ahLst/>
              <a:cxnLst/>
              <a:rect l="l" t="t" r="r" b="b"/>
              <a:pathLst>
                <a:path w="6107" h="2531" extrusionOk="0">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76"/>
            <p:cNvSpPr/>
            <p:nvPr/>
          </p:nvSpPr>
          <p:spPr>
            <a:xfrm>
              <a:off x="7232118" y="1700852"/>
              <a:ext cx="109689" cy="77769"/>
            </a:xfrm>
            <a:custGeom>
              <a:avLst/>
              <a:gdLst/>
              <a:ahLst/>
              <a:cxnLst/>
              <a:rect l="l" t="t" r="r" b="b"/>
              <a:pathLst>
                <a:path w="4189" h="2970" extrusionOk="0">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76"/>
            <p:cNvSpPr/>
            <p:nvPr/>
          </p:nvSpPr>
          <p:spPr>
            <a:xfrm>
              <a:off x="7246101" y="1700852"/>
              <a:ext cx="81462" cy="23121"/>
            </a:xfrm>
            <a:custGeom>
              <a:avLst/>
              <a:gdLst/>
              <a:ahLst/>
              <a:cxnLst/>
              <a:rect l="l" t="t" r="r" b="b"/>
              <a:pathLst>
                <a:path w="3111" h="883" extrusionOk="0">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76"/>
            <p:cNvSpPr/>
            <p:nvPr/>
          </p:nvSpPr>
          <p:spPr>
            <a:xfrm>
              <a:off x="7189149" y="1543716"/>
              <a:ext cx="190627" cy="168658"/>
            </a:xfrm>
            <a:custGeom>
              <a:avLst/>
              <a:gdLst/>
              <a:ahLst/>
              <a:cxnLst/>
              <a:rect l="l" t="t" r="r" b="b"/>
              <a:pathLst>
                <a:path w="7280" h="6441" extrusionOk="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76"/>
            <p:cNvSpPr/>
            <p:nvPr/>
          </p:nvSpPr>
          <p:spPr>
            <a:xfrm>
              <a:off x="7192893" y="1549713"/>
              <a:ext cx="146400" cy="162635"/>
            </a:xfrm>
            <a:custGeom>
              <a:avLst/>
              <a:gdLst/>
              <a:ahLst/>
              <a:cxnLst/>
              <a:rect l="l" t="t" r="r" b="b"/>
              <a:pathLst>
                <a:path w="5591" h="6211" extrusionOk="0">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76"/>
            <p:cNvSpPr/>
            <p:nvPr/>
          </p:nvSpPr>
          <p:spPr>
            <a:xfrm>
              <a:off x="7246101" y="1613604"/>
              <a:ext cx="11757" cy="17334"/>
            </a:xfrm>
            <a:custGeom>
              <a:avLst/>
              <a:gdLst/>
              <a:ahLst/>
              <a:cxnLst/>
              <a:rect l="l" t="t" r="r" b="b"/>
              <a:pathLst>
                <a:path w="449" h="662" extrusionOk="0">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76"/>
            <p:cNvSpPr/>
            <p:nvPr/>
          </p:nvSpPr>
          <p:spPr>
            <a:xfrm>
              <a:off x="7316041" y="1613604"/>
              <a:ext cx="11521" cy="17334"/>
            </a:xfrm>
            <a:custGeom>
              <a:avLst/>
              <a:gdLst/>
              <a:ahLst/>
              <a:cxnLst/>
              <a:rect l="l" t="t" r="r" b="b"/>
              <a:pathLst>
                <a:path w="440" h="662" extrusionOk="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76"/>
            <p:cNvSpPr/>
            <p:nvPr/>
          </p:nvSpPr>
          <p:spPr>
            <a:xfrm>
              <a:off x="7238115" y="1593834"/>
              <a:ext cx="28097" cy="13878"/>
            </a:xfrm>
            <a:custGeom>
              <a:avLst/>
              <a:gdLst/>
              <a:ahLst/>
              <a:cxnLst/>
              <a:rect l="l" t="t" r="r" b="b"/>
              <a:pathLst>
                <a:path w="1073" h="530" extrusionOk="0">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76"/>
            <p:cNvSpPr/>
            <p:nvPr/>
          </p:nvSpPr>
          <p:spPr>
            <a:xfrm>
              <a:off x="7307767" y="1594044"/>
              <a:ext cx="27782" cy="13904"/>
            </a:xfrm>
            <a:custGeom>
              <a:avLst/>
              <a:gdLst/>
              <a:ahLst/>
              <a:cxnLst/>
              <a:rect l="l" t="t" r="r" b="b"/>
              <a:pathLst>
                <a:path w="1061" h="531" extrusionOk="0">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76"/>
            <p:cNvSpPr/>
            <p:nvPr/>
          </p:nvSpPr>
          <p:spPr>
            <a:xfrm>
              <a:off x="7211380" y="1502999"/>
              <a:ext cx="174392" cy="52501"/>
            </a:xfrm>
            <a:custGeom>
              <a:avLst/>
              <a:gdLst/>
              <a:ahLst/>
              <a:cxnLst/>
              <a:rect l="l" t="t" r="r" b="b"/>
              <a:pathLst>
                <a:path w="6660" h="2005" extrusionOk="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76"/>
            <p:cNvSpPr/>
            <p:nvPr/>
          </p:nvSpPr>
          <p:spPr>
            <a:xfrm>
              <a:off x="7257832" y="1502999"/>
              <a:ext cx="127940" cy="40744"/>
            </a:xfrm>
            <a:custGeom>
              <a:avLst/>
              <a:gdLst/>
              <a:ahLst/>
              <a:cxnLst/>
              <a:rect l="l" t="t" r="r" b="b"/>
              <a:pathLst>
                <a:path w="4886" h="1556" extrusionOk="0">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76"/>
            <p:cNvSpPr/>
            <p:nvPr/>
          </p:nvSpPr>
          <p:spPr>
            <a:xfrm>
              <a:off x="7252097" y="1782262"/>
              <a:ext cx="11521" cy="75491"/>
            </a:xfrm>
            <a:custGeom>
              <a:avLst/>
              <a:gdLst/>
              <a:ahLst/>
              <a:cxnLst/>
              <a:rect l="l" t="t" r="r" b="b"/>
              <a:pathLst>
                <a:path w="440" h="2883" extrusionOk="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76"/>
            <p:cNvSpPr/>
            <p:nvPr/>
          </p:nvSpPr>
          <p:spPr>
            <a:xfrm>
              <a:off x="7310045" y="1782262"/>
              <a:ext cx="11783" cy="75491"/>
            </a:xfrm>
            <a:custGeom>
              <a:avLst/>
              <a:gdLst/>
              <a:ahLst/>
              <a:cxnLst/>
              <a:rect l="l" t="t" r="r" b="b"/>
              <a:pathLst>
                <a:path w="450" h="2883" extrusionOk="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76"/>
            <p:cNvSpPr/>
            <p:nvPr/>
          </p:nvSpPr>
          <p:spPr>
            <a:xfrm>
              <a:off x="7260896" y="1654112"/>
              <a:ext cx="51872" cy="17570"/>
            </a:xfrm>
            <a:custGeom>
              <a:avLst/>
              <a:gdLst/>
              <a:ahLst/>
              <a:cxnLst/>
              <a:rect l="l" t="t" r="r" b="b"/>
              <a:pathLst>
                <a:path w="1981" h="671" extrusionOk="0">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0" name="Google Shape;12970;p76"/>
          <p:cNvGrpSpPr/>
          <p:nvPr/>
        </p:nvGrpSpPr>
        <p:grpSpPr>
          <a:xfrm>
            <a:off x="7603081" y="1973072"/>
            <a:ext cx="276802" cy="354807"/>
            <a:chOff x="7603081" y="1973072"/>
            <a:chExt cx="276802" cy="354807"/>
          </a:xfrm>
        </p:grpSpPr>
        <p:sp>
          <p:nvSpPr>
            <p:cNvPr id="12971" name="Google Shape;12971;p76"/>
            <p:cNvSpPr/>
            <p:nvPr/>
          </p:nvSpPr>
          <p:spPr>
            <a:xfrm>
              <a:off x="7603081" y="2189465"/>
              <a:ext cx="276802" cy="138414"/>
            </a:xfrm>
            <a:custGeom>
              <a:avLst/>
              <a:gdLst/>
              <a:ahLst/>
              <a:cxnLst/>
              <a:rect l="l" t="t" r="r" b="b"/>
              <a:pathLst>
                <a:path w="10571" h="5286" extrusionOk="0">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76"/>
            <p:cNvSpPr/>
            <p:nvPr/>
          </p:nvSpPr>
          <p:spPr>
            <a:xfrm>
              <a:off x="7666527" y="2189465"/>
              <a:ext cx="149909" cy="92197"/>
            </a:xfrm>
            <a:custGeom>
              <a:avLst/>
              <a:gdLst/>
              <a:ahLst/>
              <a:cxnLst/>
              <a:rect l="l" t="t" r="r" b="b"/>
              <a:pathLst>
                <a:path w="5725" h="3521" extrusionOk="0">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76"/>
            <p:cNvSpPr/>
            <p:nvPr/>
          </p:nvSpPr>
          <p:spPr>
            <a:xfrm>
              <a:off x="7679751" y="2189465"/>
              <a:ext cx="123698" cy="34564"/>
            </a:xfrm>
            <a:custGeom>
              <a:avLst/>
              <a:gdLst/>
              <a:ahLst/>
              <a:cxnLst/>
              <a:rect l="l" t="t" r="r" b="b"/>
              <a:pathLst>
                <a:path w="4724" h="1320" extrusionOk="0">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76"/>
            <p:cNvSpPr/>
            <p:nvPr/>
          </p:nvSpPr>
          <p:spPr>
            <a:xfrm>
              <a:off x="7644532" y="2033585"/>
              <a:ext cx="189370" cy="155408"/>
            </a:xfrm>
            <a:custGeom>
              <a:avLst/>
              <a:gdLst/>
              <a:ahLst/>
              <a:cxnLst/>
              <a:rect l="l" t="t" r="r" b="b"/>
              <a:pathLst>
                <a:path w="7232" h="5935" extrusionOk="0">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76"/>
            <p:cNvSpPr/>
            <p:nvPr/>
          </p:nvSpPr>
          <p:spPr>
            <a:xfrm>
              <a:off x="7701249" y="2092292"/>
              <a:ext cx="11521" cy="17020"/>
            </a:xfrm>
            <a:custGeom>
              <a:avLst/>
              <a:gdLst/>
              <a:ahLst/>
              <a:cxnLst/>
              <a:rect l="l" t="t" r="r" b="b"/>
              <a:pathLst>
                <a:path w="440" h="650" extrusionOk="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76"/>
            <p:cNvSpPr/>
            <p:nvPr/>
          </p:nvSpPr>
          <p:spPr>
            <a:xfrm>
              <a:off x="7770429" y="2092292"/>
              <a:ext cx="11521" cy="17020"/>
            </a:xfrm>
            <a:custGeom>
              <a:avLst/>
              <a:gdLst/>
              <a:ahLst/>
              <a:cxnLst/>
              <a:rect l="l" t="t" r="r" b="b"/>
              <a:pathLst>
                <a:path w="440" h="650" extrusionOk="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76"/>
            <p:cNvSpPr/>
            <p:nvPr/>
          </p:nvSpPr>
          <p:spPr>
            <a:xfrm>
              <a:off x="7693995" y="2074067"/>
              <a:ext cx="25766" cy="11495"/>
            </a:xfrm>
            <a:custGeom>
              <a:avLst/>
              <a:gdLst/>
              <a:ahLst/>
              <a:cxnLst/>
              <a:rect l="l" t="t" r="r" b="b"/>
              <a:pathLst>
                <a:path w="984" h="439" extrusionOk="0">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76"/>
            <p:cNvSpPr/>
            <p:nvPr/>
          </p:nvSpPr>
          <p:spPr>
            <a:xfrm>
              <a:off x="7763202" y="2074067"/>
              <a:ext cx="25740" cy="11495"/>
            </a:xfrm>
            <a:custGeom>
              <a:avLst/>
              <a:gdLst/>
              <a:ahLst/>
              <a:cxnLst/>
              <a:rect l="l" t="t" r="r" b="b"/>
              <a:pathLst>
                <a:path w="983" h="439" extrusionOk="0">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76"/>
            <p:cNvSpPr/>
            <p:nvPr/>
          </p:nvSpPr>
          <p:spPr>
            <a:xfrm>
              <a:off x="7647281" y="2033585"/>
              <a:ext cx="140430" cy="155879"/>
            </a:xfrm>
            <a:custGeom>
              <a:avLst/>
              <a:gdLst/>
              <a:ahLst/>
              <a:cxnLst/>
              <a:rect l="l" t="t" r="r" b="b"/>
              <a:pathLst>
                <a:path w="5363" h="5953" extrusionOk="0">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76"/>
            <p:cNvSpPr/>
            <p:nvPr/>
          </p:nvSpPr>
          <p:spPr>
            <a:xfrm>
              <a:off x="7652518" y="1983127"/>
              <a:ext cx="106206" cy="108694"/>
            </a:xfrm>
            <a:custGeom>
              <a:avLst/>
              <a:gdLst/>
              <a:ahLst/>
              <a:cxnLst/>
              <a:rect l="l" t="t" r="r" b="b"/>
              <a:pathLst>
                <a:path w="4056" h="4151" extrusionOk="0">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76"/>
            <p:cNvSpPr/>
            <p:nvPr/>
          </p:nvSpPr>
          <p:spPr>
            <a:xfrm>
              <a:off x="7678023" y="2126018"/>
              <a:ext cx="126919" cy="86463"/>
            </a:xfrm>
            <a:custGeom>
              <a:avLst/>
              <a:gdLst/>
              <a:ahLst/>
              <a:cxnLst/>
              <a:rect l="l" t="t" r="r" b="b"/>
              <a:pathLst>
                <a:path w="4847" h="3302" extrusionOk="0">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2" name="Google Shape;12982;p76"/>
            <p:cNvSpPr/>
            <p:nvPr/>
          </p:nvSpPr>
          <p:spPr>
            <a:xfrm>
              <a:off x="7715493" y="2142881"/>
              <a:ext cx="51165" cy="17701"/>
            </a:xfrm>
            <a:custGeom>
              <a:avLst/>
              <a:gdLst/>
              <a:ahLst/>
              <a:cxnLst/>
              <a:rect l="l" t="t" r="r" b="b"/>
              <a:pathLst>
                <a:path w="1954" h="676" extrusionOk="0">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76"/>
            <p:cNvSpPr/>
            <p:nvPr/>
          </p:nvSpPr>
          <p:spPr>
            <a:xfrm>
              <a:off x="7678023" y="2126018"/>
              <a:ext cx="78215" cy="86463"/>
            </a:xfrm>
            <a:custGeom>
              <a:avLst/>
              <a:gdLst/>
              <a:ahLst/>
              <a:cxnLst/>
              <a:rect l="l" t="t" r="r" b="b"/>
              <a:pathLst>
                <a:path w="2987" h="3302" extrusionOk="0">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76"/>
            <p:cNvSpPr/>
            <p:nvPr/>
          </p:nvSpPr>
          <p:spPr>
            <a:xfrm>
              <a:off x="7666030" y="1973072"/>
              <a:ext cx="164625" cy="118749"/>
            </a:xfrm>
            <a:custGeom>
              <a:avLst/>
              <a:gdLst/>
              <a:ahLst/>
              <a:cxnLst/>
              <a:rect l="l" t="t" r="r" b="b"/>
              <a:pathLst>
                <a:path w="6287" h="4535" extrusionOk="0">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5" name="Google Shape;12985;p76"/>
          <p:cNvGrpSpPr/>
          <p:nvPr/>
        </p:nvGrpSpPr>
        <p:grpSpPr>
          <a:xfrm>
            <a:off x="6696792" y="1502999"/>
            <a:ext cx="276802" cy="354754"/>
            <a:chOff x="6696792" y="1502999"/>
            <a:chExt cx="276802" cy="354754"/>
          </a:xfrm>
        </p:grpSpPr>
        <p:sp>
          <p:nvSpPr>
            <p:cNvPr id="12986" name="Google Shape;12986;p76"/>
            <p:cNvSpPr/>
            <p:nvPr/>
          </p:nvSpPr>
          <p:spPr>
            <a:xfrm>
              <a:off x="6696792" y="1702345"/>
              <a:ext cx="276540" cy="155408"/>
            </a:xfrm>
            <a:custGeom>
              <a:avLst/>
              <a:gdLst/>
              <a:ahLst/>
              <a:cxnLst/>
              <a:rect l="l" t="t" r="r" b="b"/>
              <a:pathLst>
                <a:path w="10561" h="5935" extrusionOk="0">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76"/>
            <p:cNvSpPr/>
            <p:nvPr/>
          </p:nvSpPr>
          <p:spPr>
            <a:xfrm>
              <a:off x="6697028" y="1747069"/>
              <a:ext cx="276566" cy="110684"/>
            </a:xfrm>
            <a:custGeom>
              <a:avLst/>
              <a:gdLst/>
              <a:ahLst/>
              <a:cxnLst/>
              <a:rect l="l" t="t" r="r" b="b"/>
              <a:pathLst>
                <a:path w="10562" h="4227" extrusionOk="0">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76"/>
            <p:cNvSpPr/>
            <p:nvPr/>
          </p:nvSpPr>
          <p:spPr>
            <a:xfrm>
              <a:off x="6794960" y="1708106"/>
              <a:ext cx="80702" cy="22886"/>
            </a:xfrm>
            <a:custGeom>
              <a:avLst/>
              <a:gdLst/>
              <a:ahLst/>
              <a:cxnLst/>
              <a:rect l="l" t="t" r="r" b="b"/>
              <a:pathLst>
                <a:path w="3082" h="874" extrusionOk="0">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76"/>
            <p:cNvSpPr/>
            <p:nvPr/>
          </p:nvSpPr>
          <p:spPr>
            <a:xfrm>
              <a:off x="6738243" y="1592944"/>
              <a:ext cx="189134" cy="124929"/>
            </a:xfrm>
            <a:custGeom>
              <a:avLst/>
              <a:gdLst/>
              <a:ahLst/>
              <a:cxnLst/>
              <a:rect l="l" t="t" r="r" b="b"/>
              <a:pathLst>
                <a:path w="7223" h="4771" extrusionOk="0">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76"/>
            <p:cNvSpPr/>
            <p:nvPr/>
          </p:nvSpPr>
          <p:spPr>
            <a:xfrm>
              <a:off x="6742249" y="1592944"/>
              <a:ext cx="144908" cy="126683"/>
            </a:xfrm>
            <a:custGeom>
              <a:avLst/>
              <a:gdLst/>
              <a:ahLst/>
              <a:cxnLst/>
              <a:rect l="l" t="t" r="r" b="b"/>
              <a:pathLst>
                <a:path w="5534" h="4838" extrusionOk="0">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76"/>
            <p:cNvSpPr/>
            <p:nvPr/>
          </p:nvSpPr>
          <p:spPr>
            <a:xfrm>
              <a:off x="6702291" y="1503129"/>
              <a:ext cx="266066" cy="95575"/>
            </a:xfrm>
            <a:custGeom>
              <a:avLst/>
              <a:gdLst/>
              <a:ahLst/>
              <a:cxnLst/>
              <a:rect l="l" t="t" r="r" b="b"/>
              <a:pathLst>
                <a:path w="10161" h="3650" extrusionOk="0">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76"/>
            <p:cNvSpPr/>
            <p:nvPr/>
          </p:nvSpPr>
          <p:spPr>
            <a:xfrm>
              <a:off x="6787209" y="1621669"/>
              <a:ext cx="26997" cy="11521"/>
            </a:xfrm>
            <a:custGeom>
              <a:avLst/>
              <a:gdLst/>
              <a:ahLst/>
              <a:cxnLst/>
              <a:rect l="l" t="t" r="r" b="b"/>
              <a:pathLst>
                <a:path w="1031" h="440" extrusionOk="0">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76"/>
            <p:cNvSpPr/>
            <p:nvPr/>
          </p:nvSpPr>
          <p:spPr>
            <a:xfrm>
              <a:off x="6856416" y="1621669"/>
              <a:ext cx="26735" cy="11521"/>
            </a:xfrm>
            <a:custGeom>
              <a:avLst/>
              <a:gdLst/>
              <a:ahLst/>
              <a:cxnLst/>
              <a:rect l="l" t="t" r="r" b="b"/>
              <a:pathLst>
                <a:path w="1021" h="440" extrusionOk="0">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76"/>
            <p:cNvSpPr/>
            <p:nvPr/>
          </p:nvSpPr>
          <p:spPr>
            <a:xfrm>
              <a:off x="6702291" y="1502999"/>
              <a:ext cx="136660" cy="95706"/>
            </a:xfrm>
            <a:custGeom>
              <a:avLst/>
              <a:gdLst/>
              <a:ahLst/>
              <a:cxnLst/>
              <a:rect l="l" t="t" r="r" b="b"/>
              <a:pathLst>
                <a:path w="5219" h="3655" extrusionOk="0">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76"/>
            <p:cNvSpPr/>
            <p:nvPr/>
          </p:nvSpPr>
          <p:spPr>
            <a:xfrm>
              <a:off x="6748979" y="1598679"/>
              <a:ext cx="23017" cy="25766"/>
            </a:xfrm>
            <a:custGeom>
              <a:avLst/>
              <a:gdLst/>
              <a:ahLst/>
              <a:cxnLst/>
              <a:rect l="l" t="t" r="r" b="b"/>
              <a:pathLst>
                <a:path w="879" h="984" extrusionOk="0">
                  <a:moveTo>
                    <a:pt x="1" y="1"/>
                  </a:moveTo>
                  <a:lnTo>
                    <a:pt x="1" y="983"/>
                  </a:lnTo>
                  <a:lnTo>
                    <a:pt x="306" y="945"/>
                  </a:lnTo>
                  <a:cubicBezTo>
                    <a:pt x="631" y="907"/>
                    <a:pt x="879" y="630"/>
                    <a:pt x="879" y="296"/>
                  </a:cubicBezTo>
                  <a:lnTo>
                    <a:pt x="87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76"/>
            <p:cNvSpPr/>
            <p:nvPr/>
          </p:nvSpPr>
          <p:spPr>
            <a:xfrm>
              <a:off x="6898626" y="1598679"/>
              <a:ext cx="23017" cy="25766"/>
            </a:xfrm>
            <a:custGeom>
              <a:avLst/>
              <a:gdLst/>
              <a:ahLst/>
              <a:cxnLst/>
              <a:rect l="l" t="t" r="r" b="b"/>
              <a:pathLst>
                <a:path w="879" h="984" extrusionOk="0">
                  <a:moveTo>
                    <a:pt x="0" y="1"/>
                  </a:moveTo>
                  <a:lnTo>
                    <a:pt x="0" y="296"/>
                  </a:lnTo>
                  <a:cubicBezTo>
                    <a:pt x="0" y="630"/>
                    <a:pt x="248" y="907"/>
                    <a:pt x="573" y="945"/>
                  </a:cubicBezTo>
                  <a:lnTo>
                    <a:pt x="878" y="983"/>
                  </a:lnTo>
                  <a:lnTo>
                    <a:pt x="878"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76"/>
            <p:cNvSpPr/>
            <p:nvPr/>
          </p:nvSpPr>
          <p:spPr>
            <a:xfrm>
              <a:off x="6812189" y="1667624"/>
              <a:ext cx="45981" cy="17256"/>
            </a:xfrm>
            <a:custGeom>
              <a:avLst/>
              <a:gdLst/>
              <a:ahLst/>
              <a:cxnLst/>
              <a:rect l="l" t="t" r="r" b="b"/>
              <a:pathLst>
                <a:path w="1756" h="659" extrusionOk="0">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76"/>
            <p:cNvSpPr/>
            <p:nvPr/>
          </p:nvSpPr>
          <p:spPr>
            <a:xfrm>
              <a:off x="6794960" y="1661889"/>
              <a:ext cx="80702" cy="34617"/>
            </a:xfrm>
            <a:custGeom>
              <a:avLst/>
              <a:gdLst/>
              <a:ahLst/>
              <a:cxnLst/>
              <a:rect l="l" t="t" r="r" b="b"/>
              <a:pathLst>
                <a:path w="3082" h="1322" extrusionOk="0">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76"/>
            <p:cNvSpPr/>
            <p:nvPr/>
          </p:nvSpPr>
          <p:spPr>
            <a:xfrm>
              <a:off x="6823920" y="1702345"/>
              <a:ext cx="22519" cy="46007"/>
            </a:xfrm>
            <a:custGeom>
              <a:avLst/>
              <a:gdLst/>
              <a:ahLst/>
              <a:cxnLst/>
              <a:rect l="l" t="t" r="r" b="b"/>
              <a:pathLst>
                <a:path w="860" h="1757" extrusionOk="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76"/>
            <p:cNvSpPr/>
            <p:nvPr/>
          </p:nvSpPr>
          <p:spPr>
            <a:xfrm>
              <a:off x="6757986" y="1747069"/>
              <a:ext cx="154649" cy="110684"/>
            </a:xfrm>
            <a:custGeom>
              <a:avLst/>
              <a:gdLst/>
              <a:ahLst/>
              <a:cxnLst/>
              <a:rect l="l" t="t" r="r" b="b"/>
              <a:pathLst>
                <a:path w="5906" h="4227" extrusionOk="0">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01" name="Google Shape;13001;p76"/>
          <p:cNvSpPr/>
          <p:nvPr/>
        </p:nvSpPr>
        <p:spPr>
          <a:xfrm>
            <a:off x="6360786" y="1502999"/>
            <a:ext cx="23017" cy="26264"/>
          </a:xfrm>
          <a:custGeom>
            <a:avLst/>
            <a:gdLst/>
            <a:ahLst/>
            <a:cxnLst/>
            <a:rect l="l" t="t" r="r" b="b"/>
            <a:pathLst>
              <a:path w="879" h="1003" extrusionOk="0">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02" name="Google Shape;13002;p76"/>
          <p:cNvGrpSpPr/>
          <p:nvPr/>
        </p:nvGrpSpPr>
        <p:grpSpPr>
          <a:xfrm>
            <a:off x="6223393" y="1502999"/>
            <a:ext cx="320295" cy="354754"/>
            <a:chOff x="6223393" y="1502999"/>
            <a:chExt cx="320295" cy="354754"/>
          </a:xfrm>
        </p:grpSpPr>
        <p:sp>
          <p:nvSpPr>
            <p:cNvPr id="13003" name="Google Shape;13003;p76"/>
            <p:cNvSpPr/>
            <p:nvPr/>
          </p:nvSpPr>
          <p:spPr>
            <a:xfrm>
              <a:off x="6246384" y="1691871"/>
              <a:ext cx="274550" cy="165882"/>
            </a:xfrm>
            <a:custGeom>
              <a:avLst/>
              <a:gdLst/>
              <a:ahLst/>
              <a:cxnLst/>
              <a:rect l="l" t="t" r="r" b="b"/>
              <a:pathLst>
                <a:path w="10485" h="6335" extrusionOk="0">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4" name="Google Shape;13004;p76"/>
            <p:cNvSpPr/>
            <p:nvPr/>
          </p:nvSpPr>
          <p:spPr>
            <a:xfrm>
              <a:off x="6223393" y="1709101"/>
              <a:ext cx="320295" cy="97199"/>
            </a:xfrm>
            <a:custGeom>
              <a:avLst/>
              <a:gdLst/>
              <a:ahLst/>
              <a:cxnLst/>
              <a:rect l="l" t="t" r="r" b="b"/>
              <a:pathLst>
                <a:path w="12232" h="3712" extrusionOk="0">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5" name="Google Shape;13005;p76"/>
            <p:cNvSpPr/>
            <p:nvPr/>
          </p:nvSpPr>
          <p:spPr>
            <a:xfrm>
              <a:off x="6292103" y="1724576"/>
              <a:ext cx="183138" cy="133177"/>
            </a:xfrm>
            <a:custGeom>
              <a:avLst/>
              <a:gdLst/>
              <a:ahLst/>
              <a:cxnLst/>
              <a:rect l="l" t="t" r="r" b="b"/>
              <a:pathLst>
                <a:path w="6994" h="5086" extrusionOk="0">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76"/>
            <p:cNvSpPr/>
            <p:nvPr/>
          </p:nvSpPr>
          <p:spPr>
            <a:xfrm>
              <a:off x="6343556" y="1691871"/>
              <a:ext cx="80205" cy="22886"/>
            </a:xfrm>
            <a:custGeom>
              <a:avLst/>
              <a:gdLst/>
              <a:ahLst/>
              <a:cxnLst/>
              <a:rect l="l" t="t" r="r" b="b"/>
              <a:pathLst>
                <a:path w="3063" h="874" extrusionOk="0">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76"/>
            <p:cNvSpPr/>
            <p:nvPr/>
          </p:nvSpPr>
          <p:spPr>
            <a:xfrm>
              <a:off x="6287363" y="1588938"/>
              <a:ext cx="192355" cy="114428"/>
            </a:xfrm>
            <a:custGeom>
              <a:avLst/>
              <a:gdLst/>
              <a:ahLst/>
              <a:cxnLst/>
              <a:rect l="l" t="t" r="r" b="b"/>
              <a:pathLst>
                <a:path w="7346" h="4370" extrusionOk="0">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76"/>
            <p:cNvSpPr/>
            <p:nvPr/>
          </p:nvSpPr>
          <p:spPr>
            <a:xfrm>
              <a:off x="6289851" y="1588938"/>
              <a:ext cx="156665" cy="114428"/>
            </a:xfrm>
            <a:custGeom>
              <a:avLst/>
              <a:gdLst/>
              <a:ahLst/>
              <a:cxnLst/>
              <a:rect l="l" t="t" r="r" b="b"/>
              <a:pathLst>
                <a:path w="5983" h="4370" extrusionOk="0">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76"/>
            <p:cNvSpPr/>
            <p:nvPr/>
          </p:nvSpPr>
          <p:spPr>
            <a:xfrm>
              <a:off x="6346568" y="1606063"/>
              <a:ext cx="11260" cy="17125"/>
            </a:xfrm>
            <a:custGeom>
              <a:avLst/>
              <a:gdLst/>
              <a:ahLst/>
              <a:cxnLst/>
              <a:rect l="l" t="t" r="r" b="b"/>
              <a:pathLst>
                <a:path w="430" h="654" extrusionOk="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76"/>
            <p:cNvSpPr/>
            <p:nvPr/>
          </p:nvSpPr>
          <p:spPr>
            <a:xfrm>
              <a:off x="6409255" y="1606063"/>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76"/>
            <p:cNvSpPr/>
            <p:nvPr/>
          </p:nvSpPr>
          <p:spPr>
            <a:xfrm>
              <a:off x="6297837" y="1502999"/>
              <a:ext cx="171905" cy="85965"/>
            </a:xfrm>
            <a:custGeom>
              <a:avLst/>
              <a:gdLst/>
              <a:ahLst/>
              <a:cxnLst/>
              <a:rect l="l" t="t" r="r" b="b"/>
              <a:pathLst>
                <a:path w="6565" h="3283" extrusionOk="0">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76"/>
            <p:cNvSpPr/>
            <p:nvPr/>
          </p:nvSpPr>
          <p:spPr>
            <a:xfrm>
              <a:off x="6360786" y="1502999"/>
              <a:ext cx="45745" cy="85965"/>
            </a:xfrm>
            <a:custGeom>
              <a:avLst/>
              <a:gdLst/>
              <a:ahLst/>
              <a:cxnLst/>
              <a:rect l="l" t="t" r="r" b="b"/>
              <a:pathLst>
                <a:path w="1747" h="3283" extrusionOk="0">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3" name="Google Shape;13013;p76"/>
            <p:cNvSpPr/>
            <p:nvPr/>
          </p:nvSpPr>
          <p:spPr>
            <a:xfrm>
              <a:off x="6297837" y="1502999"/>
              <a:ext cx="171905" cy="85965"/>
            </a:xfrm>
            <a:custGeom>
              <a:avLst/>
              <a:gdLst/>
              <a:ahLst/>
              <a:cxnLst/>
              <a:rect l="l" t="t" r="r" b="b"/>
              <a:pathLst>
                <a:path w="6565" h="3283" extrusionOk="0">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4" name="Google Shape;13014;p76"/>
            <p:cNvSpPr/>
            <p:nvPr/>
          </p:nvSpPr>
          <p:spPr>
            <a:xfrm>
              <a:off x="6364531" y="1651886"/>
              <a:ext cx="38021" cy="11521"/>
            </a:xfrm>
            <a:custGeom>
              <a:avLst/>
              <a:gdLst/>
              <a:ahLst/>
              <a:cxnLst/>
              <a:rect l="l" t="t" r="r" b="b"/>
              <a:pathLst>
                <a:path w="1452" h="440" extrusionOk="0">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5" name="Google Shape;13015;p76"/>
            <p:cNvSpPr/>
            <p:nvPr/>
          </p:nvSpPr>
          <p:spPr>
            <a:xfrm>
              <a:off x="6291658" y="1634343"/>
              <a:ext cx="183819" cy="74523"/>
            </a:xfrm>
            <a:custGeom>
              <a:avLst/>
              <a:gdLst/>
              <a:ahLst/>
              <a:cxnLst/>
              <a:rect l="l" t="t" r="r" b="b"/>
              <a:pathLst>
                <a:path w="7020" h="2846" extrusionOk="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76"/>
            <p:cNvSpPr/>
            <p:nvPr/>
          </p:nvSpPr>
          <p:spPr>
            <a:xfrm>
              <a:off x="6337822" y="1812008"/>
              <a:ext cx="91700" cy="45745"/>
            </a:xfrm>
            <a:custGeom>
              <a:avLst/>
              <a:gdLst/>
              <a:ahLst/>
              <a:cxnLst/>
              <a:rect l="l" t="t" r="r" b="b"/>
              <a:pathLst>
                <a:path w="3502" h="1747" extrusionOk="0">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76"/>
            <p:cNvSpPr/>
            <p:nvPr/>
          </p:nvSpPr>
          <p:spPr>
            <a:xfrm>
              <a:off x="6360786" y="1571708"/>
              <a:ext cx="45745" cy="17256"/>
            </a:xfrm>
            <a:custGeom>
              <a:avLst/>
              <a:gdLst/>
              <a:ahLst/>
              <a:cxnLst/>
              <a:rect l="l" t="t" r="r" b="b"/>
              <a:pathLst>
                <a:path w="1747" h="659" extrusionOk="0">
                  <a:moveTo>
                    <a:pt x="1" y="0"/>
                  </a:moveTo>
                  <a:lnTo>
                    <a:pt x="1" y="659"/>
                  </a:lnTo>
                  <a:lnTo>
                    <a:pt x="1747" y="659"/>
                  </a:lnTo>
                  <a:lnTo>
                    <a:pt x="174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76"/>
            <p:cNvSpPr/>
            <p:nvPr/>
          </p:nvSpPr>
          <p:spPr>
            <a:xfrm>
              <a:off x="6280608" y="1582941"/>
              <a:ext cx="206128" cy="63237"/>
            </a:xfrm>
            <a:custGeom>
              <a:avLst/>
              <a:gdLst/>
              <a:ahLst/>
              <a:cxnLst/>
              <a:rect l="l" t="t" r="r" b="b"/>
              <a:pathLst>
                <a:path w="7872" h="2415" extrusionOk="0">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76"/>
            <p:cNvSpPr/>
            <p:nvPr/>
          </p:nvSpPr>
          <p:spPr>
            <a:xfrm>
              <a:off x="6292103" y="1777548"/>
              <a:ext cx="11521" cy="80205"/>
            </a:xfrm>
            <a:custGeom>
              <a:avLst/>
              <a:gdLst/>
              <a:ahLst/>
              <a:cxnLst/>
              <a:rect l="l" t="t" r="r" b="b"/>
              <a:pathLst>
                <a:path w="440" h="3063" extrusionOk="0">
                  <a:moveTo>
                    <a:pt x="0" y="0"/>
                  </a:moveTo>
                  <a:lnTo>
                    <a:pt x="0" y="3063"/>
                  </a:lnTo>
                  <a:lnTo>
                    <a:pt x="439" y="3063"/>
                  </a:lnTo>
                  <a:lnTo>
                    <a:pt x="439" y="439"/>
                  </a:lnTo>
                  <a:cubicBezTo>
                    <a:pt x="439" y="201"/>
                    <a:pt x="239"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0" name="Google Shape;13020;p76"/>
            <p:cNvSpPr/>
            <p:nvPr/>
          </p:nvSpPr>
          <p:spPr>
            <a:xfrm>
              <a:off x="6274873" y="1777548"/>
              <a:ext cx="17256" cy="28751"/>
            </a:xfrm>
            <a:custGeom>
              <a:avLst/>
              <a:gdLst/>
              <a:ahLst/>
              <a:cxnLst/>
              <a:rect l="l" t="t" r="r" b="b"/>
              <a:pathLst>
                <a:path w="659" h="1098" extrusionOk="0">
                  <a:moveTo>
                    <a:pt x="658" y="0"/>
                  </a:moveTo>
                  <a:cubicBezTo>
                    <a:pt x="296" y="0"/>
                    <a:pt x="0" y="296"/>
                    <a:pt x="0" y="659"/>
                  </a:cubicBezTo>
                  <a:lnTo>
                    <a:pt x="0" y="1097"/>
                  </a:lnTo>
                  <a:lnTo>
                    <a:pt x="658" y="1097"/>
                  </a:lnTo>
                  <a:lnTo>
                    <a:pt x="65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1" name="Google Shape;13021;p76"/>
            <p:cNvSpPr/>
            <p:nvPr/>
          </p:nvSpPr>
          <p:spPr>
            <a:xfrm>
              <a:off x="6246384" y="1806273"/>
              <a:ext cx="45745" cy="51480"/>
            </a:xfrm>
            <a:custGeom>
              <a:avLst/>
              <a:gdLst/>
              <a:ahLst/>
              <a:cxnLst/>
              <a:rect l="l" t="t" r="r" b="b"/>
              <a:pathLst>
                <a:path w="1747" h="1966" extrusionOk="0">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76"/>
            <p:cNvSpPr/>
            <p:nvPr/>
          </p:nvSpPr>
          <p:spPr>
            <a:xfrm>
              <a:off x="6463719" y="1777548"/>
              <a:ext cx="11521" cy="80205"/>
            </a:xfrm>
            <a:custGeom>
              <a:avLst/>
              <a:gdLst/>
              <a:ahLst/>
              <a:cxnLst/>
              <a:rect l="l" t="t" r="r" b="b"/>
              <a:pathLst>
                <a:path w="440" h="3063" extrusionOk="0">
                  <a:moveTo>
                    <a:pt x="439" y="0"/>
                  </a:moveTo>
                  <a:cubicBezTo>
                    <a:pt x="191" y="0"/>
                    <a:pt x="0" y="201"/>
                    <a:pt x="0" y="439"/>
                  </a:cubicBezTo>
                  <a:lnTo>
                    <a:pt x="0" y="3063"/>
                  </a:lnTo>
                  <a:lnTo>
                    <a:pt x="439" y="3063"/>
                  </a:lnTo>
                  <a:lnTo>
                    <a:pt x="4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76"/>
            <p:cNvSpPr/>
            <p:nvPr/>
          </p:nvSpPr>
          <p:spPr>
            <a:xfrm>
              <a:off x="6475215" y="1777548"/>
              <a:ext cx="16994" cy="28751"/>
            </a:xfrm>
            <a:custGeom>
              <a:avLst/>
              <a:gdLst/>
              <a:ahLst/>
              <a:cxnLst/>
              <a:rect l="l" t="t" r="r" b="b"/>
              <a:pathLst>
                <a:path w="649" h="1098" extrusionOk="0">
                  <a:moveTo>
                    <a:pt x="0" y="0"/>
                  </a:moveTo>
                  <a:lnTo>
                    <a:pt x="0" y="1097"/>
                  </a:lnTo>
                  <a:lnTo>
                    <a:pt x="649" y="1097"/>
                  </a:lnTo>
                  <a:lnTo>
                    <a:pt x="649" y="659"/>
                  </a:lnTo>
                  <a:cubicBezTo>
                    <a:pt x="649" y="296"/>
                    <a:pt x="353" y="0"/>
                    <a:pt x="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76"/>
            <p:cNvSpPr/>
            <p:nvPr/>
          </p:nvSpPr>
          <p:spPr>
            <a:xfrm>
              <a:off x="6475215" y="1806273"/>
              <a:ext cx="45719" cy="51480"/>
            </a:xfrm>
            <a:custGeom>
              <a:avLst/>
              <a:gdLst/>
              <a:ahLst/>
              <a:cxnLst/>
              <a:rect l="l" t="t" r="r" b="b"/>
              <a:pathLst>
                <a:path w="1746" h="1966" extrusionOk="0">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76"/>
            <p:cNvSpPr/>
            <p:nvPr/>
          </p:nvSpPr>
          <p:spPr>
            <a:xfrm>
              <a:off x="6349317" y="1823503"/>
              <a:ext cx="68709" cy="34250"/>
            </a:xfrm>
            <a:custGeom>
              <a:avLst/>
              <a:gdLst/>
              <a:ahLst/>
              <a:cxnLst/>
              <a:rect l="l" t="t" r="r" b="b"/>
              <a:pathLst>
                <a:path w="2624" h="1308" extrusionOk="0">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6" name="Google Shape;13026;p76"/>
          <p:cNvGrpSpPr/>
          <p:nvPr/>
        </p:nvGrpSpPr>
        <p:grpSpPr>
          <a:xfrm>
            <a:off x="5310611" y="1502972"/>
            <a:ext cx="339515" cy="354781"/>
            <a:chOff x="5310611" y="1502972"/>
            <a:chExt cx="339515" cy="354781"/>
          </a:xfrm>
        </p:grpSpPr>
        <p:sp>
          <p:nvSpPr>
            <p:cNvPr id="13027" name="Google Shape;13027;p76"/>
            <p:cNvSpPr/>
            <p:nvPr/>
          </p:nvSpPr>
          <p:spPr>
            <a:xfrm>
              <a:off x="5310611" y="1502972"/>
              <a:ext cx="339515" cy="343285"/>
            </a:xfrm>
            <a:custGeom>
              <a:avLst/>
              <a:gdLst/>
              <a:ahLst/>
              <a:cxnLst/>
              <a:rect l="l" t="t" r="r" b="b"/>
              <a:pathLst>
                <a:path w="12966" h="13110" extrusionOk="0">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76"/>
            <p:cNvSpPr/>
            <p:nvPr/>
          </p:nvSpPr>
          <p:spPr>
            <a:xfrm>
              <a:off x="5310611" y="1502972"/>
              <a:ext cx="169914" cy="343285"/>
            </a:xfrm>
            <a:custGeom>
              <a:avLst/>
              <a:gdLst/>
              <a:ahLst/>
              <a:cxnLst/>
              <a:rect l="l" t="t" r="r" b="b"/>
              <a:pathLst>
                <a:path w="6489" h="13110" extrusionOk="0">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76"/>
            <p:cNvSpPr/>
            <p:nvPr/>
          </p:nvSpPr>
          <p:spPr>
            <a:xfrm>
              <a:off x="5348841" y="1709101"/>
              <a:ext cx="263081" cy="148652"/>
            </a:xfrm>
            <a:custGeom>
              <a:avLst/>
              <a:gdLst/>
              <a:ahLst/>
              <a:cxnLst/>
              <a:rect l="l" t="t" r="r" b="b"/>
              <a:pathLst>
                <a:path w="10047" h="5677" extrusionOk="0">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76"/>
            <p:cNvSpPr/>
            <p:nvPr/>
          </p:nvSpPr>
          <p:spPr>
            <a:xfrm>
              <a:off x="5348841" y="1767048"/>
              <a:ext cx="263081" cy="90705"/>
            </a:xfrm>
            <a:custGeom>
              <a:avLst/>
              <a:gdLst/>
              <a:ahLst/>
              <a:cxnLst/>
              <a:rect l="l" t="t" r="r" b="b"/>
              <a:pathLst>
                <a:path w="10047" h="3464" extrusionOk="0">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76"/>
            <p:cNvSpPr/>
            <p:nvPr/>
          </p:nvSpPr>
          <p:spPr>
            <a:xfrm>
              <a:off x="5446013" y="1708839"/>
              <a:ext cx="68736" cy="23069"/>
            </a:xfrm>
            <a:custGeom>
              <a:avLst/>
              <a:gdLst/>
              <a:ahLst/>
              <a:cxnLst/>
              <a:rect l="l" t="t" r="r" b="b"/>
              <a:pathLst>
                <a:path w="2625" h="881" extrusionOk="0">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76"/>
            <p:cNvSpPr/>
            <p:nvPr/>
          </p:nvSpPr>
          <p:spPr>
            <a:xfrm>
              <a:off x="5406055" y="1548979"/>
              <a:ext cx="148652" cy="171381"/>
            </a:xfrm>
            <a:custGeom>
              <a:avLst/>
              <a:gdLst/>
              <a:ahLst/>
              <a:cxnLst/>
              <a:rect l="l" t="t" r="r" b="b"/>
              <a:pathLst>
                <a:path w="5677" h="6545" extrusionOk="0">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76"/>
            <p:cNvSpPr/>
            <p:nvPr/>
          </p:nvSpPr>
          <p:spPr>
            <a:xfrm>
              <a:off x="5405584" y="1548979"/>
              <a:ext cx="149124" cy="171590"/>
            </a:xfrm>
            <a:custGeom>
              <a:avLst/>
              <a:gdLst/>
              <a:ahLst/>
              <a:cxnLst/>
              <a:rect l="l" t="t" r="r" b="b"/>
              <a:pathLst>
                <a:path w="5695" h="6553" extrusionOk="0">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76"/>
            <p:cNvSpPr/>
            <p:nvPr/>
          </p:nvSpPr>
          <p:spPr>
            <a:xfrm>
              <a:off x="5455047" y="1668802"/>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5" name="Google Shape;13035;p76"/>
            <p:cNvSpPr/>
            <p:nvPr/>
          </p:nvSpPr>
          <p:spPr>
            <a:xfrm>
              <a:off x="5440279" y="1628844"/>
              <a:ext cx="11521" cy="17334"/>
            </a:xfrm>
            <a:custGeom>
              <a:avLst/>
              <a:gdLst/>
              <a:ahLst/>
              <a:cxnLst/>
              <a:rect l="l" t="t" r="r" b="b"/>
              <a:pathLst>
                <a:path w="440" h="662" extrusionOk="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76"/>
            <p:cNvSpPr/>
            <p:nvPr/>
          </p:nvSpPr>
          <p:spPr>
            <a:xfrm>
              <a:off x="5508962" y="1628844"/>
              <a:ext cx="11521" cy="17334"/>
            </a:xfrm>
            <a:custGeom>
              <a:avLst/>
              <a:gdLst/>
              <a:ahLst/>
              <a:cxnLst/>
              <a:rect l="l" t="t" r="r" b="b"/>
              <a:pathLst>
                <a:path w="440" h="662" extrusionOk="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76"/>
            <p:cNvSpPr/>
            <p:nvPr/>
          </p:nvSpPr>
          <p:spPr>
            <a:xfrm>
              <a:off x="5432528" y="1611666"/>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76"/>
            <p:cNvSpPr/>
            <p:nvPr/>
          </p:nvSpPr>
          <p:spPr>
            <a:xfrm>
              <a:off x="5501211" y="1611666"/>
              <a:ext cx="26761" cy="11521"/>
            </a:xfrm>
            <a:custGeom>
              <a:avLst/>
              <a:gdLst/>
              <a:ahLst/>
              <a:cxnLst/>
              <a:rect l="l" t="t" r="r" b="b"/>
              <a:pathLst>
                <a:path w="1022" h="440" extrusionOk="0">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76"/>
            <p:cNvSpPr/>
            <p:nvPr/>
          </p:nvSpPr>
          <p:spPr>
            <a:xfrm>
              <a:off x="5353842" y="1786792"/>
              <a:ext cx="46740" cy="70961"/>
            </a:xfrm>
            <a:custGeom>
              <a:avLst/>
              <a:gdLst/>
              <a:ahLst/>
              <a:cxnLst/>
              <a:rect l="l" t="t" r="r" b="b"/>
              <a:pathLst>
                <a:path w="1785" h="2710" extrusionOk="0">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76"/>
            <p:cNvSpPr/>
            <p:nvPr/>
          </p:nvSpPr>
          <p:spPr>
            <a:xfrm>
              <a:off x="5560415" y="1786792"/>
              <a:ext cx="46740" cy="70961"/>
            </a:xfrm>
            <a:custGeom>
              <a:avLst/>
              <a:gdLst/>
              <a:ahLst/>
              <a:cxnLst/>
              <a:rect l="l" t="t" r="r" b="b"/>
              <a:pathLst>
                <a:path w="1785" h="2710" extrusionOk="0">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76"/>
            <p:cNvSpPr/>
            <p:nvPr/>
          </p:nvSpPr>
          <p:spPr>
            <a:xfrm>
              <a:off x="5480499" y="1502972"/>
              <a:ext cx="149909" cy="256613"/>
            </a:xfrm>
            <a:custGeom>
              <a:avLst/>
              <a:gdLst/>
              <a:ahLst/>
              <a:cxnLst/>
              <a:rect l="l" t="t" r="r" b="b"/>
              <a:pathLst>
                <a:path w="5725" h="9800" extrusionOk="0">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76"/>
            <p:cNvSpPr/>
            <p:nvPr/>
          </p:nvSpPr>
          <p:spPr>
            <a:xfrm>
              <a:off x="5330354" y="1502972"/>
              <a:ext cx="149909" cy="256351"/>
            </a:xfrm>
            <a:custGeom>
              <a:avLst/>
              <a:gdLst/>
              <a:ahLst/>
              <a:cxnLst/>
              <a:rect l="l" t="t" r="r" b="b"/>
              <a:pathLst>
                <a:path w="5725" h="9790" extrusionOk="0">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3" name="Google Shape;13043;p76"/>
          <p:cNvGrpSpPr/>
          <p:nvPr/>
        </p:nvGrpSpPr>
        <p:grpSpPr>
          <a:xfrm>
            <a:off x="6253637" y="3790101"/>
            <a:ext cx="274550" cy="354833"/>
            <a:chOff x="6253637" y="3790101"/>
            <a:chExt cx="274550" cy="354833"/>
          </a:xfrm>
        </p:grpSpPr>
        <p:sp>
          <p:nvSpPr>
            <p:cNvPr id="13044" name="Google Shape;13044;p76"/>
            <p:cNvSpPr/>
            <p:nvPr/>
          </p:nvSpPr>
          <p:spPr>
            <a:xfrm>
              <a:off x="6253637" y="3987300"/>
              <a:ext cx="274550" cy="157634"/>
            </a:xfrm>
            <a:custGeom>
              <a:avLst/>
              <a:gdLst/>
              <a:ahLst/>
              <a:cxnLst/>
              <a:rect l="l" t="t" r="r" b="b"/>
              <a:pathLst>
                <a:path w="10485" h="6020" extrusionOk="0">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76"/>
            <p:cNvSpPr/>
            <p:nvPr/>
          </p:nvSpPr>
          <p:spPr>
            <a:xfrm>
              <a:off x="6310590" y="3801701"/>
              <a:ext cx="160147" cy="244830"/>
            </a:xfrm>
            <a:custGeom>
              <a:avLst/>
              <a:gdLst/>
              <a:ahLst/>
              <a:cxnLst/>
              <a:rect l="l" t="t" r="r" b="b"/>
              <a:pathLst>
                <a:path w="6116" h="9350" extrusionOk="0">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76"/>
            <p:cNvSpPr/>
            <p:nvPr/>
          </p:nvSpPr>
          <p:spPr>
            <a:xfrm>
              <a:off x="6373276" y="3984551"/>
              <a:ext cx="34512" cy="68709"/>
            </a:xfrm>
            <a:custGeom>
              <a:avLst/>
              <a:gdLst/>
              <a:ahLst/>
              <a:cxnLst/>
              <a:rect l="l" t="t" r="r" b="b"/>
              <a:pathLst>
                <a:path w="1318" h="2624" extrusionOk="0">
                  <a:moveTo>
                    <a:pt x="1" y="0"/>
                  </a:moveTo>
                  <a:lnTo>
                    <a:pt x="1" y="1966"/>
                  </a:lnTo>
                  <a:lnTo>
                    <a:pt x="659" y="2624"/>
                  </a:lnTo>
                  <a:lnTo>
                    <a:pt x="1317" y="1966"/>
                  </a:lnTo>
                  <a:lnTo>
                    <a:pt x="13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76"/>
            <p:cNvSpPr/>
            <p:nvPr/>
          </p:nvSpPr>
          <p:spPr>
            <a:xfrm>
              <a:off x="6373276" y="4001781"/>
              <a:ext cx="34512" cy="11521"/>
            </a:xfrm>
            <a:custGeom>
              <a:avLst/>
              <a:gdLst/>
              <a:ahLst/>
              <a:cxnLst/>
              <a:rect l="l" t="t" r="r" b="b"/>
              <a:pathLst>
                <a:path w="1318" h="440" extrusionOk="0">
                  <a:moveTo>
                    <a:pt x="1" y="1"/>
                  </a:moveTo>
                  <a:lnTo>
                    <a:pt x="1" y="439"/>
                  </a:lnTo>
                  <a:lnTo>
                    <a:pt x="1317" y="439"/>
                  </a:lnTo>
                  <a:lnTo>
                    <a:pt x="1317"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76"/>
            <p:cNvSpPr/>
            <p:nvPr/>
          </p:nvSpPr>
          <p:spPr>
            <a:xfrm>
              <a:off x="6373276" y="4024771"/>
              <a:ext cx="34512" cy="11260"/>
            </a:xfrm>
            <a:custGeom>
              <a:avLst/>
              <a:gdLst/>
              <a:ahLst/>
              <a:cxnLst/>
              <a:rect l="l" t="t" r="r" b="b"/>
              <a:pathLst>
                <a:path w="1318" h="430" extrusionOk="0">
                  <a:moveTo>
                    <a:pt x="1" y="0"/>
                  </a:moveTo>
                  <a:lnTo>
                    <a:pt x="1" y="430"/>
                  </a:lnTo>
                  <a:lnTo>
                    <a:pt x="1317" y="430"/>
                  </a:lnTo>
                  <a:lnTo>
                    <a:pt x="13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76"/>
            <p:cNvSpPr/>
            <p:nvPr/>
          </p:nvSpPr>
          <p:spPr>
            <a:xfrm>
              <a:off x="6333318" y="3927337"/>
              <a:ext cx="114428" cy="65724"/>
            </a:xfrm>
            <a:custGeom>
              <a:avLst/>
              <a:gdLst/>
              <a:ahLst/>
              <a:cxnLst/>
              <a:rect l="l" t="t" r="r" b="b"/>
              <a:pathLst>
                <a:path w="4370" h="2510" extrusionOk="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76"/>
            <p:cNvSpPr/>
            <p:nvPr/>
          </p:nvSpPr>
          <p:spPr>
            <a:xfrm>
              <a:off x="6333318" y="3927337"/>
              <a:ext cx="114428" cy="34512"/>
            </a:xfrm>
            <a:custGeom>
              <a:avLst/>
              <a:gdLst/>
              <a:ahLst/>
              <a:cxnLst/>
              <a:rect l="l" t="t" r="r" b="b"/>
              <a:pathLst>
                <a:path w="4370" h="1318" extrusionOk="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76"/>
            <p:cNvSpPr/>
            <p:nvPr/>
          </p:nvSpPr>
          <p:spPr>
            <a:xfrm>
              <a:off x="6321823" y="3812935"/>
              <a:ext cx="137419" cy="143232"/>
            </a:xfrm>
            <a:custGeom>
              <a:avLst/>
              <a:gdLst/>
              <a:ahLst/>
              <a:cxnLst/>
              <a:rect l="l" t="t" r="r" b="b"/>
              <a:pathLst>
                <a:path w="5248" h="5470" extrusionOk="0">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76"/>
            <p:cNvSpPr/>
            <p:nvPr/>
          </p:nvSpPr>
          <p:spPr>
            <a:xfrm>
              <a:off x="6384772" y="3915972"/>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76"/>
            <p:cNvSpPr/>
            <p:nvPr/>
          </p:nvSpPr>
          <p:spPr>
            <a:xfrm>
              <a:off x="6321823" y="3812935"/>
              <a:ext cx="85965" cy="128909"/>
            </a:xfrm>
            <a:custGeom>
              <a:avLst/>
              <a:gdLst/>
              <a:ahLst/>
              <a:cxnLst/>
              <a:rect l="l" t="t" r="r" b="b"/>
              <a:pathLst>
                <a:path w="3283" h="4923" extrusionOk="0">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76"/>
            <p:cNvSpPr/>
            <p:nvPr/>
          </p:nvSpPr>
          <p:spPr>
            <a:xfrm>
              <a:off x="6344813" y="3881618"/>
              <a:ext cx="34250" cy="34512"/>
            </a:xfrm>
            <a:custGeom>
              <a:avLst/>
              <a:gdLst/>
              <a:ahLst/>
              <a:cxnLst/>
              <a:rect l="l" t="t" r="r" b="b"/>
              <a:pathLst>
                <a:path w="1308" h="1318" extrusionOk="0">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76"/>
            <p:cNvSpPr/>
            <p:nvPr/>
          </p:nvSpPr>
          <p:spPr>
            <a:xfrm>
              <a:off x="6341566" y="3881382"/>
              <a:ext cx="40482" cy="23252"/>
            </a:xfrm>
            <a:custGeom>
              <a:avLst/>
              <a:gdLst/>
              <a:ahLst/>
              <a:cxnLst/>
              <a:rect l="l" t="t" r="r" b="b"/>
              <a:pathLst>
                <a:path w="1546" h="888" extrusionOk="0">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76"/>
            <p:cNvSpPr/>
            <p:nvPr/>
          </p:nvSpPr>
          <p:spPr>
            <a:xfrm>
              <a:off x="6402001" y="3881618"/>
              <a:ext cx="34250" cy="34512"/>
            </a:xfrm>
            <a:custGeom>
              <a:avLst/>
              <a:gdLst/>
              <a:ahLst/>
              <a:cxnLst/>
              <a:rect l="l" t="t" r="r" b="b"/>
              <a:pathLst>
                <a:path w="1308" h="1318" extrusionOk="0">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76"/>
            <p:cNvSpPr/>
            <p:nvPr/>
          </p:nvSpPr>
          <p:spPr>
            <a:xfrm>
              <a:off x="6398754" y="3881382"/>
              <a:ext cx="40744" cy="23252"/>
            </a:xfrm>
            <a:custGeom>
              <a:avLst/>
              <a:gdLst/>
              <a:ahLst/>
              <a:cxnLst/>
              <a:rect l="l" t="t" r="r" b="b"/>
              <a:pathLst>
                <a:path w="1556" h="888" extrusionOk="0">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76"/>
            <p:cNvSpPr/>
            <p:nvPr/>
          </p:nvSpPr>
          <p:spPr>
            <a:xfrm>
              <a:off x="6299094" y="3790101"/>
              <a:ext cx="182876" cy="354833"/>
            </a:xfrm>
            <a:custGeom>
              <a:avLst/>
              <a:gdLst/>
              <a:ahLst/>
              <a:cxnLst/>
              <a:rect l="l" t="t" r="r" b="b"/>
              <a:pathLst>
                <a:path w="6984" h="13551" extrusionOk="0">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76"/>
            <p:cNvSpPr/>
            <p:nvPr/>
          </p:nvSpPr>
          <p:spPr>
            <a:xfrm>
              <a:off x="6256387" y="4048233"/>
              <a:ext cx="53967" cy="96701"/>
            </a:xfrm>
            <a:custGeom>
              <a:avLst/>
              <a:gdLst/>
              <a:ahLst/>
              <a:cxnLst/>
              <a:rect l="l" t="t" r="r" b="b"/>
              <a:pathLst>
                <a:path w="2061" h="3693" extrusionOk="0">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0" name="Google Shape;13060;p76"/>
            <p:cNvSpPr/>
            <p:nvPr/>
          </p:nvSpPr>
          <p:spPr>
            <a:xfrm>
              <a:off x="6470449" y="4048233"/>
              <a:ext cx="54255" cy="96701"/>
            </a:xfrm>
            <a:custGeom>
              <a:avLst/>
              <a:gdLst/>
              <a:ahLst/>
              <a:cxnLst/>
              <a:rect l="l" t="t" r="r" b="b"/>
              <a:pathLst>
                <a:path w="2072" h="3693" extrusionOk="0">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1" name="Google Shape;13061;p76"/>
          <p:cNvGrpSpPr/>
          <p:nvPr/>
        </p:nvGrpSpPr>
        <p:grpSpPr>
          <a:xfrm>
            <a:off x="5802731" y="3790180"/>
            <a:ext cx="274576" cy="354754"/>
            <a:chOff x="5802731" y="3790180"/>
            <a:chExt cx="274576" cy="354754"/>
          </a:xfrm>
        </p:grpSpPr>
        <p:sp>
          <p:nvSpPr>
            <p:cNvPr id="13062" name="Google Shape;13062;p76"/>
            <p:cNvSpPr/>
            <p:nvPr/>
          </p:nvSpPr>
          <p:spPr>
            <a:xfrm>
              <a:off x="5802731" y="4026761"/>
              <a:ext cx="274576" cy="117937"/>
            </a:xfrm>
            <a:custGeom>
              <a:avLst/>
              <a:gdLst/>
              <a:ahLst/>
              <a:cxnLst/>
              <a:rect l="l" t="t" r="r" b="b"/>
              <a:pathLst>
                <a:path w="10486" h="4504" extrusionOk="0">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76"/>
            <p:cNvSpPr/>
            <p:nvPr/>
          </p:nvSpPr>
          <p:spPr>
            <a:xfrm>
              <a:off x="5899904" y="4030270"/>
              <a:ext cx="80231" cy="114428"/>
            </a:xfrm>
            <a:custGeom>
              <a:avLst/>
              <a:gdLst/>
              <a:ahLst/>
              <a:cxnLst/>
              <a:rect l="l" t="t" r="r" b="b"/>
              <a:pathLst>
                <a:path w="3064" h="4370" extrusionOk="0">
                  <a:moveTo>
                    <a:pt x="1" y="0"/>
                  </a:moveTo>
                  <a:lnTo>
                    <a:pt x="440" y="4369"/>
                  </a:lnTo>
                  <a:lnTo>
                    <a:pt x="2624" y="4369"/>
                  </a:lnTo>
                  <a:lnTo>
                    <a:pt x="306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76"/>
            <p:cNvSpPr/>
            <p:nvPr/>
          </p:nvSpPr>
          <p:spPr>
            <a:xfrm>
              <a:off x="5899904" y="4030506"/>
              <a:ext cx="80231" cy="34250"/>
            </a:xfrm>
            <a:custGeom>
              <a:avLst/>
              <a:gdLst/>
              <a:ahLst/>
              <a:cxnLst/>
              <a:rect l="l" t="t" r="r" b="b"/>
              <a:pathLst>
                <a:path w="3064" h="1308" extrusionOk="0">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76"/>
            <p:cNvSpPr/>
            <p:nvPr/>
          </p:nvSpPr>
          <p:spPr>
            <a:xfrm>
              <a:off x="5899904" y="3973318"/>
              <a:ext cx="80231" cy="79943"/>
            </a:xfrm>
            <a:custGeom>
              <a:avLst/>
              <a:gdLst/>
              <a:ahLst/>
              <a:cxnLst/>
              <a:rect l="l" t="t" r="r" b="b"/>
              <a:pathLst>
                <a:path w="3064" h="3053" extrusionOk="0">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6" name="Google Shape;13066;p76"/>
            <p:cNvSpPr/>
            <p:nvPr/>
          </p:nvSpPr>
          <p:spPr>
            <a:xfrm>
              <a:off x="5899904" y="3973318"/>
              <a:ext cx="80231" cy="34119"/>
            </a:xfrm>
            <a:custGeom>
              <a:avLst/>
              <a:gdLst/>
              <a:ahLst/>
              <a:cxnLst/>
              <a:rect l="l" t="t" r="r" b="b"/>
              <a:pathLst>
                <a:path w="3064" h="1303" extrusionOk="0">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7" name="Google Shape;13067;p76"/>
            <p:cNvSpPr/>
            <p:nvPr/>
          </p:nvSpPr>
          <p:spPr>
            <a:xfrm>
              <a:off x="5843711" y="3841659"/>
              <a:ext cx="192355" cy="154413"/>
            </a:xfrm>
            <a:custGeom>
              <a:avLst/>
              <a:gdLst/>
              <a:ahLst/>
              <a:cxnLst/>
              <a:rect l="l" t="t" r="r" b="b"/>
              <a:pathLst>
                <a:path w="7346" h="5897" extrusionOk="0">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76"/>
            <p:cNvSpPr/>
            <p:nvPr/>
          </p:nvSpPr>
          <p:spPr>
            <a:xfrm>
              <a:off x="5899904" y="3899293"/>
              <a:ext cx="11521" cy="17334"/>
            </a:xfrm>
            <a:custGeom>
              <a:avLst/>
              <a:gdLst/>
              <a:ahLst/>
              <a:cxnLst/>
              <a:rect l="l" t="t" r="r" b="b"/>
              <a:pathLst>
                <a:path w="440" h="662" extrusionOk="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76"/>
            <p:cNvSpPr/>
            <p:nvPr/>
          </p:nvSpPr>
          <p:spPr>
            <a:xfrm>
              <a:off x="5968613" y="3899293"/>
              <a:ext cx="11521" cy="17334"/>
            </a:xfrm>
            <a:custGeom>
              <a:avLst/>
              <a:gdLst/>
              <a:ahLst/>
              <a:cxnLst/>
              <a:rect l="l" t="t" r="r" b="b"/>
              <a:pathLst>
                <a:path w="440" h="662" extrusionOk="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76"/>
            <p:cNvSpPr/>
            <p:nvPr/>
          </p:nvSpPr>
          <p:spPr>
            <a:xfrm>
              <a:off x="5892415" y="3881618"/>
              <a:ext cx="26499" cy="11521"/>
            </a:xfrm>
            <a:custGeom>
              <a:avLst/>
              <a:gdLst/>
              <a:ahLst/>
              <a:cxnLst/>
              <a:rect l="l" t="t" r="r" b="b"/>
              <a:pathLst>
                <a:path w="1012" h="440" extrusionOk="0">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1" name="Google Shape;13071;p76"/>
            <p:cNvSpPr/>
            <p:nvPr/>
          </p:nvSpPr>
          <p:spPr>
            <a:xfrm>
              <a:off x="5960863" y="3881618"/>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2" name="Google Shape;13072;p76"/>
            <p:cNvSpPr/>
            <p:nvPr/>
          </p:nvSpPr>
          <p:spPr>
            <a:xfrm>
              <a:off x="5846460" y="3841659"/>
              <a:ext cx="154884" cy="154387"/>
            </a:xfrm>
            <a:custGeom>
              <a:avLst/>
              <a:gdLst/>
              <a:ahLst/>
              <a:cxnLst/>
              <a:rect l="l" t="t" r="r" b="b"/>
              <a:pathLst>
                <a:path w="5915" h="5896" extrusionOk="0">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76"/>
            <p:cNvSpPr/>
            <p:nvPr/>
          </p:nvSpPr>
          <p:spPr>
            <a:xfrm>
              <a:off x="5854185" y="3818643"/>
              <a:ext cx="40011" cy="83006"/>
            </a:xfrm>
            <a:custGeom>
              <a:avLst/>
              <a:gdLst/>
              <a:ahLst/>
              <a:cxnLst/>
              <a:rect l="l" t="t" r="r" b="b"/>
              <a:pathLst>
                <a:path w="1528" h="3170" extrusionOk="0">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76"/>
            <p:cNvSpPr/>
            <p:nvPr/>
          </p:nvSpPr>
          <p:spPr>
            <a:xfrm>
              <a:off x="5939888" y="4007515"/>
              <a:ext cx="72951" cy="137419"/>
            </a:xfrm>
            <a:custGeom>
              <a:avLst/>
              <a:gdLst/>
              <a:ahLst/>
              <a:cxnLst/>
              <a:rect l="l" t="t" r="r" b="b"/>
              <a:pathLst>
                <a:path w="2786" h="5248" extrusionOk="0">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76"/>
            <p:cNvSpPr/>
            <p:nvPr/>
          </p:nvSpPr>
          <p:spPr>
            <a:xfrm>
              <a:off x="6012316" y="4093323"/>
              <a:ext cx="43755" cy="40011"/>
            </a:xfrm>
            <a:custGeom>
              <a:avLst/>
              <a:gdLst/>
              <a:ahLst/>
              <a:cxnLst/>
              <a:rect l="l" t="t" r="r" b="b"/>
              <a:pathLst>
                <a:path w="1671" h="1528" extrusionOk="0">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76"/>
            <p:cNvSpPr/>
            <p:nvPr/>
          </p:nvSpPr>
          <p:spPr>
            <a:xfrm>
              <a:off x="5985843" y="3801649"/>
              <a:ext cx="39984" cy="100001"/>
            </a:xfrm>
            <a:custGeom>
              <a:avLst/>
              <a:gdLst/>
              <a:ahLst/>
              <a:cxnLst/>
              <a:rect l="l" t="t" r="r" b="b"/>
              <a:pathLst>
                <a:path w="1527" h="3819" extrusionOk="0">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7" name="Google Shape;13077;p76"/>
            <p:cNvSpPr/>
            <p:nvPr/>
          </p:nvSpPr>
          <p:spPr>
            <a:xfrm>
              <a:off x="5914672" y="3938753"/>
              <a:ext cx="50668" cy="17361"/>
            </a:xfrm>
            <a:custGeom>
              <a:avLst/>
              <a:gdLst/>
              <a:ahLst/>
              <a:cxnLst/>
              <a:rect l="l" t="t" r="r" b="b"/>
              <a:pathLst>
                <a:path w="1935" h="663" extrusionOk="0">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76"/>
            <p:cNvSpPr/>
            <p:nvPr/>
          </p:nvSpPr>
          <p:spPr>
            <a:xfrm>
              <a:off x="5866937" y="4007515"/>
              <a:ext cx="72978" cy="137419"/>
            </a:xfrm>
            <a:custGeom>
              <a:avLst/>
              <a:gdLst/>
              <a:ahLst/>
              <a:cxnLst/>
              <a:rect l="l" t="t" r="r" b="b"/>
              <a:pathLst>
                <a:path w="2787" h="5248" extrusionOk="0">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76"/>
            <p:cNvSpPr/>
            <p:nvPr/>
          </p:nvSpPr>
          <p:spPr>
            <a:xfrm>
              <a:off x="5853687" y="3790180"/>
              <a:ext cx="145170" cy="62582"/>
            </a:xfrm>
            <a:custGeom>
              <a:avLst/>
              <a:gdLst/>
              <a:ahLst/>
              <a:cxnLst/>
              <a:rect l="l" t="t" r="r" b="b"/>
              <a:pathLst>
                <a:path w="5544" h="2390" extrusionOk="0">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76"/>
            <p:cNvSpPr/>
            <p:nvPr/>
          </p:nvSpPr>
          <p:spPr>
            <a:xfrm>
              <a:off x="5831221" y="4110448"/>
              <a:ext cx="57214" cy="34250"/>
            </a:xfrm>
            <a:custGeom>
              <a:avLst/>
              <a:gdLst/>
              <a:ahLst/>
              <a:cxnLst/>
              <a:rect l="l" t="t" r="r" b="b"/>
              <a:pathLst>
                <a:path w="2185" h="1308" extrusionOk="0">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76"/>
            <p:cNvSpPr/>
            <p:nvPr/>
          </p:nvSpPr>
          <p:spPr>
            <a:xfrm>
              <a:off x="5854185" y="4093323"/>
              <a:ext cx="11521" cy="28646"/>
            </a:xfrm>
            <a:custGeom>
              <a:avLst/>
              <a:gdLst/>
              <a:ahLst/>
              <a:cxnLst/>
              <a:rect l="l" t="t" r="r" b="b"/>
              <a:pathLst>
                <a:path w="440" h="1094" extrusionOk="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76"/>
            <p:cNvSpPr/>
            <p:nvPr/>
          </p:nvSpPr>
          <p:spPr>
            <a:xfrm>
              <a:off x="5831221" y="4127678"/>
              <a:ext cx="57214" cy="17020"/>
            </a:xfrm>
            <a:custGeom>
              <a:avLst/>
              <a:gdLst/>
              <a:ahLst/>
              <a:cxnLst/>
              <a:rect l="l" t="t" r="r" b="b"/>
              <a:pathLst>
                <a:path w="2185" h="650" extrusionOk="0">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3" name="Google Shape;13083;p76"/>
          <p:cNvGrpSpPr/>
          <p:nvPr/>
        </p:nvGrpSpPr>
        <p:grpSpPr>
          <a:xfrm>
            <a:off x="5352088" y="3790206"/>
            <a:ext cx="274550" cy="354728"/>
            <a:chOff x="5352088" y="3790206"/>
            <a:chExt cx="274550" cy="354728"/>
          </a:xfrm>
        </p:grpSpPr>
        <p:sp>
          <p:nvSpPr>
            <p:cNvPr id="13084" name="Google Shape;13084;p76"/>
            <p:cNvSpPr/>
            <p:nvPr/>
          </p:nvSpPr>
          <p:spPr>
            <a:xfrm>
              <a:off x="5352088" y="3978790"/>
              <a:ext cx="274550" cy="165908"/>
            </a:xfrm>
            <a:custGeom>
              <a:avLst/>
              <a:gdLst/>
              <a:ahLst/>
              <a:cxnLst/>
              <a:rect l="l" t="t" r="r" b="b"/>
              <a:pathLst>
                <a:path w="10485" h="6336" extrusionOk="0">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76"/>
            <p:cNvSpPr/>
            <p:nvPr/>
          </p:nvSpPr>
          <p:spPr>
            <a:xfrm>
              <a:off x="5352088" y="4034512"/>
              <a:ext cx="274550" cy="110186"/>
            </a:xfrm>
            <a:custGeom>
              <a:avLst/>
              <a:gdLst/>
              <a:ahLst/>
              <a:cxnLst/>
              <a:rect l="l" t="t" r="r" b="b"/>
              <a:pathLst>
                <a:path w="10485" h="4208" extrusionOk="0">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76"/>
            <p:cNvSpPr/>
            <p:nvPr/>
          </p:nvSpPr>
          <p:spPr>
            <a:xfrm>
              <a:off x="5424542" y="4034512"/>
              <a:ext cx="129904" cy="41739"/>
            </a:xfrm>
            <a:custGeom>
              <a:avLst/>
              <a:gdLst/>
              <a:ahLst/>
              <a:cxnLst/>
              <a:rect l="l" t="t" r="r" b="b"/>
              <a:pathLst>
                <a:path w="4961" h="1594" extrusionOk="0">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76"/>
            <p:cNvSpPr/>
            <p:nvPr/>
          </p:nvSpPr>
          <p:spPr>
            <a:xfrm>
              <a:off x="5398042" y="4037261"/>
              <a:ext cx="28515" cy="78948"/>
            </a:xfrm>
            <a:custGeom>
              <a:avLst/>
              <a:gdLst/>
              <a:ahLst/>
              <a:cxnLst/>
              <a:rect l="l" t="t" r="r" b="b"/>
              <a:pathLst>
                <a:path w="1089" h="3015" extrusionOk="0">
                  <a:moveTo>
                    <a:pt x="1088" y="0"/>
                  </a:moveTo>
                  <a:lnTo>
                    <a:pt x="1" y="325"/>
                  </a:lnTo>
                  <a:lnTo>
                    <a:pt x="1" y="3015"/>
                  </a:lnTo>
                  <a:lnTo>
                    <a:pt x="1088" y="3015"/>
                  </a:lnTo>
                  <a:lnTo>
                    <a:pt x="1088"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8" name="Google Shape;13088;p76"/>
            <p:cNvSpPr/>
            <p:nvPr/>
          </p:nvSpPr>
          <p:spPr>
            <a:xfrm>
              <a:off x="5552429" y="4037261"/>
              <a:ext cx="28515" cy="78948"/>
            </a:xfrm>
            <a:custGeom>
              <a:avLst/>
              <a:gdLst/>
              <a:ahLst/>
              <a:cxnLst/>
              <a:rect l="l" t="t" r="r" b="b"/>
              <a:pathLst>
                <a:path w="1089" h="3015" extrusionOk="0">
                  <a:moveTo>
                    <a:pt x="1" y="0"/>
                  </a:moveTo>
                  <a:lnTo>
                    <a:pt x="1" y="3015"/>
                  </a:lnTo>
                  <a:lnTo>
                    <a:pt x="1088" y="3015"/>
                  </a:lnTo>
                  <a:lnTo>
                    <a:pt x="1088" y="325"/>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9" name="Google Shape;13089;p76"/>
            <p:cNvSpPr/>
            <p:nvPr/>
          </p:nvSpPr>
          <p:spPr>
            <a:xfrm>
              <a:off x="5397807" y="4093219"/>
              <a:ext cx="183138" cy="51715"/>
            </a:xfrm>
            <a:custGeom>
              <a:avLst/>
              <a:gdLst/>
              <a:ahLst/>
              <a:cxnLst/>
              <a:rect l="l" t="t" r="r" b="b"/>
              <a:pathLst>
                <a:path w="6994" h="1975" extrusionOk="0">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76"/>
            <p:cNvSpPr/>
            <p:nvPr/>
          </p:nvSpPr>
          <p:spPr>
            <a:xfrm>
              <a:off x="5449522" y="3984551"/>
              <a:ext cx="79943" cy="28620"/>
            </a:xfrm>
            <a:custGeom>
              <a:avLst/>
              <a:gdLst/>
              <a:ahLst/>
              <a:cxnLst/>
              <a:rect l="l" t="t" r="r" b="b"/>
              <a:pathLst>
                <a:path w="3053" h="1093" extrusionOk="0">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76"/>
            <p:cNvSpPr/>
            <p:nvPr/>
          </p:nvSpPr>
          <p:spPr>
            <a:xfrm>
              <a:off x="5392386" y="3801701"/>
              <a:ext cx="193952" cy="200106"/>
            </a:xfrm>
            <a:custGeom>
              <a:avLst/>
              <a:gdLst/>
              <a:ahLst/>
              <a:cxnLst/>
              <a:rect l="l" t="t" r="r" b="b"/>
              <a:pathLst>
                <a:path w="7407" h="7642" extrusionOk="0">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76"/>
            <p:cNvSpPr/>
            <p:nvPr/>
          </p:nvSpPr>
          <p:spPr>
            <a:xfrm>
              <a:off x="5397807" y="3795940"/>
              <a:ext cx="183138" cy="91464"/>
            </a:xfrm>
            <a:custGeom>
              <a:avLst/>
              <a:gdLst/>
              <a:ahLst/>
              <a:cxnLst/>
              <a:rect l="l" t="t" r="r" b="b"/>
              <a:pathLst>
                <a:path w="6994" h="3493" extrusionOk="0">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76"/>
            <p:cNvSpPr/>
            <p:nvPr/>
          </p:nvSpPr>
          <p:spPr>
            <a:xfrm>
              <a:off x="5397807" y="3795940"/>
              <a:ext cx="91700" cy="91464"/>
            </a:xfrm>
            <a:custGeom>
              <a:avLst/>
              <a:gdLst/>
              <a:ahLst/>
              <a:cxnLst/>
              <a:rect l="l" t="t" r="r" b="b"/>
              <a:pathLst>
                <a:path w="3502" h="3493" extrusionOk="0">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76"/>
            <p:cNvSpPr/>
            <p:nvPr/>
          </p:nvSpPr>
          <p:spPr>
            <a:xfrm>
              <a:off x="5396812" y="3887378"/>
              <a:ext cx="161404" cy="114455"/>
            </a:xfrm>
            <a:custGeom>
              <a:avLst/>
              <a:gdLst/>
              <a:ahLst/>
              <a:cxnLst/>
              <a:rect l="l" t="t" r="r" b="b"/>
              <a:pathLst>
                <a:path w="6164" h="4371" extrusionOk="0">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76"/>
            <p:cNvSpPr/>
            <p:nvPr/>
          </p:nvSpPr>
          <p:spPr>
            <a:xfrm>
              <a:off x="5455518" y="3944567"/>
              <a:ext cx="67714" cy="66615"/>
            </a:xfrm>
            <a:custGeom>
              <a:avLst/>
              <a:gdLst/>
              <a:ahLst/>
              <a:cxnLst/>
              <a:rect l="l" t="t" r="r" b="b"/>
              <a:pathLst>
                <a:path w="2586" h="2544" extrusionOk="0">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76"/>
            <p:cNvSpPr/>
            <p:nvPr/>
          </p:nvSpPr>
          <p:spPr>
            <a:xfrm>
              <a:off x="5455754" y="3944567"/>
              <a:ext cx="41739" cy="66615"/>
            </a:xfrm>
            <a:custGeom>
              <a:avLst/>
              <a:gdLst/>
              <a:ahLst/>
              <a:cxnLst/>
              <a:rect l="l" t="t" r="r" b="b"/>
              <a:pathLst>
                <a:path w="1594" h="2544" extrusionOk="0">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76"/>
            <p:cNvSpPr/>
            <p:nvPr/>
          </p:nvSpPr>
          <p:spPr>
            <a:xfrm>
              <a:off x="5471439" y="3956978"/>
              <a:ext cx="35873" cy="16339"/>
            </a:xfrm>
            <a:custGeom>
              <a:avLst/>
              <a:gdLst/>
              <a:ahLst/>
              <a:cxnLst/>
              <a:rect l="l" t="t" r="r" b="b"/>
              <a:pathLst>
                <a:path w="1370" h="624" extrusionOk="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76"/>
            <p:cNvSpPr/>
            <p:nvPr/>
          </p:nvSpPr>
          <p:spPr>
            <a:xfrm>
              <a:off x="5452271" y="3904556"/>
              <a:ext cx="11260" cy="17073"/>
            </a:xfrm>
            <a:custGeom>
              <a:avLst/>
              <a:gdLst/>
              <a:ahLst/>
              <a:cxnLst/>
              <a:rect l="l" t="t" r="r" b="b"/>
              <a:pathLst>
                <a:path w="430" h="652" extrusionOk="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76"/>
            <p:cNvSpPr/>
            <p:nvPr/>
          </p:nvSpPr>
          <p:spPr>
            <a:xfrm>
              <a:off x="5515220" y="3904556"/>
              <a:ext cx="11521" cy="17073"/>
            </a:xfrm>
            <a:custGeom>
              <a:avLst/>
              <a:gdLst/>
              <a:ahLst/>
              <a:cxnLst/>
              <a:rect l="l" t="t" r="r" b="b"/>
              <a:pathLst>
                <a:path w="440" h="652" extrusionOk="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76"/>
            <p:cNvSpPr/>
            <p:nvPr/>
          </p:nvSpPr>
          <p:spPr>
            <a:xfrm>
              <a:off x="5472251" y="3790206"/>
              <a:ext cx="34486" cy="74208"/>
            </a:xfrm>
            <a:custGeom>
              <a:avLst/>
              <a:gdLst/>
              <a:ahLst/>
              <a:cxnLst/>
              <a:rect l="l" t="t" r="r" b="b"/>
              <a:pathLst>
                <a:path w="1317" h="2834" extrusionOk="0">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76"/>
            <p:cNvSpPr/>
            <p:nvPr/>
          </p:nvSpPr>
          <p:spPr>
            <a:xfrm>
              <a:off x="5535199" y="3805079"/>
              <a:ext cx="23017" cy="59361"/>
            </a:xfrm>
            <a:custGeom>
              <a:avLst/>
              <a:gdLst/>
              <a:ahLst/>
              <a:cxnLst/>
              <a:rect l="l" t="t" r="r" b="b"/>
              <a:pathLst>
                <a:path w="879" h="2267" extrusionOk="0">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76"/>
            <p:cNvSpPr/>
            <p:nvPr/>
          </p:nvSpPr>
          <p:spPr>
            <a:xfrm>
              <a:off x="5420797" y="3805079"/>
              <a:ext cx="22990" cy="59361"/>
            </a:xfrm>
            <a:custGeom>
              <a:avLst/>
              <a:gdLst/>
              <a:ahLst/>
              <a:cxnLst/>
              <a:rect l="l" t="t" r="r" b="b"/>
              <a:pathLst>
                <a:path w="878" h="2267" extrusionOk="0">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76"/>
            <p:cNvSpPr/>
            <p:nvPr/>
          </p:nvSpPr>
          <p:spPr>
            <a:xfrm>
              <a:off x="5386573" y="3881618"/>
              <a:ext cx="205866" cy="11521"/>
            </a:xfrm>
            <a:custGeom>
              <a:avLst/>
              <a:gdLst/>
              <a:ahLst/>
              <a:cxnLst/>
              <a:rect l="l" t="t" r="r" b="b"/>
              <a:pathLst>
                <a:path w="7862" h="440" extrusionOk="0">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4" name="Google Shape;13104;p76"/>
            <p:cNvSpPr/>
            <p:nvPr/>
          </p:nvSpPr>
          <p:spPr>
            <a:xfrm>
              <a:off x="5415036" y="4110448"/>
              <a:ext cx="11521" cy="11521"/>
            </a:xfrm>
            <a:custGeom>
              <a:avLst/>
              <a:gdLst/>
              <a:ahLst/>
              <a:cxnLst/>
              <a:rect l="l" t="t" r="r" b="b"/>
              <a:pathLst>
                <a:path w="440" h="440" extrusionOk="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76"/>
            <p:cNvSpPr/>
            <p:nvPr/>
          </p:nvSpPr>
          <p:spPr>
            <a:xfrm>
              <a:off x="5552429" y="4110448"/>
              <a:ext cx="11260" cy="11521"/>
            </a:xfrm>
            <a:custGeom>
              <a:avLst/>
              <a:gdLst/>
              <a:ahLst/>
              <a:cxnLst/>
              <a:rect l="l" t="t" r="r" b="b"/>
              <a:pathLst>
                <a:path w="430" h="440" extrusionOk="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76"/>
            <p:cNvSpPr/>
            <p:nvPr/>
          </p:nvSpPr>
          <p:spPr>
            <a:xfrm>
              <a:off x="5380813" y="4093219"/>
              <a:ext cx="17020" cy="51480"/>
            </a:xfrm>
            <a:custGeom>
              <a:avLst/>
              <a:gdLst/>
              <a:ahLst/>
              <a:cxnLst/>
              <a:rect l="l" t="t" r="r" b="b"/>
              <a:pathLst>
                <a:path w="650" h="1966" extrusionOk="0">
                  <a:moveTo>
                    <a:pt x="649" y="0"/>
                  </a:moveTo>
                  <a:cubicBezTo>
                    <a:pt x="287" y="0"/>
                    <a:pt x="1" y="296"/>
                    <a:pt x="1" y="658"/>
                  </a:cubicBezTo>
                  <a:lnTo>
                    <a:pt x="1" y="1965"/>
                  </a:lnTo>
                  <a:lnTo>
                    <a:pt x="649" y="1965"/>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76"/>
            <p:cNvSpPr/>
            <p:nvPr/>
          </p:nvSpPr>
          <p:spPr>
            <a:xfrm>
              <a:off x="5580918" y="4093219"/>
              <a:ext cx="17256" cy="51480"/>
            </a:xfrm>
            <a:custGeom>
              <a:avLst/>
              <a:gdLst/>
              <a:ahLst/>
              <a:cxnLst/>
              <a:rect l="l" t="t" r="r" b="b"/>
              <a:pathLst>
                <a:path w="659" h="1966" extrusionOk="0">
                  <a:moveTo>
                    <a:pt x="0" y="0"/>
                  </a:moveTo>
                  <a:lnTo>
                    <a:pt x="0" y="1965"/>
                  </a:lnTo>
                  <a:lnTo>
                    <a:pt x="658" y="1965"/>
                  </a:lnTo>
                  <a:lnTo>
                    <a:pt x="658" y="658"/>
                  </a:lnTo>
                  <a:cubicBezTo>
                    <a:pt x="658" y="296"/>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8" name="Google Shape;13108;p76"/>
          <p:cNvGrpSpPr/>
          <p:nvPr/>
        </p:nvGrpSpPr>
        <p:grpSpPr>
          <a:xfrm>
            <a:off x="4901706" y="3790075"/>
            <a:ext cx="274550" cy="354859"/>
            <a:chOff x="4901706" y="3790075"/>
            <a:chExt cx="274550" cy="354859"/>
          </a:xfrm>
        </p:grpSpPr>
        <p:sp>
          <p:nvSpPr>
            <p:cNvPr id="13109" name="Google Shape;13109;p76"/>
            <p:cNvSpPr/>
            <p:nvPr/>
          </p:nvSpPr>
          <p:spPr>
            <a:xfrm>
              <a:off x="4901706" y="4007777"/>
              <a:ext cx="274550" cy="137157"/>
            </a:xfrm>
            <a:custGeom>
              <a:avLst/>
              <a:gdLst/>
              <a:ahLst/>
              <a:cxnLst/>
              <a:rect l="l" t="t" r="r" b="b"/>
              <a:pathLst>
                <a:path w="10485" h="5238" extrusionOk="0">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0" name="Google Shape;13110;p76"/>
            <p:cNvSpPr/>
            <p:nvPr/>
          </p:nvSpPr>
          <p:spPr>
            <a:xfrm>
              <a:off x="4935929" y="4007777"/>
              <a:ext cx="206102" cy="124169"/>
            </a:xfrm>
            <a:custGeom>
              <a:avLst/>
              <a:gdLst/>
              <a:ahLst/>
              <a:cxnLst/>
              <a:rect l="l" t="t" r="r" b="b"/>
              <a:pathLst>
                <a:path w="7871" h="4742" extrusionOk="0">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1" name="Google Shape;13111;p76"/>
            <p:cNvSpPr/>
            <p:nvPr/>
          </p:nvSpPr>
          <p:spPr>
            <a:xfrm>
              <a:off x="4941664" y="4017518"/>
              <a:ext cx="194633" cy="103195"/>
            </a:xfrm>
            <a:custGeom>
              <a:avLst/>
              <a:gdLst/>
              <a:ahLst/>
              <a:cxnLst/>
              <a:rect l="l" t="t" r="r" b="b"/>
              <a:pathLst>
                <a:path w="7433" h="3941" extrusionOk="0">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76"/>
            <p:cNvSpPr/>
            <p:nvPr/>
          </p:nvSpPr>
          <p:spPr>
            <a:xfrm>
              <a:off x="4959967" y="4034512"/>
              <a:ext cx="157922" cy="65279"/>
            </a:xfrm>
            <a:custGeom>
              <a:avLst/>
              <a:gdLst/>
              <a:ahLst/>
              <a:cxnLst/>
              <a:rect l="l" t="t" r="r" b="b"/>
              <a:pathLst>
                <a:path w="6031" h="2493" extrusionOk="0">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76"/>
            <p:cNvSpPr/>
            <p:nvPr/>
          </p:nvSpPr>
          <p:spPr>
            <a:xfrm>
              <a:off x="4984869" y="4013276"/>
              <a:ext cx="107961" cy="86515"/>
            </a:xfrm>
            <a:custGeom>
              <a:avLst/>
              <a:gdLst/>
              <a:ahLst/>
              <a:cxnLst/>
              <a:rect l="l" t="t" r="r" b="b"/>
              <a:pathLst>
                <a:path w="4123" h="3304" extrusionOk="0">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4" name="Google Shape;13114;p76"/>
            <p:cNvSpPr/>
            <p:nvPr/>
          </p:nvSpPr>
          <p:spPr>
            <a:xfrm>
              <a:off x="4998878" y="4013276"/>
              <a:ext cx="80205" cy="28620"/>
            </a:xfrm>
            <a:custGeom>
              <a:avLst/>
              <a:gdLst/>
              <a:ahLst/>
              <a:cxnLst/>
              <a:rect l="l" t="t" r="r" b="b"/>
              <a:pathLst>
                <a:path w="3063" h="1093" extrusionOk="0">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5" name="Google Shape;13115;p76"/>
            <p:cNvSpPr/>
            <p:nvPr/>
          </p:nvSpPr>
          <p:spPr>
            <a:xfrm>
              <a:off x="4942161" y="3830164"/>
              <a:ext cx="193612" cy="200132"/>
            </a:xfrm>
            <a:custGeom>
              <a:avLst/>
              <a:gdLst/>
              <a:ahLst/>
              <a:cxnLst/>
              <a:rect l="l" t="t" r="r" b="b"/>
              <a:pathLst>
                <a:path w="7394" h="7643" extrusionOk="0">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76"/>
            <p:cNvSpPr/>
            <p:nvPr/>
          </p:nvSpPr>
          <p:spPr>
            <a:xfrm>
              <a:off x="4946168" y="3860984"/>
              <a:ext cx="109689" cy="169338"/>
            </a:xfrm>
            <a:custGeom>
              <a:avLst/>
              <a:gdLst/>
              <a:ahLst/>
              <a:cxnLst/>
              <a:rect l="l" t="t" r="r" b="b"/>
              <a:pathLst>
                <a:path w="4189" h="6467" extrusionOk="0">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76"/>
            <p:cNvSpPr/>
            <p:nvPr/>
          </p:nvSpPr>
          <p:spPr>
            <a:xfrm>
              <a:off x="4998878" y="3935035"/>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76"/>
            <p:cNvSpPr/>
            <p:nvPr/>
          </p:nvSpPr>
          <p:spPr>
            <a:xfrm>
              <a:off x="5067561" y="3935035"/>
              <a:ext cx="11521" cy="17308"/>
            </a:xfrm>
            <a:custGeom>
              <a:avLst/>
              <a:gdLst/>
              <a:ahLst/>
              <a:cxnLst/>
              <a:rect l="l" t="t" r="r" b="b"/>
              <a:pathLst>
                <a:path w="440" h="661" extrusionOk="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76"/>
            <p:cNvSpPr/>
            <p:nvPr/>
          </p:nvSpPr>
          <p:spPr>
            <a:xfrm>
              <a:off x="5013646" y="3974993"/>
              <a:ext cx="50668" cy="17334"/>
            </a:xfrm>
            <a:custGeom>
              <a:avLst/>
              <a:gdLst/>
              <a:ahLst/>
              <a:cxnLst/>
              <a:rect l="l" t="t" r="r" b="b"/>
              <a:pathLst>
                <a:path w="1935" h="662" extrusionOk="0">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76"/>
            <p:cNvSpPr/>
            <p:nvPr/>
          </p:nvSpPr>
          <p:spPr>
            <a:xfrm>
              <a:off x="4990368" y="3917727"/>
              <a:ext cx="33752" cy="17387"/>
            </a:xfrm>
            <a:custGeom>
              <a:avLst/>
              <a:gdLst/>
              <a:ahLst/>
              <a:cxnLst/>
              <a:rect l="l" t="t" r="r" b="b"/>
              <a:pathLst>
                <a:path w="1289" h="664" extrusionOk="0">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76"/>
            <p:cNvSpPr/>
            <p:nvPr/>
          </p:nvSpPr>
          <p:spPr>
            <a:xfrm>
              <a:off x="5053814" y="3917727"/>
              <a:ext cx="33779" cy="17387"/>
            </a:xfrm>
            <a:custGeom>
              <a:avLst/>
              <a:gdLst/>
              <a:ahLst/>
              <a:cxnLst/>
              <a:rect l="l" t="t" r="r" b="b"/>
              <a:pathLst>
                <a:path w="1290" h="664" extrusionOk="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76"/>
            <p:cNvSpPr/>
            <p:nvPr/>
          </p:nvSpPr>
          <p:spPr>
            <a:xfrm>
              <a:off x="5022104" y="3790075"/>
              <a:ext cx="33255" cy="67793"/>
            </a:xfrm>
            <a:custGeom>
              <a:avLst/>
              <a:gdLst/>
              <a:ahLst/>
              <a:cxnLst/>
              <a:rect l="l" t="t" r="r" b="b"/>
              <a:pathLst>
                <a:path w="1270" h="2589" extrusionOk="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76"/>
            <p:cNvSpPr/>
            <p:nvPr/>
          </p:nvSpPr>
          <p:spPr>
            <a:xfrm>
              <a:off x="5022340" y="3790206"/>
              <a:ext cx="16785" cy="67976"/>
            </a:xfrm>
            <a:custGeom>
              <a:avLst/>
              <a:gdLst/>
              <a:ahLst/>
              <a:cxnLst/>
              <a:rect l="l" t="t" r="r" b="b"/>
              <a:pathLst>
                <a:path w="641" h="2596" extrusionOk="0">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76"/>
            <p:cNvSpPr/>
            <p:nvPr/>
          </p:nvSpPr>
          <p:spPr>
            <a:xfrm>
              <a:off x="4987383" y="4104688"/>
              <a:ext cx="11521" cy="40246"/>
            </a:xfrm>
            <a:custGeom>
              <a:avLst/>
              <a:gdLst/>
              <a:ahLst/>
              <a:cxnLst/>
              <a:rect l="l" t="t" r="r" b="b"/>
              <a:pathLst>
                <a:path w="440" h="1537" extrusionOk="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76"/>
            <p:cNvSpPr/>
            <p:nvPr/>
          </p:nvSpPr>
          <p:spPr>
            <a:xfrm>
              <a:off x="5079057" y="4104688"/>
              <a:ext cx="11260" cy="40246"/>
            </a:xfrm>
            <a:custGeom>
              <a:avLst/>
              <a:gdLst/>
              <a:ahLst/>
              <a:cxnLst/>
              <a:rect l="l" t="t" r="r" b="b"/>
              <a:pathLst>
                <a:path w="430" h="1537" extrusionOk="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26" name="Google Shape;13126;p76"/>
          <p:cNvGrpSpPr/>
          <p:nvPr/>
        </p:nvGrpSpPr>
        <p:grpSpPr>
          <a:xfrm>
            <a:off x="8052704" y="1503208"/>
            <a:ext cx="275073" cy="354545"/>
            <a:chOff x="8052704" y="1503208"/>
            <a:chExt cx="275073" cy="354545"/>
          </a:xfrm>
        </p:grpSpPr>
        <p:sp>
          <p:nvSpPr>
            <p:cNvPr id="13127" name="Google Shape;13127;p76"/>
            <p:cNvSpPr/>
            <p:nvPr/>
          </p:nvSpPr>
          <p:spPr>
            <a:xfrm>
              <a:off x="8052704" y="1697344"/>
              <a:ext cx="274812" cy="160409"/>
            </a:xfrm>
            <a:custGeom>
              <a:avLst/>
              <a:gdLst/>
              <a:ahLst/>
              <a:cxnLst/>
              <a:rect l="l" t="t" r="r" b="b"/>
              <a:pathLst>
                <a:path w="10495" h="6126" extrusionOk="0">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76"/>
            <p:cNvSpPr/>
            <p:nvPr/>
          </p:nvSpPr>
          <p:spPr>
            <a:xfrm>
              <a:off x="8098685" y="1823267"/>
              <a:ext cx="11260" cy="34486"/>
            </a:xfrm>
            <a:custGeom>
              <a:avLst/>
              <a:gdLst/>
              <a:ahLst/>
              <a:cxnLst/>
              <a:rect l="l" t="t" r="r" b="b"/>
              <a:pathLst>
                <a:path w="430" h="1317" extrusionOk="0">
                  <a:moveTo>
                    <a:pt x="0" y="0"/>
                  </a:moveTo>
                  <a:lnTo>
                    <a:pt x="0" y="1317"/>
                  </a:lnTo>
                  <a:lnTo>
                    <a:pt x="430" y="1317"/>
                  </a:lnTo>
                  <a:lnTo>
                    <a:pt x="430"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76"/>
            <p:cNvSpPr/>
            <p:nvPr/>
          </p:nvSpPr>
          <p:spPr>
            <a:xfrm>
              <a:off x="8270301" y="1823267"/>
              <a:ext cx="11521" cy="34486"/>
            </a:xfrm>
            <a:custGeom>
              <a:avLst/>
              <a:gdLst/>
              <a:ahLst/>
              <a:cxnLst/>
              <a:rect l="l" t="t" r="r" b="b"/>
              <a:pathLst>
                <a:path w="440" h="1317" extrusionOk="0">
                  <a:moveTo>
                    <a:pt x="0" y="0"/>
                  </a:moveTo>
                  <a:lnTo>
                    <a:pt x="0" y="1317"/>
                  </a:lnTo>
                  <a:lnTo>
                    <a:pt x="439" y="1317"/>
                  </a:lnTo>
                  <a:lnTo>
                    <a:pt x="43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76"/>
            <p:cNvSpPr/>
            <p:nvPr/>
          </p:nvSpPr>
          <p:spPr>
            <a:xfrm>
              <a:off x="8052704" y="1747069"/>
              <a:ext cx="275073" cy="110684"/>
            </a:xfrm>
            <a:custGeom>
              <a:avLst/>
              <a:gdLst/>
              <a:ahLst/>
              <a:cxnLst/>
              <a:rect l="l" t="t" r="r" b="b"/>
              <a:pathLst>
                <a:path w="10505" h="4227" extrusionOk="0">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76"/>
            <p:cNvSpPr/>
            <p:nvPr/>
          </p:nvSpPr>
          <p:spPr>
            <a:xfrm>
              <a:off x="8150138" y="1697344"/>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2" name="Google Shape;13132;p76"/>
            <p:cNvSpPr/>
            <p:nvPr/>
          </p:nvSpPr>
          <p:spPr>
            <a:xfrm>
              <a:off x="8087687" y="1503208"/>
              <a:ext cx="205107" cy="136974"/>
            </a:xfrm>
            <a:custGeom>
              <a:avLst/>
              <a:gdLst/>
              <a:ahLst/>
              <a:cxnLst/>
              <a:rect l="l" t="t" r="r" b="b"/>
              <a:pathLst>
                <a:path w="7833" h="5231" extrusionOk="0">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76"/>
            <p:cNvSpPr/>
            <p:nvPr/>
          </p:nvSpPr>
          <p:spPr>
            <a:xfrm>
              <a:off x="8087687" y="1515751"/>
              <a:ext cx="190889" cy="124431"/>
            </a:xfrm>
            <a:custGeom>
              <a:avLst/>
              <a:gdLst/>
              <a:ahLst/>
              <a:cxnLst/>
              <a:rect l="l" t="t" r="r" b="b"/>
              <a:pathLst>
                <a:path w="7290" h="4752" extrusionOk="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76"/>
            <p:cNvSpPr/>
            <p:nvPr/>
          </p:nvSpPr>
          <p:spPr>
            <a:xfrm>
              <a:off x="8097690" y="1577207"/>
              <a:ext cx="184866" cy="143415"/>
            </a:xfrm>
            <a:custGeom>
              <a:avLst/>
              <a:gdLst/>
              <a:ahLst/>
              <a:cxnLst/>
              <a:rect l="l" t="t" r="r" b="b"/>
              <a:pathLst>
                <a:path w="7060" h="5477" extrusionOk="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76"/>
            <p:cNvSpPr/>
            <p:nvPr/>
          </p:nvSpPr>
          <p:spPr>
            <a:xfrm>
              <a:off x="8150138" y="1623031"/>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76"/>
            <p:cNvSpPr/>
            <p:nvPr/>
          </p:nvSpPr>
          <p:spPr>
            <a:xfrm>
              <a:off x="8218848" y="1623031"/>
              <a:ext cx="11495" cy="17151"/>
            </a:xfrm>
            <a:custGeom>
              <a:avLst/>
              <a:gdLst/>
              <a:ahLst/>
              <a:cxnLst/>
              <a:rect l="l" t="t" r="r" b="b"/>
              <a:pathLst>
                <a:path w="439" h="655" extrusionOk="0">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76"/>
            <p:cNvSpPr/>
            <p:nvPr/>
          </p:nvSpPr>
          <p:spPr>
            <a:xfrm>
              <a:off x="8164618" y="1662963"/>
              <a:ext cx="50799" cy="17439"/>
            </a:xfrm>
            <a:custGeom>
              <a:avLst/>
              <a:gdLst/>
              <a:ahLst/>
              <a:cxnLst/>
              <a:rect l="l" t="t" r="r" b="b"/>
              <a:pathLst>
                <a:path w="1940" h="666" extrusionOk="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76"/>
            <p:cNvSpPr/>
            <p:nvPr/>
          </p:nvSpPr>
          <p:spPr>
            <a:xfrm>
              <a:off x="8097690" y="1577207"/>
              <a:ext cx="155382" cy="143389"/>
            </a:xfrm>
            <a:custGeom>
              <a:avLst/>
              <a:gdLst/>
              <a:ahLst/>
              <a:cxnLst/>
              <a:rect l="l" t="t" r="r" b="b"/>
              <a:pathLst>
                <a:path w="5934" h="5476" extrusionOk="0">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76"/>
            <p:cNvSpPr/>
            <p:nvPr/>
          </p:nvSpPr>
          <p:spPr>
            <a:xfrm>
              <a:off x="8178863" y="1754558"/>
              <a:ext cx="22755" cy="63237"/>
            </a:xfrm>
            <a:custGeom>
              <a:avLst/>
              <a:gdLst/>
              <a:ahLst/>
              <a:cxnLst/>
              <a:rect l="l" t="t" r="r" b="b"/>
              <a:pathLst>
                <a:path w="869" h="2415" extrusionOk="0">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76"/>
            <p:cNvSpPr/>
            <p:nvPr/>
          </p:nvSpPr>
          <p:spPr>
            <a:xfrm>
              <a:off x="8127645" y="1728137"/>
              <a:ext cx="62477" cy="57921"/>
            </a:xfrm>
            <a:custGeom>
              <a:avLst/>
              <a:gdLst/>
              <a:ahLst/>
              <a:cxnLst/>
              <a:rect l="l" t="t" r="r" b="b"/>
              <a:pathLst>
                <a:path w="2386" h="2212" extrusionOk="0">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76"/>
            <p:cNvSpPr/>
            <p:nvPr/>
          </p:nvSpPr>
          <p:spPr>
            <a:xfrm>
              <a:off x="8190096" y="1728137"/>
              <a:ext cx="62477" cy="57816"/>
            </a:xfrm>
            <a:custGeom>
              <a:avLst/>
              <a:gdLst/>
              <a:ahLst/>
              <a:cxnLst/>
              <a:rect l="l" t="t" r="r" b="b"/>
              <a:pathLst>
                <a:path w="2386" h="2208" extrusionOk="0">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76"/>
            <p:cNvSpPr/>
            <p:nvPr/>
          </p:nvSpPr>
          <p:spPr>
            <a:xfrm>
              <a:off x="8058464" y="1770557"/>
              <a:ext cx="51480" cy="64206"/>
            </a:xfrm>
            <a:custGeom>
              <a:avLst/>
              <a:gdLst/>
              <a:ahLst/>
              <a:cxnLst/>
              <a:rect l="l" t="t" r="r" b="b"/>
              <a:pathLst>
                <a:path w="1966" h="2452" extrusionOk="0">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76"/>
            <p:cNvSpPr/>
            <p:nvPr/>
          </p:nvSpPr>
          <p:spPr>
            <a:xfrm>
              <a:off x="8270301" y="1770557"/>
              <a:ext cx="51480" cy="64206"/>
            </a:xfrm>
            <a:custGeom>
              <a:avLst/>
              <a:gdLst/>
              <a:ahLst/>
              <a:cxnLst/>
              <a:rect l="l" t="t" r="r" b="b"/>
              <a:pathLst>
                <a:path w="1966" h="2452" extrusionOk="0">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4" name="Google Shape;13144;p76"/>
          <p:cNvGrpSpPr/>
          <p:nvPr/>
        </p:nvGrpSpPr>
        <p:grpSpPr>
          <a:xfrm>
            <a:off x="5794745" y="1502999"/>
            <a:ext cx="274550" cy="354754"/>
            <a:chOff x="5794745" y="1502999"/>
            <a:chExt cx="274550" cy="354754"/>
          </a:xfrm>
        </p:grpSpPr>
        <p:sp>
          <p:nvSpPr>
            <p:cNvPr id="13145" name="Google Shape;13145;p76"/>
            <p:cNvSpPr/>
            <p:nvPr/>
          </p:nvSpPr>
          <p:spPr>
            <a:xfrm>
              <a:off x="5794745" y="1703340"/>
              <a:ext cx="274550" cy="154413"/>
            </a:xfrm>
            <a:custGeom>
              <a:avLst/>
              <a:gdLst/>
              <a:ahLst/>
              <a:cxnLst/>
              <a:rect l="l" t="t" r="r" b="b"/>
              <a:pathLst>
                <a:path w="10485" h="5897" extrusionOk="0">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6" name="Google Shape;13146;p76"/>
            <p:cNvSpPr/>
            <p:nvPr/>
          </p:nvSpPr>
          <p:spPr>
            <a:xfrm>
              <a:off x="5891918" y="1703340"/>
              <a:ext cx="80205" cy="22886"/>
            </a:xfrm>
            <a:custGeom>
              <a:avLst/>
              <a:gdLst/>
              <a:ahLst/>
              <a:cxnLst/>
              <a:rect l="l" t="t" r="r" b="b"/>
              <a:pathLst>
                <a:path w="3063" h="874" extrusionOk="0">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76"/>
            <p:cNvSpPr/>
            <p:nvPr/>
          </p:nvSpPr>
          <p:spPr>
            <a:xfrm>
              <a:off x="5835698" y="1554478"/>
              <a:ext cx="192381" cy="160147"/>
            </a:xfrm>
            <a:custGeom>
              <a:avLst/>
              <a:gdLst/>
              <a:ahLst/>
              <a:cxnLst/>
              <a:rect l="l" t="t" r="r" b="b"/>
              <a:pathLst>
                <a:path w="7347" h="6116" extrusionOk="0">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76"/>
            <p:cNvSpPr/>
            <p:nvPr/>
          </p:nvSpPr>
          <p:spPr>
            <a:xfrm>
              <a:off x="5839705" y="1554478"/>
              <a:ext cx="143677" cy="160357"/>
            </a:xfrm>
            <a:custGeom>
              <a:avLst/>
              <a:gdLst/>
              <a:ahLst/>
              <a:cxnLst/>
              <a:rect l="l" t="t" r="r" b="b"/>
              <a:pathLst>
                <a:path w="5487" h="6124" extrusionOk="0">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9" name="Google Shape;13149;p76"/>
            <p:cNvSpPr/>
            <p:nvPr/>
          </p:nvSpPr>
          <p:spPr>
            <a:xfrm>
              <a:off x="5842716" y="1502999"/>
              <a:ext cx="187118" cy="114455"/>
            </a:xfrm>
            <a:custGeom>
              <a:avLst/>
              <a:gdLst/>
              <a:ahLst/>
              <a:cxnLst/>
              <a:rect l="l" t="t" r="r" b="b"/>
              <a:pathLst>
                <a:path w="7146" h="4371" extrusionOk="0">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0" name="Google Shape;13150;p76"/>
            <p:cNvSpPr/>
            <p:nvPr/>
          </p:nvSpPr>
          <p:spPr>
            <a:xfrm>
              <a:off x="5842716" y="1502999"/>
              <a:ext cx="72218" cy="114455"/>
            </a:xfrm>
            <a:custGeom>
              <a:avLst/>
              <a:gdLst/>
              <a:ahLst/>
              <a:cxnLst/>
              <a:rect l="l" t="t" r="r" b="b"/>
              <a:pathLst>
                <a:path w="2758" h="4371" extrusionOk="0">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76"/>
            <p:cNvSpPr/>
            <p:nvPr/>
          </p:nvSpPr>
          <p:spPr>
            <a:xfrm>
              <a:off x="5891918" y="1617532"/>
              <a:ext cx="11521" cy="17151"/>
            </a:xfrm>
            <a:custGeom>
              <a:avLst/>
              <a:gdLst/>
              <a:ahLst/>
              <a:cxnLst/>
              <a:rect l="l" t="t" r="r" b="b"/>
              <a:pathLst>
                <a:path w="440" h="655" extrusionOk="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76"/>
            <p:cNvSpPr/>
            <p:nvPr/>
          </p:nvSpPr>
          <p:spPr>
            <a:xfrm>
              <a:off x="5960601" y="1617532"/>
              <a:ext cx="11521" cy="17151"/>
            </a:xfrm>
            <a:custGeom>
              <a:avLst/>
              <a:gdLst/>
              <a:ahLst/>
              <a:cxnLst/>
              <a:rect l="l" t="t" r="r" b="b"/>
              <a:pathLst>
                <a:path w="440" h="655" extrusionOk="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76"/>
            <p:cNvSpPr/>
            <p:nvPr/>
          </p:nvSpPr>
          <p:spPr>
            <a:xfrm>
              <a:off x="5906424" y="1657438"/>
              <a:ext cx="50773" cy="17282"/>
            </a:xfrm>
            <a:custGeom>
              <a:avLst/>
              <a:gdLst/>
              <a:ahLst/>
              <a:cxnLst/>
              <a:rect l="l" t="t" r="r" b="b"/>
              <a:pathLst>
                <a:path w="1939" h="660" extrusionOk="0">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76"/>
            <p:cNvSpPr/>
            <p:nvPr/>
          </p:nvSpPr>
          <p:spPr>
            <a:xfrm>
              <a:off x="5884429" y="1600433"/>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76"/>
            <p:cNvSpPr/>
            <p:nvPr/>
          </p:nvSpPr>
          <p:spPr>
            <a:xfrm>
              <a:off x="5953112" y="1600433"/>
              <a:ext cx="26499" cy="11260"/>
            </a:xfrm>
            <a:custGeom>
              <a:avLst/>
              <a:gdLst/>
              <a:ahLst/>
              <a:cxnLst/>
              <a:rect l="l" t="t" r="r" b="b"/>
              <a:pathLst>
                <a:path w="1012" h="430" extrusionOk="0">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76"/>
            <p:cNvSpPr/>
            <p:nvPr/>
          </p:nvSpPr>
          <p:spPr>
            <a:xfrm>
              <a:off x="5846199" y="1748326"/>
              <a:ext cx="171643" cy="109427"/>
            </a:xfrm>
            <a:custGeom>
              <a:avLst/>
              <a:gdLst/>
              <a:ahLst/>
              <a:cxnLst/>
              <a:rect l="l" t="t" r="r" b="b"/>
              <a:pathLst>
                <a:path w="6555" h="4179" extrusionOk="0">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76"/>
            <p:cNvSpPr/>
            <p:nvPr/>
          </p:nvSpPr>
          <p:spPr>
            <a:xfrm>
              <a:off x="5845439" y="1548979"/>
              <a:ext cx="177901" cy="28489"/>
            </a:xfrm>
            <a:custGeom>
              <a:avLst/>
              <a:gdLst/>
              <a:ahLst/>
              <a:cxnLst/>
              <a:rect l="l" t="t" r="r" b="b"/>
              <a:pathLst>
                <a:path w="6794" h="1088" extrusionOk="0">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76"/>
            <p:cNvSpPr/>
            <p:nvPr/>
          </p:nvSpPr>
          <p:spPr>
            <a:xfrm>
              <a:off x="5932635" y="1548979"/>
              <a:ext cx="90941" cy="22781"/>
            </a:xfrm>
            <a:custGeom>
              <a:avLst/>
              <a:gdLst/>
              <a:ahLst/>
              <a:cxnLst/>
              <a:rect l="l" t="t" r="r" b="b"/>
              <a:pathLst>
                <a:path w="3473" h="870" extrusionOk="0">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76"/>
            <p:cNvSpPr/>
            <p:nvPr/>
          </p:nvSpPr>
          <p:spPr>
            <a:xfrm>
              <a:off x="5932373" y="1537484"/>
              <a:ext cx="17282" cy="11521"/>
            </a:xfrm>
            <a:custGeom>
              <a:avLst/>
              <a:gdLst/>
              <a:ahLst/>
              <a:cxnLst/>
              <a:rect l="l" t="t" r="r" b="b"/>
              <a:pathLst>
                <a:path w="660" h="440" extrusionOk="0">
                  <a:moveTo>
                    <a:pt x="440" y="0"/>
                  </a:moveTo>
                  <a:cubicBezTo>
                    <a:pt x="201" y="0"/>
                    <a:pt x="1" y="191"/>
                    <a:pt x="10" y="439"/>
                  </a:cubicBezTo>
                  <a:lnTo>
                    <a:pt x="659" y="439"/>
                  </a:lnTo>
                  <a:lnTo>
                    <a:pt x="65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76"/>
            <p:cNvSpPr/>
            <p:nvPr/>
          </p:nvSpPr>
          <p:spPr>
            <a:xfrm>
              <a:off x="5972096" y="1502999"/>
              <a:ext cx="57240" cy="57240"/>
            </a:xfrm>
            <a:custGeom>
              <a:avLst/>
              <a:gdLst/>
              <a:ahLst/>
              <a:cxnLst/>
              <a:rect l="l" t="t" r="r" b="b"/>
              <a:pathLst>
                <a:path w="2186" h="2186" extrusionOk="0">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76"/>
            <p:cNvSpPr/>
            <p:nvPr/>
          </p:nvSpPr>
          <p:spPr>
            <a:xfrm>
              <a:off x="5943371" y="1525989"/>
              <a:ext cx="34250" cy="34250"/>
            </a:xfrm>
            <a:custGeom>
              <a:avLst/>
              <a:gdLst/>
              <a:ahLst/>
              <a:cxnLst/>
              <a:rect l="l" t="t" r="r" b="b"/>
              <a:pathLst>
                <a:path w="1308" h="1308" extrusionOk="0">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2" name="Google Shape;13162;p76"/>
            <p:cNvSpPr/>
            <p:nvPr/>
          </p:nvSpPr>
          <p:spPr>
            <a:xfrm>
              <a:off x="5845204" y="1548979"/>
              <a:ext cx="23750" cy="28489"/>
            </a:xfrm>
            <a:custGeom>
              <a:avLst/>
              <a:gdLst/>
              <a:ahLst/>
              <a:cxnLst/>
              <a:rect l="l" t="t" r="r" b="b"/>
              <a:pathLst>
                <a:path w="907" h="1088" extrusionOk="0">
                  <a:moveTo>
                    <a:pt x="0" y="0"/>
                  </a:moveTo>
                  <a:cubicBezTo>
                    <a:pt x="0" y="58"/>
                    <a:pt x="0" y="115"/>
                    <a:pt x="10" y="172"/>
                  </a:cubicBezTo>
                  <a:lnTo>
                    <a:pt x="105" y="1088"/>
                  </a:lnTo>
                  <a:lnTo>
                    <a:pt x="907" y="1088"/>
                  </a:lnTo>
                  <a:lnTo>
                    <a:pt x="90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3" name="Google Shape;13163;p76"/>
            <p:cNvSpPr/>
            <p:nvPr/>
          </p:nvSpPr>
          <p:spPr>
            <a:xfrm>
              <a:off x="5863428" y="1748326"/>
              <a:ext cx="137419" cy="80964"/>
            </a:xfrm>
            <a:custGeom>
              <a:avLst/>
              <a:gdLst/>
              <a:ahLst/>
              <a:cxnLst/>
              <a:rect l="l" t="t" r="r" b="b"/>
              <a:pathLst>
                <a:path w="5248" h="3092" extrusionOk="0">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76"/>
            <p:cNvSpPr/>
            <p:nvPr/>
          </p:nvSpPr>
          <p:spPr>
            <a:xfrm>
              <a:off x="5828969" y="1817768"/>
              <a:ext cx="17256" cy="39984"/>
            </a:xfrm>
            <a:custGeom>
              <a:avLst/>
              <a:gdLst/>
              <a:ahLst/>
              <a:cxnLst/>
              <a:rect l="l" t="t" r="r" b="b"/>
              <a:pathLst>
                <a:path w="659" h="1527" extrusionOk="0">
                  <a:moveTo>
                    <a:pt x="659" y="0"/>
                  </a:moveTo>
                  <a:cubicBezTo>
                    <a:pt x="296" y="0"/>
                    <a:pt x="0" y="286"/>
                    <a:pt x="0" y="649"/>
                  </a:cubicBezTo>
                  <a:lnTo>
                    <a:pt x="0" y="1527"/>
                  </a:lnTo>
                  <a:lnTo>
                    <a:pt x="659" y="1527"/>
                  </a:lnTo>
                  <a:lnTo>
                    <a:pt x="65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76"/>
            <p:cNvSpPr/>
            <p:nvPr/>
          </p:nvSpPr>
          <p:spPr>
            <a:xfrm>
              <a:off x="5846199" y="1817768"/>
              <a:ext cx="11521" cy="39984"/>
            </a:xfrm>
            <a:custGeom>
              <a:avLst/>
              <a:gdLst/>
              <a:ahLst/>
              <a:cxnLst/>
              <a:rect l="l" t="t" r="r" b="b"/>
              <a:pathLst>
                <a:path w="440" h="1527" extrusionOk="0">
                  <a:moveTo>
                    <a:pt x="1" y="0"/>
                  </a:moveTo>
                  <a:lnTo>
                    <a:pt x="1" y="1527"/>
                  </a:lnTo>
                  <a:lnTo>
                    <a:pt x="439" y="1527"/>
                  </a:lnTo>
                  <a:lnTo>
                    <a:pt x="439" y="439"/>
                  </a:lnTo>
                  <a:cubicBezTo>
                    <a:pt x="439" y="191"/>
                    <a:pt x="239" y="0"/>
                    <a:pt x="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76"/>
            <p:cNvSpPr/>
            <p:nvPr/>
          </p:nvSpPr>
          <p:spPr>
            <a:xfrm>
              <a:off x="6017815" y="1817768"/>
              <a:ext cx="17256" cy="39984"/>
            </a:xfrm>
            <a:custGeom>
              <a:avLst/>
              <a:gdLst/>
              <a:ahLst/>
              <a:cxnLst/>
              <a:rect l="l" t="t" r="r" b="b"/>
              <a:pathLst>
                <a:path w="659" h="1527" extrusionOk="0">
                  <a:moveTo>
                    <a:pt x="1" y="0"/>
                  </a:moveTo>
                  <a:lnTo>
                    <a:pt x="1" y="1527"/>
                  </a:lnTo>
                  <a:lnTo>
                    <a:pt x="659" y="1527"/>
                  </a:lnTo>
                  <a:lnTo>
                    <a:pt x="659" y="649"/>
                  </a:lnTo>
                  <a:cubicBezTo>
                    <a:pt x="649" y="286"/>
                    <a:pt x="363" y="0"/>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76"/>
            <p:cNvSpPr/>
            <p:nvPr/>
          </p:nvSpPr>
          <p:spPr>
            <a:xfrm>
              <a:off x="6006320" y="1817768"/>
              <a:ext cx="11521" cy="39984"/>
            </a:xfrm>
            <a:custGeom>
              <a:avLst/>
              <a:gdLst/>
              <a:ahLst/>
              <a:cxnLst/>
              <a:rect l="l" t="t" r="r" b="b"/>
              <a:pathLst>
                <a:path w="440" h="1527" extrusionOk="0">
                  <a:moveTo>
                    <a:pt x="440" y="0"/>
                  </a:moveTo>
                  <a:cubicBezTo>
                    <a:pt x="192" y="0"/>
                    <a:pt x="1" y="191"/>
                    <a:pt x="1" y="439"/>
                  </a:cubicBezTo>
                  <a:lnTo>
                    <a:pt x="1" y="1527"/>
                  </a:lnTo>
                  <a:lnTo>
                    <a:pt x="440" y="1527"/>
                  </a:lnTo>
                  <a:lnTo>
                    <a:pt x="44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8" name="Google Shape;13168;p76"/>
          <p:cNvGrpSpPr/>
          <p:nvPr/>
        </p:nvGrpSpPr>
        <p:grpSpPr>
          <a:xfrm>
            <a:off x="4896940" y="1502999"/>
            <a:ext cx="263316" cy="354754"/>
            <a:chOff x="4896940" y="1502999"/>
            <a:chExt cx="263316" cy="354754"/>
          </a:xfrm>
        </p:grpSpPr>
        <p:sp>
          <p:nvSpPr>
            <p:cNvPr id="13169" name="Google Shape;13169;p76"/>
            <p:cNvSpPr/>
            <p:nvPr/>
          </p:nvSpPr>
          <p:spPr>
            <a:xfrm>
              <a:off x="4904193" y="1594384"/>
              <a:ext cx="113433" cy="103221"/>
            </a:xfrm>
            <a:custGeom>
              <a:avLst/>
              <a:gdLst/>
              <a:ahLst/>
              <a:cxnLst/>
              <a:rect l="l" t="t" r="r" b="b"/>
              <a:pathLst>
                <a:path w="4332" h="3942" extrusionOk="0">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76"/>
            <p:cNvSpPr/>
            <p:nvPr/>
          </p:nvSpPr>
          <p:spPr>
            <a:xfrm>
              <a:off x="5039831" y="1594620"/>
              <a:ext cx="113198" cy="102907"/>
            </a:xfrm>
            <a:custGeom>
              <a:avLst/>
              <a:gdLst/>
              <a:ahLst/>
              <a:cxnLst/>
              <a:rect l="l" t="t" r="r" b="b"/>
              <a:pathLst>
                <a:path w="4323" h="3930" extrusionOk="0">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76"/>
            <p:cNvSpPr/>
            <p:nvPr/>
          </p:nvSpPr>
          <p:spPr>
            <a:xfrm>
              <a:off x="4937160" y="1502999"/>
              <a:ext cx="183138" cy="123200"/>
            </a:xfrm>
            <a:custGeom>
              <a:avLst/>
              <a:gdLst/>
              <a:ahLst/>
              <a:cxnLst/>
              <a:rect l="l" t="t" r="r" b="b"/>
              <a:pathLst>
                <a:path w="6994" h="4705" extrusionOk="0">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76"/>
            <p:cNvSpPr/>
            <p:nvPr/>
          </p:nvSpPr>
          <p:spPr>
            <a:xfrm>
              <a:off x="4896940" y="1680376"/>
              <a:ext cx="263316" cy="177377"/>
            </a:xfrm>
            <a:custGeom>
              <a:avLst/>
              <a:gdLst/>
              <a:ahLst/>
              <a:cxnLst/>
              <a:rect l="l" t="t" r="r" b="b"/>
              <a:pathLst>
                <a:path w="10056" h="6774" extrusionOk="0">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76"/>
            <p:cNvSpPr/>
            <p:nvPr/>
          </p:nvSpPr>
          <p:spPr>
            <a:xfrm>
              <a:off x="4897202" y="1730834"/>
              <a:ext cx="263055" cy="126919"/>
            </a:xfrm>
            <a:custGeom>
              <a:avLst/>
              <a:gdLst/>
              <a:ahLst/>
              <a:cxnLst/>
              <a:rect l="l" t="t" r="r" b="b"/>
              <a:pathLst>
                <a:path w="10046" h="4847" extrusionOk="0">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76"/>
            <p:cNvSpPr/>
            <p:nvPr/>
          </p:nvSpPr>
          <p:spPr>
            <a:xfrm>
              <a:off x="4953395" y="1730834"/>
              <a:ext cx="150407" cy="81697"/>
            </a:xfrm>
            <a:custGeom>
              <a:avLst/>
              <a:gdLst/>
              <a:ahLst/>
              <a:cxnLst/>
              <a:rect l="l" t="t" r="r" b="b"/>
              <a:pathLst>
                <a:path w="5744" h="3120" extrusionOk="0">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76"/>
            <p:cNvSpPr/>
            <p:nvPr/>
          </p:nvSpPr>
          <p:spPr>
            <a:xfrm>
              <a:off x="4994374" y="1691871"/>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6" name="Google Shape;13176;p76"/>
            <p:cNvSpPr/>
            <p:nvPr/>
          </p:nvSpPr>
          <p:spPr>
            <a:xfrm>
              <a:off x="4936427" y="1559846"/>
              <a:ext cx="184630" cy="149019"/>
            </a:xfrm>
            <a:custGeom>
              <a:avLst/>
              <a:gdLst/>
              <a:ahLst/>
              <a:cxnLst/>
              <a:rect l="l" t="t" r="r" b="b"/>
              <a:pathLst>
                <a:path w="7051" h="5691" extrusionOk="0">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7" name="Google Shape;13177;p76"/>
            <p:cNvSpPr/>
            <p:nvPr/>
          </p:nvSpPr>
          <p:spPr>
            <a:xfrm>
              <a:off x="4936427" y="1560082"/>
              <a:ext cx="169391" cy="149019"/>
            </a:xfrm>
            <a:custGeom>
              <a:avLst/>
              <a:gdLst/>
              <a:ahLst/>
              <a:cxnLst/>
              <a:rect l="l" t="t" r="r" b="b"/>
              <a:pathLst>
                <a:path w="6469" h="5691" extrusionOk="0">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8" name="Google Shape;13178;p76"/>
            <p:cNvSpPr/>
            <p:nvPr/>
          </p:nvSpPr>
          <p:spPr>
            <a:xfrm>
              <a:off x="4988614" y="1612295"/>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76"/>
            <p:cNvSpPr/>
            <p:nvPr/>
          </p:nvSpPr>
          <p:spPr>
            <a:xfrm>
              <a:off x="5057323" y="1612295"/>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76"/>
            <p:cNvSpPr/>
            <p:nvPr/>
          </p:nvSpPr>
          <p:spPr>
            <a:xfrm>
              <a:off x="5003382" y="1652174"/>
              <a:ext cx="50694" cy="17282"/>
            </a:xfrm>
            <a:custGeom>
              <a:avLst/>
              <a:gdLst/>
              <a:ahLst/>
              <a:cxnLst/>
              <a:rect l="l" t="t" r="r" b="b"/>
              <a:pathLst>
                <a:path w="1936" h="660" extrusionOk="0">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76"/>
            <p:cNvSpPr/>
            <p:nvPr/>
          </p:nvSpPr>
          <p:spPr>
            <a:xfrm>
              <a:off x="5040093" y="1504255"/>
              <a:ext cx="79943" cy="90469"/>
            </a:xfrm>
            <a:custGeom>
              <a:avLst/>
              <a:gdLst/>
              <a:ahLst/>
              <a:cxnLst/>
              <a:rect l="l" t="t" r="r" b="b"/>
              <a:pathLst>
                <a:path w="3053" h="3455" extrusionOk="0">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76"/>
            <p:cNvSpPr/>
            <p:nvPr/>
          </p:nvSpPr>
          <p:spPr>
            <a:xfrm>
              <a:off x="5020114" y="1789043"/>
              <a:ext cx="17256" cy="57214"/>
            </a:xfrm>
            <a:custGeom>
              <a:avLst/>
              <a:gdLst/>
              <a:ahLst/>
              <a:cxnLst/>
              <a:rect l="l" t="t" r="r" b="b"/>
              <a:pathLst>
                <a:path w="659" h="2185" extrusionOk="0">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76"/>
            <p:cNvSpPr/>
            <p:nvPr/>
          </p:nvSpPr>
          <p:spPr>
            <a:xfrm>
              <a:off x="4899689" y="1767546"/>
              <a:ext cx="48992" cy="90207"/>
            </a:xfrm>
            <a:custGeom>
              <a:avLst/>
              <a:gdLst/>
              <a:ahLst/>
              <a:cxnLst/>
              <a:rect l="l" t="t" r="r" b="b"/>
              <a:pathLst>
                <a:path w="1871" h="3445" extrusionOk="0">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76"/>
            <p:cNvSpPr/>
            <p:nvPr/>
          </p:nvSpPr>
          <p:spPr>
            <a:xfrm>
              <a:off x="5108777" y="1767546"/>
              <a:ext cx="48992" cy="90207"/>
            </a:xfrm>
            <a:custGeom>
              <a:avLst/>
              <a:gdLst/>
              <a:ahLst/>
              <a:cxnLst/>
              <a:rect l="l" t="t" r="r" b="b"/>
              <a:pathLst>
                <a:path w="1871" h="3445" extrusionOk="0">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76"/>
            <p:cNvSpPr/>
            <p:nvPr/>
          </p:nvSpPr>
          <p:spPr>
            <a:xfrm>
              <a:off x="5020114" y="1789043"/>
              <a:ext cx="17256" cy="17989"/>
            </a:xfrm>
            <a:custGeom>
              <a:avLst/>
              <a:gdLst/>
              <a:ahLst/>
              <a:cxnLst/>
              <a:rect l="l" t="t" r="r" b="b"/>
              <a:pathLst>
                <a:path w="659" h="687" extrusionOk="0">
                  <a:moveTo>
                    <a:pt x="0" y="0"/>
                  </a:moveTo>
                  <a:lnTo>
                    <a:pt x="0" y="687"/>
                  </a:lnTo>
                  <a:lnTo>
                    <a:pt x="324" y="611"/>
                  </a:lnTo>
                  <a:lnTo>
                    <a:pt x="658" y="687"/>
                  </a:lnTo>
                  <a:lnTo>
                    <a:pt x="658" y="0"/>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76"/>
            <p:cNvSpPr/>
            <p:nvPr/>
          </p:nvSpPr>
          <p:spPr>
            <a:xfrm>
              <a:off x="4963895" y="1720334"/>
              <a:ext cx="129432" cy="80650"/>
            </a:xfrm>
            <a:custGeom>
              <a:avLst/>
              <a:gdLst/>
              <a:ahLst/>
              <a:cxnLst/>
              <a:rect l="l" t="t" r="r" b="b"/>
              <a:pathLst>
                <a:path w="4943" h="3080" extrusionOk="0">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76"/>
            <p:cNvSpPr/>
            <p:nvPr/>
          </p:nvSpPr>
          <p:spPr>
            <a:xfrm>
              <a:off x="5063058" y="1720334"/>
              <a:ext cx="26" cy="288"/>
            </a:xfrm>
            <a:custGeom>
              <a:avLst/>
              <a:gdLst/>
              <a:ahLst/>
              <a:cxnLst/>
              <a:rect l="l" t="t" r="r" b="b"/>
              <a:pathLst>
                <a:path w="1" h="11" extrusionOk="0">
                  <a:moveTo>
                    <a:pt x="1" y="10"/>
                  </a:moveTo>
                  <a:lnTo>
                    <a:pt x="1" y="10"/>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76"/>
            <p:cNvSpPr/>
            <p:nvPr/>
          </p:nvSpPr>
          <p:spPr>
            <a:xfrm>
              <a:off x="4994374" y="1720334"/>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76"/>
            <p:cNvSpPr/>
            <p:nvPr/>
          </p:nvSpPr>
          <p:spPr>
            <a:xfrm>
              <a:off x="4982879" y="1720334"/>
              <a:ext cx="91464" cy="62975"/>
            </a:xfrm>
            <a:custGeom>
              <a:avLst/>
              <a:gdLst/>
              <a:ahLst/>
              <a:cxnLst/>
              <a:rect l="l" t="t" r="r" b="b"/>
              <a:pathLst>
                <a:path w="3493" h="2405" extrusionOk="0">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0" name="Google Shape;13190;p76"/>
          <p:cNvGrpSpPr/>
          <p:nvPr/>
        </p:nvGrpSpPr>
        <p:grpSpPr>
          <a:xfrm>
            <a:off x="6255392" y="4268082"/>
            <a:ext cx="274550" cy="354728"/>
            <a:chOff x="6255392" y="4268082"/>
            <a:chExt cx="274550" cy="354728"/>
          </a:xfrm>
        </p:grpSpPr>
        <p:sp>
          <p:nvSpPr>
            <p:cNvPr id="13191" name="Google Shape;13191;p76"/>
            <p:cNvSpPr/>
            <p:nvPr/>
          </p:nvSpPr>
          <p:spPr>
            <a:xfrm>
              <a:off x="6286342" y="4268082"/>
              <a:ext cx="213120" cy="206102"/>
            </a:xfrm>
            <a:custGeom>
              <a:avLst/>
              <a:gdLst/>
              <a:ahLst/>
              <a:cxnLst/>
              <a:rect l="l" t="t" r="r" b="b"/>
              <a:pathLst>
                <a:path w="8139" h="7871" extrusionOk="0">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76"/>
            <p:cNvSpPr/>
            <p:nvPr/>
          </p:nvSpPr>
          <p:spPr>
            <a:xfrm>
              <a:off x="6352800" y="4451168"/>
              <a:ext cx="80205" cy="68736"/>
            </a:xfrm>
            <a:custGeom>
              <a:avLst/>
              <a:gdLst/>
              <a:ahLst/>
              <a:cxnLst/>
              <a:rect l="l" t="t" r="r" b="b"/>
              <a:pathLst>
                <a:path w="3063" h="2625" extrusionOk="0">
                  <a:moveTo>
                    <a:pt x="1" y="1"/>
                  </a:moveTo>
                  <a:lnTo>
                    <a:pt x="1" y="2624"/>
                  </a:lnTo>
                  <a:lnTo>
                    <a:pt x="3063" y="2624"/>
                  </a:lnTo>
                  <a:lnTo>
                    <a:pt x="3063"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76"/>
            <p:cNvSpPr/>
            <p:nvPr/>
          </p:nvSpPr>
          <p:spPr>
            <a:xfrm>
              <a:off x="6352800" y="4451168"/>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76"/>
            <p:cNvSpPr/>
            <p:nvPr/>
          </p:nvSpPr>
          <p:spPr>
            <a:xfrm>
              <a:off x="6296842" y="4307464"/>
              <a:ext cx="192381" cy="166458"/>
            </a:xfrm>
            <a:custGeom>
              <a:avLst/>
              <a:gdLst/>
              <a:ahLst/>
              <a:cxnLst/>
              <a:rect l="l" t="t" r="r" b="b"/>
              <a:pathLst>
                <a:path w="7347" h="6357" extrusionOk="0">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76"/>
            <p:cNvSpPr/>
            <p:nvPr/>
          </p:nvSpPr>
          <p:spPr>
            <a:xfrm>
              <a:off x="6296607" y="4320033"/>
              <a:ext cx="107935" cy="154125"/>
            </a:xfrm>
            <a:custGeom>
              <a:avLst/>
              <a:gdLst/>
              <a:ahLst/>
              <a:cxnLst/>
              <a:rect l="l" t="t" r="r" b="b"/>
              <a:pathLst>
                <a:path w="4122" h="5886" extrusionOk="0">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76"/>
            <p:cNvSpPr/>
            <p:nvPr/>
          </p:nvSpPr>
          <p:spPr>
            <a:xfrm>
              <a:off x="6352800" y="4376855"/>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76"/>
            <p:cNvSpPr/>
            <p:nvPr/>
          </p:nvSpPr>
          <p:spPr>
            <a:xfrm>
              <a:off x="6421509" y="4376855"/>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76"/>
            <p:cNvSpPr/>
            <p:nvPr/>
          </p:nvSpPr>
          <p:spPr>
            <a:xfrm>
              <a:off x="6345311" y="4359756"/>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76"/>
            <p:cNvSpPr/>
            <p:nvPr/>
          </p:nvSpPr>
          <p:spPr>
            <a:xfrm>
              <a:off x="6413758" y="4359756"/>
              <a:ext cx="26761" cy="11521"/>
            </a:xfrm>
            <a:custGeom>
              <a:avLst/>
              <a:gdLst/>
              <a:ahLst/>
              <a:cxnLst/>
              <a:rect l="l" t="t" r="r" b="b"/>
              <a:pathLst>
                <a:path w="1022" h="440" extrusionOk="0">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76"/>
            <p:cNvSpPr/>
            <p:nvPr/>
          </p:nvSpPr>
          <p:spPr>
            <a:xfrm>
              <a:off x="6255392" y="4508382"/>
              <a:ext cx="274550" cy="114428"/>
            </a:xfrm>
            <a:custGeom>
              <a:avLst/>
              <a:gdLst/>
              <a:ahLst/>
              <a:cxnLst/>
              <a:rect l="l" t="t" r="r" b="b"/>
              <a:pathLst>
                <a:path w="10485" h="4370" extrusionOk="0">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76"/>
            <p:cNvSpPr/>
            <p:nvPr/>
          </p:nvSpPr>
          <p:spPr>
            <a:xfrm>
              <a:off x="6376785" y="4456667"/>
              <a:ext cx="32260" cy="28751"/>
            </a:xfrm>
            <a:custGeom>
              <a:avLst/>
              <a:gdLst/>
              <a:ahLst/>
              <a:cxnLst/>
              <a:rect l="l" t="t" r="r" b="b"/>
              <a:pathLst>
                <a:path w="1232" h="1098" extrusionOk="0">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76"/>
            <p:cNvSpPr/>
            <p:nvPr/>
          </p:nvSpPr>
          <p:spPr>
            <a:xfrm>
              <a:off x="6370029" y="4422705"/>
              <a:ext cx="45745" cy="16994"/>
            </a:xfrm>
            <a:custGeom>
              <a:avLst/>
              <a:gdLst/>
              <a:ahLst/>
              <a:cxnLst/>
              <a:rect l="l" t="t" r="r" b="b"/>
              <a:pathLst>
                <a:path w="1747" h="649" extrusionOk="0">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76"/>
            <p:cNvSpPr/>
            <p:nvPr/>
          </p:nvSpPr>
          <p:spPr>
            <a:xfrm>
              <a:off x="6352800" y="4416944"/>
              <a:ext cx="79969" cy="28568"/>
            </a:xfrm>
            <a:custGeom>
              <a:avLst/>
              <a:gdLst/>
              <a:ahLst/>
              <a:cxnLst/>
              <a:rect l="l" t="t" r="r" b="b"/>
              <a:pathLst>
                <a:path w="3054" h="1091" extrusionOk="0">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76"/>
            <p:cNvSpPr/>
            <p:nvPr/>
          </p:nvSpPr>
          <p:spPr>
            <a:xfrm>
              <a:off x="6262619" y="4532106"/>
              <a:ext cx="50249" cy="90705"/>
            </a:xfrm>
            <a:custGeom>
              <a:avLst/>
              <a:gdLst/>
              <a:ahLst/>
              <a:cxnLst/>
              <a:rect l="l" t="t" r="r" b="b"/>
              <a:pathLst>
                <a:path w="1919" h="3464" extrusionOk="0">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76"/>
            <p:cNvSpPr/>
            <p:nvPr/>
          </p:nvSpPr>
          <p:spPr>
            <a:xfrm>
              <a:off x="6472963" y="4532106"/>
              <a:ext cx="49987" cy="90705"/>
            </a:xfrm>
            <a:custGeom>
              <a:avLst/>
              <a:gdLst/>
              <a:ahLst/>
              <a:cxnLst/>
              <a:rect l="l" t="t" r="r" b="b"/>
              <a:pathLst>
                <a:path w="1909" h="3464" extrusionOk="0">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76"/>
            <p:cNvSpPr/>
            <p:nvPr/>
          </p:nvSpPr>
          <p:spPr>
            <a:xfrm>
              <a:off x="6387285" y="4548340"/>
              <a:ext cx="11260" cy="11521"/>
            </a:xfrm>
            <a:custGeom>
              <a:avLst/>
              <a:gdLst/>
              <a:ahLst/>
              <a:cxnLst/>
              <a:rect l="l" t="t" r="r" b="b"/>
              <a:pathLst>
                <a:path w="430" h="440" extrusionOk="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76"/>
            <p:cNvSpPr/>
            <p:nvPr/>
          </p:nvSpPr>
          <p:spPr>
            <a:xfrm>
              <a:off x="6387285" y="4588560"/>
              <a:ext cx="11260" cy="11286"/>
            </a:xfrm>
            <a:custGeom>
              <a:avLst/>
              <a:gdLst/>
              <a:ahLst/>
              <a:cxnLst/>
              <a:rect l="l" t="t" r="r" b="b"/>
              <a:pathLst>
                <a:path w="430" h="431" extrusionOk="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76"/>
            <p:cNvSpPr/>
            <p:nvPr/>
          </p:nvSpPr>
          <p:spPr>
            <a:xfrm>
              <a:off x="6318838" y="4508382"/>
              <a:ext cx="148155" cy="48495"/>
            </a:xfrm>
            <a:custGeom>
              <a:avLst/>
              <a:gdLst/>
              <a:ahLst/>
              <a:cxnLst/>
              <a:rect l="l" t="t" r="r" b="b"/>
              <a:pathLst>
                <a:path w="5658" h="1852" extrusionOk="0">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76"/>
            <p:cNvSpPr/>
            <p:nvPr/>
          </p:nvSpPr>
          <p:spPr>
            <a:xfrm>
              <a:off x="6329809" y="4487853"/>
              <a:ext cx="62975" cy="57581"/>
            </a:xfrm>
            <a:custGeom>
              <a:avLst/>
              <a:gdLst/>
              <a:ahLst/>
              <a:cxnLst/>
              <a:rect l="l" t="t" r="r" b="b"/>
              <a:pathLst>
                <a:path w="2405" h="2199" extrusionOk="0">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76"/>
            <p:cNvSpPr/>
            <p:nvPr/>
          </p:nvSpPr>
          <p:spPr>
            <a:xfrm>
              <a:off x="6392784" y="4487853"/>
              <a:ext cx="62975" cy="57581"/>
            </a:xfrm>
            <a:custGeom>
              <a:avLst/>
              <a:gdLst/>
              <a:ahLst/>
              <a:cxnLst/>
              <a:rect l="l" t="t" r="r" b="b"/>
              <a:pathLst>
                <a:path w="2405" h="2199" extrusionOk="0">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1" name="Google Shape;13211;p76"/>
          <p:cNvGrpSpPr/>
          <p:nvPr/>
        </p:nvGrpSpPr>
        <p:grpSpPr>
          <a:xfrm>
            <a:off x="7604076" y="3790075"/>
            <a:ext cx="275807" cy="354859"/>
            <a:chOff x="7604076" y="3790075"/>
            <a:chExt cx="275807" cy="354859"/>
          </a:xfrm>
        </p:grpSpPr>
        <p:sp>
          <p:nvSpPr>
            <p:cNvPr id="13212" name="Google Shape;13212;p76"/>
            <p:cNvSpPr/>
            <p:nvPr/>
          </p:nvSpPr>
          <p:spPr>
            <a:xfrm>
              <a:off x="7623558" y="3790075"/>
              <a:ext cx="237341" cy="113800"/>
            </a:xfrm>
            <a:custGeom>
              <a:avLst/>
              <a:gdLst/>
              <a:ahLst/>
              <a:cxnLst/>
              <a:rect l="l" t="t" r="r" b="b"/>
              <a:pathLst>
                <a:path w="9064" h="4346" extrusionOk="0">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76"/>
            <p:cNvSpPr/>
            <p:nvPr/>
          </p:nvSpPr>
          <p:spPr>
            <a:xfrm>
              <a:off x="7604076" y="4018513"/>
              <a:ext cx="275545" cy="126186"/>
            </a:xfrm>
            <a:custGeom>
              <a:avLst/>
              <a:gdLst/>
              <a:ahLst/>
              <a:cxnLst/>
              <a:rect l="l" t="t" r="r" b="b"/>
              <a:pathLst>
                <a:path w="10523" h="4819" extrusionOk="0">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76"/>
            <p:cNvSpPr/>
            <p:nvPr/>
          </p:nvSpPr>
          <p:spPr>
            <a:xfrm>
              <a:off x="7604312" y="4049987"/>
              <a:ext cx="275571" cy="94711"/>
            </a:xfrm>
            <a:custGeom>
              <a:avLst/>
              <a:gdLst/>
              <a:ahLst/>
              <a:cxnLst/>
              <a:rect l="l" t="t" r="r" b="b"/>
              <a:pathLst>
                <a:path w="10524" h="3617" extrusionOk="0">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76"/>
            <p:cNvSpPr/>
            <p:nvPr/>
          </p:nvSpPr>
          <p:spPr>
            <a:xfrm>
              <a:off x="7726962" y="4096204"/>
              <a:ext cx="30270" cy="48495"/>
            </a:xfrm>
            <a:custGeom>
              <a:avLst/>
              <a:gdLst/>
              <a:ahLst/>
              <a:cxnLst/>
              <a:rect l="l" t="t" r="r" b="b"/>
              <a:pathLst>
                <a:path w="1156" h="1852" extrusionOk="0">
                  <a:moveTo>
                    <a:pt x="936" y="1"/>
                  </a:moveTo>
                  <a:lnTo>
                    <a:pt x="220" y="29"/>
                  </a:lnTo>
                  <a:lnTo>
                    <a:pt x="1" y="1851"/>
                  </a:lnTo>
                  <a:lnTo>
                    <a:pt x="1155" y="1851"/>
                  </a:lnTo>
                  <a:lnTo>
                    <a:pt x="93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76"/>
            <p:cNvSpPr/>
            <p:nvPr/>
          </p:nvSpPr>
          <p:spPr>
            <a:xfrm>
              <a:off x="7668779" y="4049987"/>
              <a:ext cx="146400" cy="57319"/>
            </a:xfrm>
            <a:custGeom>
              <a:avLst/>
              <a:gdLst/>
              <a:ahLst/>
              <a:cxnLst/>
              <a:rect l="l" t="t" r="r" b="b"/>
              <a:pathLst>
                <a:path w="5591" h="2189" extrusionOk="0">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76"/>
            <p:cNvSpPr/>
            <p:nvPr/>
          </p:nvSpPr>
          <p:spPr>
            <a:xfrm>
              <a:off x="7719238" y="4064494"/>
              <a:ext cx="45981" cy="35245"/>
            </a:xfrm>
            <a:custGeom>
              <a:avLst/>
              <a:gdLst/>
              <a:ahLst/>
              <a:cxnLst/>
              <a:rect l="l" t="t" r="r" b="b"/>
              <a:pathLst>
                <a:path w="1756" h="1346" extrusionOk="0">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76"/>
            <p:cNvSpPr/>
            <p:nvPr/>
          </p:nvSpPr>
          <p:spPr>
            <a:xfrm>
              <a:off x="7701982" y="4018513"/>
              <a:ext cx="80231" cy="23148"/>
            </a:xfrm>
            <a:custGeom>
              <a:avLst/>
              <a:gdLst/>
              <a:ahLst/>
              <a:cxnLst/>
              <a:rect l="l" t="t" r="r" b="b"/>
              <a:pathLst>
                <a:path w="3064" h="884" extrusionOk="0">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76"/>
            <p:cNvSpPr/>
            <p:nvPr/>
          </p:nvSpPr>
          <p:spPr>
            <a:xfrm>
              <a:off x="7645527" y="3875124"/>
              <a:ext cx="188139" cy="154675"/>
            </a:xfrm>
            <a:custGeom>
              <a:avLst/>
              <a:gdLst/>
              <a:ahLst/>
              <a:cxnLst/>
              <a:rect l="l" t="t" r="r" b="b"/>
              <a:pathLst>
                <a:path w="7185" h="5907" extrusionOk="0">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76"/>
            <p:cNvSpPr/>
            <p:nvPr/>
          </p:nvSpPr>
          <p:spPr>
            <a:xfrm>
              <a:off x="7701982" y="3933412"/>
              <a:ext cx="11521" cy="16942"/>
            </a:xfrm>
            <a:custGeom>
              <a:avLst/>
              <a:gdLst/>
              <a:ahLst/>
              <a:cxnLst/>
              <a:rect l="l" t="t" r="r" b="b"/>
              <a:pathLst>
                <a:path w="440" h="647" extrusionOk="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76"/>
            <p:cNvSpPr/>
            <p:nvPr/>
          </p:nvSpPr>
          <p:spPr>
            <a:xfrm>
              <a:off x="7770691"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76"/>
            <p:cNvSpPr/>
            <p:nvPr/>
          </p:nvSpPr>
          <p:spPr>
            <a:xfrm>
              <a:off x="7648276" y="3875124"/>
              <a:ext cx="168396" cy="154884"/>
            </a:xfrm>
            <a:custGeom>
              <a:avLst/>
              <a:gdLst/>
              <a:ahLst/>
              <a:cxnLst/>
              <a:rect l="l" t="t" r="r" b="b"/>
              <a:pathLst>
                <a:path w="6431" h="5915" extrusionOk="0">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76"/>
            <p:cNvSpPr/>
            <p:nvPr/>
          </p:nvSpPr>
          <p:spPr>
            <a:xfrm>
              <a:off x="7656027" y="3892380"/>
              <a:ext cx="23017" cy="42970"/>
            </a:xfrm>
            <a:custGeom>
              <a:avLst/>
              <a:gdLst/>
              <a:ahLst/>
              <a:cxnLst/>
              <a:rect l="l" t="t" r="r" b="b"/>
              <a:pathLst>
                <a:path w="879" h="1641" extrusionOk="0">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76"/>
            <p:cNvSpPr/>
            <p:nvPr/>
          </p:nvSpPr>
          <p:spPr>
            <a:xfrm>
              <a:off x="7805151" y="3892380"/>
              <a:ext cx="23017" cy="42970"/>
            </a:xfrm>
            <a:custGeom>
              <a:avLst/>
              <a:gdLst/>
              <a:ahLst/>
              <a:cxnLst/>
              <a:rect l="l" t="t" r="r" b="b"/>
              <a:pathLst>
                <a:path w="879" h="1641" extrusionOk="0">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76"/>
            <p:cNvSpPr/>
            <p:nvPr/>
          </p:nvSpPr>
          <p:spPr>
            <a:xfrm>
              <a:off x="7679515" y="4038073"/>
              <a:ext cx="62477" cy="57659"/>
            </a:xfrm>
            <a:custGeom>
              <a:avLst/>
              <a:gdLst/>
              <a:ahLst/>
              <a:cxnLst/>
              <a:rect l="l" t="t" r="r" b="b"/>
              <a:pathLst>
                <a:path w="2386" h="2202" extrusionOk="0">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76"/>
            <p:cNvSpPr/>
            <p:nvPr/>
          </p:nvSpPr>
          <p:spPr>
            <a:xfrm>
              <a:off x="7741966" y="4037942"/>
              <a:ext cx="62477" cy="57843"/>
            </a:xfrm>
            <a:custGeom>
              <a:avLst/>
              <a:gdLst/>
              <a:ahLst/>
              <a:cxnLst/>
              <a:rect l="l" t="t" r="r" b="b"/>
              <a:pathLst>
                <a:path w="2386" h="2209" extrusionOk="0">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76"/>
            <p:cNvSpPr/>
            <p:nvPr/>
          </p:nvSpPr>
          <p:spPr>
            <a:xfrm>
              <a:off x="7722694" y="3978528"/>
              <a:ext cx="38806" cy="11312"/>
            </a:xfrm>
            <a:custGeom>
              <a:avLst/>
              <a:gdLst/>
              <a:ahLst/>
              <a:cxnLst/>
              <a:rect l="l" t="t" r="r" b="b"/>
              <a:pathLst>
                <a:path w="1482" h="432" extrusionOk="0">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76"/>
            <p:cNvSpPr/>
            <p:nvPr/>
          </p:nvSpPr>
          <p:spPr>
            <a:xfrm>
              <a:off x="7656027" y="3892380"/>
              <a:ext cx="172140" cy="28751"/>
            </a:xfrm>
            <a:custGeom>
              <a:avLst/>
              <a:gdLst/>
              <a:ahLst/>
              <a:cxnLst/>
              <a:rect l="l" t="t" r="r" b="b"/>
              <a:pathLst>
                <a:path w="6574" h="1098" extrusionOk="0">
                  <a:moveTo>
                    <a:pt x="1" y="0"/>
                  </a:moveTo>
                  <a:cubicBezTo>
                    <a:pt x="1" y="611"/>
                    <a:pt x="1470" y="1097"/>
                    <a:pt x="3282" y="1097"/>
                  </a:cubicBezTo>
                  <a:cubicBezTo>
                    <a:pt x="5104" y="1097"/>
                    <a:pt x="657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76"/>
            <p:cNvSpPr/>
            <p:nvPr/>
          </p:nvSpPr>
          <p:spPr>
            <a:xfrm>
              <a:off x="7656027" y="3857894"/>
              <a:ext cx="172140" cy="34512"/>
            </a:xfrm>
            <a:custGeom>
              <a:avLst/>
              <a:gdLst/>
              <a:ahLst/>
              <a:cxnLst/>
              <a:rect l="l" t="t" r="r" b="b"/>
              <a:pathLst>
                <a:path w="6574" h="1318" extrusionOk="0">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76"/>
            <p:cNvSpPr/>
            <p:nvPr/>
          </p:nvSpPr>
          <p:spPr>
            <a:xfrm>
              <a:off x="7724972" y="3823670"/>
              <a:ext cx="34250" cy="39984"/>
            </a:xfrm>
            <a:custGeom>
              <a:avLst/>
              <a:gdLst/>
              <a:ahLst/>
              <a:cxnLst/>
              <a:rect l="l" t="t" r="r" b="b"/>
              <a:pathLst>
                <a:path w="1308" h="1527" extrusionOk="0">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76"/>
            <p:cNvSpPr/>
            <p:nvPr/>
          </p:nvSpPr>
          <p:spPr>
            <a:xfrm>
              <a:off x="7724763"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2" name="Google Shape;13232;p76"/>
            <p:cNvSpPr/>
            <p:nvPr/>
          </p:nvSpPr>
          <p:spPr>
            <a:xfrm>
              <a:off x="7609811" y="4080729"/>
              <a:ext cx="51977" cy="64206"/>
            </a:xfrm>
            <a:custGeom>
              <a:avLst/>
              <a:gdLst/>
              <a:ahLst/>
              <a:cxnLst/>
              <a:rect l="l" t="t" r="r" b="b"/>
              <a:pathLst>
                <a:path w="1985" h="2452" extrusionOk="0">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3" name="Google Shape;13233;p76"/>
            <p:cNvSpPr/>
            <p:nvPr/>
          </p:nvSpPr>
          <p:spPr>
            <a:xfrm>
              <a:off x="7822407" y="4080729"/>
              <a:ext cx="51977" cy="64206"/>
            </a:xfrm>
            <a:custGeom>
              <a:avLst/>
              <a:gdLst/>
              <a:ahLst/>
              <a:cxnLst/>
              <a:rect l="l" t="t" r="r" b="b"/>
              <a:pathLst>
                <a:path w="1985" h="2452" extrusionOk="0">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4" name="Google Shape;13234;p76"/>
          <p:cNvGrpSpPr/>
          <p:nvPr/>
        </p:nvGrpSpPr>
        <p:grpSpPr>
          <a:xfrm>
            <a:off x="7154427" y="3790206"/>
            <a:ext cx="274550" cy="354493"/>
            <a:chOff x="7154427" y="3790206"/>
            <a:chExt cx="274550" cy="354493"/>
          </a:xfrm>
        </p:grpSpPr>
        <p:sp>
          <p:nvSpPr>
            <p:cNvPr id="13235" name="Google Shape;13235;p76"/>
            <p:cNvSpPr/>
            <p:nvPr/>
          </p:nvSpPr>
          <p:spPr>
            <a:xfrm>
              <a:off x="7154427" y="3978790"/>
              <a:ext cx="274550" cy="165908"/>
            </a:xfrm>
            <a:custGeom>
              <a:avLst/>
              <a:gdLst/>
              <a:ahLst/>
              <a:cxnLst/>
              <a:rect l="l" t="t" r="r" b="b"/>
              <a:pathLst>
                <a:path w="10485" h="6336" extrusionOk="0">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76"/>
            <p:cNvSpPr/>
            <p:nvPr/>
          </p:nvSpPr>
          <p:spPr>
            <a:xfrm>
              <a:off x="7154427" y="4035743"/>
              <a:ext cx="274550" cy="108956"/>
            </a:xfrm>
            <a:custGeom>
              <a:avLst/>
              <a:gdLst/>
              <a:ahLst/>
              <a:cxnLst/>
              <a:rect l="l" t="t" r="r" b="b"/>
              <a:pathLst>
                <a:path w="10485" h="4161" extrusionOk="0">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7" name="Google Shape;13237;p76"/>
            <p:cNvSpPr/>
            <p:nvPr/>
          </p:nvSpPr>
          <p:spPr>
            <a:xfrm>
              <a:off x="7251600" y="3978790"/>
              <a:ext cx="79969" cy="22964"/>
            </a:xfrm>
            <a:custGeom>
              <a:avLst/>
              <a:gdLst/>
              <a:ahLst/>
              <a:cxnLst/>
              <a:rect l="l" t="t" r="r" b="b"/>
              <a:pathLst>
                <a:path w="3054" h="877" extrusionOk="0">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76"/>
            <p:cNvSpPr/>
            <p:nvPr/>
          </p:nvSpPr>
          <p:spPr>
            <a:xfrm>
              <a:off x="7195145" y="3835925"/>
              <a:ext cx="192381" cy="154387"/>
            </a:xfrm>
            <a:custGeom>
              <a:avLst/>
              <a:gdLst/>
              <a:ahLst/>
              <a:cxnLst/>
              <a:rect l="l" t="t" r="r" b="b"/>
              <a:pathLst>
                <a:path w="7347" h="5896" extrusionOk="0">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76"/>
            <p:cNvSpPr/>
            <p:nvPr/>
          </p:nvSpPr>
          <p:spPr>
            <a:xfrm>
              <a:off x="7195145" y="3835925"/>
              <a:ext cx="107935" cy="154387"/>
            </a:xfrm>
            <a:custGeom>
              <a:avLst/>
              <a:gdLst/>
              <a:ahLst/>
              <a:cxnLst/>
              <a:rect l="l" t="t" r="r" b="b"/>
              <a:pathLst>
                <a:path w="4122" h="5896" extrusionOk="0">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76"/>
            <p:cNvSpPr/>
            <p:nvPr/>
          </p:nvSpPr>
          <p:spPr>
            <a:xfrm>
              <a:off x="7205619" y="3790206"/>
              <a:ext cx="171905" cy="91438"/>
            </a:xfrm>
            <a:custGeom>
              <a:avLst/>
              <a:gdLst/>
              <a:ahLst/>
              <a:cxnLst/>
              <a:rect l="l" t="t" r="r" b="b"/>
              <a:pathLst>
                <a:path w="6565" h="3492" extrusionOk="0">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76"/>
            <p:cNvSpPr/>
            <p:nvPr/>
          </p:nvSpPr>
          <p:spPr>
            <a:xfrm>
              <a:off x="7245839" y="3790206"/>
              <a:ext cx="91464" cy="91438"/>
            </a:xfrm>
            <a:custGeom>
              <a:avLst/>
              <a:gdLst/>
              <a:ahLst/>
              <a:cxnLst/>
              <a:rect l="l" t="t" r="r" b="b"/>
              <a:pathLst>
                <a:path w="3493" h="3492" extrusionOk="0">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2" name="Google Shape;13242;p76"/>
            <p:cNvSpPr/>
            <p:nvPr/>
          </p:nvSpPr>
          <p:spPr>
            <a:xfrm>
              <a:off x="7274328" y="3875883"/>
              <a:ext cx="34486" cy="34486"/>
            </a:xfrm>
            <a:custGeom>
              <a:avLst/>
              <a:gdLst/>
              <a:ahLst/>
              <a:cxnLst/>
              <a:rect l="l" t="t" r="r" b="b"/>
              <a:pathLst>
                <a:path w="1317" h="1317" extrusionOk="0">
                  <a:moveTo>
                    <a:pt x="0" y="0"/>
                  </a:moveTo>
                  <a:lnTo>
                    <a:pt x="0" y="1317"/>
                  </a:lnTo>
                  <a:lnTo>
                    <a:pt x="1317" y="1317"/>
                  </a:lnTo>
                  <a:lnTo>
                    <a:pt x="1317"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76"/>
            <p:cNvSpPr/>
            <p:nvPr/>
          </p:nvSpPr>
          <p:spPr>
            <a:xfrm>
              <a:off x="7266106" y="3933019"/>
              <a:ext cx="50747" cy="17334"/>
            </a:xfrm>
            <a:custGeom>
              <a:avLst/>
              <a:gdLst/>
              <a:ahLst/>
              <a:cxnLst/>
              <a:rect l="l" t="t" r="r" b="b"/>
              <a:pathLst>
                <a:path w="1938" h="662" extrusionOk="0">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76"/>
            <p:cNvSpPr/>
            <p:nvPr/>
          </p:nvSpPr>
          <p:spPr>
            <a:xfrm>
              <a:off x="7205619" y="3875883"/>
              <a:ext cx="74470" cy="49804"/>
            </a:xfrm>
            <a:custGeom>
              <a:avLst/>
              <a:gdLst/>
              <a:ahLst/>
              <a:cxnLst/>
              <a:rect l="l" t="t" r="r" b="b"/>
              <a:pathLst>
                <a:path w="2844" h="1902" extrusionOk="0">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76"/>
            <p:cNvSpPr/>
            <p:nvPr/>
          </p:nvSpPr>
          <p:spPr>
            <a:xfrm>
              <a:off x="7303053" y="3875883"/>
              <a:ext cx="74208" cy="49699"/>
            </a:xfrm>
            <a:custGeom>
              <a:avLst/>
              <a:gdLst/>
              <a:ahLst/>
              <a:cxnLst/>
              <a:rect l="l" t="t" r="r" b="b"/>
              <a:pathLst>
                <a:path w="2834" h="1898" extrusionOk="0">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76"/>
            <p:cNvSpPr/>
            <p:nvPr/>
          </p:nvSpPr>
          <p:spPr>
            <a:xfrm>
              <a:off x="7254349"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7" name="Google Shape;13247;p76"/>
            <p:cNvSpPr/>
            <p:nvPr/>
          </p:nvSpPr>
          <p:spPr>
            <a:xfrm>
              <a:off x="7317298"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76"/>
            <p:cNvSpPr/>
            <p:nvPr/>
          </p:nvSpPr>
          <p:spPr>
            <a:xfrm>
              <a:off x="7257099" y="4058890"/>
              <a:ext cx="63158" cy="85808"/>
            </a:xfrm>
            <a:custGeom>
              <a:avLst/>
              <a:gdLst/>
              <a:ahLst/>
              <a:cxnLst/>
              <a:rect l="l" t="t" r="r" b="b"/>
              <a:pathLst>
                <a:path w="2412" h="3277" extrusionOk="0">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9" name="Google Shape;13249;p76"/>
            <p:cNvSpPr/>
            <p:nvPr/>
          </p:nvSpPr>
          <p:spPr>
            <a:xfrm>
              <a:off x="7267232" y="3835873"/>
              <a:ext cx="49594" cy="23043"/>
            </a:xfrm>
            <a:custGeom>
              <a:avLst/>
              <a:gdLst/>
              <a:ahLst/>
              <a:cxnLst/>
              <a:rect l="l" t="t" r="r" b="b"/>
              <a:pathLst>
                <a:path w="1894" h="880" extrusionOk="0">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0" name="Google Shape;13250;p76"/>
            <p:cNvSpPr/>
            <p:nvPr/>
          </p:nvSpPr>
          <p:spPr>
            <a:xfrm>
              <a:off x="7285824" y="381880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76"/>
            <p:cNvSpPr/>
            <p:nvPr/>
          </p:nvSpPr>
          <p:spPr>
            <a:xfrm>
              <a:off x="7371501" y="4046505"/>
              <a:ext cx="51742" cy="98194"/>
            </a:xfrm>
            <a:custGeom>
              <a:avLst/>
              <a:gdLst/>
              <a:ahLst/>
              <a:cxnLst/>
              <a:rect l="l" t="t" r="r" b="b"/>
              <a:pathLst>
                <a:path w="1976" h="3750" extrusionOk="0">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76"/>
            <p:cNvSpPr/>
            <p:nvPr/>
          </p:nvSpPr>
          <p:spPr>
            <a:xfrm>
              <a:off x="7159664" y="4046505"/>
              <a:ext cx="51742" cy="98194"/>
            </a:xfrm>
            <a:custGeom>
              <a:avLst/>
              <a:gdLst/>
              <a:ahLst/>
              <a:cxnLst/>
              <a:rect l="l" t="t" r="r" b="b"/>
              <a:pathLst>
                <a:path w="1976" h="3750" extrusionOk="0">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76"/>
            <p:cNvSpPr/>
            <p:nvPr/>
          </p:nvSpPr>
          <p:spPr>
            <a:xfrm>
              <a:off x="7274328" y="4070490"/>
              <a:ext cx="34486" cy="34224"/>
            </a:xfrm>
            <a:custGeom>
              <a:avLst/>
              <a:gdLst/>
              <a:ahLst/>
              <a:cxnLst/>
              <a:rect l="l" t="t" r="r" b="b"/>
              <a:pathLst>
                <a:path w="1317" h="1307" extrusionOk="0">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4" name="Google Shape;13254;p76"/>
            <p:cNvSpPr/>
            <p:nvPr/>
          </p:nvSpPr>
          <p:spPr>
            <a:xfrm>
              <a:off x="7270820" y="4071983"/>
              <a:ext cx="36502" cy="32757"/>
            </a:xfrm>
            <a:custGeom>
              <a:avLst/>
              <a:gdLst/>
              <a:ahLst/>
              <a:cxnLst/>
              <a:rect l="l" t="t" r="r" b="b"/>
              <a:pathLst>
                <a:path w="1394" h="1251" extrusionOk="0">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5" name="Google Shape;13255;p76"/>
          <p:cNvGrpSpPr/>
          <p:nvPr/>
        </p:nvGrpSpPr>
        <p:grpSpPr>
          <a:xfrm>
            <a:off x="8054458" y="1973150"/>
            <a:ext cx="274576" cy="354728"/>
            <a:chOff x="8054458" y="1973150"/>
            <a:chExt cx="274576" cy="354728"/>
          </a:xfrm>
        </p:grpSpPr>
        <p:sp>
          <p:nvSpPr>
            <p:cNvPr id="13256" name="Google Shape;13256;p76"/>
            <p:cNvSpPr/>
            <p:nvPr/>
          </p:nvSpPr>
          <p:spPr>
            <a:xfrm>
              <a:off x="8054458" y="2150501"/>
              <a:ext cx="274576" cy="177377"/>
            </a:xfrm>
            <a:custGeom>
              <a:avLst/>
              <a:gdLst/>
              <a:ahLst/>
              <a:cxnLst/>
              <a:rect l="l" t="t" r="r" b="b"/>
              <a:pathLst>
                <a:path w="10486" h="6774" extrusionOk="0">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76"/>
            <p:cNvSpPr/>
            <p:nvPr/>
          </p:nvSpPr>
          <p:spPr>
            <a:xfrm>
              <a:off x="8088944" y="2150501"/>
              <a:ext cx="205866" cy="124431"/>
            </a:xfrm>
            <a:custGeom>
              <a:avLst/>
              <a:gdLst/>
              <a:ahLst/>
              <a:cxnLst/>
              <a:rect l="l" t="t" r="r" b="b"/>
              <a:pathLst>
                <a:path w="7862" h="4752" extrusionOk="0">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76"/>
            <p:cNvSpPr/>
            <p:nvPr/>
          </p:nvSpPr>
          <p:spPr>
            <a:xfrm>
              <a:off x="8157391" y="2246417"/>
              <a:ext cx="11521" cy="81462"/>
            </a:xfrm>
            <a:custGeom>
              <a:avLst/>
              <a:gdLst/>
              <a:ahLst/>
              <a:cxnLst/>
              <a:rect l="l" t="t" r="r" b="b"/>
              <a:pathLst>
                <a:path w="440" h="3111" extrusionOk="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76"/>
            <p:cNvSpPr/>
            <p:nvPr/>
          </p:nvSpPr>
          <p:spPr>
            <a:xfrm>
              <a:off x="8214579" y="2246417"/>
              <a:ext cx="11521" cy="81462"/>
            </a:xfrm>
            <a:custGeom>
              <a:avLst/>
              <a:gdLst/>
              <a:ahLst/>
              <a:cxnLst/>
              <a:rect l="l" t="t" r="r" b="b"/>
              <a:pathLst>
                <a:path w="440" h="3111" extrusionOk="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76"/>
            <p:cNvSpPr/>
            <p:nvPr/>
          </p:nvSpPr>
          <p:spPr>
            <a:xfrm>
              <a:off x="8094443" y="2160478"/>
              <a:ext cx="194607" cy="103195"/>
            </a:xfrm>
            <a:custGeom>
              <a:avLst/>
              <a:gdLst/>
              <a:ahLst/>
              <a:cxnLst/>
              <a:rect l="l" t="t" r="r" b="b"/>
              <a:pathLst>
                <a:path w="7432" h="3941" extrusionOk="0">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76"/>
            <p:cNvSpPr/>
            <p:nvPr/>
          </p:nvSpPr>
          <p:spPr>
            <a:xfrm>
              <a:off x="8112746" y="2177734"/>
              <a:ext cx="158000" cy="65227"/>
            </a:xfrm>
            <a:custGeom>
              <a:avLst/>
              <a:gdLst/>
              <a:ahLst/>
              <a:cxnLst/>
              <a:rect l="l" t="t" r="r" b="b"/>
              <a:pathLst>
                <a:path w="6034" h="2491" extrusionOk="0">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76"/>
            <p:cNvSpPr/>
            <p:nvPr/>
          </p:nvSpPr>
          <p:spPr>
            <a:xfrm>
              <a:off x="8137910" y="2156236"/>
              <a:ext cx="107935" cy="86725"/>
            </a:xfrm>
            <a:custGeom>
              <a:avLst/>
              <a:gdLst/>
              <a:ahLst/>
              <a:cxnLst/>
              <a:rect l="l" t="t" r="r" b="b"/>
              <a:pathLst>
                <a:path w="4122" h="3312" extrusionOk="0">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3" name="Google Shape;13263;p76"/>
            <p:cNvSpPr/>
            <p:nvPr/>
          </p:nvSpPr>
          <p:spPr>
            <a:xfrm>
              <a:off x="8151631" y="2156236"/>
              <a:ext cx="80231" cy="28646"/>
            </a:xfrm>
            <a:custGeom>
              <a:avLst/>
              <a:gdLst/>
              <a:ahLst/>
              <a:cxnLst/>
              <a:rect l="l" t="t" r="r" b="b"/>
              <a:pathLst>
                <a:path w="3064" h="1094" extrusionOk="0">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76"/>
            <p:cNvSpPr/>
            <p:nvPr/>
          </p:nvSpPr>
          <p:spPr>
            <a:xfrm>
              <a:off x="8094678" y="1973150"/>
              <a:ext cx="194136" cy="200368"/>
            </a:xfrm>
            <a:custGeom>
              <a:avLst/>
              <a:gdLst/>
              <a:ahLst/>
              <a:cxnLst/>
              <a:rect l="l" t="t" r="r" b="b"/>
              <a:pathLst>
                <a:path w="7414" h="7652" extrusionOk="0">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76"/>
            <p:cNvSpPr/>
            <p:nvPr/>
          </p:nvSpPr>
          <p:spPr>
            <a:xfrm>
              <a:off x="8099182" y="2003970"/>
              <a:ext cx="109427" cy="169548"/>
            </a:xfrm>
            <a:custGeom>
              <a:avLst/>
              <a:gdLst/>
              <a:ahLst/>
              <a:cxnLst/>
              <a:rect l="l" t="t" r="r" b="b"/>
              <a:pathLst>
                <a:path w="4179" h="6475" extrusionOk="0">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76"/>
            <p:cNvSpPr/>
            <p:nvPr/>
          </p:nvSpPr>
          <p:spPr>
            <a:xfrm>
              <a:off x="8157889" y="2116277"/>
              <a:ext cx="67714" cy="66588"/>
            </a:xfrm>
            <a:custGeom>
              <a:avLst/>
              <a:gdLst/>
              <a:ahLst/>
              <a:cxnLst/>
              <a:rect l="l" t="t" r="r" b="b"/>
              <a:pathLst>
                <a:path w="2586" h="2543" extrusionOk="0">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76"/>
            <p:cNvSpPr/>
            <p:nvPr/>
          </p:nvSpPr>
          <p:spPr>
            <a:xfrm>
              <a:off x="8157889" y="2116016"/>
              <a:ext cx="41739" cy="66667"/>
            </a:xfrm>
            <a:custGeom>
              <a:avLst/>
              <a:gdLst/>
              <a:ahLst/>
              <a:cxnLst/>
              <a:rect l="l" t="t" r="r" b="b"/>
              <a:pathLst>
                <a:path w="1594" h="2546" extrusionOk="0">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76"/>
            <p:cNvSpPr/>
            <p:nvPr/>
          </p:nvSpPr>
          <p:spPr>
            <a:xfrm>
              <a:off x="8172317" y="2128034"/>
              <a:ext cx="37366" cy="16758"/>
            </a:xfrm>
            <a:custGeom>
              <a:avLst/>
              <a:gdLst/>
              <a:ahLst/>
              <a:cxnLst/>
              <a:rect l="l" t="t" r="r" b="b"/>
              <a:pathLst>
                <a:path w="1427" h="640" extrusionOk="0">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76"/>
            <p:cNvSpPr/>
            <p:nvPr/>
          </p:nvSpPr>
          <p:spPr>
            <a:xfrm>
              <a:off x="8144142" y="2047568"/>
              <a:ext cx="32496" cy="11521"/>
            </a:xfrm>
            <a:custGeom>
              <a:avLst/>
              <a:gdLst/>
              <a:ahLst/>
              <a:cxnLst/>
              <a:rect l="l" t="t" r="r" b="b"/>
              <a:pathLst>
                <a:path w="1241" h="440" extrusionOk="0">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76"/>
            <p:cNvSpPr/>
            <p:nvPr/>
          </p:nvSpPr>
          <p:spPr>
            <a:xfrm>
              <a:off x="8207091" y="2047568"/>
              <a:ext cx="32260" cy="11521"/>
            </a:xfrm>
            <a:custGeom>
              <a:avLst/>
              <a:gdLst/>
              <a:ahLst/>
              <a:cxnLst/>
              <a:rect l="l" t="t" r="r" b="b"/>
              <a:pathLst>
                <a:path w="1232" h="440" extrusionOk="0">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76"/>
            <p:cNvSpPr/>
            <p:nvPr/>
          </p:nvSpPr>
          <p:spPr>
            <a:xfrm>
              <a:off x="8104183" y="2070558"/>
              <a:ext cx="43729" cy="11260"/>
            </a:xfrm>
            <a:custGeom>
              <a:avLst/>
              <a:gdLst/>
              <a:ahLst/>
              <a:cxnLst/>
              <a:rect l="l" t="t" r="r" b="b"/>
              <a:pathLst>
                <a:path w="1670" h="430" extrusionOk="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2" name="Google Shape;13272;p76"/>
            <p:cNvSpPr/>
            <p:nvPr/>
          </p:nvSpPr>
          <p:spPr>
            <a:xfrm>
              <a:off x="8235580" y="2070558"/>
              <a:ext cx="43729" cy="11260"/>
            </a:xfrm>
            <a:custGeom>
              <a:avLst/>
              <a:gdLst/>
              <a:ahLst/>
              <a:cxnLst/>
              <a:rect l="l" t="t" r="r" b="b"/>
              <a:pathLst>
                <a:path w="1670" h="430" extrusionOk="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3" name="Google Shape;13273;p76"/>
            <p:cNvSpPr/>
            <p:nvPr/>
          </p:nvSpPr>
          <p:spPr>
            <a:xfrm>
              <a:off x="8174621" y="2070558"/>
              <a:ext cx="34486" cy="22833"/>
            </a:xfrm>
            <a:custGeom>
              <a:avLst/>
              <a:gdLst/>
              <a:ahLst/>
              <a:cxnLst/>
              <a:rect l="l" t="t" r="r" b="b"/>
              <a:pathLst>
                <a:path w="1317" h="872" extrusionOk="0">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76"/>
            <p:cNvSpPr/>
            <p:nvPr/>
          </p:nvSpPr>
          <p:spPr>
            <a:xfrm>
              <a:off x="8134663" y="2064824"/>
              <a:ext cx="51480" cy="39984"/>
            </a:xfrm>
            <a:custGeom>
              <a:avLst/>
              <a:gdLst/>
              <a:ahLst/>
              <a:cxnLst/>
              <a:rect l="l" t="t" r="r" b="b"/>
              <a:pathLst>
                <a:path w="1966" h="1527" extrusionOk="0">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76"/>
            <p:cNvSpPr/>
            <p:nvPr/>
          </p:nvSpPr>
          <p:spPr>
            <a:xfrm>
              <a:off x="8197612" y="2064824"/>
              <a:ext cx="51218" cy="39984"/>
            </a:xfrm>
            <a:custGeom>
              <a:avLst/>
              <a:gdLst/>
              <a:ahLst/>
              <a:cxnLst/>
              <a:rect l="l" t="t" r="r" b="b"/>
              <a:pathLst>
                <a:path w="1956" h="1527" extrusionOk="0">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76"/>
            <p:cNvSpPr/>
            <p:nvPr/>
          </p:nvSpPr>
          <p:spPr>
            <a:xfrm>
              <a:off x="8154642" y="2076319"/>
              <a:ext cx="11521" cy="11312"/>
            </a:xfrm>
            <a:custGeom>
              <a:avLst/>
              <a:gdLst/>
              <a:ahLst/>
              <a:cxnLst/>
              <a:rect l="l" t="t" r="r" b="b"/>
              <a:pathLst>
                <a:path w="440" h="432" extrusionOk="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76"/>
            <p:cNvSpPr/>
            <p:nvPr/>
          </p:nvSpPr>
          <p:spPr>
            <a:xfrm>
              <a:off x="8217591" y="2076319"/>
              <a:ext cx="11521" cy="11312"/>
            </a:xfrm>
            <a:custGeom>
              <a:avLst/>
              <a:gdLst/>
              <a:ahLst/>
              <a:cxnLst/>
              <a:rect l="l" t="t" r="r" b="b"/>
              <a:pathLst>
                <a:path w="440" h="432" extrusionOk="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8" name="Google Shape;13278;p76"/>
          <p:cNvGrpSpPr/>
          <p:nvPr/>
        </p:nvGrpSpPr>
        <p:grpSpPr>
          <a:xfrm>
            <a:off x="7153930" y="1973150"/>
            <a:ext cx="274812" cy="354728"/>
            <a:chOff x="7153930" y="1973150"/>
            <a:chExt cx="274812" cy="354728"/>
          </a:xfrm>
        </p:grpSpPr>
        <p:sp>
          <p:nvSpPr>
            <p:cNvPr id="13279" name="Google Shape;13279;p76"/>
            <p:cNvSpPr/>
            <p:nvPr/>
          </p:nvSpPr>
          <p:spPr>
            <a:xfrm>
              <a:off x="7153930" y="2212691"/>
              <a:ext cx="274812" cy="115188"/>
            </a:xfrm>
            <a:custGeom>
              <a:avLst/>
              <a:gdLst/>
              <a:ahLst/>
              <a:cxnLst/>
              <a:rect l="l" t="t" r="r" b="b"/>
              <a:pathLst>
                <a:path w="10495" h="4399" extrusionOk="0">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76"/>
            <p:cNvSpPr/>
            <p:nvPr/>
          </p:nvSpPr>
          <p:spPr>
            <a:xfrm>
              <a:off x="7184409" y="2116277"/>
              <a:ext cx="213591" cy="211601"/>
            </a:xfrm>
            <a:custGeom>
              <a:avLst/>
              <a:gdLst/>
              <a:ahLst/>
              <a:cxnLst/>
              <a:rect l="l" t="t" r="r" b="b"/>
              <a:pathLst>
                <a:path w="8157" h="8081" extrusionOk="0">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76"/>
            <p:cNvSpPr/>
            <p:nvPr/>
          </p:nvSpPr>
          <p:spPr>
            <a:xfrm>
              <a:off x="7185640" y="2116277"/>
              <a:ext cx="211365" cy="145458"/>
            </a:xfrm>
            <a:custGeom>
              <a:avLst/>
              <a:gdLst/>
              <a:ahLst/>
              <a:cxnLst/>
              <a:rect l="l" t="t" r="r" b="b"/>
              <a:pathLst>
                <a:path w="8072" h="5555" extrusionOk="0">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76"/>
            <p:cNvSpPr/>
            <p:nvPr/>
          </p:nvSpPr>
          <p:spPr>
            <a:xfrm>
              <a:off x="7244608" y="2167731"/>
              <a:ext cx="93454" cy="94004"/>
            </a:xfrm>
            <a:custGeom>
              <a:avLst/>
              <a:gdLst/>
              <a:ahLst/>
              <a:cxnLst/>
              <a:rect l="l" t="t" r="r" b="b"/>
              <a:pathLst>
                <a:path w="3569" h="3590" extrusionOk="0">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76"/>
            <p:cNvSpPr/>
            <p:nvPr/>
          </p:nvSpPr>
          <p:spPr>
            <a:xfrm>
              <a:off x="7157177" y="2238430"/>
              <a:ext cx="48233" cy="89448"/>
            </a:xfrm>
            <a:custGeom>
              <a:avLst/>
              <a:gdLst/>
              <a:ahLst/>
              <a:cxnLst/>
              <a:rect l="l" t="t" r="r" b="b"/>
              <a:pathLst>
                <a:path w="1842" h="3416" extrusionOk="0">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76"/>
            <p:cNvSpPr/>
            <p:nvPr/>
          </p:nvSpPr>
          <p:spPr>
            <a:xfrm>
              <a:off x="7377000" y="2238430"/>
              <a:ext cx="48495" cy="89448"/>
            </a:xfrm>
            <a:custGeom>
              <a:avLst/>
              <a:gdLst/>
              <a:ahLst/>
              <a:cxnLst/>
              <a:rect l="l" t="t" r="r" b="b"/>
              <a:pathLst>
                <a:path w="1852" h="3416" extrusionOk="0">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76"/>
            <p:cNvSpPr/>
            <p:nvPr/>
          </p:nvSpPr>
          <p:spPr>
            <a:xfrm>
              <a:off x="7251338" y="2167731"/>
              <a:ext cx="79969" cy="22886"/>
            </a:xfrm>
            <a:custGeom>
              <a:avLst/>
              <a:gdLst/>
              <a:ahLst/>
              <a:cxnLst/>
              <a:rect l="l" t="t" r="r" b="b"/>
              <a:pathLst>
                <a:path w="3054" h="874" extrusionOk="0">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76"/>
            <p:cNvSpPr/>
            <p:nvPr/>
          </p:nvSpPr>
          <p:spPr>
            <a:xfrm>
              <a:off x="7195145" y="2013109"/>
              <a:ext cx="192381" cy="165882"/>
            </a:xfrm>
            <a:custGeom>
              <a:avLst/>
              <a:gdLst/>
              <a:ahLst/>
              <a:cxnLst/>
              <a:rect l="l" t="t" r="r" b="b"/>
              <a:pathLst>
                <a:path w="7347" h="6335" extrusionOk="0">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76"/>
            <p:cNvSpPr/>
            <p:nvPr/>
          </p:nvSpPr>
          <p:spPr>
            <a:xfrm>
              <a:off x="7274067" y="2122012"/>
              <a:ext cx="34512" cy="17020"/>
            </a:xfrm>
            <a:custGeom>
              <a:avLst/>
              <a:gdLst/>
              <a:ahLst/>
              <a:cxnLst/>
              <a:rect l="l" t="t" r="r" b="b"/>
              <a:pathLst>
                <a:path w="1318" h="650" extrusionOk="0">
                  <a:moveTo>
                    <a:pt x="1" y="1"/>
                  </a:moveTo>
                  <a:cubicBezTo>
                    <a:pt x="1" y="363"/>
                    <a:pt x="297" y="650"/>
                    <a:pt x="659" y="650"/>
                  </a:cubicBezTo>
                  <a:cubicBezTo>
                    <a:pt x="1022" y="650"/>
                    <a:pt x="1317" y="363"/>
                    <a:pt x="1317"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76"/>
            <p:cNvSpPr/>
            <p:nvPr/>
          </p:nvSpPr>
          <p:spPr>
            <a:xfrm>
              <a:off x="7197633" y="2013344"/>
              <a:ext cx="145170" cy="165882"/>
            </a:xfrm>
            <a:custGeom>
              <a:avLst/>
              <a:gdLst/>
              <a:ahLst/>
              <a:cxnLst/>
              <a:rect l="l" t="t" r="r" b="b"/>
              <a:pathLst>
                <a:path w="5544" h="6335" extrusionOk="0">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76"/>
            <p:cNvSpPr/>
            <p:nvPr/>
          </p:nvSpPr>
          <p:spPr>
            <a:xfrm>
              <a:off x="7251338" y="2081923"/>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76"/>
            <p:cNvSpPr/>
            <p:nvPr/>
          </p:nvSpPr>
          <p:spPr>
            <a:xfrm>
              <a:off x="7319786" y="2081923"/>
              <a:ext cx="11521" cy="17151"/>
            </a:xfrm>
            <a:custGeom>
              <a:avLst/>
              <a:gdLst/>
              <a:ahLst/>
              <a:cxnLst/>
              <a:rect l="l" t="t" r="r" b="b"/>
              <a:pathLst>
                <a:path w="440" h="655" extrusionOk="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76"/>
            <p:cNvSpPr/>
            <p:nvPr/>
          </p:nvSpPr>
          <p:spPr>
            <a:xfrm>
              <a:off x="7242671" y="2064641"/>
              <a:ext cx="33674" cy="17439"/>
            </a:xfrm>
            <a:custGeom>
              <a:avLst/>
              <a:gdLst/>
              <a:ahLst/>
              <a:cxnLst/>
              <a:rect l="l" t="t" r="r" b="b"/>
              <a:pathLst>
                <a:path w="1286" h="666" extrusionOk="0">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76"/>
            <p:cNvSpPr/>
            <p:nvPr/>
          </p:nvSpPr>
          <p:spPr>
            <a:xfrm>
              <a:off x="7306143" y="2064745"/>
              <a:ext cx="33255" cy="17099"/>
            </a:xfrm>
            <a:custGeom>
              <a:avLst/>
              <a:gdLst/>
              <a:ahLst/>
              <a:cxnLst/>
              <a:rect l="l" t="t" r="r" b="b"/>
              <a:pathLst>
                <a:path w="1270" h="653" extrusionOk="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3" name="Google Shape;13293;p76"/>
            <p:cNvSpPr/>
            <p:nvPr/>
          </p:nvSpPr>
          <p:spPr>
            <a:xfrm>
              <a:off x="7205383" y="1973150"/>
              <a:ext cx="171643" cy="111679"/>
            </a:xfrm>
            <a:custGeom>
              <a:avLst/>
              <a:gdLst/>
              <a:ahLst/>
              <a:cxnLst/>
              <a:rect l="l" t="t" r="r" b="b"/>
              <a:pathLst>
                <a:path w="6555" h="4265" extrusionOk="0">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76"/>
            <p:cNvSpPr/>
            <p:nvPr/>
          </p:nvSpPr>
          <p:spPr>
            <a:xfrm>
              <a:off x="7297057" y="2120284"/>
              <a:ext cx="23017" cy="21236"/>
            </a:xfrm>
            <a:custGeom>
              <a:avLst/>
              <a:gdLst/>
              <a:ahLst/>
              <a:cxnLst/>
              <a:rect l="l" t="t" r="r" b="b"/>
              <a:pathLst>
                <a:path w="879" h="811" extrusionOk="0">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76"/>
            <p:cNvSpPr/>
            <p:nvPr/>
          </p:nvSpPr>
          <p:spPr>
            <a:xfrm>
              <a:off x="7262598" y="2120284"/>
              <a:ext cx="22990" cy="21236"/>
            </a:xfrm>
            <a:custGeom>
              <a:avLst/>
              <a:gdLst/>
              <a:ahLst/>
              <a:cxnLst/>
              <a:rect l="l" t="t" r="r" b="b"/>
              <a:pathLst>
                <a:path w="878" h="811" extrusionOk="0">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76"/>
            <p:cNvSpPr/>
            <p:nvPr/>
          </p:nvSpPr>
          <p:spPr>
            <a:xfrm>
              <a:off x="7248877" y="2112350"/>
              <a:ext cx="84918" cy="15449"/>
            </a:xfrm>
            <a:custGeom>
              <a:avLst/>
              <a:gdLst/>
              <a:ahLst/>
              <a:cxnLst/>
              <a:rect l="l" t="t" r="r" b="b"/>
              <a:pathLst>
                <a:path w="3243" h="590" extrusionOk="0">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76"/>
            <p:cNvSpPr/>
            <p:nvPr/>
          </p:nvSpPr>
          <p:spPr>
            <a:xfrm>
              <a:off x="7285562" y="2257912"/>
              <a:ext cx="11521" cy="69966"/>
            </a:xfrm>
            <a:custGeom>
              <a:avLst/>
              <a:gdLst/>
              <a:ahLst/>
              <a:cxnLst/>
              <a:rect l="l" t="t" r="r" b="b"/>
              <a:pathLst>
                <a:path w="440" h="2672" extrusionOk="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8" name="Google Shape;13298;p76"/>
          <p:cNvGrpSpPr/>
          <p:nvPr/>
        </p:nvGrpSpPr>
        <p:grpSpPr>
          <a:xfrm>
            <a:off x="6703522" y="1973098"/>
            <a:ext cx="274812" cy="354781"/>
            <a:chOff x="6703522" y="1973098"/>
            <a:chExt cx="274812" cy="354781"/>
          </a:xfrm>
        </p:grpSpPr>
        <p:sp>
          <p:nvSpPr>
            <p:cNvPr id="13299" name="Google Shape;13299;p76"/>
            <p:cNvSpPr/>
            <p:nvPr/>
          </p:nvSpPr>
          <p:spPr>
            <a:xfrm>
              <a:off x="6761233" y="1973150"/>
              <a:ext cx="160147" cy="57214"/>
            </a:xfrm>
            <a:custGeom>
              <a:avLst/>
              <a:gdLst/>
              <a:ahLst/>
              <a:cxnLst/>
              <a:rect l="l" t="t" r="r" b="b"/>
              <a:pathLst>
                <a:path w="6116" h="2185" extrusionOk="0">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76"/>
            <p:cNvSpPr/>
            <p:nvPr/>
          </p:nvSpPr>
          <p:spPr>
            <a:xfrm>
              <a:off x="6724758" y="2116277"/>
              <a:ext cx="232601" cy="112177"/>
            </a:xfrm>
            <a:custGeom>
              <a:avLst/>
              <a:gdLst/>
              <a:ahLst/>
              <a:cxnLst/>
              <a:rect l="l" t="t" r="r" b="b"/>
              <a:pathLst>
                <a:path w="8883" h="4284" extrusionOk="0">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76"/>
            <p:cNvSpPr/>
            <p:nvPr/>
          </p:nvSpPr>
          <p:spPr>
            <a:xfrm>
              <a:off x="6703522" y="2201955"/>
              <a:ext cx="274812" cy="125924"/>
            </a:xfrm>
            <a:custGeom>
              <a:avLst/>
              <a:gdLst/>
              <a:ahLst/>
              <a:cxnLst/>
              <a:rect l="l" t="t" r="r" b="b"/>
              <a:pathLst>
                <a:path w="10495" h="4809" extrusionOk="0">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76"/>
            <p:cNvSpPr/>
            <p:nvPr/>
          </p:nvSpPr>
          <p:spPr>
            <a:xfrm>
              <a:off x="6769717" y="2201955"/>
              <a:ext cx="142918" cy="68736"/>
            </a:xfrm>
            <a:custGeom>
              <a:avLst/>
              <a:gdLst/>
              <a:ahLst/>
              <a:cxnLst/>
              <a:rect l="l" t="t" r="r" b="b"/>
              <a:pathLst>
                <a:path w="5458" h="2625" extrusionOk="0">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76"/>
            <p:cNvSpPr/>
            <p:nvPr/>
          </p:nvSpPr>
          <p:spPr>
            <a:xfrm>
              <a:off x="6755237" y="2212455"/>
              <a:ext cx="28751" cy="115423"/>
            </a:xfrm>
            <a:custGeom>
              <a:avLst/>
              <a:gdLst/>
              <a:ahLst/>
              <a:cxnLst/>
              <a:rect l="l" t="t" r="r" b="b"/>
              <a:pathLst>
                <a:path w="1098" h="4408" extrusionOk="0">
                  <a:moveTo>
                    <a:pt x="1098" y="0"/>
                  </a:moveTo>
                  <a:lnTo>
                    <a:pt x="0" y="325"/>
                  </a:lnTo>
                  <a:lnTo>
                    <a:pt x="0" y="4408"/>
                  </a:lnTo>
                  <a:lnTo>
                    <a:pt x="1098" y="4408"/>
                  </a:lnTo>
                  <a:lnTo>
                    <a:pt x="1098"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76"/>
            <p:cNvSpPr/>
            <p:nvPr/>
          </p:nvSpPr>
          <p:spPr>
            <a:xfrm>
              <a:off x="6898364" y="2212455"/>
              <a:ext cx="28515" cy="115423"/>
            </a:xfrm>
            <a:custGeom>
              <a:avLst/>
              <a:gdLst/>
              <a:ahLst/>
              <a:cxnLst/>
              <a:rect l="l" t="t" r="r" b="b"/>
              <a:pathLst>
                <a:path w="1089" h="4408" extrusionOk="0">
                  <a:moveTo>
                    <a:pt x="1" y="0"/>
                  </a:moveTo>
                  <a:lnTo>
                    <a:pt x="1" y="4408"/>
                  </a:lnTo>
                  <a:lnTo>
                    <a:pt x="1088" y="4408"/>
                  </a:lnTo>
                  <a:lnTo>
                    <a:pt x="1088" y="325"/>
                  </a:lnTo>
                  <a:lnTo>
                    <a:pt x="1"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76"/>
            <p:cNvSpPr/>
            <p:nvPr/>
          </p:nvSpPr>
          <p:spPr>
            <a:xfrm>
              <a:off x="6744737" y="2053329"/>
              <a:ext cx="192643" cy="137157"/>
            </a:xfrm>
            <a:custGeom>
              <a:avLst/>
              <a:gdLst/>
              <a:ahLst/>
              <a:cxnLst/>
              <a:rect l="l" t="t" r="r" b="b"/>
              <a:pathLst>
                <a:path w="7357" h="5238" extrusionOk="0">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76"/>
            <p:cNvSpPr/>
            <p:nvPr/>
          </p:nvSpPr>
          <p:spPr>
            <a:xfrm>
              <a:off x="6748743" y="2053329"/>
              <a:ext cx="166641" cy="116419"/>
            </a:xfrm>
            <a:custGeom>
              <a:avLst/>
              <a:gdLst/>
              <a:ahLst/>
              <a:cxnLst/>
              <a:rect l="l" t="t" r="r" b="b"/>
              <a:pathLst>
                <a:path w="6364" h="4446" extrusionOk="0">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76"/>
            <p:cNvSpPr/>
            <p:nvPr/>
          </p:nvSpPr>
          <p:spPr>
            <a:xfrm>
              <a:off x="6801192" y="2093418"/>
              <a:ext cx="11286" cy="17125"/>
            </a:xfrm>
            <a:custGeom>
              <a:avLst/>
              <a:gdLst/>
              <a:ahLst/>
              <a:cxnLst/>
              <a:rect l="l" t="t" r="r" b="b"/>
              <a:pathLst>
                <a:path w="431" h="654" extrusionOk="0">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76"/>
            <p:cNvSpPr/>
            <p:nvPr/>
          </p:nvSpPr>
          <p:spPr>
            <a:xfrm>
              <a:off x="6869901"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76"/>
            <p:cNvSpPr/>
            <p:nvPr/>
          </p:nvSpPr>
          <p:spPr>
            <a:xfrm>
              <a:off x="6792970" y="2076057"/>
              <a:ext cx="27887" cy="14768"/>
            </a:xfrm>
            <a:custGeom>
              <a:avLst/>
              <a:gdLst/>
              <a:ahLst/>
              <a:cxnLst/>
              <a:rect l="l" t="t" r="r" b="b"/>
              <a:pathLst>
                <a:path w="1065" h="564" extrusionOk="0">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0" name="Google Shape;13310;p76"/>
            <p:cNvSpPr/>
            <p:nvPr/>
          </p:nvSpPr>
          <p:spPr>
            <a:xfrm>
              <a:off x="6861496" y="2076057"/>
              <a:ext cx="27651" cy="14768"/>
            </a:xfrm>
            <a:custGeom>
              <a:avLst/>
              <a:gdLst/>
              <a:ahLst/>
              <a:cxnLst/>
              <a:rect l="l" t="t" r="r" b="b"/>
              <a:pathLst>
                <a:path w="1056" h="564" extrusionOk="0">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76"/>
            <p:cNvSpPr/>
            <p:nvPr/>
          </p:nvSpPr>
          <p:spPr>
            <a:xfrm>
              <a:off x="6755237" y="2064824"/>
              <a:ext cx="23017" cy="31501"/>
            </a:xfrm>
            <a:custGeom>
              <a:avLst/>
              <a:gdLst/>
              <a:ahLst/>
              <a:cxnLst/>
              <a:rect l="l" t="t" r="r" b="b"/>
              <a:pathLst>
                <a:path w="879" h="1203" extrusionOk="0">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76"/>
            <p:cNvSpPr/>
            <p:nvPr/>
          </p:nvSpPr>
          <p:spPr>
            <a:xfrm>
              <a:off x="6903863" y="2064824"/>
              <a:ext cx="23017" cy="31501"/>
            </a:xfrm>
            <a:custGeom>
              <a:avLst/>
              <a:gdLst/>
              <a:ahLst/>
              <a:cxnLst/>
              <a:rect l="l" t="t" r="r" b="b"/>
              <a:pathLst>
                <a:path w="879" h="1203" extrusionOk="0">
                  <a:moveTo>
                    <a:pt x="1" y="0"/>
                  </a:moveTo>
                  <a:lnTo>
                    <a:pt x="1" y="706"/>
                  </a:lnTo>
                  <a:cubicBezTo>
                    <a:pt x="1" y="926"/>
                    <a:pt x="163" y="1107"/>
                    <a:pt x="392" y="1135"/>
                  </a:cubicBezTo>
                  <a:lnTo>
                    <a:pt x="878" y="1202"/>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76"/>
            <p:cNvSpPr/>
            <p:nvPr/>
          </p:nvSpPr>
          <p:spPr>
            <a:xfrm>
              <a:off x="6898364" y="2212455"/>
              <a:ext cx="14271" cy="31239"/>
            </a:xfrm>
            <a:custGeom>
              <a:avLst/>
              <a:gdLst/>
              <a:ahLst/>
              <a:cxnLst/>
              <a:rect l="l" t="t" r="r" b="b"/>
              <a:pathLst>
                <a:path w="545" h="1193" extrusionOk="0">
                  <a:moveTo>
                    <a:pt x="1" y="0"/>
                  </a:moveTo>
                  <a:lnTo>
                    <a:pt x="1" y="1193"/>
                  </a:lnTo>
                  <a:cubicBezTo>
                    <a:pt x="249" y="887"/>
                    <a:pt x="430" y="534"/>
                    <a:pt x="545" y="162"/>
                  </a:cubicBezTo>
                  <a:lnTo>
                    <a:pt x="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4" name="Google Shape;13314;p76"/>
            <p:cNvSpPr/>
            <p:nvPr/>
          </p:nvSpPr>
          <p:spPr>
            <a:xfrm>
              <a:off x="6769717" y="2212193"/>
              <a:ext cx="14271" cy="31501"/>
            </a:xfrm>
            <a:custGeom>
              <a:avLst/>
              <a:gdLst/>
              <a:ahLst/>
              <a:cxnLst/>
              <a:rect l="l" t="t" r="r" b="b"/>
              <a:pathLst>
                <a:path w="545" h="1203" extrusionOk="0">
                  <a:moveTo>
                    <a:pt x="545" y="1"/>
                  </a:moveTo>
                  <a:lnTo>
                    <a:pt x="1" y="163"/>
                  </a:lnTo>
                  <a:cubicBezTo>
                    <a:pt x="106" y="544"/>
                    <a:pt x="287" y="897"/>
                    <a:pt x="545" y="1203"/>
                  </a:cubicBezTo>
                  <a:lnTo>
                    <a:pt x="545"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76"/>
            <p:cNvSpPr/>
            <p:nvPr/>
          </p:nvSpPr>
          <p:spPr>
            <a:xfrm>
              <a:off x="6777966" y="2127773"/>
              <a:ext cx="126186" cy="131423"/>
            </a:xfrm>
            <a:custGeom>
              <a:avLst/>
              <a:gdLst/>
              <a:ahLst/>
              <a:cxnLst/>
              <a:rect l="l" t="t" r="r" b="b"/>
              <a:pathLst>
                <a:path w="4819" h="5019" extrusionOk="0">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76"/>
            <p:cNvSpPr/>
            <p:nvPr/>
          </p:nvSpPr>
          <p:spPr>
            <a:xfrm>
              <a:off x="6815908" y="2144688"/>
              <a:ext cx="50537" cy="17334"/>
            </a:xfrm>
            <a:custGeom>
              <a:avLst/>
              <a:gdLst/>
              <a:ahLst/>
              <a:cxnLst/>
              <a:rect l="l" t="t" r="r" b="b"/>
              <a:pathLst>
                <a:path w="1930" h="662" extrusionOk="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76"/>
            <p:cNvSpPr/>
            <p:nvPr/>
          </p:nvSpPr>
          <p:spPr>
            <a:xfrm>
              <a:off x="6778044" y="2127773"/>
              <a:ext cx="100131" cy="131658"/>
            </a:xfrm>
            <a:custGeom>
              <a:avLst/>
              <a:gdLst/>
              <a:ahLst/>
              <a:cxnLst/>
              <a:rect l="l" t="t" r="r" b="b"/>
              <a:pathLst>
                <a:path w="3824" h="5028" extrusionOk="0">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8" name="Google Shape;13318;p76"/>
            <p:cNvSpPr/>
            <p:nvPr/>
          </p:nvSpPr>
          <p:spPr>
            <a:xfrm>
              <a:off x="6749503" y="2030338"/>
              <a:ext cx="183112" cy="34512"/>
            </a:xfrm>
            <a:custGeom>
              <a:avLst/>
              <a:gdLst/>
              <a:ahLst/>
              <a:cxnLst/>
              <a:rect l="l" t="t" r="r" b="b"/>
              <a:pathLst>
                <a:path w="6993" h="1318" extrusionOk="0">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76"/>
            <p:cNvSpPr/>
            <p:nvPr/>
          </p:nvSpPr>
          <p:spPr>
            <a:xfrm>
              <a:off x="6810697" y="1973098"/>
              <a:ext cx="106678" cy="45771"/>
            </a:xfrm>
            <a:custGeom>
              <a:avLst/>
              <a:gdLst/>
              <a:ahLst/>
              <a:cxnLst/>
              <a:rect l="l" t="t" r="r" b="b"/>
              <a:pathLst>
                <a:path w="4074" h="1748" extrusionOk="0">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76"/>
            <p:cNvSpPr/>
            <p:nvPr/>
          </p:nvSpPr>
          <p:spPr>
            <a:xfrm>
              <a:off x="6738243" y="2276399"/>
              <a:ext cx="17020" cy="51480"/>
            </a:xfrm>
            <a:custGeom>
              <a:avLst/>
              <a:gdLst/>
              <a:ahLst/>
              <a:cxnLst/>
              <a:rect l="l" t="t" r="r" b="b"/>
              <a:pathLst>
                <a:path w="650" h="1966" extrusionOk="0">
                  <a:moveTo>
                    <a:pt x="649" y="0"/>
                  </a:moveTo>
                  <a:cubicBezTo>
                    <a:pt x="287" y="0"/>
                    <a:pt x="1" y="287"/>
                    <a:pt x="1" y="649"/>
                  </a:cubicBezTo>
                  <a:lnTo>
                    <a:pt x="1" y="1966"/>
                  </a:lnTo>
                  <a:lnTo>
                    <a:pt x="649" y="1966"/>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76"/>
            <p:cNvSpPr/>
            <p:nvPr/>
          </p:nvSpPr>
          <p:spPr>
            <a:xfrm>
              <a:off x="6755237" y="2276399"/>
              <a:ext cx="11521" cy="51480"/>
            </a:xfrm>
            <a:custGeom>
              <a:avLst/>
              <a:gdLst/>
              <a:ahLst/>
              <a:cxnLst/>
              <a:rect l="l" t="t" r="r" b="b"/>
              <a:pathLst>
                <a:path w="440" h="1966" extrusionOk="0">
                  <a:moveTo>
                    <a:pt x="0" y="0"/>
                  </a:moveTo>
                  <a:lnTo>
                    <a:pt x="0" y="1966"/>
                  </a:lnTo>
                  <a:lnTo>
                    <a:pt x="439" y="1966"/>
                  </a:lnTo>
                  <a:lnTo>
                    <a:pt x="439" y="439"/>
                  </a:lnTo>
                  <a:cubicBezTo>
                    <a:pt x="439" y="191"/>
                    <a:pt x="239" y="0"/>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76"/>
            <p:cNvSpPr/>
            <p:nvPr/>
          </p:nvSpPr>
          <p:spPr>
            <a:xfrm>
              <a:off x="6926854" y="2276399"/>
              <a:ext cx="17256" cy="51480"/>
            </a:xfrm>
            <a:custGeom>
              <a:avLst/>
              <a:gdLst/>
              <a:ahLst/>
              <a:cxnLst/>
              <a:rect l="l" t="t" r="r" b="b"/>
              <a:pathLst>
                <a:path w="659" h="1966" extrusionOk="0">
                  <a:moveTo>
                    <a:pt x="0" y="0"/>
                  </a:moveTo>
                  <a:lnTo>
                    <a:pt x="0" y="1966"/>
                  </a:lnTo>
                  <a:lnTo>
                    <a:pt x="659" y="1966"/>
                  </a:lnTo>
                  <a:lnTo>
                    <a:pt x="659" y="649"/>
                  </a:lnTo>
                  <a:cubicBezTo>
                    <a:pt x="649" y="287"/>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76"/>
            <p:cNvSpPr/>
            <p:nvPr/>
          </p:nvSpPr>
          <p:spPr>
            <a:xfrm>
              <a:off x="6915358" y="2276399"/>
              <a:ext cx="11521" cy="51480"/>
            </a:xfrm>
            <a:custGeom>
              <a:avLst/>
              <a:gdLst/>
              <a:ahLst/>
              <a:cxnLst/>
              <a:rect l="l" t="t" r="r" b="b"/>
              <a:pathLst>
                <a:path w="440" h="1966" extrusionOk="0">
                  <a:moveTo>
                    <a:pt x="439" y="0"/>
                  </a:moveTo>
                  <a:cubicBezTo>
                    <a:pt x="201" y="0"/>
                    <a:pt x="1" y="191"/>
                    <a:pt x="1" y="439"/>
                  </a:cubicBezTo>
                  <a:lnTo>
                    <a:pt x="1" y="1966"/>
                  </a:lnTo>
                  <a:lnTo>
                    <a:pt x="439" y="1966"/>
                  </a:lnTo>
                  <a:lnTo>
                    <a:pt x="439"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4" name="Google Shape;13324;p76"/>
          <p:cNvGrpSpPr/>
          <p:nvPr/>
        </p:nvGrpSpPr>
        <p:grpSpPr>
          <a:xfrm>
            <a:off x="6253375" y="1973150"/>
            <a:ext cx="274812" cy="354728"/>
            <a:chOff x="6253375" y="1973150"/>
            <a:chExt cx="274812" cy="354728"/>
          </a:xfrm>
        </p:grpSpPr>
        <p:sp>
          <p:nvSpPr>
            <p:cNvPr id="13325" name="Google Shape;13325;p76"/>
            <p:cNvSpPr/>
            <p:nvPr/>
          </p:nvSpPr>
          <p:spPr>
            <a:xfrm>
              <a:off x="6253637" y="2173492"/>
              <a:ext cx="274550" cy="154387"/>
            </a:xfrm>
            <a:custGeom>
              <a:avLst/>
              <a:gdLst/>
              <a:ahLst/>
              <a:cxnLst/>
              <a:rect l="l" t="t" r="r" b="b"/>
              <a:pathLst>
                <a:path w="10485" h="5896" extrusionOk="0">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76"/>
            <p:cNvSpPr/>
            <p:nvPr/>
          </p:nvSpPr>
          <p:spPr>
            <a:xfrm>
              <a:off x="6253375" y="2210439"/>
              <a:ext cx="274812" cy="117440"/>
            </a:xfrm>
            <a:custGeom>
              <a:avLst/>
              <a:gdLst/>
              <a:ahLst/>
              <a:cxnLst/>
              <a:rect l="l" t="t" r="r" b="b"/>
              <a:pathLst>
                <a:path w="10495" h="4485" extrusionOk="0">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76"/>
            <p:cNvSpPr/>
            <p:nvPr/>
          </p:nvSpPr>
          <p:spPr>
            <a:xfrm>
              <a:off x="6315591" y="2210439"/>
              <a:ext cx="150407" cy="49542"/>
            </a:xfrm>
            <a:custGeom>
              <a:avLst/>
              <a:gdLst/>
              <a:ahLst/>
              <a:cxnLst/>
              <a:rect l="l" t="t" r="r" b="b"/>
              <a:pathLst>
                <a:path w="5744" h="1892" extrusionOk="0">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76"/>
            <p:cNvSpPr/>
            <p:nvPr/>
          </p:nvSpPr>
          <p:spPr>
            <a:xfrm>
              <a:off x="6350810" y="2173492"/>
              <a:ext cx="79969" cy="22860"/>
            </a:xfrm>
            <a:custGeom>
              <a:avLst/>
              <a:gdLst/>
              <a:ahLst/>
              <a:cxnLst/>
              <a:rect l="l" t="t" r="r" b="b"/>
              <a:pathLst>
                <a:path w="3054" h="873" extrusionOk="0">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76"/>
            <p:cNvSpPr/>
            <p:nvPr/>
          </p:nvSpPr>
          <p:spPr>
            <a:xfrm>
              <a:off x="6294355" y="2059063"/>
              <a:ext cx="192617" cy="125688"/>
            </a:xfrm>
            <a:custGeom>
              <a:avLst/>
              <a:gdLst/>
              <a:ahLst/>
              <a:cxnLst/>
              <a:rect l="l" t="t" r="r" b="b"/>
              <a:pathLst>
                <a:path w="7356" h="4800" extrusionOk="0">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0" name="Google Shape;13330;p76"/>
            <p:cNvSpPr/>
            <p:nvPr/>
          </p:nvSpPr>
          <p:spPr>
            <a:xfrm>
              <a:off x="6297340" y="2059063"/>
              <a:ext cx="144908" cy="125897"/>
            </a:xfrm>
            <a:custGeom>
              <a:avLst/>
              <a:gdLst/>
              <a:ahLst/>
              <a:cxnLst/>
              <a:rect l="l" t="t" r="r" b="b"/>
              <a:pathLst>
                <a:path w="5534" h="4808" extrusionOk="0">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76"/>
            <p:cNvSpPr/>
            <p:nvPr/>
          </p:nvSpPr>
          <p:spPr>
            <a:xfrm>
              <a:off x="6316822" y="2116775"/>
              <a:ext cx="147919" cy="67976"/>
            </a:xfrm>
            <a:custGeom>
              <a:avLst/>
              <a:gdLst/>
              <a:ahLst/>
              <a:cxnLst/>
              <a:rect l="l" t="t" r="r" b="b"/>
              <a:pathLst>
                <a:path w="5649" h="2596" extrusionOk="0">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76"/>
            <p:cNvSpPr/>
            <p:nvPr/>
          </p:nvSpPr>
          <p:spPr>
            <a:xfrm>
              <a:off x="6305091" y="2059063"/>
              <a:ext cx="22755" cy="28515"/>
            </a:xfrm>
            <a:custGeom>
              <a:avLst/>
              <a:gdLst/>
              <a:ahLst/>
              <a:cxnLst/>
              <a:rect l="l" t="t" r="r" b="b"/>
              <a:pathLst>
                <a:path w="869" h="1089" extrusionOk="0">
                  <a:moveTo>
                    <a:pt x="0" y="1"/>
                  </a:moveTo>
                  <a:lnTo>
                    <a:pt x="0" y="1088"/>
                  </a:lnTo>
                  <a:lnTo>
                    <a:pt x="869" y="1088"/>
                  </a:lnTo>
                  <a:lnTo>
                    <a:pt x="869"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76"/>
            <p:cNvSpPr/>
            <p:nvPr/>
          </p:nvSpPr>
          <p:spPr>
            <a:xfrm>
              <a:off x="6453717" y="2059063"/>
              <a:ext cx="23017" cy="28515"/>
            </a:xfrm>
            <a:custGeom>
              <a:avLst/>
              <a:gdLst/>
              <a:ahLst/>
              <a:cxnLst/>
              <a:rect l="l" t="t" r="r" b="b"/>
              <a:pathLst>
                <a:path w="879" h="1089" extrusionOk="0">
                  <a:moveTo>
                    <a:pt x="1" y="1"/>
                  </a:moveTo>
                  <a:lnTo>
                    <a:pt x="1" y="1088"/>
                  </a:lnTo>
                  <a:lnTo>
                    <a:pt x="878" y="1088"/>
                  </a:lnTo>
                  <a:lnTo>
                    <a:pt x="878"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76"/>
            <p:cNvSpPr/>
            <p:nvPr/>
          </p:nvSpPr>
          <p:spPr>
            <a:xfrm>
              <a:off x="6328579" y="2198525"/>
              <a:ext cx="62216" cy="50197"/>
            </a:xfrm>
            <a:custGeom>
              <a:avLst/>
              <a:gdLst/>
              <a:ahLst/>
              <a:cxnLst/>
              <a:rect l="l" t="t" r="r" b="b"/>
              <a:pathLst>
                <a:path w="2376" h="1917" extrusionOk="0">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5" name="Google Shape;13335;p76"/>
            <p:cNvSpPr/>
            <p:nvPr/>
          </p:nvSpPr>
          <p:spPr>
            <a:xfrm>
              <a:off x="6390768" y="2198525"/>
              <a:ext cx="62477" cy="50197"/>
            </a:xfrm>
            <a:custGeom>
              <a:avLst/>
              <a:gdLst/>
              <a:ahLst/>
              <a:cxnLst/>
              <a:rect l="l" t="t" r="r" b="b"/>
              <a:pathLst>
                <a:path w="2386" h="1917" extrusionOk="0">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6" name="Google Shape;13336;p76"/>
            <p:cNvSpPr/>
            <p:nvPr/>
          </p:nvSpPr>
          <p:spPr>
            <a:xfrm>
              <a:off x="6353559"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76"/>
            <p:cNvSpPr/>
            <p:nvPr/>
          </p:nvSpPr>
          <p:spPr>
            <a:xfrm>
              <a:off x="6416508"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76"/>
            <p:cNvSpPr/>
            <p:nvPr/>
          </p:nvSpPr>
          <p:spPr>
            <a:xfrm>
              <a:off x="6373669" y="2081792"/>
              <a:ext cx="34355" cy="23017"/>
            </a:xfrm>
            <a:custGeom>
              <a:avLst/>
              <a:gdLst/>
              <a:ahLst/>
              <a:cxnLst/>
              <a:rect l="l" t="t" r="r" b="b"/>
              <a:pathLst>
                <a:path w="1312" h="879" extrusionOk="0">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76"/>
            <p:cNvSpPr/>
            <p:nvPr/>
          </p:nvSpPr>
          <p:spPr>
            <a:xfrm>
              <a:off x="6305091" y="1973150"/>
              <a:ext cx="171643" cy="85939"/>
            </a:xfrm>
            <a:custGeom>
              <a:avLst/>
              <a:gdLst/>
              <a:ahLst/>
              <a:cxnLst/>
              <a:rect l="l" t="t" r="r" b="b"/>
              <a:pathLst>
                <a:path w="6555" h="3282" extrusionOk="0">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76"/>
            <p:cNvSpPr/>
            <p:nvPr/>
          </p:nvSpPr>
          <p:spPr>
            <a:xfrm>
              <a:off x="6377545" y="2156236"/>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76"/>
            <p:cNvSpPr/>
            <p:nvPr/>
          </p:nvSpPr>
          <p:spPr>
            <a:xfrm>
              <a:off x="6303101" y="2081792"/>
              <a:ext cx="43729" cy="11521"/>
            </a:xfrm>
            <a:custGeom>
              <a:avLst/>
              <a:gdLst/>
              <a:ahLst/>
              <a:cxnLst/>
              <a:rect l="l" t="t" r="r" b="b"/>
              <a:pathLst>
                <a:path w="1670" h="440" extrusionOk="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2" name="Google Shape;13342;p76"/>
            <p:cNvSpPr/>
            <p:nvPr/>
          </p:nvSpPr>
          <p:spPr>
            <a:xfrm>
              <a:off x="6434733" y="2081792"/>
              <a:ext cx="43755" cy="11521"/>
            </a:xfrm>
            <a:custGeom>
              <a:avLst/>
              <a:gdLst/>
              <a:ahLst/>
              <a:cxnLst/>
              <a:rect l="l" t="t" r="r" b="b"/>
              <a:pathLst>
                <a:path w="1671" h="440" extrusionOk="0">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3" name="Google Shape;13343;p76"/>
            <p:cNvSpPr/>
            <p:nvPr/>
          </p:nvSpPr>
          <p:spPr>
            <a:xfrm>
              <a:off x="6333580" y="2076057"/>
              <a:ext cx="51480" cy="40246"/>
            </a:xfrm>
            <a:custGeom>
              <a:avLst/>
              <a:gdLst/>
              <a:ahLst/>
              <a:cxnLst/>
              <a:rect l="l" t="t" r="r" b="b"/>
              <a:pathLst>
                <a:path w="1966" h="1537" extrusionOk="0">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76"/>
            <p:cNvSpPr/>
            <p:nvPr/>
          </p:nvSpPr>
          <p:spPr>
            <a:xfrm>
              <a:off x="6396529" y="2076057"/>
              <a:ext cx="51480" cy="40246"/>
            </a:xfrm>
            <a:custGeom>
              <a:avLst/>
              <a:gdLst/>
              <a:ahLst/>
              <a:cxnLst/>
              <a:rect l="l" t="t" r="r" b="b"/>
              <a:pathLst>
                <a:path w="1966" h="1537" extrusionOk="0">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76"/>
            <p:cNvSpPr/>
            <p:nvPr/>
          </p:nvSpPr>
          <p:spPr>
            <a:xfrm>
              <a:off x="6316822" y="2116775"/>
              <a:ext cx="85468" cy="68133"/>
            </a:xfrm>
            <a:custGeom>
              <a:avLst/>
              <a:gdLst/>
              <a:ahLst/>
              <a:cxnLst/>
              <a:rect l="l" t="t" r="r" b="b"/>
              <a:pathLst>
                <a:path w="3264" h="2602" extrusionOk="0">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76"/>
            <p:cNvSpPr/>
            <p:nvPr/>
          </p:nvSpPr>
          <p:spPr>
            <a:xfrm>
              <a:off x="6367804" y="2133507"/>
              <a:ext cx="45981" cy="17020"/>
            </a:xfrm>
            <a:custGeom>
              <a:avLst/>
              <a:gdLst/>
              <a:ahLst/>
              <a:cxnLst/>
              <a:rect l="l" t="t" r="r" b="b"/>
              <a:pathLst>
                <a:path w="1756" h="650" extrusionOk="0">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76"/>
            <p:cNvSpPr/>
            <p:nvPr/>
          </p:nvSpPr>
          <p:spPr>
            <a:xfrm>
              <a:off x="6356544" y="2127746"/>
              <a:ext cx="68474" cy="17020"/>
            </a:xfrm>
            <a:custGeom>
              <a:avLst/>
              <a:gdLst/>
              <a:ahLst/>
              <a:cxnLst/>
              <a:rect l="l" t="t" r="r" b="b"/>
              <a:pathLst>
                <a:path w="2615" h="650" extrusionOk="0">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76"/>
            <p:cNvSpPr/>
            <p:nvPr/>
          </p:nvSpPr>
          <p:spPr>
            <a:xfrm>
              <a:off x="6305091" y="1973150"/>
              <a:ext cx="71956" cy="85939"/>
            </a:xfrm>
            <a:custGeom>
              <a:avLst/>
              <a:gdLst/>
              <a:ahLst/>
              <a:cxnLst/>
              <a:rect l="l" t="t" r="r" b="b"/>
              <a:pathLst>
                <a:path w="2748" h="3282" extrusionOk="0">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76"/>
            <p:cNvSpPr/>
            <p:nvPr/>
          </p:nvSpPr>
          <p:spPr>
            <a:xfrm>
              <a:off x="6274611" y="2053329"/>
              <a:ext cx="232601" cy="11521"/>
            </a:xfrm>
            <a:custGeom>
              <a:avLst/>
              <a:gdLst/>
              <a:ahLst/>
              <a:cxnLst/>
              <a:rect l="l" t="t" r="r" b="b"/>
              <a:pathLst>
                <a:path w="8883" h="440" extrusionOk="0">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76"/>
            <p:cNvSpPr/>
            <p:nvPr/>
          </p:nvSpPr>
          <p:spPr>
            <a:xfrm>
              <a:off x="6377283" y="1973150"/>
              <a:ext cx="25792" cy="22990"/>
            </a:xfrm>
            <a:custGeom>
              <a:avLst/>
              <a:gdLst/>
              <a:ahLst/>
              <a:cxnLst/>
              <a:rect l="l" t="t" r="r" b="b"/>
              <a:pathLst>
                <a:path w="985" h="878" extrusionOk="0">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1" name="Google Shape;13351;p76"/>
            <p:cNvSpPr/>
            <p:nvPr/>
          </p:nvSpPr>
          <p:spPr>
            <a:xfrm>
              <a:off x="6306583" y="2036099"/>
              <a:ext cx="168658" cy="17256"/>
            </a:xfrm>
            <a:custGeom>
              <a:avLst/>
              <a:gdLst/>
              <a:ahLst/>
              <a:cxnLst/>
              <a:rect l="l" t="t" r="r" b="b"/>
              <a:pathLst>
                <a:path w="6441" h="659" extrusionOk="0">
                  <a:moveTo>
                    <a:pt x="172" y="0"/>
                  </a:moveTo>
                  <a:lnTo>
                    <a:pt x="1" y="658"/>
                  </a:lnTo>
                  <a:lnTo>
                    <a:pt x="6440" y="658"/>
                  </a:lnTo>
                  <a:lnTo>
                    <a:pt x="6259"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76"/>
            <p:cNvSpPr/>
            <p:nvPr/>
          </p:nvSpPr>
          <p:spPr>
            <a:xfrm>
              <a:off x="6306583" y="2036099"/>
              <a:ext cx="27520" cy="17256"/>
            </a:xfrm>
            <a:custGeom>
              <a:avLst/>
              <a:gdLst/>
              <a:ahLst/>
              <a:cxnLst/>
              <a:rect l="l" t="t" r="r" b="b"/>
              <a:pathLst>
                <a:path w="1051" h="659" extrusionOk="0">
                  <a:moveTo>
                    <a:pt x="172" y="0"/>
                  </a:moveTo>
                  <a:lnTo>
                    <a:pt x="1" y="658"/>
                  </a:lnTo>
                  <a:lnTo>
                    <a:pt x="869" y="658"/>
                  </a:lnTo>
                  <a:lnTo>
                    <a:pt x="105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76"/>
            <p:cNvSpPr/>
            <p:nvPr/>
          </p:nvSpPr>
          <p:spPr>
            <a:xfrm>
              <a:off x="6305091" y="2220180"/>
              <a:ext cx="22755" cy="107699"/>
            </a:xfrm>
            <a:custGeom>
              <a:avLst/>
              <a:gdLst/>
              <a:ahLst/>
              <a:cxnLst/>
              <a:rect l="l" t="t" r="r" b="b"/>
              <a:pathLst>
                <a:path w="869" h="4113" extrusionOk="0">
                  <a:moveTo>
                    <a:pt x="869" y="1"/>
                  </a:moveTo>
                  <a:lnTo>
                    <a:pt x="0" y="259"/>
                  </a:lnTo>
                  <a:lnTo>
                    <a:pt x="0" y="4113"/>
                  </a:lnTo>
                  <a:lnTo>
                    <a:pt x="869" y="4113"/>
                  </a:lnTo>
                  <a:lnTo>
                    <a:pt x="869"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76"/>
            <p:cNvSpPr/>
            <p:nvPr/>
          </p:nvSpPr>
          <p:spPr>
            <a:xfrm>
              <a:off x="6453717" y="2220180"/>
              <a:ext cx="23017" cy="107699"/>
            </a:xfrm>
            <a:custGeom>
              <a:avLst/>
              <a:gdLst/>
              <a:ahLst/>
              <a:cxnLst/>
              <a:rect l="l" t="t" r="r" b="b"/>
              <a:pathLst>
                <a:path w="879" h="4113" extrusionOk="0">
                  <a:moveTo>
                    <a:pt x="1" y="1"/>
                  </a:moveTo>
                  <a:lnTo>
                    <a:pt x="1" y="4113"/>
                  </a:lnTo>
                  <a:lnTo>
                    <a:pt x="878" y="4113"/>
                  </a:lnTo>
                  <a:lnTo>
                    <a:pt x="878" y="259"/>
                  </a:lnTo>
                  <a:lnTo>
                    <a:pt x="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76"/>
            <p:cNvSpPr/>
            <p:nvPr/>
          </p:nvSpPr>
          <p:spPr>
            <a:xfrm>
              <a:off x="6453717" y="2220180"/>
              <a:ext cx="12281" cy="14035"/>
            </a:xfrm>
            <a:custGeom>
              <a:avLst/>
              <a:gdLst/>
              <a:ahLst/>
              <a:cxnLst/>
              <a:rect l="l" t="t" r="r" b="b"/>
              <a:pathLst>
                <a:path w="469" h="536" extrusionOk="0">
                  <a:moveTo>
                    <a:pt x="1" y="1"/>
                  </a:moveTo>
                  <a:lnTo>
                    <a:pt x="1" y="535"/>
                  </a:lnTo>
                  <a:lnTo>
                    <a:pt x="468" y="135"/>
                  </a:lnTo>
                  <a:lnTo>
                    <a:pt x="172" y="49"/>
                  </a:lnTo>
                  <a:lnTo>
                    <a:pt x="1"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6" name="Google Shape;13356;p76"/>
            <p:cNvSpPr/>
            <p:nvPr/>
          </p:nvSpPr>
          <p:spPr>
            <a:xfrm>
              <a:off x="6315591" y="2220180"/>
              <a:ext cx="12255" cy="14035"/>
            </a:xfrm>
            <a:custGeom>
              <a:avLst/>
              <a:gdLst/>
              <a:ahLst/>
              <a:cxnLst/>
              <a:rect l="l" t="t" r="r" b="b"/>
              <a:pathLst>
                <a:path w="468" h="536" extrusionOk="0">
                  <a:moveTo>
                    <a:pt x="468" y="1"/>
                  </a:moveTo>
                  <a:lnTo>
                    <a:pt x="296" y="49"/>
                  </a:lnTo>
                  <a:lnTo>
                    <a:pt x="0" y="135"/>
                  </a:lnTo>
                  <a:lnTo>
                    <a:pt x="468" y="535"/>
                  </a:lnTo>
                  <a:lnTo>
                    <a:pt x="468"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76"/>
            <p:cNvSpPr/>
            <p:nvPr/>
          </p:nvSpPr>
          <p:spPr>
            <a:xfrm>
              <a:off x="6287861" y="2276399"/>
              <a:ext cx="17256" cy="51480"/>
            </a:xfrm>
            <a:custGeom>
              <a:avLst/>
              <a:gdLst/>
              <a:ahLst/>
              <a:cxnLst/>
              <a:rect l="l" t="t" r="r" b="b"/>
              <a:pathLst>
                <a:path w="659" h="1966" extrusionOk="0">
                  <a:moveTo>
                    <a:pt x="658" y="0"/>
                  </a:moveTo>
                  <a:cubicBezTo>
                    <a:pt x="296" y="0"/>
                    <a:pt x="0" y="287"/>
                    <a:pt x="0" y="649"/>
                  </a:cubicBezTo>
                  <a:lnTo>
                    <a:pt x="0" y="1966"/>
                  </a:lnTo>
                  <a:lnTo>
                    <a:pt x="658" y="1966"/>
                  </a:lnTo>
                  <a:lnTo>
                    <a:pt x="65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76"/>
            <p:cNvSpPr/>
            <p:nvPr/>
          </p:nvSpPr>
          <p:spPr>
            <a:xfrm>
              <a:off x="6305091" y="2276399"/>
              <a:ext cx="11521" cy="51480"/>
            </a:xfrm>
            <a:custGeom>
              <a:avLst/>
              <a:gdLst/>
              <a:ahLst/>
              <a:cxnLst/>
              <a:rect l="l" t="t" r="r" b="b"/>
              <a:pathLst>
                <a:path w="440" h="1966" extrusionOk="0">
                  <a:moveTo>
                    <a:pt x="0" y="0"/>
                  </a:moveTo>
                  <a:lnTo>
                    <a:pt x="0" y="1966"/>
                  </a:lnTo>
                  <a:lnTo>
                    <a:pt x="439" y="1966"/>
                  </a:lnTo>
                  <a:lnTo>
                    <a:pt x="439" y="439"/>
                  </a:lnTo>
                  <a:cubicBezTo>
                    <a:pt x="439" y="191"/>
                    <a:pt x="249" y="0"/>
                    <a:pt x="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76"/>
            <p:cNvSpPr/>
            <p:nvPr/>
          </p:nvSpPr>
          <p:spPr>
            <a:xfrm>
              <a:off x="6476707" y="2276399"/>
              <a:ext cx="17020" cy="51480"/>
            </a:xfrm>
            <a:custGeom>
              <a:avLst/>
              <a:gdLst/>
              <a:ahLst/>
              <a:cxnLst/>
              <a:rect l="l" t="t" r="r" b="b"/>
              <a:pathLst>
                <a:path w="650" h="1966" extrusionOk="0">
                  <a:moveTo>
                    <a:pt x="0" y="0"/>
                  </a:moveTo>
                  <a:lnTo>
                    <a:pt x="0" y="1966"/>
                  </a:lnTo>
                  <a:lnTo>
                    <a:pt x="649" y="1966"/>
                  </a:lnTo>
                  <a:lnTo>
                    <a:pt x="649" y="649"/>
                  </a:lnTo>
                  <a:cubicBezTo>
                    <a:pt x="649" y="287"/>
                    <a:pt x="353" y="0"/>
                    <a:pt x="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76"/>
            <p:cNvSpPr/>
            <p:nvPr/>
          </p:nvSpPr>
          <p:spPr>
            <a:xfrm>
              <a:off x="6465212" y="2276399"/>
              <a:ext cx="11521" cy="51480"/>
            </a:xfrm>
            <a:custGeom>
              <a:avLst/>
              <a:gdLst/>
              <a:ahLst/>
              <a:cxnLst/>
              <a:rect l="l" t="t" r="r" b="b"/>
              <a:pathLst>
                <a:path w="440" h="1966" extrusionOk="0">
                  <a:moveTo>
                    <a:pt x="439" y="0"/>
                  </a:moveTo>
                  <a:cubicBezTo>
                    <a:pt x="191" y="0"/>
                    <a:pt x="1" y="191"/>
                    <a:pt x="1" y="439"/>
                  </a:cubicBezTo>
                  <a:lnTo>
                    <a:pt x="1" y="1966"/>
                  </a:lnTo>
                  <a:lnTo>
                    <a:pt x="439" y="1966"/>
                  </a:lnTo>
                  <a:lnTo>
                    <a:pt x="43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76"/>
            <p:cNvSpPr/>
            <p:nvPr/>
          </p:nvSpPr>
          <p:spPr>
            <a:xfrm>
              <a:off x="6385033" y="2264903"/>
              <a:ext cx="11521" cy="11521"/>
            </a:xfrm>
            <a:custGeom>
              <a:avLst/>
              <a:gdLst/>
              <a:ahLst/>
              <a:cxnLst/>
              <a:rect l="l" t="t" r="r" b="b"/>
              <a:pathLst>
                <a:path w="440" h="440" extrusionOk="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76"/>
            <p:cNvSpPr/>
            <p:nvPr/>
          </p:nvSpPr>
          <p:spPr>
            <a:xfrm>
              <a:off x="6385033" y="2299127"/>
              <a:ext cx="11521" cy="11521"/>
            </a:xfrm>
            <a:custGeom>
              <a:avLst/>
              <a:gdLst/>
              <a:ahLst/>
              <a:cxnLst/>
              <a:rect l="l" t="t" r="r" b="b"/>
              <a:pathLst>
                <a:path w="440" h="440" extrusionOk="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3" name="Google Shape;13363;p76"/>
          <p:cNvGrpSpPr/>
          <p:nvPr/>
        </p:nvGrpSpPr>
        <p:grpSpPr>
          <a:xfrm>
            <a:off x="5802496" y="1973150"/>
            <a:ext cx="275309" cy="354728"/>
            <a:chOff x="5802496" y="1973150"/>
            <a:chExt cx="275309" cy="354728"/>
          </a:xfrm>
        </p:grpSpPr>
        <p:sp>
          <p:nvSpPr>
            <p:cNvPr id="13364" name="Google Shape;13364;p76"/>
            <p:cNvSpPr/>
            <p:nvPr/>
          </p:nvSpPr>
          <p:spPr>
            <a:xfrm>
              <a:off x="5803229" y="2210439"/>
              <a:ext cx="274576" cy="117440"/>
            </a:xfrm>
            <a:custGeom>
              <a:avLst/>
              <a:gdLst/>
              <a:ahLst/>
              <a:cxnLst/>
              <a:rect l="l" t="t" r="r" b="b"/>
              <a:pathLst>
                <a:path w="10486" h="4485" extrusionOk="0">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5" name="Google Shape;13365;p76"/>
            <p:cNvSpPr/>
            <p:nvPr/>
          </p:nvSpPr>
          <p:spPr>
            <a:xfrm>
              <a:off x="5885162" y="2210439"/>
              <a:ext cx="110946" cy="20267"/>
            </a:xfrm>
            <a:custGeom>
              <a:avLst/>
              <a:gdLst/>
              <a:ahLst/>
              <a:cxnLst/>
              <a:rect l="l" t="t" r="r" b="b"/>
              <a:pathLst>
                <a:path w="4237" h="774" extrusionOk="0">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76"/>
            <p:cNvSpPr/>
            <p:nvPr/>
          </p:nvSpPr>
          <p:spPr>
            <a:xfrm>
              <a:off x="5992075"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76"/>
            <p:cNvSpPr/>
            <p:nvPr/>
          </p:nvSpPr>
          <p:spPr>
            <a:xfrm>
              <a:off x="6009069"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76"/>
            <p:cNvSpPr/>
            <p:nvPr/>
          </p:nvSpPr>
          <p:spPr>
            <a:xfrm>
              <a:off x="5988593" y="1987133"/>
              <a:ext cx="60723" cy="54255"/>
            </a:xfrm>
            <a:custGeom>
              <a:avLst/>
              <a:gdLst/>
              <a:ahLst/>
              <a:cxnLst/>
              <a:rect l="l" t="t" r="r" b="b"/>
              <a:pathLst>
                <a:path w="2319" h="2072" extrusionOk="0">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76"/>
            <p:cNvSpPr/>
            <p:nvPr/>
          </p:nvSpPr>
          <p:spPr>
            <a:xfrm>
              <a:off x="6006817" y="1996114"/>
              <a:ext cx="32260" cy="29170"/>
            </a:xfrm>
            <a:custGeom>
              <a:avLst/>
              <a:gdLst/>
              <a:ahLst/>
              <a:cxnLst/>
              <a:rect l="l" t="t" r="r" b="b"/>
              <a:pathLst>
                <a:path w="1232" h="1114" extrusionOk="0">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0" name="Google Shape;13370;p76"/>
            <p:cNvSpPr/>
            <p:nvPr/>
          </p:nvSpPr>
          <p:spPr>
            <a:xfrm>
              <a:off x="5820459"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1" name="Google Shape;13371;p76"/>
            <p:cNvSpPr/>
            <p:nvPr/>
          </p:nvSpPr>
          <p:spPr>
            <a:xfrm>
              <a:off x="5837453"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2" name="Google Shape;13372;p76"/>
            <p:cNvSpPr/>
            <p:nvPr/>
          </p:nvSpPr>
          <p:spPr>
            <a:xfrm>
              <a:off x="5831954" y="1987133"/>
              <a:ext cx="60487" cy="54255"/>
            </a:xfrm>
            <a:custGeom>
              <a:avLst/>
              <a:gdLst/>
              <a:ahLst/>
              <a:cxnLst/>
              <a:rect l="l" t="t" r="r" b="b"/>
              <a:pathLst>
                <a:path w="2310" h="2072" extrusionOk="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76"/>
            <p:cNvSpPr/>
            <p:nvPr/>
          </p:nvSpPr>
          <p:spPr>
            <a:xfrm>
              <a:off x="5842192" y="1996114"/>
              <a:ext cx="32024" cy="29170"/>
            </a:xfrm>
            <a:custGeom>
              <a:avLst/>
              <a:gdLst/>
              <a:ahLst/>
              <a:cxnLst/>
              <a:rect l="l" t="t" r="r" b="b"/>
              <a:pathLst>
                <a:path w="1223" h="1114" extrusionOk="0">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76"/>
            <p:cNvSpPr/>
            <p:nvPr/>
          </p:nvSpPr>
          <p:spPr>
            <a:xfrm>
              <a:off x="5823208" y="1984619"/>
              <a:ext cx="234591" cy="234591"/>
            </a:xfrm>
            <a:custGeom>
              <a:avLst/>
              <a:gdLst/>
              <a:ahLst/>
              <a:cxnLst/>
              <a:rect l="l" t="t" r="r" b="b"/>
              <a:pathLst>
                <a:path w="8959" h="8959" extrusionOk="0">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76"/>
            <p:cNvSpPr/>
            <p:nvPr/>
          </p:nvSpPr>
          <p:spPr>
            <a:xfrm>
              <a:off x="5866178" y="2036099"/>
              <a:ext cx="148678" cy="148652"/>
            </a:xfrm>
            <a:custGeom>
              <a:avLst/>
              <a:gdLst/>
              <a:ahLst/>
              <a:cxnLst/>
              <a:rect l="l" t="t" r="r" b="b"/>
              <a:pathLst>
                <a:path w="5678" h="5677" extrusionOk="0">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76"/>
            <p:cNvSpPr/>
            <p:nvPr/>
          </p:nvSpPr>
          <p:spPr>
            <a:xfrm>
              <a:off x="5865680" y="2036125"/>
              <a:ext cx="86463" cy="148836"/>
            </a:xfrm>
            <a:custGeom>
              <a:avLst/>
              <a:gdLst/>
              <a:ahLst/>
              <a:cxnLst/>
              <a:rect l="l" t="t" r="r" b="b"/>
              <a:pathLst>
                <a:path w="3302" h="5684" extrusionOk="0">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76"/>
            <p:cNvSpPr/>
            <p:nvPr/>
          </p:nvSpPr>
          <p:spPr>
            <a:xfrm>
              <a:off x="5900663"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76"/>
            <p:cNvSpPr/>
            <p:nvPr/>
          </p:nvSpPr>
          <p:spPr>
            <a:xfrm>
              <a:off x="5969111"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76"/>
            <p:cNvSpPr/>
            <p:nvPr/>
          </p:nvSpPr>
          <p:spPr>
            <a:xfrm>
              <a:off x="5892913" y="2076293"/>
              <a:ext cx="26761" cy="11286"/>
            </a:xfrm>
            <a:custGeom>
              <a:avLst/>
              <a:gdLst/>
              <a:ahLst/>
              <a:cxnLst/>
              <a:rect l="l" t="t" r="r" b="b"/>
              <a:pathLst>
                <a:path w="1022" h="431" extrusionOk="0">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0" name="Google Shape;13380;p76"/>
            <p:cNvSpPr/>
            <p:nvPr/>
          </p:nvSpPr>
          <p:spPr>
            <a:xfrm>
              <a:off x="5961622" y="2076293"/>
              <a:ext cx="26499" cy="11286"/>
            </a:xfrm>
            <a:custGeom>
              <a:avLst/>
              <a:gdLst/>
              <a:ahLst/>
              <a:cxnLst/>
              <a:rect l="l" t="t" r="r" b="b"/>
              <a:pathLst>
                <a:path w="1012" h="431" extrusionOk="0">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1" name="Google Shape;13381;p76"/>
            <p:cNvSpPr/>
            <p:nvPr/>
          </p:nvSpPr>
          <p:spPr>
            <a:xfrm>
              <a:off x="5887178" y="2013475"/>
              <a:ext cx="13511" cy="11390"/>
            </a:xfrm>
            <a:custGeom>
              <a:avLst/>
              <a:gdLst/>
              <a:ahLst/>
              <a:cxnLst/>
              <a:rect l="l" t="t" r="r" b="b"/>
              <a:pathLst>
                <a:path w="516" h="435" extrusionOk="0">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76"/>
            <p:cNvSpPr/>
            <p:nvPr/>
          </p:nvSpPr>
          <p:spPr>
            <a:xfrm>
              <a:off x="5978852" y="2013475"/>
              <a:ext cx="13250" cy="11390"/>
            </a:xfrm>
            <a:custGeom>
              <a:avLst/>
              <a:gdLst/>
              <a:ahLst/>
              <a:cxnLst/>
              <a:rect l="l" t="t" r="r" b="b"/>
              <a:pathLst>
                <a:path w="506" h="435" extrusionOk="0">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76"/>
            <p:cNvSpPr/>
            <p:nvPr/>
          </p:nvSpPr>
          <p:spPr>
            <a:xfrm>
              <a:off x="5914908" y="2130522"/>
              <a:ext cx="51480" cy="22755"/>
            </a:xfrm>
            <a:custGeom>
              <a:avLst/>
              <a:gdLst/>
              <a:ahLst/>
              <a:cxnLst/>
              <a:rect l="l" t="t" r="r" b="b"/>
              <a:pathLst>
                <a:path w="1966" h="869" extrusionOk="0">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76"/>
            <p:cNvSpPr/>
            <p:nvPr/>
          </p:nvSpPr>
          <p:spPr>
            <a:xfrm>
              <a:off x="5802496" y="2011616"/>
              <a:ext cx="228333" cy="207673"/>
            </a:xfrm>
            <a:custGeom>
              <a:avLst/>
              <a:gdLst/>
              <a:ahLst/>
              <a:cxnLst/>
              <a:rect l="l" t="t" r="r" b="b"/>
              <a:pathLst>
                <a:path w="8720" h="7931" extrusionOk="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76"/>
            <p:cNvSpPr/>
            <p:nvPr/>
          </p:nvSpPr>
          <p:spPr>
            <a:xfrm>
              <a:off x="5843449" y="2287894"/>
              <a:ext cx="11260" cy="39984"/>
            </a:xfrm>
            <a:custGeom>
              <a:avLst/>
              <a:gdLst/>
              <a:ahLst/>
              <a:cxnLst/>
              <a:rect l="l" t="t" r="r" b="b"/>
              <a:pathLst>
                <a:path w="430" h="1527" extrusionOk="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76"/>
            <p:cNvSpPr/>
            <p:nvPr/>
          </p:nvSpPr>
          <p:spPr>
            <a:xfrm>
              <a:off x="6026299" y="2287894"/>
              <a:ext cx="11521" cy="39984"/>
            </a:xfrm>
            <a:custGeom>
              <a:avLst/>
              <a:gdLst/>
              <a:ahLst/>
              <a:cxnLst/>
              <a:rect l="l" t="t" r="r" b="b"/>
              <a:pathLst>
                <a:path w="440" h="1527" extrusionOk="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7" name="Google Shape;13387;p76"/>
            <p:cNvSpPr/>
            <p:nvPr/>
          </p:nvSpPr>
          <p:spPr>
            <a:xfrm>
              <a:off x="5872933" y="2270664"/>
              <a:ext cx="135167" cy="57214"/>
            </a:xfrm>
            <a:custGeom>
              <a:avLst/>
              <a:gdLst/>
              <a:ahLst/>
              <a:cxnLst/>
              <a:rect l="l" t="t" r="r" b="b"/>
              <a:pathLst>
                <a:path w="5162" h="2185" extrusionOk="0">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8" name="Google Shape;13388;p76"/>
            <p:cNvSpPr/>
            <p:nvPr/>
          </p:nvSpPr>
          <p:spPr>
            <a:xfrm>
              <a:off x="5911897" y="2018843"/>
              <a:ext cx="57240" cy="34512"/>
            </a:xfrm>
            <a:custGeom>
              <a:avLst/>
              <a:gdLst/>
              <a:ahLst/>
              <a:cxnLst/>
              <a:rect l="l" t="t" r="r" b="b"/>
              <a:pathLst>
                <a:path w="2186" h="1318" extrusionOk="0">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9" name="Google Shape;13389;p76"/>
            <p:cNvSpPr/>
            <p:nvPr/>
          </p:nvSpPr>
          <p:spPr>
            <a:xfrm>
              <a:off x="5929126" y="2007610"/>
              <a:ext cx="22755" cy="22755"/>
            </a:xfrm>
            <a:custGeom>
              <a:avLst/>
              <a:gdLst/>
              <a:ahLst/>
              <a:cxnLst/>
              <a:rect l="l" t="t" r="r" b="b"/>
              <a:pathLst>
                <a:path w="869" h="869" extrusionOk="0">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0" name="Google Shape;13390;p76"/>
          <p:cNvGrpSpPr/>
          <p:nvPr/>
        </p:nvGrpSpPr>
        <p:grpSpPr>
          <a:xfrm>
            <a:off x="5353083" y="1973150"/>
            <a:ext cx="274576" cy="354728"/>
            <a:chOff x="5353083" y="1973150"/>
            <a:chExt cx="274576" cy="354728"/>
          </a:xfrm>
        </p:grpSpPr>
        <p:sp>
          <p:nvSpPr>
            <p:cNvPr id="13391" name="Google Shape;13391;p76"/>
            <p:cNvSpPr/>
            <p:nvPr/>
          </p:nvSpPr>
          <p:spPr>
            <a:xfrm>
              <a:off x="5353083" y="2167731"/>
              <a:ext cx="274576" cy="160147"/>
            </a:xfrm>
            <a:custGeom>
              <a:avLst/>
              <a:gdLst/>
              <a:ahLst/>
              <a:cxnLst/>
              <a:rect l="l" t="t" r="r" b="b"/>
              <a:pathLst>
                <a:path w="10486" h="6116" extrusionOk="0">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76"/>
            <p:cNvSpPr/>
            <p:nvPr/>
          </p:nvSpPr>
          <p:spPr>
            <a:xfrm>
              <a:off x="5484479" y="2276399"/>
              <a:ext cx="11521" cy="51480"/>
            </a:xfrm>
            <a:custGeom>
              <a:avLst/>
              <a:gdLst/>
              <a:ahLst/>
              <a:cxnLst/>
              <a:rect l="l" t="t" r="r" b="b"/>
              <a:pathLst>
                <a:path w="440" h="1966" extrusionOk="0">
                  <a:moveTo>
                    <a:pt x="1" y="0"/>
                  </a:moveTo>
                  <a:lnTo>
                    <a:pt x="1" y="1966"/>
                  </a:lnTo>
                  <a:lnTo>
                    <a:pt x="440" y="1966"/>
                  </a:lnTo>
                  <a:lnTo>
                    <a:pt x="440" y="0"/>
                  </a:ln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76"/>
            <p:cNvSpPr/>
            <p:nvPr/>
          </p:nvSpPr>
          <p:spPr>
            <a:xfrm>
              <a:off x="5393067" y="2177734"/>
              <a:ext cx="194607" cy="102933"/>
            </a:xfrm>
            <a:custGeom>
              <a:avLst/>
              <a:gdLst/>
              <a:ahLst/>
              <a:cxnLst/>
              <a:rect l="l" t="t" r="r" b="b"/>
              <a:pathLst>
                <a:path w="7432" h="3931" extrusionOk="0">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76"/>
            <p:cNvSpPr/>
            <p:nvPr/>
          </p:nvSpPr>
          <p:spPr>
            <a:xfrm>
              <a:off x="5411213" y="2194963"/>
              <a:ext cx="157817" cy="65044"/>
            </a:xfrm>
            <a:custGeom>
              <a:avLst/>
              <a:gdLst/>
              <a:ahLst/>
              <a:cxnLst/>
              <a:rect l="l" t="t" r="r" b="b"/>
              <a:pathLst>
                <a:path w="6027" h="2484" extrusionOk="0">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76"/>
            <p:cNvSpPr/>
            <p:nvPr/>
          </p:nvSpPr>
          <p:spPr>
            <a:xfrm>
              <a:off x="5436272" y="2173492"/>
              <a:ext cx="107935" cy="86515"/>
            </a:xfrm>
            <a:custGeom>
              <a:avLst/>
              <a:gdLst/>
              <a:ahLst/>
              <a:cxnLst/>
              <a:rect l="l" t="t" r="r" b="b"/>
              <a:pathLst>
                <a:path w="4122" h="3304" extrusionOk="0">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76"/>
            <p:cNvSpPr/>
            <p:nvPr/>
          </p:nvSpPr>
          <p:spPr>
            <a:xfrm>
              <a:off x="5450255" y="2173492"/>
              <a:ext cx="80231" cy="28620"/>
            </a:xfrm>
            <a:custGeom>
              <a:avLst/>
              <a:gdLst/>
              <a:ahLst/>
              <a:cxnLst/>
              <a:rect l="l" t="t" r="r" b="b"/>
              <a:pathLst>
                <a:path w="3064" h="1093" extrusionOk="0">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76"/>
            <p:cNvSpPr/>
            <p:nvPr/>
          </p:nvSpPr>
          <p:spPr>
            <a:xfrm>
              <a:off x="5394062" y="2076057"/>
              <a:ext cx="192381" cy="114428"/>
            </a:xfrm>
            <a:custGeom>
              <a:avLst/>
              <a:gdLst/>
              <a:ahLst/>
              <a:cxnLst/>
              <a:rect l="l" t="t" r="r" b="b"/>
              <a:pathLst>
                <a:path w="7347" h="4370" extrusionOk="0">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8" name="Google Shape;13398;p76"/>
            <p:cNvSpPr/>
            <p:nvPr/>
          </p:nvSpPr>
          <p:spPr>
            <a:xfrm>
              <a:off x="5394062" y="2076319"/>
              <a:ext cx="107699" cy="114402"/>
            </a:xfrm>
            <a:custGeom>
              <a:avLst/>
              <a:gdLst/>
              <a:ahLst/>
              <a:cxnLst/>
              <a:rect l="l" t="t" r="r" b="b"/>
              <a:pathLst>
                <a:path w="4113" h="4369" extrusionOk="0">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9" name="Google Shape;13399;p76"/>
            <p:cNvSpPr/>
            <p:nvPr/>
          </p:nvSpPr>
          <p:spPr>
            <a:xfrm>
              <a:off x="5470994" y="2139006"/>
              <a:ext cx="38256" cy="11521"/>
            </a:xfrm>
            <a:custGeom>
              <a:avLst/>
              <a:gdLst/>
              <a:ahLst/>
              <a:cxnLst/>
              <a:rect l="l" t="t" r="r" b="b"/>
              <a:pathLst>
                <a:path w="1461" h="440" extrusionOk="0">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0" name="Google Shape;13400;p76"/>
            <p:cNvSpPr/>
            <p:nvPr/>
          </p:nvSpPr>
          <p:spPr>
            <a:xfrm>
              <a:off x="5405296" y="1973150"/>
              <a:ext cx="170150" cy="74444"/>
            </a:xfrm>
            <a:custGeom>
              <a:avLst/>
              <a:gdLst/>
              <a:ahLst/>
              <a:cxnLst/>
              <a:rect l="l" t="t" r="r" b="b"/>
              <a:pathLst>
                <a:path w="6498" h="2843" extrusionOk="0">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76"/>
            <p:cNvSpPr/>
            <p:nvPr/>
          </p:nvSpPr>
          <p:spPr>
            <a:xfrm>
              <a:off x="5478980" y="2270664"/>
              <a:ext cx="22781" cy="22990"/>
            </a:xfrm>
            <a:custGeom>
              <a:avLst/>
              <a:gdLst/>
              <a:ahLst/>
              <a:cxnLst/>
              <a:rect l="l" t="t" r="r" b="b"/>
              <a:pathLst>
                <a:path w="870" h="878" extrusionOk="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76"/>
            <p:cNvSpPr/>
            <p:nvPr/>
          </p:nvSpPr>
          <p:spPr>
            <a:xfrm>
              <a:off x="5356330" y="2253670"/>
              <a:ext cx="48233" cy="74208"/>
            </a:xfrm>
            <a:custGeom>
              <a:avLst/>
              <a:gdLst/>
              <a:ahLst/>
              <a:cxnLst/>
              <a:rect l="l" t="t" r="r" b="b"/>
              <a:pathLst>
                <a:path w="1842" h="2834" extrusionOk="0">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76"/>
            <p:cNvSpPr/>
            <p:nvPr/>
          </p:nvSpPr>
          <p:spPr>
            <a:xfrm>
              <a:off x="5575917" y="2253670"/>
              <a:ext cx="48233" cy="74208"/>
            </a:xfrm>
            <a:custGeom>
              <a:avLst/>
              <a:gdLst/>
              <a:ahLst/>
              <a:cxnLst/>
              <a:rect l="l" t="t" r="r" b="b"/>
              <a:pathLst>
                <a:path w="1842" h="2834" extrusionOk="0">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4" name="Google Shape;13404;p76"/>
            <p:cNvSpPr/>
            <p:nvPr/>
          </p:nvSpPr>
          <p:spPr>
            <a:xfrm>
              <a:off x="5398566" y="2047568"/>
              <a:ext cx="183374" cy="28777"/>
            </a:xfrm>
            <a:custGeom>
              <a:avLst/>
              <a:gdLst/>
              <a:ahLst/>
              <a:cxnLst/>
              <a:rect l="l" t="t" r="r" b="b"/>
              <a:pathLst>
                <a:path w="7003" h="1099" extrusionOk="0">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5" name="Google Shape;13405;p76"/>
            <p:cNvSpPr/>
            <p:nvPr/>
          </p:nvSpPr>
          <p:spPr>
            <a:xfrm>
              <a:off x="5427788" y="1973150"/>
              <a:ext cx="62713" cy="74444"/>
            </a:xfrm>
            <a:custGeom>
              <a:avLst/>
              <a:gdLst/>
              <a:ahLst/>
              <a:cxnLst/>
              <a:rect l="l" t="t" r="r" b="b"/>
              <a:pathLst>
                <a:path w="2395" h="2843" extrusionOk="0">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76"/>
            <p:cNvSpPr/>
            <p:nvPr/>
          </p:nvSpPr>
          <p:spPr>
            <a:xfrm>
              <a:off x="5490240" y="1973150"/>
              <a:ext cx="62477" cy="74208"/>
            </a:xfrm>
            <a:custGeom>
              <a:avLst/>
              <a:gdLst/>
              <a:ahLst/>
              <a:cxnLst/>
              <a:rect l="l" t="t" r="r" b="b"/>
              <a:pathLst>
                <a:path w="2386" h="2834" extrusionOk="0">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76"/>
            <p:cNvSpPr/>
            <p:nvPr/>
          </p:nvSpPr>
          <p:spPr>
            <a:xfrm>
              <a:off x="5398802" y="2047568"/>
              <a:ext cx="39984" cy="28515"/>
            </a:xfrm>
            <a:custGeom>
              <a:avLst/>
              <a:gdLst/>
              <a:ahLst/>
              <a:cxnLst/>
              <a:rect l="l" t="t" r="r" b="b"/>
              <a:pathLst>
                <a:path w="1527" h="1089" extrusionOk="0">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76"/>
            <p:cNvSpPr/>
            <p:nvPr/>
          </p:nvSpPr>
          <p:spPr>
            <a:xfrm>
              <a:off x="5404536" y="2076057"/>
              <a:ext cx="171643" cy="49699"/>
            </a:xfrm>
            <a:custGeom>
              <a:avLst/>
              <a:gdLst/>
              <a:ahLst/>
              <a:cxnLst/>
              <a:rect l="l" t="t" r="r" b="b"/>
              <a:pathLst>
                <a:path w="6555" h="1898" extrusionOk="0">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76"/>
            <p:cNvSpPr/>
            <p:nvPr/>
          </p:nvSpPr>
          <p:spPr>
            <a:xfrm>
              <a:off x="5450255" y="2093418"/>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0" name="Google Shape;13410;p76"/>
            <p:cNvSpPr/>
            <p:nvPr/>
          </p:nvSpPr>
          <p:spPr>
            <a:xfrm>
              <a:off x="5518965"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1" name="Google Shape;13411;p76"/>
            <p:cNvSpPr/>
            <p:nvPr/>
          </p:nvSpPr>
          <p:spPr>
            <a:xfrm>
              <a:off x="5404301" y="2076057"/>
              <a:ext cx="171878" cy="11521"/>
            </a:xfrm>
            <a:custGeom>
              <a:avLst/>
              <a:gdLst/>
              <a:ahLst/>
              <a:cxnLst/>
              <a:rect l="l" t="t" r="r" b="b"/>
              <a:pathLst>
                <a:path w="6564" h="440" extrusionOk="0">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2" name="Google Shape;13412;p76"/>
          <p:cNvGrpSpPr/>
          <p:nvPr/>
        </p:nvGrpSpPr>
        <p:grpSpPr>
          <a:xfrm>
            <a:off x="4902701" y="1973150"/>
            <a:ext cx="274812" cy="354728"/>
            <a:chOff x="4902701" y="1973150"/>
            <a:chExt cx="274812" cy="354728"/>
          </a:xfrm>
        </p:grpSpPr>
        <p:sp>
          <p:nvSpPr>
            <p:cNvPr id="13413" name="Google Shape;13413;p76"/>
            <p:cNvSpPr/>
            <p:nvPr/>
          </p:nvSpPr>
          <p:spPr>
            <a:xfrm>
              <a:off x="4902936" y="2161996"/>
              <a:ext cx="274576" cy="165882"/>
            </a:xfrm>
            <a:custGeom>
              <a:avLst/>
              <a:gdLst/>
              <a:ahLst/>
              <a:cxnLst/>
              <a:rect l="l" t="t" r="r" b="b"/>
              <a:pathLst>
                <a:path w="10486" h="6335" extrusionOk="0">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76"/>
            <p:cNvSpPr/>
            <p:nvPr/>
          </p:nvSpPr>
          <p:spPr>
            <a:xfrm>
              <a:off x="4902701" y="2208710"/>
              <a:ext cx="274550" cy="119168"/>
            </a:xfrm>
            <a:custGeom>
              <a:avLst/>
              <a:gdLst/>
              <a:ahLst/>
              <a:cxnLst/>
              <a:rect l="l" t="t" r="r" b="b"/>
              <a:pathLst>
                <a:path w="10485" h="4551" extrusionOk="0">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76"/>
            <p:cNvSpPr/>
            <p:nvPr/>
          </p:nvSpPr>
          <p:spPr>
            <a:xfrm>
              <a:off x="5000109" y="2161996"/>
              <a:ext cx="79969" cy="22886"/>
            </a:xfrm>
            <a:custGeom>
              <a:avLst/>
              <a:gdLst/>
              <a:ahLst/>
              <a:cxnLst/>
              <a:rect l="l" t="t" r="r" b="b"/>
              <a:pathLst>
                <a:path w="3054" h="874" extrusionOk="0">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76"/>
            <p:cNvSpPr/>
            <p:nvPr/>
          </p:nvSpPr>
          <p:spPr>
            <a:xfrm>
              <a:off x="4943654" y="2019105"/>
              <a:ext cx="192643" cy="154413"/>
            </a:xfrm>
            <a:custGeom>
              <a:avLst/>
              <a:gdLst/>
              <a:ahLst/>
              <a:cxnLst/>
              <a:rect l="l" t="t" r="r" b="b"/>
              <a:pathLst>
                <a:path w="7357" h="5897" extrusionOk="0">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76"/>
            <p:cNvSpPr/>
            <p:nvPr/>
          </p:nvSpPr>
          <p:spPr>
            <a:xfrm>
              <a:off x="4946403" y="2041833"/>
              <a:ext cx="145170" cy="131658"/>
            </a:xfrm>
            <a:custGeom>
              <a:avLst/>
              <a:gdLst/>
              <a:ahLst/>
              <a:cxnLst/>
              <a:rect l="l" t="t" r="r" b="b"/>
              <a:pathLst>
                <a:path w="5544" h="5028" extrusionOk="0">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76"/>
            <p:cNvSpPr/>
            <p:nvPr/>
          </p:nvSpPr>
          <p:spPr>
            <a:xfrm>
              <a:off x="5000109" y="2076686"/>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76"/>
            <p:cNvSpPr/>
            <p:nvPr/>
          </p:nvSpPr>
          <p:spPr>
            <a:xfrm>
              <a:off x="5068556" y="2076686"/>
              <a:ext cx="11521" cy="17125"/>
            </a:xfrm>
            <a:custGeom>
              <a:avLst/>
              <a:gdLst/>
              <a:ahLst/>
              <a:cxnLst/>
              <a:rect l="l" t="t" r="r" b="b"/>
              <a:pathLst>
                <a:path w="440" h="654" extrusionOk="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0" name="Google Shape;13420;p76"/>
            <p:cNvSpPr/>
            <p:nvPr/>
          </p:nvSpPr>
          <p:spPr>
            <a:xfrm>
              <a:off x="4992384" y="2059063"/>
              <a:ext cx="26499" cy="11521"/>
            </a:xfrm>
            <a:custGeom>
              <a:avLst/>
              <a:gdLst/>
              <a:ahLst/>
              <a:cxnLst/>
              <a:rect l="l" t="t" r="r" b="b"/>
              <a:pathLst>
                <a:path w="1012" h="440" extrusionOk="0">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1" name="Google Shape;13421;p76"/>
            <p:cNvSpPr/>
            <p:nvPr/>
          </p:nvSpPr>
          <p:spPr>
            <a:xfrm>
              <a:off x="5061068" y="2059063"/>
              <a:ext cx="26499" cy="11521"/>
            </a:xfrm>
            <a:custGeom>
              <a:avLst/>
              <a:gdLst/>
              <a:ahLst/>
              <a:cxnLst/>
              <a:rect l="l" t="t" r="r" b="b"/>
              <a:pathLst>
                <a:path w="1012" h="440" extrusionOk="0">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2" name="Google Shape;13422;p76"/>
            <p:cNvSpPr/>
            <p:nvPr/>
          </p:nvSpPr>
          <p:spPr>
            <a:xfrm>
              <a:off x="5014615" y="2116068"/>
              <a:ext cx="50773" cy="17282"/>
            </a:xfrm>
            <a:custGeom>
              <a:avLst/>
              <a:gdLst/>
              <a:ahLst/>
              <a:cxnLst/>
              <a:rect l="l" t="t" r="r" b="b"/>
              <a:pathLst>
                <a:path w="1939" h="660" extrusionOk="0">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76"/>
            <p:cNvSpPr/>
            <p:nvPr/>
          </p:nvSpPr>
          <p:spPr>
            <a:xfrm>
              <a:off x="4954154" y="1973150"/>
              <a:ext cx="171643" cy="68709"/>
            </a:xfrm>
            <a:custGeom>
              <a:avLst/>
              <a:gdLst/>
              <a:ahLst/>
              <a:cxnLst/>
              <a:rect l="l" t="t" r="r" b="b"/>
              <a:pathLst>
                <a:path w="6555" h="2624" extrusionOk="0">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4" name="Google Shape;13424;p76"/>
            <p:cNvSpPr/>
            <p:nvPr/>
          </p:nvSpPr>
          <p:spPr>
            <a:xfrm>
              <a:off x="4973400" y="2185118"/>
              <a:ext cx="55224" cy="50589"/>
            </a:xfrm>
            <a:custGeom>
              <a:avLst/>
              <a:gdLst/>
              <a:ahLst/>
              <a:cxnLst/>
              <a:rect l="l" t="t" r="r" b="b"/>
              <a:pathLst>
                <a:path w="2109" h="1932" extrusionOk="0">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5" name="Google Shape;13425;p76"/>
            <p:cNvSpPr/>
            <p:nvPr/>
          </p:nvSpPr>
          <p:spPr>
            <a:xfrm>
              <a:off x="5051327" y="2184987"/>
              <a:ext cx="55486" cy="50720"/>
            </a:xfrm>
            <a:custGeom>
              <a:avLst/>
              <a:gdLst/>
              <a:ahLst/>
              <a:cxnLst/>
              <a:rect l="l" t="t" r="r" b="b"/>
              <a:pathLst>
                <a:path w="2119" h="1937" extrusionOk="0">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76"/>
            <p:cNvSpPr/>
            <p:nvPr/>
          </p:nvSpPr>
          <p:spPr>
            <a:xfrm>
              <a:off x="4963895" y="2253408"/>
              <a:ext cx="15266" cy="11521"/>
            </a:xfrm>
            <a:custGeom>
              <a:avLst/>
              <a:gdLst/>
              <a:ahLst/>
              <a:cxnLst/>
              <a:rect l="l" t="t" r="r" b="b"/>
              <a:pathLst>
                <a:path w="583" h="440" extrusionOk="0">
                  <a:moveTo>
                    <a:pt x="287" y="1"/>
                  </a:moveTo>
                  <a:cubicBezTo>
                    <a:pt x="1" y="1"/>
                    <a:pt x="1" y="440"/>
                    <a:pt x="287" y="440"/>
                  </a:cubicBezTo>
                  <a:cubicBezTo>
                    <a:pt x="582" y="440"/>
                    <a:pt x="582" y="1"/>
                    <a:pt x="28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7" name="Google Shape;13427;p76"/>
            <p:cNvSpPr/>
            <p:nvPr/>
          </p:nvSpPr>
          <p:spPr>
            <a:xfrm>
              <a:off x="5101026" y="2253408"/>
              <a:ext cx="15266" cy="11521"/>
            </a:xfrm>
            <a:custGeom>
              <a:avLst/>
              <a:gdLst/>
              <a:ahLst/>
              <a:cxnLst/>
              <a:rect l="l" t="t" r="r" b="b"/>
              <a:pathLst>
                <a:path w="583" h="440" extrusionOk="0">
                  <a:moveTo>
                    <a:pt x="297" y="1"/>
                  </a:moveTo>
                  <a:cubicBezTo>
                    <a:pt x="1" y="1"/>
                    <a:pt x="1" y="440"/>
                    <a:pt x="297" y="440"/>
                  </a:cubicBezTo>
                  <a:cubicBezTo>
                    <a:pt x="583" y="440"/>
                    <a:pt x="583" y="1"/>
                    <a:pt x="2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8" name="Google Shape;13428;p76"/>
            <p:cNvSpPr/>
            <p:nvPr/>
          </p:nvSpPr>
          <p:spPr>
            <a:xfrm>
              <a:off x="5101026" y="2281898"/>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76"/>
            <p:cNvSpPr/>
            <p:nvPr/>
          </p:nvSpPr>
          <p:spPr>
            <a:xfrm>
              <a:off x="4963895" y="2281898"/>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76"/>
            <p:cNvSpPr/>
            <p:nvPr/>
          </p:nvSpPr>
          <p:spPr>
            <a:xfrm>
              <a:off x="5101026" y="2310623"/>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76"/>
            <p:cNvSpPr/>
            <p:nvPr/>
          </p:nvSpPr>
          <p:spPr>
            <a:xfrm>
              <a:off x="4963895" y="2310623"/>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76"/>
            <p:cNvSpPr/>
            <p:nvPr/>
          </p:nvSpPr>
          <p:spPr>
            <a:xfrm>
              <a:off x="4954390" y="2041833"/>
              <a:ext cx="22781" cy="37235"/>
            </a:xfrm>
            <a:custGeom>
              <a:avLst/>
              <a:gdLst/>
              <a:ahLst/>
              <a:cxnLst/>
              <a:rect l="l" t="t" r="r" b="b"/>
              <a:pathLst>
                <a:path w="870" h="1422" extrusionOk="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76"/>
            <p:cNvSpPr/>
            <p:nvPr/>
          </p:nvSpPr>
          <p:spPr>
            <a:xfrm>
              <a:off x="5103042" y="2041833"/>
              <a:ext cx="22755" cy="37235"/>
            </a:xfrm>
            <a:custGeom>
              <a:avLst/>
              <a:gdLst/>
              <a:ahLst/>
              <a:cxnLst/>
              <a:rect l="l" t="t" r="r" b="b"/>
              <a:pathLst>
                <a:path w="869" h="1422" extrusionOk="0">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76"/>
            <p:cNvSpPr/>
            <p:nvPr/>
          </p:nvSpPr>
          <p:spPr>
            <a:xfrm>
              <a:off x="4954390" y="1973150"/>
              <a:ext cx="70490" cy="68709"/>
            </a:xfrm>
            <a:custGeom>
              <a:avLst/>
              <a:gdLst/>
              <a:ahLst/>
              <a:cxnLst/>
              <a:rect l="l" t="t" r="r" b="b"/>
              <a:pathLst>
                <a:path w="2692" h="2624" extrusionOk="0">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76"/>
            <p:cNvSpPr/>
            <p:nvPr/>
          </p:nvSpPr>
          <p:spPr>
            <a:xfrm>
              <a:off x="4958658" y="2013344"/>
              <a:ext cx="162897" cy="11286"/>
            </a:xfrm>
            <a:custGeom>
              <a:avLst/>
              <a:gdLst/>
              <a:ahLst/>
              <a:cxnLst/>
              <a:rect l="l" t="t" r="r" b="b"/>
              <a:pathLst>
                <a:path w="6221" h="431" extrusionOk="0">
                  <a:moveTo>
                    <a:pt x="105" y="1"/>
                  </a:moveTo>
                  <a:lnTo>
                    <a:pt x="0" y="430"/>
                  </a:lnTo>
                  <a:lnTo>
                    <a:pt x="6220" y="430"/>
                  </a:lnTo>
                  <a:lnTo>
                    <a:pt x="6115"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76"/>
            <p:cNvSpPr/>
            <p:nvPr/>
          </p:nvSpPr>
          <p:spPr>
            <a:xfrm>
              <a:off x="4958658" y="2013344"/>
              <a:ext cx="42734" cy="11286"/>
            </a:xfrm>
            <a:custGeom>
              <a:avLst/>
              <a:gdLst/>
              <a:ahLst/>
              <a:cxnLst/>
              <a:rect l="l" t="t" r="r" b="b"/>
              <a:pathLst>
                <a:path w="1632" h="431" extrusionOk="0">
                  <a:moveTo>
                    <a:pt x="105" y="1"/>
                  </a:moveTo>
                  <a:lnTo>
                    <a:pt x="0" y="430"/>
                  </a:lnTo>
                  <a:lnTo>
                    <a:pt x="1527" y="430"/>
                  </a:lnTo>
                  <a:lnTo>
                    <a:pt x="163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76"/>
            <p:cNvSpPr/>
            <p:nvPr/>
          </p:nvSpPr>
          <p:spPr>
            <a:xfrm>
              <a:off x="4942659" y="2224945"/>
              <a:ext cx="97199" cy="102933"/>
            </a:xfrm>
            <a:custGeom>
              <a:avLst/>
              <a:gdLst/>
              <a:ahLst/>
              <a:cxnLst/>
              <a:rect l="l" t="t" r="r" b="b"/>
              <a:pathLst>
                <a:path w="3712" h="3931" extrusionOk="0">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8" name="Google Shape;13438;p76"/>
          <p:cNvGrpSpPr/>
          <p:nvPr/>
        </p:nvGrpSpPr>
        <p:grpSpPr>
          <a:xfrm>
            <a:off x="4902701" y="2879989"/>
            <a:ext cx="272560" cy="354676"/>
            <a:chOff x="4902701" y="2879989"/>
            <a:chExt cx="272560" cy="354676"/>
          </a:xfrm>
        </p:grpSpPr>
        <p:sp>
          <p:nvSpPr>
            <p:cNvPr id="13439" name="Google Shape;13439;p76"/>
            <p:cNvSpPr/>
            <p:nvPr/>
          </p:nvSpPr>
          <p:spPr>
            <a:xfrm>
              <a:off x="4902701" y="3081273"/>
              <a:ext cx="272560" cy="153392"/>
            </a:xfrm>
            <a:custGeom>
              <a:avLst/>
              <a:gdLst/>
              <a:ahLst/>
              <a:cxnLst/>
              <a:rect l="l" t="t" r="r" b="b"/>
              <a:pathLst>
                <a:path w="10409" h="5858" extrusionOk="0">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76"/>
            <p:cNvSpPr/>
            <p:nvPr/>
          </p:nvSpPr>
          <p:spPr>
            <a:xfrm>
              <a:off x="4902701" y="3123483"/>
              <a:ext cx="272560" cy="111182"/>
            </a:xfrm>
            <a:custGeom>
              <a:avLst/>
              <a:gdLst/>
              <a:ahLst/>
              <a:cxnLst/>
              <a:rect l="l" t="t" r="r" b="b"/>
              <a:pathLst>
                <a:path w="10409" h="4246" extrusionOk="0">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76"/>
            <p:cNvSpPr/>
            <p:nvPr/>
          </p:nvSpPr>
          <p:spPr>
            <a:xfrm>
              <a:off x="4966644" y="3123483"/>
              <a:ext cx="143913" cy="43781"/>
            </a:xfrm>
            <a:custGeom>
              <a:avLst/>
              <a:gdLst/>
              <a:ahLst/>
              <a:cxnLst/>
              <a:rect l="l" t="t" r="r" b="b"/>
              <a:pathLst>
                <a:path w="5496" h="1672" extrusionOk="0">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76"/>
            <p:cNvSpPr/>
            <p:nvPr/>
          </p:nvSpPr>
          <p:spPr>
            <a:xfrm>
              <a:off x="4998878" y="3081273"/>
              <a:ext cx="79445" cy="22676"/>
            </a:xfrm>
            <a:custGeom>
              <a:avLst/>
              <a:gdLst/>
              <a:ahLst/>
              <a:cxnLst/>
              <a:rect l="l" t="t" r="r" b="b"/>
              <a:pathLst>
                <a:path w="3034" h="866" extrusionOk="0">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76"/>
            <p:cNvSpPr/>
            <p:nvPr/>
          </p:nvSpPr>
          <p:spPr>
            <a:xfrm>
              <a:off x="4942397" y="2933616"/>
              <a:ext cx="187904" cy="158917"/>
            </a:xfrm>
            <a:custGeom>
              <a:avLst/>
              <a:gdLst/>
              <a:ahLst/>
              <a:cxnLst/>
              <a:rect l="l" t="t" r="r" b="b"/>
              <a:pathLst>
                <a:path w="7176" h="6069" extrusionOk="0">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76"/>
            <p:cNvSpPr/>
            <p:nvPr/>
          </p:nvSpPr>
          <p:spPr>
            <a:xfrm>
              <a:off x="4947163" y="2933616"/>
              <a:ext cx="142656" cy="159074"/>
            </a:xfrm>
            <a:custGeom>
              <a:avLst/>
              <a:gdLst/>
              <a:ahLst/>
              <a:cxnLst/>
              <a:rect l="l" t="t" r="r" b="b"/>
              <a:pathLst>
                <a:path w="5448" h="6075" extrusionOk="0">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76"/>
            <p:cNvSpPr/>
            <p:nvPr/>
          </p:nvSpPr>
          <p:spPr>
            <a:xfrm>
              <a:off x="4976883" y="3106175"/>
              <a:ext cx="61980" cy="49725"/>
            </a:xfrm>
            <a:custGeom>
              <a:avLst/>
              <a:gdLst/>
              <a:ahLst/>
              <a:cxnLst/>
              <a:rect l="l" t="t" r="r" b="b"/>
              <a:pathLst>
                <a:path w="2367" h="1899" extrusionOk="0">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76"/>
            <p:cNvSpPr/>
            <p:nvPr/>
          </p:nvSpPr>
          <p:spPr>
            <a:xfrm>
              <a:off x="5038836" y="3106175"/>
              <a:ext cx="61718" cy="49725"/>
            </a:xfrm>
            <a:custGeom>
              <a:avLst/>
              <a:gdLst/>
              <a:ahLst/>
              <a:cxnLst/>
              <a:rect l="l" t="t" r="r" b="b"/>
              <a:pathLst>
                <a:path w="2357" h="1899" extrusionOk="0">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76"/>
            <p:cNvSpPr/>
            <p:nvPr/>
          </p:nvSpPr>
          <p:spPr>
            <a:xfrm>
              <a:off x="4999114" y="2996512"/>
              <a:ext cx="11260" cy="17073"/>
            </a:xfrm>
            <a:custGeom>
              <a:avLst/>
              <a:gdLst/>
              <a:ahLst/>
              <a:cxnLst/>
              <a:rect l="l" t="t" r="r" b="b"/>
              <a:pathLst>
                <a:path w="430" h="652" extrusionOk="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8" name="Google Shape;13448;p76"/>
            <p:cNvSpPr/>
            <p:nvPr/>
          </p:nvSpPr>
          <p:spPr>
            <a:xfrm>
              <a:off x="5067064" y="2996512"/>
              <a:ext cx="11521" cy="17073"/>
            </a:xfrm>
            <a:custGeom>
              <a:avLst/>
              <a:gdLst/>
              <a:ahLst/>
              <a:cxnLst/>
              <a:rect l="l" t="t" r="r" b="b"/>
              <a:pathLst>
                <a:path w="440" h="652" extrusionOk="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9" name="Google Shape;13449;p76"/>
            <p:cNvSpPr/>
            <p:nvPr/>
          </p:nvSpPr>
          <p:spPr>
            <a:xfrm>
              <a:off x="4991363" y="2979099"/>
              <a:ext cx="26525" cy="11521"/>
            </a:xfrm>
            <a:custGeom>
              <a:avLst/>
              <a:gdLst/>
              <a:ahLst/>
              <a:cxnLst/>
              <a:rect l="l" t="t" r="r" b="b"/>
              <a:pathLst>
                <a:path w="1013" h="440" extrusionOk="0">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76"/>
            <p:cNvSpPr/>
            <p:nvPr/>
          </p:nvSpPr>
          <p:spPr>
            <a:xfrm>
              <a:off x="5059575" y="2979099"/>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76"/>
            <p:cNvSpPr/>
            <p:nvPr/>
          </p:nvSpPr>
          <p:spPr>
            <a:xfrm>
              <a:off x="5013097" y="3033538"/>
              <a:ext cx="51244" cy="22781"/>
            </a:xfrm>
            <a:custGeom>
              <a:avLst/>
              <a:gdLst/>
              <a:ahLst/>
              <a:cxnLst/>
              <a:rect l="l" t="t" r="r" b="b"/>
              <a:pathLst>
                <a:path w="1957" h="870" extrusionOk="0">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76"/>
            <p:cNvSpPr/>
            <p:nvPr/>
          </p:nvSpPr>
          <p:spPr>
            <a:xfrm>
              <a:off x="5033102" y="3172188"/>
              <a:ext cx="11260" cy="11260"/>
            </a:xfrm>
            <a:custGeom>
              <a:avLst/>
              <a:gdLst/>
              <a:ahLst/>
              <a:cxnLst/>
              <a:rect l="l" t="t" r="r" b="b"/>
              <a:pathLst>
                <a:path w="430" h="430" extrusionOk="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76"/>
            <p:cNvSpPr/>
            <p:nvPr/>
          </p:nvSpPr>
          <p:spPr>
            <a:xfrm>
              <a:off x="5033102" y="3206150"/>
              <a:ext cx="11260" cy="11521"/>
            </a:xfrm>
            <a:custGeom>
              <a:avLst/>
              <a:gdLst/>
              <a:ahLst/>
              <a:cxnLst/>
              <a:rect l="l" t="t" r="r" b="b"/>
              <a:pathLst>
                <a:path w="430" h="440" extrusionOk="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76"/>
            <p:cNvSpPr/>
            <p:nvPr/>
          </p:nvSpPr>
          <p:spPr>
            <a:xfrm>
              <a:off x="4944413" y="2922383"/>
              <a:ext cx="188637" cy="76460"/>
            </a:xfrm>
            <a:custGeom>
              <a:avLst/>
              <a:gdLst/>
              <a:ahLst/>
              <a:cxnLst/>
              <a:rect l="l" t="t" r="r" b="b"/>
              <a:pathLst>
                <a:path w="7204" h="2920" extrusionOk="0">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76"/>
            <p:cNvSpPr/>
            <p:nvPr/>
          </p:nvSpPr>
          <p:spPr>
            <a:xfrm>
              <a:off x="4976385" y="2879989"/>
              <a:ext cx="150668" cy="65148"/>
            </a:xfrm>
            <a:custGeom>
              <a:avLst/>
              <a:gdLst/>
              <a:ahLst/>
              <a:cxnLst/>
              <a:rect l="l" t="t" r="r" b="b"/>
              <a:pathLst>
                <a:path w="5754" h="2488" extrusionOk="0">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76"/>
            <p:cNvSpPr/>
            <p:nvPr/>
          </p:nvSpPr>
          <p:spPr>
            <a:xfrm>
              <a:off x="4936427" y="3183421"/>
              <a:ext cx="17256" cy="51244"/>
            </a:xfrm>
            <a:custGeom>
              <a:avLst/>
              <a:gdLst/>
              <a:ahLst/>
              <a:cxnLst/>
              <a:rect l="l" t="t" r="r" b="b"/>
              <a:pathLst>
                <a:path w="659" h="1957" extrusionOk="0">
                  <a:moveTo>
                    <a:pt x="658" y="1"/>
                  </a:moveTo>
                  <a:cubicBezTo>
                    <a:pt x="296" y="1"/>
                    <a:pt x="0" y="297"/>
                    <a:pt x="0" y="659"/>
                  </a:cubicBezTo>
                  <a:lnTo>
                    <a:pt x="0" y="1957"/>
                  </a:lnTo>
                  <a:lnTo>
                    <a:pt x="658" y="1957"/>
                  </a:lnTo>
                  <a:lnTo>
                    <a:pt x="658"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76"/>
            <p:cNvSpPr/>
            <p:nvPr/>
          </p:nvSpPr>
          <p:spPr>
            <a:xfrm>
              <a:off x="5123781" y="3183421"/>
              <a:ext cx="16994" cy="51244"/>
            </a:xfrm>
            <a:custGeom>
              <a:avLst/>
              <a:gdLst/>
              <a:ahLst/>
              <a:cxnLst/>
              <a:rect l="l" t="t" r="r" b="b"/>
              <a:pathLst>
                <a:path w="649" h="1957" extrusionOk="0">
                  <a:moveTo>
                    <a:pt x="0" y="1"/>
                  </a:moveTo>
                  <a:lnTo>
                    <a:pt x="0" y="1957"/>
                  </a:lnTo>
                  <a:lnTo>
                    <a:pt x="649" y="1957"/>
                  </a:lnTo>
                  <a:lnTo>
                    <a:pt x="649" y="659"/>
                  </a:lnTo>
                  <a:cubicBezTo>
                    <a:pt x="649" y="297"/>
                    <a:pt x="363" y="1"/>
                    <a:pt x="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76"/>
            <p:cNvSpPr/>
            <p:nvPr/>
          </p:nvSpPr>
          <p:spPr>
            <a:xfrm>
              <a:off x="4953657" y="3127725"/>
              <a:ext cx="22755" cy="106940"/>
            </a:xfrm>
            <a:custGeom>
              <a:avLst/>
              <a:gdLst/>
              <a:ahLst/>
              <a:cxnLst/>
              <a:rect l="l" t="t" r="r" b="b"/>
              <a:pathLst>
                <a:path w="869" h="4084" extrusionOk="0">
                  <a:moveTo>
                    <a:pt x="869" y="0"/>
                  </a:moveTo>
                  <a:lnTo>
                    <a:pt x="0" y="258"/>
                  </a:lnTo>
                  <a:lnTo>
                    <a:pt x="0" y="4084"/>
                  </a:lnTo>
                  <a:lnTo>
                    <a:pt x="869" y="4084"/>
                  </a:lnTo>
                  <a:lnTo>
                    <a:pt x="86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76"/>
            <p:cNvSpPr/>
            <p:nvPr/>
          </p:nvSpPr>
          <p:spPr>
            <a:xfrm>
              <a:off x="5101288" y="3127725"/>
              <a:ext cx="22755" cy="106940"/>
            </a:xfrm>
            <a:custGeom>
              <a:avLst/>
              <a:gdLst/>
              <a:ahLst/>
              <a:cxnLst/>
              <a:rect l="l" t="t" r="r" b="b"/>
              <a:pathLst>
                <a:path w="869" h="4084" extrusionOk="0">
                  <a:moveTo>
                    <a:pt x="0" y="0"/>
                  </a:moveTo>
                  <a:lnTo>
                    <a:pt x="0" y="4084"/>
                  </a:lnTo>
                  <a:lnTo>
                    <a:pt x="869" y="4084"/>
                  </a:lnTo>
                  <a:lnTo>
                    <a:pt x="869" y="258"/>
                  </a:lnTo>
                  <a:lnTo>
                    <a:pt x="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0" name="Google Shape;13460;p76"/>
            <p:cNvSpPr/>
            <p:nvPr/>
          </p:nvSpPr>
          <p:spPr>
            <a:xfrm>
              <a:off x="4953657" y="3183421"/>
              <a:ext cx="11260" cy="51244"/>
            </a:xfrm>
            <a:custGeom>
              <a:avLst/>
              <a:gdLst/>
              <a:ahLst/>
              <a:cxnLst/>
              <a:rect l="l" t="t" r="r" b="b"/>
              <a:pathLst>
                <a:path w="430" h="1957" extrusionOk="0">
                  <a:moveTo>
                    <a:pt x="0" y="1"/>
                  </a:moveTo>
                  <a:lnTo>
                    <a:pt x="0" y="1957"/>
                  </a:lnTo>
                  <a:lnTo>
                    <a:pt x="430" y="1957"/>
                  </a:lnTo>
                  <a:lnTo>
                    <a:pt x="430" y="440"/>
                  </a:lnTo>
                  <a:cubicBezTo>
                    <a:pt x="430" y="201"/>
                    <a:pt x="239" y="1"/>
                    <a:pt x="0"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1" name="Google Shape;13461;p76"/>
            <p:cNvSpPr/>
            <p:nvPr/>
          </p:nvSpPr>
          <p:spPr>
            <a:xfrm>
              <a:off x="5112521" y="3183421"/>
              <a:ext cx="11286" cy="51244"/>
            </a:xfrm>
            <a:custGeom>
              <a:avLst/>
              <a:gdLst/>
              <a:ahLst/>
              <a:cxnLst/>
              <a:rect l="l" t="t" r="r" b="b"/>
              <a:pathLst>
                <a:path w="431" h="1957" extrusionOk="0">
                  <a:moveTo>
                    <a:pt x="430" y="1"/>
                  </a:moveTo>
                  <a:cubicBezTo>
                    <a:pt x="192" y="1"/>
                    <a:pt x="1" y="201"/>
                    <a:pt x="1" y="440"/>
                  </a:cubicBezTo>
                  <a:lnTo>
                    <a:pt x="1" y="1957"/>
                  </a:lnTo>
                  <a:lnTo>
                    <a:pt x="430" y="1957"/>
                  </a:lnTo>
                  <a:lnTo>
                    <a:pt x="43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76"/>
            <p:cNvSpPr/>
            <p:nvPr/>
          </p:nvSpPr>
          <p:spPr>
            <a:xfrm>
              <a:off x="5010112" y="2880172"/>
              <a:ext cx="110448" cy="44488"/>
            </a:xfrm>
            <a:custGeom>
              <a:avLst/>
              <a:gdLst/>
              <a:ahLst/>
              <a:cxnLst/>
              <a:rect l="l" t="t" r="r" b="b"/>
              <a:pathLst>
                <a:path w="4218" h="1699" extrusionOk="0">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3" name="Google Shape;13463;p76"/>
          <p:cNvGrpSpPr/>
          <p:nvPr/>
        </p:nvGrpSpPr>
        <p:grpSpPr>
          <a:xfrm>
            <a:off x="5803988" y="4268082"/>
            <a:ext cx="274550" cy="354728"/>
            <a:chOff x="5803988" y="4268082"/>
            <a:chExt cx="274550" cy="354728"/>
          </a:xfrm>
        </p:grpSpPr>
        <p:sp>
          <p:nvSpPr>
            <p:cNvPr id="13464" name="Google Shape;13464;p76"/>
            <p:cNvSpPr/>
            <p:nvPr/>
          </p:nvSpPr>
          <p:spPr>
            <a:xfrm>
              <a:off x="5803988" y="4519877"/>
              <a:ext cx="274550" cy="102933"/>
            </a:xfrm>
            <a:custGeom>
              <a:avLst/>
              <a:gdLst/>
              <a:ahLst/>
              <a:cxnLst/>
              <a:rect l="l" t="t" r="r" b="b"/>
              <a:pathLst>
                <a:path w="10485" h="3931" extrusionOk="0">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76"/>
            <p:cNvSpPr/>
            <p:nvPr/>
          </p:nvSpPr>
          <p:spPr>
            <a:xfrm>
              <a:off x="5870943" y="4519877"/>
              <a:ext cx="140666" cy="45745"/>
            </a:xfrm>
            <a:custGeom>
              <a:avLst/>
              <a:gdLst/>
              <a:ahLst/>
              <a:cxnLst/>
              <a:rect l="l" t="t" r="r" b="b"/>
              <a:pathLst>
                <a:path w="5372" h="1747" extrusionOk="0">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6" name="Google Shape;13466;p76"/>
            <p:cNvSpPr/>
            <p:nvPr/>
          </p:nvSpPr>
          <p:spPr>
            <a:xfrm>
              <a:off x="5849707" y="4523124"/>
              <a:ext cx="39984" cy="99686"/>
            </a:xfrm>
            <a:custGeom>
              <a:avLst/>
              <a:gdLst/>
              <a:ahLst/>
              <a:cxnLst/>
              <a:rect l="l" t="t" r="r" b="b"/>
              <a:pathLst>
                <a:path w="1527" h="3807" extrusionOk="0">
                  <a:moveTo>
                    <a:pt x="1527" y="0"/>
                  </a:moveTo>
                  <a:lnTo>
                    <a:pt x="0" y="458"/>
                  </a:lnTo>
                  <a:lnTo>
                    <a:pt x="0" y="3807"/>
                  </a:lnTo>
                  <a:lnTo>
                    <a:pt x="1527" y="3807"/>
                  </a:lnTo>
                  <a:lnTo>
                    <a:pt x="1527"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7" name="Google Shape;13467;p76"/>
            <p:cNvSpPr/>
            <p:nvPr/>
          </p:nvSpPr>
          <p:spPr>
            <a:xfrm>
              <a:off x="5870943" y="4523360"/>
              <a:ext cx="18748" cy="25007"/>
            </a:xfrm>
            <a:custGeom>
              <a:avLst/>
              <a:gdLst/>
              <a:ahLst/>
              <a:cxnLst/>
              <a:rect l="l" t="t" r="r" b="b"/>
              <a:pathLst>
                <a:path w="716" h="955" extrusionOk="0">
                  <a:moveTo>
                    <a:pt x="716" y="1"/>
                  </a:moveTo>
                  <a:lnTo>
                    <a:pt x="0" y="211"/>
                  </a:lnTo>
                  <a:cubicBezTo>
                    <a:pt x="200" y="497"/>
                    <a:pt x="439" y="745"/>
                    <a:pt x="716" y="955"/>
                  </a:cubicBezTo>
                  <a:lnTo>
                    <a:pt x="71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76"/>
            <p:cNvSpPr/>
            <p:nvPr/>
          </p:nvSpPr>
          <p:spPr>
            <a:xfrm>
              <a:off x="5992835" y="4523124"/>
              <a:ext cx="39984" cy="99686"/>
            </a:xfrm>
            <a:custGeom>
              <a:avLst/>
              <a:gdLst/>
              <a:ahLst/>
              <a:cxnLst/>
              <a:rect l="l" t="t" r="r" b="b"/>
              <a:pathLst>
                <a:path w="1527" h="3807" extrusionOk="0">
                  <a:moveTo>
                    <a:pt x="1" y="0"/>
                  </a:moveTo>
                  <a:lnTo>
                    <a:pt x="1" y="3807"/>
                  </a:lnTo>
                  <a:lnTo>
                    <a:pt x="1527" y="3807"/>
                  </a:lnTo>
                  <a:lnTo>
                    <a:pt x="1527" y="458"/>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9" name="Google Shape;13469;p76"/>
            <p:cNvSpPr/>
            <p:nvPr/>
          </p:nvSpPr>
          <p:spPr>
            <a:xfrm>
              <a:off x="5992835" y="4523124"/>
              <a:ext cx="18775" cy="25007"/>
            </a:xfrm>
            <a:custGeom>
              <a:avLst/>
              <a:gdLst/>
              <a:ahLst/>
              <a:cxnLst/>
              <a:rect l="l" t="t" r="r" b="b"/>
              <a:pathLst>
                <a:path w="717" h="955" extrusionOk="0">
                  <a:moveTo>
                    <a:pt x="1" y="0"/>
                  </a:moveTo>
                  <a:lnTo>
                    <a:pt x="1" y="954"/>
                  </a:lnTo>
                  <a:cubicBezTo>
                    <a:pt x="277" y="744"/>
                    <a:pt x="516" y="496"/>
                    <a:pt x="716" y="220"/>
                  </a:cubicBezTo>
                  <a:lnTo>
                    <a:pt x="1"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0" name="Google Shape;13470;p76"/>
            <p:cNvSpPr/>
            <p:nvPr/>
          </p:nvSpPr>
          <p:spPr>
            <a:xfrm>
              <a:off x="5866924" y="4342500"/>
              <a:ext cx="157395" cy="36274"/>
            </a:xfrm>
            <a:custGeom>
              <a:avLst/>
              <a:gdLst/>
              <a:ahLst/>
              <a:cxnLst/>
              <a:rect l="l" t="t" r="r" b="b"/>
              <a:pathLst>
                <a:path w="5677" h="1308" extrusionOk="0">
                  <a:moveTo>
                    <a:pt x="0" y="1"/>
                  </a:moveTo>
                  <a:lnTo>
                    <a:pt x="0" y="1308"/>
                  </a:lnTo>
                  <a:lnTo>
                    <a:pt x="5677" y="1308"/>
                  </a:lnTo>
                  <a:lnTo>
                    <a:pt x="5677"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76"/>
            <p:cNvSpPr/>
            <p:nvPr/>
          </p:nvSpPr>
          <p:spPr>
            <a:xfrm>
              <a:off x="5844942" y="4376724"/>
              <a:ext cx="192643" cy="74470"/>
            </a:xfrm>
            <a:custGeom>
              <a:avLst/>
              <a:gdLst/>
              <a:ahLst/>
              <a:cxnLst/>
              <a:rect l="l" t="t" r="r" b="b"/>
              <a:pathLst>
                <a:path w="7357" h="2844" extrusionOk="0">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76"/>
            <p:cNvSpPr/>
            <p:nvPr/>
          </p:nvSpPr>
          <p:spPr>
            <a:xfrm>
              <a:off x="5848948" y="4376724"/>
              <a:ext cx="166903" cy="74470"/>
            </a:xfrm>
            <a:custGeom>
              <a:avLst/>
              <a:gdLst/>
              <a:ahLst/>
              <a:cxnLst/>
              <a:rect l="l" t="t" r="r" b="b"/>
              <a:pathLst>
                <a:path w="6374" h="2844" extrusionOk="0">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76"/>
            <p:cNvSpPr/>
            <p:nvPr/>
          </p:nvSpPr>
          <p:spPr>
            <a:xfrm>
              <a:off x="5866937" y="4439699"/>
              <a:ext cx="148652" cy="114428"/>
            </a:xfrm>
            <a:custGeom>
              <a:avLst/>
              <a:gdLst/>
              <a:ahLst/>
              <a:cxnLst/>
              <a:rect l="l" t="t" r="r" b="b"/>
              <a:pathLst>
                <a:path w="5677" h="4370" extrusionOk="0">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4" name="Google Shape;13474;p76"/>
            <p:cNvSpPr/>
            <p:nvPr/>
          </p:nvSpPr>
          <p:spPr>
            <a:xfrm>
              <a:off x="5901161" y="4405396"/>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5" name="Google Shape;13475;p76"/>
            <p:cNvSpPr/>
            <p:nvPr/>
          </p:nvSpPr>
          <p:spPr>
            <a:xfrm>
              <a:off x="5969844" y="4405396"/>
              <a:ext cx="11521" cy="17334"/>
            </a:xfrm>
            <a:custGeom>
              <a:avLst/>
              <a:gdLst/>
              <a:ahLst/>
              <a:cxnLst/>
              <a:rect l="l" t="t" r="r" b="b"/>
              <a:pathLst>
                <a:path w="440" h="662" extrusionOk="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76"/>
            <p:cNvSpPr/>
            <p:nvPr/>
          </p:nvSpPr>
          <p:spPr>
            <a:xfrm>
              <a:off x="5915877" y="4456745"/>
              <a:ext cx="50773" cy="17465"/>
            </a:xfrm>
            <a:custGeom>
              <a:avLst/>
              <a:gdLst/>
              <a:ahLst/>
              <a:cxnLst/>
              <a:rect l="l" t="t" r="r" b="b"/>
              <a:pathLst>
                <a:path w="1939" h="667" extrusionOk="0">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76"/>
            <p:cNvSpPr/>
            <p:nvPr/>
          </p:nvSpPr>
          <p:spPr>
            <a:xfrm>
              <a:off x="5884167" y="4268082"/>
              <a:ext cx="160147" cy="138492"/>
            </a:xfrm>
            <a:custGeom>
              <a:avLst/>
              <a:gdLst/>
              <a:ahLst/>
              <a:cxnLst/>
              <a:rect l="l" t="t" r="r" b="b"/>
              <a:pathLst>
                <a:path w="6116" h="5289" extrusionOk="0">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76"/>
            <p:cNvSpPr/>
            <p:nvPr/>
          </p:nvSpPr>
          <p:spPr>
            <a:xfrm>
              <a:off x="5838212" y="4268082"/>
              <a:ext cx="160147" cy="138492"/>
            </a:xfrm>
            <a:custGeom>
              <a:avLst/>
              <a:gdLst/>
              <a:ahLst/>
              <a:cxnLst/>
              <a:rect l="l" t="t" r="r" b="b"/>
              <a:pathLst>
                <a:path w="6116" h="5289" extrusionOk="0">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76"/>
            <p:cNvSpPr/>
            <p:nvPr/>
          </p:nvSpPr>
          <p:spPr>
            <a:xfrm>
              <a:off x="5866701" y="4439699"/>
              <a:ext cx="86201" cy="114428"/>
            </a:xfrm>
            <a:custGeom>
              <a:avLst/>
              <a:gdLst/>
              <a:ahLst/>
              <a:cxnLst/>
              <a:rect l="l" t="t" r="r" b="b"/>
              <a:pathLst>
                <a:path w="3292" h="4370" extrusionOk="0">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76"/>
            <p:cNvSpPr/>
            <p:nvPr/>
          </p:nvSpPr>
          <p:spPr>
            <a:xfrm>
              <a:off x="5935620" y="4571331"/>
              <a:ext cx="11286" cy="11521"/>
            </a:xfrm>
            <a:custGeom>
              <a:avLst/>
              <a:gdLst/>
              <a:ahLst/>
              <a:cxnLst/>
              <a:rect l="l" t="t" r="r" b="b"/>
              <a:pathLst>
                <a:path w="431" h="440" extrusionOk="0">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1" name="Google Shape;13481;p76"/>
            <p:cNvSpPr/>
            <p:nvPr/>
          </p:nvSpPr>
          <p:spPr>
            <a:xfrm>
              <a:off x="5935620" y="4600056"/>
              <a:ext cx="11286" cy="11260"/>
            </a:xfrm>
            <a:custGeom>
              <a:avLst/>
              <a:gdLst/>
              <a:ahLst/>
              <a:cxnLst/>
              <a:rect l="l" t="t" r="r" b="b"/>
              <a:pathLst>
                <a:path w="431" h="430" extrusionOk="0">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76"/>
            <p:cNvSpPr/>
            <p:nvPr/>
          </p:nvSpPr>
          <p:spPr>
            <a:xfrm>
              <a:off x="5832713" y="4571331"/>
              <a:ext cx="17020" cy="51480"/>
            </a:xfrm>
            <a:custGeom>
              <a:avLst/>
              <a:gdLst/>
              <a:ahLst/>
              <a:cxnLst/>
              <a:rect l="l" t="t" r="r" b="b"/>
              <a:pathLst>
                <a:path w="650" h="1966" extrusionOk="0">
                  <a:moveTo>
                    <a:pt x="649" y="1"/>
                  </a:moveTo>
                  <a:cubicBezTo>
                    <a:pt x="287" y="1"/>
                    <a:pt x="0" y="296"/>
                    <a:pt x="0" y="659"/>
                  </a:cubicBezTo>
                  <a:lnTo>
                    <a:pt x="0" y="1966"/>
                  </a:lnTo>
                  <a:lnTo>
                    <a:pt x="649" y="1966"/>
                  </a:lnTo>
                  <a:lnTo>
                    <a:pt x="64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3" name="Google Shape;13483;p76"/>
            <p:cNvSpPr/>
            <p:nvPr/>
          </p:nvSpPr>
          <p:spPr>
            <a:xfrm>
              <a:off x="5849707" y="4571331"/>
              <a:ext cx="11495" cy="51480"/>
            </a:xfrm>
            <a:custGeom>
              <a:avLst/>
              <a:gdLst/>
              <a:ahLst/>
              <a:cxnLst/>
              <a:rect l="l" t="t" r="r" b="b"/>
              <a:pathLst>
                <a:path w="439" h="1966" extrusionOk="0">
                  <a:moveTo>
                    <a:pt x="0" y="1"/>
                  </a:moveTo>
                  <a:lnTo>
                    <a:pt x="0" y="1966"/>
                  </a:lnTo>
                  <a:lnTo>
                    <a:pt x="439" y="1966"/>
                  </a:lnTo>
                  <a:lnTo>
                    <a:pt x="439" y="439"/>
                  </a:lnTo>
                  <a:cubicBezTo>
                    <a:pt x="439" y="191"/>
                    <a:pt x="239" y="1"/>
                    <a:pt x="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4" name="Google Shape;13484;p76"/>
            <p:cNvSpPr/>
            <p:nvPr/>
          </p:nvSpPr>
          <p:spPr>
            <a:xfrm>
              <a:off x="6032793" y="4571331"/>
              <a:ext cx="17282" cy="51480"/>
            </a:xfrm>
            <a:custGeom>
              <a:avLst/>
              <a:gdLst/>
              <a:ahLst/>
              <a:cxnLst/>
              <a:rect l="l" t="t" r="r" b="b"/>
              <a:pathLst>
                <a:path w="660" h="1966" extrusionOk="0">
                  <a:moveTo>
                    <a:pt x="1" y="1"/>
                  </a:moveTo>
                  <a:lnTo>
                    <a:pt x="1" y="1966"/>
                  </a:lnTo>
                  <a:lnTo>
                    <a:pt x="659" y="1966"/>
                  </a:lnTo>
                  <a:lnTo>
                    <a:pt x="659" y="659"/>
                  </a:lnTo>
                  <a:cubicBezTo>
                    <a:pt x="650" y="296"/>
                    <a:pt x="363" y="1"/>
                    <a:pt x="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5" name="Google Shape;13485;p76"/>
            <p:cNvSpPr/>
            <p:nvPr/>
          </p:nvSpPr>
          <p:spPr>
            <a:xfrm>
              <a:off x="6021324" y="4571331"/>
              <a:ext cx="11495" cy="51480"/>
            </a:xfrm>
            <a:custGeom>
              <a:avLst/>
              <a:gdLst/>
              <a:ahLst/>
              <a:cxnLst/>
              <a:rect l="l" t="t" r="r" b="b"/>
              <a:pathLst>
                <a:path w="439" h="1966" extrusionOk="0">
                  <a:moveTo>
                    <a:pt x="439" y="1"/>
                  </a:moveTo>
                  <a:cubicBezTo>
                    <a:pt x="191" y="1"/>
                    <a:pt x="0" y="191"/>
                    <a:pt x="0" y="439"/>
                  </a:cubicBezTo>
                  <a:lnTo>
                    <a:pt x="0" y="1966"/>
                  </a:lnTo>
                  <a:lnTo>
                    <a:pt x="439" y="1966"/>
                  </a:lnTo>
                  <a:lnTo>
                    <a:pt x="43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6" name="Google Shape;13486;p76"/>
          <p:cNvGrpSpPr/>
          <p:nvPr/>
        </p:nvGrpSpPr>
        <p:grpSpPr>
          <a:xfrm>
            <a:off x="5352349" y="4268082"/>
            <a:ext cx="274550" cy="354728"/>
            <a:chOff x="5352349" y="4268082"/>
            <a:chExt cx="274550" cy="354728"/>
          </a:xfrm>
        </p:grpSpPr>
        <p:sp>
          <p:nvSpPr>
            <p:cNvPr id="13487" name="Google Shape;13487;p76"/>
            <p:cNvSpPr/>
            <p:nvPr/>
          </p:nvSpPr>
          <p:spPr>
            <a:xfrm>
              <a:off x="5352349" y="4502647"/>
              <a:ext cx="274550" cy="120163"/>
            </a:xfrm>
            <a:custGeom>
              <a:avLst/>
              <a:gdLst/>
              <a:ahLst/>
              <a:cxnLst/>
              <a:rect l="l" t="t" r="r" b="b"/>
              <a:pathLst>
                <a:path w="10485" h="4589" extrusionOk="0">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76"/>
            <p:cNvSpPr/>
            <p:nvPr/>
          </p:nvSpPr>
          <p:spPr>
            <a:xfrm>
              <a:off x="5449522" y="4468424"/>
              <a:ext cx="80205" cy="154387"/>
            </a:xfrm>
            <a:custGeom>
              <a:avLst/>
              <a:gdLst/>
              <a:ahLst/>
              <a:cxnLst/>
              <a:rect l="l" t="t" r="r" b="b"/>
              <a:pathLst>
                <a:path w="3063" h="5896" extrusionOk="0">
                  <a:moveTo>
                    <a:pt x="0" y="0"/>
                  </a:moveTo>
                  <a:lnTo>
                    <a:pt x="0" y="5896"/>
                  </a:lnTo>
                  <a:lnTo>
                    <a:pt x="3062" y="5896"/>
                  </a:lnTo>
                  <a:lnTo>
                    <a:pt x="306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76"/>
            <p:cNvSpPr/>
            <p:nvPr/>
          </p:nvSpPr>
          <p:spPr>
            <a:xfrm>
              <a:off x="5449522" y="4468162"/>
              <a:ext cx="80205" cy="28882"/>
            </a:xfrm>
            <a:custGeom>
              <a:avLst/>
              <a:gdLst/>
              <a:ahLst/>
              <a:cxnLst/>
              <a:rect l="l" t="t" r="r" b="b"/>
              <a:pathLst>
                <a:path w="3063" h="1103" extrusionOk="0">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76"/>
            <p:cNvSpPr/>
            <p:nvPr/>
          </p:nvSpPr>
          <p:spPr>
            <a:xfrm>
              <a:off x="5529700" y="4456928"/>
              <a:ext cx="64729" cy="165882"/>
            </a:xfrm>
            <a:custGeom>
              <a:avLst/>
              <a:gdLst/>
              <a:ahLst/>
              <a:cxnLst/>
              <a:rect l="l" t="t" r="r" b="b"/>
              <a:pathLst>
                <a:path w="2472" h="6335" extrusionOk="0">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76"/>
            <p:cNvSpPr/>
            <p:nvPr/>
          </p:nvSpPr>
          <p:spPr>
            <a:xfrm>
              <a:off x="5384819" y="4456928"/>
              <a:ext cx="64965" cy="165882"/>
            </a:xfrm>
            <a:custGeom>
              <a:avLst/>
              <a:gdLst/>
              <a:ahLst/>
              <a:cxnLst/>
              <a:rect l="l" t="t" r="r" b="b"/>
              <a:pathLst>
                <a:path w="2481" h="6335" extrusionOk="0">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76"/>
            <p:cNvSpPr/>
            <p:nvPr/>
          </p:nvSpPr>
          <p:spPr>
            <a:xfrm>
              <a:off x="5449522" y="4523622"/>
              <a:ext cx="80205" cy="99189"/>
            </a:xfrm>
            <a:custGeom>
              <a:avLst/>
              <a:gdLst/>
              <a:ahLst/>
              <a:cxnLst/>
              <a:rect l="l" t="t" r="r" b="b"/>
              <a:pathLst>
                <a:path w="3063" h="3788" extrusionOk="0">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3" name="Google Shape;13493;p76"/>
            <p:cNvSpPr/>
            <p:nvPr/>
          </p:nvSpPr>
          <p:spPr>
            <a:xfrm>
              <a:off x="5449522" y="4523622"/>
              <a:ext cx="80205" cy="42053"/>
            </a:xfrm>
            <a:custGeom>
              <a:avLst/>
              <a:gdLst/>
              <a:ahLst/>
              <a:cxnLst/>
              <a:rect l="l" t="t" r="r" b="b"/>
              <a:pathLst>
                <a:path w="3063" h="1606" extrusionOk="0">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4" name="Google Shape;13494;p76"/>
            <p:cNvSpPr/>
            <p:nvPr/>
          </p:nvSpPr>
          <p:spPr>
            <a:xfrm>
              <a:off x="5398042" y="4273817"/>
              <a:ext cx="183138" cy="125924"/>
            </a:xfrm>
            <a:custGeom>
              <a:avLst/>
              <a:gdLst/>
              <a:ahLst/>
              <a:cxnLst/>
              <a:rect l="l" t="t" r="r" b="b"/>
              <a:pathLst>
                <a:path w="6994" h="4809" extrusionOk="0">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76"/>
            <p:cNvSpPr/>
            <p:nvPr/>
          </p:nvSpPr>
          <p:spPr>
            <a:xfrm>
              <a:off x="5397833" y="4273817"/>
              <a:ext cx="106154" cy="125924"/>
            </a:xfrm>
            <a:custGeom>
              <a:avLst/>
              <a:gdLst/>
              <a:ahLst/>
              <a:cxnLst/>
              <a:rect l="l" t="t" r="r" b="b"/>
              <a:pathLst>
                <a:path w="4054" h="4809" extrusionOk="0">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76"/>
            <p:cNvSpPr/>
            <p:nvPr/>
          </p:nvSpPr>
          <p:spPr>
            <a:xfrm>
              <a:off x="5363818" y="4348261"/>
              <a:ext cx="251585" cy="91438"/>
            </a:xfrm>
            <a:custGeom>
              <a:avLst/>
              <a:gdLst/>
              <a:ahLst/>
              <a:cxnLst/>
              <a:rect l="l" t="t" r="r" b="b"/>
              <a:pathLst>
                <a:path w="9608" h="3492" extrusionOk="0">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76"/>
            <p:cNvSpPr/>
            <p:nvPr/>
          </p:nvSpPr>
          <p:spPr>
            <a:xfrm>
              <a:off x="5363818" y="4359494"/>
              <a:ext cx="251585" cy="91700"/>
            </a:xfrm>
            <a:custGeom>
              <a:avLst/>
              <a:gdLst/>
              <a:ahLst/>
              <a:cxnLst/>
              <a:rect l="l" t="t" r="r" b="b"/>
              <a:pathLst>
                <a:path w="9608" h="3502" extrusionOk="0">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76"/>
            <p:cNvSpPr/>
            <p:nvPr/>
          </p:nvSpPr>
          <p:spPr>
            <a:xfrm>
              <a:off x="5394298" y="4359756"/>
              <a:ext cx="190627" cy="125924"/>
            </a:xfrm>
            <a:custGeom>
              <a:avLst/>
              <a:gdLst/>
              <a:ahLst/>
              <a:cxnLst/>
              <a:rect l="l" t="t" r="r" b="b"/>
              <a:pathLst>
                <a:path w="7280" h="4809" extrusionOk="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76"/>
            <p:cNvSpPr/>
            <p:nvPr/>
          </p:nvSpPr>
          <p:spPr>
            <a:xfrm>
              <a:off x="5397047" y="4359756"/>
              <a:ext cx="144175" cy="125688"/>
            </a:xfrm>
            <a:custGeom>
              <a:avLst/>
              <a:gdLst/>
              <a:ahLst/>
              <a:cxnLst/>
              <a:rect l="l" t="t" r="r" b="b"/>
              <a:pathLst>
                <a:path w="5506" h="4800" extrusionOk="0">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76"/>
            <p:cNvSpPr/>
            <p:nvPr/>
          </p:nvSpPr>
          <p:spPr>
            <a:xfrm>
              <a:off x="5466752" y="4268082"/>
              <a:ext cx="45745" cy="65201"/>
            </a:xfrm>
            <a:custGeom>
              <a:avLst/>
              <a:gdLst/>
              <a:ahLst/>
              <a:cxnLst/>
              <a:rect l="l" t="t" r="r" b="b"/>
              <a:pathLst>
                <a:path w="1747" h="2490" extrusionOk="0">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76"/>
            <p:cNvSpPr/>
            <p:nvPr/>
          </p:nvSpPr>
          <p:spPr>
            <a:xfrm>
              <a:off x="5466752" y="4268082"/>
              <a:ext cx="22755" cy="65201"/>
            </a:xfrm>
            <a:custGeom>
              <a:avLst/>
              <a:gdLst/>
              <a:ahLst/>
              <a:cxnLst/>
              <a:rect l="l" t="t" r="r" b="b"/>
              <a:pathLst>
                <a:path w="869" h="2490" extrusionOk="0">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76"/>
            <p:cNvSpPr/>
            <p:nvPr/>
          </p:nvSpPr>
          <p:spPr>
            <a:xfrm>
              <a:off x="5449522" y="4388350"/>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76"/>
            <p:cNvSpPr/>
            <p:nvPr/>
          </p:nvSpPr>
          <p:spPr>
            <a:xfrm>
              <a:off x="5518205" y="4388350"/>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4" name="Google Shape;13504;p76"/>
            <p:cNvSpPr/>
            <p:nvPr/>
          </p:nvSpPr>
          <p:spPr>
            <a:xfrm>
              <a:off x="5442007" y="4371251"/>
              <a:ext cx="26525" cy="11260"/>
            </a:xfrm>
            <a:custGeom>
              <a:avLst/>
              <a:gdLst/>
              <a:ahLst/>
              <a:cxnLst/>
              <a:rect l="l" t="t" r="r" b="b"/>
              <a:pathLst>
                <a:path w="1013" h="430" extrusionOk="0">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5" name="Google Shape;13505;p76"/>
            <p:cNvSpPr/>
            <p:nvPr/>
          </p:nvSpPr>
          <p:spPr>
            <a:xfrm>
              <a:off x="5464264" y="4428230"/>
              <a:ext cx="50720" cy="17256"/>
            </a:xfrm>
            <a:custGeom>
              <a:avLst/>
              <a:gdLst/>
              <a:ahLst/>
              <a:cxnLst/>
              <a:rect l="l" t="t" r="r" b="b"/>
              <a:pathLst>
                <a:path w="1937" h="659" extrusionOk="0">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76"/>
            <p:cNvSpPr/>
            <p:nvPr/>
          </p:nvSpPr>
          <p:spPr>
            <a:xfrm>
              <a:off x="5510716" y="4371251"/>
              <a:ext cx="26499" cy="11260"/>
            </a:xfrm>
            <a:custGeom>
              <a:avLst/>
              <a:gdLst/>
              <a:ahLst/>
              <a:cxnLst/>
              <a:rect l="l" t="t" r="r" b="b"/>
              <a:pathLst>
                <a:path w="1012" h="430" extrusionOk="0">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76"/>
            <p:cNvSpPr/>
            <p:nvPr/>
          </p:nvSpPr>
          <p:spPr>
            <a:xfrm>
              <a:off x="5403803" y="4359756"/>
              <a:ext cx="23017" cy="30244"/>
            </a:xfrm>
            <a:custGeom>
              <a:avLst/>
              <a:gdLst/>
              <a:ahLst/>
              <a:cxnLst/>
              <a:rect l="l" t="t" r="r" b="b"/>
              <a:pathLst>
                <a:path w="879" h="1155" extrusionOk="0">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76"/>
            <p:cNvSpPr/>
            <p:nvPr/>
          </p:nvSpPr>
          <p:spPr>
            <a:xfrm>
              <a:off x="5552429" y="4359756"/>
              <a:ext cx="23017" cy="30244"/>
            </a:xfrm>
            <a:custGeom>
              <a:avLst/>
              <a:gdLst/>
              <a:ahLst/>
              <a:cxnLst/>
              <a:rect l="l" t="t" r="r" b="b"/>
              <a:pathLst>
                <a:path w="879" h="1155" extrusionOk="0">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9" name="Google Shape;13509;p76"/>
          <p:cNvGrpSpPr/>
          <p:nvPr/>
        </p:nvGrpSpPr>
        <p:grpSpPr>
          <a:xfrm>
            <a:off x="7606826" y="2419290"/>
            <a:ext cx="274550" cy="354728"/>
            <a:chOff x="7606826" y="2419290"/>
            <a:chExt cx="274550" cy="354728"/>
          </a:xfrm>
        </p:grpSpPr>
        <p:sp>
          <p:nvSpPr>
            <p:cNvPr id="13510" name="Google Shape;13510;p76"/>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76"/>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2" name="Google Shape;13512;p76"/>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3" name="Google Shape;13513;p76"/>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76"/>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76"/>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76"/>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76"/>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76"/>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76"/>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76"/>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76"/>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2" name="Google Shape;13522;p76"/>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3" name="Google Shape;13523;p76"/>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76"/>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5" name="Google Shape;13525;p76"/>
          <p:cNvGrpSpPr/>
          <p:nvPr/>
        </p:nvGrpSpPr>
        <p:grpSpPr>
          <a:xfrm>
            <a:off x="7156182" y="2419290"/>
            <a:ext cx="274550" cy="354728"/>
            <a:chOff x="7156182" y="2419290"/>
            <a:chExt cx="274550" cy="354728"/>
          </a:xfrm>
        </p:grpSpPr>
        <p:sp>
          <p:nvSpPr>
            <p:cNvPr id="13526" name="Google Shape;13526;p76"/>
            <p:cNvSpPr/>
            <p:nvPr/>
          </p:nvSpPr>
          <p:spPr>
            <a:xfrm>
              <a:off x="7156182" y="2602402"/>
              <a:ext cx="274550" cy="171616"/>
            </a:xfrm>
            <a:custGeom>
              <a:avLst/>
              <a:gdLst/>
              <a:ahLst/>
              <a:cxnLst/>
              <a:rect l="l" t="t" r="r" b="b"/>
              <a:pathLst>
                <a:path w="10485" h="6554" extrusionOk="0">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76"/>
            <p:cNvSpPr/>
            <p:nvPr/>
          </p:nvSpPr>
          <p:spPr>
            <a:xfrm>
              <a:off x="7156182" y="2654353"/>
              <a:ext cx="274550" cy="119665"/>
            </a:xfrm>
            <a:custGeom>
              <a:avLst/>
              <a:gdLst/>
              <a:ahLst/>
              <a:cxnLst/>
              <a:rect l="l" t="t" r="r" b="b"/>
              <a:pathLst>
                <a:path w="10485" h="4570" extrusionOk="0">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8" name="Google Shape;13528;p76"/>
            <p:cNvSpPr/>
            <p:nvPr/>
          </p:nvSpPr>
          <p:spPr>
            <a:xfrm>
              <a:off x="7253354" y="2602402"/>
              <a:ext cx="80205" cy="28620"/>
            </a:xfrm>
            <a:custGeom>
              <a:avLst/>
              <a:gdLst/>
              <a:ahLst/>
              <a:cxnLst/>
              <a:rect l="l" t="t" r="r" b="b"/>
              <a:pathLst>
                <a:path w="3063" h="1093" extrusionOk="0">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9" name="Google Shape;13529;p76"/>
            <p:cNvSpPr/>
            <p:nvPr/>
          </p:nvSpPr>
          <p:spPr>
            <a:xfrm>
              <a:off x="7197135" y="2487974"/>
              <a:ext cx="192381" cy="131423"/>
            </a:xfrm>
            <a:custGeom>
              <a:avLst/>
              <a:gdLst/>
              <a:ahLst/>
              <a:cxnLst/>
              <a:rect l="l" t="t" r="r" b="b"/>
              <a:pathLst>
                <a:path w="7347" h="5019" extrusionOk="0">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0" name="Google Shape;13530;p76"/>
            <p:cNvSpPr/>
            <p:nvPr/>
          </p:nvSpPr>
          <p:spPr>
            <a:xfrm>
              <a:off x="7201141" y="2499469"/>
              <a:ext cx="155408" cy="120163"/>
            </a:xfrm>
            <a:custGeom>
              <a:avLst/>
              <a:gdLst/>
              <a:ahLst/>
              <a:cxnLst/>
              <a:rect l="l" t="t" r="r" b="b"/>
              <a:pathLst>
                <a:path w="5935" h="4589" extrusionOk="0">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76"/>
            <p:cNvSpPr/>
            <p:nvPr/>
          </p:nvSpPr>
          <p:spPr>
            <a:xfrm>
              <a:off x="7253354" y="2522328"/>
              <a:ext cx="11495" cy="17125"/>
            </a:xfrm>
            <a:custGeom>
              <a:avLst/>
              <a:gdLst/>
              <a:ahLst/>
              <a:cxnLst/>
              <a:rect l="l" t="t" r="r" b="b"/>
              <a:pathLst>
                <a:path w="439" h="654" extrusionOk="0">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76"/>
            <p:cNvSpPr/>
            <p:nvPr/>
          </p:nvSpPr>
          <p:spPr>
            <a:xfrm>
              <a:off x="7322038" y="2522328"/>
              <a:ext cx="11260" cy="17125"/>
            </a:xfrm>
            <a:custGeom>
              <a:avLst/>
              <a:gdLst/>
              <a:ahLst/>
              <a:cxnLst/>
              <a:rect l="l" t="t" r="r" b="b"/>
              <a:pathLst>
                <a:path w="430" h="654"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3" name="Google Shape;13533;p76"/>
            <p:cNvSpPr/>
            <p:nvPr/>
          </p:nvSpPr>
          <p:spPr>
            <a:xfrm>
              <a:off x="7197109" y="2657574"/>
              <a:ext cx="191439" cy="81750"/>
            </a:xfrm>
            <a:custGeom>
              <a:avLst/>
              <a:gdLst/>
              <a:ahLst/>
              <a:cxnLst/>
              <a:rect l="l" t="t" r="r" b="b"/>
              <a:pathLst>
                <a:path w="7311" h="3122" extrusionOk="0">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4" name="Google Shape;13534;p76"/>
            <p:cNvSpPr/>
            <p:nvPr/>
          </p:nvSpPr>
          <p:spPr>
            <a:xfrm>
              <a:off x="7159926" y="2476478"/>
              <a:ext cx="64729" cy="11521"/>
            </a:xfrm>
            <a:custGeom>
              <a:avLst/>
              <a:gdLst/>
              <a:ahLst/>
              <a:cxnLst/>
              <a:rect l="l" t="t" r="r" b="b"/>
              <a:pathLst>
                <a:path w="2472" h="440" extrusionOk="0">
                  <a:moveTo>
                    <a:pt x="286" y="1"/>
                  </a:moveTo>
                  <a:cubicBezTo>
                    <a:pt x="0" y="1"/>
                    <a:pt x="0" y="440"/>
                    <a:pt x="286" y="440"/>
                  </a:cubicBezTo>
                  <a:lnTo>
                    <a:pt x="2471" y="440"/>
                  </a:lnTo>
                  <a:lnTo>
                    <a:pt x="2471" y="1"/>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76"/>
            <p:cNvSpPr/>
            <p:nvPr/>
          </p:nvSpPr>
          <p:spPr>
            <a:xfrm>
              <a:off x="7285824" y="2562182"/>
              <a:ext cx="26499" cy="11495"/>
            </a:xfrm>
            <a:custGeom>
              <a:avLst/>
              <a:gdLst/>
              <a:ahLst/>
              <a:cxnLst/>
              <a:rect l="l" t="t" r="r" b="b"/>
              <a:pathLst>
                <a:path w="1012" h="439" extrusionOk="0">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76"/>
            <p:cNvSpPr/>
            <p:nvPr/>
          </p:nvSpPr>
          <p:spPr>
            <a:xfrm>
              <a:off x="7220623" y="2654589"/>
              <a:ext cx="145405" cy="62242"/>
            </a:xfrm>
            <a:custGeom>
              <a:avLst/>
              <a:gdLst/>
              <a:ahLst/>
              <a:cxnLst/>
              <a:rect l="l" t="t" r="r" b="b"/>
              <a:pathLst>
                <a:path w="5553" h="2377" extrusionOk="0">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76"/>
            <p:cNvSpPr/>
            <p:nvPr/>
          </p:nvSpPr>
          <p:spPr>
            <a:xfrm>
              <a:off x="7218869" y="2487974"/>
              <a:ext cx="148914" cy="22755"/>
            </a:xfrm>
            <a:custGeom>
              <a:avLst/>
              <a:gdLst/>
              <a:ahLst/>
              <a:cxnLst/>
              <a:rect l="l" t="t" r="r" b="b"/>
              <a:pathLst>
                <a:path w="5687" h="869" extrusionOk="0">
                  <a:moveTo>
                    <a:pt x="1" y="1"/>
                  </a:moveTo>
                  <a:lnTo>
                    <a:pt x="1" y="869"/>
                  </a:lnTo>
                  <a:lnTo>
                    <a:pt x="5686" y="869"/>
                  </a:lnTo>
                  <a:lnTo>
                    <a:pt x="5686"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76"/>
            <p:cNvSpPr/>
            <p:nvPr/>
          </p:nvSpPr>
          <p:spPr>
            <a:xfrm>
              <a:off x="7213370" y="2419290"/>
              <a:ext cx="159912" cy="68709"/>
            </a:xfrm>
            <a:custGeom>
              <a:avLst/>
              <a:gdLst/>
              <a:ahLst/>
              <a:cxnLst/>
              <a:rect l="l" t="t" r="r" b="b"/>
              <a:pathLst>
                <a:path w="6107" h="2624" extrusionOk="0">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76"/>
            <p:cNvSpPr/>
            <p:nvPr/>
          </p:nvSpPr>
          <p:spPr>
            <a:xfrm>
              <a:off x="7213370" y="2419290"/>
              <a:ext cx="100210" cy="68709"/>
            </a:xfrm>
            <a:custGeom>
              <a:avLst/>
              <a:gdLst/>
              <a:ahLst/>
              <a:cxnLst/>
              <a:rect l="l" t="t" r="r" b="b"/>
              <a:pathLst>
                <a:path w="3827" h="2624" extrusionOk="0">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76"/>
            <p:cNvSpPr/>
            <p:nvPr/>
          </p:nvSpPr>
          <p:spPr>
            <a:xfrm>
              <a:off x="7341781" y="2453514"/>
              <a:ext cx="23514" cy="17256"/>
            </a:xfrm>
            <a:custGeom>
              <a:avLst/>
              <a:gdLst/>
              <a:ahLst/>
              <a:cxnLst/>
              <a:rect l="l" t="t" r="r" b="b"/>
              <a:pathLst>
                <a:path w="898" h="659" extrusionOk="0">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41" name="Google Shape;13541;p76"/>
          <p:cNvGrpSpPr/>
          <p:nvPr/>
        </p:nvGrpSpPr>
        <p:grpSpPr>
          <a:xfrm>
            <a:off x="6705276" y="2419290"/>
            <a:ext cx="274812" cy="354728"/>
            <a:chOff x="6705276" y="2419290"/>
            <a:chExt cx="274812" cy="354728"/>
          </a:xfrm>
        </p:grpSpPr>
        <p:sp>
          <p:nvSpPr>
            <p:cNvPr id="13542" name="Google Shape;13542;p76"/>
            <p:cNvSpPr/>
            <p:nvPr/>
          </p:nvSpPr>
          <p:spPr>
            <a:xfrm>
              <a:off x="6705538" y="2608136"/>
              <a:ext cx="274550" cy="165882"/>
            </a:xfrm>
            <a:custGeom>
              <a:avLst/>
              <a:gdLst/>
              <a:ahLst/>
              <a:cxnLst/>
              <a:rect l="l" t="t" r="r" b="b"/>
              <a:pathLst>
                <a:path w="10485" h="6335" extrusionOk="0">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76"/>
            <p:cNvSpPr/>
            <p:nvPr/>
          </p:nvSpPr>
          <p:spPr>
            <a:xfrm>
              <a:off x="6705276" y="2651604"/>
              <a:ext cx="274812" cy="122415"/>
            </a:xfrm>
            <a:custGeom>
              <a:avLst/>
              <a:gdLst/>
              <a:ahLst/>
              <a:cxnLst/>
              <a:rect l="l" t="t" r="r" b="b"/>
              <a:pathLst>
                <a:path w="10495" h="4675" extrusionOk="0">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76"/>
            <p:cNvSpPr/>
            <p:nvPr/>
          </p:nvSpPr>
          <p:spPr>
            <a:xfrm>
              <a:off x="6773959" y="2656343"/>
              <a:ext cx="137681" cy="117675"/>
            </a:xfrm>
            <a:custGeom>
              <a:avLst/>
              <a:gdLst/>
              <a:ahLst/>
              <a:cxnLst/>
              <a:rect l="l" t="t" r="r" b="b"/>
              <a:pathLst>
                <a:path w="5258" h="4494" extrusionOk="0">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76"/>
            <p:cNvSpPr/>
            <p:nvPr/>
          </p:nvSpPr>
          <p:spPr>
            <a:xfrm>
              <a:off x="6780479" y="2656343"/>
              <a:ext cx="124405" cy="46321"/>
            </a:xfrm>
            <a:custGeom>
              <a:avLst/>
              <a:gdLst/>
              <a:ahLst/>
              <a:cxnLst/>
              <a:rect l="l" t="t" r="r" b="b"/>
              <a:pathLst>
                <a:path w="4751" h="1769" extrusionOk="0">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76"/>
            <p:cNvSpPr/>
            <p:nvPr/>
          </p:nvSpPr>
          <p:spPr>
            <a:xfrm>
              <a:off x="6825439" y="2693814"/>
              <a:ext cx="34486" cy="80205"/>
            </a:xfrm>
            <a:custGeom>
              <a:avLst/>
              <a:gdLst/>
              <a:ahLst/>
              <a:cxnLst/>
              <a:rect l="l" t="t" r="r" b="b"/>
              <a:pathLst>
                <a:path w="1317" h="3063" extrusionOk="0">
                  <a:moveTo>
                    <a:pt x="344" y="1"/>
                  </a:moveTo>
                  <a:lnTo>
                    <a:pt x="0" y="3063"/>
                  </a:lnTo>
                  <a:lnTo>
                    <a:pt x="1317" y="3063"/>
                  </a:lnTo>
                  <a:lnTo>
                    <a:pt x="973"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76"/>
            <p:cNvSpPr/>
            <p:nvPr/>
          </p:nvSpPr>
          <p:spPr>
            <a:xfrm>
              <a:off x="6819678" y="2665351"/>
              <a:ext cx="46007" cy="34250"/>
            </a:xfrm>
            <a:custGeom>
              <a:avLst/>
              <a:gdLst/>
              <a:ahLst/>
              <a:cxnLst/>
              <a:rect l="l" t="t" r="r" b="b"/>
              <a:pathLst>
                <a:path w="1757" h="1308" extrusionOk="0">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76"/>
            <p:cNvSpPr/>
            <p:nvPr/>
          </p:nvSpPr>
          <p:spPr>
            <a:xfrm>
              <a:off x="6802710" y="2608136"/>
              <a:ext cx="79943" cy="22886"/>
            </a:xfrm>
            <a:custGeom>
              <a:avLst/>
              <a:gdLst/>
              <a:ahLst/>
              <a:cxnLst/>
              <a:rect l="l" t="t" r="r" b="b"/>
              <a:pathLst>
                <a:path w="3053" h="874" extrusionOk="0">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9" name="Google Shape;13549;p76"/>
            <p:cNvSpPr/>
            <p:nvPr/>
          </p:nvSpPr>
          <p:spPr>
            <a:xfrm>
              <a:off x="6722768" y="2447753"/>
              <a:ext cx="62713" cy="143180"/>
            </a:xfrm>
            <a:custGeom>
              <a:avLst/>
              <a:gdLst/>
              <a:ahLst/>
              <a:cxnLst/>
              <a:rect l="l" t="t" r="r" b="b"/>
              <a:pathLst>
                <a:path w="2395" h="5468" extrusionOk="0">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0" name="Google Shape;13550;p76"/>
            <p:cNvSpPr/>
            <p:nvPr/>
          </p:nvSpPr>
          <p:spPr>
            <a:xfrm>
              <a:off x="6900119" y="2447753"/>
              <a:ext cx="62477" cy="143180"/>
            </a:xfrm>
            <a:custGeom>
              <a:avLst/>
              <a:gdLst/>
              <a:ahLst/>
              <a:cxnLst/>
              <a:rect l="l" t="t" r="r" b="b"/>
              <a:pathLst>
                <a:path w="2386" h="5468" extrusionOk="0">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76"/>
            <p:cNvSpPr/>
            <p:nvPr/>
          </p:nvSpPr>
          <p:spPr>
            <a:xfrm>
              <a:off x="6745732" y="2419290"/>
              <a:ext cx="193874" cy="200368"/>
            </a:xfrm>
            <a:custGeom>
              <a:avLst/>
              <a:gdLst/>
              <a:ahLst/>
              <a:cxnLst/>
              <a:rect l="l" t="t" r="r" b="b"/>
              <a:pathLst>
                <a:path w="7404" h="7652" extrusionOk="0">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76"/>
            <p:cNvSpPr/>
            <p:nvPr/>
          </p:nvSpPr>
          <p:spPr>
            <a:xfrm>
              <a:off x="6796950"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76"/>
            <p:cNvSpPr/>
            <p:nvPr/>
          </p:nvSpPr>
          <p:spPr>
            <a:xfrm>
              <a:off x="6859898"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76"/>
            <p:cNvSpPr/>
            <p:nvPr/>
          </p:nvSpPr>
          <p:spPr>
            <a:xfrm>
              <a:off x="6745732" y="2419316"/>
              <a:ext cx="111443" cy="200237"/>
            </a:xfrm>
            <a:custGeom>
              <a:avLst/>
              <a:gdLst/>
              <a:ahLst/>
              <a:cxnLst/>
              <a:rect l="l" t="t" r="r" b="b"/>
              <a:pathLst>
                <a:path w="4256" h="7647" extrusionOk="0">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76"/>
            <p:cNvSpPr/>
            <p:nvPr/>
          </p:nvSpPr>
          <p:spPr>
            <a:xfrm>
              <a:off x="6805434" y="2516594"/>
              <a:ext cx="11521" cy="17125"/>
            </a:xfrm>
            <a:custGeom>
              <a:avLst/>
              <a:gdLst/>
              <a:ahLst/>
              <a:cxnLst/>
              <a:rect l="l" t="t" r="r" b="b"/>
              <a:pathLst>
                <a:path w="440" h="654" extrusionOk="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6" name="Google Shape;13556;p76"/>
            <p:cNvSpPr/>
            <p:nvPr/>
          </p:nvSpPr>
          <p:spPr>
            <a:xfrm>
              <a:off x="6817400" y="2562103"/>
              <a:ext cx="50563" cy="17361"/>
            </a:xfrm>
            <a:custGeom>
              <a:avLst/>
              <a:gdLst/>
              <a:ahLst/>
              <a:cxnLst/>
              <a:rect l="l" t="t" r="r" b="b"/>
              <a:pathLst>
                <a:path w="1931" h="663" extrusionOk="0">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7" name="Google Shape;13557;p76"/>
            <p:cNvSpPr/>
            <p:nvPr/>
          </p:nvSpPr>
          <p:spPr>
            <a:xfrm>
              <a:off x="6794960" y="2493734"/>
              <a:ext cx="32496" cy="11260"/>
            </a:xfrm>
            <a:custGeom>
              <a:avLst/>
              <a:gdLst/>
              <a:ahLst/>
              <a:cxnLst/>
              <a:rect l="l" t="t" r="r" b="b"/>
              <a:pathLst>
                <a:path w="1241" h="430" extrusionOk="0">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76"/>
            <p:cNvSpPr/>
            <p:nvPr/>
          </p:nvSpPr>
          <p:spPr>
            <a:xfrm>
              <a:off x="6868409" y="2516594"/>
              <a:ext cx="11495" cy="17125"/>
            </a:xfrm>
            <a:custGeom>
              <a:avLst/>
              <a:gdLst/>
              <a:ahLst/>
              <a:cxnLst/>
              <a:rect l="l" t="t" r="r" b="b"/>
              <a:pathLst>
                <a:path w="439" h="654" extrusionOk="0">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76"/>
            <p:cNvSpPr/>
            <p:nvPr/>
          </p:nvSpPr>
          <p:spPr>
            <a:xfrm>
              <a:off x="6857908" y="2493734"/>
              <a:ext cx="32496" cy="11260"/>
            </a:xfrm>
            <a:custGeom>
              <a:avLst/>
              <a:gdLst/>
              <a:ahLst/>
              <a:cxnLst/>
              <a:rect l="l" t="t" r="r" b="b"/>
              <a:pathLst>
                <a:path w="1241" h="430" extrusionOk="0">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76"/>
            <p:cNvSpPr/>
            <p:nvPr/>
          </p:nvSpPr>
          <p:spPr>
            <a:xfrm>
              <a:off x="6754975" y="2516463"/>
              <a:ext cx="43755" cy="11521"/>
            </a:xfrm>
            <a:custGeom>
              <a:avLst/>
              <a:gdLst/>
              <a:ahLst/>
              <a:cxnLst/>
              <a:rect l="l" t="t" r="r" b="b"/>
              <a:pathLst>
                <a:path w="1671" h="440" extrusionOk="0">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76"/>
            <p:cNvSpPr/>
            <p:nvPr/>
          </p:nvSpPr>
          <p:spPr>
            <a:xfrm>
              <a:off x="6886633" y="2516463"/>
              <a:ext cx="43729" cy="11521"/>
            </a:xfrm>
            <a:custGeom>
              <a:avLst/>
              <a:gdLst/>
              <a:ahLst/>
              <a:cxnLst/>
              <a:rect l="l" t="t" r="r" b="b"/>
              <a:pathLst>
                <a:path w="1670" h="440" extrusionOk="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76"/>
            <p:cNvSpPr/>
            <p:nvPr/>
          </p:nvSpPr>
          <p:spPr>
            <a:xfrm>
              <a:off x="6825675" y="2516463"/>
              <a:ext cx="34250" cy="22990"/>
            </a:xfrm>
            <a:custGeom>
              <a:avLst/>
              <a:gdLst/>
              <a:ahLst/>
              <a:cxnLst/>
              <a:rect l="l" t="t" r="r" b="b"/>
              <a:pathLst>
                <a:path w="1308" h="878" extrusionOk="0">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76"/>
            <p:cNvSpPr/>
            <p:nvPr/>
          </p:nvSpPr>
          <p:spPr>
            <a:xfrm>
              <a:off x="6825439" y="2596641"/>
              <a:ext cx="34486" cy="34250"/>
            </a:xfrm>
            <a:custGeom>
              <a:avLst/>
              <a:gdLst/>
              <a:ahLst/>
              <a:cxnLst/>
              <a:rect l="l" t="t" r="r" b="b"/>
              <a:pathLst>
                <a:path w="1317" h="1308" extrusionOk="0">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4" name="Google Shape;13564;p76"/>
            <p:cNvSpPr/>
            <p:nvPr/>
          </p:nvSpPr>
          <p:spPr>
            <a:xfrm>
              <a:off x="6783726" y="2640868"/>
              <a:ext cx="58969" cy="50380"/>
            </a:xfrm>
            <a:custGeom>
              <a:avLst/>
              <a:gdLst/>
              <a:ahLst/>
              <a:cxnLst/>
              <a:rect l="l" t="t" r="r" b="b"/>
              <a:pathLst>
                <a:path w="2252" h="1924" extrusionOk="0">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5" name="Google Shape;13565;p76"/>
            <p:cNvSpPr/>
            <p:nvPr/>
          </p:nvSpPr>
          <p:spPr>
            <a:xfrm>
              <a:off x="6842669" y="2640868"/>
              <a:ext cx="58969" cy="50380"/>
            </a:xfrm>
            <a:custGeom>
              <a:avLst/>
              <a:gdLst/>
              <a:ahLst/>
              <a:cxnLst/>
              <a:rect l="l" t="t" r="r" b="b"/>
              <a:pathLst>
                <a:path w="2252" h="1924" extrusionOk="0">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76"/>
            <p:cNvSpPr/>
            <p:nvPr/>
          </p:nvSpPr>
          <p:spPr>
            <a:xfrm>
              <a:off x="6734499" y="2625131"/>
              <a:ext cx="68238" cy="148888"/>
            </a:xfrm>
            <a:custGeom>
              <a:avLst/>
              <a:gdLst/>
              <a:ahLst/>
              <a:cxnLst/>
              <a:rect l="l" t="t" r="r" b="b"/>
              <a:pathLst>
                <a:path w="2606" h="5686" extrusionOk="0">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76"/>
            <p:cNvSpPr/>
            <p:nvPr/>
          </p:nvSpPr>
          <p:spPr>
            <a:xfrm>
              <a:off x="6882627" y="2625131"/>
              <a:ext cx="68238" cy="148888"/>
            </a:xfrm>
            <a:custGeom>
              <a:avLst/>
              <a:gdLst/>
              <a:ahLst/>
              <a:cxnLst/>
              <a:rect l="l" t="t" r="r" b="b"/>
              <a:pathLst>
                <a:path w="2606" h="5686" extrusionOk="0">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76"/>
            <p:cNvSpPr/>
            <p:nvPr/>
          </p:nvSpPr>
          <p:spPr>
            <a:xfrm>
              <a:off x="6785455" y="2510702"/>
              <a:ext cx="51506" cy="40246"/>
            </a:xfrm>
            <a:custGeom>
              <a:avLst/>
              <a:gdLst/>
              <a:ahLst/>
              <a:cxnLst/>
              <a:rect l="l" t="t" r="r" b="b"/>
              <a:pathLst>
                <a:path w="1967" h="1537" extrusionOk="0">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76"/>
            <p:cNvSpPr/>
            <p:nvPr/>
          </p:nvSpPr>
          <p:spPr>
            <a:xfrm>
              <a:off x="6848403" y="2510702"/>
              <a:ext cx="51506" cy="40246"/>
            </a:xfrm>
            <a:custGeom>
              <a:avLst/>
              <a:gdLst/>
              <a:ahLst/>
              <a:cxnLst/>
              <a:rect l="l" t="t" r="r" b="b"/>
              <a:pathLst>
                <a:path w="1967" h="1537" extrusionOk="0">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70" name="Google Shape;13570;p76"/>
          <p:cNvGrpSpPr/>
          <p:nvPr/>
        </p:nvGrpSpPr>
        <p:grpSpPr>
          <a:xfrm>
            <a:off x="4902936" y="2419290"/>
            <a:ext cx="274576" cy="354728"/>
            <a:chOff x="4902936" y="2419290"/>
            <a:chExt cx="274576" cy="354728"/>
          </a:xfrm>
        </p:grpSpPr>
        <p:sp>
          <p:nvSpPr>
            <p:cNvPr id="13571" name="Google Shape;13571;p76"/>
            <p:cNvSpPr/>
            <p:nvPr/>
          </p:nvSpPr>
          <p:spPr>
            <a:xfrm>
              <a:off x="4943418" y="2419290"/>
              <a:ext cx="193376" cy="131658"/>
            </a:xfrm>
            <a:custGeom>
              <a:avLst/>
              <a:gdLst/>
              <a:ahLst/>
              <a:cxnLst/>
              <a:rect l="l" t="t" r="r" b="b"/>
              <a:pathLst>
                <a:path w="7385" h="5028" extrusionOk="0">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2" name="Google Shape;13572;p76"/>
            <p:cNvSpPr/>
            <p:nvPr/>
          </p:nvSpPr>
          <p:spPr>
            <a:xfrm>
              <a:off x="4902936" y="2613871"/>
              <a:ext cx="274576" cy="160147"/>
            </a:xfrm>
            <a:custGeom>
              <a:avLst/>
              <a:gdLst/>
              <a:ahLst/>
              <a:cxnLst/>
              <a:rect l="l" t="t" r="r" b="b"/>
              <a:pathLst>
                <a:path w="10486" h="6116" extrusionOk="0">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76"/>
            <p:cNvSpPr/>
            <p:nvPr/>
          </p:nvSpPr>
          <p:spPr>
            <a:xfrm>
              <a:off x="4902936" y="2657338"/>
              <a:ext cx="274576" cy="116680"/>
            </a:xfrm>
            <a:custGeom>
              <a:avLst/>
              <a:gdLst/>
              <a:ahLst/>
              <a:cxnLst/>
              <a:rect l="l" t="t" r="r" b="b"/>
              <a:pathLst>
                <a:path w="10486" h="4456" extrusionOk="0">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76"/>
            <p:cNvSpPr/>
            <p:nvPr/>
          </p:nvSpPr>
          <p:spPr>
            <a:xfrm>
              <a:off x="4971384" y="2662104"/>
              <a:ext cx="137681" cy="111915"/>
            </a:xfrm>
            <a:custGeom>
              <a:avLst/>
              <a:gdLst/>
              <a:ahLst/>
              <a:cxnLst/>
              <a:rect l="l" t="t" r="r" b="b"/>
              <a:pathLst>
                <a:path w="5258" h="4274" extrusionOk="0">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76"/>
            <p:cNvSpPr/>
            <p:nvPr/>
          </p:nvSpPr>
          <p:spPr>
            <a:xfrm>
              <a:off x="4977878" y="2662104"/>
              <a:ext cx="124431" cy="46217"/>
            </a:xfrm>
            <a:custGeom>
              <a:avLst/>
              <a:gdLst/>
              <a:ahLst/>
              <a:cxnLst/>
              <a:rect l="l" t="t" r="r" b="b"/>
              <a:pathLst>
                <a:path w="4752" h="1765" extrusionOk="0">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76"/>
            <p:cNvSpPr/>
            <p:nvPr/>
          </p:nvSpPr>
          <p:spPr>
            <a:xfrm>
              <a:off x="5022837" y="2699574"/>
              <a:ext cx="34512" cy="74444"/>
            </a:xfrm>
            <a:custGeom>
              <a:avLst/>
              <a:gdLst/>
              <a:ahLst/>
              <a:cxnLst/>
              <a:rect l="l" t="t" r="r" b="b"/>
              <a:pathLst>
                <a:path w="1318" h="2843" extrusionOk="0">
                  <a:moveTo>
                    <a:pt x="344" y="0"/>
                  </a:moveTo>
                  <a:lnTo>
                    <a:pt x="1" y="2843"/>
                  </a:lnTo>
                  <a:lnTo>
                    <a:pt x="1317" y="2843"/>
                  </a:lnTo>
                  <a:lnTo>
                    <a:pt x="97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76"/>
            <p:cNvSpPr/>
            <p:nvPr/>
          </p:nvSpPr>
          <p:spPr>
            <a:xfrm>
              <a:off x="5017103" y="2670823"/>
              <a:ext cx="45745" cy="34512"/>
            </a:xfrm>
            <a:custGeom>
              <a:avLst/>
              <a:gdLst/>
              <a:ahLst/>
              <a:cxnLst/>
              <a:rect l="l" t="t" r="r" b="b"/>
              <a:pathLst>
                <a:path w="1747" h="1318" extrusionOk="0">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76"/>
            <p:cNvSpPr/>
            <p:nvPr/>
          </p:nvSpPr>
          <p:spPr>
            <a:xfrm>
              <a:off x="5000109" y="2613635"/>
              <a:ext cx="79969" cy="22938"/>
            </a:xfrm>
            <a:custGeom>
              <a:avLst/>
              <a:gdLst/>
              <a:ahLst/>
              <a:cxnLst/>
              <a:rect l="l" t="t" r="r" b="b"/>
              <a:pathLst>
                <a:path w="3054" h="876" extrusionOk="0">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76"/>
            <p:cNvSpPr/>
            <p:nvPr/>
          </p:nvSpPr>
          <p:spPr>
            <a:xfrm>
              <a:off x="4981125" y="2646602"/>
              <a:ext cx="58995" cy="50301"/>
            </a:xfrm>
            <a:custGeom>
              <a:avLst/>
              <a:gdLst/>
              <a:ahLst/>
              <a:cxnLst/>
              <a:rect l="l" t="t" r="r" b="b"/>
              <a:pathLst>
                <a:path w="2253" h="1921" extrusionOk="0">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0" name="Google Shape;13580;p76"/>
            <p:cNvSpPr/>
            <p:nvPr/>
          </p:nvSpPr>
          <p:spPr>
            <a:xfrm>
              <a:off x="5040093" y="2646602"/>
              <a:ext cx="58969" cy="50301"/>
            </a:xfrm>
            <a:custGeom>
              <a:avLst/>
              <a:gdLst/>
              <a:ahLst/>
              <a:cxnLst/>
              <a:rect l="l" t="t" r="r" b="b"/>
              <a:pathLst>
                <a:path w="2252" h="1921" extrusionOk="0">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1" name="Google Shape;13581;p76"/>
            <p:cNvSpPr/>
            <p:nvPr/>
          </p:nvSpPr>
          <p:spPr>
            <a:xfrm>
              <a:off x="4931923" y="2630865"/>
              <a:ext cx="68212" cy="143153"/>
            </a:xfrm>
            <a:custGeom>
              <a:avLst/>
              <a:gdLst/>
              <a:ahLst/>
              <a:cxnLst/>
              <a:rect l="l" t="t" r="r" b="b"/>
              <a:pathLst>
                <a:path w="2605" h="5467" extrusionOk="0">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76"/>
            <p:cNvSpPr/>
            <p:nvPr/>
          </p:nvSpPr>
          <p:spPr>
            <a:xfrm>
              <a:off x="5080052" y="2630865"/>
              <a:ext cx="68212" cy="143153"/>
            </a:xfrm>
            <a:custGeom>
              <a:avLst/>
              <a:gdLst/>
              <a:ahLst/>
              <a:cxnLst/>
              <a:rect l="l" t="t" r="r" b="b"/>
              <a:pathLst>
                <a:path w="2605" h="5467" extrusionOk="0">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76"/>
            <p:cNvSpPr/>
            <p:nvPr/>
          </p:nvSpPr>
          <p:spPr>
            <a:xfrm>
              <a:off x="4946403" y="2476478"/>
              <a:ext cx="187144" cy="148678"/>
            </a:xfrm>
            <a:custGeom>
              <a:avLst/>
              <a:gdLst/>
              <a:ahLst/>
              <a:cxnLst/>
              <a:rect l="l" t="t" r="r" b="b"/>
              <a:pathLst>
                <a:path w="7147" h="5678" extrusionOk="0">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76"/>
            <p:cNvSpPr/>
            <p:nvPr/>
          </p:nvSpPr>
          <p:spPr>
            <a:xfrm>
              <a:off x="4946665" y="2476478"/>
              <a:ext cx="127678" cy="148652"/>
            </a:xfrm>
            <a:custGeom>
              <a:avLst/>
              <a:gdLst/>
              <a:ahLst/>
              <a:cxnLst/>
              <a:rect l="l" t="t" r="r" b="b"/>
              <a:pathLst>
                <a:path w="4876" h="5677" extrusionOk="0">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76"/>
            <p:cNvSpPr/>
            <p:nvPr/>
          </p:nvSpPr>
          <p:spPr>
            <a:xfrm>
              <a:off x="5005608" y="2419290"/>
              <a:ext cx="119430" cy="45981"/>
            </a:xfrm>
            <a:custGeom>
              <a:avLst/>
              <a:gdLst/>
              <a:ahLst/>
              <a:cxnLst/>
              <a:rect l="l" t="t" r="r" b="b"/>
              <a:pathLst>
                <a:path w="4561" h="1756" extrusionOk="0">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6" name="Google Shape;13586;p76"/>
            <p:cNvSpPr/>
            <p:nvPr/>
          </p:nvSpPr>
          <p:spPr>
            <a:xfrm>
              <a:off x="5000109" y="2527879"/>
              <a:ext cx="11521" cy="17334"/>
            </a:xfrm>
            <a:custGeom>
              <a:avLst/>
              <a:gdLst/>
              <a:ahLst/>
              <a:cxnLst/>
              <a:rect l="l" t="t" r="r" b="b"/>
              <a:pathLst>
                <a:path w="440" h="662" extrusionOk="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7" name="Google Shape;13587;p76"/>
            <p:cNvSpPr/>
            <p:nvPr/>
          </p:nvSpPr>
          <p:spPr>
            <a:xfrm>
              <a:off x="5068818" y="2527879"/>
              <a:ext cx="11260" cy="17334"/>
            </a:xfrm>
            <a:custGeom>
              <a:avLst/>
              <a:gdLst/>
              <a:ahLst/>
              <a:cxnLst/>
              <a:rect l="l" t="t" r="r" b="b"/>
              <a:pathLst>
                <a:path w="430" h="662" extrusionOk="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8" name="Google Shape;13588;p76"/>
            <p:cNvSpPr/>
            <p:nvPr/>
          </p:nvSpPr>
          <p:spPr>
            <a:xfrm>
              <a:off x="5014825" y="2567864"/>
              <a:ext cx="50537" cy="17334"/>
            </a:xfrm>
            <a:custGeom>
              <a:avLst/>
              <a:gdLst/>
              <a:ahLst/>
              <a:cxnLst/>
              <a:rect l="l" t="t" r="r" b="b"/>
              <a:pathLst>
                <a:path w="1930" h="662" extrusionOk="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76"/>
            <p:cNvSpPr/>
            <p:nvPr/>
          </p:nvSpPr>
          <p:spPr>
            <a:xfrm>
              <a:off x="4992384" y="2510702"/>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76"/>
            <p:cNvSpPr/>
            <p:nvPr/>
          </p:nvSpPr>
          <p:spPr>
            <a:xfrm>
              <a:off x="5061068" y="2510702"/>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1" name="Google Shape;13591;p76"/>
          <p:cNvGrpSpPr/>
          <p:nvPr/>
        </p:nvGrpSpPr>
        <p:grpSpPr>
          <a:xfrm>
            <a:off x="7608056" y="3345794"/>
            <a:ext cx="270334" cy="354754"/>
            <a:chOff x="7608056" y="3345794"/>
            <a:chExt cx="270334" cy="354754"/>
          </a:xfrm>
        </p:grpSpPr>
        <p:sp>
          <p:nvSpPr>
            <p:cNvPr id="13592" name="Google Shape;13592;p76"/>
            <p:cNvSpPr/>
            <p:nvPr/>
          </p:nvSpPr>
          <p:spPr>
            <a:xfrm>
              <a:off x="7636284" y="3351293"/>
              <a:ext cx="213879" cy="276068"/>
            </a:xfrm>
            <a:custGeom>
              <a:avLst/>
              <a:gdLst/>
              <a:ahLst/>
              <a:cxnLst/>
              <a:rect l="l" t="t" r="r" b="b"/>
              <a:pathLst>
                <a:path w="8168" h="10543" extrusionOk="0">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76"/>
            <p:cNvSpPr/>
            <p:nvPr/>
          </p:nvSpPr>
          <p:spPr>
            <a:xfrm>
              <a:off x="7608056" y="3548387"/>
              <a:ext cx="270334" cy="151925"/>
            </a:xfrm>
            <a:custGeom>
              <a:avLst/>
              <a:gdLst/>
              <a:ahLst/>
              <a:cxnLst/>
              <a:rect l="l" t="t" r="r" b="b"/>
              <a:pathLst>
                <a:path w="10324" h="5802" extrusionOk="0">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76"/>
            <p:cNvSpPr/>
            <p:nvPr/>
          </p:nvSpPr>
          <p:spPr>
            <a:xfrm>
              <a:off x="7608056" y="3590100"/>
              <a:ext cx="270334" cy="110213"/>
            </a:xfrm>
            <a:custGeom>
              <a:avLst/>
              <a:gdLst/>
              <a:ahLst/>
              <a:cxnLst/>
              <a:rect l="l" t="t" r="r" b="b"/>
              <a:pathLst>
                <a:path w="10324" h="4209" extrusionOk="0">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76"/>
            <p:cNvSpPr/>
            <p:nvPr/>
          </p:nvSpPr>
          <p:spPr>
            <a:xfrm>
              <a:off x="7703736" y="3548387"/>
              <a:ext cx="78974" cy="22441"/>
            </a:xfrm>
            <a:custGeom>
              <a:avLst/>
              <a:gdLst/>
              <a:ahLst/>
              <a:cxnLst/>
              <a:rect l="l" t="t" r="r" b="b"/>
              <a:pathLst>
                <a:path w="3016" h="857" extrusionOk="0">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76"/>
            <p:cNvSpPr/>
            <p:nvPr/>
          </p:nvSpPr>
          <p:spPr>
            <a:xfrm>
              <a:off x="7649795" y="3402013"/>
              <a:ext cx="187118" cy="157634"/>
            </a:xfrm>
            <a:custGeom>
              <a:avLst/>
              <a:gdLst/>
              <a:ahLst/>
              <a:cxnLst/>
              <a:rect l="l" t="t" r="r" b="b"/>
              <a:pathLst>
                <a:path w="7146" h="6020" extrusionOk="0">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76"/>
            <p:cNvSpPr/>
            <p:nvPr/>
          </p:nvSpPr>
          <p:spPr>
            <a:xfrm>
              <a:off x="7652283" y="3402013"/>
              <a:ext cx="164154" cy="157581"/>
            </a:xfrm>
            <a:custGeom>
              <a:avLst/>
              <a:gdLst/>
              <a:ahLst/>
              <a:cxnLst/>
              <a:rect l="l" t="t" r="r" b="b"/>
              <a:pathLst>
                <a:path w="6269" h="6018" extrusionOk="0">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76"/>
            <p:cNvSpPr/>
            <p:nvPr/>
          </p:nvSpPr>
          <p:spPr>
            <a:xfrm>
              <a:off x="7703736" y="3464386"/>
              <a:ext cx="11260" cy="17073"/>
            </a:xfrm>
            <a:custGeom>
              <a:avLst/>
              <a:gdLst/>
              <a:ahLst/>
              <a:cxnLst/>
              <a:rect l="l" t="t" r="r" b="b"/>
              <a:pathLst>
                <a:path w="430" h="652" extrusionOk="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9" name="Google Shape;13599;p76"/>
            <p:cNvSpPr/>
            <p:nvPr/>
          </p:nvSpPr>
          <p:spPr>
            <a:xfrm>
              <a:off x="7771425" y="3464386"/>
              <a:ext cx="11286" cy="17073"/>
            </a:xfrm>
            <a:custGeom>
              <a:avLst/>
              <a:gdLst/>
              <a:ahLst/>
              <a:cxnLst/>
              <a:rect l="l" t="t" r="r" b="b"/>
              <a:pathLst>
                <a:path w="431" h="652" extrusionOk="0">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0" name="Google Shape;13600;p76"/>
            <p:cNvSpPr/>
            <p:nvPr/>
          </p:nvSpPr>
          <p:spPr>
            <a:xfrm>
              <a:off x="7696247" y="3446973"/>
              <a:ext cx="26264" cy="11521"/>
            </a:xfrm>
            <a:custGeom>
              <a:avLst/>
              <a:gdLst/>
              <a:ahLst/>
              <a:cxnLst/>
              <a:rect l="l" t="t" r="r" b="b"/>
              <a:pathLst>
                <a:path w="1003" h="440" extrusionOk="0">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1" name="Google Shape;13601;p76"/>
            <p:cNvSpPr/>
            <p:nvPr/>
          </p:nvSpPr>
          <p:spPr>
            <a:xfrm>
              <a:off x="7763936" y="3446973"/>
              <a:ext cx="26264" cy="11521"/>
            </a:xfrm>
            <a:custGeom>
              <a:avLst/>
              <a:gdLst/>
              <a:ahLst/>
              <a:cxnLst/>
              <a:rect l="l" t="t" r="r" b="b"/>
              <a:pathLst>
                <a:path w="1003" h="440" extrusionOk="0">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2" name="Google Shape;13602;p76"/>
            <p:cNvSpPr/>
            <p:nvPr/>
          </p:nvSpPr>
          <p:spPr>
            <a:xfrm>
              <a:off x="7718243" y="3503218"/>
              <a:ext cx="49961" cy="16994"/>
            </a:xfrm>
            <a:custGeom>
              <a:avLst/>
              <a:gdLst/>
              <a:ahLst/>
              <a:cxnLst/>
              <a:rect l="l" t="t" r="r" b="b"/>
              <a:pathLst>
                <a:path w="1908" h="649" extrusionOk="0">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76"/>
            <p:cNvSpPr/>
            <p:nvPr/>
          </p:nvSpPr>
          <p:spPr>
            <a:xfrm>
              <a:off x="7658777" y="3402013"/>
              <a:ext cx="22519" cy="64729"/>
            </a:xfrm>
            <a:custGeom>
              <a:avLst/>
              <a:gdLst/>
              <a:ahLst/>
              <a:cxnLst/>
              <a:rect l="l" t="t" r="r" b="b"/>
              <a:pathLst>
                <a:path w="860" h="2472" extrusionOk="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76"/>
            <p:cNvSpPr/>
            <p:nvPr/>
          </p:nvSpPr>
          <p:spPr>
            <a:xfrm>
              <a:off x="7805151" y="3402013"/>
              <a:ext cx="22519" cy="64729"/>
            </a:xfrm>
            <a:custGeom>
              <a:avLst/>
              <a:gdLst/>
              <a:ahLst/>
              <a:cxnLst/>
              <a:rect l="l" t="t" r="r" b="b"/>
              <a:pathLst>
                <a:path w="860" h="2472" extrusionOk="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76"/>
            <p:cNvSpPr/>
            <p:nvPr/>
          </p:nvSpPr>
          <p:spPr>
            <a:xfrm>
              <a:off x="7652021" y="3351345"/>
              <a:ext cx="183635" cy="101388"/>
            </a:xfrm>
            <a:custGeom>
              <a:avLst/>
              <a:gdLst/>
              <a:ahLst/>
              <a:cxnLst/>
              <a:rect l="l" t="t" r="r" b="b"/>
              <a:pathLst>
                <a:path w="7013" h="3872" extrusionOk="0">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76"/>
            <p:cNvSpPr/>
            <p:nvPr/>
          </p:nvSpPr>
          <p:spPr>
            <a:xfrm>
              <a:off x="7652021" y="3351293"/>
              <a:ext cx="183635" cy="84970"/>
            </a:xfrm>
            <a:custGeom>
              <a:avLst/>
              <a:gdLst/>
              <a:ahLst/>
              <a:cxnLst/>
              <a:rect l="l" t="t" r="r" b="b"/>
              <a:pathLst>
                <a:path w="7013" h="3245" extrusionOk="0">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7" name="Google Shape;13607;p76"/>
            <p:cNvSpPr/>
            <p:nvPr/>
          </p:nvSpPr>
          <p:spPr>
            <a:xfrm>
              <a:off x="7630549" y="3345794"/>
              <a:ext cx="225086" cy="354493"/>
            </a:xfrm>
            <a:custGeom>
              <a:avLst/>
              <a:gdLst/>
              <a:ahLst/>
              <a:cxnLst/>
              <a:rect l="l" t="t" r="r" b="b"/>
              <a:pathLst>
                <a:path w="8596" h="13538" extrusionOk="0">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8" name="Google Shape;13608;p76"/>
            <p:cNvSpPr/>
            <p:nvPr/>
          </p:nvSpPr>
          <p:spPr>
            <a:xfrm>
              <a:off x="7731964" y="3627335"/>
              <a:ext cx="22519" cy="33752"/>
            </a:xfrm>
            <a:custGeom>
              <a:avLst/>
              <a:gdLst/>
              <a:ahLst/>
              <a:cxnLst/>
              <a:rect l="l" t="t" r="r" b="b"/>
              <a:pathLst>
                <a:path w="860" h="1289" extrusionOk="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9" name="Google Shape;13609;p76"/>
            <p:cNvSpPr/>
            <p:nvPr/>
          </p:nvSpPr>
          <p:spPr>
            <a:xfrm>
              <a:off x="7611565" y="3617333"/>
              <a:ext cx="52972" cy="83216"/>
            </a:xfrm>
            <a:custGeom>
              <a:avLst/>
              <a:gdLst/>
              <a:ahLst/>
              <a:cxnLst/>
              <a:rect l="l" t="t" r="r" b="b"/>
              <a:pathLst>
                <a:path w="2023" h="3178" extrusionOk="0">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76"/>
            <p:cNvSpPr/>
            <p:nvPr/>
          </p:nvSpPr>
          <p:spPr>
            <a:xfrm>
              <a:off x="7821909" y="3617333"/>
              <a:ext cx="52972" cy="82954"/>
            </a:xfrm>
            <a:custGeom>
              <a:avLst/>
              <a:gdLst/>
              <a:ahLst/>
              <a:cxnLst/>
              <a:rect l="l" t="t" r="r" b="b"/>
              <a:pathLst>
                <a:path w="2023" h="3168" extrusionOk="0">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1" name="Google Shape;13611;p76"/>
          <p:cNvGrpSpPr/>
          <p:nvPr/>
        </p:nvGrpSpPr>
        <p:grpSpPr>
          <a:xfrm>
            <a:off x="6712765" y="4268082"/>
            <a:ext cx="263316" cy="354728"/>
            <a:chOff x="6712765" y="4268082"/>
            <a:chExt cx="263316" cy="354728"/>
          </a:xfrm>
        </p:grpSpPr>
        <p:sp>
          <p:nvSpPr>
            <p:cNvPr id="13612" name="Google Shape;13612;p76"/>
            <p:cNvSpPr/>
            <p:nvPr/>
          </p:nvSpPr>
          <p:spPr>
            <a:xfrm>
              <a:off x="6907372" y="4411209"/>
              <a:ext cx="36004" cy="131658"/>
            </a:xfrm>
            <a:custGeom>
              <a:avLst/>
              <a:gdLst/>
              <a:ahLst/>
              <a:cxnLst/>
              <a:rect l="l" t="t" r="r" b="b"/>
              <a:pathLst>
                <a:path w="1375" h="5028" extrusionOk="0">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3" name="Google Shape;13613;p76"/>
            <p:cNvSpPr/>
            <p:nvPr/>
          </p:nvSpPr>
          <p:spPr>
            <a:xfrm>
              <a:off x="6745496" y="4411209"/>
              <a:ext cx="36240" cy="131658"/>
            </a:xfrm>
            <a:custGeom>
              <a:avLst/>
              <a:gdLst/>
              <a:ahLst/>
              <a:cxnLst/>
              <a:rect l="l" t="t" r="r" b="b"/>
              <a:pathLst>
                <a:path w="1384" h="5028" extrusionOk="0">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4" name="Google Shape;13614;p76"/>
            <p:cNvSpPr/>
            <p:nvPr/>
          </p:nvSpPr>
          <p:spPr>
            <a:xfrm>
              <a:off x="6752985" y="4268082"/>
              <a:ext cx="183138" cy="134669"/>
            </a:xfrm>
            <a:custGeom>
              <a:avLst/>
              <a:gdLst/>
              <a:ahLst/>
              <a:cxnLst/>
              <a:rect l="l" t="t" r="r" b="b"/>
              <a:pathLst>
                <a:path w="6994" h="5143" extrusionOk="0">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5" name="Google Shape;13615;p76"/>
            <p:cNvSpPr/>
            <p:nvPr/>
          </p:nvSpPr>
          <p:spPr>
            <a:xfrm>
              <a:off x="6712765" y="4456928"/>
              <a:ext cx="263316" cy="165882"/>
            </a:xfrm>
            <a:custGeom>
              <a:avLst/>
              <a:gdLst/>
              <a:ahLst/>
              <a:cxnLst/>
              <a:rect l="l" t="t" r="r" b="b"/>
              <a:pathLst>
                <a:path w="10056" h="6335" extrusionOk="0">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76"/>
            <p:cNvSpPr/>
            <p:nvPr/>
          </p:nvSpPr>
          <p:spPr>
            <a:xfrm>
              <a:off x="6713027" y="4529854"/>
              <a:ext cx="263055" cy="92957"/>
            </a:xfrm>
            <a:custGeom>
              <a:avLst/>
              <a:gdLst/>
              <a:ahLst/>
              <a:cxnLst/>
              <a:rect l="l" t="t" r="r" b="b"/>
              <a:pathLst>
                <a:path w="10046" h="3550" extrusionOk="0">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76"/>
            <p:cNvSpPr/>
            <p:nvPr/>
          </p:nvSpPr>
          <p:spPr>
            <a:xfrm>
              <a:off x="6810199" y="4468424"/>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76"/>
            <p:cNvSpPr/>
            <p:nvPr/>
          </p:nvSpPr>
          <p:spPr>
            <a:xfrm>
              <a:off x="6752226" y="4336399"/>
              <a:ext cx="184630" cy="149019"/>
            </a:xfrm>
            <a:custGeom>
              <a:avLst/>
              <a:gdLst/>
              <a:ahLst/>
              <a:cxnLst/>
              <a:rect l="l" t="t" r="r" b="b"/>
              <a:pathLst>
                <a:path w="7051" h="5691" extrusionOk="0">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76"/>
            <p:cNvSpPr/>
            <p:nvPr/>
          </p:nvSpPr>
          <p:spPr>
            <a:xfrm>
              <a:off x="6752226" y="4336451"/>
              <a:ext cx="169417" cy="149202"/>
            </a:xfrm>
            <a:custGeom>
              <a:avLst/>
              <a:gdLst/>
              <a:ahLst/>
              <a:cxnLst/>
              <a:rect l="l" t="t" r="r" b="b"/>
              <a:pathLst>
                <a:path w="6470" h="5698" extrusionOk="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76"/>
            <p:cNvSpPr/>
            <p:nvPr/>
          </p:nvSpPr>
          <p:spPr>
            <a:xfrm>
              <a:off x="6804439" y="4388847"/>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76"/>
            <p:cNvSpPr/>
            <p:nvPr/>
          </p:nvSpPr>
          <p:spPr>
            <a:xfrm>
              <a:off x="6873148" y="4388847"/>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2" name="Google Shape;13622;p76"/>
            <p:cNvSpPr/>
            <p:nvPr/>
          </p:nvSpPr>
          <p:spPr>
            <a:xfrm>
              <a:off x="6878883" y="4496887"/>
              <a:ext cx="26" cy="26"/>
            </a:xfrm>
            <a:custGeom>
              <a:avLst/>
              <a:gdLst/>
              <a:ahLst/>
              <a:cxnLst/>
              <a:rect l="l" t="t" r="r" b="b"/>
              <a:pathLst>
                <a:path w="1" h="1" extrusionOk="0">
                  <a:moveTo>
                    <a:pt x="1" y="1"/>
                  </a:moveTo>
                  <a:lnTo>
                    <a:pt x="1" y="1"/>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3" name="Google Shape;13623;p76"/>
            <p:cNvSpPr/>
            <p:nvPr/>
          </p:nvSpPr>
          <p:spPr>
            <a:xfrm>
              <a:off x="6810199" y="4496887"/>
              <a:ext cx="26" cy="26"/>
            </a:xfrm>
            <a:custGeom>
              <a:avLst/>
              <a:gdLst/>
              <a:ahLst/>
              <a:cxnLst/>
              <a:rect l="l" t="t" r="r" b="b"/>
              <a:pathLst>
                <a:path w="1" h="1" extrusionOk="0">
                  <a:moveTo>
                    <a:pt x="0" y="1"/>
                  </a:moveTo>
                  <a:lnTo>
                    <a:pt x="0" y="1"/>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76"/>
            <p:cNvSpPr/>
            <p:nvPr/>
          </p:nvSpPr>
          <p:spPr>
            <a:xfrm>
              <a:off x="6841909" y="4269810"/>
              <a:ext cx="94214" cy="101467"/>
            </a:xfrm>
            <a:custGeom>
              <a:avLst/>
              <a:gdLst/>
              <a:ahLst/>
              <a:cxnLst/>
              <a:rect l="l" t="t" r="r" b="b"/>
              <a:pathLst>
                <a:path w="3598" h="3875" extrusionOk="0">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5" name="Google Shape;13625;p76"/>
            <p:cNvSpPr/>
            <p:nvPr/>
          </p:nvSpPr>
          <p:spPr>
            <a:xfrm>
              <a:off x="6818683" y="4426187"/>
              <a:ext cx="51480" cy="22755"/>
            </a:xfrm>
            <a:custGeom>
              <a:avLst/>
              <a:gdLst/>
              <a:ahLst/>
              <a:cxnLst/>
              <a:rect l="l" t="t" r="r" b="b"/>
              <a:pathLst>
                <a:path w="1966" h="869" extrusionOk="0">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6" name="Google Shape;13626;p76"/>
            <p:cNvSpPr/>
            <p:nvPr/>
          </p:nvSpPr>
          <p:spPr>
            <a:xfrm>
              <a:off x="6754242" y="4529854"/>
              <a:ext cx="180624" cy="87222"/>
            </a:xfrm>
            <a:custGeom>
              <a:avLst/>
              <a:gdLst/>
              <a:ahLst/>
              <a:cxnLst/>
              <a:rect l="l" t="t" r="r" b="b"/>
              <a:pathLst>
                <a:path w="6898" h="3331" extrusionOk="0">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76"/>
            <p:cNvSpPr/>
            <p:nvPr/>
          </p:nvSpPr>
          <p:spPr>
            <a:xfrm>
              <a:off x="6764978" y="4525874"/>
              <a:ext cx="158891" cy="79707"/>
            </a:xfrm>
            <a:custGeom>
              <a:avLst/>
              <a:gdLst/>
              <a:ahLst/>
              <a:cxnLst/>
              <a:rect l="l" t="t" r="r" b="b"/>
              <a:pathLst>
                <a:path w="6068" h="3044" extrusionOk="0">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8" name="Google Shape;13628;p76"/>
          <p:cNvGrpSpPr/>
          <p:nvPr/>
        </p:nvGrpSpPr>
        <p:grpSpPr>
          <a:xfrm>
            <a:off x="5359341" y="2419159"/>
            <a:ext cx="262819" cy="354859"/>
            <a:chOff x="5359341" y="2419159"/>
            <a:chExt cx="262819" cy="354859"/>
          </a:xfrm>
        </p:grpSpPr>
        <p:sp>
          <p:nvSpPr>
            <p:cNvPr id="13629" name="Google Shape;13629;p76"/>
            <p:cNvSpPr/>
            <p:nvPr/>
          </p:nvSpPr>
          <p:spPr>
            <a:xfrm>
              <a:off x="5359341" y="2636364"/>
              <a:ext cx="262819" cy="137655"/>
            </a:xfrm>
            <a:custGeom>
              <a:avLst/>
              <a:gdLst/>
              <a:ahLst/>
              <a:cxnLst/>
              <a:rect l="l" t="t" r="r" b="b"/>
              <a:pathLst>
                <a:path w="10037" h="5257" extrusionOk="0">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76"/>
            <p:cNvSpPr/>
            <p:nvPr/>
          </p:nvSpPr>
          <p:spPr>
            <a:xfrm>
              <a:off x="5400556" y="2636364"/>
              <a:ext cx="180388" cy="102698"/>
            </a:xfrm>
            <a:custGeom>
              <a:avLst/>
              <a:gdLst/>
              <a:ahLst/>
              <a:cxnLst/>
              <a:rect l="l" t="t" r="r" b="b"/>
              <a:pathLst>
                <a:path w="6889" h="3922" extrusionOk="0">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76"/>
            <p:cNvSpPr/>
            <p:nvPr/>
          </p:nvSpPr>
          <p:spPr>
            <a:xfrm>
              <a:off x="5359341" y="2636364"/>
              <a:ext cx="131423" cy="137655"/>
            </a:xfrm>
            <a:custGeom>
              <a:avLst/>
              <a:gdLst/>
              <a:ahLst/>
              <a:cxnLst/>
              <a:rect l="l" t="t" r="r" b="b"/>
              <a:pathLst>
                <a:path w="5019" h="5257" extrusionOk="0">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76"/>
            <p:cNvSpPr/>
            <p:nvPr/>
          </p:nvSpPr>
          <p:spPr>
            <a:xfrm>
              <a:off x="5400556" y="2636364"/>
              <a:ext cx="90207" cy="102698"/>
            </a:xfrm>
            <a:custGeom>
              <a:avLst/>
              <a:gdLst/>
              <a:ahLst/>
              <a:cxnLst/>
              <a:rect l="l" t="t" r="r" b="b"/>
              <a:pathLst>
                <a:path w="3445" h="3922" extrusionOk="0">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76"/>
            <p:cNvSpPr/>
            <p:nvPr/>
          </p:nvSpPr>
          <p:spPr>
            <a:xfrm>
              <a:off x="5411056" y="2636364"/>
              <a:ext cx="159388" cy="91464"/>
            </a:xfrm>
            <a:custGeom>
              <a:avLst/>
              <a:gdLst/>
              <a:ahLst/>
              <a:cxnLst/>
              <a:rect l="l" t="t" r="r" b="b"/>
              <a:pathLst>
                <a:path w="6087" h="3493" extrusionOk="0">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76"/>
            <p:cNvSpPr/>
            <p:nvPr/>
          </p:nvSpPr>
          <p:spPr>
            <a:xfrm>
              <a:off x="5456513" y="2619134"/>
              <a:ext cx="68709" cy="62975"/>
            </a:xfrm>
            <a:custGeom>
              <a:avLst/>
              <a:gdLst/>
              <a:ahLst/>
              <a:cxnLst/>
              <a:rect l="l" t="t" r="r" b="b"/>
              <a:pathLst>
                <a:path w="2624" h="2405" extrusionOk="0">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76"/>
            <p:cNvSpPr/>
            <p:nvPr/>
          </p:nvSpPr>
          <p:spPr>
            <a:xfrm>
              <a:off x="5456513" y="2619134"/>
              <a:ext cx="68709" cy="28620"/>
            </a:xfrm>
            <a:custGeom>
              <a:avLst/>
              <a:gdLst/>
              <a:ahLst/>
              <a:cxnLst/>
              <a:rect l="l" t="t" r="r" b="b"/>
              <a:pathLst>
                <a:path w="2624" h="1093" extrusionOk="0">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76"/>
            <p:cNvSpPr/>
            <p:nvPr/>
          </p:nvSpPr>
          <p:spPr>
            <a:xfrm>
              <a:off x="5360833" y="2482082"/>
              <a:ext cx="92957" cy="131711"/>
            </a:xfrm>
            <a:custGeom>
              <a:avLst/>
              <a:gdLst/>
              <a:ahLst/>
              <a:cxnLst/>
              <a:rect l="l" t="t" r="r" b="b"/>
              <a:pathLst>
                <a:path w="3550" h="5030" extrusionOk="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76"/>
            <p:cNvSpPr/>
            <p:nvPr/>
          </p:nvSpPr>
          <p:spPr>
            <a:xfrm>
              <a:off x="5527946" y="2482082"/>
              <a:ext cx="92957" cy="131711"/>
            </a:xfrm>
            <a:custGeom>
              <a:avLst/>
              <a:gdLst/>
              <a:ahLst/>
              <a:cxnLst/>
              <a:rect l="l" t="t" r="r" b="b"/>
              <a:pathLst>
                <a:path w="3550" h="5030" extrusionOk="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76"/>
            <p:cNvSpPr/>
            <p:nvPr/>
          </p:nvSpPr>
          <p:spPr>
            <a:xfrm>
              <a:off x="5394560" y="2442019"/>
              <a:ext cx="192381" cy="194109"/>
            </a:xfrm>
            <a:custGeom>
              <a:avLst/>
              <a:gdLst/>
              <a:ahLst/>
              <a:cxnLst/>
              <a:rect l="l" t="t" r="r" b="b"/>
              <a:pathLst>
                <a:path w="7347" h="7413" extrusionOk="0">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76"/>
            <p:cNvSpPr/>
            <p:nvPr/>
          </p:nvSpPr>
          <p:spPr>
            <a:xfrm>
              <a:off x="5394560" y="2462757"/>
              <a:ext cx="107699" cy="173397"/>
            </a:xfrm>
            <a:custGeom>
              <a:avLst/>
              <a:gdLst/>
              <a:ahLst/>
              <a:cxnLst/>
              <a:rect l="l" t="t" r="r" b="b"/>
              <a:pathLst>
                <a:path w="4113" h="6622" extrusionOk="0">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76"/>
            <p:cNvSpPr/>
            <p:nvPr/>
          </p:nvSpPr>
          <p:spPr>
            <a:xfrm>
              <a:off x="5450753" y="2528325"/>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76"/>
            <p:cNvSpPr/>
            <p:nvPr/>
          </p:nvSpPr>
          <p:spPr>
            <a:xfrm>
              <a:off x="5519200" y="2528325"/>
              <a:ext cx="11521" cy="17125"/>
            </a:xfrm>
            <a:custGeom>
              <a:avLst/>
              <a:gdLst/>
              <a:ahLst/>
              <a:cxnLst/>
              <a:rect l="l" t="t" r="r" b="b"/>
              <a:pathLst>
                <a:path w="440" h="654" extrusionOk="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76"/>
            <p:cNvSpPr/>
            <p:nvPr/>
          </p:nvSpPr>
          <p:spPr>
            <a:xfrm>
              <a:off x="5462248" y="2573415"/>
              <a:ext cx="56979" cy="28489"/>
            </a:xfrm>
            <a:custGeom>
              <a:avLst/>
              <a:gdLst/>
              <a:ahLst/>
              <a:cxnLst/>
              <a:rect l="l" t="t" r="r" b="b"/>
              <a:pathLst>
                <a:path w="2176" h="1088" extrusionOk="0">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76"/>
            <p:cNvSpPr/>
            <p:nvPr/>
          </p:nvSpPr>
          <p:spPr>
            <a:xfrm>
              <a:off x="5442766" y="2504680"/>
              <a:ext cx="28201" cy="17544"/>
            </a:xfrm>
            <a:custGeom>
              <a:avLst/>
              <a:gdLst/>
              <a:ahLst/>
              <a:cxnLst/>
              <a:rect l="l" t="t" r="r" b="b"/>
              <a:pathLst>
                <a:path w="1077" h="670" extrusionOk="0">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76"/>
            <p:cNvSpPr/>
            <p:nvPr/>
          </p:nvSpPr>
          <p:spPr>
            <a:xfrm>
              <a:off x="5511057" y="2504889"/>
              <a:ext cx="27651" cy="17334"/>
            </a:xfrm>
            <a:custGeom>
              <a:avLst/>
              <a:gdLst/>
              <a:ahLst/>
              <a:cxnLst/>
              <a:rect l="l" t="t" r="r" b="b"/>
              <a:pathLst>
                <a:path w="1056" h="662" extrusionOk="0">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76"/>
            <p:cNvSpPr/>
            <p:nvPr/>
          </p:nvSpPr>
          <p:spPr>
            <a:xfrm>
              <a:off x="5470758" y="2536442"/>
              <a:ext cx="39984" cy="39984"/>
            </a:xfrm>
            <a:custGeom>
              <a:avLst/>
              <a:gdLst/>
              <a:ahLst/>
              <a:cxnLst/>
              <a:rect l="l" t="t" r="r" b="b"/>
              <a:pathLst>
                <a:path w="1527" h="1527" extrusionOk="0">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6" name="Google Shape;13646;p76"/>
            <p:cNvSpPr/>
            <p:nvPr/>
          </p:nvSpPr>
          <p:spPr>
            <a:xfrm>
              <a:off x="5466987" y="2538694"/>
              <a:ext cx="41503" cy="37549"/>
            </a:xfrm>
            <a:custGeom>
              <a:avLst/>
              <a:gdLst/>
              <a:ahLst/>
              <a:cxnLst/>
              <a:rect l="l" t="t" r="r" b="b"/>
              <a:pathLst>
                <a:path w="1585" h="1434" extrusionOk="0">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7" name="Google Shape;13647;p76"/>
            <p:cNvSpPr/>
            <p:nvPr/>
          </p:nvSpPr>
          <p:spPr>
            <a:xfrm>
              <a:off x="5405060" y="2430655"/>
              <a:ext cx="171616" cy="100079"/>
            </a:xfrm>
            <a:custGeom>
              <a:avLst/>
              <a:gdLst/>
              <a:ahLst/>
              <a:cxnLst/>
              <a:rect l="l" t="t" r="r" b="b"/>
              <a:pathLst>
                <a:path w="6554" h="3822" extrusionOk="0">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8" name="Google Shape;13648;p76"/>
            <p:cNvSpPr/>
            <p:nvPr/>
          </p:nvSpPr>
          <p:spPr>
            <a:xfrm>
              <a:off x="5456749" y="2419159"/>
              <a:ext cx="119692" cy="91307"/>
            </a:xfrm>
            <a:custGeom>
              <a:avLst/>
              <a:gdLst/>
              <a:ahLst/>
              <a:cxnLst/>
              <a:rect l="l" t="t" r="r" b="b"/>
              <a:pathLst>
                <a:path w="4571" h="3487" extrusionOk="0">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9" name="Google Shape;13649;p76"/>
            <p:cNvSpPr/>
            <p:nvPr/>
          </p:nvSpPr>
          <p:spPr>
            <a:xfrm>
              <a:off x="5410794" y="2646864"/>
              <a:ext cx="159650" cy="81697"/>
            </a:xfrm>
            <a:custGeom>
              <a:avLst/>
              <a:gdLst/>
              <a:ahLst/>
              <a:cxnLst/>
              <a:rect l="l" t="t" r="r" b="b"/>
              <a:pathLst>
                <a:path w="6097" h="3120" extrusionOk="0">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50" name="Google Shape;13650;p76"/>
          <p:cNvGrpSpPr/>
          <p:nvPr/>
        </p:nvGrpSpPr>
        <p:grpSpPr>
          <a:xfrm>
            <a:off x="6709282" y="3790206"/>
            <a:ext cx="263316" cy="354493"/>
            <a:chOff x="6709282" y="3790206"/>
            <a:chExt cx="263316" cy="354493"/>
          </a:xfrm>
        </p:grpSpPr>
        <p:sp>
          <p:nvSpPr>
            <p:cNvPr id="13651" name="Google Shape;13651;p76"/>
            <p:cNvSpPr/>
            <p:nvPr/>
          </p:nvSpPr>
          <p:spPr>
            <a:xfrm>
              <a:off x="6743742" y="3790206"/>
              <a:ext cx="194371" cy="256822"/>
            </a:xfrm>
            <a:custGeom>
              <a:avLst/>
              <a:gdLst/>
              <a:ahLst/>
              <a:cxnLst/>
              <a:rect l="l" t="t" r="r" b="b"/>
              <a:pathLst>
                <a:path w="7423" h="9808" extrusionOk="0">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76"/>
            <p:cNvSpPr/>
            <p:nvPr/>
          </p:nvSpPr>
          <p:spPr>
            <a:xfrm>
              <a:off x="6743742" y="3790206"/>
              <a:ext cx="97199" cy="256822"/>
            </a:xfrm>
            <a:custGeom>
              <a:avLst/>
              <a:gdLst/>
              <a:ahLst/>
              <a:cxnLst/>
              <a:rect l="l" t="t" r="r" b="b"/>
              <a:pathLst>
                <a:path w="3712" h="9808" extrusionOk="0">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76"/>
            <p:cNvSpPr/>
            <p:nvPr/>
          </p:nvSpPr>
          <p:spPr>
            <a:xfrm>
              <a:off x="6709282" y="3990286"/>
              <a:ext cx="263316" cy="154413"/>
            </a:xfrm>
            <a:custGeom>
              <a:avLst/>
              <a:gdLst/>
              <a:ahLst/>
              <a:cxnLst/>
              <a:rect l="l" t="t" r="r" b="b"/>
              <a:pathLst>
                <a:path w="10056" h="5897" extrusionOk="0">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4" name="Google Shape;13654;p76"/>
            <p:cNvSpPr/>
            <p:nvPr/>
          </p:nvSpPr>
          <p:spPr>
            <a:xfrm>
              <a:off x="6709518" y="4050747"/>
              <a:ext cx="263081" cy="93952"/>
            </a:xfrm>
            <a:custGeom>
              <a:avLst/>
              <a:gdLst/>
              <a:ahLst/>
              <a:cxnLst/>
              <a:rect l="l" t="t" r="r" b="b"/>
              <a:pathLst>
                <a:path w="10047" h="3588" extrusionOk="0">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5" name="Google Shape;13655;p76"/>
            <p:cNvSpPr/>
            <p:nvPr/>
          </p:nvSpPr>
          <p:spPr>
            <a:xfrm>
              <a:off x="6760238" y="4050747"/>
              <a:ext cx="161902" cy="65463"/>
            </a:xfrm>
            <a:custGeom>
              <a:avLst/>
              <a:gdLst/>
              <a:ahLst/>
              <a:cxnLst/>
              <a:rect l="l" t="t" r="r" b="b"/>
              <a:pathLst>
                <a:path w="6183" h="2500" extrusionOk="0">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6" name="Google Shape;13656;p76"/>
            <p:cNvSpPr/>
            <p:nvPr/>
          </p:nvSpPr>
          <p:spPr>
            <a:xfrm>
              <a:off x="6712267" y="4077220"/>
              <a:ext cx="48730" cy="67479"/>
            </a:xfrm>
            <a:custGeom>
              <a:avLst/>
              <a:gdLst/>
              <a:ahLst/>
              <a:cxnLst/>
              <a:rect l="l" t="t" r="r" b="b"/>
              <a:pathLst>
                <a:path w="1861" h="2577" extrusionOk="0">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76"/>
            <p:cNvSpPr/>
            <p:nvPr/>
          </p:nvSpPr>
          <p:spPr>
            <a:xfrm>
              <a:off x="6806691" y="3990286"/>
              <a:ext cx="68736" cy="28515"/>
            </a:xfrm>
            <a:custGeom>
              <a:avLst/>
              <a:gdLst/>
              <a:ahLst/>
              <a:cxnLst/>
              <a:rect l="l" t="t" r="r" b="b"/>
              <a:pathLst>
                <a:path w="2625" h="1089" extrusionOk="0">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76"/>
            <p:cNvSpPr/>
            <p:nvPr/>
          </p:nvSpPr>
          <p:spPr>
            <a:xfrm>
              <a:off x="6748743" y="3858889"/>
              <a:ext cx="184369" cy="148652"/>
            </a:xfrm>
            <a:custGeom>
              <a:avLst/>
              <a:gdLst/>
              <a:ahLst/>
              <a:cxnLst/>
              <a:rect l="l" t="t" r="r" b="b"/>
              <a:pathLst>
                <a:path w="7041" h="5677" extrusionOk="0">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76"/>
            <p:cNvSpPr/>
            <p:nvPr/>
          </p:nvSpPr>
          <p:spPr>
            <a:xfrm>
              <a:off x="6748743" y="3858889"/>
              <a:ext cx="183635" cy="148652"/>
            </a:xfrm>
            <a:custGeom>
              <a:avLst/>
              <a:gdLst/>
              <a:ahLst/>
              <a:cxnLst/>
              <a:rect l="l" t="t" r="r" b="b"/>
              <a:pathLst>
                <a:path w="7013" h="5677" extrusionOk="0">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76"/>
            <p:cNvSpPr/>
            <p:nvPr/>
          </p:nvSpPr>
          <p:spPr>
            <a:xfrm>
              <a:off x="6801192" y="3910238"/>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1" name="Google Shape;13661;p76"/>
            <p:cNvSpPr/>
            <p:nvPr/>
          </p:nvSpPr>
          <p:spPr>
            <a:xfrm>
              <a:off x="6869639" y="3910238"/>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76"/>
            <p:cNvSpPr/>
            <p:nvPr/>
          </p:nvSpPr>
          <p:spPr>
            <a:xfrm>
              <a:off x="6815724" y="3950249"/>
              <a:ext cx="50668" cy="17361"/>
            </a:xfrm>
            <a:custGeom>
              <a:avLst/>
              <a:gdLst/>
              <a:ahLst/>
              <a:cxnLst/>
              <a:rect l="l" t="t" r="r" b="b"/>
              <a:pathLst>
                <a:path w="1935" h="663" extrusionOk="0">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76"/>
            <p:cNvSpPr/>
            <p:nvPr/>
          </p:nvSpPr>
          <p:spPr>
            <a:xfrm>
              <a:off x="6921093" y="4077220"/>
              <a:ext cx="48756" cy="67479"/>
            </a:xfrm>
            <a:custGeom>
              <a:avLst/>
              <a:gdLst/>
              <a:ahLst/>
              <a:cxnLst/>
              <a:rect l="l" t="t" r="r" b="b"/>
              <a:pathLst>
                <a:path w="1862" h="2577" extrusionOk="0">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4" name="Google Shape;13664;p76"/>
            <p:cNvSpPr/>
            <p:nvPr/>
          </p:nvSpPr>
          <p:spPr>
            <a:xfrm>
              <a:off x="6787209" y="3887326"/>
              <a:ext cx="33569" cy="17308"/>
            </a:xfrm>
            <a:custGeom>
              <a:avLst/>
              <a:gdLst/>
              <a:ahLst/>
              <a:cxnLst/>
              <a:rect l="l" t="t" r="r" b="b"/>
              <a:pathLst>
                <a:path w="1282" h="661" extrusionOk="0">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5" name="Google Shape;13665;p76"/>
            <p:cNvSpPr/>
            <p:nvPr/>
          </p:nvSpPr>
          <p:spPr>
            <a:xfrm>
              <a:off x="6785455" y="3790206"/>
              <a:ext cx="152920" cy="120163"/>
            </a:xfrm>
            <a:custGeom>
              <a:avLst/>
              <a:gdLst/>
              <a:ahLst/>
              <a:cxnLst/>
              <a:rect l="l" t="t" r="r" b="b"/>
              <a:pathLst>
                <a:path w="5840" h="4589" extrusionOk="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76"/>
            <p:cNvSpPr/>
            <p:nvPr/>
          </p:nvSpPr>
          <p:spPr>
            <a:xfrm>
              <a:off x="6875400" y="4007280"/>
              <a:ext cx="62975" cy="137419"/>
            </a:xfrm>
            <a:custGeom>
              <a:avLst/>
              <a:gdLst/>
              <a:ahLst/>
              <a:cxnLst/>
              <a:rect l="l" t="t" r="r" b="b"/>
              <a:pathLst>
                <a:path w="2405" h="5248" extrusionOk="0">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7" name="Google Shape;13667;p76"/>
          <p:cNvGrpSpPr/>
          <p:nvPr/>
        </p:nvGrpSpPr>
        <p:grpSpPr>
          <a:xfrm>
            <a:off x="6260629" y="2419290"/>
            <a:ext cx="263055" cy="354493"/>
            <a:chOff x="6260629" y="2419290"/>
            <a:chExt cx="263055" cy="354493"/>
          </a:xfrm>
        </p:grpSpPr>
        <p:sp>
          <p:nvSpPr>
            <p:cNvPr id="13668" name="Google Shape;13668;p76"/>
            <p:cNvSpPr/>
            <p:nvPr/>
          </p:nvSpPr>
          <p:spPr>
            <a:xfrm>
              <a:off x="6317581" y="2419290"/>
              <a:ext cx="148914" cy="57214"/>
            </a:xfrm>
            <a:custGeom>
              <a:avLst/>
              <a:gdLst/>
              <a:ahLst/>
              <a:cxnLst/>
              <a:rect l="l" t="t" r="r" b="b"/>
              <a:pathLst>
                <a:path w="5687" h="2185" extrusionOk="0">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9" name="Google Shape;13669;p76"/>
            <p:cNvSpPr/>
            <p:nvPr/>
          </p:nvSpPr>
          <p:spPr>
            <a:xfrm>
              <a:off x="6271862" y="2453514"/>
              <a:ext cx="240352" cy="148914"/>
            </a:xfrm>
            <a:custGeom>
              <a:avLst/>
              <a:gdLst/>
              <a:ahLst/>
              <a:cxnLst/>
              <a:rect l="l" t="t" r="r" b="b"/>
              <a:pathLst>
                <a:path w="9179" h="5687" extrusionOk="0">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0" name="Google Shape;13670;p76"/>
            <p:cNvSpPr/>
            <p:nvPr/>
          </p:nvSpPr>
          <p:spPr>
            <a:xfrm>
              <a:off x="6284614" y="2476478"/>
              <a:ext cx="214848" cy="232470"/>
            </a:xfrm>
            <a:custGeom>
              <a:avLst/>
              <a:gdLst/>
              <a:ahLst/>
              <a:cxnLst/>
              <a:rect l="l" t="t" r="r" b="b"/>
              <a:pathLst>
                <a:path w="8205" h="8878" extrusionOk="0">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76"/>
            <p:cNvSpPr/>
            <p:nvPr/>
          </p:nvSpPr>
          <p:spPr>
            <a:xfrm>
              <a:off x="6260629" y="2630865"/>
              <a:ext cx="263055" cy="142918"/>
            </a:xfrm>
            <a:custGeom>
              <a:avLst/>
              <a:gdLst/>
              <a:ahLst/>
              <a:cxnLst/>
              <a:rect l="l" t="t" r="r" b="b"/>
              <a:pathLst>
                <a:path w="10046" h="5458" extrusionOk="0">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76"/>
            <p:cNvSpPr/>
            <p:nvPr/>
          </p:nvSpPr>
          <p:spPr>
            <a:xfrm>
              <a:off x="6357801" y="2630865"/>
              <a:ext cx="68709" cy="28515"/>
            </a:xfrm>
            <a:custGeom>
              <a:avLst/>
              <a:gdLst/>
              <a:ahLst/>
              <a:cxnLst/>
              <a:rect l="l" t="t" r="r" b="b"/>
              <a:pathLst>
                <a:path w="2624" h="1089" extrusionOk="0">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76"/>
            <p:cNvSpPr/>
            <p:nvPr/>
          </p:nvSpPr>
          <p:spPr>
            <a:xfrm>
              <a:off x="6317581" y="2504156"/>
              <a:ext cx="148914" cy="143834"/>
            </a:xfrm>
            <a:custGeom>
              <a:avLst/>
              <a:gdLst/>
              <a:ahLst/>
              <a:cxnLst/>
              <a:rect l="l" t="t" r="r" b="b"/>
              <a:pathLst>
                <a:path w="5687" h="5493"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76"/>
            <p:cNvSpPr/>
            <p:nvPr/>
          </p:nvSpPr>
          <p:spPr>
            <a:xfrm>
              <a:off x="6317581" y="2504156"/>
              <a:ext cx="125924" cy="143913"/>
            </a:xfrm>
            <a:custGeom>
              <a:avLst/>
              <a:gdLst/>
              <a:ahLst/>
              <a:cxnLst/>
              <a:rect l="l" t="t" r="r" b="b"/>
              <a:pathLst>
                <a:path w="4809" h="5496"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76"/>
            <p:cNvSpPr/>
            <p:nvPr/>
          </p:nvSpPr>
          <p:spPr>
            <a:xfrm>
              <a:off x="6352040" y="2556552"/>
              <a:ext cx="11521" cy="17125"/>
            </a:xfrm>
            <a:custGeom>
              <a:avLst/>
              <a:gdLst/>
              <a:ahLst/>
              <a:cxnLst/>
              <a:rect l="l" t="t" r="r" b="b"/>
              <a:pathLst>
                <a:path w="440" h="654" extrusionOk="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76"/>
            <p:cNvSpPr/>
            <p:nvPr/>
          </p:nvSpPr>
          <p:spPr>
            <a:xfrm>
              <a:off x="6420750" y="2556552"/>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76"/>
            <p:cNvSpPr/>
            <p:nvPr/>
          </p:nvSpPr>
          <p:spPr>
            <a:xfrm>
              <a:off x="6366756" y="2596432"/>
              <a:ext cx="50563" cy="17282"/>
            </a:xfrm>
            <a:custGeom>
              <a:avLst/>
              <a:gdLst/>
              <a:ahLst/>
              <a:cxnLst/>
              <a:rect l="l" t="t" r="r" b="b"/>
              <a:pathLst>
                <a:path w="1931" h="660" extrusionOk="0">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76"/>
            <p:cNvSpPr/>
            <p:nvPr/>
          </p:nvSpPr>
          <p:spPr>
            <a:xfrm>
              <a:off x="6344133" y="2537542"/>
              <a:ext cx="27468" cy="13930"/>
            </a:xfrm>
            <a:custGeom>
              <a:avLst/>
              <a:gdLst/>
              <a:ahLst/>
              <a:cxnLst/>
              <a:rect l="l" t="t" r="r" b="b"/>
              <a:pathLst>
                <a:path w="1049" h="532" extrusionOk="0">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76"/>
            <p:cNvSpPr/>
            <p:nvPr/>
          </p:nvSpPr>
          <p:spPr>
            <a:xfrm>
              <a:off x="6412554" y="2537751"/>
              <a:ext cx="27468" cy="13957"/>
            </a:xfrm>
            <a:custGeom>
              <a:avLst/>
              <a:gdLst/>
              <a:ahLst/>
              <a:cxnLst/>
              <a:rect l="l" t="t" r="r" b="b"/>
              <a:pathLst>
                <a:path w="1049" h="533" extrusionOk="0">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0" name="Google Shape;13680;p76"/>
            <p:cNvSpPr/>
            <p:nvPr/>
          </p:nvSpPr>
          <p:spPr>
            <a:xfrm>
              <a:off x="6260629" y="2697061"/>
              <a:ext cx="263055" cy="76722"/>
            </a:xfrm>
            <a:custGeom>
              <a:avLst/>
              <a:gdLst/>
              <a:ahLst/>
              <a:cxnLst/>
              <a:rect l="l" t="t" r="r" b="b"/>
              <a:pathLst>
                <a:path w="10046" h="2930" extrusionOk="0">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1" name="Google Shape;13681;p76"/>
            <p:cNvSpPr/>
            <p:nvPr/>
          </p:nvSpPr>
          <p:spPr>
            <a:xfrm>
              <a:off x="6305588" y="2697061"/>
              <a:ext cx="172900" cy="65489"/>
            </a:xfrm>
            <a:custGeom>
              <a:avLst/>
              <a:gdLst/>
              <a:ahLst/>
              <a:cxnLst/>
              <a:rect l="l" t="t" r="r" b="b"/>
              <a:pathLst>
                <a:path w="6603" h="2501" extrusionOk="0">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76"/>
            <p:cNvSpPr/>
            <p:nvPr/>
          </p:nvSpPr>
          <p:spPr>
            <a:xfrm>
              <a:off x="6294852" y="2476478"/>
              <a:ext cx="194371" cy="65227"/>
            </a:xfrm>
            <a:custGeom>
              <a:avLst/>
              <a:gdLst/>
              <a:ahLst/>
              <a:cxnLst/>
              <a:rect l="l" t="t" r="r" b="b"/>
              <a:pathLst>
                <a:path w="7423" h="2491" extrusionOk="0">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3" name="Google Shape;13683;p76"/>
          <p:cNvGrpSpPr/>
          <p:nvPr/>
        </p:nvGrpSpPr>
        <p:grpSpPr>
          <a:xfrm>
            <a:off x="6260864" y="2879911"/>
            <a:ext cx="263343" cy="354754"/>
            <a:chOff x="6260864" y="2879911"/>
            <a:chExt cx="263343" cy="354754"/>
          </a:xfrm>
        </p:grpSpPr>
        <p:sp>
          <p:nvSpPr>
            <p:cNvPr id="13684" name="Google Shape;13684;p76"/>
            <p:cNvSpPr/>
            <p:nvPr/>
          </p:nvSpPr>
          <p:spPr>
            <a:xfrm>
              <a:off x="6290610" y="2960115"/>
              <a:ext cx="203850" cy="208354"/>
            </a:xfrm>
            <a:custGeom>
              <a:avLst/>
              <a:gdLst/>
              <a:ahLst/>
              <a:cxnLst/>
              <a:rect l="l" t="t" r="r" b="b"/>
              <a:pathLst>
                <a:path w="7785" h="7957" extrusionOk="0">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76"/>
            <p:cNvSpPr/>
            <p:nvPr/>
          </p:nvSpPr>
          <p:spPr>
            <a:xfrm>
              <a:off x="6260864" y="3086013"/>
              <a:ext cx="263081" cy="148652"/>
            </a:xfrm>
            <a:custGeom>
              <a:avLst/>
              <a:gdLst/>
              <a:ahLst/>
              <a:cxnLst/>
              <a:rect l="l" t="t" r="r" b="b"/>
              <a:pathLst>
                <a:path w="10047" h="5677" extrusionOk="0">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76"/>
            <p:cNvSpPr/>
            <p:nvPr/>
          </p:nvSpPr>
          <p:spPr>
            <a:xfrm>
              <a:off x="6260864" y="3137204"/>
              <a:ext cx="263343" cy="97461"/>
            </a:xfrm>
            <a:custGeom>
              <a:avLst/>
              <a:gdLst/>
              <a:ahLst/>
              <a:cxnLst/>
              <a:rect l="l" t="t" r="r" b="b"/>
              <a:pathLst>
                <a:path w="10057" h="3722" extrusionOk="0">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76"/>
            <p:cNvSpPr/>
            <p:nvPr/>
          </p:nvSpPr>
          <p:spPr>
            <a:xfrm>
              <a:off x="6320566" y="3137204"/>
              <a:ext cx="143677" cy="63237"/>
            </a:xfrm>
            <a:custGeom>
              <a:avLst/>
              <a:gdLst/>
              <a:ahLst/>
              <a:cxnLst/>
              <a:rect l="l" t="t" r="r" b="b"/>
              <a:pathLst>
                <a:path w="5487" h="2415" extrusionOk="0">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76"/>
            <p:cNvSpPr/>
            <p:nvPr/>
          </p:nvSpPr>
          <p:spPr>
            <a:xfrm>
              <a:off x="6358299"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9" name="Google Shape;13689;p76"/>
            <p:cNvSpPr/>
            <p:nvPr/>
          </p:nvSpPr>
          <p:spPr>
            <a:xfrm>
              <a:off x="6379273" y="2879911"/>
              <a:ext cx="26525" cy="11521"/>
            </a:xfrm>
            <a:custGeom>
              <a:avLst/>
              <a:gdLst/>
              <a:ahLst/>
              <a:cxnLst/>
              <a:rect l="l" t="t" r="r" b="b"/>
              <a:pathLst>
                <a:path w="1013" h="440" extrusionOk="0">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0" name="Google Shape;13690;p76"/>
            <p:cNvSpPr/>
            <p:nvPr/>
          </p:nvSpPr>
          <p:spPr>
            <a:xfrm>
              <a:off x="6296109" y="2960115"/>
              <a:ext cx="170621" cy="137209"/>
            </a:xfrm>
            <a:custGeom>
              <a:avLst/>
              <a:gdLst/>
              <a:ahLst/>
              <a:cxnLst/>
              <a:rect l="l" t="t" r="r" b="b"/>
              <a:pathLst>
                <a:path w="6516" h="5240" extrusionOk="0">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76"/>
            <p:cNvSpPr/>
            <p:nvPr/>
          </p:nvSpPr>
          <p:spPr>
            <a:xfrm>
              <a:off x="6300089" y="2960115"/>
              <a:ext cx="166903" cy="137393"/>
            </a:xfrm>
            <a:custGeom>
              <a:avLst/>
              <a:gdLst/>
              <a:ahLst/>
              <a:cxnLst/>
              <a:rect l="l" t="t" r="r" b="b"/>
              <a:pathLst>
                <a:path w="6374" h="5247" extrusionOk="0">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76"/>
            <p:cNvSpPr/>
            <p:nvPr/>
          </p:nvSpPr>
          <p:spPr>
            <a:xfrm>
              <a:off x="6352564" y="3000702"/>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76"/>
            <p:cNvSpPr/>
            <p:nvPr/>
          </p:nvSpPr>
          <p:spPr>
            <a:xfrm>
              <a:off x="6421012" y="3000702"/>
              <a:ext cx="11495" cy="17125"/>
            </a:xfrm>
            <a:custGeom>
              <a:avLst/>
              <a:gdLst/>
              <a:ahLst/>
              <a:cxnLst/>
              <a:rect l="l" t="t" r="r" b="b"/>
              <a:pathLst>
                <a:path w="439" h="654" extrusionOk="0">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76"/>
            <p:cNvSpPr/>
            <p:nvPr/>
          </p:nvSpPr>
          <p:spPr>
            <a:xfrm>
              <a:off x="6344813" y="2983079"/>
              <a:ext cx="26761" cy="11286"/>
            </a:xfrm>
            <a:custGeom>
              <a:avLst/>
              <a:gdLst/>
              <a:ahLst/>
              <a:cxnLst/>
              <a:rect l="l" t="t" r="r" b="b"/>
              <a:pathLst>
                <a:path w="1022" h="431" extrusionOk="0">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5" name="Google Shape;13695;p76"/>
            <p:cNvSpPr/>
            <p:nvPr/>
          </p:nvSpPr>
          <p:spPr>
            <a:xfrm>
              <a:off x="6413497" y="2983079"/>
              <a:ext cx="26761" cy="11286"/>
            </a:xfrm>
            <a:custGeom>
              <a:avLst/>
              <a:gdLst/>
              <a:ahLst/>
              <a:cxnLst/>
              <a:rect l="l" t="t" r="r" b="b"/>
              <a:pathLst>
                <a:path w="1022" h="431" extrusionOk="0">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6" name="Google Shape;13696;p76"/>
            <p:cNvSpPr/>
            <p:nvPr/>
          </p:nvSpPr>
          <p:spPr>
            <a:xfrm>
              <a:off x="6366783" y="3037309"/>
              <a:ext cx="51506" cy="22990"/>
            </a:xfrm>
            <a:custGeom>
              <a:avLst/>
              <a:gdLst/>
              <a:ahLst/>
              <a:cxnLst/>
              <a:rect l="l" t="t" r="r" b="b"/>
              <a:pathLst>
                <a:path w="1967" h="878" extrusionOk="0">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76"/>
            <p:cNvSpPr/>
            <p:nvPr/>
          </p:nvSpPr>
          <p:spPr>
            <a:xfrm>
              <a:off x="6306583" y="2965850"/>
              <a:ext cx="23017" cy="37261"/>
            </a:xfrm>
            <a:custGeom>
              <a:avLst/>
              <a:gdLst/>
              <a:ahLst/>
              <a:cxnLst/>
              <a:rect l="l" t="t" r="r" b="b"/>
              <a:pathLst>
                <a:path w="879" h="1423" extrusionOk="0">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8" name="Google Shape;13698;p76"/>
            <p:cNvSpPr/>
            <p:nvPr/>
          </p:nvSpPr>
          <p:spPr>
            <a:xfrm>
              <a:off x="6352564" y="2954355"/>
              <a:ext cx="125662" cy="74732"/>
            </a:xfrm>
            <a:custGeom>
              <a:avLst/>
              <a:gdLst/>
              <a:ahLst/>
              <a:cxnLst/>
              <a:rect l="l" t="t" r="r" b="b"/>
              <a:pathLst>
                <a:path w="4799" h="2854" extrusionOk="0">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9" name="Google Shape;13699;p76"/>
            <p:cNvSpPr/>
            <p:nvPr/>
          </p:nvSpPr>
          <p:spPr>
            <a:xfrm>
              <a:off x="6306583" y="2885671"/>
              <a:ext cx="171643" cy="85965"/>
            </a:xfrm>
            <a:custGeom>
              <a:avLst/>
              <a:gdLst/>
              <a:ahLst/>
              <a:cxnLst/>
              <a:rect l="l" t="t" r="r" b="b"/>
              <a:pathLst>
                <a:path w="6555" h="3283" extrusionOk="0">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76"/>
            <p:cNvSpPr/>
            <p:nvPr/>
          </p:nvSpPr>
          <p:spPr>
            <a:xfrm>
              <a:off x="6306583" y="2885619"/>
              <a:ext cx="171643" cy="86018"/>
            </a:xfrm>
            <a:custGeom>
              <a:avLst/>
              <a:gdLst/>
              <a:ahLst/>
              <a:cxnLst/>
              <a:rect l="l" t="t" r="r" b="b"/>
              <a:pathLst>
                <a:path w="6555" h="3285" extrusionOk="0">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76"/>
            <p:cNvSpPr/>
            <p:nvPr/>
          </p:nvSpPr>
          <p:spPr>
            <a:xfrm>
              <a:off x="6293857" y="2954355"/>
              <a:ext cx="197121" cy="26499"/>
            </a:xfrm>
            <a:custGeom>
              <a:avLst/>
              <a:gdLst/>
              <a:ahLst/>
              <a:cxnLst/>
              <a:rect l="l" t="t" r="r" b="b"/>
              <a:pathLst>
                <a:path w="7528" h="1012" extrusionOk="0">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02" name="Google Shape;13702;p76"/>
          <p:cNvGrpSpPr/>
          <p:nvPr/>
        </p:nvGrpSpPr>
        <p:grpSpPr>
          <a:xfrm>
            <a:off x="8062968" y="2419290"/>
            <a:ext cx="263316" cy="354728"/>
            <a:chOff x="8062968" y="2419290"/>
            <a:chExt cx="263316" cy="354728"/>
          </a:xfrm>
        </p:grpSpPr>
        <p:sp>
          <p:nvSpPr>
            <p:cNvPr id="13703" name="Google Shape;13703;p76"/>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76"/>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76"/>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76"/>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76"/>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76"/>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76"/>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76"/>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1" name="Google Shape;13711;p76"/>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2" name="Google Shape;13712;p76"/>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76"/>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76"/>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76"/>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76"/>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76"/>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76"/>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76"/>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0" name="Google Shape;13720;p76"/>
          <p:cNvGrpSpPr/>
          <p:nvPr/>
        </p:nvGrpSpPr>
        <p:grpSpPr>
          <a:xfrm>
            <a:off x="5809723" y="2419290"/>
            <a:ext cx="263316" cy="354728"/>
            <a:chOff x="5809723" y="2419290"/>
            <a:chExt cx="263316" cy="354728"/>
          </a:xfrm>
        </p:grpSpPr>
        <p:sp>
          <p:nvSpPr>
            <p:cNvPr id="13721" name="Google Shape;13721;p76"/>
            <p:cNvSpPr/>
            <p:nvPr/>
          </p:nvSpPr>
          <p:spPr>
            <a:xfrm>
              <a:off x="5815484" y="2419290"/>
              <a:ext cx="80205" cy="80205"/>
            </a:xfrm>
            <a:custGeom>
              <a:avLst/>
              <a:gdLst/>
              <a:ahLst/>
              <a:cxnLst/>
              <a:rect l="l" t="t" r="r" b="b"/>
              <a:pathLst>
                <a:path w="3063" h="3063" extrusionOk="0">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76"/>
            <p:cNvSpPr/>
            <p:nvPr/>
          </p:nvSpPr>
          <p:spPr>
            <a:xfrm>
              <a:off x="5987100" y="2419290"/>
              <a:ext cx="80205" cy="80205"/>
            </a:xfrm>
            <a:custGeom>
              <a:avLst/>
              <a:gdLst/>
              <a:ahLst/>
              <a:cxnLst/>
              <a:rect l="l" t="t" r="r" b="b"/>
              <a:pathLst>
                <a:path w="3063" h="3063" extrusionOk="0">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3" name="Google Shape;13723;p76"/>
            <p:cNvSpPr/>
            <p:nvPr/>
          </p:nvSpPr>
          <p:spPr>
            <a:xfrm>
              <a:off x="5823732" y="2424789"/>
              <a:ext cx="235325" cy="137419"/>
            </a:xfrm>
            <a:custGeom>
              <a:avLst/>
              <a:gdLst/>
              <a:ahLst/>
              <a:cxnLst/>
              <a:rect l="l" t="t" r="r" b="b"/>
              <a:pathLst>
                <a:path w="8987" h="5248" extrusionOk="0">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4" name="Google Shape;13724;p76"/>
            <p:cNvSpPr/>
            <p:nvPr/>
          </p:nvSpPr>
          <p:spPr>
            <a:xfrm>
              <a:off x="5809723" y="2630865"/>
              <a:ext cx="263081" cy="143153"/>
            </a:xfrm>
            <a:custGeom>
              <a:avLst/>
              <a:gdLst/>
              <a:ahLst/>
              <a:cxnLst/>
              <a:rect l="l" t="t" r="r" b="b"/>
              <a:pathLst>
                <a:path w="10047" h="5467" extrusionOk="0">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5" name="Google Shape;13725;p76"/>
            <p:cNvSpPr/>
            <p:nvPr/>
          </p:nvSpPr>
          <p:spPr>
            <a:xfrm>
              <a:off x="5809985" y="2694809"/>
              <a:ext cx="263055" cy="79210"/>
            </a:xfrm>
            <a:custGeom>
              <a:avLst/>
              <a:gdLst/>
              <a:ahLst/>
              <a:cxnLst/>
              <a:rect l="l" t="t" r="r" b="b"/>
              <a:pathLst>
                <a:path w="10046" h="3025" extrusionOk="0">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76"/>
            <p:cNvSpPr/>
            <p:nvPr/>
          </p:nvSpPr>
          <p:spPr>
            <a:xfrm>
              <a:off x="5907157" y="2630865"/>
              <a:ext cx="68709" cy="23017"/>
            </a:xfrm>
            <a:custGeom>
              <a:avLst/>
              <a:gdLst/>
              <a:ahLst/>
              <a:cxnLst/>
              <a:rect l="l" t="t" r="r" b="b"/>
              <a:pathLst>
                <a:path w="2624" h="879" extrusionOk="0">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76"/>
            <p:cNvSpPr/>
            <p:nvPr/>
          </p:nvSpPr>
          <p:spPr>
            <a:xfrm>
              <a:off x="5844942" y="2465009"/>
              <a:ext cx="192643" cy="177377"/>
            </a:xfrm>
            <a:custGeom>
              <a:avLst/>
              <a:gdLst/>
              <a:ahLst/>
              <a:cxnLst/>
              <a:rect l="l" t="t" r="r" b="b"/>
              <a:pathLst>
                <a:path w="7357" h="6774" extrusionOk="0">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76"/>
            <p:cNvSpPr/>
            <p:nvPr/>
          </p:nvSpPr>
          <p:spPr>
            <a:xfrm>
              <a:off x="5845439" y="2464931"/>
              <a:ext cx="170150" cy="177430"/>
            </a:xfrm>
            <a:custGeom>
              <a:avLst/>
              <a:gdLst/>
              <a:ahLst/>
              <a:cxnLst/>
              <a:rect l="l" t="t" r="r" b="b"/>
              <a:pathLst>
                <a:path w="6498" h="6776" extrusionOk="0">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76"/>
            <p:cNvSpPr/>
            <p:nvPr/>
          </p:nvSpPr>
          <p:spPr>
            <a:xfrm>
              <a:off x="5916086" y="2590723"/>
              <a:ext cx="50616" cy="17465"/>
            </a:xfrm>
            <a:custGeom>
              <a:avLst/>
              <a:gdLst/>
              <a:ahLst/>
              <a:cxnLst/>
              <a:rect l="l" t="t" r="r" b="b"/>
              <a:pathLst>
                <a:path w="1933" h="667" extrusionOk="0">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76"/>
            <p:cNvSpPr/>
            <p:nvPr/>
          </p:nvSpPr>
          <p:spPr>
            <a:xfrm>
              <a:off x="5901397" y="2545135"/>
              <a:ext cx="11521" cy="17073"/>
            </a:xfrm>
            <a:custGeom>
              <a:avLst/>
              <a:gdLst/>
              <a:ahLst/>
              <a:cxnLst/>
              <a:rect l="l" t="t" r="r" b="b"/>
              <a:pathLst>
                <a:path w="440" h="652" extrusionOk="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76"/>
            <p:cNvSpPr/>
            <p:nvPr/>
          </p:nvSpPr>
          <p:spPr>
            <a:xfrm>
              <a:off x="5970106" y="2545135"/>
              <a:ext cx="11260" cy="17073"/>
            </a:xfrm>
            <a:custGeom>
              <a:avLst/>
              <a:gdLst/>
              <a:ahLst/>
              <a:cxnLst/>
              <a:rect l="l" t="t" r="r" b="b"/>
              <a:pathLst>
                <a:path w="430" h="652" extrusionOk="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76"/>
            <p:cNvSpPr/>
            <p:nvPr/>
          </p:nvSpPr>
          <p:spPr>
            <a:xfrm>
              <a:off x="5893672" y="2527958"/>
              <a:ext cx="21000" cy="11495"/>
            </a:xfrm>
            <a:custGeom>
              <a:avLst/>
              <a:gdLst/>
              <a:ahLst/>
              <a:cxnLst/>
              <a:rect l="l" t="t" r="r" b="b"/>
              <a:pathLst>
                <a:path w="802" h="439" extrusionOk="0">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76"/>
            <p:cNvSpPr/>
            <p:nvPr/>
          </p:nvSpPr>
          <p:spPr>
            <a:xfrm>
              <a:off x="5968116" y="2527932"/>
              <a:ext cx="19246" cy="11521"/>
            </a:xfrm>
            <a:custGeom>
              <a:avLst/>
              <a:gdLst/>
              <a:ahLst/>
              <a:cxnLst/>
              <a:rect l="l" t="t" r="r" b="b"/>
              <a:pathLst>
                <a:path w="735" h="440" extrusionOk="0">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76"/>
            <p:cNvSpPr/>
            <p:nvPr/>
          </p:nvSpPr>
          <p:spPr>
            <a:xfrm>
              <a:off x="5875919" y="2425025"/>
              <a:ext cx="162661" cy="97199"/>
            </a:xfrm>
            <a:custGeom>
              <a:avLst/>
              <a:gdLst/>
              <a:ahLst/>
              <a:cxnLst/>
              <a:rect l="l" t="t" r="r" b="b"/>
              <a:pathLst>
                <a:path w="6212" h="3712" extrusionOk="0">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76"/>
            <p:cNvSpPr/>
            <p:nvPr/>
          </p:nvSpPr>
          <p:spPr>
            <a:xfrm>
              <a:off x="5843947" y="2694809"/>
              <a:ext cx="194869" cy="50485"/>
            </a:xfrm>
            <a:custGeom>
              <a:avLst/>
              <a:gdLst/>
              <a:ahLst/>
              <a:cxnLst/>
              <a:rect l="l" t="t" r="r" b="b"/>
              <a:pathLst>
                <a:path w="7442" h="1928" extrusionOk="0">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76"/>
            <p:cNvSpPr/>
            <p:nvPr/>
          </p:nvSpPr>
          <p:spPr>
            <a:xfrm>
              <a:off x="5809723" y="2688577"/>
              <a:ext cx="85965" cy="85442"/>
            </a:xfrm>
            <a:custGeom>
              <a:avLst/>
              <a:gdLst/>
              <a:ahLst/>
              <a:cxnLst/>
              <a:rect l="l" t="t" r="r" b="b"/>
              <a:pathLst>
                <a:path w="3283" h="3263" extrusionOk="0">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76"/>
            <p:cNvSpPr/>
            <p:nvPr/>
          </p:nvSpPr>
          <p:spPr>
            <a:xfrm>
              <a:off x="5987100" y="2688577"/>
              <a:ext cx="85939" cy="85442"/>
            </a:xfrm>
            <a:custGeom>
              <a:avLst/>
              <a:gdLst/>
              <a:ahLst/>
              <a:cxnLst/>
              <a:rect l="l" t="t" r="r" b="b"/>
              <a:pathLst>
                <a:path w="3282" h="3263" extrusionOk="0">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38" name="Google Shape;13738;p76"/>
          <p:cNvGrpSpPr/>
          <p:nvPr/>
        </p:nvGrpSpPr>
        <p:grpSpPr>
          <a:xfrm>
            <a:off x="7606826" y="1502999"/>
            <a:ext cx="263552" cy="354754"/>
            <a:chOff x="7606826" y="1502999"/>
            <a:chExt cx="263552" cy="354754"/>
          </a:xfrm>
        </p:grpSpPr>
        <p:sp>
          <p:nvSpPr>
            <p:cNvPr id="13739" name="Google Shape;13739;p76"/>
            <p:cNvSpPr/>
            <p:nvPr/>
          </p:nvSpPr>
          <p:spPr>
            <a:xfrm>
              <a:off x="7606826" y="1703340"/>
              <a:ext cx="263552" cy="154413"/>
            </a:xfrm>
            <a:custGeom>
              <a:avLst/>
              <a:gdLst/>
              <a:ahLst/>
              <a:cxnLst/>
              <a:rect l="l" t="t" r="r" b="b"/>
              <a:pathLst>
                <a:path w="10065" h="5897" extrusionOk="0">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76"/>
            <p:cNvSpPr/>
            <p:nvPr/>
          </p:nvSpPr>
          <p:spPr>
            <a:xfrm>
              <a:off x="7626543" y="1502999"/>
              <a:ext cx="223856" cy="240090"/>
            </a:xfrm>
            <a:custGeom>
              <a:avLst/>
              <a:gdLst/>
              <a:ahLst/>
              <a:cxnLst/>
              <a:rect l="l" t="t" r="r" b="b"/>
              <a:pathLst>
                <a:path w="8549" h="9169" extrusionOk="0">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76"/>
            <p:cNvSpPr/>
            <p:nvPr/>
          </p:nvSpPr>
          <p:spPr>
            <a:xfrm>
              <a:off x="7641049" y="1708839"/>
              <a:ext cx="194869" cy="102959"/>
            </a:xfrm>
            <a:custGeom>
              <a:avLst/>
              <a:gdLst/>
              <a:ahLst/>
              <a:cxnLst/>
              <a:rect l="l" t="t" r="r" b="b"/>
              <a:pathLst>
                <a:path w="7442" h="3932" extrusionOk="0">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76"/>
            <p:cNvSpPr/>
            <p:nvPr/>
          </p:nvSpPr>
          <p:spPr>
            <a:xfrm>
              <a:off x="7659431" y="1726069"/>
              <a:ext cx="158341" cy="65227"/>
            </a:xfrm>
            <a:custGeom>
              <a:avLst/>
              <a:gdLst/>
              <a:ahLst/>
              <a:cxnLst/>
              <a:rect l="l" t="t" r="r" b="b"/>
              <a:pathLst>
                <a:path w="6047" h="2491" extrusionOk="0">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3" name="Google Shape;13743;p76"/>
            <p:cNvSpPr/>
            <p:nvPr/>
          </p:nvSpPr>
          <p:spPr>
            <a:xfrm>
              <a:off x="7692739" y="1502999"/>
              <a:ext cx="142420" cy="85468"/>
            </a:xfrm>
            <a:custGeom>
              <a:avLst/>
              <a:gdLst/>
              <a:ahLst/>
              <a:cxnLst/>
              <a:rect l="l" t="t" r="r" b="b"/>
              <a:pathLst>
                <a:path w="5439" h="3264" extrusionOk="0">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4" name="Google Shape;13744;p76"/>
            <p:cNvSpPr/>
            <p:nvPr/>
          </p:nvSpPr>
          <p:spPr>
            <a:xfrm>
              <a:off x="7687266" y="1703340"/>
              <a:ext cx="102436" cy="87955"/>
            </a:xfrm>
            <a:custGeom>
              <a:avLst/>
              <a:gdLst/>
              <a:ahLst/>
              <a:cxnLst/>
              <a:rect l="l" t="t" r="r" b="b"/>
              <a:pathLst>
                <a:path w="3912" h="3359" extrusionOk="0">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5" name="Google Shape;13745;p76"/>
            <p:cNvSpPr/>
            <p:nvPr/>
          </p:nvSpPr>
          <p:spPr>
            <a:xfrm>
              <a:off x="7704234" y="1703340"/>
              <a:ext cx="68736" cy="28254"/>
            </a:xfrm>
            <a:custGeom>
              <a:avLst/>
              <a:gdLst/>
              <a:ahLst/>
              <a:cxnLst/>
              <a:rect l="l" t="t" r="r" b="b"/>
              <a:pathLst>
                <a:path w="2625" h="1079" extrusionOk="0">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6" name="Google Shape;13746;p76"/>
            <p:cNvSpPr/>
            <p:nvPr/>
          </p:nvSpPr>
          <p:spPr>
            <a:xfrm>
              <a:off x="7664014" y="1576133"/>
              <a:ext cx="149176" cy="144070"/>
            </a:xfrm>
            <a:custGeom>
              <a:avLst/>
              <a:gdLst/>
              <a:ahLst/>
              <a:cxnLst/>
              <a:rect l="l" t="t" r="r" b="b"/>
              <a:pathLst>
                <a:path w="5697" h="5502"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7" name="Google Shape;13747;p76"/>
            <p:cNvSpPr/>
            <p:nvPr/>
          </p:nvSpPr>
          <p:spPr>
            <a:xfrm>
              <a:off x="7664014" y="1576133"/>
              <a:ext cx="126186" cy="144148"/>
            </a:xfrm>
            <a:custGeom>
              <a:avLst/>
              <a:gdLst/>
              <a:ahLst/>
              <a:cxnLst/>
              <a:rect l="l" t="t" r="r" b="b"/>
              <a:pathLst>
                <a:path w="4819" h="5505"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8" name="Google Shape;13748;p76"/>
            <p:cNvSpPr/>
            <p:nvPr/>
          </p:nvSpPr>
          <p:spPr>
            <a:xfrm>
              <a:off x="7690749" y="1611431"/>
              <a:ext cx="26761" cy="11521"/>
            </a:xfrm>
            <a:custGeom>
              <a:avLst/>
              <a:gdLst/>
              <a:ahLst/>
              <a:cxnLst/>
              <a:rect l="l" t="t" r="r" b="b"/>
              <a:pathLst>
                <a:path w="1022" h="440" extrusionOk="0">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76"/>
            <p:cNvSpPr/>
            <p:nvPr/>
          </p:nvSpPr>
          <p:spPr>
            <a:xfrm>
              <a:off x="7759458" y="1611431"/>
              <a:ext cx="26735" cy="11521"/>
            </a:xfrm>
            <a:custGeom>
              <a:avLst/>
              <a:gdLst/>
              <a:ahLst/>
              <a:cxnLst/>
              <a:rect l="l" t="t" r="r" b="b"/>
              <a:pathLst>
                <a:path w="1021" h="440" extrusionOk="0">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76"/>
            <p:cNvSpPr/>
            <p:nvPr/>
          </p:nvSpPr>
          <p:spPr>
            <a:xfrm>
              <a:off x="7698499" y="1629106"/>
              <a:ext cx="11521" cy="17308"/>
            </a:xfrm>
            <a:custGeom>
              <a:avLst/>
              <a:gdLst/>
              <a:ahLst/>
              <a:cxnLst/>
              <a:rect l="l" t="t" r="r" b="b"/>
              <a:pathLst>
                <a:path w="440"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76"/>
            <p:cNvSpPr/>
            <p:nvPr/>
          </p:nvSpPr>
          <p:spPr>
            <a:xfrm>
              <a:off x="7767183" y="1629106"/>
              <a:ext cx="11521" cy="17308"/>
            </a:xfrm>
            <a:custGeom>
              <a:avLst/>
              <a:gdLst/>
              <a:ahLst/>
              <a:cxnLst/>
              <a:rect l="l" t="t" r="r" b="b"/>
              <a:pathLst>
                <a:path w="440" h="661" extrusionOk="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76"/>
            <p:cNvSpPr/>
            <p:nvPr/>
          </p:nvSpPr>
          <p:spPr>
            <a:xfrm>
              <a:off x="7610073" y="1789541"/>
              <a:ext cx="48233" cy="68212"/>
            </a:xfrm>
            <a:custGeom>
              <a:avLst/>
              <a:gdLst/>
              <a:ahLst/>
              <a:cxnLst/>
              <a:rect l="l" t="t" r="r" b="b"/>
              <a:pathLst>
                <a:path w="1842" h="2605" extrusionOk="0">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76"/>
            <p:cNvSpPr/>
            <p:nvPr/>
          </p:nvSpPr>
          <p:spPr>
            <a:xfrm>
              <a:off x="7818662" y="1789541"/>
              <a:ext cx="48233" cy="68212"/>
            </a:xfrm>
            <a:custGeom>
              <a:avLst/>
              <a:gdLst/>
              <a:ahLst/>
              <a:cxnLst/>
              <a:rect l="l" t="t" r="r" b="b"/>
              <a:pathLst>
                <a:path w="1842" h="2605" extrusionOk="0">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76"/>
            <p:cNvSpPr/>
            <p:nvPr/>
          </p:nvSpPr>
          <p:spPr>
            <a:xfrm>
              <a:off x="7712744" y="1666393"/>
              <a:ext cx="51480" cy="22990"/>
            </a:xfrm>
            <a:custGeom>
              <a:avLst/>
              <a:gdLst/>
              <a:ahLst/>
              <a:cxnLst/>
              <a:rect l="l" t="t" r="r" b="b"/>
              <a:pathLst>
                <a:path w="1966" h="878" extrusionOk="0">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76"/>
            <p:cNvSpPr/>
            <p:nvPr/>
          </p:nvSpPr>
          <p:spPr>
            <a:xfrm>
              <a:off x="7704234" y="1794778"/>
              <a:ext cx="11260" cy="62975"/>
            </a:xfrm>
            <a:custGeom>
              <a:avLst/>
              <a:gdLst/>
              <a:ahLst/>
              <a:cxnLst/>
              <a:rect l="l" t="t" r="r" b="b"/>
              <a:pathLst>
                <a:path w="430" h="2405" extrusionOk="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76"/>
            <p:cNvSpPr/>
            <p:nvPr/>
          </p:nvSpPr>
          <p:spPr>
            <a:xfrm>
              <a:off x="7761448" y="1794778"/>
              <a:ext cx="11521" cy="62975"/>
            </a:xfrm>
            <a:custGeom>
              <a:avLst/>
              <a:gdLst/>
              <a:ahLst/>
              <a:cxnLst/>
              <a:rect l="l" t="t" r="r" b="b"/>
              <a:pathLst>
                <a:path w="440" h="2405" extrusionOk="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7" name="Google Shape;13757;p76"/>
          <p:cNvGrpSpPr/>
          <p:nvPr/>
        </p:nvGrpSpPr>
        <p:grpSpPr>
          <a:xfrm>
            <a:off x="8060455" y="3790075"/>
            <a:ext cx="264076" cy="354623"/>
            <a:chOff x="8060455" y="3790075"/>
            <a:chExt cx="264076" cy="354623"/>
          </a:xfrm>
        </p:grpSpPr>
        <p:sp>
          <p:nvSpPr>
            <p:cNvPr id="13758" name="Google Shape;13758;p76"/>
            <p:cNvSpPr/>
            <p:nvPr/>
          </p:nvSpPr>
          <p:spPr>
            <a:xfrm>
              <a:off x="8074202" y="3790075"/>
              <a:ext cx="237079" cy="113800"/>
            </a:xfrm>
            <a:custGeom>
              <a:avLst/>
              <a:gdLst/>
              <a:ahLst/>
              <a:cxnLst/>
              <a:rect l="l" t="t" r="r" b="b"/>
              <a:pathLst>
                <a:path w="9054" h="4346" extrusionOk="0">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9" name="Google Shape;13759;p76"/>
            <p:cNvSpPr/>
            <p:nvPr/>
          </p:nvSpPr>
          <p:spPr>
            <a:xfrm>
              <a:off x="8083681" y="3955564"/>
              <a:ext cx="80231" cy="126186"/>
            </a:xfrm>
            <a:custGeom>
              <a:avLst/>
              <a:gdLst/>
              <a:ahLst/>
              <a:cxnLst/>
              <a:rect l="l" t="t" r="r" b="b"/>
              <a:pathLst>
                <a:path w="3064" h="4819" extrusionOk="0">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0" name="Google Shape;13760;p76"/>
            <p:cNvSpPr/>
            <p:nvPr/>
          </p:nvSpPr>
          <p:spPr>
            <a:xfrm>
              <a:off x="8060716" y="4018513"/>
              <a:ext cx="263814" cy="126186"/>
            </a:xfrm>
            <a:custGeom>
              <a:avLst/>
              <a:gdLst/>
              <a:ahLst/>
              <a:cxnLst/>
              <a:rect l="l" t="t" r="r" b="b"/>
              <a:pathLst>
                <a:path w="10075" h="4819" extrusionOk="0">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76"/>
            <p:cNvSpPr/>
            <p:nvPr/>
          </p:nvSpPr>
          <p:spPr>
            <a:xfrm>
              <a:off x="8060455" y="4057241"/>
              <a:ext cx="264076" cy="87458"/>
            </a:xfrm>
            <a:custGeom>
              <a:avLst/>
              <a:gdLst/>
              <a:ahLst/>
              <a:cxnLst/>
              <a:rect l="l" t="t" r="r" b="b"/>
              <a:pathLst>
                <a:path w="10085" h="3340" extrusionOk="0">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2" name="Google Shape;13762;p76"/>
            <p:cNvSpPr/>
            <p:nvPr/>
          </p:nvSpPr>
          <p:spPr>
            <a:xfrm>
              <a:off x="8125420" y="4057241"/>
              <a:ext cx="134408" cy="61142"/>
            </a:xfrm>
            <a:custGeom>
              <a:avLst/>
              <a:gdLst/>
              <a:ahLst/>
              <a:cxnLst/>
              <a:rect l="l" t="t" r="r" b="b"/>
              <a:pathLst>
                <a:path w="5133" h="2335" extrusionOk="0">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3" name="Google Shape;13763;p76"/>
            <p:cNvSpPr/>
            <p:nvPr/>
          </p:nvSpPr>
          <p:spPr>
            <a:xfrm>
              <a:off x="8158386" y="4018513"/>
              <a:ext cx="68709" cy="23017"/>
            </a:xfrm>
            <a:custGeom>
              <a:avLst/>
              <a:gdLst/>
              <a:ahLst/>
              <a:cxnLst/>
              <a:rect l="l" t="t" r="r" b="b"/>
              <a:pathLst>
                <a:path w="2624" h="879" extrusionOk="0">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76"/>
            <p:cNvSpPr/>
            <p:nvPr/>
          </p:nvSpPr>
          <p:spPr>
            <a:xfrm>
              <a:off x="8096171" y="3875386"/>
              <a:ext cx="188139" cy="154413"/>
            </a:xfrm>
            <a:custGeom>
              <a:avLst/>
              <a:gdLst/>
              <a:ahLst/>
              <a:cxnLst/>
              <a:rect l="l" t="t" r="r" b="b"/>
              <a:pathLst>
                <a:path w="7185" h="5897" extrusionOk="0">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76"/>
            <p:cNvSpPr/>
            <p:nvPr/>
          </p:nvSpPr>
          <p:spPr>
            <a:xfrm>
              <a:off x="8152390"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6" name="Google Shape;13766;p76"/>
            <p:cNvSpPr/>
            <p:nvPr/>
          </p:nvSpPr>
          <p:spPr>
            <a:xfrm>
              <a:off x="8221335" y="3933412"/>
              <a:ext cx="11521" cy="16942"/>
            </a:xfrm>
            <a:custGeom>
              <a:avLst/>
              <a:gdLst/>
              <a:ahLst/>
              <a:cxnLst/>
              <a:rect l="l" t="t" r="r" b="b"/>
              <a:pathLst>
                <a:path w="440" h="647" extrusionOk="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7" name="Google Shape;13767;p76"/>
            <p:cNvSpPr/>
            <p:nvPr/>
          </p:nvSpPr>
          <p:spPr>
            <a:xfrm>
              <a:off x="8166792" y="3978136"/>
              <a:ext cx="50930" cy="17492"/>
            </a:xfrm>
            <a:custGeom>
              <a:avLst/>
              <a:gdLst/>
              <a:ahLst/>
              <a:cxnLst/>
              <a:rect l="l" t="t" r="r" b="b"/>
              <a:pathLst>
                <a:path w="1945" h="668" extrusionOk="0">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76"/>
            <p:cNvSpPr/>
            <p:nvPr/>
          </p:nvSpPr>
          <p:spPr>
            <a:xfrm>
              <a:off x="8099942" y="3880885"/>
              <a:ext cx="167375" cy="149124"/>
            </a:xfrm>
            <a:custGeom>
              <a:avLst/>
              <a:gdLst/>
              <a:ahLst/>
              <a:cxnLst/>
              <a:rect l="l" t="t" r="r" b="b"/>
              <a:pathLst>
                <a:path w="6392" h="5695" extrusionOk="0">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76"/>
            <p:cNvSpPr/>
            <p:nvPr/>
          </p:nvSpPr>
          <p:spPr>
            <a:xfrm>
              <a:off x="8255795" y="3892380"/>
              <a:ext cx="22781" cy="42970"/>
            </a:xfrm>
            <a:custGeom>
              <a:avLst/>
              <a:gdLst/>
              <a:ahLst/>
              <a:cxnLst/>
              <a:rect l="l" t="t" r="r" b="b"/>
              <a:pathLst>
                <a:path w="870" h="1641" extrusionOk="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0" name="Google Shape;13770;p76"/>
            <p:cNvSpPr/>
            <p:nvPr/>
          </p:nvSpPr>
          <p:spPr>
            <a:xfrm>
              <a:off x="8106435" y="3892380"/>
              <a:ext cx="22990" cy="42970"/>
            </a:xfrm>
            <a:custGeom>
              <a:avLst/>
              <a:gdLst/>
              <a:ahLst/>
              <a:cxnLst/>
              <a:rect l="l" t="t" r="r" b="b"/>
              <a:pathLst>
                <a:path w="878" h="1641" extrusionOk="0">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1" name="Google Shape;13771;p76"/>
            <p:cNvSpPr/>
            <p:nvPr/>
          </p:nvSpPr>
          <p:spPr>
            <a:xfrm>
              <a:off x="8106671" y="3892380"/>
              <a:ext cx="172140" cy="28751"/>
            </a:xfrm>
            <a:custGeom>
              <a:avLst/>
              <a:gdLst/>
              <a:ahLst/>
              <a:cxnLst/>
              <a:rect l="l" t="t" r="r" b="b"/>
              <a:pathLst>
                <a:path w="6574" h="1098" extrusionOk="0">
                  <a:moveTo>
                    <a:pt x="1" y="0"/>
                  </a:moveTo>
                  <a:cubicBezTo>
                    <a:pt x="1" y="611"/>
                    <a:pt x="1470" y="1097"/>
                    <a:pt x="3282" y="1097"/>
                  </a:cubicBezTo>
                  <a:cubicBezTo>
                    <a:pt x="5095" y="1097"/>
                    <a:pt x="656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2" name="Google Shape;13772;p76"/>
            <p:cNvSpPr/>
            <p:nvPr/>
          </p:nvSpPr>
          <p:spPr>
            <a:xfrm>
              <a:off x="8178627" y="4110448"/>
              <a:ext cx="27992" cy="34250"/>
            </a:xfrm>
            <a:custGeom>
              <a:avLst/>
              <a:gdLst/>
              <a:ahLst/>
              <a:cxnLst/>
              <a:rect l="l" t="t" r="r" b="b"/>
              <a:pathLst>
                <a:path w="1069" h="1308" extrusionOk="0">
                  <a:moveTo>
                    <a:pt x="859" y="0"/>
                  </a:moveTo>
                  <a:lnTo>
                    <a:pt x="200" y="10"/>
                  </a:lnTo>
                  <a:lnTo>
                    <a:pt x="0" y="1307"/>
                  </a:lnTo>
                  <a:lnTo>
                    <a:pt x="1069" y="1307"/>
                  </a:lnTo>
                  <a:lnTo>
                    <a:pt x="859"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3" name="Google Shape;13773;p76"/>
            <p:cNvSpPr/>
            <p:nvPr/>
          </p:nvSpPr>
          <p:spPr>
            <a:xfrm>
              <a:off x="8171112" y="4081724"/>
              <a:ext cx="42760" cy="31736"/>
            </a:xfrm>
            <a:custGeom>
              <a:avLst/>
              <a:gdLst/>
              <a:ahLst/>
              <a:cxnLst/>
              <a:rect l="l" t="t" r="r" b="b"/>
              <a:pathLst>
                <a:path w="1633" h="1212" extrusionOk="0">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76"/>
            <p:cNvSpPr/>
            <p:nvPr/>
          </p:nvSpPr>
          <p:spPr>
            <a:xfrm>
              <a:off x="8135894" y="4044017"/>
              <a:ext cx="56743" cy="62844"/>
            </a:xfrm>
            <a:custGeom>
              <a:avLst/>
              <a:gdLst/>
              <a:ahLst/>
              <a:cxnLst/>
              <a:rect l="l" t="t" r="r" b="b"/>
              <a:pathLst>
                <a:path w="2167" h="2400" extrusionOk="0">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76"/>
            <p:cNvSpPr/>
            <p:nvPr/>
          </p:nvSpPr>
          <p:spPr>
            <a:xfrm>
              <a:off x="8192610" y="4044017"/>
              <a:ext cx="56717" cy="62844"/>
            </a:xfrm>
            <a:custGeom>
              <a:avLst/>
              <a:gdLst/>
              <a:ahLst/>
              <a:cxnLst/>
              <a:rect l="l" t="t" r="r" b="b"/>
              <a:pathLst>
                <a:path w="2166" h="2400" extrusionOk="0">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76"/>
            <p:cNvSpPr/>
            <p:nvPr/>
          </p:nvSpPr>
          <p:spPr>
            <a:xfrm>
              <a:off x="8063963" y="4087956"/>
              <a:ext cx="48468" cy="56743"/>
            </a:xfrm>
            <a:custGeom>
              <a:avLst/>
              <a:gdLst/>
              <a:ahLst/>
              <a:cxnLst/>
              <a:rect l="l" t="t" r="r" b="b"/>
              <a:pathLst>
                <a:path w="1851" h="2167" extrusionOk="0">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76"/>
            <p:cNvSpPr/>
            <p:nvPr/>
          </p:nvSpPr>
          <p:spPr>
            <a:xfrm>
              <a:off x="8272789" y="4087956"/>
              <a:ext cx="48495" cy="56743"/>
            </a:xfrm>
            <a:custGeom>
              <a:avLst/>
              <a:gdLst/>
              <a:ahLst/>
              <a:cxnLst/>
              <a:rect l="l" t="t" r="r" b="b"/>
              <a:pathLst>
                <a:path w="1852" h="2167" extrusionOk="0">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76"/>
            <p:cNvSpPr/>
            <p:nvPr/>
          </p:nvSpPr>
          <p:spPr>
            <a:xfrm>
              <a:off x="8106671" y="3857894"/>
              <a:ext cx="171905" cy="34512"/>
            </a:xfrm>
            <a:custGeom>
              <a:avLst/>
              <a:gdLst/>
              <a:ahLst/>
              <a:cxnLst/>
              <a:rect l="l" t="t" r="r" b="b"/>
              <a:pathLst>
                <a:path w="6565" h="1318" extrusionOk="0">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9" name="Google Shape;13779;p76"/>
            <p:cNvSpPr/>
            <p:nvPr/>
          </p:nvSpPr>
          <p:spPr>
            <a:xfrm>
              <a:off x="8175380" y="3823670"/>
              <a:ext cx="34486" cy="39984"/>
            </a:xfrm>
            <a:custGeom>
              <a:avLst/>
              <a:gdLst/>
              <a:ahLst/>
              <a:cxnLst/>
              <a:rect l="l" t="t" r="r" b="b"/>
              <a:pathLst>
                <a:path w="1317" h="1527" extrusionOk="0">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0" name="Google Shape;13780;p76"/>
            <p:cNvSpPr/>
            <p:nvPr/>
          </p:nvSpPr>
          <p:spPr>
            <a:xfrm>
              <a:off x="8175407"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81" name="Google Shape;13781;p76"/>
          <p:cNvGrpSpPr/>
          <p:nvPr/>
        </p:nvGrpSpPr>
        <p:grpSpPr>
          <a:xfrm>
            <a:off x="7614550" y="2879911"/>
            <a:ext cx="263316" cy="354754"/>
            <a:chOff x="7614550" y="2879911"/>
            <a:chExt cx="263316" cy="354754"/>
          </a:xfrm>
        </p:grpSpPr>
        <p:sp>
          <p:nvSpPr>
            <p:cNvPr id="13782" name="Google Shape;13782;p76"/>
            <p:cNvSpPr/>
            <p:nvPr/>
          </p:nvSpPr>
          <p:spPr>
            <a:xfrm>
              <a:off x="7614550" y="3086013"/>
              <a:ext cx="263316" cy="148652"/>
            </a:xfrm>
            <a:custGeom>
              <a:avLst/>
              <a:gdLst/>
              <a:ahLst/>
              <a:cxnLst/>
              <a:rect l="l" t="t" r="r" b="b"/>
              <a:pathLst>
                <a:path w="10056" h="5677" extrusionOk="0">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76"/>
            <p:cNvSpPr/>
            <p:nvPr/>
          </p:nvSpPr>
          <p:spPr>
            <a:xfrm>
              <a:off x="7614550" y="3137728"/>
              <a:ext cx="263081" cy="96937"/>
            </a:xfrm>
            <a:custGeom>
              <a:avLst/>
              <a:gdLst/>
              <a:ahLst/>
              <a:cxnLst/>
              <a:rect l="l" t="t" r="r" b="b"/>
              <a:pathLst>
                <a:path w="10047" h="3702" extrusionOk="0">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76"/>
            <p:cNvSpPr/>
            <p:nvPr/>
          </p:nvSpPr>
          <p:spPr>
            <a:xfrm>
              <a:off x="7683495" y="3137728"/>
              <a:ext cx="125426" cy="62477"/>
            </a:xfrm>
            <a:custGeom>
              <a:avLst/>
              <a:gdLst/>
              <a:ahLst/>
              <a:cxnLst/>
              <a:rect l="l" t="t" r="r" b="b"/>
              <a:pathLst>
                <a:path w="4790" h="2386" extrusionOk="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76"/>
            <p:cNvSpPr/>
            <p:nvPr/>
          </p:nvSpPr>
          <p:spPr>
            <a:xfrm>
              <a:off x="7711985"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76"/>
            <p:cNvSpPr/>
            <p:nvPr/>
          </p:nvSpPr>
          <p:spPr>
            <a:xfrm>
              <a:off x="7780668" y="3023064"/>
              <a:ext cx="45745" cy="211601"/>
            </a:xfrm>
            <a:custGeom>
              <a:avLst/>
              <a:gdLst/>
              <a:ahLst/>
              <a:cxnLst/>
              <a:rect l="l" t="t" r="r" b="b"/>
              <a:pathLst>
                <a:path w="1747" h="8081" extrusionOk="0">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7" name="Google Shape;13787;p76"/>
            <p:cNvSpPr/>
            <p:nvPr/>
          </p:nvSpPr>
          <p:spPr>
            <a:xfrm>
              <a:off x="7780668" y="3102981"/>
              <a:ext cx="29275" cy="23017"/>
            </a:xfrm>
            <a:custGeom>
              <a:avLst/>
              <a:gdLst/>
              <a:ahLst/>
              <a:cxnLst/>
              <a:rect l="l" t="t" r="r" b="b"/>
              <a:pathLst>
                <a:path w="1118" h="879" extrusionOk="0">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8" name="Google Shape;13788;p76"/>
            <p:cNvSpPr/>
            <p:nvPr/>
          </p:nvSpPr>
          <p:spPr>
            <a:xfrm>
              <a:off x="7666030" y="3023064"/>
              <a:ext cx="45719" cy="211601"/>
            </a:xfrm>
            <a:custGeom>
              <a:avLst/>
              <a:gdLst/>
              <a:ahLst/>
              <a:cxnLst/>
              <a:rect l="l" t="t" r="r" b="b"/>
              <a:pathLst>
                <a:path w="1746" h="8081" extrusionOk="0">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76"/>
            <p:cNvSpPr/>
            <p:nvPr/>
          </p:nvSpPr>
          <p:spPr>
            <a:xfrm>
              <a:off x="7628559" y="2879911"/>
              <a:ext cx="235325" cy="137419"/>
            </a:xfrm>
            <a:custGeom>
              <a:avLst/>
              <a:gdLst/>
              <a:ahLst/>
              <a:cxnLst/>
              <a:rect l="l" t="t" r="r" b="b"/>
              <a:pathLst>
                <a:path w="8987" h="5248" extrusionOk="0">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0" name="Google Shape;13790;p76"/>
            <p:cNvSpPr/>
            <p:nvPr/>
          </p:nvSpPr>
          <p:spPr>
            <a:xfrm>
              <a:off x="7650031" y="2920131"/>
              <a:ext cx="192381" cy="177142"/>
            </a:xfrm>
            <a:custGeom>
              <a:avLst/>
              <a:gdLst/>
              <a:ahLst/>
              <a:cxnLst/>
              <a:rect l="l" t="t" r="r" b="b"/>
              <a:pathLst>
                <a:path w="7347" h="6765" extrusionOk="0">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1" name="Google Shape;13791;p76"/>
            <p:cNvSpPr/>
            <p:nvPr/>
          </p:nvSpPr>
          <p:spPr>
            <a:xfrm>
              <a:off x="7650188" y="2920052"/>
              <a:ext cx="170229" cy="177456"/>
            </a:xfrm>
            <a:custGeom>
              <a:avLst/>
              <a:gdLst/>
              <a:ahLst/>
              <a:cxnLst/>
              <a:rect l="l" t="t" r="r" b="b"/>
              <a:pathLst>
                <a:path w="6501" h="6777" extrusionOk="0">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76"/>
            <p:cNvSpPr/>
            <p:nvPr/>
          </p:nvSpPr>
          <p:spPr>
            <a:xfrm>
              <a:off x="7720468" y="3037309"/>
              <a:ext cx="51506" cy="22755"/>
            </a:xfrm>
            <a:custGeom>
              <a:avLst/>
              <a:gdLst/>
              <a:ahLst/>
              <a:cxnLst/>
              <a:rect l="l" t="t" r="r" b="b"/>
              <a:pathLst>
                <a:path w="1967" h="869" extrusionOk="0">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3" name="Google Shape;13793;p76"/>
            <p:cNvSpPr/>
            <p:nvPr/>
          </p:nvSpPr>
          <p:spPr>
            <a:xfrm>
              <a:off x="7706250" y="3000204"/>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4" name="Google Shape;13794;p76"/>
            <p:cNvSpPr/>
            <p:nvPr/>
          </p:nvSpPr>
          <p:spPr>
            <a:xfrm>
              <a:off x="7774933" y="3000204"/>
              <a:ext cx="11260" cy="17125"/>
            </a:xfrm>
            <a:custGeom>
              <a:avLst/>
              <a:gdLst/>
              <a:ahLst/>
              <a:cxnLst/>
              <a:rect l="l" t="t" r="r" b="b"/>
              <a:pathLst>
                <a:path w="430" h="654" extrusionOk="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76"/>
            <p:cNvSpPr/>
            <p:nvPr/>
          </p:nvSpPr>
          <p:spPr>
            <a:xfrm>
              <a:off x="7698237" y="2981535"/>
              <a:ext cx="27206" cy="12831"/>
            </a:xfrm>
            <a:custGeom>
              <a:avLst/>
              <a:gdLst/>
              <a:ahLst/>
              <a:cxnLst/>
              <a:rect l="l" t="t" r="r" b="b"/>
              <a:pathLst>
                <a:path w="1039" h="490" extrusionOk="0">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76"/>
            <p:cNvSpPr/>
            <p:nvPr/>
          </p:nvSpPr>
          <p:spPr>
            <a:xfrm>
              <a:off x="7766921" y="2981561"/>
              <a:ext cx="27285" cy="12804"/>
            </a:xfrm>
            <a:custGeom>
              <a:avLst/>
              <a:gdLst/>
              <a:ahLst/>
              <a:cxnLst/>
              <a:rect l="l" t="t" r="r" b="b"/>
              <a:pathLst>
                <a:path w="1042" h="489" extrusionOk="0">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76"/>
            <p:cNvSpPr/>
            <p:nvPr/>
          </p:nvSpPr>
          <p:spPr>
            <a:xfrm>
              <a:off x="7681008" y="2879911"/>
              <a:ext cx="162399" cy="97199"/>
            </a:xfrm>
            <a:custGeom>
              <a:avLst/>
              <a:gdLst/>
              <a:ahLst/>
              <a:cxnLst/>
              <a:rect l="l" t="t" r="r" b="b"/>
              <a:pathLst>
                <a:path w="6202" h="3712" extrusionOk="0">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76"/>
            <p:cNvSpPr/>
            <p:nvPr/>
          </p:nvSpPr>
          <p:spPr>
            <a:xfrm>
              <a:off x="7682762" y="3102981"/>
              <a:ext cx="29249" cy="23017"/>
            </a:xfrm>
            <a:custGeom>
              <a:avLst/>
              <a:gdLst/>
              <a:ahLst/>
              <a:cxnLst/>
              <a:rect l="l" t="t" r="r" b="b"/>
              <a:pathLst>
                <a:path w="1117" h="879" extrusionOk="0">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76"/>
            <p:cNvSpPr/>
            <p:nvPr/>
          </p:nvSpPr>
          <p:spPr>
            <a:xfrm>
              <a:off x="7682762" y="3102981"/>
              <a:ext cx="29249" cy="11783"/>
            </a:xfrm>
            <a:custGeom>
              <a:avLst/>
              <a:gdLst/>
              <a:ahLst/>
              <a:cxnLst/>
              <a:rect l="l" t="t" r="r" b="b"/>
              <a:pathLst>
                <a:path w="1117" h="450" extrusionOk="0">
                  <a:moveTo>
                    <a:pt x="0" y="1"/>
                  </a:moveTo>
                  <a:cubicBezTo>
                    <a:pt x="10" y="154"/>
                    <a:pt x="19" y="297"/>
                    <a:pt x="19" y="449"/>
                  </a:cubicBezTo>
                  <a:lnTo>
                    <a:pt x="1116" y="449"/>
                  </a:lnTo>
                  <a:lnTo>
                    <a:pt x="1116" y="1"/>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76"/>
            <p:cNvSpPr/>
            <p:nvPr/>
          </p:nvSpPr>
          <p:spPr>
            <a:xfrm>
              <a:off x="7780432" y="3103242"/>
              <a:ext cx="29249" cy="11521"/>
            </a:xfrm>
            <a:custGeom>
              <a:avLst/>
              <a:gdLst/>
              <a:ahLst/>
              <a:cxnLst/>
              <a:rect l="l" t="t" r="r" b="b"/>
              <a:pathLst>
                <a:path w="1117" h="440" extrusionOk="0">
                  <a:moveTo>
                    <a:pt x="0" y="1"/>
                  </a:moveTo>
                  <a:lnTo>
                    <a:pt x="0" y="439"/>
                  </a:lnTo>
                  <a:lnTo>
                    <a:pt x="1098" y="439"/>
                  </a:lnTo>
                  <a:cubicBezTo>
                    <a:pt x="1098" y="287"/>
                    <a:pt x="1107" y="144"/>
                    <a:pt x="1117"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1" name="Google Shape;13801;p76"/>
          <p:cNvGrpSpPr/>
          <p:nvPr/>
        </p:nvGrpSpPr>
        <p:grpSpPr>
          <a:xfrm>
            <a:off x="4900684" y="4268187"/>
            <a:ext cx="274576" cy="354623"/>
            <a:chOff x="4900684" y="4268187"/>
            <a:chExt cx="274576" cy="354623"/>
          </a:xfrm>
        </p:grpSpPr>
        <p:sp>
          <p:nvSpPr>
            <p:cNvPr id="13802" name="Google Shape;13802;p76"/>
            <p:cNvSpPr/>
            <p:nvPr/>
          </p:nvSpPr>
          <p:spPr>
            <a:xfrm>
              <a:off x="4963633" y="4268187"/>
              <a:ext cx="148678" cy="57109"/>
            </a:xfrm>
            <a:custGeom>
              <a:avLst/>
              <a:gdLst/>
              <a:ahLst/>
              <a:cxnLst/>
              <a:rect l="l" t="t" r="r" b="b"/>
              <a:pathLst>
                <a:path w="5678" h="2181" extrusionOk="0">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3" name="Google Shape;13803;p76"/>
            <p:cNvSpPr/>
            <p:nvPr/>
          </p:nvSpPr>
          <p:spPr>
            <a:xfrm>
              <a:off x="4935170" y="4302542"/>
              <a:ext cx="205866" cy="102959"/>
            </a:xfrm>
            <a:custGeom>
              <a:avLst/>
              <a:gdLst/>
              <a:ahLst/>
              <a:cxnLst/>
              <a:rect l="l" t="t" r="r" b="b"/>
              <a:pathLst>
                <a:path w="7862" h="3932" extrusionOk="0">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4" name="Google Shape;13804;p76"/>
            <p:cNvSpPr/>
            <p:nvPr/>
          </p:nvSpPr>
          <p:spPr>
            <a:xfrm>
              <a:off x="4946403" y="4405475"/>
              <a:ext cx="17256" cy="22938"/>
            </a:xfrm>
            <a:custGeom>
              <a:avLst/>
              <a:gdLst/>
              <a:ahLst/>
              <a:cxnLst/>
              <a:rect l="l" t="t" r="r" b="b"/>
              <a:pathLst>
                <a:path w="659" h="876" extrusionOk="0">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5" name="Google Shape;13805;p76"/>
            <p:cNvSpPr/>
            <p:nvPr/>
          </p:nvSpPr>
          <p:spPr>
            <a:xfrm>
              <a:off x="5112285" y="4405475"/>
              <a:ext cx="17256" cy="22938"/>
            </a:xfrm>
            <a:custGeom>
              <a:avLst/>
              <a:gdLst/>
              <a:ahLst/>
              <a:cxnLst/>
              <a:rect l="l" t="t" r="r" b="b"/>
              <a:pathLst>
                <a:path w="659" h="876" extrusionOk="0">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6" name="Google Shape;13806;p76"/>
            <p:cNvSpPr/>
            <p:nvPr/>
          </p:nvSpPr>
          <p:spPr>
            <a:xfrm>
              <a:off x="4900684" y="4468424"/>
              <a:ext cx="274576" cy="154387"/>
            </a:xfrm>
            <a:custGeom>
              <a:avLst/>
              <a:gdLst/>
              <a:ahLst/>
              <a:cxnLst/>
              <a:rect l="l" t="t" r="r" b="b"/>
              <a:pathLst>
                <a:path w="10486" h="5896" extrusionOk="0">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7" name="Google Shape;13807;p76"/>
            <p:cNvSpPr/>
            <p:nvPr/>
          </p:nvSpPr>
          <p:spPr>
            <a:xfrm>
              <a:off x="4997857" y="4468424"/>
              <a:ext cx="80231" cy="22860"/>
            </a:xfrm>
            <a:custGeom>
              <a:avLst/>
              <a:gdLst/>
              <a:ahLst/>
              <a:cxnLst/>
              <a:rect l="l" t="t" r="r" b="b"/>
              <a:pathLst>
                <a:path w="3064" h="873" extrusionOk="0">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8" name="Google Shape;13808;p76"/>
            <p:cNvSpPr/>
            <p:nvPr/>
          </p:nvSpPr>
          <p:spPr>
            <a:xfrm>
              <a:off x="4941664" y="4325270"/>
              <a:ext cx="192617" cy="154413"/>
            </a:xfrm>
            <a:custGeom>
              <a:avLst/>
              <a:gdLst/>
              <a:ahLst/>
              <a:cxnLst/>
              <a:rect l="l" t="t" r="r" b="b"/>
              <a:pathLst>
                <a:path w="7356" h="5897" extrusionOk="0">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9" name="Google Shape;13809;p76"/>
            <p:cNvSpPr/>
            <p:nvPr/>
          </p:nvSpPr>
          <p:spPr>
            <a:xfrm>
              <a:off x="4945670" y="4325270"/>
              <a:ext cx="155382" cy="154622"/>
            </a:xfrm>
            <a:custGeom>
              <a:avLst/>
              <a:gdLst/>
              <a:ahLst/>
              <a:cxnLst/>
              <a:rect l="l" t="t" r="r" b="b"/>
              <a:pathLst>
                <a:path w="5934" h="5905" extrusionOk="0">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76"/>
            <p:cNvSpPr/>
            <p:nvPr/>
          </p:nvSpPr>
          <p:spPr>
            <a:xfrm>
              <a:off x="4997857" y="4382615"/>
              <a:ext cx="11521" cy="17125"/>
            </a:xfrm>
            <a:custGeom>
              <a:avLst/>
              <a:gdLst/>
              <a:ahLst/>
              <a:cxnLst/>
              <a:rect l="l" t="t" r="r" b="b"/>
              <a:pathLst>
                <a:path w="440" h="654" extrusionOk="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76"/>
            <p:cNvSpPr/>
            <p:nvPr/>
          </p:nvSpPr>
          <p:spPr>
            <a:xfrm>
              <a:off x="5066566" y="4382615"/>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76"/>
            <p:cNvSpPr/>
            <p:nvPr/>
          </p:nvSpPr>
          <p:spPr>
            <a:xfrm>
              <a:off x="5012625" y="4422495"/>
              <a:ext cx="50694" cy="17230"/>
            </a:xfrm>
            <a:custGeom>
              <a:avLst/>
              <a:gdLst/>
              <a:ahLst/>
              <a:cxnLst/>
              <a:rect l="l" t="t" r="r" b="b"/>
              <a:pathLst>
                <a:path w="1936" h="658" extrusionOk="0">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3" name="Google Shape;13813;p76"/>
            <p:cNvSpPr/>
            <p:nvPr/>
          </p:nvSpPr>
          <p:spPr>
            <a:xfrm>
              <a:off x="4990368" y="4365490"/>
              <a:ext cx="26761" cy="11260"/>
            </a:xfrm>
            <a:custGeom>
              <a:avLst/>
              <a:gdLst/>
              <a:ahLst/>
              <a:cxnLst/>
              <a:rect l="l" t="t" r="r" b="b"/>
              <a:pathLst>
                <a:path w="1022" h="430" extrusionOk="0">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4" name="Google Shape;13814;p76"/>
            <p:cNvSpPr/>
            <p:nvPr/>
          </p:nvSpPr>
          <p:spPr>
            <a:xfrm>
              <a:off x="5059077" y="4365490"/>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5" name="Google Shape;13815;p76"/>
            <p:cNvSpPr/>
            <p:nvPr/>
          </p:nvSpPr>
          <p:spPr>
            <a:xfrm>
              <a:off x="5009352" y="4451168"/>
              <a:ext cx="57240" cy="44384"/>
            </a:xfrm>
            <a:custGeom>
              <a:avLst/>
              <a:gdLst/>
              <a:ahLst/>
              <a:cxnLst/>
              <a:rect l="l" t="t" r="r" b="b"/>
              <a:pathLst>
                <a:path w="2186" h="1695" extrusionOk="0">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6" name="Google Shape;13816;p76"/>
            <p:cNvSpPr/>
            <p:nvPr/>
          </p:nvSpPr>
          <p:spPr>
            <a:xfrm>
              <a:off x="4900684" y="4523622"/>
              <a:ext cx="274576" cy="99189"/>
            </a:xfrm>
            <a:custGeom>
              <a:avLst/>
              <a:gdLst/>
              <a:ahLst/>
              <a:cxnLst/>
              <a:rect l="l" t="t" r="r" b="b"/>
              <a:pathLst>
                <a:path w="10486" h="3788" extrusionOk="0">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7" name="Google Shape;13817;p76"/>
          <p:cNvGrpSpPr/>
          <p:nvPr/>
        </p:nvGrpSpPr>
        <p:grpSpPr>
          <a:xfrm>
            <a:off x="7161654" y="3345794"/>
            <a:ext cx="263343" cy="354754"/>
            <a:chOff x="7161654" y="3345794"/>
            <a:chExt cx="263343" cy="354754"/>
          </a:xfrm>
        </p:grpSpPr>
        <p:sp>
          <p:nvSpPr>
            <p:cNvPr id="13818" name="Google Shape;13818;p76"/>
            <p:cNvSpPr/>
            <p:nvPr/>
          </p:nvSpPr>
          <p:spPr>
            <a:xfrm>
              <a:off x="7321802" y="3488686"/>
              <a:ext cx="68971" cy="125924"/>
            </a:xfrm>
            <a:custGeom>
              <a:avLst/>
              <a:gdLst/>
              <a:ahLst/>
              <a:cxnLst/>
              <a:rect l="l" t="t" r="r" b="b"/>
              <a:pathLst>
                <a:path w="2634" h="4809" extrusionOk="0">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76"/>
            <p:cNvSpPr/>
            <p:nvPr/>
          </p:nvSpPr>
          <p:spPr>
            <a:xfrm>
              <a:off x="7161654" y="3540139"/>
              <a:ext cx="263343" cy="160409"/>
            </a:xfrm>
            <a:custGeom>
              <a:avLst/>
              <a:gdLst/>
              <a:ahLst/>
              <a:cxnLst/>
              <a:rect l="l" t="t" r="r" b="b"/>
              <a:pathLst>
                <a:path w="10057" h="6126" extrusionOk="0">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0" name="Google Shape;13820;p76"/>
            <p:cNvSpPr/>
            <p:nvPr/>
          </p:nvSpPr>
          <p:spPr>
            <a:xfrm>
              <a:off x="7224629" y="3597092"/>
              <a:ext cx="200368" cy="103457"/>
            </a:xfrm>
            <a:custGeom>
              <a:avLst/>
              <a:gdLst/>
              <a:ahLst/>
              <a:cxnLst/>
              <a:rect l="l" t="t" r="r" b="b"/>
              <a:pathLst>
                <a:path w="7652" h="3951" extrusionOk="0">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1" name="Google Shape;13821;p76"/>
            <p:cNvSpPr/>
            <p:nvPr/>
          </p:nvSpPr>
          <p:spPr>
            <a:xfrm>
              <a:off x="7315806" y="3603088"/>
              <a:ext cx="54727" cy="97199"/>
            </a:xfrm>
            <a:custGeom>
              <a:avLst/>
              <a:gdLst/>
              <a:ahLst/>
              <a:cxnLst/>
              <a:rect l="l" t="t" r="r" b="b"/>
              <a:pathLst>
                <a:path w="2090" h="3712" extrusionOk="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76"/>
            <p:cNvSpPr/>
            <p:nvPr/>
          </p:nvSpPr>
          <p:spPr>
            <a:xfrm>
              <a:off x="7161654" y="3597092"/>
              <a:ext cx="200368" cy="103457"/>
            </a:xfrm>
            <a:custGeom>
              <a:avLst/>
              <a:gdLst/>
              <a:ahLst/>
              <a:cxnLst/>
              <a:rect l="l" t="t" r="r" b="b"/>
              <a:pathLst>
                <a:path w="7652" h="3951" extrusionOk="0">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76"/>
            <p:cNvSpPr/>
            <p:nvPr/>
          </p:nvSpPr>
          <p:spPr>
            <a:xfrm>
              <a:off x="7258853" y="3540139"/>
              <a:ext cx="68709" cy="28646"/>
            </a:xfrm>
            <a:custGeom>
              <a:avLst/>
              <a:gdLst/>
              <a:ahLst/>
              <a:cxnLst/>
              <a:rect l="l" t="t" r="r" b="b"/>
              <a:pathLst>
                <a:path w="2624" h="1094" extrusionOk="0">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4" name="Google Shape;13824;p76"/>
            <p:cNvSpPr/>
            <p:nvPr/>
          </p:nvSpPr>
          <p:spPr>
            <a:xfrm>
              <a:off x="7195878" y="3500181"/>
              <a:ext cx="46007" cy="45745"/>
            </a:xfrm>
            <a:custGeom>
              <a:avLst/>
              <a:gdLst/>
              <a:ahLst/>
              <a:cxnLst/>
              <a:rect l="l" t="t" r="r" b="b"/>
              <a:pathLst>
                <a:path w="1757" h="1747" extrusionOk="0">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5" name="Google Shape;13825;p76"/>
            <p:cNvSpPr/>
            <p:nvPr/>
          </p:nvSpPr>
          <p:spPr>
            <a:xfrm>
              <a:off x="7207373" y="3511676"/>
              <a:ext cx="23017" cy="22755"/>
            </a:xfrm>
            <a:custGeom>
              <a:avLst/>
              <a:gdLst/>
              <a:ahLst/>
              <a:cxnLst/>
              <a:rect l="l" t="t" r="r" b="b"/>
              <a:pathLst>
                <a:path w="879" h="869" extrusionOk="0">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6" name="Google Shape;13826;p76"/>
            <p:cNvSpPr/>
            <p:nvPr/>
          </p:nvSpPr>
          <p:spPr>
            <a:xfrm>
              <a:off x="7344766" y="3500181"/>
              <a:ext cx="45745" cy="45745"/>
            </a:xfrm>
            <a:custGeom>
              <a:avLst/>
              <a:gdLst/>
              <a:ahLst/>
              <a:cxnLst/>
              <a:rect l="l" t="t" r="r" b="b"/>
              <a:pathLst>
                <a:path w="1747" h="1747" extrusionOk="0">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76"/>
            <p:cNvSpPr/>
            <p:nvPr/>
          </p:nvSpPr>
          <p:spPr>
            <a:xfrm>
              <a:off x="7356261" y="3511676"/>
              <a:ext cx="22755" cy="22755"/>
            </a:xfrm>
            <a:custGeom>
              <a:avLst/>
              <a:gdLst/>
              <a:ahLst/>
              <a:cxnLst/>
              <a:rect l="l" t="t" r="r" b="b"/>
              <a:pathLst>
                <a:path w="869" h="869" extrusionOk="0">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8" name="Google Shape;13828;p76"/>
            <p:cNvSpPr/>
            <p:nvPr/>
          </p:nvSpPr>
          <p:spPr>
            <a:xfrm>
              <a:off x="7201639" y="3345794"/>
              <a:ext cx="183138" cy="134434"/>
            </a:xfrm>
            <a:custGeom>
              <a:avLst/>
              <a:gdLst/>
              <a:ahLst/>
              <a:cxnLst/>
              <a:rect l="l" t="t" r="r" b="b"/>
              <a:pathLst>
                <a:path w="6994" h="5134" extrusionOk="0">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9" name="Google Shape;13829;p76"/>
            <p:cNvSpPr/>
            <p:nvPr/>
          </p:nvSpPr>
          <p:spPr>
            <a:xfrm>
              <a:off x="7200880" y="3414111"/>
              <a:ext cx="184866" cy="143311"/>
            </a:xfrm>
            <a:custGeom>
              <a:avLst/>
              <a:gdLst/>
              <a:ahLst/>
              <a:cxnLst/>
              <a:rect l="l" t="t" r="r" b="b"/>
              <a:pathLst>
                <a:path w="7060" h="5473" extrusionOk="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76"/>
            <p:cNvSpPr/>
            <p:nvPr/>
          </p:nvSpPr>
          <p:spPr>
            <a:xfrm>
              <a:off x="7253223" y="3465905"/>
              <a:ext cx="11390" cy="17308"/>
            </a:xfrm>
            <a:custGeom>
              <a:avLst/>
              <a:gdLst/>
              <a:ahLst/>
              <a:cxnLst/>
              <a:rect l="l" t="t" r="r" b="b"/>
              <a:pathLst>
                <a:path w="435" h="661" extrusionOk="0">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76"/>
            <p:cNvSpPr/>
            <p:nvPr/>
          </p:nvSpPr>
          <p:spPr>
            <a:xfrm>
              <a:off x="7321802" y="3465905"/>
              <a:ext cx="11495" cy="17308"/>
            </a:xfrm>
            <a:custGeom>
              <a:avLst/>
              <a:gdLst/>
              <a:ahLst/>
              <a:cxnLst/>
              <a:rect l="l" t="t" r="r" b="b"/>
              <a:pathLst>
                <a:path w="439" h="661" extrusionOk="0">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76"/>
            <p:cNvSpPr/>
            <p:nvPr/>
          </p:nvSpPr>
          <p:spPr>
            <a:xfrm>
              <a:off x="7267573" y="3502930"/>
              <a:ext cx="51506" cy="23017"/>
            </a:xfrm>
            <a:custGeom>
              <a:avLst/>
              <a:gdLst/>
              <a:ahLst/>
              <a:cxnLst/>
              <a:rect l="l" t="t" r="r" b="b"/>
              <a:pathLst>
                <a:path w="1967" h="879" extrusionOk="0">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3" name="Google Shape;13833;p76"/>
            <p:cNvSpPr/>
            <p:nvPr/>
          </p:nvSpPr>
          <p:spPr>
            <a:xfrm>
              <a:off x="7201141" y="3414111"/>
              <a:ext cx="169626" cy="143311"/>
            </a:xfrm>
            <a:custGeom>
              <a:avLst/>
              <a:gdLst/>
              <a:ahLst/>
              <a:cxnLst/>
              <a:rect l="l" t="t" r="r" b="b"/>
              <a:pathLst>
                <a:path w="6478" h="5473" extrusionOk="0">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4" name="Google Shape;13834;p76"/>
            <p:cNvSpPr/>
            <p:nvPr/>
          </p:nvSpPr>
          <p:spPr>
            <a:xfrm>
              <a:off x="7290563" y="3347313"/>
              <a:ext cx="94214" cy="101441"/>
            </a:xfrm>
            <a:custGeom>
              <a:avLst/>
              <a:gdLst/>
              <a:ahLst/>
              <a:cxnLst/>
              <a:rect l="l" t="t" r="r" b="b"/>
              <a:pathLst>
                <a:path w="3598" h="3874" extrusionOk="0">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76"/>
            <p:cNvSpPr/>
            <p:nvPr/>
          </p:nvSpPr>
          <p:spPr>
            <a:xfrm>
              <a:off x="7215884" y="3603088"/>
              <a:ext cx="54962" cy="97199"/>
            </a:xfrm>
            <a:custGeom>
              <a:avLst/>
              <a:gdLst/>
              <a:ahLst/>
              <a:cxnLst/>
              <a:rect l="l" t="t" r="r" b="b"/>
              <a:pathLst>
                <a:path w="2099" h="3712" extrusionOk="0">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76"/>
            <p:cNvSpPr/>
            <p:nvPr/>
          </p:nvSpPr>
          <p:spPr>
            <a:xfrm>
              <a:off x="7198392" y="3609346"/>
              <a:ext cx="34486" cy="90941"/>
            </a:xfrm>
            <a:custGeom>
              <a:avLst/>
              <a:gdLst/>
              <a:ahLst/>
              <a:cxnLst/>
              <a:rect l="l" t="t" r="r" b="b"/>
              <a:pathLst>
                <a:path w="1317" h="3473" extrusionOk="0">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7" name="Google Shape;13837;p76"/>
          <p:cNvGrpSpPr/>
          <p:nvPr/>
        </p:nvGrpSpPr>
        <p:grpSpPr>
          <a:xfrm>
            <a:off x="6711770" y="3345794"/>
            <a:ext cx="263081" cy="354754"/>
            <a:chOff x="6711770" y="3345794"/>
            <a:chExt cx="263081" cy="354754"/>
          </a:xfrm>
        </p:grpSpPr>
        <p:sp>
          <p:nvSpPr>
            <p:cNvPr id="13838" name="Google Shape;13838;p76"/>
            <p:cNvSpPr/>
            <p:nvPr/>
          </p:nvSpPr>
          <p:spPr>
            <a:xfrm>
              <a:off x="6768984" y="3465957"/>
              <a:ext cx="148652" cy="148652"/>
            </a:xfrm>
            <a:custGeom>
              <a:avLst/>
              <a:gdLst/>
              <a:ahLst/>
              <a:cxnLst/>
              <a:rect l="l" t="t" r="r" b="b"/>
              <a:pathLst>
                <a:path w="5677" h="5677" extrusionOk="0">
                  <a:moveTo>
                    <a:pt x="0" y="0"/>
                  </a:moveTo>
                  <a:lnTo>
                    <a:pt x="0" y="5677"/>
                  </a:lnTo>
                  <a:lnTo>
                    <a:pt x="5676" y="5677"/>
                  </a:lnTo>
                  <a:lnTo>
                    <a:pt x="5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9" name="Google Shape;13839;p76"/>
            <p:cNvSpPr/>
            <p:nvPr/>
          </p:nvSpPr>
          <p:spPr>
            <a:xfrm>
              <a:off x="6711770" y="3545900"/>
              <a:ext cx="263081" cy="154649"/>
            </a:xfrm>
            <a:custGeom>
              <a:avLst/>
              <a:gdLst/>
              <a:ahLst/>
              <a:cxnLst/>
              <a:rect l="l" t="t" r="r" b="b"/>
              <a:pathLst>
                <a:path w="10047" h="5906" extrusionOk="0">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76"/>
            <p:cNvSpPr/>
            <p:nvPr/>
          </p:nvSpPr>
          <p:spPr>
            <a:xfrm>
              <a:off x="6760474" y="3545900"/>
              <a:ext cx="165646" cy="143153"/>
            </a:xfrm>
            <a:custGeom>
              <a:avLst/>
              <a:gdLst/>
              <a:ahLst/>
              <a:cxnLst/>
              <a:rect l="l" t="t" r="r" b="b"/>
              <a:pathLst>
                <a:path w="6326" h="5467" extrusionOk="0">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76"/>
            <p:cNvSpPr/>
            <p:nvPr/>
          </p:nvSpPr>
          <p:spPr>
            <a:xfrm>
              <a:off x="6771969" y="3545900"/>
              <a:ext cx="142918" cy="131658"/>
            </a:xfrm>
            <a:custGeom>
              <a:avLst/>
              <a:gdLst/>
              <a:ahLst/>
              <a:cxnLst/>
              <a:rect l="l" t="t" r="r" b="b"/>
              <a:pathLst>
                <a:path w="5458" h="5028" extrusionOk="0">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76"/>
            <p:cNvSpPr/>
            <p:nvPr/>
          </p:nvSpPr>
          <p:spPr>
            <a:xfrm>
              <a:off x="6808942" y="3545900"/>
              <a:ext cx="68736" cy="28804"/>
            </a:xfrm>
            <a:custGeom>
              <a:avLst/>
              <a:gdLst/>
              <a:ahLst/>
              <a:cxnLst/>
              <a:rect l="l" t="t" r="r" b="b"/>
              <a:pathLst>
                <a:path w="2625" h="1100" extrusionOk="0">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76"/>
            <p:cNvSpPr/>
            <p:nvPr/>
          </p:nvSpPr>
          <p:spPr>
            <a:xfrm>
              <a:off x="6768984" y="3414504"/>
              <a:ext cx="148652" cy="148652"/>
            </a:xfrm>
            <a:custGeom>
              <a:avLst/>
              <a:gdLst/>
              <a:ahLst/>
              <a:cxnLst/>
              <a:rect l="l" t="t" r="r" b="b"/>
              <a:pathLst>
                <a:path w="5677" h="5677" extrusionOk="0">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4" name="Google Shape;13844;p76"/>
            <p:cNvSpPr/>
            <p:nvPr/>
          </p:nvSpPr>
          <p:spPr>
            <a:xfrm>
              <a:off x="6803208" y="3466324"/>
              <a:ext cx="11495" cy="17151"/>
            </a:xfrm>
            <a:custGeom>
              <a:avLst/>
              <a:gdLst/>
              <a:ahLst/>
              <a:cxnLst/>
              <a:rect l="l" t="t" r="r" b="b"/>
              <a:pathLst>
                <a:path w="439" h="655" extrusionOk="0">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5" name="Google Shape;13845;p76"/>
            <p:cNvSpPr/>
            <p:nvPr/>
          </p:nvSpPr>
          <p:spPr>
            <a:xfrm>
              <a:off x="6871891" y="3466324"/>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76"/>
            <p:cNvSpPr/>
            <p:nvPr/>
          </p:nvSpPr>
          <p:spPr>
            <a:xfrm>
              <a:off x="6817976" y="3506361"/>
              <a:ext cx="50668" cy="17334"/>
            </a:xfrm>
            <a:custGeom>
              <a:avLst/>
              <a:gdLst/>
              <a:ahLst/>
              <a:cxnLst/>
              <a:rect l="l" t="t" r="r" b="b"/>
              <a:pathLst>
                <a:path w="1935" h="662" extrusionOk="0">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76"/>
            <p:cNvSpPr/>
            <p:nvPr/>
          </p:nvSpPr>
          <p:spPr>
            <a:xfrm>
              <a:off x="6768748" y="3414504"/>
              <a:ext cx="148888" cy="148652"/>
            </a:xfrm>
            <a:custGeom>
              <a:avLst/>
              <a:gdLst/>
              <a:ahLst/>
              <a:cxnLst/>
              <a:rect l="l" t="t" r="r" b="b"/>
              <a:pathLst>
                <a:path w="5686" h="5677" extrusionOk="0">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76"/>
            <p:cNvSpPr/>
            <p:nvPr/>
          </p:nvSpPr>
          <p:spPr>
            <a:xfrm>
              <a:off x="6745994" y="3345794"/>
              <a:ext cx="194633" cy="268318"/>
            </a:xfrm>
            <a:custGeom>
              <a:avLst/>
              <a:gdLst/>
              <a:ahLst/>
              <a:cxnLst/>
              <a:rect l="l" t="t" r="r" b="b"/>
              <a:pathLst>
                <a:path w="7433" h="10247" extrusionOk="0">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76"/>
            <p:cNvSpPr/>
            <p:nvPr/>
          </p:nvSpPr>
          <p:spPr>
            <a:xfrm>
              <a:off x="6771969" y="3592352"/>
              <a:ext cx="142918" cy="83713"/>
            </a:xfrm>
            <a:custGeom>
              <a:avLst/>
              <a:gdLst/>
              <a:ahLst/>
              <a:cxnLst/>
              <a:rect l="l" t="t" r="r" b="b"/>
              <a:pathLst>
                <a:path w="5458" h="3197" extrusionOk="0">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76"/>
            <p:cNvSpPr/>
            <p:nvPr/>
          </p:nvSpPr>
          <p:spPr>
            <a:xfrm>
              <a:off x="6776211" y="3592352"/>
              <a:ext cx="134172" cy="64467"/>
            </a:xfrm>
            <a:custGeom>
              <a:avLst/>
              <a:gdLst/>
              <a:ahLst/>
              <a:cxnLst/>
              <a:rect l="l" t="t" r="r" b="b"/>
              <a:pathLst>
                <a:path w="5124" h="2462" extrusionOk="0">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1" name="Google Shape;13851;p76"/>
            <p:cNvSpPr/>
            <p:nvPr/>
          </p:nvSpPr>
          <p:spPr>
            <a:xfrm>
              <a:off x="6786450" y="3582664"/>
              <a:ext cx="57005" cy="62818"/>
            </a:xfrm>
            <a:custGeom>
              <a:avLst/>
              <a:gdLst/>
              <a:ahLst/>
              <a:cxnLst/>
              <a:rect l="l" t="t" r="r" b="b"/>
              <a:pathLst>
                <a:path w="2177" h="2399" extrusionOk="0">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2" name="Google Shape;13852;p76"/>
            <p:cNvSpPr/>
            <p:nvPr/>
          </p:nvSpPr>
          <p:spPr>
            <a:xfrm>
              <a:off x="6843428" y="3582664"/>
              <a:ext cx="56717" cy="62818"/>
            </a:xfrm>
            <a:custGeom>
              <a:avLst/>
              <a:gdLst/>
              <a:ahLst/>
              <a:cxnLst/>
              <a:rect l="l" t="t" r="r" b="b"/>
              <a:pathLst>
                <a:path w="2166" h="2399" extrusionOk="0">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76"/>
            <p:cNvSpPr/>
            <p:nvPr/>
          </p:nvSpPr>
          <p:spPr>
            <a:xfrm>
              <a:off x="6714519" y="3627335"/>
              <a:ext cx="48730" cy="72951"/>
            </a:xfrm>
            <a:custGeom>
              <a:avLst/>
              <a:gdLst/>
              <a:ahLst/>
              <a:cxnLst/>
              <a:rect l="l" t="t" r="r" b="b"/>
              <a:pathLst>
                <a:path w="1861" h="2786" extrusionOk="0">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76"/>
            <p:cNvSpPr/>
            <p:nvPr/>
          </p:nvSpPr>
          <p:spPr>
            <a:xfrm>
              <a:off x="6923345" y="3627335"/>
              <a:ext cx="48992" cy="72951"/>
            </a:xfrm>
            <a:custGeom>
              <a:avLst/>
              <a:gdLst/>
              <a:ahLst/>
              <a:cxnLst/>
              <a:rect l="l" t="t" r="r" b="b"/>
              <a:pathLst>
                <a:path w="1871" h="2786" extrusionOk="0">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5" name="Google Shape;13855;p76"/>
          <p:cNvGrpSpPr/>
          <p:nvPr/>
        </p:nvGrpSpPr>
        <p:grpSpPr>
          <a:xfrm>
            <a:off x="7163409" y="2880251"/>
            <a:ext cx="263316" cy="354414"/>
            <a:chOff x="7163409" y="2880251"/>
            <a:chExt cx="263316" cy="354414"/>
          </a:xfrm>
        </p:grpSpPr>
        <p:sp>
          <p:nvSpPr>
            <p:cNvPr id="13856" name="Google Shape;13856;p76"/>
            <p:cNvSpPr/>
            <p:nvPr/>
          </p:nvSpPr>
          <p:spPr>
            <a:xfrm>
              <a:off x="7163409" y="3125474"/>
              <a:ext cx="263316" cy="109191"/>
            </a:xfrm>
            <a:custGeom>
              <a:avLst/>
              <a:gdLst/>
              <a:ahLst/>
              <a:cxnLst/>
              <a:rect l="l" t="t" r="r" b="b"/>
              <a:pathLst>
                <a:path w="10056" h="4170" extrusionOk="0">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76"/>
            <p:cNvSpPr/>
            <p:nvPr/>
          </p:nvSpPr>
          <p:spPr>
            <a:xfrm>
              <a:off x="7197633" y="2920131"/>
              <a:ext cx="194633" cy="291544"/>
            </a:xfrm>
            <a:custGeom>
              <a:avLst/>
              <a:gdLst/>
              <a:ahLst/>
              <a:cxnLst/>
              <a:rect l="l" t="t" r="r" b="b"/>
              <a:pathLst>
                <a:path w="7433" h="11134" extrusionOk="0">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8" name="Google Shape;13858;p76"/>
            <p:cNvSpPr/>
            <p:nvPr/>
          </p:nvSpPr>
          <p:spPr>
            <a:xfrm>
              <a:off x="7240105" y="3114240"/>
              <a:ext cx="147657" cy="96204"/>
            </a:xfrm>
            <a:custGeom>
              <a:avLst/>
              <a:gdLst/>
              <a:ahLst/>
              <a:cxnLst/>
              <a:rect l="l" t="t" r="r" b="b"/>
              <a:pathLst>
                <a:path w="5639" h="3674" extrusionOk="0">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76"/>
            <p:cNvSpPr/>
            <p:nvPr/>
          </p:nvSpPr>
          <p:spPr>
            <a:xfrm>
              <a:off x="7220623" y="3000074"/>
              <a:ext cx="148652" cy="125924"/>
            </a:xfrm>
            <a:custGeom>
              <a:avLst/>
              <a:gdLst/>
              <a:ahLst/>
              <a:cxnLst/>
              <a:rect l="l" t="t" r="r" b="b"/>
              <a:pathLst>
                <a:path w="5677" h="4809" extrusionOk="0">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0" name="Google Shape;13860;p76"/>
            <p:cNvSpPr/>
            <p:nvPr/>
          </p:nvSpPr>
          <p:spPr>
            <a:xfrm>
              <a:off x="7220623" y="2954355"/>
              <a:ext cx="148914" cy="142918"/>
            </a:xfrm>
            <a:custGeom>
              <a:avLst/>
              <a:gdLst/>
              <a:ahLst/>
              <a:cxnLst/>
              <a:rect l="l" t="t" r="r" b="b"/>
              <a:pathLst>
                <a:path w="5687" h="5458" extrusionOk="0">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1" name="Google Shape;13861;p76"/>
            <p:cNvSpPr/>
            <p:nvPr/>
          </p:nvSpPr>
          <p:spPr>
            <a:xfrm>
              <a:off x="7220387" y="2954355"/>
              <a:ext cx="148888" cy="143180"/>
            </a:xfrm>
            <a:custGeom>
              <a:avLst/>
              <a:gdLst/>
              <a:ahLst/>
              <a:cxnLst/>
              <a:rect l="l" t="t" r="r" b="b"/>
              <a:pathLst>
                <a:path w="5686" h="5468" extrusionOk="0">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76"/>
            <p:cNvSpPr/>
            <p:nvPr/>
          </p:nvSpPr>
          <p:spPr>
            <a:xfrm>
              <a:off x="7269851" y="3045714"/>
              <a:ext cx="50747" cy="17361"/>
            </a:xfrm>
            <a:custGeom>
              <a:avLst/>
              <a:gdLst/>
              <a:ahLst/>
              <a:cxnLst/>
              <a:rect l="l" t="t" r="r" b="b"/>
              <a:pathLst>
                <a:path w="1938" h="663" extrusionOk="0">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76"/>
            <p:cNvSpPr/>
            <p:nvPr/>
          </p:nvSpPr>
          <p:spPr>
            <a:xfrm>
              <a:off x="7255344" y="3005939"/>
              <a:ext cx="11260" cy="16889"/>
            </a:xfrm>
            <a:custGeom>
              <a:avLst/>
              <a:gdLst/>
              <a:ahLst/>
              <a:cxnLst/>
              <a:rect l="l" t="t" r="r" b="b"/>
              <a:pathLst>
                <a:path w="430" h="645" extrusionOk="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4" name="Google Shape;13864;p76"/>
            <p:cNvSpPr/>
            <p:nvPr/>
          </p:nvSpPr>
          <p:spPr>
            <a:xfrm>
              <a:off x="7323792"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5" name="Google Shape;13865;p76"/>
            <p:cNvSpPr/>
            <p:nvPr/>
          </p:nvSpPr>
          <p:spPr>
            <a:xfrm>
              <a:off x="7247594" y="2988578"/>
              <a:ext cx="26761" cy="11521"/>
            </a:xfrm>
            <a:custGeom>
              <a:avLst/>
              <a:gdLst/>
              <a:ahLst/>
              <a:cxnLst/>
              <a:rect l="l" t="t" r="r" b="b"/>
              <a:pathLst>
                <a:path w="1022" h="440" extrusionOk="0">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76"/>
            <p:cNvSpPr/>
            <p:nvPr/>
          </p:nvSpPr>
          <p:spPr>
            <a:xfrm>
              <a:off x="7316303"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76"/>
            <p:cNvSpPr/>
            <p:nvPr/>
          </p:nvSpPr>
          <p:spPr>
            <a:xfrm>
              <a:off x="7189646" y="2880251"/>
              <a:ext cx="208852" cy="285469"/>
            </a:xfrm>
            <a:custGeom>
              <a:avLst/>
              <a:gdLst/>
              <a:ahLst/>
              <a:cxnLst/>
              <a:rect l="l" t="t" r="r" b="b"/>
              <a:pathLst>
                <a:path w="7976" h="10902" extrusionOk="0">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8" name="Google Shape;13868;p76"/>
          <p:cNvGrpSpPr/>
          <p:nvPr/>
        </p:nvGrpSpPr>
        <p:grpSpPr>
          <a:xfrm>
            <a:off x="6712032" y="2880172"/>
            <a:ext cx="263316" cy="354493"/>
            <a:chOff x="6712032" y="2880172"/>
            <a:chExt cx="263316" cy="354493"/>
          </a:xfrm>
        </p:grpSpPr>
        <p:sp>
          <p:nvSpPr>
            <p:cNvPr id="13869" name="Google Shape;13869;p76"/>
            <p:cNvSpPr/>
            <p:nvPr/>
          </p:nvSpPr>
          <p:spPr>
            <a:xfrm>
              <a:off x="6729995" y="2880172"/>
              <a:ext cx="227600" cy="209113"/>
            </a:xfrm>
            <a:custGeom>
              <a:avLst/>
              <a:gdLst/>
              <a:ahLst/>
              <a:cxnLst/>
              <a:rect l="l" t="t" r="r" b="b"/>
              <a:pathLst>
                <a:path w="8692" h="7986" extrusionOk="0">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0" name="Google Shape;13870;p76"/>
            <p:cNvSpPr/>
            <p:nvPr/>
          </p:nvSpPr>
          <p:spPr>
            <a:xfrm>
              <a:off x="6843926" y="2880172"/>
              <a:ext cx="113669" cy="209009"/>
            </a:xfrm>
            <a:custGeom>
              <a:avLst/>
              <a:gdLst/>
              <a:ahLst/>
              <a:cxnLst/>
              <a:rect l="l" t="t" r="r" b="b"/>
              <a:pathLst>
                <a:path w="4341" h="7982" extrusionOk="0">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1" name="Google Shape;13871;p76"/>
            <p:cNvSpPr/>
            <p:nvPr/>
          </p:nvSpPr>
          <p:spPr>
            <a:xfrm>
              <a:off x="6712032" y="3118980"/>
              <a:ext cx="263316" cy="115685"/>
            </a:xfrm>
            <a:custGeom>
              <a:avLst/>
              <a:gdLst/>
              <a:ahLst/>
              <a:cxnLst/>
              <a:rect l="l" t="t" r="r" b="b"/>
              <a:pathLst>
                <a:path w="10056" h="4418" extrusionOk="0">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2" name="Google Shape;13872;p76"/>
            <p:cNvSpPr/>
            <p:nvPr/>
          </p:nvSpPr>
          <p:spPr>
            <a:xfrm>
              <a:off x="6768487" y="3118980"/>
              <a:ext cx="150407" cy="81802"/>
            </a:xfrm>
            <a:custGeom>
              <a:avLst/>
              <a:gdLst/>
              <a:ahLst/>
              <a:cxnLst/>
              <a:rect l="l" t="t" r="r" b="b"/>
              <a:pathLst>
                <a:path w="5744" h="3124" extrusionOk="0">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76"/>
            <p:cNvSpPr/>
            <p:nvPr/>
          </p:nvSpPr>
          <p:spPr>
            <a:xfrm>
              <a:off x="6714755" y="3155953"/>
              <a:ext cx="48992" cy="78712"/>
            </a:xfrm>
            <a:custGeom>
              <a:avLst/>
              <a:gdLst/>
              <a:ahLst/>
              <a:cxnLst/>
              <a:rect l="l" t="t" r="r" b="b"/>
              <a:pathLst>
                <a:path w="1871" h="3006" extrusionOk="0">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4" name="Google Shape;13874;p76"/>
            <p:cNvSpPr/>
            <p:nvPr/>
          </p:nvSpPr>
          <p:spPr>
            <a:xfrm>
              <a:off x="6923842" y="3155953"/>
              <a:ext cx="48992" cy="78712"/>
            </a:xfrm>
            <a:custGeom>
              <a:avLst/>
              <a:gdLst/>
              <a:ahLst/>
              <a:cxnLst/>
              <a:rect l="l" t="t" r="r" b="b"/>
              <a:pathLst>
                <a:path w="1871" h="3006" extrusionOk="0">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5" name="Google Shape;13875;p76"/>
            <p:cNvSpPr/>
            <p:nvPr/>
          </p:nvSpPr>
          <p:spPr>
            <a:xfrm>
              <a:off x="6778961" y="3108741"/>
              <a:ext cx="129432" cy="80650"/>
            </a:xfrm>
            <a:custGeom>
              <a:avLst/>
              <a:gdLst/>
              <a:ahLst/>
              <a:cxnLst/>
              <a:rect l="l" t="t" r="r" b="b"/>
              <a:pathLst>
                <a:path w="4943" h="3080" extrusionOk="0">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76"/>
            <p:cNvSpPr/>
            <p:nvPr/>
          </p:nvSpPr>
          <p:spPr>
            <a:xfrm>
              <a:off x="6878149" y="3108479"/>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76"/>
            <p:cNvSpPr/>
            <p:nvPr/>
          </p:nvSpPr>
          <p:spPr>
            <a:xfrm>
              <a:off x="6809440" y="3108479"/>
              <a:ext cx="26" cy="288"/>
            </a:xfrm>
            <a:custGeom>
              <a:avLst/>
              <a:gdLst/>
              <a:ahLst/>
              <a:cxnLst/>
              <a:rect l="l" t="t" r="r" b="b"/>
              <a:pathLst>
                <a:path w="1" h="11" extrusionOk="0">
                  <a:moveTo>
                    <a:pt x="1" y="1"/>
                  </a:moveTo>
                  <a:lnTo>
                    <a:pt x="1" y="10"/>
                  </a:lnTo>
                  <a:lnTo>
                    <a:pt x="1"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8" name="Google Shape;13878;p76"/>
            <p:cNvSpPr/>
            <p:nvPr/>
          </p:nvSpPr>
          <p:spPr>
            <a:xfrm>
              <a:off x="6797945" y="3108741"/>
              <a:ext cx="91464" cy="62975"/>
            </a:xfrm>
            <a:custGeom>
              <a:avLst/>
              <a:gdLst/>
              <a:ahLst/>
              <a:cxnLst/>
              <a:rect l="l" t="t" r="r" b="b"/>
              <a:pathLst>
                <a:path w="3493" h="2405" extrusionOk="0">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9" name="Google Shape;13879;p76"/>
            <p:cNvSpPr/>
            <p:nvPr/>
          </p:nvSpPr>
          <p:spPr>
            <a:xfrm>
              <a:off x="6809440" y="3080252"/>
              <a:ext cx="68736" cy="79969"/>
            </a:xfrm>
            <a:custGeom>
              <a:avLst/>
              <a:gdLst/>
              <a:ahLst/>
              <a:cxnLst/>
              <a:rect l="l" t="t" r="r" b="b"/>
              <a:pathLst>
                <a:path w="2625" h="3054" extrusionOk="0">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76"/>
            <p:cNvSpPr/>
            <p:nvPr/>
          </p:nvSpPr>
          <p:spPr>
            <a:xfrm>
              <a:off x="6809440" y="3080252"/>
              <a:ext cx="68736" cy="28568"/>
            </a:xfrm>
            <a:custGeom>
              <a:avLst/>
              <a:gdLst/>
              <a:ahLst/>
              <a:cxnLst/>
              <a:rect l="l" t="t" r="r" b="b"/>
              <a:pathLst>
                <a:path w="2625" h="1091" extrusionOk="0">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76"/>
            <p:cNvSpPr/>
            <p:nvPr/>
          </p:nvSpPr>
          <p:spPr>
            <a:xfrm>
              <a:off x="6747251" y="2920131"/>
              <a:ext cx="192617" cy="177142"/>
            </a:xfrm>
            <a:custGeom>
              <a:avLst/>
              <a:gdLst/>
              <a:ahLst/>
              <a:cxnLst/>
              <a:rect l="l" t="t" r="r" b="b"/>
              <a:pathLst>
                <a:path w="7356" h="6765" extrusionOk="0">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2" name="Google Shape;13882;p76"/>
            <p:cNvSpPr/>
            <p:nvPr/>
          </p:nvSpPr>
          <p:spPr>
            <a:xfrm>
              <a:off x="6751231" y="2920131"/>
              <a:ext cx="130689" cy="177377"/>
            </a:xfrm>
            <a:custGeom>
              <a:avLst/>
              <a:gdLst/>
              <a:ahLst/>
              <a:cxnLst/>
              <a:rect l="l" t="t" r="r" b="b"/>
              <a:pathLst>
                <a:path w="4991" h="6774" extrusionOk="0">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76"/>
            <p:cNvSpPr/>
            <p:nvPr/>
          </p:nvSpPr>
          <p:spPr>
            <a:xfrm>
              <a:off x="6818474" y="3045714"/>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4" name="Google Shape;13884;p76"/>
            <p:cNvSpPr/>
            <p:nvPr/>
          </p:nvSpPr>
          <p:spPr>
            <a:xfrm>
              <a:off x="6803705"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5" name="Google Shape;13885;p76"/>
            <p:cNvSpPr/>
            <p:nvPr/>
          </p:nvSpPr>
          <p:spPr>
            <a:xfrm>
              <a:off x="6872389" y="3005939"/>
              <a:ext cx="11521" cy="16889"/>
            </a:xfrm>
            <a:custGeom>
              <a:avLst/>
              <a:gdLst/>
              <a:ahLst/>
              <a:cxnLst/>
              <a:rect l="l" t="t" r="r" b="b"/>
              <a:pathLst>
                <a:path w="440" h="645" extrusionOk="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76"/>
            <p:cNvSpPr/>
            <p:nvPr/>
          </p:nvSpPr>
          <p:spPr>
            <a:xfrm>
              <a:off x="6796217"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76"/>
            <p:cNvSpPr/>
            <p:nvPr/>
          </p:nvSpPr>
          <p:spPr>
            <a:xfrm>
              <a:off x="6864900" y="2988578"/>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8" name="Google Shape;13888;p76"/>
            <p:cNvSpPr/>
            <p:nvPr/>
          </p:nvSpPr>
          <p:spPr>
            <a:xfrm>
              <a:off x="6746491" y="2880172"/>
              <a:ext cx="137419" cy="120189"/>
            </a:xfrm>
            <a:custGeom>
              <a:avLst/>
              <a:gdLst/>
              <a:ahLst/>
              <a:cxnLst/>
              <a:rect l="l" t="t" r="r" b="b"/>
              <a:pathLst>
                <a:path w="5248" h="4590" extrusionOk="0">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9" name="Google Shape;13889;p76"/>
            <p:cNvSpPr/>
            <p:nvPr/>
          </p:nvSpPr>
          <p:spPr>
            <a:xfrm>
              <a:off x="6762595" y="2940267"/>
              <a:ext cx="37628" cy="35612"/>
            </a:xfrm>
            <a:custGeom>
              <a:avLst/>
              <a:gdLst/>
              <a:ahLst/>
              <a:cxnLst/>
              <a:rect l="l" t="t" r="r" b="b"/>
              <a:pathLst>
                <a:path w="1437" h="1360" extrusionOk="0">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0" name="Google Shape;13890;p76"/>
          <p:cNvGrpSpPr/>
          <p:nvPr/>
        </p:nvGrpSpPr>
        <p:grpSpPr>
          <a:xfrm>
            <a:off x="6261624" y="3345794"/>
            <a:ext cx="263316" cy="354754"/>
            <a:chOff x="6261624" y="3345794"/>
            <a:chExt cx="263316" cy="354754"/>
          </a:xfrm>
        </p:grpSpPr>
        <p:sp>
          <p:nvSpPr>
            <p:cNvPr id="13891" name="Google Shape;13891;p76"/>
            <p:cNvSpPr/>
            <p:nvPr/>
          </p:nvSpPr>
          <p:spPr>
            <a:xfrm>
              <a:off x="6267620" y="3345794"/>
              <a:ext cx="251585" cy="236922"/>
            </a:xfrm>
            <a:custGeom>
              <a:avLst/>
              <a:gdLst/>
              <a:ahLst/>
              <a:cxnLst/>
              <a:rect l="l" t="t" r="r" b="b"/>
              <a:pathLst>
                <a:path w="9608" h="9048" extrusionOk="0">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2" name="Google Shape;13892;p76"/>
            <p:cNvSpPr/>
            <p:nvPr/>
          </p:nvSpPr>
          <p:spPr>
            <a:xfrm>
              <a:off x="6341802" y="3345794"/>
              <a:ext cx="177403" cy="205133"/>
            </a:xfrm>
            <a:custGeom>
              <a:avLst/>
              <a:gdLst/>
              <a:ahLst/>
              <a:cxnLst/>
              <a:rect l="l" t="t" r="r" b="b"/>
              <a:pathLst>
                <a:path w="6775" h="7834" extrusionOk="0">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76"/>
            <p:cNvSpPr/>
            <p:nvPr/>
          </p:nvSpPr>
          <p:spPr>
            <a:xfrm>
              <a:off x="6261624" y="3574625"/>
              <a:ext cx="263316" cy="125662"/>
            </a:xfrm>
            <a:custGeom>
              <a:avLst/>
              <a:gdLst/>
              <a:ahLst/>
              <a:cxnLst/>
              <a:rect l="l" t="t" r="r" b="b"/>
              <a:pathLst>
                <a:path w="10056" h="4799" extrusionOk="0">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4" name="Google Shape;13894;p76"/>
            <p:cNvSpPr/>
            <p:nvPr/>
          </p:nvSpPr>
          <p:spPr>
            <a:xfrm>
              <a:off x="6343818" y="3574625"/>
              <a:ext cx="99189" cy="62975"/>
            </a:xfrm>
            <a:custGeom>
              <a:avLst/>
              <a:gdLst/>
              <a:ahLst/>
              <a:cxnLst/>
              <a:rect l="l" t="t" r="r" b="b"/>
              <a:pathLst>
                <a:path w="3788" h="2405" extrusionOk="0">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5" name="Google Shape;13895;p76"/>
            <p:cNvSpPr/>
            <p:nvPr/>
          </p:nvSpPr>
          <p:spPr>
            <a:xfrm>
              <a:off x="6307840" y="3614347"/>
              <a:ext cx="171145" cy="85939"/>
            </a:xfrm>
            <a:custGeom>
              <a:avLst/>
              <a:gdLst/>
              <a:ahLst/>
              <a:cxnLst/>
              <a:rect l="l" t="t" r="r" b="b"/>
              <a:pathLst>
                <a:path w="6536" h="3282" extrusionOk="0">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76"/>
            <p:cNvSpPr/>
            <p:nvPr/>
          </p:nvSpPr>
          <p:spPr>
            <a:xfrm>
              <a:off x="6319073" y="3614347"/>
              <a:ext cx="148652" cy="80702"/>
            </a:xfrm>
            <a:custGeom>
              <a:avLst/>
              <a:gdLst/>
              <a:ahLst/>
              <a:cxnLst/>
              <a:rect l="l" t="t" r="r" b="b"/>
              <a:pathLst>
                <a:path w="5677" h="3082" extrusionOk="0">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7" name="Google Shape;13897;p76"/>
            <p:cNvSpPr/>
            <p:nvPr/>
          </p:nvSpPr>
          <p:spPr>
            <a:xfrm>
              <a:off x="6359058" y="3574625"/>
              <a:ext cx="68709" cy="22755"/>
            </a:xfrm>
            <a:custGeom>
              <a:avLst/>
              <a:gdLst/>
              <a:ahLst/>
              <a:cxnLst/>
              <a:rect l="l" t="t" r="r" b="b"/>
              <a:pathLst>
                <a:path w="2624" h="869" extrusionOk="0">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8" name="Google Shape;13898;p76"/>
            <p:cNvSpPr/>
            <p:nvPr/>
          </p:nvSpPr>
          <p:spPr>
            <a:xfrm>
              <a:off x="6297104" y="3431471"/>
              <a:ext cx="192617" cy="154413"/>
            </a:xfrm>
            <a:custGeom>
              <a:avLst/>
              <a:gdLst/>
              <a:ahLst/>
              <a:cxnLst/>
              <a:rect l="l" t="t" r="r" b="b"/>
              <a:pathLst>
                <a:path w="7356" h="5897" extrusionOk="0">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76"/>
            <p:cNvSpPr/>
            <p:nvPr/>
          </p:nvSpPr>
          <p:spPr>
            <a:xfrm>
              <a:off x="6301084" y="3431471"/>
              <a:ext cx="141661" cy="154465"/>
            </a:xfrm>
            <a:custGeom>
              <a:avLst/>
              <a:gdLst/>
              <a:ahLst/>
              <a:cxnLst/>
              <a:rect l="l" t="t" r="r" b="b"/>
              <a:pathLst>
                <a:path w="5410" h="5899" extrusionOk="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0" name="Google Shape;13900;p76"/>
            <p:cNvSpPr/>
            <p:nvPr/>
          </p:nvSpPr>
          <p:spPr>
            <a:xfrm>
              <a:off x="6353297" y="3483056"/>
              <a:ext cx="11521" cy="23383"/>
            </a:xfrm>
            <a:custGeom>
              <a:avLst/>
              <a:gdLst/>
              <a:ahLst/>
              <a:cxnLst/>
              <a:rect l="l" t="t" r="r" b="b"/>
              <a:pathLst>
                <a:path w="440" h="893" extrusionOk="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1" name="Google Shape;13901;p76"/>
            <p:cNvSpPr/>
            <p:nvPr/>
          </p:nvSpPr>
          <p:spPr>
            <a:xfrm>
              <a:off x="6422007" y="3483056"/>
              <a:ext cx="11521" cy="23383"/>
            </a:xfrm>
            <a:custGeom>
              <a:avLst/>
              <a:gdLst/>
              <a:ahLst/>
              <a:cxnLst/>
              <a:rect l="l" t="t" r="r" b="b"/>
              <a:pathLst>
                <a:path w="440" h="893" extrusionOk="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76"/>
            <p:cNvSpPr/>
            <p:nvPr/>
          </p:nvSpPr>
          <p:spPr>
            <a:xfrm>
              <a:off x="6368066" y="3540087"/>
              <a:ext cx="50694" cy="17334"/>
            </a:xfrm>
            <a:custGeom>
              <a:avLst/>
              <a:gdLst/>
              <a:ahLst/>
              <a:cxnLst/>
              <a:rect l="l" t="t" r="r" b="b"/>
              <a:pathLst>
                <a:path w="1936" h="662" extrusionOk="0">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3" name="Google Shape;13903;p76"/>
            <p:cNvSpPr/>
            <p:nvPr/>
          </p:nvSpPr>
          <p:spPr>
            <a:xfrm>
              <a:off x="6305850" y="3482951"/>
              <a:ext cx="38230" cy="11521"/>
            </a:xfrm>
            <a:custGeom>
              <a:avLst/>
              <a:gdLst/>
              <a:ahLst/>
              <a:cxnLst/>
              <a:rect l="l" t="t" r="r" b="b"/>
              <a:pathLst>
                <a:path w="1460" h="440" extrusionOk="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4" name="Google Shape;13904;p76"/>
            <p:cNvSpPr/>
            <p:nvPr/>
          </p:nvSpPr>
          <p:spPr>
            <a:xfrm>
              <a:off x="6442981" y="3482951"/>
              <a:ext cx="37994" cy="11521"/>
            </a:xfrm>
            <a:custGeom>
              <a:avLst/>
              <a:gdLst/>
              <a:ahLst/>
              <a:cxnLst/>
              <a:rect l="l" t="t" r="r" b="b"/>
              <a:pathLst>
                <a:path w="1451" h="440" extrusionOk="0">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76"/>
            <p:cNvSpPr/>
            <p:nvPr/>
          </p:nvSpPr>
          <p:spPr>
            <a:xfrm>
              <a:off x="6374298" y="3488686"/>
              <a:ext cx="38230" cy="11521"/>
            </a:xfrm>
            <a:custGeom>
              <a:avLst/>
              <a:gdLst/>
              <a:ahLst/>
              <a:cxnLst/>
              <a:rect l="l" t="t" r="r" b="b"/>
              <a:pathLst>
                <a:path w="1460" h="440" extrusionOk="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6" name="Google Shape;13906;p76"/>
            <p:cNvSpPr/>
            <p:nvPr/>
          </p:nvSpPr>
          <p:spPr>
            <a:xfrm>
              <a:off x="6414492" y="3465957"/>
              <a:ext cx="26525" cy="11260"/>
            </a:xfrm>
            <a:custGeom>
              <a:avLst/>
              <a:gdLst/>
              <a:ahLst/>
              <a:cxnLst/>
              <a:rect l="l" t="t" r="r" b="b"/>
              <a:pathLst>
                <a:path w="1013" h="430" extrusionOk="0">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7" name="Google Shape;13907;p76"/>
            <p:cNvSpPr/>
            <p:nvPr/>
          </p:nvSpPr>
          <p:spPr>
            <a:xfrm>
              <a:off x="6345808" y="3465957"/>
              <a:ext cx="26499" cy="11260"/>
            </a:xfrm>
            <a:custGeom>
              <a:avLst/>
              <a:gdLst/>
              <a:ahLst/>
              <a:cxnLst/>
              <a:rect l="l" t="t" r="r" b="b"/>
              <a:pathLst>
                <a:path w="1012" h="430" extrusionOk="0">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76"/>
            <p:cNvSpPr/>
            <p:nvPr/>
          </p:nvSpPr>
          <p:spPr>
            <a:xfrm>
              <a:off x="6313575" y="3431471"/>
              <a:ext cx="119953" cy="40246"/>
            </a:xfrm>
            <a:custGeom>
              <a:avLst/>
              <a:gdLst/>
              <a:ahLst/>
              <a:cxnLst/>
              <a:rect l="l" t="t" r="r" b="b"/>
              <a:pathLst>
                <a:path w="4581" h="1537" extrusionOk="0">
                  <a:moveTo>
                    <a:pt x="1" y="1"/>
                  </a:moveTo>
                  <a:lnTo>
                    <a:pt x="1" y="1537"/>
                  </a:lnTo>
                  <a:cubicBezTo>
                    <a:pt x="1" y="1537"/>
                    <a:pt x="2834" y="1317"/>
                    <a:pt x="458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76"/>
            <p:cNvSpPr/>
            <p:nvPr/>
          </p:nvSpPr>
          <p:spPr>
            <a:xfrm>
              <a:off x="6295847"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76"/>
            <p:cNvSpPr/>
            <p:nvPr/>
          </p:nvSpPr>
          <p:spPr>
            <a:xfrm>
              <a:off x="6467464"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76"/>
            <p:cNvSpPr/>
            <p:nvPr/>
          </p:nvSpPr>
          <p:spPr>
            <a:xfrm>
              <a:off x="6319073" y="3408743"/>
              <a:ext cx="148652" cy="51506"/>
            </a:xfrm>
            <a:custGeom>
              <a:avLst/>
              <a:gdLst/>
              <a:ahLst/>
              <a:cxnLst/>
              <a:rect l="l" t="t" r="r" b="b"/>
              <a:pathLst>
                <a:path w="5677" h="1967" extrusionOk="0">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2" name="Google Shape;13912;p76"/>
            <p:cNvSpPr/>
            <p:nvPr/>
          </p:nvSpPr>
          <p:spPr>
            <a:xfrm>
              <a:off x="6399016" y="3482951"/>
              <a:ext cx="57240" cy="45981"/>
            </a:xfrm>
            <a:custGeom>
              <a:avLst/>
              <a:gdLst/>
              <a:ahLst/>
              <a:cxnLst/>
              <a:rect l="l" t="t" r="r" b="b"/>
              <a:pathLst>
                <a:path w="2186" h="1756" extrusionOk="0">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3" name="Google Shape;13913;p76"/>
            <p:cNvSpPr/>
            <p:nvPr/>
          </p:nvSpPr>
          <p:spPr>
            <a:xfrm>
              <a:off x="6330569" y="3482951"/>
              <a:ext cx="56979" cy="45981"/>
            </a:xfrm>
            <a:custGeom>
              <a:avLst/>
              <a:gdLst/>
              <a:ahLst/>
              <a:cxnLst/>
              <a:rect l="l" t="t" r="r" b="b"/>
              <a:pathLst>
                <a:path w="2176" h="1756" extrusionOk="0">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4" name="Google Shape;13914;p76"/>
            <p:cNvSpPr/>
            <p:nvPr/>
          </p:nvSpPr>
          <p:spPr>
            <a:xfrm>
              <a:off x="6326327" y="3614347"/>
              <a:ext cx="134172" cy="80467"/>
            </a:xfrm>
            <a:custGeom>
              <a:avLst/>
              <a:gdLst/>
              <a:ahLst/>
              <a:cxnLst/>
              <a:rect l="l" t="t" r="r" b="b"/>
              <a:pathLst>
                <a:path w="5124" h="3073" extrusionOk="0">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5" name="Google Shape;13915;p76"/>
            <p:cNvSpPr/>
            <p:nvPr/>
          </p:nvSpPr>
          <p:spPr>
            <a:xfrm>
              <a:off x="6336565" y="3599893"/>
              <a:ext cx="56979" cy="62635"/>
            </a:xfrm>
            <a:custGeom>
              <a:avLst/>
              <a:gdLst/>
              <a:ahLst/>
              <a:cxnLst/>
              <a:rect l="l" t="t" r="r" b="b"/>
              <a:pathLst>
                <a:path w="2176" h="2392" extrusionOk="0">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6" name="Google Shape;13916;p76"/>
            <p:cNvSpPr/>
            <p:nvPr/>
          </p:nvSpPr>
          <p:spPr>
            <a:xfrm>
              <a:off x="6393282" y="3599658"/>
              <a:ext cx="56717" cy="62870"/>
            </a:xfrm>
            <a:custGeom>
              <a:avLst/>
              <a:gdLst/>
              <a:ahLst/>
              <a:cxnLst/>
              <a:rect l="l" t="t" r="r" b="b"/>
              <a:pathLst>
                <a:path w="2166" h="2401" extrusionOk="0">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76"/>
            <p:cNvSpPr/>
            <p:nvPr/>
          </p:nvSpPr>
          <p:spPr>
            <a:xfrm>
              <a:off x="6265132" y="3644067"/>
              <a:ext cx="48468" cy="56481"/>
            </a:xfrm>
            <a:custGeom>
              <a:avLst/>
              <a:gdLst/>
              <a:ahLst/>
              <a:cxnLst/>
              <a:rect l="l" t="t" r="r" b="b"/>
              <a:pathLst>
                <a:path w="1851" h="2157" extrusionOk="0">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8" name="Google Shape;13918;p76"/>
            <p:cNvSpPr/>
            <p:nvPr/>
          </p:nvSpPr>
          <p:spPr>
            <a:xfrm>
              <a:off x="6473198" y="3644067"/>
              <a:ext cx="48495" cy="56481"/>
            </a:xfrm>
            <a:custGeom>
              <a:avLst/>
              <a:gdLst/>
              <a:ahLst/>
              <a:cxnLst/>
              <a:rect l="l" t="t" r="r" b="b"/>
              <a:pathLst>
                <a:path w="1852" h="2157" extrusionOk="0">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19" name="Google Shape;13919;p76"/>
          <p:cNvSpPr/>
          <p:nvPr/>
        </p:nvSpPr>
        <p:spPr>
          <a:xfrm>
            <a:off x="5880422" y="3363050"/>
            <a:ext cx="125924" cy="11260"/>
          </a:xfrm>
          <a:custGeom>
            <a:avLst/>
            <a:gdLst/>
            <a:ahLst/>
            <a:cxnLst/>
            <a:rect l="l" t="t" r="r" b="b"/>
            <a:pathLst>
              <a:path w="4809" h="430" extrusionOk="0">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20" name="Google Shape;13920;p76"/>
          <p:cNvGrpSpPr/>
          <p:nvPr/>
        </p:nvGrpSpPr>
        <p:grpSpPr>
          <a:xfrm>
            <a:off x="5811739" y="3345794"/>
            <a:ext cx="263316" cy="354754"/>
            <a:chOff x="5811739" y="3345794"/>
            <a:chExt cx="263316" cy="354754"/>
          </a:xfrm>
        </p:grpSpPr>
        <p:sp>
          <p:nvSpPr>
            <p:cNvPr id="13921" name="Google Shape;13921;p76"/>
            <p:cNvSpPr/>
            <p:nvPr/>
          </p:nvSpPr>
          <p:spPr>
            <a:xfrm>
              <a:off x="5857694" y="3408743"/>
              <a:ext cx="171643" cy="57240"/>
            </a:xfrm>
            <a:custGeom>
              <a:avLst/>
              <a:gdLst/>
              <a:ahLst/>
              <a:cxnLst/>
              <a:rect l="l" t="t" r="r" b="b"/>
              <a:pathLst>
                <a:path w="6555" h="2186" extrusionOk="0">
                  <a:moveTo>
                    <a:pt x="0" y="1"/>
                  </a:moveTo>
                  <a:lnTo>
                    <a:pt x="0" y="2185"/>
                  </a:lnTo>
                  <a:lnTo>
                    <a:pt x="6554" y="2185"/>
                  </a:lnTo>
                  <a:lnTo>
                    <a:pt x="655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2" name="Google Shape;13922;p76"/>
            <p:cNvSpPr/>
            <p:nvPr/>
          </p:nvSpPr>
          <p:spPr>
            <a:xfrm>
              <a:off x="5854944" y="3528696"/>
              <a:ext cx="60723" cy="57371"/>
            </a:xfrm>
            <a:custGeom>
              <a:avLst/>
              <a:gdLst/>
              <a:ahLst/>
              <a:cxnLst/>
              <a:rect l="l" t="t" r="r" b="b"/>
              <a:pathLst>
                <a:path w="2319" h="2191" extrusionOk="0">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3" name="Google Shape;13923;p76"/>
            <p:cNvSpPr/>
            <p:nvPr/>
          </p:nvSpPr>
          <p:spPr>
            <a:xfrm>
              <a:off x="5971101" y="3528696"/>
              <a:ext cx="60723" cy="57371"/>
            </a:xfrm>
            <a:custGeom>
              <a:avLst/>
              <a:gdLst/>
              <a:ahLst/>
              <a:cxnLst/>
              <a:rect l="l" t="t" r="r" b="b"/>
              <a:pathLst>
                <a:path w="2319" h="2191" extrusionOk="0">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76"/>
            <p:cNvSpPr/>
            <p:nvPr/>
          </p:nvSpPr>
          <p:spPr>
            <a:xfrm>
              <a:off x="5811739" y="3563130"/>
              <a:ext cx="263316" cy="137157"/>
            </a:xfrm>
            <a:custGeom>
              <a:avLst/>
              <a:gdLst/>
              <a:ahLst/>
              <a:cxnLst/>
              <a:rect l="l" t="t" r="r" b="b"/>
              <a:pathLst>
                <a:path w="10056" h="5238" extrusionOk="0">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76"/>
            <p:cNvSpPr/>
            <p:nvPr/>
          </p:nvSpPr>
          <p:spPr>
            <a:xfrm>
              <a:off x="5811975" y="3602355"/>
              <a:ext cx="263081" cy="97932"/>
            </a:xfrm>
            <a:custGeom>
              <a:avLst/>
              <a:gdLst/>
              <a:ahLst/>
              <a:cxnLst/>
              <a:rect l="l" t="t" r="r" b="b"/>
              <a:pathLst>
                <a:path w="10047" h="3740" extrusionOk="0">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76"/>
            <p:cNvSpPr/>
            <p:nvPr/>
          </p:nvSpPr>
          <p:spPr>
            <a:xfrm>
              <a:off x="5909147" y="3574625"/>
              <a:ext cx="68736" cy="22807"/>
            </a:xfrm>
            <a:custGeom>
              <a:avLst/>
              <a:gdLst/>
              <a:ahLst/>
              <a:cxnLst/>
              <a:rect l="l" t="t" r="r" b="b"/>
              <a:pathLst>
                <a:path w="2625" h="871" extrusionOk="0">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7" name="Google Shape;13927;p76"/>
            <p:cNvSpPr/>
            <p:nvPr/>
          </p:nvSpPr>
          <p:spPr>
            <a:xfrm>
              <a:off x="5850938" y="3465957"/>
              <a:ext cx="184630" cy="119927"/>
            </a:xfrm>
            <a:custGeom>
              <a:avLst/>
              <a:gdLst/>
              <a:ahLst/>
              <a:cxnLst/>
              <a:rect l="l" t="t" r="r" b="b"/>
              <a:pathLst>
                <a:path w="7051" h="4580" extrusionOk="0">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8" name="Google Shape;13928;p76"/>
            <p:cNvSpPr/>
            <p:nvPr/>
          </p:nvSpPr>
          <p:spPr>
            <a:xfrm>
              <a:off x="5918129" y="3534483"/>
              <a:ext cx="50773" cy="17439"/>
            </a:xfrm>
            <a:custGeom>
              <a:avLst/>
              <a:gdLst/>
              <a:ahLst/>
              <a:cxnLst/>
              <a:rect l="l" t="t" r="r" b="b"/>
              <a:pathLst>
                <a:path w="1939" h="666" extrusionOk="0">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76"/>
            <p:cNvSpPr/>
            <p:nvPr/>
          </p:nvSpPr>
          <p:spPr>
            <a:xfrm>
              <a:off x="5903413" y="3488817"/>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0" name="Google Shape;13930;p76"/>
            <p:cNvSpPr/>
            <p:nvPr/>
          </p:nvSpPr>
          <p:spPr>
            <a:xfrm>
              <a:off x="5972096" y="3488817"/>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1" name="Google Shape;13931;p76"/>
            <p:cNvSpPr/>
            <p:nvPr/>
          </p:nvSpPr>
          <p:spPr>
            <a:xfrm>
              <a:off x="5847115" y="3465957"/>
              <a:ext cx="147998" cy="120163"/>
            </a:xfrm>
            <a:custGeom>
              <a:avLst/>
              <a:gdLst/>
              <a:ahLst/>
              <a:cxnLst/>
              <a:rect l="l" t="t" r="r" b="b"/>
              <a:pathLst>
                <a:path w="5652" h="4589" extrusionOk="0">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2" name="Google Shape;13932;p76"/>
            <p:cNvSpPr/>
            <p:nvPr/>
          </p:nvSpPr>
          <p:spPr>
            <a:xfrm>
              <a:off x="5857694" y="3465957"/>
              <a:ext cx="23017" cy="25766"/>
            </a:xfrm>
            <a:custGeom>
              <a:avLst/>
              <a:gdLst/>
              <a:ahLst/>
              <a:cxnLst/>
              <a:rect l="l" t="t" r="r" b="b"/>
              <a:pathLst>
                <a:path w="879" h="984" extrusionOk="0">
                  <a:moveTo>
                    <a:pt x="0" y="0"/>
                  </a:moveTo>
                  <a:lnTo>
                    <a:pt x="0" y="983"/>
                  </a:lnTo>
                  <a:lnTo>
                    <a:pt x="296" y="945"/>
                  </a:lnTo>
                  <a:cubicBezTo>
                    <a:pt x="630" y="897"/>
                    <a:pt x="869" y="621"/>
                    <a:pt x="878" y="29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3" name="Google Shape;13933;p76"/>
            <p:cNvSpPr/>
            <p:nvPr/>
          </p:nvSpPr>
          <p:spPr>
            <a:xfrm>
              <a:off x="6006320" y="3465957"/>
              <a:ext cx="23017" cy="25766"/>
            </a:xfrm>
            <a:custGeom>
              <a:avLst/>
              <a:gdLst/>
              <a:ahLst/>
              <a:cxnLst/>
              <a:rect l="l" t="t" r="r" b="b"/>
              <a:pathLst>
                <a:path w="879" h="984" extrusionOk="0">
                  <a:moveTo>
                    <a:pt x="1" y="0"/>
                  </a:moveTo>
                  <a:lnTo>
                    <a:pt x="1" y="296"/>
                  </a:lnTo>
                  <a:cubicBezTo>
                    <a:pt x="1" y="621"/>
                    <a:pt x="249" y="897"/>
                    <a:pt x="573" y="945"/>
                  </a:cubicBezTo>
                  <a:lnTo>
                    <a:pt x="878" y="983"/>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76"/>
            <p:cNvSpPr/>
            <p:nvPr/>
          </p:nvSpPr>
          <p:spPr>
            <a:xfrm>
              <a:off x="5857694" y="3414504"/>
              <a:ext cx="23017" cy="51480"/>
            </a:xfrm>
            <a:custGeom>
              <a:avLst/>
              <a:gdLst/>
              <a:ahLst/>
              <a:cxnLst/>
              <a:rect l="l" t="t" r="r" b="b"/>
              <a:pathLst>
                <a:path w="879" h="1966" extrusionOk="0">
                  <a:moveTo>
                    <a:pt x="0" y="0"/>
                  </a:moveTo>
                  <a:lnTo>
                    <a:pt x="0" y="1965"/>
                  </a:lnTo>
                  <a:lnTo>
                    <a:pt x="878" y="1965"/>
                  </a:lnTo>
                  <a:lnTo>
                    <a:pt x="87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5" name="Google Shape;13935;p76"/>
            <p:cNvSpPr/>
            <p:nvPr/>
          </p:nvSpPr>
          <p:spPr>
            <a:xfrm>
              <a:off x="5840464" y="3362788"/>
              <a:ext cx="205866" cy="57240"/>
            </a:xfrm>
            <a:custGeom>
              <a:avLst/>
              <a:gdLst/>
              <a:ahLst/>
              <a:cxnLst/>
              <a:rect l="l" t="t" r="r" b="b"/>
              <a:pathLst>
                <a:path w="7862" h="2186" extrusionOk="0">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6" name="Google Shape;13936;p76"/>
            <p:cNvSpPr/>
            <p:nvPr/>
          </p:nvSpPr>
          <p:spPr>
            <a:xfrm>
              <a:off x="5857694" y="3437232"/>
              <a:ext cx="171643" cy="11521"/>
            </a:xfrm>
            <a:custGeom>
              <a:avLst/>
              <a:gdLst/>
              <a:ahLst/>
              <a:cxnLst/>
              <a:rect l="l" t="t" r="r" b="b"/>
              <a:pathLst>
                <a:path w="6555" h="440" extrusionOk="0">
                  <a:moveTo>
                    <a:pt x="0" y="0"/>
                  </a:moveTo>
                  <a:lnTo>
                    <a:pt x="0" y="439"/>
                  </a:lnTo>
                  <a:lnTo>
                    <a:pt x="6554" y="439"/>
                  </a:lnTo>
                  <a:lnTo>
                    <a:pt x="655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7" name="Google Shape;13937;p76"/>
            <p:cNvSpPr/>
            <p:nvPr/>
          </p:nvSpPr>
          <p:spPr>
            <a:xfrm>
              <a:off x="5857694" y="3437232"/>
              <a:ext cx="23017" cy="11521"/>
            </a:xfrm>
            <a:custGeom>
              <a:avLst/>
              <a:gdLst/>
              <a:ahLst/>
              <a:cxnLst/>
              <a:rect l="l" t="t" r="r" b="b"/>
              <a:pathLst>
                <a:path w="879" h="440" extrusionOk="0">
                  <a:moveTo>
                    <a:pt x="0" y="0"/>
                  </a:moveTo>
                  <a:lnTo>
                    <a:pt x="0" y="439"/>
                  </a:lnTo>
                  <a:lnTo>
                    <a:pt x="878" y="439"/>
                  </a:lnTo>
                  <a:lnTo>
                    <a:pt x="87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76"/>
            <p:cNvSpPr/>
            <p:nvPr/>
          </p:nvSpPr>
          <p:spPr>
            <a:xfrm>
              <a:off x="5891918" y="3345794"/>
              <a:ext cx="103195" cy="74234"/>
            </a:xfrm>
            <a:custGeom>
              <a:avLst/>
              <a:gdLst/>
              <a:ahLst/>
              <a:cxnLst/>
              <a:rect l="l" t="t" r="r" b="b"/>
              <a:pathLst>
                <a:path w="3941" h="2835" extrusionOk="0">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76"/>
            <p:cNvSpPr/>
            <p:nvPr/>
          </p:nvSpPr>
          <p:spPr>
            <a:xfrm>
              <a:off x="5882674" y="3602355"/>
              <a:ext cx="121682" cy="98194"/>
            </a:xfrm>
            <a:custGeom>
              <a:avLst/>
              <a:gdLst/>
              <a:ahLst/>
              <a:cxnLst/>
              <a:rect l="l" t="t" r="r" b="b"/>
              <a:pathLst>
                <a:path w="4647" h="3750" extrusionOk="0">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76"/>
            <p:cNvSpPr/>
            <p:nvPr/>
          </p:nvSpPr>
          <p:spPr>
            <a:xfrm>
              <a:off x="5814489" y="3644827"/>
              <a:ext cx="48966" cy="55460"/>
            </a:xfrm>
            <a:custGeom>
              <a:avLst/>
              <a:gdLst/>
              <a:ahLst/>
              <a:cxnLst/>
              <a:rect l="l" t="t" r="r" b="b"/>
              <a:pathLst>
                <a:path w="1870" h="2118" extrusionOk="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76"/>
            <p:cNvSpPr/>
            <p:nvPr/>
          </p:nvSpPr>
          <p:spPr>
            <a:xfrm>
              <a:off x="6023550" y="3644827"/>
              <a:ext cx="48992" cy="55460"/>
            </a:xfrm>
            <a:custGeom>
              <a:avLst/>
              <a:gdLst/>
              <a:ahLst/>
              <a:cxnLst/>
              <a:rect l="l" t="t" r="r" b="b"/>
              <a:pathLst>
                <a:path w="1871" h="2118" extrusionOk="0">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42" name="Google Shape;13942;p76"/>
          <p:cNvGrpSpPr/>
          <p:nvPr/>
        </p:nvGrpSpPr>
        <p:grpSpPr>
          <a:xfrm>
            <a:off x="5363818" y="3345794"/>
            <a:ext cx="259074" cy="354493"/>
            <a:chOff x="5363818" y="3345794"/>
            <a:chExt cx="259074" cy="354493"/>
          </a:xfrm>
        </p:grpSpPr>
        <p:sp>
          <p:nvSpPr>
            <p:cNvPr id="13943" name="Google Shape;13943;p76"/>
            <p:cNvSpPr/>
            <p:nvPr/>
          </p:nvSpPr>
          <p:spPr>
            <a:xfrm>
              <a:off x="5397807" y="3514661"/>
              <a:ext cx="191360" cy="123934"/>
            </a:xfrm>
            <a:custGeom>
              <a:avLst/>
              <a:gdLst/>
              <a:ahLst/>
              <a:cxnLst/>
              <a:rect l="l" t="t" r="r" b="b"/>
              <a:pathLst>
                <a:path w="7308" h="4733" extrusionOk="0">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4" name="Google Shape;13944;p76"/>
            <p:cNvSpPr/>
            <p:nvPr/>
          </p:nvSpPr>
          <p:spPr>
            <a:xfrm>
              <a:off x="5397807" y="3514661"/>
              <a:ext cx="95706" cy="123934"/>
            </a:xfrm>
            <a:custGeom>
              <a:avLst/>
              <a:gdLst/>
              <a:ahLst/>
              <a:cxnLst/>
              <a:rect l="l" t="t" r="r" b="b"/>
              <a:pathLst>
                <a:path w="3655" h="4733" extrusionOk="0">
                  <a:moveTo>
                    <a:pt x="869" y="1"/>
                  </a:moveTo>
                  <a:cubicBezTo>
                    <a:pt x="869" y="1651"/>
                    <a:pt x="0" y="2596"/>
                    <a:pt x="430" y="4733"/>
                  </a:cubicBezTo>
                  <a:lnTo>
                    <a:pt x="3654" y="4733"/>
                  </a:lnTo>
                  <a:lnTo>
                    <a:pt x="365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76"/>
            <p:cNvSpPr/>
            <p:nvPr/>
          </p:nvSpPr>
          <p:spPr>
            <a:xfrm>
              <a:off x="5363818" y="3565382"/>
              <a:ext cx="259074" cy="134905"/>
            </a:xfrm>
            <a:custGeom>
              <a:avLst/>
              <a:gdLst/>
              <a:ahLst/>
              <a:cxnLst/>
              <a:rect l="l" t="t" r="r" b="b"/>
              <a:pathLst>
                <a:path w="9894" h="5152" extrusionOk="0">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76"/>
            <p:cNvSpPr/>
            <p:nvPr/>
          </p:nvSpPr>
          <p:spPr>
            <a:xfrm>
              <a:off x="5364080" y="3621836"/>
              <a:ext cx="258813" cy="78450"/>
            </a:xfrm>
            <a:custGeom>
              <a:avLst/>
              <a:gdLst/>
              <a:ahLst/>
              <a:cxnLst/>
              <a:rect l="l" t="t" r="r" b="b"/>
              <a:pathLst>
                <a:path w="9884" h="2996" extrusionOk="0">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7" name="Google Shape;13947;p76"/>
            <p:cNvSpPr/>
            <p:nvPr/>
          </p:nvSpPr>
          <p:spPr>
            <a:xfrm>
              <a:off x="5459760" y="3570880"/>
              <a:ext cx="67479" cy="28175"/>
            </a:xfrm>
            <a:custGeom>
              <a:avLst/>
              <a:gdLst/>
              <a:ahLst/>
              <a:cxnLst/>
              <a:rect l="l" t="t" r="r" b="b"/>
              <a:pathLst>
                <a:path w="2577" h="1076" extrusionOk="0">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8" name="Google Shape;13948;p76"/>
            <p:cNvSpPr/>
            <p:nvPr/>
          </p:nvSpPr>
          <p:spPr>
            <a:xfrm>
              <a:off x="5420273" y="3435740"/>
              <a:ext cx="146427" cy="152135"/>
            </a:xfrm>
            <a:custGeom>
              <a:avLst/>
              <a:gdLst/>
              <a:ahLst/>
              <a:cxnLst/>
              <a:rect l="l" t="t" r="r" b="b"/>
              <a:pathLst>
                <a:path w="5592" h="5810" extrusionOk="0">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76"/>
            <p:cNvSpPr/>
            <p:nvPr/>
          </p:nvSpPr>
          <p:spPr>
            <a:xfrm>
              <a:off x="5420090" y="3435740"/>
              <a:ext cx="146610" cy="152109"/>
            </a:xfrm>
            <a:custGeom>
              <a:avLst/>
              <a:gdLst/>
              <a:ahLst/>
              <a:cxnLst/>
              <a:rect l="l" t="t" r="r" b="b"/>
              <a:pathLst>
                <a:path w="5599" h="5809" extrusionOk="0">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76"/>
            <p:cNvSpPr/>
            <p:nvPr/>
          </p:nvSpPr>
          <p:spPr>
            <a:xfrm>
              <a:off x="5527213" y="3598846"/>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1" name="Google Shape;13951;p76"/>
            <p:cNvSpPr/>
            <p:nvPr/>
          </p:nvSpPr>
          <p:spPr>
            <a:xfrm>
              <a:off x="5459760" y="3598846"/>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2" name="Google Shape;13952;p76"/>
            <p:cNvSpPr/>
            <p:nvPr/>
          </p:nvSpPr>
          <p:spPr>
            <a:xfrm>
              <a:off x="5468506" y="3537180"/>
              <a:ext cx="50013" cy="16994"/>
            </a:xfrm>
            <a:custGeom>
              <a:avLst/>
              <a:gdLst/>
              <a:ahLst/>
              <a:cxnLst/>
              <a:rect l="l" t="t" r="r" b="b"/>
              <a:pathLst>
                <a:path w="1910" h="649" extrusionOk="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76"/>
            <p:cNvSpPr/>
            <p:nvPr/>
          </p:nvSpPr>
          <p:spPr>
            <a:xfrm>
              <a:off x="5454000" y="3497798"/>
              <a:ext cx="11521" cy="16889"/>
            </a:xfrm>
            <a:custGeom>
              <a:avLst/>
              <a:gdLst/>
              <a:ahLst/>
              <a:cxnLst/>
              <a:rect l="l" t="t" r="r" b="b"/>
              <a:pathLst>
                <a:path w="440" h="645" extrusionOk="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76"/>
            <p:cNvSpPr/>
            <p:nvPr/>
          </p:nvSpPr>
          <p:spPr>
            <a:xfrm>
              <a:off x="5521714" y="3497798"/>
              <a:ext cx="11260" cy="16889"/>
            </a:xfrm>
            <a:custGeom>
              <a:avLst/>
              <a:gdLst/>
              <a:ahLst/>
              <a:cxnLst/>
              <a:rect l="l" t="t" r="r" b="b"/>
              <a:pathLst>
                <a:path w="430" h="645" extrusionOk="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5" name="Google Shape;13955;p76"/>
            <p:cNvSpPr/>
            <p:nvPr/>
          </p:nvSpPr>
          <p:spPr>
            <a:xfrm>
              <a:off x="5513963" y="3480935"/>
              <a:ext cx="26499" cy="11286"/>
            </a:xfrm>
            <a:custGeom>
              <a:avLst/>
              <a:gdLst/>
              <a:ahLst/>
              <a:cxnLst/>
              <a:rect l="l" t="t" r="r" b="b"/>
              <a:pathLst>
                <a:path w="1012" h="431" extrusionOk="0">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6" name="Google Shape;13956;p76"/>
            <p:cNvSpPr/>
            <p:nvPr/>
          </p:nvSpPr>
          <p:spPr>
            <a:xfrm>
              <a:off x="5446511" y="3480935"/>
              <a:ext cx="26264" cy="11286"/>
            </a:xfrm>
            <a:custGeom>
              <a:avLst/>
              <a:gdLst/>
              <a:ahLst/>
              <a:cxnLst/>
              <a:rect l="l" t="t" r="r" b="b"/>
              <a:pathLst>
                <a:path w="1003" h="431" extrusionOk="0">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7" name="Google Shape;13957;p76"/>
            <p:cNvSpPr/>
            <p:nvPr/>
          </p:nvSpPr>
          <p:spPr>
            <a:xfrm>
              <a:off x="5386573" y="3345794"/>
              <a:ext cx="213853" cy="202620"/>
            </a:xfrm>
            <a:custGeom>
              <a:avLst/>
              <a:gdLst/>
              <a:ahLst/>
              <a:cxnLst/>
              <a:rect l="l" t="t" r="r" b="b"/>
              <a:pathLst>
                <a:path w="8167" h="7738" extrusionOk="0">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76"/>
            <p:cNvSpPr/>
            <p:nvPr/>
          </p:nvSpPr>
          <p:spPr>
            <a:xfrm>
              <a:off x="5409040" y="3373917"/>
              <a:ext cx="169155" cy="112543"/>
            </a:xfrm>
            <a:custGeom>
              <a:avLst/>
              <a:gdLst/>
              <a:ahLst/>
              <a:cxnLst/>
              <a:rect l="l" t="t" r="r" b="b"/>
              <a:pathLst>
                <a:path w="6460" h="4298" extrusionOk="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9" name="Google Shape;13959;p76"/>
            <p:cNvSpPr/>
            <p:nvPr/>
          </p:nvSpPr>
          <p:spPr>
            <a:xfrm>
              <a:off x="5454759" y="3373917"/>
              <a:ext cx="123410" cy="112543"/>
            </a:xfrm>
            <a:custGeom>
              <a:avLst/>
              <a:gdLst/>
              <a:ahLst/>
              <a:cxnLst/>
              <a:rect l="l" t="t" r="r" b="b"/>
              <a:pathLst>
                <a:path w="4713" h="4298" extrusionOk="0">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0" name="Google Shape;13960;p76"/>
            <p:cNvSpPr/>
            <p:nvPr/>
          </p:nvSpPr>
          <p:spPr>
            <a:xfrm>
              <a:off x="5369579" y="3647314"/>
              <a:ext cx="45483" cy="52972"/>
            </a:xfrm>
            <a:custGeom>
              <a:avLst/>
              <a:gdLst/>
              <a:ahLst/>
              <a:cxnLst/>
              <a:rect l="l" t="t" r="r" b="b"/>
              <a:pathLst>
                <a:path w="1737" h="2023" extrusionOk="0">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76"/>
            <p:cNvSpPr/>
            <p:nvPr/>
          </p:nvSpPr>
          <p:spPr>
            <a:xfrm>
              <a:off x="5572173" y="3647314"/>
              <a:ext cx="45745" cy="52972"/>
            </a:xfrm>
            <a:custGeom>
              <a:avLst/>
              <a:gdLst/>
              <a:ahLst/>
              <a:cxnLst/>
              <a:rect l="l" t="t" r="r" b="b"/>
              <a:pathLst>
                <a:path w="1747" h="2023" extrusionOk="0">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76"/>
            <p:cNvSpPr/>
            <p:nvPr/>
          </p:nvSpPr>
          <p:spPr>
            <a:xfrm>
              <a:off x="5432528" y="3621836"/>
              <a:ext cx="122179" cy="55984"/>
            </a:xfrm>
            <a:custGeom>
              <a:avLst/>
              <a:gdLst/>
              <a:ahLst/>
              <a:cxnLst/>
              <a:rect l="l" t="t" r="r" b="b"/>
              <a:pathLst>
                <a:path w="4666" h="2138" extrusionOk="0">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76"/>
            <p:cNvSpPr/>
            <p:nvPr/>
          </p:nvSpPr>
          <p:spPr>
            <a:xfrm>
              <a:off x="5392046" y="3475200"/>
              <a:ext cx="28254" cy="44986"/>
            </a:xfrm>
            <a:custGeom>
              <a:avLst/>
              <a:gdLst/>
              <a:ahLst/>
              <a:cxnLst/>
              <a:rect l="l" t="t" r="r" b="b"/>
              <a:pathLst>
                <a:path w="1079" h="1718" extrusionOk="0">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4" name="Google Shape;13964;p76"/>
            <p:cNvSpPr/>
            <p:nvPr/>
          </p:nvSpPr>
          <p:spPr>
            <a:xfrm>
              <a:off x="5409040" y="3475200"/>
              <a:ext cx="11260" cy="44986"/>
            </a:xfrm>
            <a:custGeom>
              <a:avLst/>
              <a:gdLst/>
              <a:ahLst/>
              <a:cxnLst/>
              <a:rect l="l" t="t" r="r" b="b"/>
              <a:pathLst>
                <a:path w="430" h="1718" extrusionOk="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5" name="Google Shape;13965;p76"/>
            <p:cNvSpPr/>
            <p:nvPr/>
          </p:nvSpPr>
          <p:spPr>
            <a:xfrm>
              <a:off x="5566674" y="3475200"/>
              <a:ext cx="28254" cy="44986"/>
            </a:xfrm>
            <a:custGeom>
              <a:avLst/>
              <a:gdLst/>
              <a:ahLst/>
              <a:cxnLst/>
              <a:rect l="l" t="t" r="r" b="b"/>
              <a:pathLst>
                <a:path w="1079" h="1718" extrusionOk="0">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76"/>
            <p:cNvSpPr/>
            <p:nvPr/>
          </p:nvSpPr>
          <p:spPr>
            <a:xfrm>
              <a:off x="5566674" y="3475200"/>
              <a:ext cx="11260" cy="44986"/>
            </a:xfrm>
            <a:custGeom>
              <a:avLst/>
              <a:gdLst/>
              <a:ahLst/>
              <a:cxnLst/>
              <a:rect l="l" t="t" r="r" b="b"/>
              <a:pathLst>
                <a:path w="430" h="1718" extrusionOk="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76"/>
            <p:cNvSpPr/>
            <p:nvPr/>
          </p:nvSpPr>
          <p:spPr>
            <a:xfrm>
              <a:off x="5442766" y="3537154"/>
              <a:ext cx="17020" cy="11260"/>
            </a:xfrm>
            <a:custGeom>
              <a:avLst/>
              <a:gdLst/>
              <a:ahLst/>
              <a:cxnLst/>
              <a:rect l="l" t="t" r="r" b="b"/>
              <a:pathLst>
                <a:path w="650" h="430" extrusionOk="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8" name="Google Shape;13968;p76"/>
          <p:cNvGrpSpPr/>
          <p:nvPr/>
        </p:nvGrpSpPr>
        <p:grpSpPr>
          <a:xfrm>
            <a:off x="4912939" y="3345663"/>
            <a:ext cx="261326" cy="354885"/>
            <a:chOff x="4912939" y="3345663"/>
            <a:chExt cx="261326" cy="354885"/>
          </a:xfrm>
        </p:grpSpPr>
        <p:sp>
          <p:nvSpPr>
            <p:cNvPr id="13969" name="Google Shape;13969;p76"/>
            <p:cNvSpPr/>
            <p:nvPr/>
          </p:nvSpPr>
          <p:spPr>
            <a:xfrm>
              <a:off x="4916683" y="3471692"/>
              <a:ext cx="253837" cy="40011"/>
            </a:xfrm>
            <a:custGeom>
              <a:avLst/>
              <a:gdLst/>
              <a:ahLst/>
              <a:cxnLst/>
              <a:rect l="l" t="t" r="r" b="b"/>
              <a:pathLst>
                <a:path w="9694" h="1528" extrusionOk="0">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0" name="Google Shape;13970;p76"/>
            <p:cNvSpPr/>
            <p:nvPr/>
          </p:nvSpPr>
          <p:spPr>
            <a:xfrm>
              <a:off x="4912939" y="3586120"/>
              <a:ext cx="261326" cy="114428"/>
            </a:xfrm>
            <a:custGeom>
              <a:avLst/>
              <a:gdLst/>
              <a:ahLst/>
              <a:cxnLst/>
              <a:rect l="l" t="t" r="r" b="b"/>
              <a:pathLst>
                <a:path w="9980" h="4370" extrusionOk="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1" name="Google Shape;13971;p76"/>
            <p:cNvSpPr/>
            <p:nvPr/>
          </p:nvSpPr>
          <p:spPr>
            <a:xfrm>
              <a:off x="4912939" y="3630582"/>
              <a:ext cx="261326" cy="69966"/>
            </a:xfrm>
            <a:custGeom>
              <a:avLst/>
              <a:gdLst/>
              <a:ahLst/>
              <a:cxnLst/>
              <a:rect l="l" t="t" r="r" b="b"/>
              <a:pathLst>
                <a:path w="9980" h="2672" extrusionOk="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2" name="Google Shape;13972;p76"/>
            <p:cNvSpPr/>
            <p:nvPr/>
          </p:nvSpPr>
          <p:spPr>
            <a:xfrm>
              <a:off x="5037841" y="3654568"/>
              <a:ext cx="11521" cy="45719"/>
            </a:xfrm>
            <a:custGeom>
              <a:avLst/>
              <a:gdLst/>
              <a:ahLst/>
              <a:cxnLst/>
              <a:rect l="l" t="t" r="r" b="b"/>
              <a:pathLst>
                <a:path w="440" h="1746" extrusionOk="0">
                  <a:moveTo>
                    <a:pt x="0" y="0"/>
                  </a:moveTo>
                  <a:lnTo>
                    <a:pt x="0" y="1746"/>
                  </a:lnTo>
                  <a:lnTo>
                    <a:pt x="439" y="1746"/>
                  </a:lnTo>
                  <a:lnTo>
                    <a:pt x="43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76"/>
            <p:cNvSpPr/>
            <p:nvPr/>
          </p:nvSpPr>
          <p:spPr>
            <a:xfrm>
              <a:off x="5009352" y="3586120"/>
              <a:ext cx="68736" cy="34171"/>
            </a:xfrm>
            <a:custGeom>
              <a:avLst/>
              <a:gdLst/>
              <a:ahLst/>
              <a:cxnLst/>
              <a:rect l="l" t="t" r="r" b="b"/>
              <a:pathLst>
                <a:path w="2625" h="1305" extrusionOk="0">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76"/>
            <p:cNvSpPr/>
            <p:nvPr/>
          </p:nvSpPr>
          <p:spPr>
            <a:xfrm>
              <a:off x="4952164" y="3534405"/>
              <a:ext cx="57214" cy="165882"/>
            </a:xfrm>
            <a:custGeom>
              <a:avLst/>
              <a:gdLst/>
              <a:ahLst/>
              <a:cxnLst/>
              <a:rect l="l" t="t" r="r" b="b"/>
              <a:pathLst>
                <a:path w="2185" h="6335" extrusionOk="0">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76"/>
            <p:cNvSpPr/>
            <p:nvPr/>
          </p:nvSpPr>
          <p:spPr>
            <a:xfrm>
              <a:off x="4952164" y="3626078"/>
              <a:ext cx="28489" cy="22755"/>
            </a:xfrm>
            <a:custGeom>
              <a:avLst/>
              <a:gdLst/>
              <a:ahLst/>
              <a:cxnLst/>
              <a:rect l="l" t="t" r="r" b="b"/>
              <a:pathLst>
                <a:path w="1088" h="869" extrusionOk="0">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6" name="Google Shape;13976;p76"/>
            <p:cNvSpPr/>
            <p:nvPr/>
          </p:nvSpPr>
          <p:spPr>
            <a:xfrm>
              <a:off x="5077800" y="3534405"/>
              <a:ext cx="57240" cy="165882"/>
            </a:xfrm>
            <a:custGeom>
              <a:avLst/>
              <a:gdLst/>
              <a:ahLst/>
              <a:cxnLst/>
              <a:rect l="l" t="t" r="r" b="b"/>
              <a:pathLst>
                <a:path w="2186" h="6335" extrusionOk="0">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7" name="Google Shape;13977;p76"/>
            <p:cNvSpPr/>
            <p:nvPr/>
          </p:nvSpPr>
          <p:spPr>
            <a:xfrm>
              <a:off x="5032081" y="3637574"/>
              <a:ext cx="23017" cy="22755"/>
            </a:xfrm>
            <a:custGeom>
              <a:avLst/>
              <a:gdLst/>
              <a:ahLst/>
              <a:cxnLst/>
              <a:rect l="l" t="t" r="r" b="b"/>
              <a:pathLst>
                <a:path w="879" h="869" extrusionOk="0">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76"/>
            <p:cNvSpPr/>
            <p:nvPr/>
          </p:nvSpPr>
          <p:spPr>
            <a:xfrm>
              <a:off x="5106525" y="3626078"/>
              <a:ext cx="28751" cy="22755"/>
            </a:xfrm>
            <a:custGeom>
              <a:avLst/>
              <a:gdLst/>
              <a:ahLst/>
              <a:cxnLst/>
              <a:rect l="l" t="t" r="r" b="b"/>
              <a:pathLst>
                <a:path w="1098" h="869" extrusionOk="0">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76"/>
            <p:cNvSpPr/>
            <p:nvPr/>
          </p:nvSpPr>
          <p:spPr>
            <a:xfrm>
              <a:off x="5025351" y="3345663"/>
              <a:ext cx="65960" cy="57109"/>
            </a:xfrm>
            <a:custGeom>
              <a:avLst/>
              <a:gdLst/>
              <a:ahLst/>
              <a:cxnLst/>
              <a:rect l="l" t="t" r="r" b="b"/>
              <a:pathLst>
                <a:path w="2519" h="2181" extrusionOk="0">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0" name="Google Shape;13980;p76"/>
            <p:cNvSpPr/>
            <p:nvPr/>
          </p:nvSpPr>
          <p:spPr>
            <a:xfrm>
              <a:off x="4986388" y="3345794"/>
              <a:ext cx="114428" cy="102959"/>
            </a:xfrm>
            <a:custGeom>
              <a:avLst/>
              <a:gdLst/>
              <a:ahLst/>
              <a:cxnLst/>
              <a:rect l="l" t="t" r="r" b="b"/>
              <a:pathLst>
                <a:path w="4370" h="3932" extrusionOk="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1" name="Google Shape;13981;p76"/>
            <p:cNvSpPr/>
            <p:nvPr/>
          </p:nvSpPr>
          <p:spPr>
            <a:xfrm>
              <a:off x="4947163" y="3511676"/>
              <a:ext cx="192617" cy="97199"/>
            </a:xfrm>
            <a:custGeom>
              <a:avLst/>
              <a:gdLst/>
              <a:ahLst/>
              <a:cxnLst/>
              <a:rect l="l" t="t" r="r" b="b"/>
              <a:pathLst>
                <a:path w="7356" h="3712" extrusionOk="0">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76"/>
            <p:cNvSpPr/>
            <p:nvPr/>
          </p:nvSpPr>
          <p:spPr>
            <a:xfrm>
              <a:off x="4951143" y="3511650"/>
              <a:ext cx="149673" cy="97434"/>
            </a:xfrm>
            <a:custGeom>
              <a:avLst/>
              <a:gdLst/>
              <a:ahLst/>
              <a:cxnLst/>
              <a:rect l="l" t="t" r="r" b="b"/>
              <a:pathLst>
                <a:path w="5716" h="3721" extrusionOk="0">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76"/>
            <p:cNvSpPr/>
            <p:nvPr/>
          </p:nvSpPr>
          <p:spPr>
            <a:xfrm>
              <a:off x="5018124" y="3557317"/>
              <a:ext cx="50747" cy="17334"/>
            </a:xfrm>
            <a:custGeom>
              <a:avLst/>
              <a:gdLst/>
              <a:ahLst/>
              <a:cxnLst/>
              <a:rect l="l" t="t" r="r" b="b"/>
              <a:pathLst>
                <a:path w="1938" h="662" extrusionOk="0">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4" name="Google Shape;13984;p76"/>
            <p:cNvSpPr/>
            <p:nvPr/>
          </p:nvSpPr>
          <p:spPr>
            <a:xfrm>
              <a:off x="5003487" y="3517358"/>
              <a:ext cx="11390" cy="17073"/>
            </a:xfrm>
            <a:custGeom>
              <a:avLst/>
              <a:gdLst/>
              <a:ahLst/>
              <a:cxnLst/>
              <a:rect l="l" t="t" r="r" b="b"/>
              <a:pathLst>
                <a:path w="435" h="652" extrusionOk="0">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5" name="Google Shape;13985;p76"/>
            <p:cNvSpPr/>
            <p:nvPr/>
          </p:nvSpPr>
          <p:spPr>
            <a:xfrm>
              <a:off x="5072065" y="3517358"/>
              <a:ext cx="11521" cy="17073"/>
            </a:xfrm>
            <a:custGeom>
              <a:avLst/>
              <a:gdLst/>
              <a:ahLst/>
              <a:cxnLst/>
              <a:rect l="l" t="t" r="r" b="b"/>
              <a:pathLst>
                <a:path w="440" h="652" extrusionOk="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76"/>
            <p:cNvSpPr/>
            <p:nvPr/>
          </p:nvSpPr>
          <p:spPr>
            <a:xfrm>
              <a:off x="4980627" y="3448727"/>
              <a:ext cx="125924" cy="22990"/>
            </a:xfrm>
            <a:custGeom>
              <a:avLst/>
              <a:gdLst/>
              <a:ahLst/>
              <a:cxnLst/>
              <a:rect l="l" t="t" r="r" b="b"/>
              <a:pathLst>
                <a:path w="4809" h="878" extrusionOk="0">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76"/>
            <p:cNvSpPr/>
            <p:nvPr/>
          </p:nvSpPr>
          <p:spPr>
            <a:xfrm>
              <a:off x="4986388" y="3346789"/>
              <a:ext cx="55722" cy="101964"/>
            </a:xfrm>
            <a:custGeom>
              <a:avLst/>
              <a:gdLst/>
              <a:ahLst/>
              <a:cxnLst/>
              <a:rect l="l" t="t" r="r" b="b"/>
              <a:pathLst>
                <a:path w="2128" h="3894" extrusionOk="0">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8" name="Google Shape;13988;p76"/>
            <p:cNvSpPr/>
            <p:nvPr/>
          </p:nvSpPr>
          <p:spPr>
            <a:xfrm>
              <a:off x="4980627" y="3448727"/>
              <a:ext cx="34250" cy="22990"/>
            </a:xfrm>
            <a:custGeom>
              <a:avLst/>
              <a:gdLst/>
              <a:ahLst/>
              <a:cxnLst/>
              <a:rect l="l" t="t" r="r" b="b"/>
              <a:pathLst>
                <a:path w="1308" h="878" extrusionOk="0">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9" name="Google Shape;13989;p76"/>
            <p:cNvSpPr/>
            <p:nvPr/>
          </p:nvSpPr>
          <p:spPr>
            <a:xfrm>
              <a:off x="4916683" y="3471692"/>
              <a:ext cx="92695" cy="40011"/>
            </a:xfrm>
            <a:custGeom>
              <a:avLst/>
              <a:gdLst/>
              <a:ahLst/>
              <a:cxnLst/>
              <a:rect l="l" t="t" r="r" b="b"/>
              <a:pathLst>
                <a:path w="3540" h="1528" extrusionOk="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0" name="Google Shape;13990;p76"/>
          <p:cNvGrpSpPr/>
          <p:nvPr/>
        </p:nvGrpSpPr>
        <p:grpSpPr>
          <a:xfrm>
            <a:off x="5809723" y="2879911"/>
            <a:ext cx="263081" cy="355016"/>
            <a:chOff x="5809723" y="2879911"/>
            <a:chExt cx="263081" cy="355016"/>
          </a:xfrm>
        </p:grpSpPr>
        <p:sp>
          <p:nvSpPr>
            <p:cNvPr id="13991" name="Google Shape;13991;p76"/>
            <p:cNvSpPr/>
            <p:nvPr/>
          </p:nvSpPr>
          <p:spPr>
            <a:xfrm>
              <a:off x="5809723" y="3136969"/>
              <a:ext cx="263081" cy="97696"/>
            </a:xfrm>
            <a:custGeom>
              <a:avLst/>
              <a:gdLst/>
              <a:ahLst/>
              <a:cxnLst/>
              <a:rect l="l" t="t" r="r" b="b"/>
              <a:pathLst>
                <a:path w="10047" h="3731" extrusionOk="0">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2" name="Google Shape;13992;p76"/>
            <p:cNvSpPr/>
            <p:nvPr/>
          </p:nvSpPr>
          <p:spPr>
            <a:xfrm>
              <a:off x="5865942" y="3136969"/>
              <a:ext cx="150642" cy="75937"/>
            </a:xfrm>
            <a:custGeom>
              <a:avLst/>
              <a:gdLst/>
              <a:ahLst/>
              <a:cxnLst/>
              <a:rect l="l" t="t" r="r" b="b"/>
              <a:pathLst>
                <a:path w="5753" h="2900" extrusionOk="0">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3" name="Google Shape;13993;p76"/>
            <p:cNvSpPr/>
            <p:nvPr/>
          </p:nvSpPr>
          <p:spPr>
            <a:xfrm>
              <a:off x="5876416" y="3120734"/>
              <a:ext cx="129432" cy="80650"/>
            </a:xfrm>
            <a:custGeom>
              <a:avLst/>
              <a:gdLst/>
              <a:ahLst/>
              <a:cxnLst/>
              <a:rect l="l" t="t" r="r" b="b"/>
              <a:pathLst>
                <a:path w="4943" h="3080" extrusionOk="0">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4" name="Google Shape;13994;p76"/>
            <p:cNvSpPr/>
            <p:nvPr/>
          </p:nvSpPr>
          <p:spPr>
            <a:xfrm>
              <a:off x="5895400" y="3120734"/>
              <a:ext cx="91726" cy="62477"/>
            </a:xfrm>
            <a:custGeom>
              <a:avLst/>
              <a:gdLst/>
              <a:ahLst/>
              <a:cxnLst/>
              <a:rect l="l" t="t" r="r" b="b"/>
              <a:pathLst>
                <a:path w="3503" h="2386" extrusionOk="0">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5" name="Google Shape;13995;p76"/>
            <p:cNvSpPr/>
            <p:nvPr/>
          </p:nvSpPr>
          <p:spPr>
            <a:xfrm>
              <a:off x="5906895" y="3091747"/>
              <a:ext cx="68736" cy="79969"/>
            </a:xfrm>
            <a:custGeom>
              <a:avLst/>
              <a:gdLst/>
              <a:ahLst/>
              <a:cxnLst/>
              <a:rect l="l" t="t" r="r" b="b"/>
              <a:pathLst>
                <a:path w="2625" h="3054" extrusionOk="0">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76"/>
            <p:cNvSpPr/>
            <p:nvPr/>
          </p:nvSpPr>
          <p:spPr>
            <a:xfrm>
              <a:off x="5906895" y="3091747"/>
              <a:ext cx="68736" cy="28568"/>
            </a:xfrm>
            <a:custGeom>
              <a:avLst/>
              <a:gdLst/>
              <a:ahLst/>
              <a:cxnLst/>
              <a:rect l="l" t="t" r="r" b="b"/>
              <a:pathLst>
                <a:path w="2625" h="1091" extrusionOk="0">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76"/>
            <p:cNvSpPr/>
            <p:nvPr/>
          </p:nvSpPr>
          <p:spPr>
            <a:xfrm>
              <a:off x="5906895" y="2879911"/>
              <a:ext cx="68736" cy="46007"/>
            </a:xfrm>
            <a:custGeom>
              <a:avLst/>
              <a:gdLst/>
              <a:ahLst/>
              <a:cxnLst/>
              <a:rect l="l" t="t" r="r" b="b"/>
              <a:pathLst>
                <a:path w="2625" h="1757" extrusionOk="0">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76"/>
            <p:cNvSpPr/>
            <p:nvPr/>
          </p:nvSpPr>
          <p:spPr>
            <a:xfrm>
              <a:off x="5838212" y="2914134"/>
              <a:ext cx="206102" cy="137419"/>
            </a:xfrm>
            <a:custGeom>
              <a:avLst/>
              <a:gdLst/>
              <a:ahLst/>
              <a:cxnLst/>
              <a:rect l="l" t="t" r="r" b="b"/>
              <a:pathLst>
                <a:path w="7871" h="5248" extrusionOk="0">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76"/>
            <p:cNvSpPr/>
            <p:nvPr/>
          </p:nvSpPr>
          <p:spPr>
            <a:xfrm>
              <a:off x="5861203" y="2948620"/>
              <a:ext cx="160147" cy="91438"/>
            </a:xfrm>
            <a:custGeom>
              <a:avLst/>
              <a:gdLst/>
              <a:ahLst/>
              <a:cxnLst/>
              <a:rect l="l" t="t" r="r" b="b"/>
              <a:pathLst>
                <a:path w="6116" h="3492" extrusionOk="0">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76"/>
            <p:cNvSpPr/>
            <p:nvPr/>
          </p:nvSpPr>
          <p:spPr>
            <a:xfrm>
              <a:off x="5848712" y="2960115"/>
              <a:ext cx="184630" cy="148652"/>
            </a:xfrm>
            <a:custGeom>
              <a:avLst/>
              <a:gdLst/>
              <a:ahLst/>
              <a:cxnLst/>
              <a:rect l="l" t="t" r="r" b="b"/>
              <a:pathLst>
                <a:path w="7051" h="5677" extrusionOk="0">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76"/>
            <p:cNvSpPr/>
            <p:nvPr/>
          </p:nvSpPr>
          <p:spPr>
            <a:xfrm>
              <a:off x="5848948" y="2960115"/>
              <a:ext cx="132418" cy="148626"/>
            </a:xfrm>
            <a:custGeom>
              <a:avLst/>
              <a:gdLst/>
              <a:ahLst/>
              <a:cxnLst/>
              <a:rect l="l" t="t" r="r" b="b"/>
              <a:pathLst>
                <a:path w="5057" h="5676" extrusionOk="0">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76"/>
            <p:cNvSpPr/>
            <p:nvPr/>
          </p:nvSpPr>
          <p:spPr>
            <a:xfrm>
              <a:off x="5889666" y="3005808"/>
              <a:ext cx="34512" cy="22781"/>
            </a:xfrm>
            <a:custGeom>
              <a:avLst/>
              <a:gdLst/>
              <a:ahLst/>
              <a:cxnLst/>
              <a:rect l="l" t="t" r="r" b="b"/>
              <a:pathLst>
                <a:path w="1318" h="870" extrusionOk="0">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76"/>
            <p:cNvSpPr/>
            <p:nvPr/>
          </p:nvSpPr>
          <p:spPr>
            <a:xfrm>
              <a:off x="5958375" y="3005808"/>
              <a:ext cx="34486" cy="22781"/>
            </a:xfrm>
            <a:custGeom>
              <a:avLst/>
              <a:gdLst/>
              <a:ahLst/>
              <a:cxnLst/>
              <a:rect l="l" t="t" r="r" b="b"/>
              <a:pathLst>
                <a:path w="1317" h="870" extrusionOk="0">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76"/>
            <p:cNvSpPr/>
            <p:nvPr/>
          </p:nvSpPr>
          <p:spPr>
            <a:xfrm>
              <a:off x="5915929" y="3057707"/>
              <a:ext cx="50668" cy="17361"/>
            </a:xfrm>
            <a:custGeom>
              <a:avLst/>
              <a:gdLst/>
              <a:ahLst/>
              <a:cxnLst/>
              <a:rect l="l" t="t" r="r" b="b"/>
              <a:pathLst>
                <a:path w="1935" h="663" extrusionOk="0">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76"/>
            <p:cNvSpPr/>
            <p:nvPr/>
          </p:nvSpPr>
          <p:spPr>
            <a:xfrm>
              <a:off x="5901161" y="3012197"/>
              <a:ext cx="11521" cy="16889"/>
            </a:xfrm>
            <a:custGeom>
              <a:avLst/>
              <a:gdLst/>
              <a:ahLst/>
              <a:cxnLst/>
              <a:rect l="l" t="t" r="r" b="b"/>
              <a:pathLst>
                <a:path w="440" h="645" extrusionOk="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76"/>
            <p:cNvSpPr/>
            <p:nvPr/>
          </p:nvSpPr>
          <p:spPr>
            <a:xfrm>
              <a:off x="5969844" y="3012197"/>
              <a:ext cx="11521" cy="16889"/>
            </a:xfrm>
            <a:custGeom>
              <a:avLst/>
              <a:gdLst/>
              <a:ahLst/>
              <a:cxnLst/>
              <a:rect l="l" t="t" r="r" b="b"/>
              <a:pathLst>
                <a:path w="440" h="645" extrusionOk="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7" name="Google Shape;14007;p76"/>
            <p:cNvSpPr/>
            <p:nvPr/>
          </p:nvSpPr>
          <p:spPr>
            <a:xfrm>
              <a:off x="5922135" y="3011569"/>
              <a:ext cx="38256" cy="11260"/>
            </a:xfrm>
            <a:custGeom>
              <a:avLst/>
              <a:gdLst/>
              <a:ahLst/>
              <a:cxnLst/>
              <a:rect l="l" t="t" r="r" b="b"/>
              <a:pathLst>
                <a:path w="1461" h="430" extrusionOk="0">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8" name="Google Shape;14008;p76"/>
            <p:cNvSpPr/>
            <p:nvPr/>
          </p:nvSpPr>
          <p:spPr>
            <a:xfrm>
              <a:off x="5933630" y="3211648"/>
              <a:ext cx="15266" cy="11521"/>
            </a:xfrm>
            <a:custGeom>
              <a:avLst/>
              <a:gdLst/>
              <a:ahLst/>
              <a:cxnLst/>
              <a:rect l="l" t="t" r="r" b="b"/>
              <a:pathLst>
                <a:path w="583" h="440" extrusionOk="0">
                  <a:moveTo>
                    <a:pt x="296" y="1"/>
                  </a:moveTo>
                  <a:cubicBezTo>
                    <a:pt x="1" y="1"/>
                    <a:pt x="1" y="440"/>
                    <a:pt x="296" y="440"/>
                  </a:cubicBezTo>
                  <a:cubicBezTo>
                    <a:pt x="583" y="440"/>
                    <a:pt x="583" y="1"/>
                    <a:pt x="29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9" name="Google Shape;14009;p76"/>
            <p:cNvSpPr/>
            <p:nvPr/>
          </p:nvSpPr>
          <p:spPr>
            <a:xfrm>
              <a:off x="5868691" y="2994156"/>
              <a:ext cx="66955" cy="57398"/>
            </a:xfrm>
            <a:custGeom>
              <a:avLst/>
              <a:gdLst/>
              <a:ahLst/>
              <a:cxnLst/>
              <a:rect l="l" t="t" r="r" b="b"/>
              <a:pathLst>
                <a:path w="2557" h="2192" extrusionOk="0">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0" name="Google Shape;14010;p76"/>
            <p:cNvSpPr/>
            <p:nvPr/>
          </p:nvSpPr>
          <p:spPr>
            <a:xfrm>
              <a:off x="5937375" y="2994156"/>
              <a:ext cx="66719" cy="57398"/>
            </a:xfrm>
            <a:custGeom>
              <a:avLst/>
              <a:gdLst/>
              <a:ahLst/>
              <a:cxnLst/>
              <a:rect l="l" t="t" r="r" b="b"/>
              <a:pathLst>
                <a:path w="2548" h="2192" extrusionOk="0">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76"/>
            <p:cNvSpPr/>
            <p:nvPr/>
          </p:nvSpPr>
          <p:spPr>
            <a:xfrm>
              <a:off x="5811477" y="3169202"/>
              <a:ext cx="49725" cy="65724"/>
            </a:xfrm>
            <a:custGeom>
              <a:avLst/>
              <a:gdLst/>
              <a:ahLst/>
              <a:cxnLst/>
              <a:rect l="l" t="t" r="r" b="b"/>
              <a:pathLst>
                <a:path w="1899" h="2510" extrusionOk="0">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76"/>
            <p:cNvSpPr/>
            <p:nvPr/>
          </p:nvSpPr>
          <p:spPr>
            <a:xfrm>
              <a:off x="6021324" y="3169202"/>
              <a:ext cx="49725" cy="65724"/>
            </a:xfrm>
            <a:custGeom>
              <a:avLst/>
              <a:gdLst/>
              <a:ahLst/>
              <a:cxnLst/>
              <a:rect l="l" t="t" r="r" b="b"/>
              <a:pathLst>
                <a:path w="1899" h="2510" extrusionOk="0">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13" name="Google Shape;14013;p76"/>
          <p:cNvGrpSpPr/>
          <p:nvPr/>
        </p:nvGrpSpPr>
        <p:grpSpPr>
          <a:xfrm>
            <a:off x="7616069" y="4268056"/>
            <a:ext cx="263316" cy="354754"/>
            <a:chOff x="7616069" y="4268056"/>
            <a:chExt cx="263316" cy="354754"/>
          </a:xfrm>
        </p:grpSpPr>
        <p:sp>
          <p:nvSpPr>
            <p:cNvPr id="14014" name="Google Shape;14014;p76"/>
            <p:cNvSpPr/>
            <p:nvPr/>
          </p:nvSpPr>
          <p:spPr>
            <a:xfrm>
              <a:off x="7616069" y="4513881"/>
              <a:ext cx="263316" cy="108930"/>
            </a:xfrm>
            <a:custGeom>
              <a:avLst/>
              <a:gdLst/>
              <a:ahLst/>
              <a:cxnLst/>
              <a:rect l="l" t="t" r="r" b="b"/>
              <a:pathLst>
                <a:path w="10056" h="4160" extrusionOk="0">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5" name="Google Shape;14015;p76"/>
            <p:cNvSpPr/>
            <p:nvPr/>
          </p:nvSpPr>
          <p:spPr>
            <a:xfrm>
              <a:off x="7719238" y="4514116"/>
              <a:ext cx="57214" cy="108694"/>
            </a:xfrm>
            <a:custGeom>
              <a:avLst/>
              <a:gdLst/>
              <a:ahLst/>
              <a:cxnLst/>
              <a:rect l="l" t="t" r="r" b="b"/>
              <a:pathLst>
                <a:path w="2185" h="4151" extrusionOk="0">
                  <a:moveTo>
                    <a:pt x="0" y="1"/>
                  </a:moveTo>
                  <a:lnTo>
                    <a:pt x="0" y="4151"/>
                  </a:lnTo>
                  <a:lnTo>
                    <a:pt x="2185" y="4151"/>
                  </a:lnTo>
                  <a:lnTo>
                    <a:pt x="218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76"/>
            <p:cNvSpPr/>
            <p:nvPr/>
          </p:nvSpPr>
          <p:spPr>
            <a:xfrm>
              <a:off x="7719238" y="4514116"/>
              <a:ext cx="57214" cy="34433"/>
            </a:xfrm>
            <a:custGeom>
              <a:avLst/>
              <a:gdLst/>
              <a:ahLst/>
              <a:cxnLst/>
              <a:rect l="l" t="t" r="r" b="b"/>
              <a:pathLst>
                <a:path w="2185" h="1315" extrusionOk="0">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76"/>
            <p:cNvSpPr/>
            <p:nvPr/>
          </p:nvSpPr>
          <p:spPr>
            <a:xfrm>
              <a:off x="7642542" y="4268082"/>
              <a:ext cx="210344" cy="208852"/>
            </a:xfrm>
            <a:custGeom>
              <a:avLst/>
              <a:gdLst/>
              <a:ahLst/>
              <a:cxnLst/>
              <a:rect l="l" t="t" r="r" b="b"/>
              <a:pathLst>
                <a:path w="8033" h="7976" extrusionOk="0">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76"/>
            <p:cNvSpPr/>
            <p:nvPr/>
          </p:nvSpPr>
          <p:spPr>
            <a:xfrm>
              <a:off x="7713477" y="4462663"/>
              <a:ext cx="68736" cy="74470"/>
            </a:xfrm>
            <a:custGeom>
              <a:avLst/>
              <a:gdLst/>
              <a:ahLst/>
              <a:cxnLst/>
              <a:rect l="l" t="t" r="r" b="b"/>
              <a:pathLst>
                <a:path w="2625" h="2844" extrusionOk="0">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76"/>
            <p:cNvSpPr/>
            <p:nvPr/>
          </p:nvSpPr>
          <p:spPr>
            <a:xfrm>
              <a:off x="7713477" y="4462663"/>
              <a:ext cx="68736" cy="28620"/>
            </a:xfrm>
            <a:custGeom>
              <a:avLst/>
              <a:gdLst/>
              <a:ahLst/>
              <a:cxnLst/>
              <a:rect l="l" t="t" r="r" b="b"/>
              <a:pathLst>
                <a:path w="2625" h="1093" extrusionOk="0">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0" name="Google Shape;14020;p76"/>
            <p:cNvSpPr/>
            <p:nvPr/>
          </p:nvSpPr>
          <p:spPr>
            <a:xfrm>
              <a:off x="7673257" y="4319771"/>
              <a:ext cx="148914" cy="160147"/>
            </a:xfrm>
            <a:custGeom>
              <a:avLst/>
              <a:gdLst/>
              <a:ahLst/>
              <a:cxnLst/>
              <a:rect l="l" t="t" r="r" b="b"/>
              <a:pathLst>
                <a:path w="5687" h="6116" extrusionOk="0">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1" name="Google Shape;14021;p76"/>
            <p:cNvSpPr/>
            <p:nvPr/>
          </p:nvSpPr>
          <p:spPr>
            <a:xfrm>
              <a:off x="7673047" y="4319771"/>
              <a:ext cx="149124" cy="160174"/>
            </a:xfrm>
            <a:custGeom>
              <a:avLst/>
              <a:gdLst/>
              <a:ahLst/>
              <a:cxnLst/>
              <a:rect l="l" t="t" r="r" b="b"/>
              <a:pathLst>
                <a:path w="5695" h="6117" extrusionOk="0">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76"/>
            <p:cNvSpPr/>
            <p:nvPr/>
          </p:nvSpPr>
          <p:spPr>
            <a:xfrm>
              <a:off x="7699992" y="4371251"/>
              <a:ext cx="26761" cy="11260"/>
            </a:xfrm>
            <a:custGeom>
              <a:avLst/>
              <a:gdLst/>
              <a:ahLst/>
              <a:cxnLst/>
              <a:rect l="l" t="t" r="r" b="b"/>
              <a:pathLst>
                <a:path w="1022" h="430" extrusionOk="0">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76"/>
            <p:cNvSpPr/>
            <p:nvPr/>
          </p:nvSpPr>
          <p:spPr>
            <a:xfrm>
              <a:off x="7768701" y="4371251"/>
              <a:ext cx="26735" cy="11260"/>
            </a:xfrm>
            <a:custGeom>
              <a:avLst/>
              <a:gdLst/>
              <a:ahLst/>
              <a:cxnLst/>
              <a:rect l="l" t="t" r="r" b="b"/>
              <a:pathLst>
                <a:path w="1021" h="430" extrusionOk="0">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76"/>
            <p:cNvSpPr/>
            <p:nvPr/>
          </p:nvSpPr>
          <p:spPr>
            <a:xfrm>
              <a:off x="7814394" y="4571278"/>
              <a:ext cx="43991" cy="40115"/>
            </a:xfrm>
            <a:custGeom>
              <a:avLst/>
              <a:gdLst/>
              <a:ahLst/>
              <a:cxnLst/>
              <a:rect l="l" t="t" r="r" b="b"/>
              <a:pathLst>
                <a:path w="1680" h="1532" extrusionOk="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76"/>
            <p:cNvSpPr/>
            <p:nvPr/>
          </p:nvSpPr>
          <p:spPr>
            <a:xfrm>
              <a:off x="7644794" y="4588560"/>
              <a:ext cx="57214" cy="34250"/>
            </a:xfrm>
            <a:custGeom>
              <a:avLst/>
              <a:gdLst/>
              <a:ahLst/>
              <a:cxnLst/>
              <a:rect l="l" t="t" r="r" b="b"/>
              <a:pathLst>
                <a:path w="2185" h="1308" extrusionOk="0">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76"/>
            <p:cNvSpPr/>
            <p:nvPr/>
          </p:nvSpPr>
          <p:spPr>
            <a:xfrm>
              <a:off x="7667653" y="4571278"/>
              <a:ext cx="11390" cy="28568"/>
            </a:xfrm>
            <a:custGeom>
              <a:avLst/>
              <a:gdLst/>
              <a:ahLst/>
              <a:cxnLst/>
              <a:rect l="l" t="t" r="r" b="b"/>
              <a:pathLst>
                <a:path w="435" h="1091" extrusionOk="0">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7" name="Google Shape;14027;p76"/>
            <p:cNvSpPr/>
            <p:nvPr/>
          </p:nvSpPr>
          <p:spPr>
            <a:xfrm>
              <a:off x="7707743" y="438835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8" name="Google Shape;14028;p76"/>
            <p:cNvSpPr/>
            <p:nvPr/>
          </p:nvSpPr>
          <p:spPr>
            <a:xfrm>
              <a:off x="7776426" y="4388350"/>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9" name="Google Shape;14029;p76"/>
            <p:cNvSpPr/>
            <p:nvPr/>
          </p:nvSpPr>
          <p:spPr>
            <a:xfrm>
              <a:off x="7721987" y="4425454"/>
              <a:ext cx="51480" cy="22886"/>
            </a:xfrm>
            <a:custGeom>
              <a:avLst/>
              <a:gdLst/>
              <a:ahLst/>
              <a:cxnLst/>
              <a:rect l="l" t="t" r="r" b="b"/>
              <a:pathLst>
                <a:path w="1966" h="874" extrusionOk="0">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0" name="Google Shape;14030;p76"/>
            <p:cNvSpPr/>
            <p:nvPr/>
          </p:nvSpPr>
          <p:spPr>
            <a:xfrm>
              <a:off x="7650528" y="4268056"/>
              <a:ext cx="194371" cy="108956"/>
            </a:xfrm>
            <a:custGeom>
              <a:avLst/>
              <a:gdLst/>
              <a:ahLst/>
              <a:cxnLst/>
              <a:rect l="l" t="t" r="r" b="b"/>
              <a:pathLst>
                <a:path w="7423" h="4161" extrusionOk="0">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76"/>
            <p:cNvSpPr/>
            <p:nvPr/>
          </p:nvSpPr>
          <p:spPr>
            <a:xfrm>
              <a:off x="7747701" y="4492147"/>
              <a:ext cx="65724" cy="130663"/>
            </a:xfrm>
            <a:custGeom>
              <a:avLst/>
              <a:gdLst/>
              <a:ahLst/>
              <a:cxnLst/>
              <a:rect l="l" t="t" r="r" b="b"/>
              <a:pathLst>
                <a:path w="2510" h="4990" extrusionOk="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2" name="Google Shape;14032;p76"/>
            <p:cNvSpPr/>
            <p:nvPr/>
          </p:nvSpPr>
          <p:spPr>
            <a:xfrm>
              <a:off x="7682003" y="4492147"/>
              <a:ext cx="65724" cy="130663"/>
            </a:xfrm>
            <a:custGeom>
              <a:avLst/>
              <a:gdLst/>
              <a:ahLst/>
              <a:cxnLst/>
              <a:rect l="l" t="t" r="r" b="b"/>
              <a:pathLst>
                <a:path w="2510" h="4990" extrusionOk="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3" name="Google Shape;14033;p76"/>
            <p:cNvSpPr/>
            <p:nvPr/>
          </p:nvSpPr>
          <p:spPr>
            <a:xfrm>
              <a:off x="7715231" y="4268082"/>
              <a:ext cx="129668" cy="92931"/>
            </a:xfrm>
            <a:custGeom>
              <a:avLst/>
              <a:gdLst/>
              <a:ahLst/>
              <a:cxnLst/>
              <a:rect l="l" t="t" r="r" b="b"/>
              <a:pathLst>
                <a:path w="4952" h="3549" extrusionOk="0">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76"/>
            <p:cNvSpPr/>
            <p:nvPr/>
          </p:nvSpPr>
          <p:spPr>
            <a:xfrm>
              <a:off x="7644794" y="4605554"/>
              <a:ext cx="57214" cy="17256"/>
            </a:xfrm>
            <a:custGeom>
              <a:avLst/>
              <a:gdLst/>
              <a:ahLst/>
              <a:cxnLst/>
              <a:rect l="l" t="t" r="r" b="b"/>
              <a:pathLst>
                <a:path w="2185" h="659" extrusionOk="0">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5" name="Google Shape;14035;p76"/>
          <p:cNvGrpSpPr/>
          <p:nvPr/>
        </p:nvGrpSpPr>
        <p:grpSpPr>
          <a:xfrm>
            <a:off x="7164404" y="4268318"/>
            <a:ext cx="263316" cy="354493"/>
            <a:chOff x="7164404" y="4268318"/>
            <a:chExt cx="263316" cy="354493"/>
          </a:xfrm>
        </p:grpSpPr>
        <p:sp>
          <p:nvSpPr>
            <p:cNvPr id="14036" name="Google Shape;14036;p76"/>
            <p:cNvSpPr/>
            <p:nvPr/>
          </p:nvSpPr>
          <p:spPr>
            <a:xfrm>
              <a:off x="7170898" y="4268318"/>
              <a:ext cx="250590" cy="280049"/>
            </a:xfrm>
            <a:custGeom>
              <a:avLst/>
              <a:gdLst/>
              <a:ahLst/>
              <a:cxnLst/>
              <a:rect l="l" t="t" r="r" b="b"/>
              <a:pathLst>
                <a:path w="9570" h="10695" extrusionOk="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76"/>
            <p:cNvSpPr/>
            <p:nvPr/>
          </p:nvSpPr>
          <p:spPr>
            <a:xfrm>
              <a:off x="7164404" y="4474158"/>
              <a:ext cx="263316" cy="148652"/>
            </a:xfrm>
            <a:custGeom>
              <a:avLst/>
              <a:gdLst/>
              <a:ahLst/>
              <a:cxnLst/>
              <a:rect l="l" t="t" r="r" b="b"/>
              <a:pathLst>
                <a:path w="10056" h="5677" extrusionOk="0">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76"/>
            <p:cNvSpPr/>
            <p:nvPr/>
          </p:nvSpPr>
          <p:spPr>
            <a:xfrm>
              <a:off x="7164666" y="4547607"/>
              <a:ext cx="263055" cy="75203"/>
            </a:xfrm>
            <a:custGeom>
              <a:avLst/>
              <a:gdLst/>
              <a:ahLst/>
              <a:cxnLst/>
              <a:rect l="l" t="t" r="r" b="b"/>
              <a:pathLst>
                <a:path w="10046" h="2872" extrusionOk="0">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76"/>
            <p:cNvSpPr/>
            <p:nvPr/>
          </p:nvSpPr>
          <p:spPr>
            <a:xfrm>
              <a:off x="7175166" y="4547607"/>
              <a:ext cx="242080" cy="46740"/>
            </a:xfrm>
            <a:custGeom>
              <a:avLst/>
              <a:gdLst/>
              <a:ahLst/>
              <a:cxnLst/>
              <a:rect l="l" t="t" r="r" b="b"/>
              <a:pathLst>
                <a:path w="9245" h="1785" extrusionOk="0">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76"/>
            <p:cNvSpPr/>
            <p:nvPr/>
          </p:nvSpPr>
          <p:spPr>
            <a:xfrm>
              <a:off x="7261838" y="4474158"/>
              <a:ext cx="68709" cy="22833"/>
            </a:xfrm>
            <a:custGeom>
              <a:avLst/>
              <a:gdLst/>
              <a:ahLst/>
              <a:cxnLst/>
              <a:rect l="l" t="t" r="r" b="b"/>
              <a:pathLst>
                <a:path w="2624" h="872" extrusionOk="0">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76"/>
            <p:cNvSpPr/>
            <p:nvPr/>
          </p:nvSpPr>
          <p:spPr>
            <a:xfrm>
              <a:off x="7221618" y="4291046"/>
              <a:ext cx="148914" cy="194371"/>
            </a:xfrm>
            <a:custGeom>
              <a:avLst/>
              <a:gdLst/>
              <a:ahLst/>
              <a:cxnLst/>
              <a:rect l="l" t="t" r="r" b="b"/>
              <a:pathLst>
                <a:path w="5687" h="7423" extrusionOk="0">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76"/>
            <p:cNvSpPr/>
            <p:nvPr/>
          </p:nvSpPr>
          <p:spPr>
            <a:xfrm>
              <a:off x="7221382" y="4291046"/>
              <a:ext cx="148888" cy="194397"/>
            </a:xfrm>
            <a:custGeom>
              <a:avLst/>
              <a:gdLst/>
              <a:ahLst/>
              <a:cxnLst/>
              <a:rect l="l" t="t" r="r" b="b"/>
              <a:pathLst>
                <a:path w="5686" h="7424" extrusionOk="0">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76"/>
            <p:cNvSpPr/>
            <p:nvPr/>
          </p:nvSpPr>
          <p:spPr>
            <a:xfrm>
              <a:off x="7270767" y="4433755"/>
              <a:ext cx="50799" cy="17465"/>
            </a:xfrm>
            <a:custGeom>
              <a:avLst/>
              <a:gdLst/>
              <a:ahLst/>
              <a:cxnLst/>
              <a:rect l="l" t="t" r="r" b="b"/>
              <a:pathLst>
                <a:path w="1940" h="667" extrusionOk="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76"/>
            <p:cNvSpPr/>
            <p:nvPr/>
          </p:nvSpPr>
          <p:spPr>
            <a:xfrm>
              <a:off x="7256104" y="4394084"/>
              <a:ext cx="11495" cy="17151"/>
            </a:xfrm>
            <a:custGeom>
              <a:avLst/>
              <a:gdLst/>
              <a:ahLst/>
              <a:cxnLst/>
              <a:rect l="l" t="t" r="r" b="b"/>
              <a:pathLst>
                <a:path w="439" h="655" extrusionOk="0">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76"/>
            <p:cNvSpPr/>
            <p:nvPr/>
          </p:nvSpPr>
          <p:spPr>
            <a:xfrm>
              <a:off x="7324787" y="4394084"/>
              <a:ext cx="11260" cy="17151"/>
            </a:xfrm>
            <a:custGeom>
              <a:avLst/>
              <a:gdLst/>
              <a:ahLst/>
              <a:cxnLst/>
              <a:rect l="l" t="t" r="r" b="b"/>
              <a:pathLst>
                <a:path w="430" h="655" extrusionOk="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76"/>
            <p:cNvSpPr/>
            <p:nvPr/>
          </p:nvSpPr>
          <p:spPr>
            <a:xfrm>
              <a:off x="7248353" y="4376986"/>
              <a:ext cx="26761" cy="11260"/>
            </a:xfrm>
            <a:custGeom>
              <a:avLst/>
              <a:gdLst/>
              <a:ahLst/>
              <a:cxnLst/>
              <a:rect l="l" t="t" r="r" b="b"/>
              <a:pathLst>
                <a:path w="1022" h="430" extrusionOk="0">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76"/>
            <p:cNvSpPr/>
            <p:nvPr/>
          </p:nvSpPr>
          <p:spPr>
            <a:xfrm>
              <a:off x="7317036" y="4376986"/>
              <a:ext cx="26761" cy="11260"/>
            </a:xfrm>
            <a:custGeom>
              <a:avLst/>
              <a:gdLst/>
              <a:ahLst/>
              <a:cxnLst/>
              <a:rect l="l" t="t" r="r" b="b"/>
              <a:pathLst>
                <a:path w="1022" h="430" extrusionOk="0">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76"/>
            <p:cNvSpPr/>
            <p:nvPr/>
          </p:nvSpPr>
          <p:spPr>
            <a:xfrm>
              <a:off x="7266840" y="4580836"/>
              <a:ext cx="23750" cy="41975"/>
            </a:xfrm>
            <a:custGeom>
              <a:avLst/>
              <a:gdLst/>
              <a:ahLst/>
              <a:cxnLst/>
              <a:rect l="l" t="t" r="r" b="b"/>
              <a:pathLst>
                <a:path w="907" h="1603" extrusionOk="0">
                  <a:moveTo>
                    <a:pt x="0" y="0"/>
                  </a:moveTo>
                  <a:lnTo>
                    <a:pt x="458" y="1603"/>
                  </a:lnTo>
                  <a:lnTo>
                    <a:pt x="907" y="1603"/>
                  </a:lnTo>
                  <a:lnTo>
                    <a:pt x="468" y="57"/>
                  </a:lnTo>
                  <a:cubicBezTo>
                    <a:pt x="306" y="38"/>
                    <a:pt x="153" y="19"/>
                    <a:pt x="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9" name="Google Shape;14049;p76"/>
            <p:cNvSpPr/>
            <p:nvPr/>
          </p:nvSpPr>
          <p:spPr>
            <a:xfrm>
              <a:off x="7301797" y="4580836"/>
              <a:ext cx="24012" cy="41975"/>
            </a:xfrm>
            <a:custGeom>
              <a:avLst/>
              <a:gdLst/>
              <a:ahLst/>
              <a:cxnLst/>
              <a:rect l="l" t="t" r="r" b="b"/>
              <a:pathLst>
                <a:path w="917" h="1603" extrusionOk="0">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0" name="Google Shape;14050;p76"/>
            <p:cNvSpPr/>
            <p:nvPr/>
          </p:nvSpPr>
          <p:spPr>
            <a:xfrm>
              <a:off x="7222377" y="4291046"/>
              <a:ext cx="147657" cy="66719"/>
            </a:xfrm>
            <a:custGeom>
              <a:avLst/>
              <a:gdLst/>
              <a:ahLst/>
              <a:cxnLst/>
              <a:rect l="l" t="t" r="r" b="b"/>
              <a:pathLst>
                <a:path w="5639" h="2548" extrusionOk="0">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1" name="Google Shape;14051;p76"/>
            <p:cNvSpPr/>
            <p:nvPr/>
          </p:nvSpPr>
          <p:spPr>
            <a:xfrm>
              <a:off x="7222377" y="4291099"/>
              <a:ext cx="85206" cy="66667"/>
            </a:xfrm>
            <a:custGeom>
              <a:avLst/>
              <a:gdLst/>
              <a:ahLst/>
              <a:cxnLst/>
              <a:rect l="l" t="t" r="r" b="b"/>
              <a:pathLst>
                <a:path w="3254" h="2546" extrusionOk="0">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52" name="Google Shape;14052;p76"/>
          <p:cNvGrpSpPr/>
          <p:nvPr/>
        </p:nvGrpSpPr>
        <p:grpSpPr>
          <a:xfrm>
            <a:off x="5358346" y="2879911"/>
            <a:ext cx="263316" cy="354754"/>
            <a:chOff x="5358346" y="2879911"/>
            <a:chExt cx="263316" cy="354754"/>
          </a:xfrm>
        </p:grpSpPr>
        <p:sp>
          <p:nvSpPr>
            <p:cNvPr id="14053" name="Google Shape;14053;p76"/>
            <p:cNvSpPr/>
            <p:nvPr/>
          </p:nvSpPr>
          <p:spPr>
            <a:xfrm>
              <a:off x="5392805" y="3120237"/>
              <a:ext cx="194371" cy="51480"/>
            </a:xfrm>
            <a:custGeom>
              <a:avLst/>
              <a:gdLst/>
              <a:ahLst/>
              <a:cxnLst/>
              <a:rect l="l" t="t" r="r" b="b"/>
              <a:pathLst>
                <a:path w="7423" h="1966" extrusionOk="0">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76"/>
            <p:cNvSpPr/>
            <p:nvPr/>
          </p:nvSpPr>
          <p:spPr>
            <a:xfrm>
              <a:off x="5450020" y="2879911"/>
              <a:ext cx="79969" cy="46007"/>
            </a:xfrm>
            <a:custGeom>
              <a:avLst/>
              <a:gdLst/>
              <a:ahLst/>
              <a:cxnLst/>
              <a:rect l="l" t="t" r="r" b="b"/>
              <a:pathLst>
                <a:path w="3054" h="1757" extrusionOk="0">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76"/>
            <p:cNvSpPr/>
            <p:nvPr/>
          </p:nvSpPr>
          <p:spPr>
            <a:xfrm>
              <a:off x="5358346" y="3091512"/>
              <a:ext cx="263316" cy="143153"/>
            </a:xfrm>
            <a:custGeom>
              <a:avLst/>
              <a:gdLst/>
              <a:ahLst/>
              <a:cxnLst/>
              <a:rect l="l" t="t" r="r" b="b"/>
              <a:pathLst>
                <a:path w="10056" h="5467" extrusionOk="0">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76"/>
            <p:cNvSpPr/>
            <p:nvPr/>
          </p:nvSpPr>
          <p:spPr>
            <a:xfrm>
              <a:off x="5358346" y="3144955"/>
              <a:ext cx="263316" cy="89710"/>
            </a:xfrm>
            <a:custGeom>
              <a:avLst/>
              <a:gdLst/>
              <a:ahLst/>
              <a:cxnLst/>
              <a:rect l="l" t="t" r="r" b="b"/>
              <a:pathLst>
                <a:path w="10056" h="3426" extrusionOk="0">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76"/>
            <p:cNvSpPr/>
            <p:nvPr/>
          </p:nvSpPr>
          <p:spPr>
            <a:xfrm>
              <a:off x="5423546" y="3144955"/>
              <a:ext cx="132915" cy="54988"/>
            </a:xfrm>
            <a:custGeom>
              <a:avLst/>
              <a:gdLst/>
              <a:ahLst/>
              <a:cxnLst/>
              <a:rect l="l" t="t" r="r" b="b"/>
              <a:pathLst>
                <a:path w="5076" h="2100" extrusionOk="0">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76"/>
            <p:cNvSpPr/>
            <p:nvPr/>
          </p:nvSpPr>
          <p:spPr>
            <a:xfrm>
              <a:off x="5455754" y="3091512"/>
              <a:ext cx="68736" cy="34564"/>
            </a:xfrm>
            <a:custGeom>
              <a:avLst/>
              <a:gdLst/>
              <a:ahLst/>
              <a:cxnLst/>
              <a:rect l="l" t="t" r="r" b="b"/>
              <a:pathLst>
                <a:path w="2625" h="1320" extrusionOk="0">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76"/>
            <p:cNvSpPr/>
            <p:nvPr/>
          </p:nvSpPr>
          <p:spPr>
            <a:xfrm>
              <a:off x="5397545" y="2994339"/>
              <a:ext cx="184630" cy="119927"/>
            </a:xfrm>
            <a:custGeom>
              <a:avLst/>
              <a:gdLst/>
              <a:ahLst/>
              <a:cxnLst/>
              <a:rect l="l" t="t" r="r" b="b"/>
              <a:pathLst>
                <a:path w="7051" h="4580" extrusionOk="0">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0" name="Google Shape;14060;p76"/>
            <p:cNvSpPr/>
            <p:nvPr/>
          </p:nvSpPr>
          <p:spPr>
            <a:xfrm>
              <a:off x="5397807" y="2982844"/>
              <a:ext cx="143651" cy="131632"/>
            </a:xfrm>
            <a:custGeom>
              <a:avLst/>
              <a:gdLst/>
              <a:ahLst/>
              <a:cxnLst/>
              <a:rect l="l" t="t" r="r" b="b"/>
              <a:pathLst>
                <a:path w="5486" h="5027" extrusionOk="0">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1" name="Google Shape;14061;p76"/>
            <p:cNvSpPr/>
            <p:nvPr/>
          </p:nvSpPr>
          <p:spPr>
            <a:xfrm>
              <a:off x="5410035" y="3139613"/>
              <a:ext cx="28515" cy="95052"/>
            </a:xfrm>
            <a:custGeom>
              <a:avLst/>
              <a:gdLst/>
              <a:ahLst/>
              <a:cxnLst/>
              <a:rect l="l" t="t" r="r" b="b"/>
              <a:pathLst>
                <a:path w="1089" h="3630" extrusionOk="0">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76"/>
            <p:cNvSpPr/>
            <p:nvPr/>
          </p:nvSpPr>
          <p:spPr>
            <a:xfrm>
              <a:off x="5464709" y="3062970"/>
              <a:ext cx="50563" cy="17334"/>
            </a:xfrm>
            <a:custGeom>
              <a:avLst/>
              <a:gdLst/>
              <a:ahLst/>
              <a:cxnLst/>
              <a:rect l="l" t="t" r="r" b="b"/>
              <a:pathLst>
                <a:path w="1931" h="662" extrusionOk="0">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76"/>
            <p:cNvSpPr/>
            <p:nvPr/>
          </p:nvSpPr>
          <p:spPr>
            <a:xfrm>
              <a:off x="5450020" y="3022933"/>
              <a:ext cx="11521" cy="17125"/>
            </a:xfrm>
            <a:custGeom>
              <a:avLst/>
              <a:gdLst/>
              <a:ahLst/>
              <a:cxnLst/>
              <a:rect l="l" t="t" r="r" b="b"/>
              <a:pathLst>
                <a:path w="440" h="654" extrusionOk="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4" name="Google Shape;14064;p76"/>
            <p:cNvSpPr/>
            <p:nvPr/>
          </p:nvSpPr>
          <p:spPr>
            <a:xfrm>
              <a:off x="5518572" y="3022933"/>
              <a:ext cx="11417" cy="17125"/>
            </a:xfrm>
            <a:custGeom>
              <a:avLst/>
              <a:gdLst/>
              <a:ahLst/>
              <a:cxnLst/>
              <a:rect l="l" t="t" r="r" b="b"/>
              <a:pathLst>
                <a:path w="436" h="654" extrusionOk="0">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5" name="Google Shape;14065;p76"/>
            <p:cNvSpPr/>
            <p:nvPr/>
          </p:nvSpPr>
          <p:spPr>
            <a:xfrm>
              <a:off x="5398566" y="2920131"/>
              <a:ext cx="183112" cy="111443"/>
            </a:xfrm>
            <a:custGeom>
              <a:avLst/>
              <a:gdLst/>
              <a:ahLst/>
              <a:cxnLst/>
              <a:rect l="l" t="t" r="r" b="b"/>
              <a:pathLst>
                <a:path w="6993" h="4256" extrusionOk="0">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6" name="Google Shape;14066;p76"/>
            <p:cNvSpPr/>
            <p:nvPr/>
          </p:nvSpPr>
          <p:spPr>
            <a:xfrm>
              <a:off x="5455754" y="2921126"/>
              <a:ext cx="125924" cy="73239"/>
            </a:xfrm>
            <a:custGeom>
              <a:avLst/>
              <a:gdLst/>
              <a:ahLst/>
              <a:cxnLst/>
              <a:rect l="l" t="t" r="r" b="b"/>
              <a:pathLst>
                <a:path w="4809" h="2797" extrusionOk="0">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76"/>
            <p:cNvSpPr/>
            <p:nvPr/>
          </p:nvSpPr>
          <p:spPr>
            <a:xfrm>
              <a:off x="5410035" y="3144222"/>
              <a:ext cx="11286" cy="90443"/>
            </a:xfrm>
            <a:custGeom>
              <a:avLst/>
              <a:gdLst/>
              <a:ahLst/>
              <a:cxnLst/>
              <a:rect l="l" t="t" r="r" b="b"/>
              <a:pathLst>
                <a:path w="431" h="3454" extrusionOk="0">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8" name="Google Shape;14068;p76"/>
            <p:cNvSpPr/>
            <p:nvPr/>
          </p:nvSpPr>
          <p:spPr>
            <a:xfrm>
              <a:off x="5541431" y="3139613"/>
              <a:ext cx="28751" cy="95052"/>
            </a:xfrm>
            <a:custGeom>
              <a:avLst/>
              <a:gdLst/>
              <a:ahLst/>
              <a:cxnLst/>
              <a:rect l="l" t="t" r="r" b="b"/>
              <a:pathLst>
                <a:path w="1098" h="3630" extrusionOk="0">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9" name="Google Shape;14069;p76"/>
            <p:cNvSpPr/>
            <p:nvPr/>
          </p:nvSpPr>
          <p:spPr>
            <a:xfrm>
              <a:off x="5558687" y="3144222"/>
              <a:ext cx="11260" cy="90443"/>
            </a:xfrm>
            <a:custGeom>
              <a:avLst/>
              <a:gdLst/>
              <a:ahLst/>
              <a:cxnLst/>
              <a:rect l="l" t="t" r="r" b="b"/>
              <a:pathLst>
                <a:path w="430" h="3454" extrusionOk="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76"/>
            <p:cNvSpPr/>
            <p:nvPr/>
          </p:nvSpPr>
          <p:spPr>
            <a:xfrm>
              <a:off x="5410035" y="3177425"/>
              <a:ext cx="28515" cy="17282"/>
            </a:xfrm>
            <a:custGeom>
              <a:avLst/>
              <a:gdLst/>
              <a:ahLst/>
              <a:cxnLst/>
              <a:rect l="l" t="t" r="r" b="b"/>
              <a:pathLst>
                <a:path w="1089" h="660" extrusionOk="0">
                  <a:moveTo>
                    <a:pt x="1" y="1"/>
                  </a:moveTo>
                  <a:lnTo>
                    <a:pt x="1" y="659"/>
                  </a:lnTo>
                  <a:lnTo>
                    <a:pt x="1088" y="659"/>
                  </a:lnTo>
                  <a:lnTo>
                    <a:pt x="108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76"/>
            <p:cNvSpPr/>
            <p:nvPr/>
          </p:nvSpPr>
          <p:spPr>
            <a:xfrm>
              <a:off x="5410035" y="3177425"/>
              <a:ext cx="11286" cy="17282"/>
            </a:xfrm>
            <a:custGeom>
              <a:avLst/>
              <a:gdLst/>
              <a:ahLst/>
              <a:cxnLst/>
              <a:rect l="l" t="t" r="r" b="b"/>
              <a:pathLst>
                <a:path w="431" h="660" extrusionOk="0">
                  <a:moveTo>
                    <a:pt x="1" y="1"/>
                  </a:moveTo>
                  <a:lnTo>
                    <a:pt x="1" y="659"/>
                  </a:lnTo>
                  <a:lnTo>
                    <a:pt x="430" y="659"/>
                  </a:lnTo>
                  <a:lnTo>
                    <a:pt x="43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2" name="Google Shape;14072;p76"/>
            <p:cNvSpPr/>
            <p:nvPr/>
          </p:nvSpPr>
          <p:spPr>
            <a:xfrm>
              <a:off x="5541431" y="3177425"/>
              <a:ext cx="28751" cy="17282"/>
            </a:xfrm>
            <a:custGeom>
              <a:avLst/>
              <a:gdLst/>
              <a:ahLst/>
              <a:cxnLst/>
              <a:rect l="l" t="t" r="r" b="b"/>
              <a:pathLst>
                <a:path w="1098" h="660" extrusionOk="0">
                  <a:moveTo>
                    <a:pt x="1" y="1"/>
                  </a:moveTo>
                  <a:lnTo>
                    <a:pt x="1" y="659"/>
                  </a:lnTo>
                  <a:lnTo>
                    <a:pt x="1098" y="659"/>
                  </a:lnTo>
                  <a:lnTo>
                    <a:pt x="109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3" name="Google Shape;14073;p76"/>
            <p:cNvSpPr/>
            <p:nvPr/>
          </p:nvSpPr>
          <p:spPr>
            <a:xfrm>
              <a:off x="5558687" y="3177425"/>
              <a:ext cx="11495" cy="17282"/>
            </a:xfrm>
            <a:custGeom>
              <a:avLst/>
              <a:gdLst/>
              <a:ahLst/>
              <a:cxnLst/>
              <a:rect l="l" t="t" r="r" b="b"/>
              <a:pathLst>
                <a:path w="439" h="660" extrusionOk="0">
                  <a:moveTo>
                    <a:pt x="0" y="1"/>
                  </a:moveTo>
                  <a:lnTo>
                    <a:pt x="0" y="659"/>
                  </a:lnTo>
                  <a:lnTo>
                    <a:pt x="439" y="659"/>
                  </a:lnTo>
                  <a:lnTo>
                    <a:pt x="4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74" name="Google Shape;14074;p76"/>
          <p:cNvGrpSpPr/>
          <p:nvPr/>
        </p:nvGrpSpPr>
        <p:grpSpPr>
          <a:xfrm>
            <a:off x="8061450" y="3345742"/>
            <a:ext cx="263316" cy="354807"/>
            <a:chOff x="8061450" y="3345742"/>
            <a:chExt cx="263316" cy="354807"/>
          </a:xfrm>
        </p:grpSpPr>
        <p:sp>
          <p:nvSpPr>
            <p:cNvPr id="14075" name="Google Shape;14075;p76"/>
            <p:cNvSpPr/>
            <p:nvPr/>
          </p:nvSpPr>
          <p:spPr>
            <a:xfrm>
              <a:off x="8075956" y="3345794"/>
              <a:ext cx="234591" cy="303039"/>
            </a:xfrm>
            <a:custGeom>
              <a:avLst/>
              <a:gdLst/>
              <a:ahLst/>
              <a:cxnLst/>
              <a:rect l="l" t="t" r="r" b="b"/>
              <a:pathLst>
                <a:path w="8959" h="11573" extrusionOk="0">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76"/>
            <p:cNvSpPr/>
            <p:nvPr/>
          </p:nvSpPr>
          <p:spPr>
            <a:xfrm>
              <a:off x="8158884" y="3345742"/>
              <a:ext cx="151166" cy="301599"/>
            </a:xfrm>
            <a:custGeom>
              <a:avLst/>
              <a:gdLst/>
              <a:ahLst/>
              <a:cxnLst/>
              <a:rect l="l" t="t" r="r" b="b"/>
              <a:pathLst>
                <a:path w="5773" h="11518" extrusionOk="0">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76"/>
            <p:cNvSpPr/>
            <p:nvPr/>
          </p:nvSpPr>
          <p:spPr>
            <a:xfrm>
              <a:off x="8061450" y="3545900"/>
              <a:ext cx="263316" cy="154649"/>
            </a:xfrm>
            <a:custGeom>
              <a:avLst/>
              <a:gdLst/>
              <a:ahLst/>
              <a:cxnLst/>
              <a:rect l="l" t="t" r="r" b="b"/>
              <a:pathLst>
                <a:path w="10056" h="5906" extrusionOk="0">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76"/>
            <p:cNvSpPr/>
            <p:nvPr/>
          </p:nvSpPr>
          <p:spPr>
            <a:xfrm>
              <a:off x="8061711" y="3604842"/>
              <a:ext cx="263055" cy="95706"/>
            </a:xfrm>
            <a:custGeom>
              <a:avLst/>
              <a:gdLst/>
              <a:ahLst/>
              <a:cxnLst/>
              <a:rect l="l" t="t" r="r" b="b"/>
              <a:pathLst>
                <a:path w="10046" h="3655" extrusionOk="0">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76"/>
            <p:cNvSpPr/>
            <p:nvPr/>
          </p:nvSpPr>
          <p:spPr>
            <a:xfrm>
              <a:off x="8110913" y="3604842"/>
              <a:ext cx="164651" cy="55486"/>
            </a:xfrm>
            <a:custGeom>
              <a:avLst/>
              <a:gdLst/>
              <a:ahLst/>
              <a:cxnLst/>
              <a:rect l="l" t="t" r="r" b="b"/>
              <a:pathLst>
                <a:path w="6288" h="2119" extrusionOk="0">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0" name="Google Shape;14080;p76"/>
            <p:cNvSpPr/>
            <p:nvPr/>
          </p:nvSpPr>
          <p:spPr>
            <a:xfrm>
              <a:off x="8158884" y="3545900"/>
              <a:ext cx="68709" cy="23069"/>
            </a:xfrm>
            <a:custGeom>
              <a:avLst/>
              <a:gdLst/>
              <a:ahLst/>
              <a:cxnLst/>
              <a:rect l="l" t="t" r="r" b="b"/>
              <a:pathLst>
                <a:path w="2624" h="881" extrusionOk="0">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76"/>
            <p:cNvSpPr/>
            <p:nvPr/>
          </p:nvSpPr>
          <p:spPr>
            <a:xfrm>
              <a:off x="8100937" y="3408743"/>
              <a:ext cx="184630" cy="148678"/>
            </a:xfrm>
            <a:custGeom>
              <a:avLst/>
              <a:gdLst/>
              <a:ahLst/>
              <a:cxnLst/>
              <a:rect l="l" t="t" r="r" b="b"/>
              <a:pathLst>
                <a:path w="7051" h="5678" extrusionOk="0">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2" name="Google Shape;14082;p76"/>
            <p:cNvSpPr/>
            <p:nvPr/>
          </p:nvSpPr>
          <p:spPr>
            <a:xfrm>
              <a:off x="8153149" y="3460642"/>
              <a:ext cx="11495" cy="17073"/>
            </a:xfrm>
            <a:custGeom>
              <a:avLst/>
              <a:gdLst/>
              <a:ahLst/>
              <a:cxnLst/>
              <a:rect l="l" t="t" r="r" b="b"/>
              <a:pathLst>
                <a:path w="439" h="652" extrusionOk="0">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3" name="Google Shape;14083;p76"/>
            <p:cNvSpPr/>
            <p:nvPr/>
          </p:nvSpPr>
          <p:spPr>
            <a:xfrm>
              <a:off x="8221833" y="3460642"/>
              <a:ext cx="11521" cy="17073"/>
            </a:xfrm>
            <a:custGeom>
              <a:avLst/>
              <a:gdLst/>
              <a:ahLst/>
              <a:cxnLst/>
              <a:rect l="l" t="t" r="r" b="b"/>
              <a:pathLst>
                <a:path w="440" h="652" extrusionOk="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76"/>
            <p:cNvSpPr/>
            <p:nvPr/>
          </p:nvSpPr>
          <p:spPr>
            <a:xfrm>
              <a:off x="8167368" y="3500181"/>
              <a:ext cx="51480" cy="23017"/>
            </a:xfrm>
            <a:custGeom>
              <a:avLst/>
              <a:gdLst/>
              <a:ahLst/>
              <a:cxnLst/>
              <a:rect l="l" t="t" r="r" b="b"/>
              <a:pathLst>
                <a:path w="1966" h="879" extrusionOk="0">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5" name="Google Shape;14085;p76"/>
            <p:cNvSpPr/>
            <p:nvPr/>
          </p:nvSpPr>
          <p:spPr>
            <a:xfrm>
              <a:off x="8119659" y="3358494"/>
              <a:ext cx="63970" cy="28385"/>
            </a:xfrm>
            <a:custGeom>
              <a:avLst/>
              <a:gdLst/>
              <a:ahLst/>
              <a:cxnLst/>
              <a:rect l="l" t="t" r="r" b="b"/>
              <a:pathLst>
                <a:path w="2443" h="1084" extrusionOk="0">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6" name="Google Shape;14086;p76"/>
            <p:cNvSpPr/>
            <p:nvPr/>
          </p:nvSpPr>
          <p:spPr>
            <a:xfrm>
              <a:off x="8202587" y="3358494"/>
              <a:ext cx="63996" cy="28385"/>
            </a:xfrm>
            <a:custGeom>
              <a:avLst/>
              <a:gdLst/>
              <a:ahLst/>
              <a:cxnLst/>
              <a:rect l="l" t="t" r="r" b="b"/>
              <a:pathLst>
                <a:path w="2444" h="1084" extrusionOk="0">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76"/>
            <p:cNvSpPr/>
            <p:nvPr/>
          </p:nvSpPr>
          <p:spPr>
            <a:xfrm>
              <a:off x="8100937" y="3408743"/>
              <a:ext cx="120922" cy="148652"/>
            </a:xfrm>
            <a:custGeom>
              <a:avLst/>
              <a:gdLst/>
              <a:ahLst/>
              <a:cxnLst/>
              <a:rect l="l" t="t" r="r" b="b"/>
              <a:pathLst>
                <a:path w="4618" h="5677" extrusionOk="0">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76"/>
            <p:cNvSpPr/>
            <p:nvPr/>
          </p:nvSpPr>
          <p:spPr>
            <a:xfrm>
              <a:off x="8145137" y="3440034"/>
              <a:ext cx="27704" cy="14454"/>
            </a:xfrm>
            <a:custGeom>
              <a:avLst/>
              <a:gdLst/>
              <a:ahLst/>
              <a:cxnLst/>
              <a:rect l="l" t="t" r="r" b="b"/>
              <a:pathLst>
                <a:path w="1058" h="552" extrusionOk="0">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76"/>
            <p:cNvSpPr/>
            <p:nvPr/>
          </p:nvSpPr>
          <p:spPr>
            <a:xfrm>
              <a:off x="8213401" y="3440034"/>
              <a:ext cx="27704" cy="14454"/>
            </a:xfrm>
            <a:custGeom>
              <a:avLst/>
              <a:gdLst/>
              <a:ahLst/>
              <a:cxnLst/>
              <a:rect l="l" t="t" r="r" b="b"/>
              <a:pathLst>
                <a:path w="1058" h="552" extrusionOk="0">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0" name="Google Shape;14090;p76"/>
            <p:cNvSpPr/>
            <p:nvPr/>
          </p:nvSpPr>
          <p:spPr>
            <a:xfrm>
              <a:off x="8181613" y="3368523"/>
              <a:ext cx="23017" cy="23017"/>
            </a:xfrm>
            <a:custGeom>
              <a:avLst/>
              <a:gdLst/>
              <a:ahLst/>
              <a:cxnLst/>
              <a:rect l="l" t="t" r="r" b="b"/>
              <a:pathLst>
                <a:path w="879" h="879" extrusionOk="0">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1" name="Google Shape;14091;p76"/>
          <p:cNvGrpSpPr/>
          <p:nvPr/>
        </p:nvGrpSpPr>
        <p:grpSpPr>
          <a:xfrm>
            <a:off x="8065953" y="2879911"/>
            <a:ext cx="263081" cy="354754"/>
            <a:chOff x="8065953" y="2879911"/>
            <a:chExt cx="263081" cy="354754"/>
          </a:xfrm>
        </p:grpSpPr>
        <p:sp>
          <p:nvSpPr>
            <p:cNvPr id="14092" name="Google Shape;14092;p76"/>
            <p:cNvSpPr/>
            <p:nvPr/>
          </p:nvSpPr>
          <p:spPr>
            <a:xfrm>
              <a:off x="8065953" y="3074518"/>
              <a:ext cx="263081" cy="160147"/>
            </a:xfrm>
            <a:custGeom>
              <a:avLst/>
              <a:gdLst/>
              <a:ahLst/>
              <a:cxnLst/>
              <a:rect l="l" t="t" r="r" b="b"/>
              <a:pathLst>
                <a:path w="10047" h="6116" extrusionOk="0">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76"/>
            <p:cNvSpPr/>
            <p:nvPr/>
          </p:nvSpPr>
          <p:spPr>
            <a:xfrm>
              <a:off x="8065953" y="3129715"/>
              <a:ext cx="263081" cy="104949"/>
            </a:xfrm>
            <a:custGeom>
              <a:avLst/>
              <a:gdLst/>
              <a:ahLst/>
              <a:cxnLst/>
              <a:rect l="l" t="t" r="r" b="b"/>
              <a:pathLst>
                <a:path w="10047" h="4008" extrusionOk="0">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4" name="Google Shape;14094;p76"/>
            <p:cNvSpPr/>
            <p:nvPr/>
          </p:nvSpPr>
          <p:spPr>
            <a:xfrm>
              <a:off x="8163126" y="3074518"/>
              <a:ext cx="68736" cy="22755"/>
            </a:xfrm>
            <a:custGeom>
              <a:avLst/>
              <a:gdLst/>
              <a:ahLst/>
              <a:cxnLst/>
              <a:rect l="l" t="t" r="r" b="b"/>
              <a:pathLst>
                <a:path w="2625" h="869" extrusionOk="0">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5" name="Google Shape;14095;p76"/>
            <p:cNvSpPr/>
            <p:nvPr/>
          </p:nvSpPr>
          <p:spPr>
            <a:xfrm>
              <a:off x="8101172" y="2931390"/>
              <a:ext cx="192617" cy="154649"/>
            </a:xfrm>
            <a:custGeom>
              <a:avLst/>
              <a:gdLst/>
              <a:ahLst/>
              <a:cxnLst/>
              <a:rect l="l" t="t" r="r" b="b"/>
              <a:pathLst>
                <a:path w="7356" h="5906" extrusionOk="0">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76"/>
            <p:cNvSpPr/>
            <p:nvPr/>
          </p:nvSpPr>
          <p:spPr>
            <a:xfrm>
              <a:off x="8208845" y="2988578"/>
              <a:ext cx="51742" cy="11521"/>
            </a:xfrm>
            <a:custGeom>
              <a:avLst/>
              <a:gdLst/>
              <a:ahLst/>
              <a:cxnLst/>
              <a:rect l="l" t="t" r="r" b="b"/>
              <a:pathLst>
                <a:path w="1976" h="440" extrusionOk="0">
                  <a:moveTo>
                    <a:pt x="0" y="1"/>
                  </a:moveTo>
                  <a:lnTo>
                    <a:pt x="0" y="440"/>
                  </a:lnTo>
                  <a:lnTo>
                    <a:pt x="1975" y="440"/>
                  </a:lnTo>
                  <a:lnTo>
                    <a:pt x="197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76"/>
            <p:cNvSpPr/>
            <p:nvPr/>
          </p:nvSpPr>
          <p:spPr>
            <a:xfrm>
              <a:off x="8176166" y="2988526"/>
              <a:ext cx="42682" cy="23828"/>
            </a:xfrm>
            <a:custGeom>
              <a:avLst/>
              <a:gdLst/>
              <a:ahLst/>
              <a:cxnLst/>
              <a:rect l="l" t="t" r="r" b="b"/>
              <a:pathLst>
                <a:path w="1630" h="910" extrusionOk="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76"/>
            <p:cNvSpPr/>
            <p:nvPr/>
          </p:nvSpPr>
          <p:spPr>
            <a:xfrm>
              <a:off x="8105179" y="2931390"/>
              <a:ext cx="142158" cy="154596"/>
            </a:xfrm>
            <a:custGeom>
              <a:avLst/>
              <a:gdLst/>
              <a:ahLst/>
              <a:cxnLst/>
              <a:rect l="l" t="t" r="r" b="b"/>
              <a:pathLst>
                <a:path w="5429" h="5904" extrusionOk="0">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76"/>
            <p:cNvSpPr/>
            <p:nvPr/>
          </p:nvSpPr>
          <p:spPr>
            <a:xfrm>
              <a:off x="8172134" y="3034350"/>
              <a:ext cx="50720" cy="17230"/>
            </a:xfrm>
            <a:custGeom>
              <a:avLst/>
              <a:gdLst/>
              <a:ahLst/>
              <a:cxnLst/>
              <a:rect l="l" t="t" r="r" b="b"/>
              <a:pathLst>
                <a:path w="1937" h="658" extrusionOk="0">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76"/>
            <p:cNvSpPr/>
            <p:nvPr/>
          </p:nvSpPr>
          <p:spPr>
            <a:xfrm>
              <a:off x="8157391" y="2994444"/>
              <a:ext cx="11521" cy="17151"/>
            </a:xfrm>
            <a:custGeom>
              <a:avLst/>
              <a:gdLst/>
              <a:ahLst/>
              <a:cxnLst/>
              <a:rect l="l" t="t" r="r" b="b"/>
              <a:pathLst>
                <a:path w="440" h="655" extrusionOk="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76"/>
            <p:cNvSpPr/>
            <p:nvPr/>
          </p:nvSpPr>
          <p:spPr>
            <a:xfrm>
              <a:off x="8226075" y="2994444"/>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2" name="Google Shape;14102;p76"/>
            <p:cNvSpPr/>
            <p:nvPr/>
          </p:nvSpPr>
          <p:spPr>
            <a:xfrm>
              <a:off x="8128405" y="2977345"/>
              <a:ext cx="63734" cy="51480"/>
            </a:xfrm>
            <a:custGeom>
              <a:avLst/>
              <a:gdLst/>
              <a:ahLst/>
              <a:cxnLst/>
              <a:rect l="l" t="t" r="r" b="b"/>
              <a:pathLst>
                <a:path w="2434" h="1966" extrusionOk="0">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3" name="Google Shape;14103;p76"/>
            <p:cNvSpPr/>
            <p:nvPr/>
          </p:nvSpPr>
          <p:spPr>
            <a:xfrm>
              <a:off x="8220340" y="2891406"/>
              <a:ext cx="62975" cy="105945"/>
            </a:xfrm>
            <a:custGeom>
              <a:avLst/>
              <a:gdLst/>
              <a:ahLst/>
              <a:cxnLst/>
              <a:rect l="l" t="t" r="r" b="b"/>
              <a:pathLst>
                <a:path w="2405" h="4046" extrusionOk="0">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76"/>
            <p:cNvSpPr/>
            <p:nvPr/>
          </p:nvSpPr>
          <p:spPr>
            <a:xfrm>
              <a:off x="8101513" y="2879911"/>
              <a:ext cx="141085" cy="145143"/>
            </a:xfrm>
            <a:custGeom>
              <a:avLst/>
              <a:gdLst/>
              <a:ahLst/>
              <a:cxnLst/>
              <a:rect l="l" t="t" r="r" b="b"/>
              <a:pathLst>
                <a:path w="5388" h="5543" extrusionOk="0">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5" name="Google Shape;14105;p76"/>
            <p:cNvSpPr/>
            <p:nvPr/>
          </p:nvSpPr>
          <p:spPr>
            <a:xfrm>
              <a:off x="8277528" y="3152706"/>
              <a:ext cx="46740" cy="81697"/>
            </a:xfrm>
            <a:custGeom>
              <a:avLst/>
              <a:gdLst/>
              <a:ahLst/>
              <a:cxnLst/>
              <a:rect l="l" t="t" r="r" b="b"/>
              <a:pathLst>
                <a:path w="1785" h="3120" extrusionOk="0">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6" name="Google Shape;14106;p76"/>
            <p:cNvSpPr/>
            <p:nvPr/>
          </p:nvSpPr>
          <p:spPr>
            <a:xfrm>
              <a:off x="8070693" y="3152706"/>
              <a:ext cx="46740" cy="81697"/>
            </a:xfrm>
            <a:custGeom>
              <a:avLst/>
              <a:gdLst/>
              <a:ahLst/>
              <a:cxnLst/>
              <a:rect l="l" t="t" r="r" b="b"/>
              <a:pathLst>
                <a:path w="1785" h="3120" extrusionOk="0">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7" name="Google Shape;14107;p76"/>
            <p:cNvSpPr/>
            <p:nvPr/>
          </p:nvSpPr>
          <p:spPr>
            <a:xfrm>
              <a:off x="8202849" y="2977345"/>
              <a:ext cx="63734" cy="51480"/>
            </a:xfrm>
            <a:custGeom>
              <a:avLst/>
              <a:gdLst/>
              <a:ahLst/>
              <a:cxnLst/>
              <a:rect l="l" t="t" r="r" b="b"/>
              <a:pathLst>
                <a:path w="2434" h="1966" extrusionOk="0">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08" name="Google Shape;14108;p76"/>
          <p:cNvGrpSpPr/>
          <p:nvPr/>
        </p:nvGrpSpPr>
        <p:grpSpPr>
          <a:xfrm>
            <a:off x="8064199" y="4268318"/>
            <a:ext cx="270308" cy="354493"/>
            <a:chOff x="8064199" y="4268318"/>
            <a:chExt cx="270308" cy="354493"/>
          </a:xfrm>
        </p:grpSpPr>
        <p:sp>
          <p:nvSpPr>
            <p:cNvPr id="14109" name="Google Shape;14109;p76"/>
            <p:cNvSpPr/>
            <p:nvPr/>
          </p:nvSpPr>
          <p:spPr>
            <a:xfrm>
              <a:off x="8064199" y="4470911"/>
              <a:ext cx="270308" cy="151899"/>
            </a:xfrm>
            <a:custGeom>
              <a:avLst/>
              <a:gdLst/>
              <a:ahLst/>
              <a:cxnLst/>
              <a:rect l="l" t="t" r="r" b="b"/>
              <a:pathLst>
                <a:path w="10323" h="5801" extrusionOk="0">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0" name="Google Shape;14110;p76"/>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1" name="Google Shape;14111;p76"/>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2" name="Google Shape;14112;p76"/>
            <p:cNvSpPr/>
            <p:nvPr/>
          </p:nvSpPr>
          <p:spPr>
            <a:xfrm>
              <a:off x="8238827" y="4498877"/>
              <a:ext cx="95680" cy="123934"/>
            </a:xfrm>
            <a:custGeom>
              <a:avLst/>
              <a:gdLst/>
              <a:ahLst/>
              <a:cxnLst/>
              <a:rect l="l" t="t" r="r" b="b"/>
              <a:pathLst>
                <a:path w="3654" h="4733" extrusionOk="0">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76"/>
            <p:cNvSpPr/>
            <p:nvPr/>
          </p:nvSpPr>
          <p:spPr>
            <a:xfrm>
              <a:off x="8238827" y="4497384"/>
              <a:ext cx="44226" cy="125426"/>
            </a:xfrm>
            <a:custGeom>
              <a:avLst/>
              <a:gdLst/>
              <a:ahLst/>
              <a:cxnLst/>
              <a:rect l="l" t="t" r="r" b="b"/>
              <a:pathLst>
                <a:path w="1689" h="4790" extrusionOk="0">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76"/>
            <p:cNvSpPr/>
            <p:nvPr/>
          </p:nvSpPr>
          <p:spPr>
            <a:xfrm>
              <a:off x="8064199" y="4498877"/>
              <a:ext cx="95706" cy="123934"/>
            </a:xfrm>
            <a:custGeom>
              <a:avLst/>
              <a:gdLst/>
              <a:ahLst/>
              <a:cxnLst/>
              <a:rect l="l" t="t" r="r" b="b"/>
              <a:pathLst>
                <a:path w="3655" h="4733" extrusionOk="0">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76"/>
            <p:cNvSpPr/>
            <p:nvPr/>
          </p:nvSpPr>
          <p:spPr>
            <a:xfrm>
              <a:off x="8115417" y="4497384"/>
              <a:ext cx="44488" cy="125426"/>
            </a:xfrm>
            <a:custGeom>
              <a:avLst/>
              <a:gdLst/>
              <a:ahLst/>
              <a:cxnLst/>
              <a:rect l="l" t="t" r="r" b="b"/>
              <a:pathLst>
                <a:path w="1699" h="4790" extrusionOk="0">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6" name="Google Shape;14116;p76"/>
            <p:cNvSpPr/>
            <p:nvPr/>
          </p:nvSpPr>
          <p:spPr>
            <a:xfrm>
              <a:off x="8160141" y="4541113"/>
              <a:ext cx="78712" cy="81697"/>
            </a:xfrm>
            <a:custGeom>
              <a:avLst/>
              <a:gdLst/>
              <a:ahLst/>
              <a:cxnLst/>
              <a:rect l="l" t="t" r="r" b="b"/>
              <a:pathLst>
                <a:path w="3006" h="3120" extrusionOk="0">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7" name="Google Shape;14117;p76"/>
            <p:cNvSpPr/>
            <p:nvPr/>
          </p:nvSpPr>
          <p:spPr>
            <a:xfrm>
              <a:off x="8159879" y="4525114"/>
              <a:ext cx="78974" cy="41372"/>
            </a:xfrm>
            <a:custGeom>
              <a:avLst/>
              <a:gdLst/>
              <a:ahLst/>
              <a:cxnLst/>
              <a:rect l="l" t="t" r="r" b="b"/>
              <a:pathLst>
                <a:path w="3016" h="1580" extrusionOk="0">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76"/>
            <p:cNvSpPr/>
            <p:nvPr/>
          </p:nvSpPr>
          <p:spPr>
            <a:xfrm>
              <a:off x="8075459" y="4268318"/>
              <a:ext cx="247815" cy="196885"/>
            </a:xfrm>
            <a:custGeom>
              <a:avLst/>
              <a:gdLst/>
              <a:ahLst/>
              <a:cxnLst/>
              <a:rect l="l" t="t" r="r" b="b"/>
              <a:pathLst>
                <a:path w="9464" h="7519" extrusionOk="0">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76"/>
            <p:cNvSpPr/>
            <p:nvPr/>
          </p:nvSpPr>
          <p:spPr>
            <a:xfrm>
              <a:off x="8108164" y="4335770"/>
              <a:ext cx="181881" cy="146400"/>
            </a:xfrm>
            <a:custGeom>
              <a:avLst/>
              <a:gdLst/>
              <a:ahLst/>
              <a:cxnLst/>
              <a:rect l="l" t="t" r="r" b="b"/>
              <a:pathLst>
                <a:path w="6946" h="5591" extrusionOk="0">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76"/>
            <p:cNvSpPr/>
            <p:nvPr/>
          </p:nvSpPr>
          <p:spPr>
            <a:xfrm>
              <a:off x="8108425" y="4335770"/>
              <a:ext cx="141661" cy="146400"/>
            </a:xfrm>
            <a:custGeom>
              <a:avLst/>
              <a:gdLst/>
              <a:ahLst/>
              <a:cxnLst/>
              <a:rect l="l" t="t" r="r" b="b"/>
              <a:pathLst>
                <a:path w="5410" h="5591" extrusionOk="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1" name="Google Shape;14121;p76"/>
            <p:cNvSpPr/>
            <p:nvPr/>
          </p:nvSpPr>
          <p:spPr>
            <a:xfrm>
              <a:off x="8174569" y="4431241"/>
              <a:ext cx="49830" cy="17230"/>
            </a:xfrm>
            <a:custGeom>
              <a:avLst/>
              <a:gdLst/>
              <a:ahLst/>
              <a:cxnLst/>
              <a:rect l="l" t="t" r="r" b="b"/>
              <a:pathLst>
                <a:path w="1903" h="658" extrusionOk="0">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2" name="Google Shape;14122;p76"/>
            <p:cNvSpPr/>
            <p:nvPr/>
          </p:nvSpPr>
          <p:spPr>
            <a:xfrm>
              <a:off x="8134375" y="4380730"/>
              <a:ext cx="130218" cy="43572"/>
            </a:xfrm>
            <a:custGeom>
              <a:avLst/>
              <a:gdLst/>
              <a:ahLst/>
              <a:cxnLst/>
              <a:rect l="l" t="t" r="r" b="b"/>
              <a:pathLst>
                <a:path w="4973" h="1664" extrusionOk="0">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76"/>
            <p:cNvSpPr/>
            <p:nvPr/>
          </p:nvSpPr>
          <p:spPr>
            <a:xfrm>
              <a:off x="8148646" y="4391963"/>
              <a:ext cx="33752" cy="21000"/>
            </a:xfrm>
            <a:custGeom>
              <a:avLst/>
              <a:gdLst/>
              <a:ahLst/>
              <a:cxnLst/>
              <a:rect l="l" t="t" r="r" b="b"/>
              <a:pathLst>
                <a:path w="1289" h="802" extrusionOk="0">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76"/>
            <p:cNvSpPr/>
            <p:nvPr/>
          </p:nvSpPr>
          <p:spPr>
            <a:xfrm>
              <a:off x="8216334" y="4391963"/>
              <a:ext cx="33752" cy="21079"/>
            </a:xfrm>
            <a:custGeom>
              <a:avLst/>
              <a:gdLst/>
              <a:ahLst/>
              <a:cxnLst/>
              <a:rect l="l" t="t" r="r" b="b"/>
              <a:pathLst>
                <a:path w="1289" h="805" extrusionOk="0">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5" name="Google Shape;14125;p76"/>
            <p:cNvSpPr/>
            <p:nvPr/>
          </p:nvSpPr>
          <p:spPr>
            <a:xfrm>
              <a:off x="8159879" y="4391963"/>
              <a:ext cx="11260" cy="11286"/>
            </a:xfrm>
            <a:custGeom>
              <a:avLst/>
              <a:gdLst/>
              <a:ahLst/>
              <a:cxnLst/>
              <a:rect l="l" t="t" r="r" b="b"/>
              <a:pathLst>
                <a:path w="430" h="431" extrusionOk="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6" name="Google Shape;14126;p76"/>
            <p:cNvSpPr/>
            <p:nvPr/>
          </p:nvSpPr>
          <p:spPr>
            <a:xfrm>
              <a:off x="8227567" y="4391963"/>
              <a:ext cx="11286" cy="11286"/>
            </a:xfrm>
            <a:custGeom>
              <a:avLst/>
              <a:gdLst/>
              <a:ahLst/>
              <a:cxnLst/>
              <a:rect l="l" t="t" r="r" b="b"/>
              <a:pathLst>
                <a:path w="431" h="431" extrusionOk="0">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130"/>
        <p:cNvGrpSpPr/>
        <p:nvPr/>
      </p:nvGrpSpPr>
      <p:grpSpPr>
        <a:xfrm>
          <a:off x="0" y="0"/>
          <a:ext cx="0" cy="0"/>
          <a:chOff x="0" y="0"/>
          <a:chExt cx="0" cy="0"/>
        </a:xfrm>
      </p:grpSpPr>
      <p:sp>
        <p:nvSpPr>
          <p:cNvPr id="14131" name="Google Shape;14131;p77"/>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4132" name="Google Shape;14132;p77"/>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14133" name="Google Shape;14133;p77"/>
          <p:cNvGrpSpPr/>
          <p:nvPr/>
        </p:nvGrpSpPr>
        <p:grpSpPr>
          <a:xfrm>
            <a:off x="3511608" y="3348218"/>
            <a:ext cx="381482" cy="366926"/>
            <a:chOff x="3511608" y="3348218"/>
            <a:chExt cx="381482" cy="366926"/>
          </a:xfrm>
        </p:grpSpPr>
        <p:sp>
          <p:nvSpPr>
            <p:cNvPr id="14134" name="Google Shape;14134;p77"/>
            <p:cNvSpPr/>
            <p:nvPr/>
          </p:nvSpPr>
          <p:spPr>
            <a:xfrm>
              <a:off x="3628211" y="3373096"/>
              <a:ext cx="133197" cy="153581"/>
            </a:xfrm>
            <a:custGeom>
              <a:avLst/>
              <a:gdLst/>
              <a:ahLst/>
              <a:cxnLst/>
              <a:rect l="l" t="t" r="r" b="b"/>
              <a:pathLst>
                <a:path w="5097" h="5877" extrusionOk="0">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77"/>
            <p:cNvSpPr/>
            <p:nvPr/>
          </p:nvSpPr>
          <p:spPr>
            <a:xfrm>
              <a:off x="3511608" y="3415561"/>
              <a:ext cx="381482" cy="73406"/>
            </a:xfrm>
            <a:custGeom>
              <a:avLst/>
              <a:gdLst/>
              <a:ahLst/>
              <a:cxnLst/>
              <a:rect l="l" t="t" r="r" b="b"/>
              <a:pathLst>
                <a:path w="14598" h="2809" extrusionOk="0">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6" name="Google Shape;14136;p77"/>
            <p:cNvSpPr/>
            <p:nvPr/>
          </p:nvSpPr>
          <p:spPr>
            <a:xfrm>
              <a:off x="3525171" y="3415822"/>
              <a:ext cx="35958" cy="73145"/>
            </a:xfrm>
            <a:custGeom>
              <a:avLst/>
              <a:gdLst/>
              <a:ahLst/>
              <a:cxnLst/>
              <a:rect l="l" t="t" r="r" b="b"/>
              <a:pathLst>
                <a:path w="1376" h="2799" extrusionOk="0">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7" name="Google Shape;14137;p77"/>
            <p:cNvSpPr/>
            <p:nvPr/>
          </p:nvSpPr>
          <p:spPr>
            <a:xfrm>
              <a:off x="3530188" y="3415822"/>
              <a:ext cx="30941" cy="37709"/>
            </a:xfrm>
            <a:custGeom>
              <a:avLst/>
              <a:gdLst/>
              <a:ahLst/>
              <a:cxnLst/>
              <a:rect l="l" t="t" r="r" b="b"/>
              <a:pathLst>
                <a:path w="1184" h="1443" extrusionOk="0">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77"/>
            <p:cNvSpPr/>
            <p:nvPr/>
          </p:nvSpPr>
          <p:spPr>
            <a:xfrm>
              <a:off x="3823447" y="3415561"/>
              <a:ext cx="69643" cy="73406"/>
            </a:xfrm>
            <a:custGeom>
              <a:avLst/>
              <a:gdLst/>
              <a:ahLst/>
              <a:cxnLst/>
              <a:rect l="l" t="t" r="r" b="b"/>
              <a:pathLst>
                <a:path w="2665" h="2809" extrusionOk="0">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77"/>
            <p:cNvSpPr/>
            <p:nvPr/>
          </p:nvSpPr>
          <p:spPr>
            <a:xfrm>
              <a:off x="3561103" y="3415822"/>
              <a:ext cx="32953" cy="73145"/>
            </a:xfrm>
            <a:custGeom>
              <a:avLst/>
              <a:gdLst/>
              <a:ahLst/>
              <a:cxnLst/>
              <a:rect l="l" t="t" r="r" b="b"/>
              <a:pathLst>
                <a:path w="1261" h="2799" extrusionOk="0">
                  <a:moveTo>
                    <a:pt x="1" y="1"/>
                  </a:moveTo>
                  <a:lnTo>
                    <a:pt x="1" y="2799"/>
                  </a:lnTo>
                  <a:lnTo>
                    <a:pt x="1260" y="2799"/>
                  </a:lnTo>
                  <a:lnTo>
                    <a:pt x="1260"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0" name="Google Shape;14140;p77"/>
            <p:cNvSpPr/>
            <p:nvPr/>
          </p:nvSpPr>
          <p:spPr>
            <a:xfrm>
              <a:off x="3594030" y="3453270"/>
              <a:ext cx="229705" cy="35697"/>
            </a:xfrm>
            <a:custGeom>
              <a:avLst/>
              <a:gdLst/>
              <a:ahLst/>
              <a:cxnLst/>
              <a:rect l="l" t="t" r="r" b="b"/>
              <a:pathLst>
                <a:path w="8790" h="1366" extrusionOk="0">
                  <a:moveTo>
                    <a:pt x="0" y="0"/>
                  </a:moveTo>
                  <a:lnTo>
                    <a:pt x="0" y="1366"/>
                  </a:lnTo>
                  <a:lnTo>
                    <a:pt x="8789" y="1366"/>
                  </a:lnTo>
                  <a:lnTo>
                    <a:pt x="8789" y="1347"/>
                  </a:lnTo>
                  <a:lnTo>
                    <a:pt x="878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1" name="Google Shape;14141;p77"/>
            <p:cNvSpPr/>
            <p:nvPr/>
          </p:nvSpPr>
          <p:spPr>
            <a:xfrm>
              <a:off x="3628211" y="3348218"/>
              <a:ext cx="133197" cy="86472"/>
            </a:xfrm>
            <a:custGeom>
              <a:avLst/>
              <a:gdLst/>
              <a:ahLst/>
              <a:cxnLst/>
              <a:rect l="l" t="t" r="r" b="b"/>
              <a:pathLst>
                <a:path w="5097" h="3309" extrusionOk="0">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77"/>
            <p:cNvSpPr/>
            <p:nvPr/>
          </p:nvSpPr>
          <p:spPr>
            <a:xfrm>
              <a:off x="3683246" y="3368836"/>
              <a:ext cx="111586" cy="157840"/>
            </a:xfrm>
            <a:custGeom>
              <a:avLst/>
              <a:gdLst/>
              <a:ahLst/>
              <a:cxnLst/>
              <a:rect l="l" t="t" r="r" b="b"/>
              <a:pathLst>
                <a:path w="4270" h="6040" extrusionOk="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77"/>
            <p:cNvSpPr/>
            <p:nvPr/>
          </p:nvSpPr>
          <p:spPr>
            <a:xfrm>
              <a:off x="3651574" y="3523122"/>
              <a:ext cx="114356" cy="192022"/>
            </a:xfrm>
            <a:custGeom>
              <a:avLst/>
              <a:gdLst/>
              <a:ahLst/>
              <a:cxnLst/>
              <a:rect l="l" t="t" r="r" b="b"/>
              <a:pathLst>
                <a:path w="4376" h="7348" extrusionOk="0">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77"/>
            <p:cNvSpPr/>
            <p:nvPr/>
          </p:nvSpPr>
          <p:spPr>
            <a:xfrm>
              <a:off x="3674701" y="3587461"/>
              <a:ext cx="91229" cy="127422"/>
            </a:xfrm>
            <a:custGeom>
              <a:avLst/>
              <a:gdLst/>
              <a:ahLst/>
              <a:cxnLst/>
              <a:rect l="l" t="t" r="r" b="b"/>
              <a:pathLst>
                <a:path w="3491" h="4876" extrusionOk="0">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77"/>
            <p:cNvSpPr/>
            <p:nvPr/>
          </p:nvSpPr>
          <p:spPr>
            <a:xfrm>
              <a:off x="3626695" y="3503784"/>
              <a:ext cx="169391" cy="59321"/>
            </a:xfrm>
            <a:custGeom>
              <a:avLst/>
              <a:gdLst/>
              <a:ahLst/>
              <a:cxnLst/>
              <a:rect l="l" t="t" r="r" b="b"/>
              <a:pathLst>
                <a:path w="6482" h="2270" extrusionOk="0">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77"/>
            <p:cNvSpPr/>
            <p:nvPr/>
          </p:nvSpPr>
          <p:spPr>
            <a:xfrm>
              <a:off x="3862907" y="3436180"/>
              <a:ext cx="30183" cy="32195"/>
            </a:xfrm>
            <a:custGeom>
              <a:avLst/>
              <a:gdLst/>
              <a:ahLst/>
              <a:cxnLst/>
              <a:rect l="l" t="t" r="r" b="b"/>
              <a:pathLst>
                <a:path w="1155" h="1232" extrusionOk="0">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7" name="Google Shape;14147;p77"/>
            <p:cNvSpPr/>
            <p:nvPr/>
          </p:nvSpPr>
          <p:spPr>
            <a:xfrm>
              <a:off x="3561103" y="3453270"/>
              <a:ext cx="32953" cy="35697"/>
            </a:xfrm>
            <a:custGeom>
              <a:avLst/>
              <a:gdLst/>
              <a:ahLst/>
              <a:cxnLst/>
              <a:rect l="l" t="t" r="r" b="b"/>
              <a:pathLst>
                <a:path w="1261" h="1366" extrusionOk="0">
                  <a:moveTo>
                    <a:pt x="1" y="0"/>
                  </a:moveTo>
                  <a:lnTo>
                    <a:pt x="1" y="1366"/>
                  </a:lnTo>
                  <a:lnTo>
                    <a:pt x="1260" y="1366"/>
                  </a:lnTo>
                  <a:lnTo>
                    <a:pt x="126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8" name="Google Shape;14148;p77"/>
          <p:cNvGrpSpPr/>
          <p:nvPr/>
        </p:nvGrpSpPr>
        <p:grpSpPr>
          <a:xfrm>
            <a:off x="1849816" y="3807339"/>
            <a:ext cx="163616" cy="366665"/>
            <a:chOff x="1849816" y="3807339"/>
            <a:chExt cx="163616" cy="366665"/>
          </a:xfrm>
        </p:grpSpPr>
        <p:sp>
          <p:nvSpPr>
            <p:cNvPr id="14149" name="Google Shape;14149;p77"/>
            <p:cNvSpPr/>
            <p:nvPr/>
          </p:nvSpPr>
          <p:spPr>
            <a:xfrm>
              <a:off x="1849816" y="4128743"/>
              <a:ext cx="163616" cy="45261"/>
            </a:xfrm>
            <a:custGeom>
              <a:avLst/>
              <a:gdLst/>
              <a:ahLst/>
              <a:cxnLst/>
              <a:rect l="l" t="t" r="r" b="b"/>
              <a:pathLst>
                <a:path w="6261" h="1732" extrusionOk="0">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0" name="Google Shape;14150;p77"/>
            <p:cNvSpPr/>
            <p:nvPr/>
          </p:nvSpPr>
          <p:spPr>
            <a:xfrm>
              <a:off x="1879712" y="4132010"/>
              <a:ext cx="133720" cy="41995"/>
            </a:xfrm>
            <a:custGeom>
              <a:avLst/>
              <a:gdLst/>
              <a:ahLst/>
              <a:cxnLst/>
              <a:rect l="l" t="t" r="r" b="b"/>
              <a:pathLst>
                <a:path w="5117" h="1607" extrusionOk="0">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1" name="Google Shape;14151;p77"/>
            <p:cNvSpPr/>
            <p:nvPr/>
          </p:nvSpPr>
          <p:spPr>
            <a:xfrm>
              <a:off x="1863901" y="4145076"/>
              <a:ext cx="11315" cy="28667"/>
            </a:xfrm>
            <a:custGeom>
              <a:avLst/>
              <a:gdLst/>
              <a:ahLst/>
              <a:cxnLst/>
              <a:rect l="l" t="t" r="r" b="b"/>
              <a:pathLst>
                <a:path w="433" h="1097" extrusionOk="0">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77"/>
            <p:cNvSpPr/>
            <p:nvPr/>
          </p:nvSpPr>
          <p:spPr>
            <a:xfrm>
              <a:off x="1889015" y="4145076"/>
              <a:ext cx="11080" cy="28667"/>
            </a:xfrm>
            <a:custGeom>
              <a:avLst/>
              <a:gdLst/>
              <a:ahLst/>
              <a:cxnLst/>
              <a:rect l="l" t="t" r="r" b="b"/>
              <a:pathLst>
                <a:path w="424" h="1097" extrusionOk="0">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77"/>
            <p:cNvSpPr/>
            <p:nvPr/>
          </p:nvSpPr>
          <p:spPr>
            <a:xfrm>
              <a:off x="1913893" y="4145076"/>
              <a:ext cx="11342" cy="28667"/>
            </a:xfrm>
            <a:custGeom>
              <a:avLst/>
              <a:gdLst/>
              <a:ahLst/>
              <a:cxnLst/>
              <a:rect l="l" t="t" r="r" b="b"/>
              <a:pathLst>
                <a:path w="434" h="1097" extrusionOk="0">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4" name="Google Shape;14154;p77"/>
            <p:cNvSpPr/>
            <p:nvPr/>
          </p:nvSpPr>
          <p:spPr>
            <a:xfrm>
              <a:off x="1939032" y="4145076"/>
              <a:ext cx="11315" cy="28667"/>
            </a:xfrm>
            <a:custGeom>
              <a:avLst/>
              <a:gdLst/>
              <a:ahLst/>
              <a:cxnLst/>
              <a:rect l="l" t="t" r="r" b="b"/>
              <a:pathLst>
                <a:path w="433" h="1097" extrusionOk="0">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5" name="Google Shape;14155;p77"/>
            <p:cNvSpPr/>
            <p:nvPr/>
          </p:nvSpPr>
          <p:spPr>
            <a:xfrm>
              <a:off x="1964146" y="4145076"/>
              <a:ext cx="11342" cy="28667"/>
            </a:xfrm>
            <a:custGeom>
              <a:avLst/>
              <a:gdLst/>
              <a:ahLst/>
              <a:cxnLst/>
              <a:rect l="l" t="t" r="r" b="b"/>
              <a:pathLst>
                <a:path w="434" h="1097" extrusionOk="0">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77"/>
            <p:cNvSpPr/>
            <p:nvPr/>
          </p:nvSpPr>
          <p:spPr>
            <a:xfrm>
              <a:off x="1989285" y="4145076"/>
              <a:ext cx="11342" cy="28667"/>
            </a:xfrm>
            <a:custGeom>
              <a:avLst/>
              <a:gdLst/>
              <a:ahLst/>
              <a:cxnLst/>
              <a:rect l="l" t="t" r="r" b="b"/>
              <a:pathLst>
                <a:path w="434" h="1097" extrusionOk="0">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77"/>
            <p:cNvSpPr/>
            <p:nvPr/>
          </p:nvSpPr>
          <p:spPr>
            <a:xfrm>
              <a:off x="1901585" y="3850798"/>
              <a:ext cx="60079" cy="68389"/>
            </a:xfrm>
            <a:custGeom>
              <a:avLst/>
              <a:gdLst/>
              <a:ahLst/>
              <a:cxnLst/>
              <a:rect l="l" t="t" r="r" b="b"/>
              <a:pathLst>
                <a:path w="2299" h="2617" extrusionOk="0">
                  <a:moveTo>
                    <a:pt x="0" y="1"/>
                  </a:moveTo>
                  <a:lnTo>
                    <a:pt x="0" y="2616"/>
                  </a:lnTo>
                  <a:lnTo>
                    <a:pt x="2299" y="2616"/>
                  </a:lnTo>
                  <a:lnTo>
                    <a:pt x="229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8" name="Google Shape;14158;p77"/>
            <p:cNvSpPr/>
            <p:nvPr/>
          </p:nvSpPr>
          <p:spPr>
            <a:xfrm>
              <a:off x="1929468" y="3850798"/>
              <a:ext cx="32195" cy="68389"/>
            </a:xfrm>
            <a:custGeom>
              <a:avLst/>
              <a:gdLst/>
              <a:ahLst/>
              <a:cxnLst/>
              <a:rect l="l" t="t" r="r" b="b"/>
              <a:pathLst>
                <a:path w="1232" h="2617" extrusionOk="0">
                  <a:moveTo>
                    <a:pt x="1" y="1"/>
                  </a:moveTo>
                  <a:lnTo>
                    <a:pt x="1" y="2616"/>
                  </a:lnTo>
                  <a:lnTo>
                    <a:pt x="1232" y="2616"/>
                  </a:lnTo>
                  <a:lnTo>
                    <a:pt x="1232"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9" name="Google Shape;14159;p77"/>
            <p:cNvSpPr/>
            <p:nvPr/>
          </p:nvSpPr>
          <p:spPr>
            <a:xfrm>
              <a:off x="1850077" y="3886233"/>
              <a:ext cx="163354" cy="245802"/>
            </a:xfrm>
            <a:custGeom>
              <a:avLst/>
              <a:gdLst/>
              <a:ahLst/>
              <a:cxnLst/>
              <a:rect l="l" t="t" r="r" b="b"/>
              <a:pathLst>
                <a:path w="6251" h="9406" extrusionOk="0">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77"/>
            <p:cNvSpPr/>
            <p:nvPr/>
          </p:nvSpPr>
          <p:spPr>
            <a:xfrm>
              <a:off x="1887003" y="3807339"/>
              <a:ext cx="88981" cy="54042"/>
            </a:xfrm>
            <a:custGeom>
              <a:avLst/>
              <a:gdLst/>
              <a:ahLst/>
              <a:cxnLst/>
              <a:rect l="l" t="t" r="r" b="b"/>
              <a:pathLst>
                <a:path w="3405" h="2068" extrusionOk="0">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77"/>
            <p:cNvSpPr/>
            <p:nvPr/>
          </p:nvSpPr>
          <p:spPr>
            <a:xfrm>
              <a:off x="1879712" y="3886233"/>
              <a:ext cx="133720" cy="245802"/>
            </a:xfrm>
            <a:custGeom>
              <a:avLst/>
              <a:gdLst/>
              <a:ahLst/>
              <a:cxnLst/>
              <a:rect l="l" t="t" r="r" b="b"/>
              <a:pathLst>
                <a:path w="5117" h="9406" extrusionOk="0">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77"/>
            <p:cNvSpPr/>
            <p:nvPr/>
          </p:nvSpPr>
          <p:spPr>
            <a:xfrm>
              <a:off x="1917160" y="3807339"/>
              <a:ext cx="58824" cy="54042"/>
            </a:xfrm>
            <a:custGeom>
              <a:avLst/>
              <a:gdLst/>
              <a:ahLst/>
              <a:cxnLst/>
              <a:rect l="l" t="t" r="r" b="b"/>
              <a:pathLst>
                <a:path w="2251" h="2068" extrusionOk="0">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63" name="Google Shape;14163;p77"/>
          <p:cNvGrpSpPr/>
          <p:nvPr/>
        </p:nvGrpSpPr>
        <p:grpSpPr>
          <a:xfrm>
            <a:off x="2274757" y="3807313"/>
            <a:ext cx="202292" cy="366430"/>
            <a:chOff x="2274757" y="3807313"/>
            <a:chExt cx="202292" cy="366430"/>
          </a:xfrm>
        </p:grpSpPr>
        <p:sp>
          <p:nvSpPr>
            <p:cNvPr id="14164" name="Google Shape;14164;p77"/>
            <p:cNvSpPr/>
            <p:nvPr/>
          </p:nvSpPr>
          <p:spPr>
            <a:xfrm>
              <a:off x="2322579" y="3811181"/>
              <a:ext cx="39904" cy="57988"/>
            </a:xfrm>
            <a:custGeom>
              <a:avLst/>
              <a:gdLst/>
              <a:ahLst/>
              <a:cxnLst/>
              <a:rect l="l" t="t" r="r" b="b"/>
              <a:pathLst>
                <a:path w="1527" h="2219" extrusionOk="0">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77"/>
            <p:cNvSpPr/>
            <p:nvPr/>
          </p:nvSpPr>
          <p:spPr>
            <a:xfrm>
              <a:off x="2347379" y="3816120"/>
              <a:ext cx="16098" cy="52814"/>
            </a:xfrm>
            <a:custGeom>
              <a:avLst/>
              <a:gdLst/>
              <a:ahLst/>
              <a:cxnLst/>
              <a:rect l="l" t="t" r="r" b="b"/>
              <a:pathLst>
                <a:path w="616" h="2021" extrusionOk="0">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6" name="Google Shape;14166;p77"/>
            <p:cNvSpPr/>
            <p:nvPr/>
          </p:nvSpPr>
          <p:spPr>
            <a:xfrm>
              <a:off x="2274757" y="3854587"/>
              <a:ext cx="135706" cy="319156"/>
            </a:xfrm>
            <a:custGeom>
              <a:avLst/>
              <a:gdLst/>
              <a:ahLst/>
              <a:cxnLst/>
              <a:rect l="l" t="t" r="r" b="b"/>
              <a:pathLst>
                <a:path w="5193" h="12213" extrusionOk="0">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7" name="Google Shape;14167;p77"/>
            <p:cNvSpPr/>
            <p:nvPr/>
          </p:nvSpPr>
          <p:spPr>
            <a:xfrm>
              <a:off x="2297858" y="3854326"/>
              <a:ext cx="113859" cy="319418"/>
            </a:xfrm>
            <a:custGeom>
              <a:avLst/>
              <a:gdLst/>
              <a:ahLst/>
              <a:cxnLst/>
              <a:rect l="l" t="t" r="r" b="b"/>
              <a:pathLst>
                <a:path w="4357" h="12223" extrusionOk="0">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77"/>
            <p:cNvSpPr/>
            <p:nvPr/>
          </p:nvSpPr>
          <p:spPr>
            <a:xfrm>
              <a:off x="2348372" y="3828193"/>
              <a:ext cx="12335" cy="12335"/>
            </a:xfrm>
            <a:custGeom>
              <a:avLst/>
              <a:gdLst/>
              <a:ahLst/>
              <a:cxnLst/>
              <a:rect l="l" t="t" r="r" b="b"/>
              <a:pathLst>
                <a:path w="472" h="472" extrusionOk="0">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77"/>
            <p:cNvSpPr/>
            <p:nvPr/>
          </p:nvSpPr>
          <p:spPr>
            <a:xfrm>
              <a:off x="2377771" y="3838463"/>
              <a:ext cx="95985" cy="40270"/>
            </a:xfrm>
            <a:custGeom>
              <a:avLst/>
              <a:gdLst/>
              <a:ahLst/>
              <a:cxnLst/>
              <a:rect l="l" t="t" r="r" b="b"/>
              <a:pathLst>
                <a:path w="3673" h="1541" extrusionOk="0">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77"/>
            <p:cNvSpPr/>
            <p:nvPr/>
          </p:nvSpPr>
          <p:spPr>
            <a:xfrm>
              <a:off x="2377274" y="3807313"/>
              <a:ext cx="99774" cy="27700"/>
            </a:xfrm>
            <a:custGeom>
              <a:avLst/>
              <a:gdLst/>
              <a:ahLst/>
              <a:cxnLst/>
              <a:rect l="l" t="t" r="r" b="b"/>
              <a:pathLst>
                <a:path w="3818" h="1060" extrusionOk="0">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77"/>
            <p:cNvSpPr/>
            <p:nvPr/>
          </p:nvSpPr>
          <p:spPr>
            <a:xfrm>
              <a:off x="2274992" y="3936486"/>
              <a:ext cx="135236" cy="237257"/>
            </a:xfrm>
            <a:custGeom>
              <a:avLst/>
              <a:gdLst/>
              <a:ahLst/>
              <a:cxnLst/>
              <a:rect l="l" t="t" r="r" b="b"/>
              <a:pathLst>
                <a:path w="5175" h="9079" extrusionOk="0">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2" name="Google Shape;14172;p77"/>
            <p:cNvSpPr/>
            <p:nvPr/>
          </p:nvSpPr>
          <p:spPr>
            <a:xfrm>
              <a:off x="2299373" y="3936486"/>
              <a:ext cx="110854" cy="211882"/>
            </a:xfrm>
            <a:custGeom>
              <a:avLst/>
              <a:gdLst/>
              <a:ahLst/>
              <a:cxnLst/>
              <a:rect l="l" t="t" r="r" b="b"/>
              <a:pathLst>
                <a:path w="4242" h="8108" extrusionOk="0">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3" name="Google Shape;14173;p77"/>
            <p:cNvSpPr/>
            <p:nvPr/>
          </p:nvSpPr>
          <p:spPr>
            <a:xfrm>
              <a:off x="2351142" y="3991417"/>
              <a:ext cx="59086" cy="122274"/>
            </a:xfrm>
            <a:custGeom>
              <a:avLst/>
              <a:gdLst/>
              <a:ahLst/>
              <a:cxnLst/>
              <a:rect l="l" t="t" r="r" b="b"/>
              <a:pathLst>
                <a:path w="2261" h="4679" extrusionOk="0">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4" name="Google Shape;14174;p77"/>
          <p:cNvGrpSpPr/>
          <p:nvPr/>
        </p:nvGrpSpPr>
        <p:grpSpPr>
          <a:xfrm>
            <a:off x="3972716" y="3348218"/>
            <a:ext cx="366404" cy="366665"/>
            <a:chOff x="3972716" y="3348218"/>
            <a:chExt cx="366404" cy="366665"/>
          </a:xfrm>
        </p:grpSpPr>
        <p:sp>
          <p:nvSpPr>
            <p:cNvPr id="14175" name="Google Shape;14175;p77"/>
            <p:cNvSpPr/>
            <p:nvPr/>
          </p:nvSpPr>
          <p:spPr>
            <a:xfrm>
              <a:off x="4069223" y="3397974"/>
              <a:ext cx="172919" cy="223929"/>
            </a:xfrm>
            <a:custGeom>
              <a:avLst/>
              <a:gdLst/>
              <a:ahLst/>
              <a:cxnLst/>
              <a:rect l="l" t="t" r="r" b="b"/>
              <a:pathLst>
                <a:path w="6617" h="8569" extrusionOk="0">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77"/>
            <p:cNvSpPr/>
            <p:nvPr/>
          </p:nvSpPr>
          <p:spPr>
            <a:xfrm>
              <a:off x="4069223" y="3397974"/>
              <a:ext cx="99539" cy="223929"/>
            </a:xfrm>
            <a:custGeom>
              <a:avLst/>
              <a:gdLst/>
              <a:ahLst/>
              <a:cxnLst/>
              <a:rect l="l" t="t" r="r" b="b"/>
              <a:pathLst>
                <a:path w="3809" h="8569" extrusionOk="0">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77"/>
            <p:cNvSpPr/>
            <p:nvPr/>
          </p:nvSpPr>
          <p:spPr>
            <a:xfrm>
              <a:off x="3987036" y="3361806"/>
              <a:ext cx="337763" cy="174173"/>
            </a:xfrm>
            <a:custGeom>
              <a:avLst/>
              <a:gdLst/>
              <a:ahLst/>
              <a:cxnLst/>
              <a:rect l="l" t="t" r="r" b="b"/>
              <a:pathLst>
                <a:path w="12925" h="6665" extrusionOk="0">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8" name="Google Shape;14178;p77"/>
            <p:cNvSpPr/>
            <p:nvPr/>
          </p:nvSpPr>
          <p:spPr>
            <a:xfrm>
              <a:off x="4136828" y="3348218"/>
              <a:ext cx="38206" cy="38232"/>
            </a:xfrm>
            <a:custGeom>
              <a:avLst/>
              <a:gdLst/>
              <a:ahLst/>
              <a:cxnLst/>
              <a:rect l="l" t="t" r="r" b="b"/>
              <a:pathLst>
                <a:path w="1462" h="1463" extrusionOk="0">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9" name="Google Shape;14179;p77"/>
            <p:cNvSpPr/>
            <p:nvPr/>
          </p:nvSpPr>
          <p:spPr>
            <a:xfrm>
              <a:off x="4300417" y="3531668"/>
              <a:ext cx="38702" cy="38467"/>
            </a:xfrm>
            <a:custGeom>
              <a:avLst/>
              <a:gdLst/>
              <a:ahLst/>
              <a:cxnLst/>
              <a:rect l="l" t="t" r="r" b="b"/>
              <a:pathLst>
                <a:path w="1481" h="1472" extrusionOk="0">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77"/>
            <p:cNvSpPr/>
            <p:nvPr/>
          </p:nvSpPr>
          <p:spPr>
            <a:xfrm>
              <a:off x="3972716" y="3531668"/>
              <a:ext cx="38493" cy="38467"/>
            </a:xfrm>
            <a:custGeom>
              <a:avLst/>
              <a:gdLst/>
              <a:ahLst/>
              <a:cxnLst/>
              <a:rect l="l" t="t" r="r" b="b"/>
              <a:pathLst>
                <a:path w="1473" h="1472" extrusionOk="0">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77"/>
            <p:cNvSpPr/>
            <p:nvPr/>
          </p:nvSpPr>
          <p:spPr>
            <a:xfrm>
              <a:off x="4096610" y="3639229"/>
              <a:ext cx="118380" cy="75654"/>
            </a:xfrm>
            <a:custGeom>
              <a:avLst/>
              <a:gdLst/>
              <a:ahLst/>
              <a:cxnLst/>
              <a:rect l="l" t="t" r="r" b="b"/>
              <a:pathLst>
                <a:path w="4530" h="2895" extrusionOk="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77"/>
            <p:cNvSpPr/>
            <p:nvPr/>
          </p:nvSpPr>
          <p:spPr>
            <a:xfrm>
              <a:off x="4075756" y="3612574"/>
              <a:ext cx="160088" cy="46281"/>
            </a:xfrm>
            <a:custGeom>
              <a:avLst/>
              <a:gdLst/>
              <a:ahLst/>
              <a:cxnLst/>
              <a:rect l="l" t="t" r="r" b="b"/>
              <a:pathLst>
                <a:path w="6126" h="1771" extrusionOk="0">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77"/>
            <p:cNvSpPr/>
            <p:nvPr/>
          </p:nvSpPr>
          <p:spPr>
            <a:xfrm>
              <a:off x="4127028" y="3639229"/>
              <a:ext cx="87962" cy="75654"/>
            </a:xfrm>
            <a:custGeom>
              <a:avLst/>
              <a:gdLst/>
              <a:ahLst/>
              <a:cxnLst/>
              <a:rect l="l" t="t" r="r" b="b"/>
              <a:pathLst>
                <a:path w="3366" h="2895" extrusionOk="0">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77"/>
            <p:cNvSpPr/>
            <p:nvPr/>
          </p:nvSpPr>
          <p:spPr>
            <a:xfrm>
              <a:off x="4106148" y="3612574"/>
              <a:ext cx="129696" cy="46281"/>
            </a:xfrm>
            <a:custGeom>
              <a:avLst/>
              <a:gdLst/>
              <a:ahLst/>
              <a:cxnLst/>
              <a:rect l="l" t="t" r="r" b="b"/>
              <a:pathLst>
                <a:path w="4963" h="1771" extrusionOk="0">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77"/>
            <p:cNvSpPr/>
            <p:nvPr/>
          </p:nvSpPr>
          <p:spPr>
            <a:xfrm>
              <a:off x="3996104" y="3348218"/>
              <a:ext cx="38206" cy="38232"/>
            </a:xfrm>
            <a:custGeom>
              <a:avLst/>
              <a:gdLst/>
              <a:ahLst/>
              <a:cxnLst/>
              <a:rect l="l" t="t" r="r" b="b"/>
              <a:pathLst>
                <a:path w="1462" h="1463" extrusionOk="0">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77"/>
            <p:cNvSpPr/>
            <p:nvPr/>
          </p:nvSpPr>
          <p:spPr>
            <a:xfrm>
              <a:off x="4277551" y="3348218"/>
              <a:ext cx="37971" cy="38232"/>
            </a:xfrm>
            <a:custGeom>
              <a:avLst/>
              <a:gdLst/>
              <a:ahLst/>
              <a:cxnLst/>
              <a:rect l="l" t="t" r="r" b="b"/>
              <a:pathLst>
                <a:path w="1453" h="1463" extrusionOk="0">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87" name="Google Shape;14187;p77"/>
          <p:cNvGrpSpPr/>
          <p:nvPr/>
        </p:nvGrpSpPr>
        <p:grpSpPr>
          <a:xfrm>
            <a:off x="866528" y="3348348"/>
            <a:ext cx="317405" cy="366534"/>
            <a:chOff x="866528" y="3348348"/>
            <a:chExt cx="317405" cy="366534"/>
          </a:xfrm>
        </p:grpSpPr>
        <p:sp>
          <p:nvSpPr>
            <p:cNvPr id="14188" name="Google Shape;14188;p77"/>
            <p:cNvSpPr/>
            <p:nvPr/>
          </p:nvSpPr>
          <p:spPr>
            <a:xfrm>
              <a:off x="869795" y="3526650"/>
              <a:ext cx="314139" cy="188232"/>
            </a:xfrm>
            <a:custGeom>
              <a:avLst/>
              <a:gdLst/>
              <a:ahLst/>
              <a:cxnLst/>
              <a:rect l="l" t="t" r="r" b="b"/>
              <a:pathLst>
                <a:path w="12021" h="7203" extrusionOk="0">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77"/>
            <p:cNvSpPr/>
            <p:nvPr/>
          </p:nvSpPr>
          <p:spPr>
            <a:xfrm>
              <a:off x="891145" y="3526650"/>
              <a:ext cx="271177" cy="152300"/>
            </a:xfrm>
            <a:custGeom>
              <a:avLst/>
              <a:gdLst/>
              <a:ahLst/>
              <a:cxnLst/>
              <a:rect l="l" t="t" r="r" b="b"/>
              <a:pathLst>
                <a:path w="10377" h="5828" extrusionOk="0">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77"/>
            <p:cNvSpPr/>
            <p:nvPr/>
          </p:nvSpPr>
          <p:spPr>
            <a:xfrm>
              <a:off x="869795" y="3466911"/>
              <a:ext cx="314139" cy="188180"/>
            </a:xfrm>
            <a:custGeom>
              <a:avLst/>
              <a:gdLst/>
              <a:ahLst/>
              <a:cxnLst/>
              <a:rect l="l" t="t" r="r" b="b"/>
              <a:pathLst>
                <a:path w="12021" h="7201" extrusionOk="0">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77"/>
            <p:cNvSpPr/>
            <p:nvPr/>
          </p:nvSpPr>
          <p:spPr>
            <a:xfrm>
              <a:off x="891145" y="3466833"/>
              <a:ext cx="271177" cy="152300"/>
            </a:xfrm>
            <a:custGeom>
              <a:avLst/>
              <a:gdLst/>
              <a:ahLst/>
              <a:cxnLst/>
              <a:rect l="l" t="t" r="r" b="b"/>
              <a:pathLst>
                <a:path w="10377" h="5828" extrusionOk="0">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77"/>
            <p:cNvSpPr/>
            <p:nvPr/>
          </p:nvSpPr>
          <p:spPr>
            <a:xfrm>
              <a:off x="869795" y="3407094"/>
              <a:ext cx="313877" cy="188180"/>
            </a:xfrm>
            <a:custGeom>
              <a:avLst/>
              <a:gdLst/>
              <a:ahLst/>
              <a:cxnLst/>
              <a:rect l="l" t="t" r="r" b="b"/>
              <a:pathLst>
                <a:path w="12011" h="7201" extrusionOk="0">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3" name="Google Shape;14193;p77"/>
            <p:cNvSpPr/>
            <p:nvPr/>
          </p:nvSpPr>
          <p:spPr>
            <a:xfrm>
              <a:off x="888872" y="3407094"/>
              <a:ext cx="262893" cy="156690"/>
            </a:xfrm>
            <a:custGeom>
              <a:avLst/>
              <a:gdLst/>
              <a:ahLst/>
              <a:cxnLst/>
              <a:rect l="l" t="t" r="r" b="b"/>
              <a:pathLst>
                <a:path w="10060" h="5996" extrusionOk="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4" name="Google Shape;14194;p77"/>
            <p:cNvSpPr/>
            <p:nvPr/>
          </p:nvSpPr>
          <p:spPr>
            <a:xfrm>
              <a:off x="866528" y="3348348"/>
              <a:ext cx="282963" cy="189304"/>
            </a:xfrm>
            <a:custGeom>
              <a:avLst/>
              <a:gdLst/>
              <a:ahLst/>
              <a:cxnLst/>
              <a:rect l="l" t="t" r="r" b="b"/>
              <a:pathLst>
                <a:path w="10828" h="7244" extrusionOk="0">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77"/>
            <p:cNvSpPr/>
            <p:nvPr/>
          </p:nvSpPr>
          <p:spPr>
            <a:xfrm>
              <a:off x="1102975" y="3417835"/>
              <a:ext cx="46516" cy="50775"/>
            </a:xfrm>
            <a:custGeom>
              <a:avLst/>
              <a:gdLst/>
              <a:ahLst/>
              <a:cxnLst/>
              <a:rect l="l" t="t" r="r" b="b"/>
              <a:pathLst>
                <a:path w="1780" h="1943" extrusionOk="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6" name="Google Shape;14196;p77"/>
          <p:cNvGrpSpPr/>
          <p:nvPr/>
        </p:nvGrpSpPr>
        <p:grpSpPr>
          <a:xfrm>
            <a:off x="1316818" y="3348296"/>
            <a:ext cx="310872" cy="366848"/>
            <a:chOff x="1316818" y="3348296"/>
            <a:chExt cx="310872" cy="366848"/>
          </a:xfrm>
        </p:grpSpPr>
        <p:sp>
          <p:nvSpPr>
            <p:cNvPr id="14197" name="Google Shape;14197;p77"/>
            <p:cNvSpPr/>
            <p:nvPr/>
          </p:nvSpPr>
          <p:spPr>
            <a:xfrm>
              <a:off x="1324631" y="3348296"/>
              <a:ext cx="58824" cy="187919"/>
            </a:xfrm>
            <a:custGeom>
              <a:avLst/>
              <a:gdLst/>
              <a:ahLst/>
              <a:cxnLst/>
              <a:rect l="l" t="t" r="r" b="b"/>
              <a:pathLst>
                <a:path w="2251" h="7191" extrusionOk="0">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77"/>
            <p:cNvSpPr/>
            <p:nvPr/>
          </p:nvSpPr>
          <p:spPr>
            <a:xfrm>
              <a:off x="1341199" y="3348348"/>
              <a:ext cx="25923" cy="25479"/>
            </a:xfrm>
            <a:custGeom>
              <a:avLst/>
              <a:gdLst/>
              <a:ahLst/>
              <a:cxnLst/>
              <a:rect l="l" t="t" r="r" b="b"/>
              <a:pathLst>
                <a:path w="992" h="975" extrusionOk="0">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9" name="Google Shape;14199;p77"/>
            <p:cNvSpPr/>
            <p:nvPr/>
          </p:nvSpPr>
          <p:spPr>
            <a:xfrm>
              <a:off x="1324631" y="3400744"/>
              <a:ext cx="58824" cy="135471"/>
            </a:xfrm>
            <a:custGeom>
              <a:avLst/>
              <a:gdLst/>
              <a:ahLst/>
              <a:cxnLst/>
              <a:rect l="l" t="t" r="r" b="b"/>
              <a:pathLst>
                <a:path w="2251" h="5184" extrusionOk="0">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0" name="Google Shape;14200;p77"/>
            <p:cNvSpPr/>
            <p:nvPr/>
          </p:nvSpPr>
          <p:spPr>
            <a:xfrm>
              <a:off x="1354030" y="3400744"/>
              <a:ext cx="29425" cy="135471"/>
            </a:xfrm>
            <a:custGeom>
              <a:avLst/>
              <a:gdLst/>
              <a:ahLst/>
              <a:cxnLst/>
              <a:rect l="l" t="t" r="r" b="b"/>
              <a:pathLst>
                <a:path w="1126" h="5184" extrusionOk="0">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77"/>
            <p:cNvSpPr/>
            <p:nvPr/>
          </p:nvSpPr>
          <p:spPr>
            <a:xfrm>
              <a:off x="1382671" y="3348296"/>
              <a:ext cx="59086" cy="187919"/>
            </a:xfrm>
            <a:custGeom>
              <a:avLst/>
              <a:gdLst/>
              <a:ahLst/>
              <a:cxnLst/>
              <a:rect l="l" t="t" r="r" b="b"/>
              <a:pathLst>
                <a:path w="2261" h="7191" extrusionOk="0">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77"/>
            <p:cNvSpPr/>
            <p:nvPr/>
          </p:nvSpPr>
          <p:spPr>
            <a:xfrm>
              <a:off x="1399240" y="3348348"/>
              <a:ext cx="25923" cy="25479"/>
            </a:xfrm>
            <a:custGeom>
              <a:avLst/>
              <a:gdLst/>
              <a:ahLst/>
              <a:cxnLst/>
              <a:rect l="l" t="t" r="r" b="b"/>
              <a:pathLst>
                <a:path w="992" h="975" extrusionOk="0">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77"/>
            <p:cNvSpPr/>
            <p:nvPr/>
          </p:nvSpPr>
          <p:spPr>
            <a:xfrm>
              <a:off x="1382671" y="3400744"/>
              <a:ext cx="59086" cy="135471"/>
            </a:xfrm>
            <a:custGeom>
              <a:avLst/>
              <a:gdLst/>
              <a:ahLst/>
              <a:cxnLst/>
              <a:rect l="l" t="t" r="r" b="b"/>
              <a:pathLst>
                <a:path w="2261" h="5184" extrusionOk="0">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4" name="Google Shape;14204;p77"/>
            <p:cNvSpPr/>
            <p:nvPr/>
          </p:nvSpPr>
          <p:spPr>
            <a:xfrm>
              <a:off x="1412332" y="3400744"/>
              <a:ext cx="29425" cy="135471"/>
            </a:xfrm>
            <a:custGeom>
              <a:avLst/>
              <a:gdLst/>
              <a:ahLst/>
              <a:cxnLst/>
              <a:rect l="l" t="t" r="r" b="b"/>
              <a:pathLst>
                <a:path w="1126" h="5184" extrusionOk="0">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5" name="Google Shape;14205;p77"/>
            <p:cNvSpPr/>
            <p:nvPr/>
          </p:nvSpPr>
          <p:spPr>
            <a:xfrm>
              <a:off x="1441208" y="3348296"/>
              <a:ext cx="59086" cy="187919"/>
            </a:xfrm>
            <a:custGeom>
              <a:avLst/>
              <a:gdLst/>
              <a:ahLst/>
              <a:cxnLst/>
              <a:rect l="l" t="t" r="r" b="b"/>
              <a:pathLst>
                <a:path w="2261" h="7191" extrusionOk="0">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77"/>
            <p:cNvSpPr/>
            <p:nvPr/>
          </p:nvSpPr>
          <p:spPr>
            <a:xfrm>
              <a:off x="1457802" y="3348348"/>
              <a:ext cx="25662" cy="25479"/>
            </a:xfrm>
            <a:custGeom>
              <a:avLst/>
              <a:gdLst/>
              <a:ahLst/>
              <a:cxnLst/>
              <a:rect l="l" t="t" r="r" b="b"/>
              <a:pathLst>
                <a:path w="982" h="975" extrusionOk="0">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77"/>
            <p:cNvSpPr/>
            <p:nvPr/>
          </p:nvSpPr>
          <p:spPr>
            <a:xfrm>
              <a:off x="1441470" y="3400744"/>
              <a:ext cx="58589" cy="135471"/>
            </a:xfrm>
            <a:custGeom>
              <a:avLst/>
              <a:gdLst/>
              <a:ahLst/>
              <a:cxnLst/>
              <a:rect l="l" t="t" r="r" b="b"/>
              <a:pathLst>
                <a:path w="2242" h="5184" extrusionOk="0">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77"/>
            <p:cNvSpPr/>
            <p:nvPr/>
          </p:nvSpPr>
          <p:spPr>
            <a:xfrm>
              <a:off x="1470607" y="3400744"/>
              <a:ext cx="29451" cy="135471"/>
            </a:xfrm>
            <a:custGeom>
              <a:avLst/>
              <a:gdLst/>
              <a:ahLst/>
              <a:cxnLst/>
              <a:rect l="l" t="t" r="r" b="b"/>
              <a:pathLst>
                <a:path w="1127" h="5184" extrusionOk="0">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77"/>
            <p:cNvSpPr/>
            <p:nvPr/>
          </p:nvSpPr>
          <p:spPr>
            <a:xfrm>
              <a:off x="1499771" y="3348296"/>
              <a:ext cx="58824" cy="187919"/>
            </a:xfrm>
            <a:custGeom>
              <a:avLst/>
              <a:gdLst/>
              <a:ahLst/>
              <a:cxnLst/>
              <a:rect l="l" t="t" r="r" b="b"/>
              <a:pathLst>
                <a:path w="2251" h="7191" extrusionOk="0">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77"/>
            <p:cNvSpPr/>
            <p:nvPr/>
          </p:nvSpPr>
          <p:spPr>
            <a:xfrm>
              <a:off x="1516104" y="3348348"/>
              <a:ext cx="25897" cy="25479"/>
            </a:xfrm>
            <a:custGeom>
              <a:avLst/>
              <a:gdLst/>
              <a:ahLst/>
              <a:cxnLst/>
              <a:rect l="l" t="t" r="r" b="b"/>
              <a:pathLst>
                <a:path w="991" h="975" extrusionOk="0">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77"/>
            <p:cNvSpPr/>
            <p:nvPr/>
          </p:nvSpPr>
          <p:spPr>
            <a:xfrm>
              <a:off x="1499771" y="3400744"/>
              <a:ext cx="58824" cy="135471"/>
            </a:xfrm>
            <a:custGeom>
              <a:avLst/>
              <a:gdLst/>
              <a:ahLst/>
              <a:cxnLst/>
              <a:rect l="l" t="t" r="r" b="b"/>
              <a:pathLst>
                <a:path w="2251" h="5184" extrusionOk="0">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77"/>
            <p:cNvSpPr/>
            <p:nvPr/>
          </p:nvSpPr>
          <p:spPr>
            <a:xfrm>
              <a:off x="1529432" y="3400744"/>
              <a:ext cx="29164" cy="135471"/>
            </a:xfrm>
            <a:custGeom>
              <a:avLst/>
              <a:gdLst/>
              <a:ahLst/>
              <a:cxnLst/>
              <a:rect l="l" t="t" r="r" b="b"/>
              <a:pathLst>
                <a:path w="1116" h="5184" extrusionOk="0">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77"/>
            <p:cNvSpPr/>
            <p:nvPr/>
          </p:nvSpPr>
          <p:spPr>
            <a:xfrm>
              <a:off x="1558569" y="3348296"/>
              <a:ext cx="58824" cy="187919"/>
            </a:xfrm>
            <a:custGeom>
              <a:avLst/>
              <a:gdLst/>
              <a:ahLst/>
              <a:cxnLst/>
              <a:rect l="l" t="t" r="r" b="b"/>
              <a:pathLst>
                <a:path w="2251" h="7191" extrusionOk="0">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77"/>
            <p:cNvSpPr/>
            <p:nvPr/>
          </p:nvSpPr>
          <p:spPr>
            <a:xfrm>
              <a:off x="1575163" y="3348348"/>
              <a:ext cx="25662" cy="25479"/>
            </a:xfrm>
            <a:custGeom>
              <a:avLst/>
              <a:gdLst/>
              <a:ahLst/>
              <a:cxnLst/>
              <a:rect l="l" t="t" r="r" b="b"/>
              <a:pathLst>
                <a:path w="982" h="975" extrusionOk="0">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5" name="Google Shape;14215;p77"/>
            <p:cNvSpPr/>
            <p:nvPr/>
          </p:nvSpPr>
          <p:spPr>
            <a:xfrm>
              <a:off x="1558569" y="3400744"/>
              <a:ext cx="58824" cy="135471"/>
            </a:xfrm>
            <a:custGeom>
              <a:avLst/>
              <a:gdLst/>
              <a:ahLst/>
              <a:cxnLst/>
              <a:rect l="l" t="t" r="r" b="b"/>
              <a:pathLst>
                <a:path w="2251" h="5184" extrusionOk="0">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6" name="Google Shape;14216;p77"/>
            <p:cNvSpPr/>
            <p:nvPr/>
          </p:nvSpPr>
          <p:spPr>
            <a:xfrm>
              <a:off x="1587968" y="3400744"/>
              <a:ext cx="29425" cy="135471"/>
            </a:xfrm>
            <a:custGeom>
              <a:avLst/>
              <a:gdLst/>
              <a:ahLst/>
              <a:cxnLst/>
              <a:rect l="l" t="t" r="r" b="b"/>
              <a:pathLst>
                <a:path w="1126" h="5184" extrusionOk="0">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77"/>
            <p:cNvSpPr/>
            <p:nvPr/>
          </p:nvSpPr>
          <p:spPr>
            <a:xfrm>
              <a:off x="1316818" y="3475117"/>
              <a:ext cx="310872" cy="240027"/>
            </a:xfrm>
            <a:custGeom>
              <a:avLst/>
              <a:gdLst/>
              <a:ahLst/>
              <a:cxnLst/>
              <a:rect l="l" t="t" r="r" b="b"/>
              <a:pathLst>
                <a:path w="11896" h="9185" extrusionOk="0">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77"/>
            <p:cNvSpPr/>
            <p:nvPr/>
          </p:nvSpPr>
          <p:spPr>
            <a:xfrm>
              <a:off x="1347994" y="3474882"/>
              <a:ext cx="279696" cy="210367"/>
            </a:xfrm>
            <a:custGeom>
              <a:avLst/>
              <a:gdLst/>
              <a:ahLst/>
              <a:cxnLst/>
              <a:rect l="l" t="t" r="r" b="b"/>
              <a:pathLst>
                <a:path w="10703" h="8050" extrusionOk="0">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9" name="Google Shape;14219;p77"/>
            <p:cNvSpPr/>
            <p:nvPr/>
          </p:nvSpPr>
          <p:spPr>
            <a:xfrm>
              <a:off x="1316818" y="3581921"/>
              <a:ext cx="310872" cy="41002"/>
            </a:xfrm>
            <a:custGeom>
              <a:avLst/>
              <a:gdLst/>
              <a:ahLst/>
              <a:cxnLst/>
              <a:rect l="l" t="t" r="r" b="b"/>
              <a:pathLst>
                <a:path w="11896" h="1569" extrusionOk="0">
                  <a:moveTo>
                    <a:pt x="1" y="1"/>
                  </a:moveTo>
                  <a:lnTo>
                    <a:pt x="1" y="1568"/>
                  </a:lnTo>
                  <a:lnTo>
                    <a:pt x="11896" y="1568"/>
                  </a:lnTo>
                  <a:lnTo>
                    <a:pt x="11896"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0" name="Google Shape;14220;p77"/>
            <p:cNvSpPr/>
            <p:nvPr/>
          </p:nvSpPr>
          <p:spPr>
            <a:xfrm>
              <a:off x="1316818" y="3581921"/>
              <a:ext cx="31202" cy="41002"/>
            </a:xfrm>
            <a:custGeom>
              <a:avLst/>
              <a:gdLst/>
              <a:ahLst/>
              <a:cxnLst/>
              <a:rect l="l" t="t" r="r" b="b"/>
              <a:pathLst>
                <a:path w="1194" h="1569" extrusionOk="0">
                  <a:moveTo>
                    <a:pt x="1" y="1"/>
                  </a:moveTo>
                  <a:lnTo>
                    <a:pt x="1" y="1568"/>
                  </a:lnTo>
                  <a:lnTo>
                    <a:pt x="1193" y="1568"/>
                  </a:lnTo>
                  <a:lnTo>
                    <a:pt x="1193"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1" name="Google Shape;14221;p77"/>
          <p:cNvGrpSpPr/>
          <p:nvPr/>
        </p:nvGrpSpPr>
        <p:grpSpPr>
          <a:xfrm>
            <a:off x="3105248" y="3348244"/>
            <a:ext cx="305620" cy="366430"/>
            <a:chOff x="3105248" y="3348244"/>
            <a:chExt cx="305620" cy="366430"/>
          </a:xfrm>
        </p:grpSpPr>
        <p:sp>
          <p:nvSpPr>
            <p:cNvPr id="14222" name="Google Shape;14222;p77"/>
            <p:cNvSpPr/>
            <p:nvPr/>
          </p:nvSpPr>
          <p:spPr>
            <a:xfrm>
              <a:off x="3198750" y="3348244"/>
              <a:ext cx="99774" cy="238485"/>
            </a:xfrm>
            <a:custGeom>
              <a:avLst/>
              <a:gdLst/>
              <a:ahLst/>
              <a:cxnLst/>
              <a:rect l="l" t="t" r="r" b="b"/>
              <a:pathLst>
                <a:path w="3818" h="9126" extrusionOk="0">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3" name="Google Shape;14223;p77"/>
            <p:cNvSpPr/>
            <p:nvPr/>
          </p:nvSpPr>
          <p:spPr>
            <a:xfrm>
              <a:off x="3223366" y="3348244"/>
              <a:ext cx="69147" cy="208328"/>
            </a:xfrm>
            <a:custGeom>
              <a:avLst/>
              <a:gdLst/>
              <a:ahLst/>
              <a:cxnLst/>
              <a:rect l="l" t="t" r="r" b="b"/>
              <a:pathLst>
                <a:path w="2646" h="7972" extrusionOk="0">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77"/>
            <p:cNvSpPr/>
            <p:nvPr/>
          </p:nvSpPr>
          <p:spPr>
            <a:xfrm>
              <a:off x="3224124" y="3348244"/>
              <a:ext cx="99277" cy="238485"/>
            </a:xfrm>
            <a:custGeom>
              <a:avLst/>
              <a:gdLst/>
              <a:ahLst/>
              <a:cxnLst/>
              <a:rect l="l" t="t" r="r" b="b"/>
              <a:pathLst>
                <a:path w="3799" h="9126" extrusionOk="0">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77"/>
            <p:cNvSpPr/>
            <p:nvPr/>
          </p:nvSpPr>
          <p:spPr>
            <a:xfrm>
              <a:off x="3242469" y="3355770"/>
              <a:ext cx="80697" cy="230959"/>
            </a:xfrm>
            <a:custGeom>
              <a:avLst/>
              <a:gdLst/>
              <a:ahLst/>
              <a:cxnLst/>
              <a:rect l="l" t="t" r="r" b="b"/>
              <a:pathLst>
                <a:path w="3088" h="8838" extrusionOk="0">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6" name="Google Shape;14226;p77"/>
            <p:cNvSpPr/>
            <p:nvPr/>
          </p:nvSpPr>
          <p:spPr>
            <a:xfrm>
              <a:off x="3235675" y="3503000"/>
              <a:ext cx="175192" cy="211255"/>
            </a:xfrm>
            <a:custGeom>
              <a:avLst/>
              <a:gdLst/>
              <a:ahLst/>
              <a:cxnLst/>
              <a:rect l="l" t="t" r="r" b="b"/>
              <a:pathLst>
                <a:path w="6704" h="8084" extrusionOk="0">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7" name="Google Shape;14227;p77"/>
            <p:cNvSpPr/>
            <p:nvPr/>
          </p:nvSpPr>
          <p:spPr>
            <a:xfrm>
              <a:off x="3105248" y="3502739"/>
              <a:ext cx="181725" cy="211935"/>
            </a:xfrm>
            <a:custGeom>
              <a:avLst/>
              <a:gdLst/>
              <a:ahLst/>
              <a:cxnLst/>
              <a:rect l="l" t="t" r="r" b="b"/>
              <a:pathLst>
                <a:path w="6954" h="8110" extrusionOk="0">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77"/>
            <p:cNvSpPr/>
            <p:nvPr/>
          </p:nvSpPr>
          <p:spPr>
            <a:xfrm>
              <a:off x="3253288" y="3522365"/>
              <a:ext cx="15836" cy="16124"/>
            </a:xfrm>
            <a:custGeom>
              <a:avLst/>
              <a:gdLst/>
              <a:ahLst/>
              <a:cxnLst/>
              <a:rect l="l" t="t" r="r" b="b"/>
              <a:pathLst>
                <a:path w="606" h="617" extrusionOk="0">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9" name="Google Shape;14229;p77"/>
          <p:cNvGrpSpPr/>
          <p:nvPr/>
        </p:nvGrpSpPr>
        <p:grpSpPr>
          <a:xfrm>
            <a:off x="2661988" y="3348218"/>
            <a:ext cx="304078" cy="366665"/>
            <a:chOff x="2661988" y="3348218"/>
            <a:chExt cx="304078" cy="366665"/>
          </a:xfrm>
        </p:grpSpPr>
        <p:sp>
          <p:nvSpPr>
            <p:cNvPr id="14230" name="Google Shape;14230;p77"/>
            <p:cNvSpPr/>
            <p:nvPr/>
          </p:nvSpPr>
          <p:spPr>
            <a:xfrm>
              <a:off x="2801954" y="3540971"/>
              <a:ext cx="24146" cy="173912"/>
            </a:xfrm>
            <a:custGeom>
              <a:avLst/>
              <a:gdLst/>
              <a:ahLst/>
              <a:cxnLst/>
              <a:rect l="l" t="t" r="r" b="b"/>
              <a:pathLst>
                <a:path w="924" h="6655" extrusionOk="0">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77"/>
            <p:cNvSpPr/>
            <p:nvPr/>
          </p:nvSpPr>
          <p:spPr>
            <a:xfrm>
              <a:off x="2801954" y="3540971"/>
              <a:ext cx="24146" cy="39721"/>
            </a:xfrm>
            <a:custGeom>
              <a:avLst/>
              <a:gdLst/>
              <a:ahLst/>
              <a:cxnLst/>
              <a:rect l="l" t="t" r="r" b="b"/>
              <a:pathLst>
                <a:path w="924" h="1520" extrusionOk="0">
                  <a:moveTo>
                    <a:pt x="1" y="0"/>
                  </a:moveTo>
                  <a:lnTo>
                    <a:pt x="1" y="1520"/>
                  </a:lnTo>
                  <a:lnTo>
                    <a:pt x="924" y="1520"/>
                  </a:lnTo>
                  <a:lnTo>
                    <a:pt x="924"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2" name="Google Shape;14232;p77"/>
            <p:cNvSpPr/>
            <p:nvPr/>
          </p:nvSpPr>
          <p:spPr>
            <a:xfrm>
              <a:off x="2809245" y="3348218"/>
              <a:ext cx="11080" cy="39669"/>
            </a:xfrm>
            <a:custGeom>
              <a:avLst/>
              <a:gdLst/>
              <a:ahLst/>
              <a:cxnLst/>
              <a:rect l="l" t="t" r="r" b="b"/>
              <a:pathLst>
                <a:path w="424" h="1518" extrusionOk="0">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3" name="Google Shape;14233;p77"/>
            <p:cNvSpPr/>
            <p:nvPr/>
          </p:nvSpPr>
          <p:spPr>
            <a:xfrm>
              <a:off x="2852207" y="3359585"/>
              <a:ext cx="24173" cy="37579"/>
            </a:xfrm>
            <a:custGeom>
              <a:avLst/>
              <a:gdLst/>
              <a:ahLst/>
              <a:cxnLst/>
              <a:rect l="l" t="t" r="r" b="b"/>
              <a:pathLst>
                <a:path w="925" h="1438" extrusionOk="0">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77"/>
            <p:cNvSpPr/>
            <p:nvPr/>
          </p:nvSpPr>
          <p:spPr>
            <a:xfrm>
              <a:off x="2889158" y="3390970"/>
              <a:ext cx="35540" cy="31411"/>
            </a:xfrm>
            <a:custGeom>
              <a:avLst/>
              <a:gdLst/>
              <a:ahLst/>
              <a:cxnLst/>
              <a:rect l="l" t="t" r="r" b="b"/>
              <a:pathLst>
                <a:path w="1360" h="1202" extrusionOk="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5" name="Google Shape;14235;p77"/>
            <p:cNvSpPr/>
            <p:nvPr/>
          </p:nvSpPr>
          <p:spPr>
            <a:xfrm>
              <a:off x="2915290" y="3438479"/>
              <a:ext cx="40688" cy="22056"/>
            </a:xfrm>
            <a:custGeom>
              <a:avLst/>
              <a:gdLst/>
              <a:ahLst/>
              <a:cxnLst/>
              <a:rect l="l" t="t" r="r" b="b"/>
              <a:pathLst>
                <a:path w="1557" h="844" extrusionOk="0">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6" name="Google Shape;14236;p77"/>
            <p:cNvSpPr/>
            <p:nvPr/>
          </p:nvSpPr>
          <p:spPr>
            <a:xfrm>
              <a:off x="2922817" y="3493723"/>
              <a:ext cx="43249" cy="11080"/>
            </a:xfrm>
            <a:custGeom>
              <a:avLst/>
              <a:gdLst/>
              <a:ahLst/>
              <a:cxnLst/>
              <a:rect l="l" t="t" r="r" b="b"/>
              <a:pathLst>
                <a:path w="1655" h="424" extrusionOk="0">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77"/>
            <p:cNvSpPr/>
            <p:nvPr/>
          </p:nvSpPr>
          <p:spPr>
            <a:xfrm>
              <a:off x="2912912" y="3538149"/>
              <a:ext cx="42570" cy="22160"/>
            </a:xfrm>
            <a:custGeom>
              <a:avLst/>
              <a:gdLst/>
              <a:ahLst/>
              <a:cxnLst/>
              <a:rect l="l" t="t" r="r" b="b"/>
              <a:pathLst>
                <a:path w="1629" h="848" extrusionOk="0">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8" name="Google Shape;14238;p77"/>
            <p:cNvSpPr/>
            <p:nvPr/>
          </p:nvSpPr>
          <p:spPr>
            <a:xfrm>
              <a:off x="2887825" y="3575649"/>
              <a:ext cx="35880" cy="31411"/>
            </a:xfrm>
            <a:custGeom>
              <a:avLst/>
              <a:gdLst/>
              <a:ahLst/>
              <a:cxnLst/>
              <a:rect l="l" t="t" r="r" b="b"/>
              <a:pathLst>
                <a:path w="1373" h="1202" extrusionOk="0">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9" name="Google Shape;14239;p77"/>
            <p:cNvSpPr/>
            <p:nvPr/>
          </p:nvSpPr>
          <p:spPr>
            <a:xfrm>
              <a:off x="2850926" y="3600605"/>
              <a:ext cx="24721" cy="37552"/>
            </a:xfrm>
            <a:custGeom>
              <a:avLst/>
              <a:gdLst/>
              <a:ahLst/>
              <a:cxnLst/>
              <a:rect l="l" t="t" r="r" b="b"/>
              <a:pathLst>
                <a:path w="946" h="1437" extrusionOk="0">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77"/>
            <p:cNvSpPr/>
            <p:nvPr/>
          </p:nvSpPr>
          <p:spPr>
            <a:xfrm>
              <a:off x="2751021" y="3600083"/>
              <a:ext cx="24068" cy="37317"/>
            </a:xfrm>
            <a:custGeom>
              <a:avLst/>
              <a:gdLst/>
              <a:ahLst/>
              <a:cxnLst/>
              <a:rect l="l" t="t" r="r" b="b"/>
              <a:pathLst>
                <a:path w="921" h="1428" extrusionOk="0">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77"/>
            <p:cNvSpPr/>
            <p:nvPr/>
          </p:nvSpPr>
          <p:spPr>
            <a:xfrm>
              <a:off x="2703147" y="3574525"/>
              <a:ext cx="36063" cy="31411"/>
            </a:xfrm>
            <a:custGeom>
              <a:avLst/>
              <a:gdLst/>
              <a:ahLst/>
              <a:cxnLst/>
              <a:rect l="l" t="t" r="r" b="b"/>
              <a:pathLst>
                <a:path w="1380" h="1202" extrusionOk="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77"/>
            <p:cNvSpPr/>
            <p:nvPr/>
          </p:nvSpPr>
          <p:spPr>
            <a:xfrm>
              <a:off x="2671814" y="3536607"/>
              <a:ext cx="40714" cy="22186"/>
            </a:xfrm>
            <a:custGeom>
              <a:avLst/>
              <a:gdLst/>
              <a:ahLst/>
              <a:cxnLst/>
              <a:rect l="l" t="t" r="r" b="b"/>
              <a:pathLst>
                <a:path w="1558" h="849" extrusionOk="0">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77"/>
            <p:cNvSpPr/>
            <p:nvPr/>
          </p:nvSpPr>
          <p:spPr>
            <a:xfrm>
              <a:off x="2661988" y="3492208"/>
              <a:ext cx="41498" cy="11080"/>
            </a:xfrm>
            <a:custGeom>
              <a:avLst/>
              <a:gdLst/>
              <a:ahLst/>
              <a:cxnLst/>
              <a:rect l="l" t="t" r="r" b="b"/>
              <a:pathLst>
                <a:path w="1588" h="424" extrusionOk="0">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4" name="Google Shape;14244;p77"/>
            <p:cNvSpPr/>
            <p:nvPr/>
          </p:nvSpPr>
          <p:spPr>
            <a:xfrm>
              <a:off x="2672363" y="3436728"/>
              <a:ext cx="42570" cy="22134"/>
            </a:xfrm>
            <a:custGeom>
              <a:avLst/>
              <a:gdLst/>
              <a:ahLst/>
              <a:cxnLst/>
              <a:rect l="l" t="t" r="r" b="b"/>
              <a:pathLst>
                <a:path w="1629" h="847" extrusionOk="0">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5" name="Google Shape;14245;p77"/>
            <p:cNvSpPr/>
            <p:nvPr/>
          </p:nvSpPr>
          <p:spPr>
            <a:xfrm>
              <a:off x="2704349" y="3390082"/>
              <a:ext cx="35932" cy="31411"/>
            </a:xfrm>
            <a:custGeom>
              <a:avLst/>
              <a:gdLst/>
              <a:ahLst/>
              <a:cxnLst/>
              <a:rect l="l" t="t" r="r" b="b"/>
              <a:pathLst>
                <a:path w="1375" h="1202" extrusionOk="0">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77"/>
            <p:cNvSpPr/>
            <p:nvPr/>
          </p:nvSpPr>
          <p:spPr>
            <a:xfrm>
              <a:off x="2752433" y="3358958"/>
              <a:ext cx="24669" cy="37526"/>
            </a:xfrm>
            <a:custGeom>
              <a:avLst/>
              <a:gdLst/>
              <a:ahLst/>
              <a:cxnLst/>
              <a:rect l="l" t="t" r="r" b="b"/>
              <a:pathLst>
                <a:path w="944" h="1436" extrusionOk="0">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77"/>
            <p:cNvSpPr/>
            <p:nvPr/>
          </p:nvSpPr>
          <p:spPr>
            <a:xfrm>
              <a:off x="2727816" y="3415796"/>
              <a:ext cx="172422" cy="159591"/>
            </a:xfrm>
            <a:custGeom>
              <a:avLst/>
              <a:gdLst/>
              <a:ahLst/>
              <a:cxnLst/>
              <a:rect l="l" t="t" r="r" b="b"/>
              <a:pathLst>
                <a:path w="6598" h="6107" extrusionOk="0">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8" name="Google Shape;14248;p77"/>
            <p:cNvSpPr/>
            <p:nvPr/>
          </p:nvSpPr>
          <p:spPr>
            <a:xfrm>
              <a:off x="2727816" y="3467330"/>
              <a:ext cx="59582" cy="108058"/>
            </a:xfrm>
            <a:custGeom>
              <a:avLst/>
              <a:gdLst/>
              <a:ahLst/>
              <a:cxnLst/>
              <a:rect l="l" t="t" r="r" b="b"/>
              <a:pathLst>
                <a:path w="2280" h="4135" extrusionOk="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9" name="Google Shape;14249;p77"/>
          <p:cNvGrpSpPr/>
          <p:nvPr/>
        </p:nvGrpSpPr>
        <p:grpSpPr>
          <a:xfrm>
            <a:off x="2212927" y="3348897"/>
            <a:ext cx="307606" cy="366482"/>
            <a:chOff x="2212927" y="3348897"/>
            <a:chExt cx="307606" cy="366482"/>
          </a:xfrm>
        </p:grpSpPr>
        <p:sp>
          <p:nvSpPr>
            <p:cNvPr id="14250" name="Google Shape;14250;p77"/>
            <p:cNvSpPr/>
            <p:nvPr/>
          </p:nvSpPr>
          <p:spPr>
            <a:xfrm>
              <a:off x="2234539" y="3408218"/>
              <a:ext cx="222936" cy="219905"/>
            </a:xfrm>
            <a:custGeom>
              <a:avLst/>
              <a:gdLst/>
              <a:ahLst/>
              <a:cxnLst/>
              <a:rect l="l" t="t" r="r" b="b"/>
              <a:pathLst>
                <a:path w="8531" h="8415" extrusionOk="0">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1" name="Google Shape;14251;p77"/>
            <p:cNvSpPr/>
            <p:nvPr/>
          </p:nvSpPr>
          <p:spPr>
            <a:xfrm>
              <a:off x="2330288" y="3408218"/>
              <a:ext cx="127187" cy="126246"/>
            </a:xfrm>
            <a:custGeom>
              <a:avLst/>
              <a:gdLst/>
              <a:ahLst/>
              <a:cxnLst/>
              <a:rect l="l" t="t" r="r" b="b"/>
              <a:pathLst>
                <a:path w="4867" h="4831" extrusionOk="0">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2" name="Google Shape;14252;p77"/>
            <p:cNvSpPr/>
            <p:nvPr/>
          </p:nvSpPr>
          <p:spPr>
            <a:xfrm>
              <a:off x="2212927" y="3640797"/>
              <a:ext cx="53049" cy="74582"/>
            </a:xfrm>
            <a:custGeom>
              <a:avLst/>
              <a:gdLst/>
              <a:ahLst/>
              <a:cxnLst/>
              <a:rect l="l" t="t" r="r" b="b"/>
              <a:pathLst>
                <a:path w="2030" h="2854" extrusionOk="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3" name="Google Shape;14253;p77"/>
            <p:cNvSpPr/>
            <p:nvPr/>
          </p:nvSpPr>
          <p:spPr>
            <a:xfrm>
              <a:off x="2233284" y="3652295"/>
              <a:ext cx="32457" cy="54800"/>
            </a:xfrm>
            <a:custGeom>
              <a:avLst/>
              <a:gdLst/>
              <a:ahLst/>
              <a:cxnLst/>
              <a:rect l="l" t="t" r="r" b="b"/>
              <a:pathLst>
                <a:path w="1242" h="2097" extrusionOk="0">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77"/>
            <p:cNvSpPr/>
            <p:nvPr/>
          </p:nvSpPr>
          <p:spPr>
            <a:xfrm>
              <a:off x="2229756" y="3408218"/>
              <a:ext cx="201586" cy="219722"/>
            </a:xfrm>
            <a:custGeom>
              <a:avLst/>
              <a:gdLst/>
              <a:ahLst/>
              <a:cxnLst/>
              <a:rect l="l" t="t" r="r" b="b"/>
              <a:pathLst>
                <a:path w="7714" h="8408" extrusionOk="0">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77"/>
            <p:cNvSpPr/>
            <p:nvPr/>
          </p:nvSpPr>
          <p:spPr>
            <a:xfrm>
              <a:off x="2330288" y="3408035"/>
              <a:ext cx="101054" cy="90236"/>
            </a:xfrm>
            <a:custGeom>
              <a:avLst/>
              <a:gdLst/>
              <a:ahLst/>
              <a:cxnLst/>
              <a:rect l="l" t="t" r="r" b="b"/>
              <a:pathLst>
                <a:path w="3867" h="3453" extrusionOk="0">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6" name="Google Shape;14256;p77"/>
            <p:cNvSpPr/>
            <p:nvPr/>
          </p:nvSpPr>
          <p:spPr>
            <a:xfrm>
              <a:off x="2389086" y="3348897"/>
              <a:ext cx="131446" cy="126142"/>
            </a:xfrm>
            <a:custGeom>
              <a:avLst/>
              <a:gdLst/>
              <a:ahLst/>
              <a:cxnLst/>
              <a:rect l="l" t="t" r="r" b="b"/>
              <a:pathLst>
                <a:path w="5030" h="4827" extrusionOk="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7" name="Google Shape;14257;p77"/>
            <p:cNvSpPr/>
            <p:nvPr/>
          </p:nvSpPr>
          <p:spPr>
            <a:xfrm>
              <a:off x="2450158" y="3352738"/>
              <a:ext cx="70140" cy="85479"/>
            </a:xfrm>
            <a:custGeom>
              <a:avLst/>
              <a:gdLst/>
              <a:ahLst/>
              <a:cxnLst/>
              <a:rect l="l" t="t" r="r" b="b"/>
              <a:pathLst>
                <a:path w="2684" h="3271" extrusionOk="0">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77"/>
            <p:cNvSpPr/>
            <p:nvPr/>
          </p:nvSpPr>
          <p:spPr>
            <a:xfrm>
              <a:off x="2356159" y="3369908"/>
              <a:ext cx="139992" cy="137405"/>
            </a:xfrm>
            <a:custGeom>
              <a:avLst/>
              <a:gdLst/>
              <a:ahLst/>
              <a:cxnLst/>
              <a:rect l="l" t="t" r="r" b="b"/>
              <a:pathLst>
                <a:path w="5357" h="5258" extrusionOk="0">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77"/>
            <p:cNvSpPr/>
            <p:nvPr/>
          </p:nvSpPr>
          <p:spPr>
            <a:xfrm>
              <a:off x="2372492" y="3386476"/>
              <a:ext cx="123659" cy="120837"/>
            </a:xfrm>
            <a:custGeom>
              <a:avLst/>
              <a:gdLst/>
              <a:ahLst/>
              <a:cxnLst/>
              <a:rect l="l" t="t" r="r" b="b"/>
              <a:pathLst>
                <a:path w="4732" h="4624" extrusionOk="0">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0" name="Google Shape;14260;p77"/>
          <p:cNvGrpSpPr/>
          <p:nvPr/>
        </p:nvGrpSpPr>
        <p:grpSpPr>
          <a:xfrm>
            <a:off x="1764389" y="3348218"/>
            <a:ext cx="310114" cy="366665"/>
            <a:chOff x="1764389" y="3348218"/>
            <a:chExt cx="310114" cy="366665"/>
          </a:xfrm>
        </p:grpSpPr>
        <p:sp>
          <p:nvSpPr>
            <p:cNvPr id="14261" name="Google Shape;14261;p77"/>
            <p:cNvSpPr/>
            <p:nvPr/>
          </p:nvSpPr>
          <p:spPr>
            <a:xfrm>
              <a:off x="1782734" y="3556441"/>
              <a:ext cx="37918" cy="23598"/>
            </a:xfrm>
            <a:custGeom>
              <a:avLst/>
              <a:gdLst/>
              <a:ahLst/>
              <a:cxnLst/>
              <a:rect l="l" t="t" r="r" b="b"/>
              <a:pathLst>
                <a:path w="1451" h="903" extrusionOk="0">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2" name="Google Shape;14262;p77"/>
            <p:cNvSpPr/>
            <p:nvPr/>
          </p:nvSpPr>
          <p:spPr>
            <a:xfrm>
              <a:off x="2016933" y="3558218"/>
              <a:ext cx="37971" cy="23833"/>
            </a:xfrm>
            <a:custGeom>
              <a:avLst/>
              <a:gdLst/>
              <a:ahLst/>
              <a:cxnLst/>
              <a:rect l="l" t="t" r="r" b="b"/>
              <a:pathLst>
                <a:path w="1453" h="912" extrusionOk="0">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77"/>
            <p:cNvSpPr/>
            <p:nvPr/>
          </p:nvSpPr>
          <p:spPr>
            <a:xfrm>
              <a:off x="1915147" y="3348218"/>
              <a:ext cx="11080" cy="36089"/>
            </a:xfrm>
            <a:custGeom>
              <a:avLst/>
              <a:gdLst/>
              <a:ahLst/>
              <a:cxnLst/>
              <a:rect l="l" t="t" r="r" b="b"/>
              <a:pathLst>
                <a:path w="424" h="1381" extrusionOk="0">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77"/>
            <p:cNvSpPr/>
            <p:nvPr/>
          </p:nvSpPr>
          <p:spPr>
            <a:xfrm>
              <a:off x="1839363" y="3367399"/>
              <a:ext cx="27126" cy="32796"/>
            </a:xfrm>
            <a:custGeom>
              <a:avLst/>
              <a:gdLst/>
              <a:ahLst/>
              <a:cxnLst/>
              <a:rect l="l" t="t" r="r" b="b"/>
              <a:pathLst>
                <a:path w="1038" h="1255" extrusionOk="0">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77"/>
            <p:cNvSpPr/>
            <p:nvPr/>
          </p:nvSpPr>
          <p:spPr>
            <a:xfrm>
              <a:off x="1783988" y="3420997"/>
              <a:ext cx="37971" cy="23754"/>
            </a:xfrm>
            <a:custGeom>
              <a:avLst/>
              <a:gdLst/>
              <a:ahLst/>
              <a:cxnLst/>
              <a:rect l="l" t="t" r="r" b="b"/>
              <a:pathLst>
                <a:path w="1453" h="909" extrusionOk="0">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77"/>
            <p:cNvSpPr/>
            <p:nvPr/>
          </p:nvSpPr>
          <p:spPr>
            <a:xfrm>
              <a:off x="1764389" y="3494716"/>
              <a:ext cx="37971" cy="11106"/>
            </a:xfrm>
            <a:custGeom>
              <a:avLst/>
              <a:gdLst/>
              <a:ahLst/>
              <a:cxnLst/>
              <a:rect l="l" t="t" r="r" b="b"/>
              <a:pathLst>
                <a:path w="1453" h="425" extrusionOk="0">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7" name="Google Shape;14267;p77"/>
            <p:cNvSpPr/>
            <p:nvPr/>
          </p:nvSpPr>
          <p:spPr>
            <a:xfrm>
              <a:off x="2034756" y="3496990"/>
              <a:ext cx="39748" cy="11342"/>
            </a:xfrm>
            <a:custGeom>
              <a:avLst/>
              <a:gdLst/>
              <a:ahLst/>
              <a:cxnLst/>
              <a:rect l="l" t="t" r="r" b="b"/>
              <a:pathLst>
                <a:path w="1521" h="434" extrusionOk="0">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8" name="Google Shape;14268;p77"/>
            <p:cNvSpPr/>
            <p:nvPr/>
          </p:nvSpPr>
          <p:spPr>
            <a:xfrm>
              <a:off x="2018684" y="3423009"/>
              <a:ext cx="37448" cy="23754"/>
            </a:xfrm>
            <a:custGeom>
              <a:avLst/>
              <a:gdLst/>
              <a:ahLst/>
              <a:cxnLst/>
              <a:rect l="l" t="t" r="r" b="b"/>
              <a:pathLst>
                <a:path w="1433" h="909" extrusionOk="0">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9" name="Google Shape;14269;p77"/>
            <p:cNvSpPr/>
            <p:nvPr/>
          </p:nvSpPr>
          <p:spPr>
            <a:xfrm>
              <a:off x="1974573" y="3368627"/>
              <a:ext cx="26054" cy="32822"/>
            </a:xfrm>
            <a:custGeom>
              <a:avLst/>
              <a:gdLst/>
              <a:ahLst/>
              <a:cxnLst/>
              <a:rect l="l" t="t" r="r" b="b"/>
              <a:pathLst>
                <a:path w="997" h="1256" extrusionOk="0">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0" name="Google Shape;14270;p77"/>
            <p:cNvSpPr/>
            <p:nvPr/>
          </p:nvSpPr>
          <p:spPr>
            <a:xfrm>
              <a:off x="1820914" y="3408009"/>
              <a:ext cx="218651" cy="273450"/>
            </a:xfrm>
            <a:custGeom>
              <a:avLst/>
              <a:gdLst/>
              <a:ahLst/>
              <a:cxnLst/>
              <a:rect l="l" t="t" r="r" b="b"/>
              <a:pathLst>
                <a:path w="8367" h="10464" extrusionOk="0">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77"/>
            <p:cNvSpPr/>
            <p:nvPr/>
          </p:nvSpPr>
          <p:spPr>
            <a:xfrm>
              <a:off x="1829720" y="3409028"/>
              <a:ext cx="209844" cy="272431"/>
            </a:xfrm>
            <a:custGeom>
              <a:avLst/>
              <a:gdLst/>
              <a:ahLst/>
              <a:cxnLst/>
              <a:rect l="l" t="t" r="r" b="b"/>
              <a:pathLst>
                <a:path w="8030" h="10425" extrusionOk="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77"/>
            <p:cNvSpPr/>
            <p:nvPr/>
          </p:nvSpPr>
          <p:spPr>
            <a:xfrm>
              <a:off x="1865652" y="3465579"/>
              <a:ext cx="110096" cy="161290"/>
            </a:xfrm>
            <a:custGeom>
              <a:avLst/>
              <a:gdLst/>
              <a:ahLst/>
              <a:cxnLst/>
              <a:rect l="l" t="t" r="r" b="b"/>
              <a:pathLst>
                <a:path w="4213" h="6172" extrusionOk="0">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77"/>
            <p:cNvSpPr/>
            <p:nvPr/>
          </p:nvSpPr>
          <p:spPr>
            <a:xfrm>
              <a:off x="1899311" y="3570866"/>
              <a:ext cx="11080" cy="55950"/>
            </a:xfrm>
            <a:custGeom>
              <a:avLst/>
              <a:gdLst/>
              <a:ahLst/>
              <a:cxnLst/>
              <a:rect l="l" t="t" r="r" b="b"/>
              <a:pathLst>
                <a:path w="424" h="2141" extrusionOk="0">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77"/>
            <p:cNvSpPr/>
            <p:nvPr/>
          </p:nvSpPr>
          <p:spPr>
            <a:xfrm>
              <a:off x="1899311" y="3584429"/>
              <a:ext cx="5305" cy="42518"/>
            </a:xfrm>
            <a:custGeom>
              <a:avLst/>
              <a:gdLst/>
              <a:ahLst/>
              <a:cxnLst/>
              <a:rect l="l" t="t" r="r" b="b"/>
              <a:pathLst>
                <a:path w="203" h="1627" extrusionOk="0">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5" name="Google Shape;14275;p77"/>
            <p:cNvSpPr/>
            <p:nvPr/>
          </p:nvSpPr>
          <p:spPr>
            <a:xfrm>
              <a:off x="1891524" y="3678663"/>
              <a:ext cx="58328" cy="36220"/>
            </a:xfrm>
            <a:custGeom>
              <a:avLst/>
              <a:gdLst/>
              <a:ahLst/>
              <a:cxnLst/>
              <a:rect l="l" t="t" r="r" b="b"/>
              <a:pathLst>
                <a:path w="2232" h="1386" extrusionOk="0">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6" name="Google Shape;14276;p77"/>
            <p:cNvSpPr/>
            <p:nvPr/>
          </p:nvSpPr>
          <p:spPr>
            <a:xfrm>
              <a:off x="1876210" y="3611842"/>
              <a:ext cx="88720" cy="34939"/>
            </a:xfrm>
            <a:custGeom>
              <a:avLst/>
              <a:gdLst/>
              <a:ahLst/>
              <a:cxnLst/>
              <a:rect l="l" t="t" r="r" b="b"/>
              <a:pathLst>
                <a:path w="3395" h="1337" extrusionOk="0">
                  <a:moveTo>
                    <a:pt x="0" y="0"/>
                  </a:moveTo>
                  <a:lnTo>
                    <a:pt x="0" y="1337"/>
                  </a:lnTo>
                  <a:lnTo>
                    <a:pt x="3395" y="1337"/>
                  </a:lnTo>
                  <a:lnTo>
                    <a:pt x="3395"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77"/>
            <p:cNvSpPr/>
            <p:nvPr/>
          </p:nvSpPr>
          <p:spPr>
            <a:xfrm>
              <a:off x="1876445" y="3646755"/>
              <a:ext cx="88485" cy="34965"/>
            </a:xfrm>
            <a:custGeom>
              <a:avLst/>
              <a:gdLst/>
              <a:ahLst/>
              <a:cxnLst/>
              <a:rect l="l" t="t" r="r" b="b"/>
              <a:pathLst>
                <a:path w="3386" h="1338" extrusionOk="0">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77"/>
            <p:cNvSpPr/>
            <p:nvPr/>
          </p:nvSpPr>
          <p:spPr>
            <a:xfrm>
              <a:off x="1920687" y="3678663"/>
              <a:ext cx="29164" cy="32195"/>
            </a:xfrm>
            <a:custGeom>
              <a:avLst/>
              <a:gdLst/>
              <a:ahLst/>
              <a:cxnLst/>
              <a:rect l="l" t="t" r="r" b="b"/>
              <a:pathLst>
                <a:path w="1116" h="1232" extrusionOk="0">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77"/>
            <p:cNvSpPr/>
            <p:nvPr/>
          </p:nvSpPr>
          <p:spPr>
            <a:xfrm>
              <a:off x="1904590" y="3611842"/>
              <a:ext cx="60340" cy="34939"/>
            </a:xfrm>
            <a:custGeom>
              <a:avLst/>
              <a:gdLst/>
              <a:ahLst/>
              <a:cxnLst/>
              <a:rect l="l" t="t" r="r" b="b"/>
              <a:pathLst>
                <a:path w="2309" h="1337" extrusionOk="0">
                  <a:moveTo>
                    <a:pt x="1" y="0"/>
                  </a:moveTo>
                  <a:lnTo>
                    <a:pt x="1" y="1337"/>
                  </a:lnTo>
                  <a:lnTo>
                    <a:pt x="2309" y="1337"/>
                  </a:lnTo>
                  <a:lnTo>
                    <a:pt x="2309"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77"/>
            <p:cNvSpPr/>
            <p:nvPr/>
          </p:nvSpPr>
          <p:spPr>
            <a:xfrm>
              <a:off x="1904590" y="3646755"/>
              <a:ext cx="60340" cy="34965"/>
            </a:xfrm>
            <a:custGeom>
              <a:avLst/>
              <a:gdLst/>
              <a:ahLst/>
              <a:cxnLst/>
              <a:rect l="l" t="t" r="r" b="b"/>
              <a:pathLst>
                <a:path w="2309" h="1338" extrusionOk="0">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1" name="Google Shape;14281;p77"/>
          <p:cNvGrpSpPr/>
          <p:nvPr/>
        </p:nvGrpSpPr>
        <p:grpSpPr>
          <a:xfrm>
            <a:off x="2777572" y="3807287"/>
            <a:ext cx="81716" cy="366717"/>
            <a:chOff x="2777572" y="3807287"/>
            <a:chExt cx="81716" cy="366717"/>
          </a:xfrm>
        </p:grpSpPr>
        <p:sp>
          <p:nvSpPr>
            <p:cNvPr id="14282" name="Google Shape;14282;p77"/>
            <p:cNvSpPr/>
            <p:nvPr/>
          </p:nvSpPr>
          <p:spPr>
            <a:xfrm>
              <a:off x="2777572" y="3941765"/>
              <a:ext cx="81455" cy="181464"/>
            </a:xfrm>
            <a:custGeom>
              <a:avLst/>
              <a:gdLst/>
              <a:ahLst/>
              <a:cxnLst/>
              <a:rect l="l" t="t" r="r" b="b"/>
              <a:pathLst>
                <a:path w="3117" h="6944" extrusionOk="0">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77"/>
            <p:cNvSpPr/>
            <p:nvPr/>
          </p:nvSpPr>
          <p:spPr>
            <a:xfrm>
              <a:off x="2796440" y="3941765"/>
              <a:ext cx="62587" cy="181464"/>
            </a:xfrm>
            <a:custGeom>
              <a:avLst/>
              <a:gdLst/>
              <a:ahLst/>
              <a:cxnLst/>
              <a:rect l="l" t="t" r="r" b="b"/>
              <a:pathLst>
                <a:path w="2395" h="6944" extrusionOk="0">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77"/>
            <p:cNvSpPr/>
            <p:nvPr/>
          </p:nvSpPr>
          <p:spPr>
            <a:xfrm>
              <a:off x="2796440" y="3807287"/>
              <a:ext cx="42988" cy="286282"/>
            </a:xfrm>
            <a:custGeom>
              <a:avLst/>
              <a:gdLst/>
              <a:ahLst/>
              <a:cxnLst/>
              <a:rect l="l" t="t" r="r" b="b"/>
              <a:pathLst>
                <a:path w="1645" h="10955" extrusionOk="0">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77"/>
            <p:cNvSpPr/>
            <p:nvPr/>
          </p:nvSpPr>
          <p:spPr>
            <a:xfrm>
              <a:off x="2817293" y="3816878"/>
              <a:ext cx="22631" cy="259104"/>
            </a:xfrm>
            <a:custGeom>
              <a:avLst/>
              <a:gdLst/>
              <a:ahLst/>
              <a:cxnLst/>
              <a:rect l="l" t="t" r="r" b="b"/>
              <a:pathLst>
                <a:path w="866" h="9915" extrusionOk="0">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6" name="Google Shape;14286;p77"/>
            <p:cNvSpPr/>
            <p:nvPr/>
          </p:nvSpPr>
          <p:spPr>
            <a:xfrm>
              <a:off x="2796936" y="3843533"/>
              <a:ext cx="42988" cy="40479"/>
            </a:xfrm>
            <a:custGeom>
              <a:avLst/>
              <a:gdLst/>
              <a:ahLst/>
              <a:cxnLst/>
              <a:rect l="l" t="t" r="r" b="b"/>
              <a:pathLst>
                <a:path w="1645" h="1549" extrusionOk="0">
                  <a:moveTo>
                    <a:pt x="0" y="0"/>
                  </a:moveTo>
                  <a:lnTo>
                    <a:pt x="0" y="510"/>
                  </a:lnTo>
                  <a:lnTo>
                    <a:pt x="1645" y="1548"/>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7" name="Google Shape;14287;p77"/>
            <p:cNvSpPr/>
            <p:nvPr/>
          </p:nvSpPr>
          <p:spPr>
            <a:xfrm>
              <a:off x="2796936" y="3888507"/>
              <a:ext cx="42988" cy="40218"/>
            </a:xfrm>
            <a:custGeom>
              <a:avLst/>
              <a:gdLst/>
              <a:ahLst/>
              <a:cxnLst/>
              <a:rect l="l" t="t" r="r" b="b"/>
              <a:pathLst>
                <a:path w="1645" h="1539" extrusionOk="0">
                  <a:moveTo>
                    <a:pt x="0" y="0"/>
                  </a:moveTo>
                  <a:lnTo>
                    <a:pt x="0" y="510"/>
                  </a:lnTo>
                  <a:lnTo>
                    <a:pt x="1645" y="1539"/>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8" name="Google Shape;14288;p77"/>
            <p:cNvSpPr/>
            <p:nvPr/>
          </p:nvSpPr>
          <p:spPr>
            <a:xfrm>
              <a:off x="2796936" y="3933220"/>
              <a:ext cx="42988" cy="40505"/>
            </a:xfrm>
            <a:custGeom>
              <a:avLst/>
              <a:gdLst/>
              <a:ahLst/>
              <a:cxnLst/>
              <a:rect l="l" t="t" r="r" b="b"/>
              <a:pathLst>
                <a:path w="1645" h="1550" extrusionOk="0">
                  <a:moveTo>
                    <a:pt x="0" y="1"/>
                  </a:moveTo>
                  <a:lnTo>
                    <a:pt x="0" y="520"/>
                  </a:lnTo>
                  <a:lnTo>
                    <a:pt x="1645" y="1549"/>
                  </a:lnTo>
                  <a:lnTo>
                    <a:pt x="1645" y="1039"/>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77"/>
            <p:cNvSpPr/>
            <p:nvPr/>
          </p:nvSpPr>
          <p:spPr>
            <a:xfrm>
              <a:off x="2796936" y="3978455"/>
              <a:ext cx="42988" cy="40244"/>
            </a:xfrm>
            <a:custGeom>
              <a:avLst/>
              <a:gdLst/>
              <a:ahLst/>
              <a:cxnLst/>
              <a:rect l="l" t="t" r="r" b="b"/>
              <a:pathLst>
                <a:path w="1645" h="1540" extrusionOk="0">
                  <a:moveTo>
                    <a:pt x="0" y="1"/>
                  </a:moveTo>
                  <a:lnTo>
                    <a:pt x="0" y="510"/>
                  </a:lnTo>
                  <a:lnTo>
                    <a:pt x="1645" y="1539"/>
                  </a:lnTo>
                  <a:lnTo>
                    <a:pt x="1645" y="1020"/>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77"/>
            <p:cNvSpPr/>
            <p:nvPr/>
          </p:nvSpPr>
          <p:spPr>
            <a:xfrm>
              <a:off x="2777572" y="4031739"/>
              <a:ext cx="81716" cy="34207"/>
            </a:xfrm>
            <a:custGeom>
              <a:avLst/>
              <a:gdLst/>
              <a:ahLst/>
              <a:cxnLst/>
              <a:rect l="l" t="t" r="r" b="b"/>
              <a:pathLst>
                <a:path w="3127" h="1309" extrusionOk="0">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77"/>
            <p:cNvSpPr/>
            <p:nvPr/>
          </p:nvSpPr>
          <p:spPr>
            <a:xfrm>
              <a:off x="2777572" y="4114161"/>
              <a:ext cx="81455" cy="59843"/>
            </a:xfrm>
            <a:custGeom>
              <a:avLst/>
              <a:gdLst/>
              <a:ahLst/>
              <a:cxnLst/>
              <a:rect l="l" t="t" r="r" b="b"/>
              <a:pathLst>
                <a:path w="3117" h="2290" extrusionOk="0">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77"/>
            <p:cNvSpPr/>
            <p:nvPr/>
          </p:nvSpPr>
          <p:spPr>
            <a:xfrm>
              <a:off x="2796440" y="4114161"/>
              <a:ext cx="62587" cy="58589"/>
            </a:xfrm>
            <a:custGeom>
              <a:avLst/>
              <a:gdLst/>
              <a:ahLst/>
              <a:cxnLst/>
              <a:rect l="l" t="t" r="r" b="b"/>
              <a:pathLst>
                <a:path w="2395" h="2242" extrusionOk="0">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93" name="Google Shape;14293;p77"/>
          <p:cNvGrpSpPr/>
          <p:nvPr/>
        </p:nvGrpSpPr>
        <p:grpSpPr>
          <a:xfrm>
            <a:off x="3934014" y="4329780"/>
            <a:ext cx="366665" cy="256334"/>
            <a:chOff x="3934014" y="4329780"/>
            <a:chExt cx="366665" cy="256334"/>
          </a:xfrm>
        </p:grpSpPr>
        <p:sp>
          <p:nvSpPr>
            <p:cNvPr id="14294" name="Google Shape;14294;p77"/>
            <p:cNvSpPr/>
            <p:nvPr/>
          </p:nvSpPr>
          <p:spPr>
            <a:xfrm>
              <a:off x="4086810" y="4338561"/>
              <a:ext cx="108842" cy="40479"/>
            </a:xfrm>
            <a:custGeom>
              <a:avLst/>
              <a:gdLst/>
              <a:ahLst/>
              <a:cxnLst/>
              <a:rect l="l" t="t" r="r" b="b"/>
              <a:pathLst>
                <a:path w="4165" h="1549" extrusionOk="0">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77"/>
            <p:cNvSpPr/>
            <p:nvPr/>
          </p:nvSpPr>
          <p:spPr>
            <a:xfrm>
              <a:off x="4220243" y="4352882"/>
              <a:ext cx="56812" cy="30941"/>
            </a:xfrm>
            <a:custGeom>
              <a:avLst/>
              <a:gdLst/>
              <a:ahLst/>
              <a:cxnLst/>
              <a:rect l="l" t="t" r="r" b="b"/>
              <a:pathLst>
                <a:path w="2174" h="1184" extrusionOk="0">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6" name="Google Shape;14296;p77"/>
            <p:cNvSpPr/>
            <p:nvPr/>
          </p:nvSpPr>
          <p:spPr>
            <a:xfrm>
              <a:off x="3934014" y="4378518"/>
              <a:ext cx="366665" cy="207597"/>
            </a:xfrm>
            <a:custGeom>
              <a:avLst/>
              <a:gdLst/>
              <a:ahLst/>
              <a:cxnLst/>
              <a:rect l="l" t="t" r="r" b="b"/>
              <a:pathLst>
                <a:path w="14031" h="7944" extrusionOk="0">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7" name="Google Shape;14297;p77"/>
            <p:cNvSpPr/>
            <p:nvPr/>
          </p:nvSpPr>
          <p:spPr>
            <a:xfrm>
              <a:off x="4248126" y="4413195"/>
              <a:ext cx="52552" cy="145009"/>
            </a:xfrm>
            <a:custGeom>
              <a:avLst/>
              <a:gdLst/>
              <a:ahLst/>
              <a:cxnLst/>
              <a:rect l="l" t="t" r="r" b="b"/>
              <a:pathLst>
                <a:path w="2011" h="5549" extrusionOk="0">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8" name="Google Shape;14298;p77"/>
            <p:cNvSpPr/>
            <p:nvPr/>
          </p:nvSpPr>
          <p:spPr>
            <a:xfrm>
              <a:off x="4024249" y="4393596"/>
              <a:ext cx="209086" cy="178485"/>
            </a:xfrm>
            <a:custGeom>
              <a:avLst/>
              <a:gdLst/>
              <a:ahLst/>
              <a:cxnLst/>
              <a:rect l="l" t="t" r="r" b="b"/>
              <a:pathLst>
                <a:path w="8001" h="6830" extrusionOk="0">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77"/>
            <p:cNvSpPr/>
            <p:nvPr/>
          </p:nvSpPr>
          <p:spPr>
            <a:xfrm>
              <a:off x="4044842" y="4408674"/>
              <a:ext cx="173154" cy="148197"/>
            </a:xfrm>
            <a:custGeom>
              <a:avLst/>
              <a:gdLst/>
              <a:ahLst/>
              <a:cxnLst/>
              <a:rect l="l" t="t" r="r" b="b"/>
              <a:pathLst>
                <a:path w="6626" h="5671" extrusionOk="0">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77"/>
            <p:cNvSpPr/>
            <p:nvPr/>
          </p:nvSpPr>
          <p:spPr>
            <a:xfrm>
              <a:off x="4084302" y="4427228"/>
              <a:ext cx="120628" cy="107666"/>
            </a:xfrm>
            <a:custGeom>
              <a:avLst/>
              <a:gdLst/>
              <a:ahLst/>
              <a:cxnLst/>
              <a:rect l="l" t="t" r="r" b="b"/>
              <a:pathLst>
                <a:path w="4616" h="4120" extrusionOk="0">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1" name="Google Shape;14301;p77"/>
            <p:cNvSpPr/>
            <p:nvPr/>
          </p:nvSpPr>
          <p:spPr>
            <a:xfrm>
              <a:off x="4085739" y="4428065"/>
              <a:ext cx="117936" cy="107823"/>
            </a:xfrm>
            <a:custGeom>
              <a:avLst/>
              <a:gdLst/>
              <a:ahLst/>
              <a:cxnLst/>
              <a:rect l="l" t="t" r="r" b="b"/>
              <a:pathLst>
                <a:path w="4513" h="4126" extrusionOk="0">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2" name="Google Shape;14302;p77"/>
            <p:cNvSpPr/>
            <p:nvPr/>
          </p:nvSpPr>
          <p:spPr>
            <a:xfrm>
              <a:off x="4135809" y="4456157"/>
              <a:ext cx="34207" cy="34207"/>
            </a:xfrm>
            <a:custGeom>
              <a:avLst/>
              <a:gdLst/>
              <a:ahLst/>
              <a:cxnLst/>
              <a:rect l="l" t="t" r="r" b="b"/>
              <a:pathLst>
                <a:path w="1309" h="1309" extrusionOk="0">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77"/>
            <p:cNvSpPr/>
            <p:nvPr/>
          </p:nvSpPr>
          <p:spPr>
            <a:xfrm>
              <a:off x="3966941" y="4329780"/>
              <a:ext cx="34965" cy="30680"/>
            </a:xfrm>
            <a:custGeom>
              <a:avLst/>
              <a:gdLst/>
              <a:ahLst/>
              <a:cxnLst/>
              <a:rect l="l" t="t" r="r" b="b"/>
              <a:pathLst>
                <a:path w="1338" h="1174" extrusionOk="0">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77"/>
            <p:cNvSpPr/>
            <p:nvPr/>
          </p:nvSpPr>
          <p:spPr>
            <a:xfrm>
              <a:off x="3934014" y="4351627"/>
              <a:ext cx="100793" cy="234487"/>
            </a:xfrm>
            <a:custGeom>
              <a:avLst/>
              <a:gdLst/>
              <a:ahLst/>
              <a:cxnLst/>
              <a:rect l="l" t="t" r="r" b="b"/>
              <a:pathLst>
                <a:path w="3857" h="8973" extrusionOk="0">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77"/>
            <p:cNvSpPr/>
            <p:nvPr/>
          </p:nvSpPr>
          <p:spPr>
            <a:xfrm>
              <a:off x="3934275" y="4351627"/>
              <a:ext cx="78920" cy="208354"/>
            </a:xfrm>
            <a:custGeom>
              <a:avLst/>
              <a:gdLst/>
              <a:ahLst/>
              <a:cxnLst/>
              <a:rect l="l" t="t" r="r" b="b"/>
              <a:pathLst>
                <a:path w="3020" h="7973" extrusionOk="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6" name="Google Shape;14306;p77"/>
            <p:cNvSpPr/>
            <p:nvPr/>
          </p:nvSpPr>
          <p:spPr>
            <a:xfrm>
              <a:off x="4219982" y="4396863"/>
              <a:ext cx="22396" cy="22396"/>
            </a:xfrm>
            <a:custGeom>
              <a:avLst/>
              <a:gdLst/>
              <a:ahLst/>
              <a:cxnLst/>
              <a:rect l="l" t="t" r="r" b="b"/>
              <a:pathLst>
                <a:path w="857" h="857" extrusionOk="0">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7" name="Google Shape;14307;p77"/>
          <p:cNvGrpSpPr/>
          <p:nvPr/>
        </p:nvGrpSpPr>
        <p:grpSpPr>
          <a:xfrm>
            <a:off x="947670" y="3807339"/>
            <a:ext cx="194295" cy="366404"/>
            <a:chOff x="947670" y="3807339"/>
            <a:chExt cx="194295" cy="366404"/>
          </a:xfrm>
        </p:grpSpPr>
        <p:sp>
          <p:nvSpPr>
            <p:cNvPr id="14308" name="Google Shape;14308;p77"/>
            <p:cNvSpPr/>
            <p:nvPr/>
          </p:nvSpPr>
          <p:spPr>
            <a:xfrm>
              <a:off x="1031372" y="4028734"/>
              <a:ext cx="26916" cy="145009"/>
            </a:xfrm>
            <a:custGeom>
              <a:avLst/>
              <a:gdLst/>
              <a:ahLst/>
              <a:cxnLst/>
              <a:rect l="l" t="t" r="r" b="b"/>
              <a:pathLst>
                <a:path w="1030" h="5549" extrusionOk="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77"/>
            <p:cNvSpPr/>
            <p:nvPr/>
          </p:nvSpPr>
          <p:spPr>
            <a:xfrm>
              <a:off x="1035135" y="4035633"/>
              <a:ext cx="82945" cy="136725"/>
            </a:xfrm>
            <a:custGeom>
              <a:avLst/>
              <a:gdLst/>
              <a:ahLst/>
              <a:cxnLst/>
              <a:rect l="l" t="t" r="r" b="b"/>
              <a:pathLst>
                <a:path w="3174" h="5232" extrusionOk="0">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77"/>
            <p:cNvSpPr/>
            <p:nvPr/>
          </p:nvSpPr>
          <p:spPr>
            <a:xfrm>
              <a:off x="971555" y="4035633"/>
              <a:ext cx="82945" cy="136725"/>
            </a:xfrm>
            <a:custGeom>
              <a:avLst/>
              <a:gdLst/>
              <a:ahLst/>
              <a:cxnLst/>
              <a:rect l="l" t="t" r="r" b="b"/>
              <a:pathLst>
                <a:path w="3174" h="5232" extrusionOk="0">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1" name="Google Shape;14311;p77"/>
            <p:cNvSpPr/>
            <p:nvPr/>
          </p:nvSpPr>
          <p:spPr>
            <a:xfrm>
              <a:off x="1029857" y="3807339"/>
              <a:ext cx="29922" cy="41734"/>
            </a:xfrm>
            <a:custGeom>
              <a:avLst/>
              <a:gdLst/>
              <a:ahLst/>
              <a:cxnLst/>
              <a:rect l="l" t="t" r="r" b="b"/>
              <a:pathLst>
                <a:path w="1145" h="1597" extrusionOk="0">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2" name="Google Shape;14312;p77"/>
            <p:cNvSpPr/>
            <p:nvPr/>
          </p:nvSpPr>
          <p:spPr>
            <a:xfrm>
              <a:off x="967034" y="3847531"/>
              <a:ext cx="155567" cy="188755"/>
            </a:xfrm>
            <a:custGeom>
              <a:avLst/>
              <a:gdLst/>
              <a:ahLst/>
              <a:cxnLst/>
              <a:rect l="l" t="t" r="r" b="b"/>
              <a:pathLst>
                <a:path w="5953" h="7223" extrusionOk="0">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77"/>
            <p:cNvSpPr/>
            <p:nvPr/>
          </p:nvSpPr>
          <p:spPr>
            <a:xfrm>
              <a:off x="990161" y="3847531"/>
              <a:ext cx="132440" cy="188755"/>
            </a:xfrm>
            <a:custGeom>
              <a:avLst/>
              <a:gdLst/>
              <a:ahLst/>
              <a:cxnLst/>
              <a:rect l="l" t="t" r="r" b="b"/>
              <a:pathLst>
                <a:path w="5068" h="7223" extrusionOk="0">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4" name="Google Shape;14314;p77"/>
            <p:cNvSpPr/>
            <p:nvPr/>
          </p:nvSpPr>
          <p:spPr>
            <a:xfrm>
              <a:off x="947670" y="3830963"/>
              <a:ext cx="194295" cy="31176"/>
            </a:xfrm>
            <a:custGeom>
              <a:avLst/>
              <a:gdLst/>
              <a:ahLst/>
              <a:cxnLst/>
              <a:rect l="l" t="t" r="r" b="b"/>
              <a:pathLst>
                <a:path w="7435" h="1193" extrusionOk="0">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5" name="Google Shape;14315;p77"/>
            <p:cNvSpPr/>
            <p:nvPr/>
          </p:nvSpPr>
          <p:spPr>
            <a:xfrm>
              <a:off x="947670" y="4021678"/>
              <a:ext cx="194295" cy="31437"/>
            </a:xfrm>
            <a:custGeom>
              <a:avLst/>
              <a:gdLst/>
              <a:ahLst/>
              <a:cxnLst/>
              <a:rect l="l" t="t" r="r" b="b"/>
              <a:pathLst>
                <a:path w="7435" h="1203" extrusionOk="0">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77"/>
            <p:cNvSpPr/>
            <p:nvPr/>
          </p:nvSpPr>
          <p:spPr>
            <a:xfrm>
              <a:off x="975083" y="3830963"/>
              <a:ext cx="166882" cy="31176"/>
            </a:xfrm>
            <a:custGeom>
              <a:avLst/>
              <a:gdLst/>
              <a:ahLst/>
              <a:cxnLst/>
              <a:rect l="l" t="t" r="r" b="b"/>
              <a:pathLst>
                <a:path w="6386" h="1193" extrusionOk="0">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77"/>
            <p:cNvSpPr/>
            <p:nvPr/>
          </p:nvSpPr>
          <p:spPr>
            <a:xfrm>
              <a:off x="975083" y="4021678"/>
              <a:ext cx="166882" cy="31437"/>
            </a:xfrm>
            <a:custGeom>
              <a:avLst/>
              <a:gdLst/>
              <a:ahLst/>
              <a:cxnLst/>
              <a:rect l="l" t="t" r="r" b="b"/>
              <a:pathLst>
                <a:path w="6386" h="1203" extrusionOk="0">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8" name="Google Shape;14318;p77"/>
          <p:cNvGrpSpPr/>
          <p:nvPr/>
        </p:nvGrpSpPr>
        <p:grpSpPr>
          <a:xfrm>
            <a:off x="3420379" y="4286557"/>
            <a:ext cx="368939" cy="342283"/>
            <a:chOff x="3420379" y="4286557"/>
            <a:chExt cx="368939" cy="342283"/>
          </a:xfrm>
        </p:grpSpPr>
        <p:sp>
          <p:nvSpPr>
            <p:cNvPr id="14319" name="Google Shape;14319;p77"/>
            <p:cNvSpPr/>
            <p:nvPr/>
          </p:nvSpPr>
          <p:spPr>
            <a:xfrm>
              <a:off x="3420379" y="4364589"/>
              <a:ext cx="368939" cy="186011"/>
            </a:xfrm>
            <a:custGeom>
              <a:avLst/>
              <a:gdLst/>
              <a:ahLst/>
              <a:cxnLst/>
              <a:rect l="l" t="t" r="r" b="b"/>
              <a:pathLst>
                <a:path w="14118" h="7118" extrusionOk="0">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77"/>
            <p:cNvSpPr/>
            <p:nvPr/>
          </p:nvSpPr>
          <p:spPr>
            <a:xfrm>
              <a:off x="3465379" y="4366706"/>
              <a:ext cx="323938" cy="183215"/>
            </a:xfrm>
            <a:custGeom>
              <a:avLst/>
              <a:gdLst/>
              <a:ahLst/>
              <a:cxnLst/>
              <a:rect l="l" t="t" r="r" b="b"/>
              <a:pathLst>
                <a:path w="12396" h="7011" extrusionOk="0">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1" name="Google Shape;14321;p77"/>
            <p:cNvSpPr/>
            <p:nvPr/>
          </p:nvSpPr>
          <p:spPr>
            <a:xfrm>
              <a:off x="3497522" y="4366497"/>
              <a:ext cx="207597" cy="182144"/>
            </a:xfrm>
            <a:custGeom>
              <a:avLst/>
              <a:gdLst/>
              <a:ahLst/>
              <a:cxnLst/>
              <a:rect l="l" t="t" r="r" b="b"/>
              <a:pathLst>
                <a:path w="7944" h="6970" extrusionOk="0">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2" name="Google Shape;14322;p77"/>
            <p:cNvSpPr/>
            <p:nvPr/>
          </p:nvSpPr>
          <p:spPr>
            <a:xfrm>
              <a:off x="3533455" y="4366497"/>
              <a:ext cx="171664" cy="164504"/>
            </a:xfrm>
            <a:custGeom>
              <a:avLst/>
              <a:gdLst/>
              <a:ahLst/>
              <a:cxnLst/>
              <a:rect l="l" t="t" r="r" b="b"/>
              <a:pathLst>
                <a:path w="6569" h="6295" extrusionOk="0">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77"/>
            <p:cNvSpPr/>
            <p:nvPr/>
          </p:nvSpPr>
          <p:spPr>
            <a:xfrm>
              <a:off x="3571922" y="4428483"/>
              <a:ext cx="64338" cy="58328"/>
            </a:xfrm>
            <a:custGeom>
              <a:avLst/>
              <a:gdLst/>
              <a:ahLst/>
              <a:cxnLst/>
              <a:rect l="l" t="t" r="r" b="b"/>
              <a:pathLst>
                <a:path w="2462" h="2232" extrusionOk="0">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77"/>
            <p:cNvSpPr/>
            <p:nvPr/>
          </p:nvSpPr>
          <p:spPr>
            <a:xfrm>
              <a:off x="3627688" y="4396105"/>
              <a:ext cx="32718" cy="32692"/>
            </a:xfrm>
            <a:custGeom>
              <a:avLst/>
              <a:gdLst/>
              <a:ahLst/>
              <a:cxnLst/>
              <a:rect l="l" t="t" r="r" b="b"/>
              <a:pathLst>
                <a:path w="1252" h="1251" extrusionOk="0">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77"/>
            <p:cNvSpPr/>
            <p:nvPr/>
          </p:nvSpPr>
          <p:spPr>
            <a:xfrm>
              <a:off x="3598812" y="4286557"/>
              <a:ext cx="11838" cy="48763"/>
            </a:xfrm>
            <a:custGeom>
              <a:avLst/>
              <a:gdLst/>
              <a:ahLst/>
              <a:cxnLst/>
              <a:rect l="l" t="t" r="r" b="b"/>
              <a:pathLst>
                <a:path w="453" h="1866" extrusionOk="0">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77"/>
            <p:cNvSpPr/>
            <p:nvPr/>
          </p:nvSpPr>
          <p:spPr>
            <a:xfrm>
              <a:off x="3511817" y="4300982"/>
              <a:ext cx="27073" cy="46673"/>
            </a:xfrm>
            <a:custGeom>
              <a:avLst/>
              <a:gdLst/>
              <a:ahLst/>
              <a:cxnLst/>
              <a:rect l="l" t="t" r="r" b="b"/>
              <a:pathLst>
                <a:path w="1036" h="1786" extrusionOk="0">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77"/>
            <p:cNvSpPr/>
            <p:nvPr/>
          </p:nvSpPr>
          <p:spPr>
            <a:xfrm>
              <a:off x="3431590" y="4338665"/>
              <a:ext cx="39721" cy="39852"/>
            </a:xfrm>
            <a:custGeom>
              <a:avLst/>
              <a:gdLst/>
              <a:ahLst/>
              <a:cxnLst/>
              <a:rect l="l" t="t" r="r" b="b"/>
              <a:pathLst>
                <a:path w="1520" h="1525" extrusionOk="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77"/>
            <p:cNvSpPr/>
            <p:nvPr/>
          </p:nvSpPr>
          <p:spPr>
            <a:xfrm>
              <a:off x="3738281" y="4341514"/>
              <a:ext cx="38153" cy="39800"/>
            </a:xfrm>
            <a:custGeom>
              <a:avLst/>
              <a:gdLst/>
              <a:ahLst/>
              <a:cxnLst/>
              <a:rect l="l" t="t" r="r" b="b"/>
              <a:pathLst>
                <a:path w="1460" h="1523" extrusionOk="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77"/>
            <p:cNvSpPr/>
            <p:nvPr/>
          </p:nvSpPr>
          <p:spPr>
            <a:xfrm>
              <a:off x="3670389" y="4301819"/>
              <a:ext cx="26185" cy="46333"/>
            </a:xfrm>
            <a:custGeom>
              <a:avLst/>
              <a:gdLst/>
              <a:ahLst/>
              <a:cxnLst/>
              <a:rect l="l" t="t" r="r" b="b"/>
              <a:pathLst>
                <a:path w="1002" h="1773" extrusionOk="0">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77"/>
            <p:cNvSpPr/>
            <p:nvPr/>
          </p:nvSpPr>
          <p:spPr>
            <a:xfrm>
              <a:off x="3597296" y="4581071"/>
              <a:ext cx="11342" cy="47770"/>
            </a:xfrm>
            <a:custGeom>
              <a:avLst/>
              <a:gdLst/>
              <a:ahLst/>
              <a:cxnLst/>
              <a:rect l="l" t="t" r="r" b="b"/>
              <a:pathLst>
                <a:path w="434" h="1828" extrusionOk="0">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1" name="Google Shape;14331;p77"/>
            <p:cNvSpPr/>
            <p:nvPr/>
          </p:nvSpPr>
          <p:spPr>
            <a:xfrm>
              <a:off x="3669161" y="4568553"/>
              <a:ext cx="26315" cy="46150"/>
            </a:xfrm>
            <a:custGeom>
              <a:avLst/>
              <a:gdLst/>
              <a:ahLst/>
              <a:cxnLst/>
              <a:rect l="l" t="t" r="r" b="b"/>
              <a:pathLst>
                <a:path w="1007" h="1766" extrusionOk="0">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2" name="Google Shape;14332;p77"/>
            <p:cNvSpPr/>
            <p:nvPr/>
          </p:nvSpPr>
          <p:spPr>
            <a:xfrm>
              <a:off x="3736922" y="4537586"/>
              <a:ext cx="39512" cy="39695"/>
            </a:xfrm>
            <a:custGeom>
              <a:avLst/>
              <a:gdLst/>
              <a:ahLst/>
              <a:cxnLst/>
              <a:rect l="l" t="t" r="r" b="b"/>
              <a:pathLst>
                <a:path w="1512" h="1519" extrusionOk="0">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3" name="Google Shape;14333;p77"/>
            <p:cNvSpPr/>
            <p:nvPr/>
          </p:nvSpPr>
          <p:spPr>
            <a:xfrm>
              <a:off x="3431068" y="4534476"/>
              <a:ext cx="38336" cy="39774"/>
            </a:xfrm>
            <a:custGeom>
              <a:avLst/>
              <a:gdLst/>
              <a:ahLst/>
              <a:cxnLst/>
              <a:rect l="l" t="t" r="r" b="b"/>
              <a:pathLst>
                <a:path w="1467" h="1522" extrusionOk="0">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77"/>
            <p:cNvSpPr/>
            <p:nvPr/>
          </p:nvSpPr>
          <p:spPr>
            <a:xfrm>
              <a:off x="3510223" y="4567926"/>
              <a:ext cx="26289" cy="46359"/>
            </a:xfrm>
            <a:custGeom>
              <a:avLst/>
              <a:gdLst/>
              <a:ahLst/>
              <a:cxnLst/>
              <a:rect l="l" t="t" r="r" b="b"/>
              <a:pathLst>
                <a:path w="1006" h="1774" extrusionOk="0">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5" name="Google Shape;14335;p77"/>
          <p:cNvGrpSpPr/>
          <p:nvPr/>
        </p:nvGrpSpPr>
        <p:grpSpPr>
          <a:xfrm>
            <a:off x="3965190" y="3842252"/>
            <a:ext cx="369801" cy="296813"/>
            <a:chOff x="3965190" y="3842252"/>
            <a:chExt cx="369801" cy="296813"/>
          </a:xfrm>
        </p:grpSpPr>
        <p:sp>
          <p:nvSpPr>
            <p:cNvPr id="14336" name="Google Shape;14336;p77"/>
            <p:cNvSpPr/>
            <p:nvPr/>
          </p:nvSpPr>
          <p:spPr>
            <a:xfrm>
              <a:off x="3965190" y="3869404"/>
              <a:ext cx="366665" cy="269661"/>
            </a:xfrm>
            <a:custGeom>
              <a:avLst/>
              <a:gdLst/>
              <a:ahLst/>
              <a:cxnLst/>
              <a:rect l="l" t="t" r="r" b="b"/>
              <a:pathLst>
                <a:path w="14031" h="10319" extrusionOk="0">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77"/>
            <p:cNvSpPr/>
            <p:nvPr/>
          </p:nvSpPr>
          <p:spPr>
            <a:xfrm>
              <a:off x="3986043" y="3869404"/>
              <a:ext cx="348947" cy="245567"/>
            </a:xfrm>
            <a:custGeom>
              <a:avLst/>
              <a:gdLst/>
              <a:ahLst/>
              <a:cxnLst/>
              <a:rect l="l" t="t" r="r" b="b"/>
              <a:pathLst>
                <a:path w="13353" h="9397" extrusionOk="0">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77"/>
            <p:cNvSpPr/>
            <p:nvPr/>
          </p:nvSpPr>
          <p:spPr>
            <a:xfrm>
              <a:off x="4038047" y="3842252"/>
              <a:ext cx="21141" cy="53127"/>
            </a:xfrm>
            <a:custGeom>
              <a:avLst/>
              <a:gdLst/>
              <a:ahLst/>
              <a:cxnLst/>
              <a:rect l="l" t="t" r="r" b="b"/>
              <a:pathLst>
                <a:path w="809" h="2033" extrusionOk="0">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77"/>
            <p:cNvSpPr/>
            <p:nvPr/>
          </p:nvSpPr>
          <p:spPr>
            <a:xfrm>
              <a:off x="4104659" y="3842252"/>
              <a:ext cx="21115" cy="53127"/>
            </a:xfrm>
            <a:custGeom>
              <a:avLst/>
              <a:gdLst/>
              <a:ahLst/>
              <a:cxnLst/>
              <a:rect l="l" t="t" r="r" b="b"/>
              <a:pathLst>
                <a:path w="808" h="2033" extrusionOk="0">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77"/>
            <p:cNvSpPr/>
            <p:nvPr/>
          </p:nvSpPr>
          <p:spPr>
            <a:xfrm>
              <a:off x="4171244" y="3842252"/>
              <a:ext cx="21141" cy="53127"/>
            </a:xfrm>
            <a:custGeom>
              <a:avLst/>
              <a:gdLst/>
              <a:ahLst/>
              <a:cxnLst/>
              <a:rect l="l" t="t" r="r" b="b"/>
              <a:pathLst>
                <a:path w="809" h="2033" extrusionOk="0">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1" name="Google Shape;14341;p77"/>
            <p:cNvSpPr/>
            <p:nvPr/>
          </p:nvSpPr>
          <p:spPr>
            <a:xfrm>
              <a:off x="4238091" y="3842252"/>
              <a:ext cx="20880" cy="53127"/>
            </a:xfrm>
            <a:custGeom>
              <a:avLst/>
              <a:gdLst/>
              <a:ahLst/>
              <a:cxnLst/>
              <a:rect l="l" t="t" r="r" b="b"/>
              <a:pathLst>
                <a:path w="799" h="2033" extrusionOk="0">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2" name="Google Shape;14342;p77"/>
            <p:cNvSpPr/>
            <p:nvPr/>
          </p:nvSpPr>
          <p:spPr>
            <a:xfrm>
              <a:off x="4038047" y="3842252"/>
              <a:ext cx="21141" cy="29504"/>
            </a:xfrm>
            <a:custGeom>
              <a:avLst/>
              <a:gdLst/>
              <a:ahLst/>
              <a:cxnLst/>
              <a:rect l="l" t="t" r="r" b="b"/>
              <a:pathLst>
                <a:path w="809" h="1129" extrusionOk="0">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77"/>
            <p:cNvSpPr/>
            <p:nvPr/>
          </p:nvSpPr>
          <p:spPr>
            <a:xfrm>
              <a:off x="4104659" y="3842252"/>
              <a:ext cx="21115" cy="29504"/>
            </a:xfrm>
            <a:custGeom>
              <a:avLst/>
              <a:gdLst/>
              <a:ahLst/>
              <a:cxnLst/>
              <a:rect l="l" t="t" r="r" b="b"/>
              <a:pathLst>
                <a:path w="808" h="1129" extrusionOk="0">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77"/>
            <p:cNvSpPr/>
            <p:nvPr/>
          </p:nvSpPr>
          <p:spPr>
            <a:xfrm>
              <a:off x="4171244" y="3842252"/>
              <a:ext cx="21141" cy="29504"/>
            </a:xfrm>
            <a:custGeom>
              <a:avLst/>
              <a:gdLst/>
              <a:ahLst/>
              <a:cxnLst/>
              <a:rect l="l" t="t" r="r" b="b"/>
              <a:pathLst>
                <a:path w="809" h="1129" extrusionOk="0">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77"/>
            <p:cNvSpPr/>
            <p:nvPr/>
          </p:nvSpPr>
          <p:spPr>
            <a:xfrm>
              <a:off x="4238091" y="3842252"/>
              <a:ext cx="20880" cy="29504"/>
            </a:xfrm>
            <a:custGeom>
              <a:avLst/>
              <a:gdLst/>
              <a:ahLst/>
              <a:cxnLst/>
              <a:rect l="l" t="t" r="r" b="b"/>
              <a:pathLst>
                <a:path w="799" h="1129" extrusionOk="0">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77"/>
            <p:cNvSpPr/>
            <p:nvPr/>
          </p:nvSpPr>
          <p:spPr>
            <a:xfrm>
              <a:off x="3985547" y="3919657"/>
              <a:ext cx="167483" cy="163145"/>
            </a:xfrm>
            <a:custGeom>
              <a:avLst/>
              <a:gdLst/>
              <a:ahLst/>
              <a:cxnLst/>
              <a:rect l="l" t="t" r="r" b="b"/>
              <a:pathLst>
                <a:path w="6409" h="6243" extrusionOk="0">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77"/>
            <p:cNvSpPr/>
            <p:nvPr/>
          </p:nvSpPr>
          <p:spPr>
            <a:xfrm>
              <a:off x="4167116" y="3935990"/>
              <a:ext cx="147126" cy="143755"/>
            </a:xfrm>
            <a:custGeom>
              <a:avLst/>
              <a:gdLst/>
              <a:ahLst/>
              <a:cxnLst/>
              <a:rect l="l" t="t" r="r" b="b"/>
              <a:pathLst>
                <a:path w="5630" h="5501" extrusionOk="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77"/>
            <p:cNvSpPr/>
            <p:nvPr/>
          </p:nvSpPr>
          <p:spPr>
            <a:xfrm>
              <a:off x="4167298" y="4057114"/>
              <a:ext cx="22814" cy="22474"/>
            </a:xfrm>
            <a:custGeom>
              <a:avLst/>
              <a:gdLst/>
              <a:ahLst/>
              <a:cxnLst/>
              <a:rect l="l" t="t" r="r" b="b"/>
              <a:pathLst>
                <a:path w="873" h="860" extrusionOk="0">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77"/>
            <p:cNvSpPr/>
            <p:nvPr/>
          </p:nvSpPr>
          <p:spPr>
            <a:xfrm>
              <a:off x="4183814" y="3960868"/>
              <a:ext cx="102544" cy="102570"/>
            </a:xfrm>
            <a:custGeom>
              <a:avLst/>
              <a:gdLst/>
              <a:ahLst/>
              <a:cxnLst/>
              <a:rect l="l" t="t" r="r" b="b"/>
              <a:pathLst>
                <a:path w="3924" h="3925" extrusionOk="0">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77"/>
            <p:cNvSpPr/>
            <p:nvPr/>
          </p:nvSpPr>
          <p:spPr>
            <a:xfrm>
              <a:off x="4265975" y="3936120"/>
              <a:ext cx="48267" cy="45392"/>
            </a:xfrm>
            <a:custGeom>
              <a:avLst/>
              <a:gdLst/>
              <a:ahLst/>
              <a:cxnLst/>
              <a:rect l="l" t="t" r="r" b="b"/>
              <a:pathLst>
                <a:path w="1847" h="1737" extrusionOk="0">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77"/>
            <p:cNvSpPr/>
            <p:nvPr/>
          </p:nvSpPr>
          <p:spPr>
            <a:xfrm>
              <a:off x="4201401" y="3978455"/>
              <a:ext cx="84957" cy="84983"/>
            </a:xfrm>
            <a:custGeom>
              <a:avLst/>
              <a:gdLst/>
              <a:ahLst/>
              <a:cxnLst/>
              <a:rect l="l" t="t" r="r" b="b"/>
              <a:pathLst>
                <a:path w="3251" h="3252" extrusionOk="0">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77"/>
            <p:cNvSpPr/>
            <p:nvPr/>
          </p:nvSpPr>
          <p:spPr>
            <a:xfrm>
              <a:off x="4265975" y="3936120"/>
              <a:ext cx="48032" cy="45392"/>
            </a:xfrm>
            <a:custGeom>
              <a:avLst/>
              <a:gdLst/>
              <a:ahLst/>
              <a:cxnLst/>
              <a:rect l="l" t="t" r="r" b="b"/>
              <a:pathLst>
                <a:path w="1838" h="1737" extrusionOk="0">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77"/>
            <p:cNvSpPr/>
            <p:nvPr/>
          </p:nvSpPr>
          <p:spPr>
            <a:xfrm>
              <a:off x="4283562" y="3953734"/>
              <a:ext cx="29425" cy="27779"/>
            </a:xfrm>
            <a:custGeom>
              <a:avLst/>
              <a:gdLst/>
              <a:ahLst/>
              <a:cxnLst/>
              <a:rect l="l" t="t" r="r" b="b"/>
              <a:pathLst>
                <a:path w="1126" h="1063" extrusionOk="0">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77"/>
            <p:cNvSpPr/>
            <p:nvPr/>
          </p:nvSpPr>
          <p:spPr>
            <a:xfrm>
              <a:off x="4248649" y="3943777"/>
              <a:ext cx="55061" cy="55061"/>
            </a:xfrm>
            <a:custGeom>
              <a:avLst/>
              <a:gdLst/>
              <a:ahLst/>
              <a:cxnLst/>
              <a:rect l="l" t="t" r="r" b="b"/>
              <a:pathLst>
                <a:path w="2107" h="2107" extrusionOk="0">
                  <a:moveTo>
                    <a:pt x="664" y="1"/>
                  </a:moveTo>
                  <a:lnTo>
                    <a:pt x="644" y="10"/>
                  </a:lnTo>
                  <a:lnTo>
                    <a:pt x="0" y="664"/>
                  </a:lnTo>
                  <a:lnTo>
                    <a:pt x="1443" y="2107"/>
                  </a:lnTo>
                  <a:lnTo>
                    <a:pt x="2106" y="1443"/>
                  </a:lnTo>
                  <a:lnTo>
                    <a:pt x="664"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77"/>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6" name="Google Shape;14356;p77"/>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7" name="Google Shape;14357;p77"/>
          <p:cNvGrpSpPr/>
          <p:nvPr/>
        </p:nvGrpSpPr>
        <p:grpSpPr>
          <a:xfrm>
            <a:off x="3506590" y="3833812"/>
            <a:ext cx="396796" cy="313407"/>
            <a:chOff x="3506590" y="3833812"/>
            <a:chExt cx="396796" cy="313407"/>
          </a:xfrm>
        </p:grpSpPr>
        <p:sp>
          <p:nvSpPr>
            <p:cNvPr id="14358" name="Google Shape;14358;p77"/>
            <p:cNvSpPr/>
            <p:nvPr/>
          </p:nvSpPr>
          <p:spPr>
            <a:xfrm>
              <a:off x="3511608" y="3839404"/>
              <a:ext cx="370428" cy="302667"/>
            </a:xfrm>
            <a:custGeom>
              <a:avLst/>
              <a:gdLst/>
              <a:ahLst/>
              <a:cxnLst/>
              <a:rect l="l" t="t" r="r" b="b"/>
              <a:pathLst>
                <a:path w="14175" h="11582" extrusionOk="0">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77"/>
            <p:cNvSpPr/>
            <p:nvPr/>
          </p:nvSpPr>
          <p:spPr>
            <a:xfrm>
              <a:off x="3511347" y="3920676"/>
              <a:ext cx="346804" cy="221159"/>
            </a:xfrm>
            <a:custGeom>
              <a:avLst/>
              <a:gdLst/>
              <a:ahLst/>
              <a:cxnLst/>
              <a:rect l="l" t="t" r="r" b="b"/>
              <a:pathLst>
                <a:path w="13271" h="8463" extrusionOk="0">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0" name="Google Shape;14360;p77"/>
            <p:cNvSpPr/>
            <p:nvPr/>
          </p:nvSpPr>
          <p:spPr>
            <a:xfrm>
              <a:off x="3506590" y="3833812"/>
              <a:ext cx="396796" cy="313407"/>
            </a:xfrm>
            <a:custGeom>
              <a:avLst/>
              <a:gdLst/>
              <a:ahLst/>
              <a:cxnLst/>
              <a:rect l="l" t="t" r="r" b="b"/>
              <a:pathLst>
                <a:path w="15184" h="11993" extrusionOk="0">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1" name="Google Shape;14361;p77"/>
          <p:cNvGrpSpPr/>
          <p:nvPr/>
        </p:nvGrpSpPr>
        <p:grpSpPr>
          <a:xfrm>
            <a:off x="2769288" y="1965364"/>
            <a:ext cx="104556" cy="366665"/>
            <a:chOff x="2769288" y="1965364"/>
            <a:chExt cx="104556" cy="366665"/>
          </a:xfrm>
        </p:grpSpPr>
        <p:sp>
          <p:nvSpPr>
            <p:cNvPr id="14362" name="Google Shape;14362;p77"/>
            <p:cNvSpPr/>
            <p:nvPr/>
          </p:nvSpPr>
          <p:spPr>
            <a:xfrm>
              <a:off x="2787372" y="1965364"/>
              <a:ext cx="68127" cy="69382"/>
            </a:xfrm>
            <a:custGeom>
              <a:avLst/>
              <a:gdLst/>
              <a:ahLst/>
              <a:cxnLst/>
              <a:rect l="l" t="t" r="r" b="b"/>
              <a:pathLst>
                <a:path w="2607" h="2655" extrusionOk="0">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77"/>
            <p:cNvSpPr/>
            <p:nvPr/>
          </p:nvSpPr>
          <p:spPr>
            <a:xfrm>
              <a:off x="2778853" y="2014624"/>
              <a:ext cx="85192" cy="55323"/>
            </a:xfrm>
            <a:custGeom>
              <a:avLst/>
              <a:gdLst/>
              <a:ahLst/>
              <a:cxnLst/>
              <a:rect l="l" t="t" r="r" b="b"/>
              <a:pathLst>
                <a:path w="3260" h="2117" extrusionOk="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77"/>
            <p:cNvSpPr/>
            <p:nvPr/>
          </p:nvSpPr>
          <p:spPr>
            <a:xfrm>
              <a:off x="2806239" y="2014624"/>
              <a:ext cx="30418" cy="32195"/>
            </a:xfrm>
            <a:custGeom>
              <a:avLst/>
              <a:gdLst/>
              <a:ahLst/>
              <a:cxnLst/>
              <a:rect l="l" t="t" r="r" b="b"/>
              <a:pathLst>
                <a:path w="1164" h="1232" extrusionOk="0">
                  <a:moveTo>
                    <a:pt x="0" y="1"/>
                  </a:moveTo>
                  <a:lnTo>
                    <a:pt x="0" y="1231"/>
                  </a:lnTo>
                  <a:lnTo>
                    <a:pt x="1164" y="1231"/>
                  </a:lnTo>
                  <a:lnTo>
                    <a:pt x="1164" y="1"/>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5" name="Google Shape;14365;p77"/>
            <p:cNvSpPr/>
            <p:nvPr/>
          </p:nvSpPr>
          <p:spPr>
            <a:xfrm>
              <a:off x="2769288" y="2046793"/>
              <a:ext cx="104556" cy="285236"/>
            </a:xfrm>
            <a:custGeom>
              <a:avLst/>
              <a:gdLst/>
              <a:ahLst/>
              <a:cxnLst/>
              <a:rect l="l" t="t" r="r" b="b"/>
              <a:pathLst>
                <a:path w="4001" h="10915" extrusionOk="0">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6" name="Google Shape;14366;p77"/>
            <p:cNvSpPr/>
            <p:nvPr/>
          </p:nvSpPr>
          <p:spPr>
            <a:xfrm>
              <a:off x="2793670" y="2046793"/>
              <a:ext cx="80175" cy="214626"/>
            </a:xfrm>
            <a:custGeom>
              <a:avLst/>
              <a:gdLst/>
              <a:ahLst/>
              <a:cxnLst/>
              <a:rect l="l" t="t" r="r" b="b"/>
              <a:pathLst>
                <a:path w="3068" h="8213" extrusionOk="0">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77"/>
            <p:cNvSpPr/>
            <p:nvPr/>
          </p:nvSpPr>
          <p:spPr>
            <a:xfrm>
              <a:off x="2769288" y="2287787"/>
              <a:ext cx="104556" cy="44007"/>
            </a:xfrm>
            <a:custGeom>
              <a:avLst/>
              <a:gdLst/>
              <a:ahLst/>
              <a:cxnLst/>
              <a:rect l="l" t="t" r="r" b="b"/>
              <a:pathLst>
                <a:path w="4001" h="1684" extrusionOk="0">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8" name="Google Shape;14368;p77"/>
            <p:cNvSpPr/>
            <p:nvPr/>
          </p:nvSpPr>
          <p:spPr>
            <a:xfrm>
              <a:off x="278337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9" name="Google Shape;14369;p77"/>
            <p:cNvSpPr/>
            <p:nvPr/>
          </p:nvSpPr>
          <p:spPr>
            <a:xfrm>
              <a:off x="2805220" y="2303492"/>
              <a:ext cx="11080" cy="28537"/>
            </a:xfrm>
            <a:custGeom>
              <a:avLst/>
              <a:gdLst/>
              <a:ahLst/>
              <a:cxnLst/>
              <a:rect l="l" t="t" r="r" b="b"/>
              <a:pathLst>
                <a:path w="424" h="1092" extrusionOk="0">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0" name="Google Shape;14370;p77"/>
            <p:cNvSpPr/>
            <p:nvPr/>
          </p:nvSpPr>
          <p:spPr>
            <a:xfrm>
              <a:off x="282709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77"/>
            <p:cNvSpPr/>
            <p:nvPr/>
          </p:nvSpPr>
          <p:spPr>
            <a:xfrm>
              <a:off x="2848940" y="2303414"/>
              <a:ext cx="11342" cy="28380"/>
            </a:xfrm>
            <a:custGeom>
              <a:avLst/>
              <a:gdLst/>
              <a:ahLst/>
              <a:cxnLst/>
              <a:rect l="l" t="t" r="r" b="b"/>
              <a:pathLst>
                <a:path w="434" h="1086" extrusionOk="0">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77"/>
            <p:cNvSpPr/>
            <p:nvPr/>
          </p:nvSpPr>
          <p:spPr>
            <a:xfrm>
              <a:off x="2818287" y="2046793"/>
              <a:ext cx="24146" cy="91046"/>
            </a:xfrm>
            <a:custGeom>
              <a:avLst/>
              <a:gdLst/>
              <a:ahLst/>
              <a:cxnLst/>
              <a:rect l="l" t="t" r="r" b="b"/>
              <a:pathLst>
                <a:path w="924" h="3484" extrusionOk="0">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77"/>
            <p:cNvSpPr/>
            <p:nvPr/>
          </p:nvSpPr>
          <p:spPr>
            <a:xfrm>
              <a:off x="2818287" y="2046793"/>
              <a:ext cx="24146" cy="67187"/>
            </a:xfrm>
            <a:custGeom>
              <a:avLst/>
              <a:gdLst/>
              <a:ahLst/>
              <a:cxnLst/>
              <a:rect l="l" t="t" r="r" b="b"/>
              <a:pathLst>
                <a:path w="924" h="2571" extrusionOk="0">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4" name="Google Shape;14374;p77"/>
          <p:cNvGrpSpPr/>
          <p:nvPr/>
        </p:nvGrpSpPr>
        <p:grpSpPr>
          <a:xfrm>
            <a:off x="3966679" y="2010861"/>
            <a:ext cx="367162" cy="275698"/>
            <a:chOff x="3966679" y="2010861"/>
            <a:chExt cx="367162" cy="275698"/>
          </a:xfrm>
        </p:grpSpPr>
        <p:sp>
          <p:nvSpPr>
            <p:cNvPr id="14375" name="Google Shape;14375;p77"/>
            <p:cNvSpPr/>
            <p:nvPr/>
          </p:nvSpPr>
          <p:spPr>
            <a:xfrm>
              <a:off x="3966679" y="2038509"/>
              <a:ext cx="367162" cy="248050"/>
            </a:xfrm>
            <a:custGeom>
              <a:avLst/>
              <a:gdLst/>
              <a:ahLst/>
              <a:cxnLst/>
              <a:rect l="l" t="t" r="r" b="b"/>
              <a:pathLst>
                <a:path w="14050" h="9492" extrusionOk="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6" name="Google Shape;14376;p77"/>
            <p:cNvSpPr/>
            <p:nvPr/>
          </p:nvSpPr>
          <p:spPr>
            <a:xfrm>
              <a:off x="4067969" y="2068117"/>
              <a:ext cx="236473" cy="185018"/>
            </a:xfrm>
            <a:custGeom>
              <a:avLst/>
              <a:gdLst/>
              <a:ahLst/>
              <a:cxnLst/>
              <a:rect l="l" t="t" r="r" b="b"/>
              <a:pathLst>
                <a:path w="9049" h="7080" extrusionOk="0">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77"/>
            <p:cNvSpPr/>
            <p:nvPr/>
          </p:nvSpPr>
          <p:spPr>
            <a:xfrm>
              <a:off x="3966941" y="2010861"/>
              <a:ext cx="79443" cy="243764"/>
            </a:xfrm>
            <a:custGeom>
              <a:avLst/>
              <a:gdLst/>
              <a:ahLst/>
              <a:cxnLst/>
              <a:rect l="l" t="t" r="r" b="b"/>
              <a:pathLst>
                <a:path w="3040" h="9328" extrusionOk="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77"/>
            <p:cNvSpPr/>
            <p:nvPr/>
          </p:nvSpPr>
          <p:spPr>
            <a:xfrm>
              <a:off x="3966941" y="2011357"/>
              <a:ext cx="22657" cy="243032"/>
            </a:xfrm>
            <a:custGeom>
              <a:avLst/>
              <a:gdLst/>
              <a:ahLst/>
              <a:cxnLst/>
              <a:rect l="l" t="t" r="r" b="b"/>
              <a:pathLst>
                <a:path w="867" h="9300" extrusionOk="0">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9" name="Google Shape;14379;p77"/>
          <p:cNvGrpSpPr/>
          <p:nvPr/>
        </p:nvGrpSpPr>
        <p:grpSpPr>
          <a:xfrm>
            <a:off x="1752577" y="2025495"/>
            <a:ext cx="366404" cy="246220"/>
            <a:chOff x="1752577" y="2025495"/>
            <a:chExt cx="366404" cy="246220"/>
          </a:xfrm>
        </p:grpSpPr>
        <p:sp>
          <p:nvSpPr>
            <p:cNvPr id="14380" name="Google Shape;14380;p77"/>
            <p:cNvSpPr/>
            <p:nvPr/>
          </p:nvSpPr>
          <p:spPr>
            <a:xfrm>
              <a:off x="1852090" y="2025495"/>
              <a:ext cx="80932" cy="72831"/>
            </a:xfrm>
            <a:custGeom>
              <a:avLst/>
              <a:gdLst/>
              <a:ahLst/>
              <a:cxnLst/>
              <a:rect l="l" t="t" r="r" b="b"/>
              <a:pathLst>
                <a:path w="3097" h="2787" extrusionOk="0">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77"/>
            <p:cNvSpPr/>
            <p:nvPr/>
          </p:nvSpPr>
          <p:spPr>
            <a:xfrm>
              <a:off x="1888257" y="2215400"/>
              <a:ext cx="205584" cy="56316"/>
            </a:xfrm>
            <a:custGeom>
              <a:avLst/>
              <a:gdLst/>
              <a:ahLst/>
              <a:cxnLst/>
              <a:rect l="l" t="t" r="r" b="b"/>
              <a:pathLst>
                <a:path w="7867" h="2155" extrusionOk="0">
                  <a:moveTo>
                    <a:pt x="1" y="1"/>
                  </a:moveTo>
                  <a:lnTo>
                    <a:pt x="1" y="2155"/>
                  </a:lnTo>
                  <a:lnTo>
                    <a:pt x="7867" y="2155"/>
                  </a:lnTo>
                  <a:lnTo>
                    <a:pt x="7867" y="1"/>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2" name="Google Shape;14382;p77"/>
            <p:cNvSpPr/>
            <p:nvPr/>
          </p:nvSpPr>
          <p:spPr>
            <a:xfrm>
              <a:off x="1930984" y="2215400"/>
              <a:ext cx="11080" cy="23519"/>
            </a:xfrm>
            <a:custGeom>
              <a:avLst/>
              <a:gdLst/>
              <a:ahLst/>
              <a:cxnLst/>
              <a:rect l="l" t="t" r="r" b="b"/>
              <a:pathLst>
                <a:path w="424" h="900" extrusionOk="0">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3" name="Google Shape;14383;p77"/>
            <p:cNvSpPr/>
            <p:nvPr/>
          </p:nvSpPr>
          <p:spPr>
            <a:xfrm>
              <a:off x="1948336" y="2215400"/>
              <a:ext cx="11315" cy="39120"/>
            </a:xfrm>
            <a:custGeom>
              <a:avLst/>
              <a:gdLst/>
              <a:ahLst/>
              <a:cxnLst/>
              <a:rect l="l" t="t" r="r" b="b"/>
              <a:pathLst>
                <a:path w="433" h="1497" extrusionOk="0">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77"/>
            <p:cNvSpPr/>
            <p:nvPr/>
          </p:nvSpPr>
          <p:spPr>
            <a:xfrm>
              <a:off x="1965661"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77"/>
            <p:cNvSpPr/>
            <p:nvPr/>
          </p:nvSpPr>
          <p:spPr>
            <a:xfrm>
              <a:off x="1983013" y="2215400"/>
              <a:ext cx="11315" cy="23519"/>
            </a:xfrm>
            <a:custGeom>
              <a:avLst/>
              <a:gdLst/>
              <a:ahLst/>
              <a:cxnLst/>
              <a:rect l="l" t="t" r="r" b="b"/>
              <a:pathLst>
                <a:path w="433" h="900" extrusionOk="0">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77"/>
            <p:cNvSpPr/>
            <p:nvPr/>
          </p:nvSpPr>
          <p:spPr>
            <a:xfrm>
              <a:off x="2000601" y="2215400"/>
              <a:ext cx="11080" cy="23519"/>
            </a:xfrm>
            <a:custGeom>
              <a:avLst/>
              <a:gdLst/>
              <a:ahLst/>
              <a:cxnLst/>
              <a:rect l="l" t="t" r="r" b="b"/>
              <a:pathLst>
                <a:path w="424" h="900" extrusionOk="0">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77"/>
            <p:cNvSpPr/>
            <p:nvPr/>
          </p:nvSpPr>
          <p:spPr>
            <a:xfrm>
              <a:off x="2017926" y="2215400"/>
              <a:ext cx="11342" cy="39120"/>
            </a:xfrm>
            <a:custGeom>
              <a:avLst/>
              <a:gdLst/>
              <a:ahLst/>
              <a:cxnLst/>
              <a:rect l="l" t="t" r="r" b="b"/>
              <a:pathLst>
                <a:path w="434" h="1497" extrusionOk="0">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8" name="Google Shape;14388;p77"/>
            <p:cNvSpPr/>
            <p:nvPr/>
          </p:nvSpPr>
          <p:spPr>
            <a:xfrm>
              <a:off x="2035278" y="2215400"/>
              <a:ext cx="11315" cy="23519"/>
            </a:xfrm>
            <a:custGeom>
              <a:avLst/>
              <a:gdLst/>
              <a:ahLst/>
              <a:cxnLst/>
              <a:rect l="l" t="t" r="r" b="b"/>
              <a:pathLst>
                <a:path w="433" h="900" extrusionOk="0">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9" name="Google Shape;14389;p77"/>
            <p:cNvSpPr/>
            <p:nvPr/>
          </p:nvSpPr>
          <p:spPr>
            <a:xfrm>
              <a:off x="2052604"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77"/>
            <p:cNvSpPr/>
            <p:nvPr/>
          </p:nvSpPr>
          <p:spPr>
            <a:xfrm>
              <a:off x="2070191" y="2215400"/>
              <a:ext cx="11080" cy="23519"/>
            </a:xfrm>
            <a:custGeom>
              <a:avLst/>
              <a:gdLst/>
              <a:ahLst/>
              <a:cxnLst/>
              <a:rect l="l" t="t" r="r" b="b"/>
              <a:pathLst>
                <a:path w="424" h="900" extrusionOk="0">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1" name="Google Shape;14391;p77"/>
            <p:cNvSpPr/>
            <p:nvPr/>
          </p:nvSpPr>
          <p:spPr>
            <a:xfrm>
              <a:off x="2092822" y="2191776"/>
              <a:ext cx="26159" cy="79939"/>
            </a:xfrm>
            <a:custGeom>
              <a:avLst/>
              <a:gdLst/>
              <a:ahLst/>
              <a:cxnLst/>
              <a:rect l="l" t="t" r="r" b="b"/>
              <a:pathLst>
                <a:path w="1001" h="3059" extrusionOk="0">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2" name="Google Shape;14392;p77"/>
            <p:cNvSpPr/>
            <p:nvPr/>
          </p:nvSpPr>
          <p:spPr>
            <a:xfrm>
              <a:off x="1752577" y="2044519"/>
              <a:ext cx="166359" cy="227196"/>
            </a:xfrm>
            <a:custGeom>
              <a:avLst/>
              <a:gdLst/>
              <a:ahLst/>
              <a:cxnLst/>
              <a:rect l="l" t="t" r="r" b="b"/>
              <a:pathLst>
                <a:path w="6366" h="8694" extrusionOk="0">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77"/>
            <p:cNvSpPr/>
            <p:nvPr/>
          </p:nvSpPr>
          <p:spPr>
            <a:xfrm>
              <a:off x="1774189" y="2044467"/>
              <a:ext cx="144748" cy="204147"/>
            </a:xfrm>
            <a:custGeom>
              <a:avLst/>
              <a:gdLst/>
              <a:ahLst/>
              <a:cxnLst/>
              <a:rect l="l" t="t" r="r" b="b"/>
              <a:pathLst>
                <a:path w="5539" h="7812" extrusionOk="0">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77"/>
            <p:cNvSpPr/>
            <p:nvPr/>
          </p:nvSpPr>
          <p:spPr>
            <a:xfrm>
              <a:off x="1780774" y="2090774"/>
              <a:ext cx="95880" cy="81978"/>
            </a:xfrm>
            <a:custGeom>
              <a:avLst/>
              <a:gdLst/>
              <a:ahLst/>
              <a:cxnLst/>
              <a:rect l="l" t="t" r="r" b="b"/>
              <a:pathLst>
                <a:path w="3669" h="3137" extrusionOk="0">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5" name="Google Shape;14395;p77"/>
            <p:cNvSpPr/>
            <p:nvPr/>
          </p:nvSpPr>
          <p:spPr>
            <a:xfrm>
              <a:off x="1805443" y="2090565"/>
              <a:ext cx="71028" cy="61882"/>
            </a:xfrm>
            <a:custGeom>
              <a:avLst/>
              <a:gdLst/>
              <a:ahLst/>
              <a:cxnLst/>
              <a:rect l="l" t="t" r="r" b="b"/>
              <a:pathLst>
                <a:path w="2718" h="2368" extrusionOk="0">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6" name="Google Shape;14396;p77"/>
          <p:cNvGrpSpPr/>
          <p:nvPr/>
        </p:nvGrpSpPr>
        <p:grpSpPr>
          <a:xfrm>
            <a:off x="1309553" y="2069580"/>
            <a:ext cx="366404" cy="158363"/>
            <a:chOff x="1309553" y="2069580"/>
            <a:chExt cx="366404" cy="158363"/>
          </a:xfrm>
        </p:grpSpPr>
        <p:sp>
          <p:nvSpPr>
            <p:cNvPr id="14397" name="Google Shape;14397;p77"/>
            <p:cNvSpPr/>
            <p:nvPr/>
          </p:nvSpPr>
          <p:spPr>
            <a:xfrm>
              <a:off x="1477402" y="2100051"/>
              <a:ext cx="198555" cy="92770"/>
            </a:xfrm>
            <a:custGeom>
              <a:avLst/>
              <a:gdLst/>
              <a:ahLst/>
              <a:cxnLst/>
              <a:rect l="l" t="t" r="r" b="b"/>
              <a:pathLst>
                <a:path w="7598" h="3550" extrusionOk="0">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8" name="Google Shape;14398;p77"/>
            <p:cNvSpPr/>
            <p:nvPr/>
          </p:nvSpPr>
          <p:spPr>
            <a:xfrm>
              <a:off x="1477402" y="2150826"/>
              <a:ext cx="198555" cy="42230"/>
            </a:xfrm>
            <a:custGeom>
              <a:avLst/>
              <a:gdLst/>
              <a:ahLst/>
              <a:cxnLst/>
              <a:rect l="l" t="t" r="r" b="b"/>
              <a:pathLst>
                <a:path w="7598" h="1616" extrusionOk="0">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77"/>
            <p:cNvSpPr/>
            <p:nvPr/>
          </p:nvSpPr>
          <p:spPr>
            <a:xfrm>
              <a:off x="1477402" y="2171680"/>
              <a:ext cx="198555" cy="21376"/>
            </a:xfrm>
            <a:custGeom>
              <a:avLst/>
              <a:gdLst/>
              <a:ahLst/>
              <a:cxnLst/>
              <a:rect l="l" t="t" r="r" b="b"/>
              <a:pathLst>
                <a:path w="7598" h="818" extrusionOk="0">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77"/>
            <p:cNvSpPr/>
            <p:nvPr/>
          </p:nvSpPr>
          <p:spPr>
            <a:xfrm>
              <a:off x="1309553" y="2100077"/>
              <a:ext cx="105549" cy="92744"/>
            </a:xfrm>
            <a:custGeom>
              <a:avLst/>
              <a:gdLst/>
              <a:ahLst/>
              <a:cxnLst/>
              <a:rect l="l" t="t" r="r" b="b"/>
              <a:pathLst>
                <a:path w="4039" h="3549" extrusionOk="0">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77"/>
            <p:cNvSpPr/>
            <p:nvPr/>
          </p:nvSpPr>
          <p:spPr>
            <a:xfrm>
              <a:off x="1328891" y="2100077"/>
              <a:ext cx="86211" cy="71629"/>
            </a:xfrm>
            <a:custGeom>
              <a:avLst/>
              <a:gdLst/>
              <a:ahLst/>
              <a:cxnLst/>
              <a:rect l="l" t="t" r="r" b="b"/>
              <a:pathLst>
                <a:path w="3299" h="2741" extrusionOk="0">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77"/>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77"/>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4" name="Google Shape;14404;p77"/>
            <p:cNvSpPr/>
            <p:nvPr/>
          </p:nvSpPr>
          <p:spPr>
            <a:xfrm>
              <a:off x="1339814" y="2100077"/>
              <a:ext cx="11838" cy="23885"/>
            </a:xfrm>
            <a:custGeom>
              <a:avLst/>
              <a:gdLst/>
              <a:ahLst/>
              <a:cxnLst/>
              <a:rect l="l" t="t" r="r" b="b"/>
              <a:pathLst>
                <a:path w="453" h="914" extrusionOk="0">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5" name="Google Shape;14405;p77"/>
            <p:cNvSpPr/>
            <p:nvPr/>
          </p:nvSpPr>
          <p:spPr>
            <a:xfrm>
              <a:off x="1357532" y="2100077"/>
              <a:ext cx="11080" cy="22944"/>
            </a:xfrm>
            <a:custGeom>
              <a:avLst/>
              <a:gdLst/>
              <a:ahLst/>
              <a:cxnLst/>
              <a:rect l="l" t="t" r="r" b="b"/>
              <a:pathLst>
                <a:path w="424" h="878" extrusionOk="0">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77"/>
            <p:cNvSpPr/>
            <p:nvPr/>
          </p:nvSpPr>
          <p:spPr>
            <a:xfrm>
              <a:off x="1374884" y="2100077"/>
              <a:ext cx="11080" cy="22944"/>
            </a:xfrm>
            <a:custGeom>
              <a:avLst/>
              <a:gdLst/>
              <a:ahLst/>
              <a:cxnLst/>
              <a:rect l="l" t="t" r="r" b="b"/>
              <a:pathLst>
                <a:path w="424" h="878" extrusionOk="0">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77"/>
            <p:cNvSpPr/>
            <p:nvPr/>
          </p:nvSpPr>
          <p:spPr>
            <a:xfrm>
              <a:off x="1391844" y="2100077"/>
              <a:ext cx="11838" cy="39225"/>
            </a:xfrm>
            <a:custGeom>
              <a:avLst/>
              <a:gdLst/>
              <a:ahLst/>
              <a:cxnLst/>
              <a:rect l="l" t="t" r="r" b="b"/>
              <a:pathLst>
                <a:path w="453" h="1501" extrusionOk="0">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77"/>
            <p:cNvSpPr/>
            <p:nvPr/>
          </p:nvSpPr>
          <p:spPr>
            <a:xfrm>
              <a:off x="1322619" y="2100077"/>
              <a:ext cx="11315" cy="38467"/>
            </a:xfrm>
            <a:custGeom>
              <a:avLst/>
              <a:gdLst/>
              <a:ahLst/>
              <a:cxnLst/>
              <a:rect l="l" t="t" r="r" b="b"/>
              <a:pathLst>
                <a:path w="433" h="1472" extrusionOk="0">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77"/>
            <p:cNvSpPr/>
            <p:nvPr/>
          </p:nvSpPr>
          <p:spPr>
            <a:xfrm>
              <a:off x="1513334"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77"/>
            <p:cNvSpPr/>
            <p:nvPr/>
          </p:nvSpPr>
          <p:spPr>
            <a:xfrm>
              <a:off x="1496008" y="2100077"/>
              <a:ext cx="11315" cy="22944"/>
            </a:xfrm>
            <a:custGeom>
              <a:avLst/>
              <a:gdLst/>
              <a:ahLst/>
              <a:cxnLst/>
              <a:rect l="l" t="t" r="r" b="b"/>
              <a:pathLst>
                <a:path w="433" h="878" extrusionOk="0">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77"/>
            <p:cNvSpPr/>
            <p:nvPr/>
          </p:nvSpPr>
          <p:spPr>
            <a:xfrm>
              <a:off x="1530921" y="2100077"/>
              <a:ext cx="11342" cy="38467"/>
            </a:xfrm>
            <a:custGeom>
              <a:avLst/>
              <a:gdLst/>
              <a:ahLst/>
              <a:cxnLst/>
              <a:rect l="l" t="t" r="r" b="b"/>
              <a:pathLst>
                <a:path w="434" h="1472" extrusionOk="0">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2" name="Google Shape;14412;p77"/>
            <p:cNvSpPr/>
            <p:nvPr/>
          </p:nvSpPr>
          <p:spPr>
            <a:xfrm>
              <a:off x="1548012"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3" name="Google Shape;14413;p77"/>
            <p:cNvSpPr/>
            <p:nvPr/>
          </p:nvSpPr>
          <p:spPr>
            <a:xfrm>
              <a:off x="1565364" y="2100077"/>
              <a:ext cx="11838" cy="23885"/>
            </a:xfrm>
            <a:custGeom>
              <a:avLst/>
              <a:gdLst/>
              <a:ahLst/>
              <a:cxnLst/>
              <a:rect l="l" t="t" r="r" b="b"/>
              <a:pathLst>
                <a:path w="453" h="914" extrusionOk="0">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4" name="Google Shape;14414;p77"/>
            <p:cNvSpPr/>
            <p:nvPr/>
          </p:nvSpPr>
          <p:spPr>
            <a:xfrm>
              <a:off x="1582690"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5" name="Google Shape;14415;p77"/>
            <p:cNvSpPr/>
            <p:nvPr/>
          </p:nvSpPr>
          <p:spPr>
            <a:xfrm>
              <a:off x="1600042" y="2100077"/>
              <a:ext cx="11838" cy="39225"/>
            </a:xfrm>
            <a:custGeom>
              <a:avLst/>
              <a:gdLst/>
              <a:ahLst/>
              <a:cxnLst/>
              <a:rect l="l" t="t" r="r" b="b"/>
              <a:pathLst>
                <a:path w="453" h="1501" extrusionOk="0">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77"/>
            <p:cNvSpPr/>
            <p:nvPr/>
          </p:nvSpPr>
          <p:spPr>
            <a:xfrm>
              <a:off x="1617367"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77"/>
            <p:cNvSpPr/>
            <p:nvPr/>
          </p:nvSpPr>
          <p:spPr>
            <a:xfrm>
              <a:off x="1634955" y="2100077"/>
              <a:ext cx="11342" cy="22944"/>
            </a:xfrm>
            <a:custGeom>
              <a:avLst/>
              <a:gdLst/>
              <a:ahLst/>
              <a:cxnLst/>
              <a:rect l="l" t="t" r="r" b="b"/>
              <a:pathLst>
                <a:path w="434" h="878" extrusionOk="0">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77"/>
            <p:cNvSpPr/>
            <p:nvPr/>
          </p:nvSpPr>
          <p:spPr>
            <a:xfrm>
              <a:off x="1652045"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9" name="Google Shape;14419;p77"/>
            <p:cNvSpPr/>
            <p:nvPr/>
          </p:nvSpPr>
          <p:spPr>
            <a:xfrm>
              <a:off x="1386435" y="2069580"/>
              <a:ext cx="45000" cy="158363"/>
            </a:xfrm>
            <a:custGeom>
              <a:avLst/>
              <a:gdLst/>
              <a:ahLst/>
              <a:cxnLst/>
              <a:rect l="l" t="t" r="r" b="b"/>
              <a:pathLst>
                <a:path w="1722" h="6060" extrusionOk="0">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0" name="Google Shape;14420;p77"/>
            <p:cNvSpPr/>
            <p:nvPr/>
          </p:nvSpPr>
          <p:spPr>
            <a:xfrm>
              <a:off x="1405537" y="2084737"/>
              <a:ext cx="25897" cy="135967"/>
            </a:xfrm>
            <a:custGeom>
              <a:avLst/>
              <a:gdLst/>
              <a:ahLst/>
              <a:cxnLst/>
              <a:rect l="l" t="t" r="r" b="b"/>
              <a:pathLst>
                <a:path w="991" h="5203" extrusionOk="0">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77"/>
            <p:cNvSpPr/>
            <p:nvPr/>
          </p:nvSpPr>
          <p:spPr>
            <a:xfrm>
              <a:off x="1462062" y="2069737"/>
              <a:ext cx="45026" cy="158128"/>
            </a:xfrm>
            <a:custGeom>
              <a:avLst/>
              <a:gdLst/>
              <a:ahLst/>
              <a:cxnLst/>
              <a:rect l="l" t="t" r="r" b="b"/>
              <a:pathLst>
                <a:path w="1723" h="6051" extrusionOk="0">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77"/>
            <p:cNvSpPr/>
            <p:nvPr/>
          </p:nvSpPr>
          <p:spPr>
            <a:xfrm>
              <a:off x="1462062" y="2084999"/>
              <a:ext cx="25923" cy="135967"/>
            </a:xfrm>
            <a:custGeom>
              <a:avLst/>
              <a:gdLst/>
              <a:ahLst/>
              <a:cxnLst/>
              <a:rect l="l" t="t" r="r" b="b"/>
              <a:pathLst>
                <a:path w="992" h="5203" extrusionOk="0">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23" name="Google Shape;14423;p77"/>
          <p:cNvGrpSpPr/>
          <p:nvPr/>
        </p:nvGrpSpPr>
        <p:grpSpPr>
          <a:xfrm>
            <a:off x="866528" y="2088762"/>
            <a:ext cx="366639" cy="119635"/>
            <a:chOff x="866528" y="2088762"/>
            <a:chExt cx="366639" cy="119635"/>
          </a:xfrm>
        </p:grpSpPr>
        <p:sp>
          <p:nvSpPr>
            <p:cNvPr id="14424" name="Google Shape;14424;p77"/>
            <p:cNvSpPr/>
            <p:nvPr/>
          </p:nvSpPr>
          <p:spPr>
            <a:xfrm>
              <a:off x="866528" y="2088762"/>
              <a:ext cx="366639" cy="119635"/>
            </a:xfrm>
            <a:custGeom>
              <a:avLst/>
              <a:gdLst/>
              <a:ahLst/>
              <a:cxnLst/>
              <a:rect l="l" t="t" r="r" b="b"/>
              <a:pathLst>
                <a:path w="14030" h="4578" extrusionOk="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77"/>
            <p:cNvSpPr/>
            <p:nvPr/>
          </p:nvSpPr>
          <p:spPr>
            <a:xfrm>
              <a:off x="866528" y="2139511"/>
              <a:ext cx="366639" cy="68885"/>
            </a:xfrm>
            <a:custGeom>
              <a:avLst/>
              <a:gdLst/>
              <a:ahLst/>
              <a:cxnLst/>
              <a:rect l="l" t="t" r="r" b="b"/>
              <a:pathLst>
                <a:path w="14030" h="2636" extrusionOk="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6" name="Google Shape;14426;p77"/>
            <p:cNvSpPr/>
            <p:nvPr/>
          </p:nvSpPr>
          <p:spPr>
            <a:xfrm>
              <a:off x="866528" y="2164389"/>
              <a:ext cx="366639" cy="44007"/>
            </a:xfrm>
            <a:custGeom>
              <a:avLst/>
              <a:gdLst/>
              <a:ahLst/>
              <a:cxnLst/>
              <a:rect l="l" t="t" r="r" b="b"/>
              <a:pathLst>
                <a:path w="14030" h="1684" extrusionOk="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7" name="Google Shape;14427;p77"/>
            <p:cNvSpPr/>
            <p:nvPr/>
          </p:nvSpPr>
          <p:spPr>
            <a:xfrm>
              <a:off x="897940" y="2088762"/>
              <a:ext cx="11943" cy="36455"/>
            </a:xfrm>
            <a:custGeom>
              <a:avLst/>
              <a:gdLst/>
              <a:ahLst/>
              <a:cxnLst/>
              <a:rect l="l" t="t" r="r" b="b"/>
              <a:pathLst>
                <a:path w="457" h="1395" extrusionOk="0">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77"/>
            <p:cNvSpPr/>
            <p:nvPr/>
          </p:nvSpPr>
          <p:spPr>
            <a:xfrm>
              <a:off x="927443" y="2088762"/>
              <a:ext cx="11838" cy="26916"/>
            </a:xfrm>
            <a:custGeom>
              <a:avLst/>
              <a:gdLst/>
              <a:ahLst/>
              <a:cxnLst/>
              <a:rect l="l" t="t" r="r" b="b"/>
              <a:pathLst>
                <a:path w="453" h="1030" extrusionOk="0">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77"/>
            <p:cNvSpPr/>
            <p:nvPr/>
          </p:nvSpPr>
          <p:spPr>
            <a:xfrm>
              <a:off x="956346" y="2088762"/>
              <a:ext cx="11838" cy="36455"/>
            </a:xfrm>
            <a:custGeom>
              <a:avLst/>
              <a:gdLst/>
              <a:ahLst/>
              <a:cxnLst/>
              <a:rect l="l" t="t" r="r" b="b"/>
              <a:pathLst>
                <a:path w="453" h="1395" extrusionOk="0">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77"/>
            <p:cNvSpPr/>
            <p:nvPr/>
          </p:nvSpPr>
          <p:spPr>
            <a:xfrm>
              <a:off x="985876" y="2088762"/>
              <a:ext cx="11838" cy="26916"/>
            </a:xfrm>
            <a:custGeom>
              <a:avLst/>
              <a:gdLst/>
              <a:ahLst/>
              <a:cxnLst/>
              <a:rect l="l" t="t" r="r" b="b"/>
              <a:pathLst>
                <a:path w="453" h="1030" extrusionOk="0">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77"/>
            <p:cNvSpPr/>
            <p:nvPr/>
          </p:nvSpPr>
          <p:spPr>
            <a:xfrm>
              <a:off x="1014647" y="2088762"/>
              <a:ext cx="11969" cy="36455"/>
            </a:xfrm>
            <a:custGeom>
              <a:avLst/>
              <a:gdLst/>
              <a:ahLst/>
              <a:cxnLst/>
              <a:rect l="l" t="t" r="r" b="b"/>
              <a:pathLst>
                <a:path w="458" h="1395" extrusionOk="0">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2" name="Google Shape;14432;p77"/>
            <p:cNvSpPr/>
            <p:nvPr/>
          </p:nvSpPr>
          <p:spPr>
            <a:xfrm>
              <a:off x="1044439" y="2088762"/>
              <a:ext cx="11315" cy="26159"/>
            </a:xfrm>
            <a:custGeom>
              <a:avLst/>
              <a:gdLst/>
              <a:ahLst/>
              <a:cxnLst/>
              <a:rect l="l" t="t" r="r" b="b"/>
              <a:pathLst>
                <a:path w="433" h="1001" extrusionOk="0">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3" name="Google Shape;14433;p77"/>
            <p:cNvSpPr/>
            <p:nvPr/>
          </p:nvSpPr>
          <p:spPr>
            <a:xfrm>
              <a:off x="1073080"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77"/>
            <p:cNvSpPr/>
            <p:nvPr/>
          </p:nvSpPr>
          <p:spPr>
            <a:xfrm>
              <a:off x="1102479" y="2088762"/>
              <a:ext cx="11838" cy="26916"/>
            </a:xfrm>
            <a:custGeom>
              <a:avLst/>
              <a:gdLst/>
              <a:ahLst/>
              <a:cxnLst/>
              <a:rect l="l" t="t" r="r" b="b"/>
              <a:pathLst>
                <a:path w="453" h="1030" extrusionOk="0">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77"/>
            <p:cNvSpPr/>
            <p:nvPr/>
          </p:nvSpPr>
          <p:spPr>
            <a:xfrm>
              <a:off x="1131381"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77"/>
            <p:cNvSpPr/>
            <p:nvPr/>
          </p:nvSpPr>
          <p:spPr>
            <a:xfrm>
              <a:off x="1160911" y="2088762"/>
              <a:ext cx="11838" cy="26916"/>
            </a:xfrm>
            <a:custGeom>
              <a:avLst/>
              <a:gdLst/>
              <a:ahLst/>
              <a:cxnLst/>
              <a:rect l="l" t="t" r="r" b="b"/>
              <a:pathLst>
                <a:path w="453" h="1030" extrusionOk="0">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77"/>
            <p:cNvSpPr/>
            <p:nvPr/>
          </p:nvSpPr>
          <p:spPr>
            <a:xfrm>
              <a:off x="1189814" y="2088762"/>
              <a:ext cx="11812" cy="36455"/>
            </a:xfrm>
            <a:custGeom>
              <a:avLst/>
              <a:gdLst/>
              <a:ahLst/>
              <a:cxnLst/>
              <a:rect l="l" t="t" r="r" b="b"/>
              <a:pathLst>
                <a:path w="452" h="1395" extrusionOk="0">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38" name="Google Shape;14438;p77"/>
          <p:cNvGrpSpPr/>
          <p:nvPr/>
        </p:nvGrpSpPr>
        <p:grpSpPr>
          <a:xfrm>
            <a:off x="2329269" y="1965312"/>
            <a:ext cx="98807" cy="366273"/>
            <a:chOff x="2329269" y="1965312"/>
            <a:chExt cx="98807" cy="366273"/>
          </a:xfrm>
        </p:grpSpPr>
        <p:sp>
          <p:nvSpPr>
            <p:cNvPr id="14439" name="Google Shape;14439;p77"/>
            <p:cNvSpPr/>
            <p:nvPr/>
          </p:nvSpPr>
          <p:spPr>
            <a:xfrm>
              <a:off x="2329269" y="1965312"/>
              <a:ext cx="98807" cy="312179"/>
            </a:xfrm>
            <a:custGeom>
              <a:avLst/>
              <a:gdLst/>
              <a:ahLst/>
              <a:cxnLst/>
              <a:rect l="l" t="t" r="r" b="b"/>
              <a:pathLst>
                <a:path w="3781" h="11946" extrusionOk="0">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77"/>
            <p:cNvSpPr/>
            <p:nvPr/>
          </p:nvSpPr>
          <p:spPr>
            <a:xfrm>
              <a:off x="2353415" y="1970904"/>
              <a:ext cx="74661" cy="289757"/>
            </a:xfrm>
            <a:custGeom>
              <a:avLst/>
              <a:gdLst/>
              <a:ahLst/>
              <a:cxnLst/>
              <a:rect l="l" t="t" r="r" b="b"/>
              <a:pathLst>
                <a:path w="2857" h="11088" extrusionOk="0">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77"/>
            <p:cNvSpPr/>
            <p:nvPr/>
          </p:nvSpPr>
          <p:spPr>
            <a:xfrm>
              <a:off x="2337266" y="2001558"/>
              <a:ext cx="81246" cy="330027"/>
            </a:xfrm>
            <a:custGeom>
              <a:avLst/>
              <a:gdLst/>
              <a:ahLst/>
              <a:cxnLst/>
              <a:rect l="l" t="t" r="r" b="b"/>
              <a:pathLst>
                <a:path w="3109" h="12629" extrusionOk="0">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2" name="Google Shape;14442;p77"/>
          <p:cNvGrpSpPr/>
          <p:nvPr/>
        </p:nvGrpSpPr>
        <p:grpSpPr>
          <a:xfrm>
            <a:off x="3208053" y="1964972"/>
            <a:ext cx="112344" cy="366926"/>
            <a:chOff x="3208053" y="1964972"/>
            <a:chExt cx="112344" cy="366926"/>
          </a:xfrm>
        </p:grpSpPr>
        <p:sp>
          <p:nvSpPr>
            <p:cNvPr id="14443" name="Google Shape;14443;p77"/>
            <p:cNvSpPr/>
            <p:nvPr/>
          </p:nvSpPr>
          <p:spPr>
            <a:xfrm>
              <a:off x="3226398" y="2093283"/>
              <a:ext cx="63607" cy="238616"/>
            </a:xfrm>
            <a:custGeom>
              <a:avLst/>
              <a:gdLst/>
              <a:ahLst/>
              <a:cxnLst/>
              <a:rect l="l" t="t" r="r" b="b"/>
              <a:pathLst>
                <a:path w="2434" h="9131" extrusionOk="0">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77"/>
            <p:cNvSpPr/>
            <p:nvPr/>
          </p:nvSpPr>
          <p:spPr>
            <a:xfrm>
              <a:off x="3226398" y="2093544"/>
              <a:ext cx="45497" cy="238355"/>
            </a:xfrm>
            <a:custGeom>
              <a:avLst/>
              <a:gdLst/>
              <a:ahLst/>
              <a:cxnLst/>
              <a:rect l="l" t="t" r="r" b="b"/>
              <a:pathLst>
                <a:path w="1741" h="9121" extrusionOk="0">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77"/>
            <p:cNvSpPr/>
            <p:nvPr/>
          </p:nvSpPr>
          <p:spPr>
            <a:xfrm>
              <a:off x="3208053" y="1964972"/>
              <a:ext cx="112344" cy="147936"/>
            </a:xfrm>
            <a:custGeom>
              <a:avLst/>
              <a:gdLst/>
              <a:ahLst/>
              <a:cxnLst/>
              <a:rect l="l" t="t" r="r" b="b"/>
              <a:pathLst>
                <a:path w="4299" h="5661" extrusionOk="0">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6" name="Google Shape;14446;p77"/>
            <p:cNvSpPr/>
            <p:nvPr/>
          </p:nvSpPr>
          <p:spPr>
            <a:xfrm>
              <a:off x="3229900" y="1964972"/>
              <a:ext cx="90497" cy="130088"/>
            </a:xfrm>
            <a:custGeom>
              <a:avLst/>
              <a:gdLst/>
              <a:ahLst/>
              <a:cxnLst/>
              <a:rect l="l" t="t" r="r" b="b"/>
              <a:pathLst>
                <a:path w="3463" h="4978" extrusionOk="0">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7" name="Google Shape;14447;p77"/>
            <p:cNvSpPr/>
            <p:nvPr/>
          </p:nvSpPr>
          <p:spPr>
            <a:xfrm>
              <a:off x="3227887" y="2142542"/>
              <a:ext cx="60340" cy="31176"/>
            </a:xfrm>
            <a:custGeom>
              <a:avLst/>
              <a:gdLst/>
              <a:ahLst/>
              <a:cxnLst/>
              <a:rect l="l" t="t" r="r" b="b"/>
              <a:pathLst>
                <a:path w="2309" h="1193" extrusionOk="0">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8" name="Google Shape;14448;p77"/>
            <p:cNvSpPr/>
            <p:nvPr/>
          </p:nvSpPr>
          <p:spPr>
            <a:xfrm>
              <a:off x="3227887" y="2142542"/>
              <a:ext cx="29948" cy="31176"/>
            </a:xfrm>
            <a:custGeom>
              <a:avLst/>
              <a:gdLst/>
              <a:ahLst/>
              <a:cxnLst/>
              <a:rect l="l" t="t" r="r" b="b"/>
              <a:pathLst>
                <a:path w="1146" h="1193" extrusionOk="0">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9" name="Google Shape;14449;p77"/>
          <p:cNvGrpSpPr/>
          <p:nvPr/>
        </p:nvGrpSpPr>
        <p:grpSpPr>
          <a:xfrm>
            <a:off x="3225379" y="3807339"/>
            <a:ext cx="72413" cy="366404"/>
            <a:chOff x="3225379" y="3807339"/>
            <a:chExt cx="72413" cy="366404"/>
          </a:xfrm>
        </p:grpSpPr>
        <p:sp>
          <p:nvSpPr>
            <p:cNvPr id="14450" name="Google Shape;14450;p77"/>
            <p:cNvSpPr/>
            <p:nvPr/>
          </p:nvSpPr>
          <p:spPr>
            <a:xfrm>
              <a:off x="3225379" y="3807339"/>
              <a:ext cx="72413" cy="366404"/>
            </a:xfrm>
            <a:custGeom>
              <a:avLst/>
              <a:gdLst/>
              <a:ahLst/>
              <a:cxnLst/>
              <a:rect l="l" t="t" r="r" b="b"/>
              <a:pathLst>
                <a:path w="2771" h="14021" extrusionOk="0">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1" name="Google Shape;14451;p77"/>
            <p:cNvSpPr/>
            <p:nvPr/>
          </p:nvSpPr>
          <p:spPr>
            <a:xfrm>
              <a:off x="3225640" y="4104623"/>
              <a:ext cx="72152" cy="33188"/>
            </a:xfrm>
            <a:custGeom>
              <a:avLst/>
              <a:gdLst/>
              <a:ahLst/>
              <a:cxnLst/>
              <a:rect l="l" t="t" r="r" b="b"/>
              <a:pathLst>
                <a:path w="2761" h="1270" extrusionOk="0">
                  <a:moveTo>
                    <a:pt x="0" y="0"/>
                  </a:moveTo>
                  <a:lnTo>
                    <a:pt x="0" y="1269"/>
                  </a:lnTo>
                  <a:lnTo>
                    <a:pt x="2760" y="1269"/>
                  </a:lnTo>
                  <a:lnTo>
                    <a:pt x="2760" y="1241"/>
                  </a:lnTo>
                  <a:lnTo>
                    <a:pt x="2760"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77"/>
            <p:cNvSpPr/>
            <p:nvPr/>
          </p:nvSpPr>
          <p:spPr>
            <a:xfrm>
              <a:off x="3245997" y="3807339"/>
              <a:ext cx="31437" cy="32509"/>
            </a:xfrm>
            <a:custGeom>
              <a:avLst/>
              <a:gdLst/>
              <a:ahLst/>
              <a:cxnLst/>
              <a:rect l="l" t="t" r="r" b="b"/>
              <a:pathLst>
                <a:path w="1203" h="1244" extrusionOk="0">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77"/>
            <p:cNvSpPr/>
            <p:nvPr/>
          </p:nvSpPr>
          <p:spPr>
            <a:xfrm>
              <a:off x="3225379" y="4137785"/>
              <a:ext cx="72413" cy="35958"/>
            </a:xfrm>
            <a:custGeom>
              <a:avLst/>
              <a:gdLst/>
              <a:ahLst/>
              <a:cxnLst/>
              <a:rect l="l" t="t" r="r" b="b"/>
              <a:pathLst>
                <a:path w="2771" h="1376" extrusionOk="0">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4" name="Google Shape;14454;p77"/>
            <p:cNvSpPr/>
            <p:nvPr/>
          </p:nvSpPr>
          <p:spPr>
            <a:xfrm>
              <a:off x="3255039" y="4104623"/>
              <a:ext cx="42753" cy="33188"/>
            </a:xfrm>
            <a:custGeom>
              <a:avLst/>
              <a:gdLst/>
              <a:ahLst/>
              <a:cxnLst/>
              <a:rect l="l" t="t" r="r" b="b"/>
              <a:pathLst>
                <a:path w="1636" h="1270" extrusionOk="0">
                  <a:moveTo>
                    <a:pt x="0" y="0"/>
                  </a:moveTo>
                  <a:lnTo>
                    <a:pt x="0" y="1269"/>
                  </a:lnTo>
                  <a:lnTo>
                    <a:pt x="1635" y="1269"/>
                  </a:lnTo>
                  <a:lnTo>
                    <a:pt x="1635" y="1241"/>
                  </a:lnTo>
                  <a:lnTo>
                    <a:pt x="1635"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5" name="Google Shape;14455;p77"/>
            <p:cNvSpPr/>
            <p:nvPr/>
          </p:nvSpPr>
          <p:spPr>
            <a:xfrm>
              <a:off x="3255039" y="4137785"/>
              <a:ext cx="42753" cy="32953"/>
            </a:xfrm>
            <a:custGeom>
              <a:avLst/>
              <a:gdLst/>
              <a:ahLst/>
              <a:cxnLst/>
              <a:rect l="l" t="t" r="r" b="b"/>
              <a:pathLst>
                <a:path w="1636" h="1261" extrusionOk="0">
                  <a:moveTo>
                    <a:pt x="0" y="0"/>
                  </a:moveTo>
                  <a:cubicBezTo>
                    <a:pt x="0" y="539"/>
                    <a:pt x="318" y="1039"/>
                    <a:pt x="818" y="1260"/>
                  </a:cubicBezTo>
                  <a:cubicBezTo>
                    <a:pt x="1308" y="1029"/>
                    <a:pt x="1625" y="539"/>
                    <a:pt x="163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77"/>
            <p:cNvSpPr/>
            <p:nvPr/>
          </p:nvSpPr>
          <p:spPr>
            <a:xfrm>
              <a:off x="3225379" y="3872932"/>
              <a:ext cx="72413" cy="231717"/>
            </a:xfrm>
            <a:custGeom>
              <a:avLst/>
              <a:gdLst/>
              <a:ahLst/>
              <a:cxnLst/>
              <a:rect l="l" t="t" r="r" b="b"/>
              <a:pathLst>
                <a:path w="2771" h="8867" extrusionOk="0">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77"/>
            <p:cNvSpPr/>
            <p:nvPr/>
          </p:nvSpPr>
          <p:spPr>
            <a:xfrm>
              <a:off x="3255039" y="3872932"/>
              <a:ext cx="42753" cy="231717"/>
            </a:xfrm>
            <a:custGeom>
              <a:avLst/>
              <a:gdLst/>
              <a:ahLst/>
              <a:cxnLst/>
              <a:rect l="l" t="t" r="r" b="b"/>
              <a:pathLst>
                <a:path w="1636" h="8867" extrusionOk="0">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8" name="Google Shape;14458;p77"/>
          <p:cNvGrpSpPr/>
          <p:nvPr/>
        </p:nvGrpSpPr>
        <p:grpSpPr>
          <a:xfrm>
            <a:off x="3523916" y="2011096"/>
            <a:ext cx="366665" cy="275201"/>
            <a:chOff x="3523916" y="2011096"/>
            <a:chExt cx="366665" cy="275201"/>
          </a:xfrm>
        </p:grpSpPr>
        <p:sp>
          <p:nvSpPr>
            <p:cNvPr id="14459" name="Google Shape;14459;p77"/>
            <p:cNvSpPr/>
            <p:nvPr/>
          </p:nvSpPr>
          <p:spPr>
            <a:xfrm>
              <a:off x="3524178" y="2038744"/>
              <a:ext cx="366404" cy="247553"/>
            </a:xfrm>
            <a:custGeom>
              <a:avLst/>
              <a:gdLst/>
              <a:ahLst/>
              <a:cxnLst/>
              <a:rect l="l" t="t" r="r" b="b"/>
              <a:pathLst>
                <a:path w="14021" h="9473" extrusionOk="0">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0" name="Google Shape;14460;p77"/>
            <p:cNvSpPr/>
            <p:nvPr/>
          </p:nvSpPr>
          <p:spPr>
            <a:xfrm>
              <a:off x="3624945" y="2161123"/>
              <a:ext cx="244783" cy="74425"/>
            </a:xfrm>
            <a:custGeom>
              <a:avLst/>
              <a:gdLst/>
              <a:ahLst/>
              <a:cxnLst/>
              <a:rect l="l" t="t" r="r" b="b"/>
              <a:pathLst>
                <a:path w="9367" h="2848" extrusionOk="0">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1" name="Google Shape;14461;p77"/>
            <p:cNvSpPr/>
            <p:nvPr/>
          </p:nvSpPr>
          <p:spPr>
            <a:xfrm>
              <a:off x="3624945" y="2161123"/>
              <a:ext cx="244783" cy="47796"/>
            </a:xfrm>
            <a:custGeom>
              <a:avLst/>
              <a:gdLst/>
              <a:ahLst/>
              <a:cxnLst/>
              <a:rect l="l" t="t" r="r" b="b"/>
              <a:pathLst>
                <a:path w="9367" h="1829" extrusionOk="0">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77"/>
            <p:cNvSpPr/>
            <p:nvPr/>
          </p:nvSpPr>
          <p:spPr>
            <a:xfrm>
              <a:off x="3652697" y="2161123"/>
              <a:ext cx="11969" cy="24146"/>
            </a:xfrm>
            <a:custGeom>
              <a:avLst/>
              <a:gdLst/>
              <a:ahLst/>
              <a:cxnLst/>
              <a:rect l="l" t="t" r="r" b="b"/>
              <a:pathLst>
                <a:path w="458" h="924" extrusionOk="0">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77"/>
            <p:cNvSpPr/>
            <p:nvPr/>
          </p:nvSpPr>
          <p:spPr>
            <a:xfrm>
              <a:off x="3670546" y="2161123"/>
              <a:ext cx="11838" cy="24146"/>
            </a:xfrm>
            <a:custGeom>
              <a:avLst/>
              <a:gdLst/>
              <a:ahLst/>
              <a:cxnLst/>
              <a:rect l="l" t="t" r="r" b="b"/>
              <a:pathLst>
                <a:path w="453" h="924" extrusionOk="0">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77"/>
            <p:cNvSpPr/>
            <p:nvPr/>
          </p:nvSpPr>
          <p:spPr>
            <a:xfrm>
              <a:off x="3688264" y="2161123"/>
              <a:ext cx="11838" cy="24146"/>
            </a:xfrm>
            <a:custGeom>
              <a:avLst/>
              <a:gdLst/>
              <a:ahLst/>
              <a:cxnLst/>
              <a:rect l="l" t="t" r="r" b="b"/>
              <a:pathLst>
                <a:path w="453" h="924" extrusionOk="0">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5" name="Google Shape;14465;p77"/>
            <p:cNvSpPr/>
            <p:nvPr/>
          </p:nvSpPr>
          <p:spPr>
            <a:xfrm>
              <a:off x="3705981" y="2161123"/>
              <a:ext cx="11838" cy="40244"/>
            </a:xfrm>
            <a:custGeom>
              <a:avLst/>
              <a:gdLst/>
              <a:ahLst/>
              <a:cxnLst/>
              <a:rect l="l" t="t" r="r" b="b"/>
              <a:pathLst>
                <a:path w="453" h="1540" extrusionOk="0">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6" name="Google Shape;14466;p77"/>
            <p:cNvSpPr/>
            <p:nvPr/>
          </p:nvSpPr>
          <p:spPr>
            <a:xfrm>
              <a:off x="3634875" y="2161123"/>
              <a:ext cx="11943" cy="40244"/>
            </a:xfrm>
            <a:custGeom>
              <a:avLst/>
              <a:gdLst/>
              <a:ahLst/>
              <a:cxnLst/>
              <a:rect l="l" t="t" r="r" b="b"/>
              <a:pathLst>
                <a:path w="457" h="1540" extrusionOk="0">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77"/>
            <p:cNvSpPr/>
            <p:nvPr/>
          </p:nvSpPr>
          <p:spPr>
            <a:xfrm>
              <a:off x="3723934" y="2161123"/>
              <a:ext cx="11342" cy="23415"/>
            </a:xfrm>
            <a:custGeom>
              <a:avLst/>
              <a:gdLst/>
              <a:ahLst/>
              <a:cxnLst/>
              <a:rect l="l" t="t" r="r" b="b"/>
              <a:pathLst>
                <a:path w="434" h="896" extrusionOk="0">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77"/>
            <p:cNvSpPr/>
            <p:nvPr/>
          </p:nvSpPr>
          <p:spPr>
            <a:xfrm>
              <a:off x="3741783" y="2161123"/>
              <a:ext cx="11342" cy="23415"/>
            </a:xfrm>
            <a:custGeom>
              <a:avLst/>
              <a:gdLst/>
              <a:ahLst/>
              <a:cxnLst/>
              <a:rect l="l" t="t" r="r" b="b"/>
              <a:pathLst>
                <a:path w="434" h="896" extrusionOk="0">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77"/>
            <p:cNvSpPr/>
            <p:nvPr/>
          </p:nvSpPr>
          <p:spPr>
            <a:xfrm>
              <a:off x="3759631" y="2161123"/>
              <a:ext cx="11080" cy="23415"/>
            </a:xfrm>
            <a:custGeom>
              <a:avLst/>
              <a:gdLst/>
              <a:ahLst/>
              <a:cxnLst/>
              <a:rect l="l" t="t" r="r" b="b"/>
              <a:pathLst>
                <a:path w="424" h="896" extrusionOk="0">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77"/>
            <p:cNvSpPr/>
            <p:nvPr/>
          </p:nvSpPr>
          <p:spPr>
            <a:xfrm>
              <a:off x="3777219" y="2161123"/>
              <a:ext cx="11342" cy="39303"/>
            </a:xfrm>
            <a:custGeom>
              <a:avLst/>
              <a:gdLst/>
              <a:ahLst/>
              <a:cxnLst/>
              <a:rect l="l" t="t" r="r" b="b"/>
              <a:pathLst>
                <a:path w="434" h="1504" extrusionOk="0">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1" name="Google Shape;14471;p77"/>
            <p:cNvSpPr/>
            <p:nvPr/>
          </p:nvSpPr>
          <p:spPr>
            <a:xfrm>
              <a:off x="3795067" y="2161123"/>
              <a:ext cx="11315" cy="23415"/>
            </a:xfrm>
            <a:custGeom>
              <a:avLst/>
              <a:gdLst/>
              <a:ahLst/>
              <a:cxnLst/>
              <a:rect l="l" t="t" r="r" b="b"/>
              <a:pathLst>
                <a:path w="433" h="896" extrusionOk="0">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2" name="Google Shape;14472;p77"/>
            <p:cNvSpPr/>
            <p:nvPr/>
          </p:nvSpPr>
          <p:spPr>
            <a:xfrm>
              <a:off x="3812654" y="2161123"/>
              <a:ext cx="11342" cy="23415"/>
            </a:xfrm>
            <a:custGeom>
              <a:avLst/>
              <a:gdLst/>
              <a:ahLst/>
              <a:cxnLst/>
              <a:rect l="l" t="t" r="r" b="b"/>
              <a:pathLst>
                <a:path w="434" h="896" extrusionOk="0">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3" name="Google Shape;14473;p77"/>
            <p:cNvSpPr/>
            <p:nvPr/>
          </p:nvSpPr>
          <p:spPr>
            <a:xfrm>
              <a:off x="3830503" y="2161123"/>
              <a:ext cx="11315" cy="23415"/>
            </a:xfrm>
            <a:custGeom>
              <a:avLst/>
              <a:gdLst/>
              <a:ahLst/>
              <a:cxnLst/>
              <a:rect l="l" t="t" r="r" b="b"/>
              <a:pathLst>
                <a:path w="433" h="896" extrusionOk="0">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4" name="Google Shape;14474;p77"/>
            <p:cNvSpPr/>
            <p:nvPr/>
          </p:nvSpPr>
          <p:spPr>
            <a:xfrm>
              <a:off x="3848325" y="2161123"/>
              <a:ext cx="11080" cy="39303"/>
            </a:xfrm>
            <a:custGeom>
              <a:avLst/>
              <a:gdLst/>
              <a:ahLst/>
              <a:cxnLst/>
              <a:rect l="l" t="t" r="r" b="b"/>
              <a:pathLst>
                <a:path w="424" h="1504" extrusionOk="0">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77"/>
            <p:cNvSpPr/>
            <p:nvPr/>
          </p:nvSpPr>
          <p:spPr>
            <a:xfrm>
              <a:off x="3626173" y="2063857"/>
              <a:ext cx="212483" cy="74190"/>
            </a:xfrm>
            <a:custGeom>
              <a:avLst/>
              <a:gdLst/>
              <a:ahLst/>
              <a:cxnLst/>
              <a:rect l="l" t="t" r="r" b="b"/>
              <a:pathLst>
                <a:path w="8131" h="2839" extrusionOk="0">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77"/>
            <p:cNvSpPr/>
            <p:nvPr/>
          </p:nvSpPr>
          <p:spPr>
            <a:xfrm>
              <a:off x="3523916" y="2011096"/>
              <a:ext cx="79181" cy="243790"/>
            </a:xfrm>
            <a:custGeom>
              <a:avLst/>
              <a:gdLst/>
              <a:ahLst/>
              <a:cxnLst/>
              <a:rect l="l" t="t" r="r" b="b"/>
              <a:pathLst>
                <a:path w="3030" h="9329" extrusionOk="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77"/>
            <p:cNvSpPr/>
            <p:nvPr/>
          </p:nvSpPr>
          <p:spPr>
            <a:xfrm>
              <a:off x="3523916" y="2011096"/>
              <a:ext cx="27910" cy="243529"/>
            </a:xfrm>
            <a:custGeom>
              <a:avLst/>
              <a:gdLst/>
              <a:ahLst/>
              <a:cxnLst/>
              <a:rect l="l" t="t" r="r" b="b"/>
              <a:pathLst>
                <a:path w="1068" h="9319" extrusionOk="0">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77"/>
            <p:cNvSpPr/>
            <p:nvPr/>
          </p:nvSpPr>
          <p:spPr>
            <a:xfrm>
              <a:off x="3523916" y="2056331"/>
              <a:ext cx="26" cy="1542"/>
            </a:xfrm>
            <a:custGeom>
              <a:avLst/>
              <a:gdLst/>
              <a:ahLst/>
              <a:cxnLst/>
              <a:rect l="l" t="t" r="r" b="b"/>
              <a:pathLst>
                <a:path w="1" h="59" extrusionOk="0">
                  <a:moveTo>
                    <a:pt x="1" y="1"/>
                  </a:moveTo>
                  <a:lnTo>
                    <a:pt x="1" y="59"/>
                  </a:lnTo>
                  <a:lnTo>
                    <a:pt x="1" y="59"/>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79" name="Google Shape;14479;p77"/>
          <p:cNvGrpSpPr/>
          <p:nvPr/>
        </p:nvGrpSpPr>
        <p:grpSpPr>
          <a:xfrm>
            <a:off x="1742777" y="1499997"/>
            <a:ext cx="393791" cy="366744"/>
            <a:chOff x="1742777" y="1499997"/>
            <a:chExt cx="393791" cy="366744"/>
          </a:xfrm>
        </p:grpSpPr>
        <p:sp>
          <p:nvSpPr>
            <p:cNvPr id="14480" name="Google Shape;14480;p77"/>
            <p:cNvSpPr/>
            <p:nvPr/>
          </p:nvSpPr>
          <p:spPr>
            <a:xfrm>
              <a:off x="1760861" y="1591957"/>
              <a:ext cx="152823" cy="270654"/>
            </a:xfrm>
            <a:custGeom>
              <a:avLst/>
              <a:gdLst/>
              <a:ahLst/>
              <a:cxnLst/>
              <a:rect l="l" t="t" r="r" b="b"/>
              <a:pathLst>
                <a:path w="5848" h="10357" extrusionOk="0">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77"/>
            <p:cNvSpPr/>
            <p:nvPr/>
          </p:nvSpPr>
          <p:spPr>
            <a:xfrm>
              <a:off x="1760861" y="1592218"/>
              <a:ext cx="152562" cy="115349"/>
            </a:xfrm>
            <a:custGeom>
              <a:avLst/>
              <a:gdLst/>
              <a:ahLst/>
              <a:cxnLst/>
              <a:rect l="l" t="t" r="r" b="b"/>
              <a:pathLst>
                <a:path w="5838" h="4414" extrusionOk="0">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77"/>
            <p:cNvSpPr/>
            <p:nvPr/>
          </p:nvSpPr>
          <p:spPr>
            <a:xfrm>
              <a:off x="1851070" y="1499997"/>
              <a:ext cx="155070" cy="183947"/>
            </a:xfrm>
            <a:custGeom>
              <a:avLst/>
              <a:gdLst/>
              <a:ahLst/>
              <a:cxnLst/>
              <a:rect l="l" t="t" r="r" b="b"/>
              <a:pathLst>
                <a:path w="5934" h="7039" extrusionOk="0">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3" name="Google Shape;14483;p77"/>
            <p:cNvSpPr/>
            <p:nvPr/>
          </p:nvSpPr>
          <p:spPr>
            <a:xfrm>
              <a:off x="1742777" y="1500049"/>
              <a:ext cx="211098" cy="183894"/>
            </a:xfrm>
            <a:custGeom>
              <a:avLst/>
              <a:gdLst/>
              <a:ahLst/>
              <a:cxnLst/>
              <a:rect l="l" t="t" r="r" b="b"/>
              <a:pathLst>
                <a:path w="8078" h="7037" extrusionOk="0">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4" name="Google Shape;14484;p77"/>
            <p:cNvSpPr/>
            <p:nvPr/>
          </p:nvSpPr>
          <p:spPr>
            <a:xfrm>
              <a:off x="1760861" y="1755546"/>
              <a:ext cx="25662" cy="11080"/>
            </a:xfrm>
            <a:custGeom>
              <a:avLst/>
              <a:gdLst/>
              <a:ahLst/>
              <a:cxnLst/>
              <a:rect l="l" t="t" r="r" b="b"/>
              <a:pathLst>
                <a:path w="982" h="424" extrusionOk="0">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77"/>
            <p:cNvSpPr/>
            <p:nvPr/>
          </p:nvSpPr>
          <p:spPr>
            <a:xfrm>
              <a:off x="1791018" y="1755546"/>
              <a:ext cx="90732" cy="11080"/>
            </a:xfrm>
            <a:custGeom>
              <a:avLst/>
              <a:gdLst/>
              <a:ahLst/>
              <a:cxnLst/>
              <a:rect l="l" t="t" r="r" b="b"/>
              <a:pathLst>
                <a:path w="3472" h="424" extrusionOk="0">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77"/>
            <p:cNvSpPr/>
            <p:nvPr/>
          </p:nvSpPr>
          <p:spPr>
            <a:xfrm>
              <a:off x="1884233" y="1755546"/>
              <a:ext cx="29190" cy="11080"/>
            </a:xfrm>
            <a:custGeom>
              <a:avLst/>
              <a:gdLst/>
              <a:ahLst/>
              <a:cxnLst/>
              <a:rect l="l" t="t" r="r" b="b"/>
              <a:pathLst>
                <a:path w="1117" h="424" extrusionOk="0">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77"/>
            <p:cNvSpPr/>
            <p:nvPr/>
          </p:nvSpPr>
          <p:spPr>
            <a:xfrm>
              <a:off x="1851828" y="1733177"/>
              <a:ext cx="177440" cy="71211"/>
            </a:xfrm>
            <a:custGeom>
              <a:avLst/>
              <a:gdLst/>
              <a:ahLst/>
              <a:cxnLst/>
              <a:rect l="l" t="t" r="r" b="b"/>
              <a:pathLst>
                <a:path w="6790" h="2725" extrusionOk="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8" name="Google Shape;14488;p77"/>
            <p:cNvSpPr/>
            <p:nvPr/>
          </p:nvSpPr>
          <p:spPr>
            <a:xfrm>
              <a:off x="1851828" y="1737698"/>
              <a:ext cx="155332" cy="50619"/>
            </a:xfrm>
            <a:custGeom>
              <a:avLst/>
              <a:gdLst/>
              <a:ahLst/>
              <a:cxnLst/>
              <a:rect l="l" t="t" r="r" b="b"/>
              <a:pathLst>
                <a:path w="5944" h="1937" extrusionOk="0">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9" name="Google Shape;14489;p77"/>
            <p:cNvSpPr/>
            <p:nvPr/>
          </p:nvSpPr>
          <p:spPr>
            <a:xfrm>
              <a:off x="1851828" y="1716975"/>
              <a:ext cx="177440" cy="71263"/>
            </a:xfrm>
            <a:custGeom>
              <a:avLst/>
              <a:gdLst/>
              <a:ahLst/>
              <a:cxnLst/>
              <a:rect l="l" t="t" r="r" b="b"/>
              <a:pathLst>
                <a:path w="6790" h="2727" extrusionOk="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0" name="Google Shape;14490;p77"/>
            <p:cNvSpPr/>
            <p:nvPr/>
          </p:nvSpPr>
          <p:spPr>
            <a:xfrm>
              <a:off x="1858361" y="1716975"/>
              <a:ext cx="170907" cy="57701"/>
            </a:xfrm>
            <a:custGeom>
              <a:avLst/>
              <a:gdLst/>
              <a:ahLst/>
              <a:cxnLst/>
              <a:rect l="l" t="t" r="r" b="b"/>
              <a:pathLst>
                <a:path w="6540" h="2208" extrusionOk="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1" name="Google Shape;14491;p77"/>
            <p:cNvSpPr/>
            <p:nvPr/>
          </p:nvSpPr>
          <p:spPr>
            <a:xfrm>
              <a:off x="1959965" y="1655041"/>
              <a:ext cx="169051" cy="122875"/>
            </a:xfrm>
            <a:custGeom>
              <a:avLst/>
              <a:gdLst/>
              <a:ahLst/>
              <a:cxnLst/>
              <a:rect l="l" t="t" r="r" b="b"/>
              <a:pathLst>
                <a:path w="6469" h="4702" extrusionOk="0">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77"/>
            <p:cNvSpPr/>
            <p:nvPr/>
          </p:nvSpPr>
          <p:spPr>
            <a:xfrm>
              <a:off x="1965400" y="1743630"/>
              <a:ext cx="171168" cy="123110"/>
            </a:xfrm>
            <a:custGeom>
              <a:avLst/>
              <a:gdLst/>
              <a:ahLst/>
              <a:cxnLst/>
              <a:rect l="l" t="t" r="r" b="b"/>
              <a:pathLst>
                <a:path w="6550" h="4711" extrusionOk="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3" name="Google Shape;14493;p77"/>
            <p:cNvSpPr/>
            <p:nvPr/>
          </p:nvSpPr>
          <p:spPr>
            <a:xfrm>
              <a:off x="1981001" y="1755285"/>
              <a:ext cx="11838" cy="11838"/>
            </a:xfrm>
            <a:custGeom>
              <a:avLst/>
              <a:gdLst/>
              <a:ahLst/>
              <a:cxnLst/>
              <a:rect l="l" t="t" r="r" b="b"/>
              <a:pathLst>
                <a:path w="453" h="453" extrusionOk="0">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4" name="Google Shape;14494;p77"/>
          <p:cNvGrpSpPr/>
          <p:nvPr/>
        </p:nvGrpSpPr>
        <p:grpSpPr>
          <a:xfrm>
            <a:off x="4014449" y="1499997"/>
            <a:ext cx="319914" cy="366639"/>
            <a:chOff x="4014449" y="1499997"/>
            <a:chExt cx="319914" cy="366639"/>
          </a:xfrm>
        </p:grpSpPr>
        <p:sp>
          <p:nvSpPr>
            <p:cNvPr id="14495" name="Google Shape;14495;p77"/>
            <p:cNvSpPr/>
            <p:nvPr/>
          </p:nvSpPr>
          <p:spPr>
            <a:xfrm>
              <a:off x="4014449" y="1499997"/>
              <a:ext cx="319914" cy="366639"/>
            </a:xfrm>
            <a:custGeom>
              <a:avLst/>
              <a:gdLst/>
              <a:ahLst/>
              <a:cxnLst/>
              <a:rect l="l" t="t" r="r" b="b"/>
              <a:pathLst>
                <a:path w="12242" h="14030" extrusionOk="0">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77"/>
            <p:cNvSpPr/>
            <p:nvPr/>
          </p:nvSpPr>
          <p:spPr>
            <a:xfrm>
              <a:off x="4014449" y="1591199"/>
              <a:ext cx="319914" cy="275437"/>
            </a:xfrm>
            <a:custGeom>
              <a:avLst/>
              <a:gdLst/>
              <a:ahLst/>
              <a:cxnLst/>
              <a:rect l="l" t="t" r="r" b="b"/>
              <a:pathLst>
                <a:path w="12242" h="10540" extrusionOk="0">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77"/>
            <p:cNvSpPr/>
            <p:nvPr/>
          </p:nvSpPr>
          <p:spPr>
            <a:xfrm>
              <a:off x="4014685" y="1591199"/>
              <a:ext cx="159853" cy="248808"/>
            </a:xfrm>
            <a:custGeom>
              <a:avLst/>
              <a:gdLst/>
              <a:ahLst/>
              <a:cxnLst/>
              <a:rect l="l" t="t" r="r" b="b"/>
              <a:pathLst>
                <a:path w="6117" h="9521" extrusionOk="0">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77"/>
            <p:cNvSpPr/>
            <p:nvPr/>
          </p:nvSpPr>
          <p:spPr>
            <a:xfrm>
              <a:off x="4174511" y="1591460"/>
              <a:ext cx="159853" cy="275175"/>
            </a:xfrm>
            <a:custGeom>
              <a:avLst/>
              <a:gdLst/>
              <a:ahLst/>
              <a:cxnLst/>
              <a:rect l="l" t="t" r="r" b="b"/>
              <a:pathLst>
                <a:path w="6117" h="10530" extrusionOk="0">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77"/>
            <p:cNvSpPr/>
            <p:nvPr/>
          </p:nvSpPr>
          <p:spPr>
            <a:xfrm>
              <a:off x="4174511" y="1591199"/>
              <a:ext cx="159853" cy="248808"/>
            </a:xfrm>
            <a:custGeom>
              <a:avLst/>
              <a:gdLst/>
              <a:ahLst/>
              <a:cxnLst/>
              <a:rect l="l" t="t" r="r" b="b"/>
              <a:pathLst>
                <a:path w="6117" h="9521" extrusionOk="0">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0" name="Google Shape;14500;p77"/>
          <p:cNvGrpSpPr/>
          <p:nvPr/>
        </p:nvGrpSpPr>
        <p:grpSpPr>
          <a:xfrm>
            <a:off x="866267" y="1591460"/>
            <a:ext cx="367397" cy="183711"/>
            <a:chOff x="866267" y="1591460"/>
            <a:chExt cx="367397" cy="183711"/>
          </a:xfrm>
        </p:grpSpPr>
        <p:sp>
          <p:nvSpPr>
            <p:cNvPr id="14501" name="Google Shape;14501;p77"/>
            <p:cNvSpPr/>
            <p:nvPr/>
          </p:nvSpPr>
          <p:spPr>
            <a:xfrm>
              <a:off x="866267" y="1591460"/>
              <a:ext cx="367397" cy="183502"/>
            </a:xfrm>
            <a:custGeom>
              <a:avLst/>
              <a:gdLst/>
              <a:ahLst/>
              <a:cxnLst/>
              <a:rect l="l" t="t" r="r" b="b"/>
              <a:pathLst>
                <a:path w="14059" h="7022"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2" name="Google Shape;14502;p77"/>
            <p:cNvSpPr/>
            <p:nvPr/>
          </p:nvSpPr>
          <p:spPr>
            <a:xfrm>
              <a:off x="866267" y="1591460"/>
              <a:ext cx="199286" cy="183711"/>
            </a:xfrm>
            <a:custGeom>
              <a:avLst/>
              <a:gdLst/>
              <a:ahLst/>
              <a:cxnLst/>
              <a:rect l="l" t="t" r="r" b="b"/>
              <a:pathLst>
                <a:path w="7626" h="7030"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3" name="Google Shape;14503;p77"/>
            <p:cNvSpPr/>
            <p:nvPr/>
          </p:nvSpPr>
          <p:spPr>
            <a:xfrm>
              <a:off x="1071564" y="1593969"/>
              <a:ext cx="19626" cy="47509"/>
            </a:xfrm>
            <a:custGeom>
              <a:avLst/>
              <a:gdLst/>
              <a:ahLst/>
              <a:cxnLst/>
              <a:rect l="l" t="t" r="r" b="b"/>
              <a:pathLst>
                <a:path w="751" h="1818" extrusionOk="0">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77"/>
            <p:cNvSpPr/>
            <p:nvPr/>
          </p:nvSpPr>
          <p:spPr>
            <a:xfrm>
              <a:off x="1122575" y="1619605"/>
              <a:ext cx="33946" cy="42988"/>
            </a:xfrm>
            <a:custGeom>
              <a:avLst/>
              <a:gdLst/>
              <a:ahLst/>
              <a:cxnLst/>
              <a:rect l="l" t="t" r="r" b="b"/>
              <a:pathLst>
                <a:path w="1299" h="1645" extrusionOk="0">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5" name="Google Shape;14505;p77"/>
            <p:cNvSpPr/>
            <p:nvPr/>
          </p:nvSpPr>
          <p:spPr>
            <a:xfrm>
              <a:off x="1159866" y="1668839"/>
              <a:ext cx="45915" cy="33293"/>
            </a:xfrm>
            <a:custGeom>
              <a:avLst/>
              <a:gdLst/>
              <a:ahLst/>
              <a:cxnLst/>
              <a:rect l="l" t="t" r="r" b="b"/>
              <a:pathLst>
                <a:path w="1757" h="1274" extrusionOk="0">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6" name="Google Shape;14506;p77"/>
            <p:cNvSpPr/>
            <p:nvPr/>
          </p:nvSpPr>
          <p:spPr>
            <a:xfrm>
              <a:off x="1181634" y="1734196"/>
              <a:ext cx="49286" cy="19103"/>
            </a:xfrm>
            <a:custGeom>
              <a:avLst/>
              <a:gdLst/>
              <a:ahLst/>
              <a:cxnLst/>
              <a:rect l="l" t="t" r="r" b="b"/>
              <a:pathLst>
                <a:path w="1886" h="731" extrusionOk="0">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77"/>
            <p:cNvSpPr/>
            <p:nvPr/>
          </p:nvSpPr>
          <p:spPr>
            <a:xfrm>
              <a:off x="868776" y="1734196"/>
              <a:ext cx="48267" cy="19364"/>
            </a:xfrm>
            <a:custGeom>
              <a:avLst/>
              <a:gdLst/>
              <a:ahLst/>
              <a:cxnLst/>
              <a:rect l="l" t="t" r="r" b="b"/>
              <a:pathLst>
                <a:path w="1847" h="741" extrusionOk="0">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77"/>
            <p:cNvSpPr/>
            <p:nvPr/>
          </p:nvSpPr>
          <p:spPr>
            <a:xfrm>
              <a:off x="894151" y="1668603"/>
              <a:ext cx="44007" cy="33659"/>
            </a:xfrm>
            <a:custGeom>
              <a:avLst/>
              <a:gdLst/>
              <a:ahLst/>
              <a:cxnLst/>
              <a:rect l="l" t="t" r="r" b="b"/>
              <a:pathLst>
                <a:path w="1684" h="1288" extrusionOk="0">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77"/>
            <p:cNvSpPr/>
            <p:nvPr/>
          </p:nvSpPr>
          <p:spPr>
            <a:xfrm>
              <a:off x="942914" y="1619605"/>
              <a:ext cx="35462" cy="43328"/>
            </a:xfrm>
            <a:custGeom>
              <a:avLst/>
              <a:gdLst/>
              <a:ahLst/>
              <a:cxnLst/>
              <a:rect l="l" t="t" r="r" b="b"/>
              <a:pathLst>
                <a:path w="1357" h="1658" extrusionOk="0">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77"/>
            <p:cNvSpPr/>
            <p:nvPr/>
          </p:nvSpPr>
          <p:spPr>
            <a:xfrm>
              <a:off x="1008506" y="1593708"/>
              <a:ext cx="19626" cy="47770"/>
            </a:xfrm>
            <a:custGeom>
              <a:avLst/>
              <a:gdLst/>
              <a:ahLst/>
              <a:cxnLst/>
              <a:rect l="l" t="t" r="r" b="b"/>
              <a:pathLst>
                <a:path w="751" h="1828" extrusionOk="0">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77"/>
            <p:cNvSpPr/>
            <p:nvPr/>
          </p:nvSpPr>
          <p:spPr>
            <a:xfrm>
              <a:off x="1043916" y="1591695"/>
              <a:ext cx="11838" cy="138999"/>
            </a:xfrm>
            <a:custGeom>
              <a:avLst/>
              <a:gdLst/>
              <a:ahLst/>
              <a:cxnLst/>
              <a:rect l="l" t="t" r="r" b="b"/>
              <a:pathLst>
                <a:path w="453" h="5319" extrusionOk="0">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77"/>
            <p:cNvSpPr/>
            <p:nvPr/>
          </p:nvSpPr>
          <p:spPr>
            <a:xfrm>
              <a:off x="1063777" y="1603507"/>
              <a:ext cx="61594" cy="128180"/>
            </a:xfrm>
            <a:custGeom>
              <a:avLst/>
              <a:gdLst/>
              <a:ahLst/>
              <a:cxnLst/>
              <a:rect l="l" t="t" r="r" b="b"/>
              <a:pathLst>
                <a:path w="2357" h="4905" extrusionOk="0">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77"/>
            <p:cNvSpPr/>
            <p:nvPr/>
          </p:nvSpPr>
          <p:spPr>
            <a:xfrm>
              <a:off x="1081129" y="1641452"/>
              <a:ext cx="102805" cy="100662"/>
            </a:xfrm>
            <a:custGeom>
              <a:avLst/>
              <a:gdLst/>
              <a:ahLst/>
              <a:cxnLst/>
              <a:rect l="l" t="t" r="r" b="b"/>
              <a:pathLst>
                <a:path w="3934" h="3852" extrusionOk="0">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77"/>
            <p:cNvSpPr/>
            <p:nvPr/>
          </p:nvSpPr>
          <p:spPr>
            <a:xfrm>
              <a:off x="1091163" y="1700015"/>
              <a:ext cx="130453" cy="60758"/>
            </a:xfrm>
            <a:custGeom>
              <a:avLst/>
              <a:gdLst/>
              <a:ahLst/>
              <a:cxnLst/>
              <a:rect l="l" t="t" r="r" b="b"/>
              <a:pathLst>
                <a:path w="4992" h="2325" extrusionOk="0">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5" name="Google Shape;14515;p77"/>
            <p:cNvSpPr/>
            <p:nvPr/>
          </p:nvSpPr>
          <p:spPr>
            <a:xfrm>
              <a:off x="878079" y="1700015"/>
              <a:ext cx="128441" cy="60784"/>
            </a:xfrm>
            <a:custGeom>
              <a:avLst/>
              <a:gdLst/>
              <a:ahLst/>
              <a:cxnLst/>
              <a:rect l="l" t="t" r="r" b="b"/>
              <a:pathLst>
                <a:path w="4915" h="2326" extrusionOk="0">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6" name="Google Shape;14516;p77"/>
            <p:cNvSpPr/>
            <p:nvPr/>
          </p:nvSpPr>
          <p:spPr>
            <a:xfrm>
              <a:off x="974325" y="1603507"/>
              <a:ext cx="62849" cy="130715"/>
            </a:xfrm>
            <a:custGeom>
              <a:avLst/>
              <a:gdLst/>
              <a:ahLst/>
              <a:cxnLst/>
              <a:rect l="l" t="t" r="r" b="b"/>
              <a:pathLst>
                <a:path w="2405" h="5002" extrusionOk="0">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7" name="Google Shape;14517;p77"/>
            <p:cNvSpPr/>
            <p:nvPr/>
          </p:nvSpPr>
          <p:spPr>
            <a:xfrm>
              <a:off x="916023" y="1641713"/>
              <a:ext cx="101290" cy="100793"/>
            </a:xfrm>
            <a:custGeom>
              <a:avLst/>
              <a:gdLst/>
              <a:ahLst/>
              <a:cxnLst/>
              <a:rect l="l" t="t" r="r" b="b"/>
              <a:pathLst>
                <a:path w="3876" h="3857" extrusionOk="0">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8" name="Google Shape;14518;p77"/>
            <p:cNvSpPr/>
            <p:nvPr/>
          </p:nvSpPr>
          <p:spPr>
            <a:xfrm>
              <a:off x="992409" y="1721861"/>
              <a:ext cx="115375" cy="53049"/>
            </a:xfrm>
            <a:custGeom>
              <a:avLst/>
              <a:gdLst/>
              <a:ahLst/>
              <a:cxnLst/>
              <a:rect l="l" t="t" r="r" b="b"/>
              <a:pathLst>
                <a:path w="4415" h="2030" extrusionOk="0">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9" name="Google Shape;14519;p77"/>
          <p:cNvGrpSpPr/>
          <p:nvPr/>
        </p:nvGrpSpPr>
        <p:grpSpPr>
          <a:xfrm>
            <a:off x="3117843" y="1499892"/>
            <a:ext cx="327440" cy="366744"/>
            <a:chOff x="3117843" y="1499892"/>
            <a:chExt cx="327440" cy="366744"/>
          </a:xfrm>
        </p:grpSpPr>
        <p:sp>
          <p:nvSpPr>
            <p:cNvPr id="14520" name="Google Shape;14520;p77"/>
            <p:cNvSpPr/>
            <p:nvPr/>
          </p:nvSpPr>
          <p:spPr>
            <a:xfrm>
              <a:off x="3117843" y="1499997"/>
              <a:ext cx="327440" cy="366404"/>
            </a:xfrm>
            <a:custGeom>
              <a:avLst/>
              <a:gdLst/>
              <a:ahLst/>
              <a:cxnLst/>
              <a:rect l="l" t="t" r="r" b="b"/>
              <a:pathLst>
                <a:path w="12530" h="14021" extrusionOk="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1" name="Google Shape;14521;p77"/>
            <p:cNvSpPr/>
            <p:nvPr/>
          </p:nvSpPr>
          <p:spPr>
            <a:xfrm>
              <a:off x="3300013" y="1682427"/>
              <a:ext cx="145271" cy="184208"/>
            </a:xfrm>
            <a:custGeom>
              <a:avLst/>
              <a:gdLst/>
              <a:ahLst/>
              <a:cxnLst/>
              <a:rect l="l" t="t" r="r" b="b"/>
              <a:pathLst>
                <a:path w="5559" h="7049" extrusionOk="0">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2" name="Google Shape;14522;p77"/>
            <p:cNvSpPr/>
            <p:nvPr/>
          </p:nvSpPr>
          <p:spPr>
            <a:xfrm>
              <a:off x="3262826" y="1537183"/>
              <a:ext cx="182457" cy="182718"/>
            </a:xfrm>
            <a:custGeom>
              <a:avLst/>
              <a:gdLst/>
              <a:ahLst/>
              <a:cxnLst/>
              <a:rect l="l" t="t" r="r" b="b"/>
              <a:pathLst>
                <a:path w="6982" h="6992" extrusionOk="0">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3" name="Google Shape;14523;p77"/>
            <p:cNvSpPr/>
            <p:nvPr/>
          </p:nvSpPr>
          <p:spPr>
            <a:xfrm>
              <a:off x="3155030" y="1682427"/>
              <a:ext cx="182457" cy="145271"/>
            </a:xfrm>
            <a:custGeom>
              <a:avLst/>
              <a:gdLst/>
              <a:ahLst/>
              <a:cxnLst/>
              <a:rect l="l" t="t" r="r" b="b"/>
              <a:pathLst>
                <a:path w="6982" h="5559" extrusionOk="0">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77"/>
            <p:cNvSpPr/>
            <p:nvPr/>
          </p:nvSpPr>
          <p:spPr>
            <a:xfrm>
              <a:off x="3117843" y="1499997"/>
              <a:ext cx="182196" cy="219905"/>
            </a:xfrm>
            <a:custGeom>
              <a:avLst/>
              <a:gdLst/>
              <a:ahLst/>
              <a:cxnLst/>
              <a:rect l="l" t="t" r="r" b="b"/>
              <a:pathLst>
                <a:path w="6972" h="8415" extrusionOk="0">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77"/>
            <p:cNvSpPr/>
            <p:nvPr/>
          </p:nvSpPr>
          <p:spPr>
            <a:xfrm>
              <a:off x="3155030" y="1682427"/>
              <a:ext cx="35200" cy="145271"/>
            </a:xfrm>
            <a:custGeom>
              <a:avLst/>
              <a:gdLst/>
              <a:ahLst/>
              <a:cxnLst/>
              <a:rect l="l" t="t" r="r" b="b"/>
              <a:pathLst>
                <a:path w="1347" h="5559" extrusionOk="0">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77"/>
            <p:cNvSpPr/>
            <p:nvPr/>
          </p:nvSpPr>
          <p:spPr>
            <a:xfrm>
              <a:off x="3117843" y="1499892"/>
              <a:ext cx="122640" cy="182562"/>
            </a:xfrm>
            <a:custGeom>
              <a:avLst/>
              <a:gdLst/>
              <a:ahLst/>
              <a:cxnLst/>
              <a:rect l="l" t="t" r="r" b="b"/>
              <a:pathLst>
                <a:path w="4693" h="6986" extrusionOk="0">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27" name="Google Shape;14527;p77"/>
          <p:cNvGrpSpPr/>
          <p:nvPr/>
        </p:nvGrpSpPr>
        <p:grpSpPr>
          <a:xfrm>
            <a:off x="2667005" y="1499997"/>
            <a:ext cx="336770" cy="366639"/>
            <a:chOff x="2667005" y="1499997"/>
            <a:chExt cx="336770" cy="366639"/>
          </a:xfrm>
        </p:grpSpPr>
        <p:sp>
          <p:nvSpPr>
            <p:cNvPr id="14528" name="Google Shape;14528;p77"/>
            <p:cNvSpPr/>
            <p:nvPr/>
          </p:nvSpPr>
          <p:spPr>
            <a:xfrm>
              <a:off x="2684593" y="1596974"/>
              <a:ext cx="229731" cy="252335"/>
            </a:xfrm>
            <a:custGeom>
              <a:avLst/>
              <a:gdLst/>
              <a:ahLst/>
              <a:cxnLst/>
              <a:rect l="l" t="t" r="r" b="b"/>
              <a:pathLst>
                <a:path w="8791" h="9656" extrusionOk="0">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9" name="Google Shape;14529;p77"/>
            <p:cNvSpPr/>
            <p:nvPr/>
          </p:nvSpPr>
          <p:spPr>
            <a:xfrm>
              <a:off x="2717781" y="1638185"/>
              <a:ext cx="163119" cy="168137"/>
            </a:xfrm>
            <a:custGeom>
              <a:avLst/>
              <a:gdLst/>
              <a:ahLst/>
              <a:cxnLst/>
              <a:rect l="l" t="t" r="r" b="b"/>
              <a:pathLst>
                <a:path w="6242" h="6434" extrusionOk="0">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0" name="Google Shape;14530;p77"/>
            <p:cNvSpPr/>
            <p:nvPr/>
          </p:nvSpPr>
          <p:spPr>
            <a:xfrm>
              <a:off x="2740386" y="1638185"/>
              <a:ext cx="140514" cy="168137"/>
            </a:xfrm>
            <a:custGeom>
              <a:avLst/>
              <a:gdLst/>
              <a:ahLst/>
              <a:cxnLst/>
              <a:rect l="l" t="t" r="r" b="b"/>
              <a:pathLst>
                <a:path w="5377" h="6434" extrusionOk="0">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77"/>
            <p:cNvSpPr/>
            <p:nvPr/>
          </p:nvSpPr>
          <p:spPr>
            <a:xfrm>
              <a:off x="2725830" y="1719170"/>
              <a:ext cx="108581" cy="87152"/>
            </a:xfrm>
            <a:custGeom>
              <a:avLst/>
              <a:gdLst/>
              <a:ahLst/>
              <a:cxnLst/>
              <a:rect l="l" t="t" r="r" b="b"/>
              <a:pathLst>
                <a:path w="4155" h="3335" extrusionOk="0">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77"/>
            <p:cNvSpPr/>
            <p:nvPr/>
          </p:nvSpPr>
          <p:spPr>
            <a:xfrm>
              <a:off x="2725830" y="1776400"/>
              <a:ext cx="28903" cy="29922"/>
            </a:xfrm>
            <a:custGeom>
              <a:avLst/>
              <a:gdLst/>
              <a:ahLst/>
              <a:cxnLst/>
              <a:rect l="l" t="t" r="r" b="b"/>
              <a:pathLst>
                <a:path w="1106" h="1145" extrusionOk="0">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3" name="Google Shape;14533;p77"/>
            <p:cNvSpPr/>
            <p:nvPr/>
          </p:nvSpPr>
          <p:spPr>
            <a:xfrm>
              <a:off x="2799445" y="1662828"/>
              <a:ext cx="60340" cy="55244"/>
            </a:xfrm>
            <a:custGeom>
              <a:avLst/>
              <a:gdLst/>
              <a:ahLst/>
              <a:cxnLst/>
              <a:rect l="l" t="t" r="r" b="b"/>
              <a:pathLst>
                <a:path w="2309" h="2114" extrusionOk="0">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4" name="Google Shape;14534;p77"/>
            <p:cNvSpPr/>
            <p:nvPr/>
          </p:nvSpPr>
          <p:spPr>
            <a:xfrm>
              <a:off x="2752955" y="1719170"/>
              <a:ext cx="53545" cy="46019"/>
            </a:xfrm>
            <a:custGeom>
              <a:avLst/>
              <a:gdLst/>
              <a:ahLst/>
              <a:cxnLst/>
              <a:rect l="l" t="t" r="r" b="b"/>
              <a:pathLst>
                <a:path w="2049" h="1761" extrusionOk="0">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77"/>
            <p:cNvSpPr/>
            <p:nvPr/>
          </p:nvSpPr>
          <p:spPr>
            <a:xfrm>
              <a:off x="2679079" y="1512044"/>
              <a:ext cx="312623" cy="342545"/>
            </a:xfrm>
            <a:custGeom>
              <a:avLst/>
              <a:gdLst/>
              <a:ahLst/>
              <a:cxnLst/>
              <a:rect l="l" t="t" r="r" b="b"/>
              <a:pathLst>
                <a:path w="11963" h="13108" extrusionOk="0">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77"/>
            <p:cNvSpPr/>
            <p:nvPr/>
          </p:nvSpPr>
          <p:spPr>
            <a:xfrm>
              <a:off x="2667005" y="1499997"/>
              <a:ext cx="35227" cy="35200"/>
            </a:xfrm>
            <a:custGeom>
              <a:avLst/>
              <a:gdLst/>
              <a:ahLst/>
              <a:cxnLst/>
              <a:rect l="l" t="t" r="r" b="b"/>
              <a:pathLst>
                <a:path w="1348" h="1347" extrusionOk="0">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77"/>
            <p:cNvSpPr/>
            <p:nvPr/>
          </p:nvSpPr>
          <p:spPr>
            <a:xfrm>
              <a:off x="2818051" y="1499997"/>
              <a:ext cx="35436" cy="35200"/>
            </a:xfrm>
            <a:custGeom>
              <a:avLst/>
              <a:gdLst/>
              <a:ahLst/>
              <a:cxnLst/>
              <a:rect l="l" t="t" r="r" b="b"/>
              <a:pathLst>
                <a:path w="1356" h="1347" extrusionOk="0">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8" name="Google Shape;14538;p77"/>
            <p:cNvSpPr/>
            <p:nvPr/>
          </p:nvSpPr>
          <p:spPr>
            <a:xfrm>
              <a:off x="2968575" y="1499997"/>
              <a:ext cx="35200" cy="35200"/>
            </a:xfrm>
            <a:custGeom>
              <a:avLst/>
              <a:gdLst/>
              <a:ahLst/>
              <a:cxnLst/>
              <a:rect l="l" t="t" r="r" b="b"/>
              <a:pathLst>
                <a:path w="1347" h="1347" extrusionOk="0">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9" name="Google Shape;14539;p77"/>
            <p:cNvSpPr/>
            <p:nvPr/>
          </p:nvSpPr>
          <p:spPr>
            <a:xfrm>
              <a:off x="2667005" y="1831435"/>
              <a:ext cx="35227" cy="35200"/>
            </a:xfrm>
            <a:custGeom>
              <a:avLst/>
              <a:gdLst/>
              <a:ahLst/>
              <a:cxnLst/>
              <a:rect l="l" t="t" r="r" b="b"/>
              <a:pathLst>
                <a:path w="1348" h="1347" extrusionOk="0">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77"/>
            <p:cNvSpPr/>
            <p:nvPr/>
          </p:nvSpPr>
          <p:spPr>
            <a:xfrm>
              <a:off x="2818051" y="1831435"/>
              <a:ext cx="35436" cy="35200"/>
            </a:xfrm>
            <a:custGeom>
              <a:avLst/>
              <a:gdLst/>
              <a:ahLst/>
              <a:cxnLst/>
              <a:rect l="l" t="t" r="r" b="b"/>
              <a:pathLst>
                <a:path w="1356" h="1347" extrusionOk="0">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77"/>
            <p:cNvSpPr/>
            <p:nvPr/>
          </p:nvSpPr>
          <p:spPr>
            <a:xfrm>
              <a:off x="2968575" y="1831435"/>
              <a:ext cx="35200" cy="35200"/>
            </a:xfrm>
            <a:custGeom>
              <a:avLst/>
              <a:gdLst/>
              <a:ahLst/>
              <a:cxnLst/>
              <a:rect l="l" t="t" r="r" b="b"/>
              <a:pathLst>
                <a:path w="1347" h="1347" extrusionOk="0">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77"/>
            <p:cNvSpPr/>
            <p:nvPr/>
          </p:nvSpPr>
          <p:spPr>
            <a:xfrm>
              <a:off x="2667005" y="1666095"/>
              <a:ext cx="35227" cy="35200"/>
            </a:xfrm>
            <a:custGeom>
              <a:avLst/>
              <a:gdLst/>
              <a:ahLst/>
              <a:cxnLst/>
              <a:rect l="l" t="t" r="r" b="b"/>
              <a:pathLst>
                <a:path w="1348" h="1347" extrusionOk="0">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77"/>
            <p:cNvSpPr/>
            <p:nvPr/>
          </p:nvSpPr>
          <p:spPr>
            <a:xfrm>
              <a:off x="2968575" y="1666095"/>
              <a:ext cx="35200" cy="35200"/>
            </a:xfrm>
            <a:custGeom>
              <a:avLst/>
              <a:gdLst/>
              <a:ahLst/>
              <a:cxnLst/>
              <a:rect l="l" t="t" r="r" b="b"/>
              <a:pathLst>
                <a:path w="1347" h="1347" extrusionOk="0">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4" name="Google Shape;14544;p77"/>
            <p:cNvSpPr/>
            <p:nvPr/>
          </p:nvSpPr>
          <p:spPr>
            <a:xfrm>
              <a:off x="2893182" y="1554901"/>
              <a:ext cx="68807" cy="64782"/>
            </a:xfrm>
            <a:custGeom>
              <a:avLst/>
              <a:gdLst/>
              <a:ahLst/>
              <a:cxnLst/>
              <a:rect l="l" t="t" r="r" b="b"/>
              <a:pathLst>
                <a:path w="2633" h="2479" extrusionOk="0">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5" name="Google Shape;14545;p77"/>
            <p:cNvSpPr/>
            <p:nvPr/>
          </p:nvSpPr>
          <p:spPr>
            <a:xfrm>
              <a:off x="2889184" y="1587462"/>
              <a:ext cx="38702" cy="37735"/>
            </a:xfrm>
            <a:custGeom>
              <a:avLst/>
              <a:gdLst/>
              <a:ahLst/>
              <a:cxnLst/>
              <a:rect l="l" t="t" r="r" b="b"/>
              <a:pathLst>
                <a:path w="1481" h="1444" extrusionOk="0">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77"/>
            <p:cNvSpPr/>
            <p:nvPr/>
          </p:nvSpPr>
          <p:spPr>
            <a:xfrm>
              <a:off x="2923574" y="1552262"/>
              <a:ext cx="38728" cy="37814"/>
            </a:xfrm>
            <a:custGeom>
              <a:avLst/>
              <a:gdLst/>
              <a:ahLst/>
              <a:cxnLst/>
              <a:rect l="l" t="t" r="r" b="b"/>
              <a:pathLst>
                <a:path w="1482" h="1447" extrusionOk="0">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7" name="Google Shape;14547;p77"/>
          <p:cNvGrpSpPr/>
          <p:nvPr/>
        </p:nvGrpSpPr>
        <p:grpSpPr>
          <a:xfrm>
            <a:off x="3564866" y="1499997"/>
            <a:ext cx="326473" cy="366639"/>
            <a:chOff x="3564866" y="1499997"/>
            <a:chExt cx="326473" cy="366639"/>
          </a:xfrm>
        </p:grpSpPr>
        <p:sp>
          <p:nvSpPr>
            <p:cNvPr id="14548" name="Google Shape;14548;p77"/>
            <p:cNvSpPr/>
            <p:nvPr/>
          </p:nvSpPr>
          <p:spPr>
            <a:xfrm>
              <a:off x="3595284" y="1499997"/>
              <a:ext cx="263389" cy="366404"/>
            </a:xfrm>
            <a:custGeom>
              <a:avLst/>
              <a:gdLst/>
              <a:ahLst/>
              <a:cxnLst/>
              <a:rect l="l" t="t" r="r" b="b"/>
              <a:pathLst>
                <a:path w="10079" h="14021" extrusionOk="0">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77"/>
            <p:cNvSpPr/>
            <p:nvPr/>
          </p:nvSpPr>
          <p:spPr>
            <a:xfrm>
              <a:off x="3623690" y="1499997"/>
              <a:ext cx="234983" cy="366404"/>
            </a:xfrm>
            <a:custGeom>
              <a:avLst/>
              <a:gdLst/>
              <a:ahLst/>
              <a:cxnLst/>
              <a:rect l="l" t="t" r="r" b="b"/>
              <a:pathLst>
                <a:path w="8992" h="14021" extrusionOk="0">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77"/>
            <p:cNvSpPr/>
            <p:nvPr/>
          </p:nvSpPr>
          <p:spPr>
            <a:xfrm>
              <a:off x="3830241" y="1499997"/>
              <a:ext cx="61098" cy="87204"/>
            </a:xfrm>
            <a:custGeom>
              <a:avLst/>
              <a:gdLst/>
              <a:ahLst/>
              <a:cxnLst/>
              <a:rect l="l" t="t" r="r" b="b"/>
              <a:pathLst>
                <a:path w="2338" h="3337" extrusionOk="0">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1" name="Google Shape;14551;p77"/>
            <p:cNvSpPr/>
            <p:nvPr/>
          </p:nvSpPr>
          <p:spPr>
            <a:xfrm>
              <a:off x="3564866" y="1779431"/>
              <a:ext cx="230724" cy="87204"/>
            </a:xfrm>
            <a:custGeom>
              <a:avLst/>
              <a:gdLst/>
              <a:ahLst/>
              <a:cxnLst/>
              <a:rect l="l" t="t" r="r" b="b"/>
              <a:pathLst>
                <a:path w="8829" h="3337" extrusionOk="0">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2" name="Google Shape;14552;p77"/>
            <p:cNvSpPr/>
            <p:nvPr/>
          </p:nvSpPr>
          <p:spPr>
            <a:xfrm>
              <a:off x="3565389" y="1841993"/>
              <a:ext cx="230201" cy="24643"/>
            </a:xfrm>
            <a:custGeom>
              <a:avLst/>
              <a:gdLst/>
              <a:ahLst/>
              <a:cxnLst/>
              <a:rect l="l" t="t" r="r" b="b"/>
              <a:pathLst>
                <a:path w="8809" h="943" extrusionOk="0">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3" name="Google Shape;14553;p77"/>
            <p:cNvSpPr/>
            <p:nvPr/>
          </p:nvSpPr>
          <p:spPr>
            <a:xfrm>
              <a:off x="3635659" y="1593708"/>
              <a:ext cx="153737" cy="11368"/>
            </a:xfrm>
            <a:custGeom>
              <a:avLst/>
              <a:gdLst/>
              <a:ahLst/>
              <a:cxnLst/>
              <a:rect l="l" t="t" r="r" b="b"/>
              <a:pathLst>
                <a:path w="5883" h="435" extrusionOk="0">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77"/>
            <p:cNvSpPr/>
            <p:nvPr/>
          </p:nvSpPr>
          <p:spPr>
            <a:xfrm>
              <a:off x="3635659" y="1639675"/>
              <a:ext cx="152901" cy="11368"/>
            </a:xfrm>
            <a:custGeom>
              <a:avLst/>
              <a:gdLst/>
              <a:ahLst/>
              <a:cxnLst/>
              <a:rect l="l" t="t" r="r" b="b"/>
              <a:pathLst>
                <a:path w="5851" h="435" extrusionOk="0">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5" name="Google Shape;14555;p77"/>
            <p:cNvSpPr/>
            <p:nvPr/>
          </p:nvSpPr>
          <p:spPr>
            <a:xfrm>
              <a:off x="3635659" y="1685668"/>
              <a:ext cx="152901" cy="11368"/>
            </a:xfrm>
            <a:custGeom>
              <a:avLst/>
              <a:gdLst/>
              <a:ahLst/>
              <a:cxnLst/>
              <a:rect l="l" t="t" r="r" b="b"/>
              <a:pathLst>
                <a:path w="5851" h="435" extrusionOk="0">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6" name="Google Shape;14556;p77"/>
            <p:cNvSpPr/>
            <p:nvPr/>
          </p:nvSpPr>
          <p:spPr>
            <a:xfrm>
              <a:off x="3635659" y="1731661"/>
              <a:ext cx="152901" cy="11368"/>
            </a:xfrm>
            <a:custGeom>
              <a:avLst/>
              <a:gdLst/>
              <a:ahLst/>
              <a:cxnLst/>
              <a:rect l="l" t="t" r="r" b="b"/>
              <a:pathLst>
                <a:path w="5851" h="435" extrusionOk="0">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7" name="Google Shape;14557;p77"/>
          <p:cNvGrpSpPr/>
          <p:nvPr/>
        </p:nvGrpSpPr>
        <p:grpSpPr>
          <a:xfrm>
            <a:off x="1314074" y="1499997"/>
            <a:ext cx="364392" cy="366639"/>
            <a:chOff x="1314074" y="1499997"/>
            <a:chExt cx="364392" cy="366639"/>
          </a:xfrm>
        </p:grpSpPr>
        <p:sp>
          <p:nvSpPr>
            <p:cNvPr id="14558" name="Google Shape;14558;p77"/>
            <p:cNvSpPr/>
            <p:nvPr/>
          </p:nvSpPr>
          <p:spPr>
            <a:xfrm>
              <a:off x="1467602" y="1715093"/>
              <a:ext cx="57073" cy="132440"/>
            </a:xfrm>
            <a:custGeom>
              <a:avLst/>
              <a:gdLst/>
              <a:ahLst/>
              <a:cxnLst/>
              <a:rect l="l" t="t" r="r" b="b"/>
              <a:pathLst>
                <a:path w="2184" h="5068" extrusionOk="0">
                  <a:moveTo>
                    <a:pt x="1" y="0"/>
                  </a:moveTo>
                  <a:lnTo>
                    <a:pt x="1" y="5068"/>
                  </a:lnTo>
                  <a:lnTo>
                    <a:pt x="2183" y="5068"/>
                  </a:lnTo>
                  <a:lnTo>
                    <a:pt x="2183"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77"/>
            <p:cNvSpPr/>
            <p:nvPr/>
          </p:nvSpPr>
          <p:spPr>
            <a:xfrm>
              <a:off x="1494492" y="1756539"/>
              <a:ext cx="30183" cy="90993"/>
            </a:xfrm>
            <a:custGeom>
              <a:avLst/>
              <a:gdLst/>
              <a:ahLst/>
              <a:cxnLst/>
              <a:rect l="l" t="t" r="r" b="b"/>
              <a:pathLst>
                <a:path w="1155" h="3482" extrusionOk="0">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77"/>
            <p:cNvSpPr/>
            <p:nvPr/>
          </p:nvSpPr>
          <p:spPr>
            <a:xfrm>
              <a:off x="1408307" y="1830677"/>
              <a:ext cx="175924" cy="35958"/>
            </a:xfrm>
            <a:custGeom>
              <a:avLst/>
              <a:gdLst/>
              <a:ahLst/>
              <a:cxnLst/>
              <a:rect l="l" t="t" r="r" b="b"/>
              <a:pathLst>
                <a:path w="6732" h="1376" extrusionOk="0">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1" name="Google Shape;14561;p77"/>
            <p:cNvSpPr/>
            <p:nvPr/>
          </p:nvSpPr>
          <p:spPr>
            <a:xfrm>
              <a:off x="1431670" y="1849780"/>
              <a:ext cx="152562" cy="16855"/>
            </a:xfrm>
            <a:custGeom>
              <a:avLst/>
              <a:gdLst/>
              <a:ahLst/>
              <a:cxnLst/>
              <a:rect l="l" t="t" r="r" b="b"/>
              <a:pathLst>
                <a:path w="5838" h="645" extrusionOk="0">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2" name="Google Shape;14562;p77"/>
            <p:cNvSpPr/>
            <p:nvPr/>
          </p:nvSpPr>
          <p:spPr>
            <a:xfrm>
              <a:off x="1314074" y="1499997"/>
              <a:ext cx="364392" cy="231952"/>
            </a:xfrm>
            <a:custGeom>
              <a:avLst/>
              <a:gdLst/>
              <a:ahLst/>
              <a:cxnLst/>
              <a:rect l="l" t="t" r="r" b="b"/>
              <a:pathLst>
                <a:path w="13944" h="8876" extrusionOk="0">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77"/>
            <p:cNvSpPr/>
            <p:nvPr/>
          </p:nvSpPr>
          <p:spPr>
            <a:xfrm>
              <a:off x="1335920" y="1520092"/>
              <a:ext cx="320672" cy="188990"/>
            </a:xfrm>
            <a:custGeom>
              <a:avLst/>
              <a:gdLst/>
              <a:ahLst/>
              <a:cxnLst/>
              <a:rect l="l" t="t" r="r" b="b"/>
              <a:pathLst>
                <a:path w="12271" h="7232" extrusionOk="0">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77"/>
            <p:cNvSpPr/>
            <p:nvPr/>
          </p:nvSpPr>
          <p:spPr>
            <a:xfrm>
              <a:off x="1359544" y="1520092"/>
              <a:ext cx="297048" cy="168398"/>
            </a:xfrm>
            <a:custGeom>
              <a:avLst/>
              <a:gdLst/>
              <a:ahLst/>
              <a:cxnLst/>
              <a:rect l="l" t="t" r="r" b="b"/>
              <a:pathLst>
                <a:path w="11367" h="6444" extrusionOk="0">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77"/>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77"/>
            <p:cNvSpPr/>
            <p:nvPr/>
          </p:nvSpPr>
          <p:spPr>
            <a:xfrm>
              <a:off x="1482184" y="1540946"/>
              <a:ext cx="91751" cy="75418"/>
            </a:xfrm>
            <a:custGeom>
              <a:avLst/>
              <a:gdLst/>
              <a:ahLst/>
              <a:cxnLst/>
              <a:rect l="l" t="t" r="r" b="b"/>
              <a:pathLst>
                <a:path w="3511" h="2886" extrusionOk="0">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7" name="Google Shape;14567;p77"/>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8" name="Google Shape;14568;p77"/>
            <p:cNvSpPr/>
            <p:nvPr/>
          </p:nvSpPr>
          <p:spPr>
            <a:xfrm>
              <a:off x="1578587" y="1619866"/>
              <a:ext cx="60418" cy="58302"/>
            </a:xfrm>
            <a:custGeom>
              <a:avLst/>
              <a:gdLst/>
              <a:ahLst/>
              <a:cxnLst/>
              <a:rect l="l" t="t" r="r" b="b"/>
              <a:pathLst>
                <a:path w="2312" h="2231" extrusionOk="0">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77"/>
            <p:cNvSpPr/>
            <p:nvPr/>
          </p:nvSpPr>
          <p:spPr>
            <a:xfrm>
              <a:off x="1359597" y="1542200"/>
              <a:ext cx="122248" cy="143781"/>
            </a:xfrm>
            <a:custGeom>
              <a:avLst/>
              <a:gdLst/>
              <a:ahLst/>
              <a:cxnLst/>
              <a:rect l="l" t="t" r="r" b="b"/>
              <a:pathLst>
                <a:path w="4678" h="5502" extrusionOk="0">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70" name="Google Shape;14570;p77"/>
          <p:cNvGrpSpPr/>
          <p:nvPr/>
        </p:nvGrpSpPr>
        <p:grpSpPr>
          <a:xfrm>
            <a:off x="2220479" y="1499997"/>
            <a:ext cx="337005" cy="366639"/>
            <a:chOff x="2220479" y="1499997"/>
            <a:chExt cx="337005" cy="366639"/>
          </a:xfrm>
        </p:grpSpPr>
        <p:sp>
          <p:nvSpPr>
            <p:cNvPr id="14571" name="Google Shape;14571;p77"/>
            <p:cNvSpPr/>
            <p:nvPr/>
          </p:nvSpPr>
          <p:spPr>
            <a:xfrm>
              <a:off x="2249121" y="1517584"/>
              <a:ext cx="279722" cy="331073"/>
            </a:xfrm>
            <a:custGeom>
              <a:avLst/>
              <a:gdLst/>
              <a:ahLst/>
              <a:cxnLst/>
              <a:rect l="l" t="t" r="r" b="b"/>
              <a:pathLst>
                <a:path w="10704" h="12669" extrusionOk="0">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77"/>
            <p:cNvSpPr/>
            <p:nvPr/>
          </p:nvSpPr>
          <p:spPr>
            <a:xfrm>
              <a:off x="2281786" y="1520772"/>
              <a:ext cx="247057" cy="327884"/>
            </a:xfrm>
            <a:custGeom>
              <a:avLst/>
              <a:gdLst/>
              <a:ahLst/>
              <a:cxnLst/>
              <a:rect l="l" t="t" r="r" b="b"/>
              <a:pathLst>
                <a:path w="9454" h="12547" extrusionOk="0">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77"/>
            <p:cNvSpPr/>
            <p:nvPr/>
          </p:nvSpPr>
          <p:spPr>
            <a:xfrm>
              <a:off x="2232527" y="1512044"/>
              <a:ext cx="312884" cy="342545"/>
            </a:xfrm>
            <a:custGeom>
              <a:avLst/>
              <a:gdLst/>
              <a:ahLst/>
              <a:cxnLst/>
              <a:rect l="l" t="t" r="r" b="b"/>
              <a:pathLst>
                <a:path w="11973" h="13108" extrusionOk="0">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77"/>
            <p:cNvSpPr/>
            <p:nvPr/>
          </p:nvSpPr>
          <p:spPr>
            <a:xfrm>
              <a:off x="2220479"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77"/>
            <p:cNvSpPr/>
            <p:nvPr/>
          </p:nvSpPr>
          <p:spPr>
            <a:xfrm>
              <a:off x="2371760" y="1499997"/>
              <a:ext cx="35200" cy="35200"/>
            </a:xfrm>
            <a:custGeom>
              <a:avLst/>
              <a:gdLst/>
              <a:ahLst/>
              <a:cxnLst/>
              <a:rect l="l" t="t" r="r" b="b"/>
              <a:pathLst>
                <a:path w="1347" h="1347" extrusionOk="0">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77"/>
            <p:cNvSpPr/>
            <p:nvPr/>
          </p:nvSpPr>
          <p:spPr>
            <a:xfrm>
              <a:off x="2522022"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77"/>
            <p:cNvSpPr/>
            <p:nvPr/>
          </p:nvSpPr>
          <p:spPr>
            <a:xfrm>
              <a:off x="2220479"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77"/>
            <p:cNvSpPr/>
            <p:nvPr/>
          </p:nvSpPr>
          <p:spPr>
            <a:xfrm>
              <a:off x="2371760" y="1831435"/>
              <a:ext cx="35200" cy="35200"/>
            </a:xfrm>
            <a:custGeom>
              <a:avLst/>
              <a:gdLst/>
              <a:ahLst/>
              <a:cxnLst/>
              <a:rect l="l" t="t" r="r" b="b"/>
              <a:pathLst>
                <a:path w="1347" h="1347" extrusionOk="0">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77"/>
            <p:cNvSpPr/>
            <p:nvPr/>
          </p:nvSpPr>
          <p:spPr>
            <a:xfrm>
              <a:off x="2522022"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77"/>
            <p:cNvSpPr/>
            <p:nvPr/>
          </p:nvSpPr>
          <p:spPr>
            <a:xfrm>
              <a:off x="2220479"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77"/>
            <p:cNvSpPr/>
            <p:nvPr/>
          </p:nvSpPr>
          <p:spPr>
            <a:xfrm>
              <a:off x="2522022"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2" name="Google Shape;14582;p77"/>
          <p:cNvGrpSpPr/>
          <p:nvPr/>
        </p:nvGrpSpPr>
        <p:grpSpPr>
          <a:xfrm>
            <a:off x="4105155" y="2425976"/>
            <a:ext cx="87230" cy="366430"/>
            <a:chOff x="4105155" y="2425976"/>
            <a:chExt cx="87230" cy="366430"/>
          </a:xfrm>
        </p:grpSpPr>
        <p:sp>
          <p:nvSpPr>
            <p:cNvPr id="14583" name="Google Shape;14583;p77"/>
            <p:cNvSpPr/>
            <p:nvPr/>
          </p:nvSpPr>
          <p:spPr>
            <a:xfrm>
              <a:off x="4105155" y="2425976"/>
              <a:ext cx="87230" cy="366430"/>
            </a:xfrm>
            <a:custGeom>
              <a:avLst/>
              <a:gdLst/>
              <a:ahLst/>
              <a:cxnLst/>
              <a:rect l="l" t="t" r="r" b="b"/>
              <a:pathLst>
                <a:path w="3338" h="14022" extrusionOk="0">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77"/>
            <p:cNvSpPr/>
            <p:nvPr/>
          </p:nvSpPr>
          <p:spPr>
            <a:xfrm>
              <a:off x="4133561" y="2433789"/>
              <a:ext cx="58824" cy="358616"/>
            </a:xfrm>
            <a:custGeom>
              <a:avLst/>
              <a:gdLst/>
              <a:ahLst/>
              <a:cxnLst/>
              <a:rect l="l" t="t" r="r" b="b"/>
              <a:pathLst>
                <a:path w="2251" h="13723" extrusionOk="0">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77"/>
            <p:cNvSpPr/>
            <p:nvPr/>
          </p:nvSpPr>
          <p:spPr>
            <a:xfrm>
              <a:off x="4105155" y="2509417"/>
              <a:ext cx="87230" cy="282989"/>
            </a:xfrm>
            <a:custGeom>
              <a:avLst/>
              <a:gdLst/>
              <a:ahLst/>
              <a:cxnLst/>
              <a:rect l="l" t="t" r="r" b="b"/>
              <a:pathLst>
                <a:path w="3338" h="10829" extrusionOk="0">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6" name="Google Shape;14586;p77"/>
            <p:cNvSpPr/>
            <p:nvPr/>
          </p:nvSpPr>
          <p:spPr>
            <a:xfrm>
              <a:off x="4133561" y="2509417"/>
              <a:ext cx="58824" cy="282989"/>
            </a:xfrm>
            <a:custGeom>
              <a:avLst/>
              <a:gdLst/>
              <a:ahLst/>
              <a:cxnLst/>
              <a:rect l="l" t="t" r="r" b="b"/>
              <a:pathLst>
                <a:path w="2251" h="10829" extrusionOk="0">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7" name="Google Shape;14587;p77"/>
            <p:cNvSpPr/>
            <p:nvPr/>
          </p:nvSpPr>
          <p:spPr>
            <a:xfrm>
              <a:off x="4105155" y="2552901"/>
              <a:ext cx="87230" cy="195262"/>
            </a:xfrm>
            <a:custGeom>
              <a:avLst/>
              <a:gdLst/>
              <a:ahLst/>
              <a:cxnLst/>
              <a:rect l="l" t="t" r="r" b="b"/>
              <a:pathLst>
                <a:path w="3338" h="7472" extrusionOk="0">
                  <a:moveTo>
                    <a:pt x="0" y="0"/>
                  </a:moveTo>
                  <a:lnTo>
                    <a:pt x="0" y="7472"/>
                  </a:lnTo>
                  <a:lnTo>
                    <a:pt x="3337" y="7472"/>
                  </a:lnTo>
                  <a:lnTo>
                    <a:pt x="3337"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8" name="Google Shape;14588;p77"/>
            <p:cNvSpPr/>
            <p:nvPr/>
          </p:nvSpPr>
          <p:spPr>
            <a:xfrm>
              <a:off x="4133561" y="2552901"/>
              <a:ext cx="58824" cy="195262"/>
            </a:xfrm>
            <a:custGeom>
              <a:avLst/>
              <a:gdLst/>
              <a:ahLst/>
              <a:cxnLst/>
              <a:rect l="l" t="t" r="r" b="b"/>
              <a:pathLst>
                <a:path w="2251" h="7472" extrusionOk="0">
                  <a:moveTo>
                    <a:pt x="0" y="0"/>
                  </a:moveTo>
                  <a:lnTo>
                    <a:pt x="0" y="7472"/>
                  </a:lnTo>
                  <a:lnTo>
                    <a:pt x="2250" y="7472"/>
                  </a:lnTo>
                  <a:lnTo>
                    <a:pt x="2250"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9" name="Google Shape;14589;p77"/>
          <p:cNvGrpSpPr/>
          <p:nvPr/>
        </p:nvGrpSpPr>
        <p:grpSpPr>
          <a:xfrm>
            <a:off x="1808109" y="2426002"/>
            <a:ext cx="267884" cy="366639"/>
            <a:chOff x="1808109" y="2426002"/>
            <a:chExt cx="267884" cy="366639"/>
          </a:xfrm>
        </p:grpSpPr>
        <p:sp>
          <p:nvSpPr>
            <p:cNvPr id="14590" name="Google Shape;14590;p77"/>
            <p:cNvSpPr/>
            <p:nvPr/>
          </p:nvSpPr>
          <p:spPr>
            <a:xfrm>
              <a:off x="1821671" y="2426002"/>
              <a:ext cx="244025" cy="159591"/>
            </a:xfrm>
            <a:custGeom>
              <a:avLst/>
              <a:gdLst/>
              <a:ahLst/>
              <a:cxnLst/>
              <a:rect l="l" t="t" r="r" b="b"/>
              <a:pathLst>
                <a:path w="9338" h="6107" extrusionOk="0">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77"/>
            <p:cNvSpPr/>
            <p:nvPr/>
          </p:nvSpPr>
          <p:spPr>
            <a:xfrm>
              <a:off x="1808109" y="2585567"/>
              <a:ext cx="267649" cy="46516"/>
            </a:xfrm>
            <a:custGeom>
              <a:avLst/>
              <a:gdLst/>
              <a:ahLst/>
              <a:cxnLst/>
              <a:rect l="l" t="t" r="r" b="b"/>
              <a:pathLst>
                <a:path w="10242" h="1780" extrusionOk="0">
                  <a:moveTo>
                    <a:pt x="520" y="0"/>
                  </a:moveTo>
                  <a:lnTo>
                    <a:pt x="0" y="1779"/>
                  </a:lnTo>
                  <a:lnTo>
                    <a:pt x="10241" y="1779"/>
                  </a:lnTo>
                  <a:lnTo>
                    <a:pt x="9847"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77"/>
            <p:cNvSpPr/>
            <p:nvPr/>
          </p:nvSpPr>
          <p:spPr>
            <a:xfrm>
              <a:off x="1808109" y="2632056"/>
              <a:ext cx="267884" cy="59817"/>
            </a:xfrm>
            <a:custGeom>
              <a:avLst/>
              <a:gdLst/>
              <a:ahLst/>
              <a:cxnLst/>
              <a:rect l="l" t="t" r="r" b="b"/>
              <a:pathLst>
                <a:path w="10251" h="2289" extrusionOk="0">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77"/>
            <p:cNvSpPr/>
            <p:nvPr/>
          </p:nvSpPr>
          <p:spPr>
            <a:xfrm>
              <a:off x="1842525" y="2426002"/>
              <a:ext cx="223172" cy="159591"/>
            </a:xfrm>
            <a:custGeom>
              <a:avLst/>
              <a:gdLst/>
              <a:ahLst/>
              <a:cxnLst/>
              <a:rect l="l" t="t" r="r" b="b"/>
              <a:pathLst>
                <a:path w="8540" h="6107" extrusionOk="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4" name="Google Shape;14594;p77"/>
            <p:cNvSpPr/>
            <p:nvPr/>
          </p:nvSpPr>
          <p:spPr>
            <a:xfrm>
              <a:off x="1829224" y="2585567"/>
              <a:ext cx="246534" cy="46516"/>
            </a:xfrm>
            <a:custGeom>
              <a:avLst/>
              <a:gdLst/>
              <a:ahLst/>
              <a:cxnLst/>
              <a:rect l="l" t="t" r="r" b="b"/>
              <a:pathLst>
                <a:path w="9434" h="1780" extrusionOk="0">
                  <a:moveTo>
                    <a:pt x="510" y="0"/>
                  </a:moveTo>
                  <a:lnTo>
                    <a:pt x="0" y="1779"/>
                  </a:lnTo>
                  <a:lnTo>
                    <a:pt x="9433" y="1779"/>
                  </a:lnTo>
                  <a:lnTo>
                    <a:pt x="9039"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5" name="Google Shape;14595;p77"/>
            <p:cNvSpPr/>
            <p:nvPr/>
          </p:nvSpPr>
          <p:spPr>
            <a:xfrm>
              <a:off x="1829224" y="2632056"/>
              <a:ext cx="246769" cy="59817"/>
            </a:xfrm>
            <a:custGeom>
              <a:avLst/>
              <a:gdLst/>
              <a:ahLst/>
              <a:cxnLst/>
              <a:rect l="l" t="t" r="r" b="b"/>
              <a:pathLst>
                <a:path w="9443" h="2289" extrusionOk="0">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77"/>
            <p:cNvSpPr/>
            <p:nvPr/>
          </p:nvSpPr>
          <p:spPr>
            <a:xfrm>
              <a:off x="2015156" y="2444843"/>
              <a:ext cx="27936" cy="24382"/>
            </a:xfrm>
            <a:custGeom>
              <a:avLst/>
              <a:gdLst/>
              <a:ahLst/>
              <a:cxnLst/>
              <a:rect l="l" t="t" r="r" b="b"/>
              <a:pathLst>
                <a:path w="1069" h="933" extrusionOk="0">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77"/>
            <p:cNvSpPr/>
            <p:nvPr/>
          </p:nvSpPr>
          <p:spPr>
            <a:xfrm>
              <a:off x="2027987" y="2444843"/>
              <a:ext cx="15105" cy="14843"/>
            </a:xfrm>
            <a:custGeom>
              <a:avLst/>
              <a:gdLst/>
              <a:ahLst/>
              <a:cxnLst/>
              <a:rect l="l" t="t" r="r" b="b"/>
              <a:pathLst>
                <a:path w="578" h="568" extrusionOk="0">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77"/>
            <p:cNvSpPr/>
            <p:nvPr/>
          </p:nvSpPr>
          <p:spPr>
            <a:xfrm>
              <a:off x="1842029" y="2542788"/>
              <a:ext cx="26420" cy="23441"/>
            </a:xfrm>
            <a:custGeom>
              <a:avLst/>
              <a:gdLst/>
              <a:ahLst/>
              <a:cxnLst/>
              <a:rect l="l" t="t" r="r" b="b"/>
              <a:pathLst>
                <a:path w="1011" h="897" extrusionOk="0">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77"/>
            <p:cNvSpPr/>
            <p:nvPr/>
          </p:nvSpPr>
          <p:spPr>
            <a:xfrm>
              <a:off x="2012648" y="2542788"/>
              <a:ext cx="27178" cy="23441"/>
            </a:xfrm>
            <a:custGeom>
              <a:avLst/>
              <a:gdLst/>
              <a:ahLst/>
              <a:cxnLst/>
              <a:rect l="l" t="t" r="r" b="b"/>
              <a:pathLst>
                <a:path w="1040" h="897" extrusionOk="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77"/>
            <p:cNvSpPr/>
            <p:nvPr/>
          </p:nvSpPr>
          <p:spPr>
            <a:xfrm>
              <a:off x="1855095" y="2542788"/>
              <a:ext cx="13354" cy="13693"/>
            </a:xfrm>
            <a:custGeom>
              <a:avLst/>
              <a:gdLst/>
              <a:ahLst/>
              <a:cxnLst/>
              <a:rect l="l" t="t" r="r" b="b"/>
              <a:pathLst>
                <a:path w="511" h="524" extrusionOk="0">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77"/>
            <p:cNvSpPr/>
            <p:nvPr/>
          </p:nvSpPr>
          <p:spPr>
            <a:xfrm>
              <a:off x="2025479" y="2542788"/>
              <a:ext cx="14347" cy="13720"/>
            </a:xfrm>
            <a:custGeom>
              <a:avLst/>
              <a:gdLst/>
              <a:ahLst/>
              <a:cxnLst/>
              <a:rect l="l" t="t" r="r" b="b"/>
              <a:pathLst>
                <a:path w="549" h="525" extrusionOk="0">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77"/>
            <p:cNvSpPr/>
            <p:nvPr/>
          </p:nvSpPr>
          <p:spPr>
            <a:xfrm>
              <a:off x="1864633" y="2661691"/>
              <a:ext cx="154835" cy="130950"/>
            </a:xfrm>
            <a:custGeom>
              <a:avLst/>
              <a:gdLst/>
              <a:ahLst/>
              <a:cxnLst/>
              <a:rect l="l" t="t" r="r" b="b"/>
              <a:pathLst>
                <a:path w="5925" h="5011" extrusionOk="0">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77"/>
            <p:cNvSpPr/>
            <p:nvPr/>
          </p:nvSpPr>
          <p:spPr>
            <a:xfrm>
              <a:off x="1889276" y="2684818"/>
              <a:ext cx="105549" cy="84460"/>
            </a:xfrm>
            <a:custGeom>
              <a:avLst/>
              <a:gdLst/>
              <a:ahLst/>
              <a:cxnLst/>
              <a:rect l="l" t="t" r="r" b="b"/>
              <a:pathLst>
                <a:path w="4039" h="3232" extrusionOk="0">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77"/>
            <p:cNvSpPr/>
            <p:nvPr/>
          </p:nvSpPr>
          <p:spPr>
            <a:xfrm>
              <a:off x="1828466" y="2655915"/>
              <a:ext cx="227196" cy="11342"/>
            </a:xfrm>
            <a:custGeom>
              <a:avLst/>
              <a:gdLst/>
              <a:ahLst/>
              <a:cxnLst/>
              <a:rect l="l" t="t" r="r" b="b"/>
              <a:pathLst>
                <a:path w="8694" h="434" extrusionOk="0">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77"/>
            <p:cNvSpPr/>
            <p:nvPr/>
          </p:nvSpPr>
          <p:spPr>
            <a:xfrm>
              <a:off x="1821671" y="2482030"/>
              <a:ext cx="243790" cy="44007"/>
            </a:xfrm>
            <a:custGeom>
              <a:avLst/>
              <a:gdLst/>
              <a:ahLst/>
              <a:cxnLst/>
              <a:rect l="l" t="t" r="r" b="b"/>
              <a:pathLst>
                <a:path w="9329" h="1684" extrusionOk="0">
                  <a:moveTo>
                    <a:pt x="1" y="0"/>
                  </a:moveTo>
                  <a:lnTo>
                    <a:pt x="1" y="1683"/>
                  </a:lnTo>
                  <a:lnTo>
                    <a:pt x="9328" y="1683"/>
                  </a:lnTo>
                  <a:lnTo>
                    <a:pt x="9328"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77"/>
            <p:cNvSpPr/>
            <p:nvPr/>
          </p:nvSpPr>
          <p:spPr>
            <a:xfrm>
              <a:off x="1842525" y="2482030"/>
              <a:ext cx="223172" cy="44007"/>
            </a:xfrm>
            <a:custGeom>
              <a:avLst/>
              <a:gdLst/>
              <a:ahLst/>
              <a:cxnLst/>
              <a:rect l="l" t="t" r="r" b="b"/>
              <a:pathLst>
                <a:path w="8540" h="1684" extrusionOk="0">
                  <a:moveTo>
                    <a:pt x="1" y="0"/>
                  </a:moveTo>
                  <a:lnTo>
                    <a:pt x="1" y="1683"/>
                  </a:lnTo>
                  <a:lnTo>
                    <a:pt x="8540" y="1683"/>
                  </a:lnTo>
                  <a:lnTo>
                    <a:pt x="8540"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7" name="Google Shape;14607;p77"/>
            <p:cNvSpPr/>
            <p:nvPr/>
          </p:nvSpPr>
          <p:spPr>
            <a:xfrm>
              <a:off x="1884494" y="2447848"/>
              <a:ext cx="114878" cy="114878"/>
            </a:xfrm>
            <a:custGeom>
              <a:avLst/>
              <a:gdLst/>
              <a:ahLst/>
              <a:cxnLst/>
              <a:rect l="l" t="t" r="r" b="b"/>
              <a:pathLst>
                <a:path w="4396" h="4396" extrusionOk="0">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8" name="Google Shape;14608;p77"/>
            <p:cNvSpPr/>
            <p:nvPr/>
          </p:nvSpPr>
          <p:spPr>
            <a:xfrm>
              <a:off x="1902342" y="2471054"/>
              <a:ext cx="78162" cy="69565"/>
            </a:xfrm>
            <a:custGeom>
              <a:avLst/>
              <a:gdLst/>
              <a:ahLst/>
              <a:cxnLst/>
              <a:rect l="l" t="t" r="r" b="b"/>
              <a:pathLst>
                <a:path w="2991" h="2662" extrusionOk="0">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77"/>
            <p:cNvSpPr/>
            <p:nvPr/>
          </p:nvSpPr>
          <p:spPr>
            <a:xfrm>
              <a:off x="1912743" y="2470427"/>
              <a:ext cx="75680" cy="58641"/>
            </a:xfrm>
            <a:custGeom>
              <a:avLst/>
              <a:gdLst/>
              <a:ahLst/>
              <a:cxnLst/>
              <a:rect l="l" t="t" r="r" b="b"/>
              <a:pathLst>
                <a:path w="2896" h="2244" extrusionOk="0">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0" name="Google Shape;14610;p77"/>
            <p:cNvSpPr/>
            <p:nvPr/>
          </p:nvSpPr>
          <p:spPr>
            <a:xfrm>
              <a:off x="1937020" y="2488563"/>
              <a:ext cx="22134" cy="22134"/>
            </a:xfrm>
            <a:custGeom>
              <a:avLst/>
              <a:gdLst/>
              <a:ahLst/>
              <a:cxnLst/>
              <a:rect l="l" t="t" r="r" b="b"/>
              <a:pathLst>
                <a:path w="847" h="847" extrusionOk="0">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1" name="Google Shape;14611;p77"/>
          <p:cNvGrpSpPr/>
          <p:nvPr/>
        </p:nvGrpSpPr>
        <p:grpSpPr>
          <a:xfrm>
            <a:off x="3603568" y="2426002"/>
            <a:ext cx="207597" cy="366639"/>
            <a:chOff x="3603568" y="2426002"/>
            <a:chExt cx="207597" cy="366639"/>
          </a:xfrm>
        </p:grpSpPr>
        <p:sp>
          <p:nvSpPr>
            <p:cNvPr id="14612" name="Google Shape;14612;p77"/>
            <p:cNvSpPr/>
            <p:nvPr/>
          </p:nvSpPr>
          <p:spPr>
            <a:xfrm>
              <a:off x="3629465" y="2426002"/>
              <a:ext cx="155828" cy="203050"/>
            </a:xfrm>
            <a:custGeom>
              <a:avLst/>
              <a:gdLst/>
              <a:ahLst/>
              <a:cxnLst/>
              <a:rect l="l" t="t" r="r" b="b"/>
              <a:pathLst>
                <a:path w="5963" h="7770" extrusionOk="0">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3" name="Google Shape;14613;p77"/>
            <p:cNvSpPr/>
            <p:nvPr/>
          </p:nvSpPr>
          <p:spPr>
            <a:xfrm>
              <a:off x="3657114" y="2451376"/>
              <a:ext cx="128180" cy="177675"/>
            </a:xfrm>
            <a:custGeom>
              <a:avLst/>
              <a:gdLst/>
              <a:ahLst/>
              <a:cxnLst/>
              <a:rect l="l" t="t" r="r" b="b"/>
              <a:pathLst>
                <a:path w="4905" h="6799" extrusionOk="0">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77"/>
            <p:cNvSpPr/>
            <p:nvPr/>
          </p:nvSpPr>
          <p:spPr>
            <a:xfrm>
              <a:off x="3603568" y="2556403"/>
              <a:ext cx="207597" cy="236238"/>
            </a:xfrm>
            <a:custGeom>
              <a:avLst/>
              <a:gdLst/>
              <a:ahLst/>
              <a:cxnLst/>
              <a:rect l="l" t="t" r="r" b="b"/>
              <a:pathLst>
                <a:path w="7944" h="9040" extrusionOk="0">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5" name="Google Shape;14615;p77"/>
            <p:cNvSpPr/>
            <p:nvPr/>
          </p:nvSpPr>
          <p:spPr>
            <a:xfrm>
              <a:off x="3634979" y="2556403"/>
              <a:ext cx="176185" cy="206839"/>
            </a:xfrm>
            <a:custGeom>
              <a:avLst/>
              <a:gdLst/>
              <a:ahLst/>
              <a:cxnLst/>
              <a:rect l="l" t="t" r="r" b="b"/>
              <a:pathLst>
                <a:path w="6742" h="7915" extrusionOk="0">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6" name="Google Shape;14616;p77"/>
            <p:cNvSpPr/>
            <p:nvPr/>
          </p:nvSpPr>
          <p:spPr>
            <a:xfrm>
              <a:off x="3603568" y="2623511"/>
              <a:ext cx="207597" cy="101786"/>
            </a:xfrm>
            <a:custGeom>
              <a:avLst/>
              <a:gdLst/>
              <a:ahLst/>
              <a:cxnLst/>
              <a:rect l="l" t="t" r="r" b="b"/>
              <a:pathLst>
                <a:path w="7944" h="3895" extrusionOk="0">
                  <a:moveTo>
                    <a:pt x="1" y="0"/>
                  </a:moveTo>
                  <a:lnTo>
                    <a:pt x="1" y="3895"/>
                  </a:lnTo>
                  <a:lnTo>
                    <a:pt x="7944" y="3895"/>
                  </a:lnTo>
                  <a:lnTo>
                    <a:pt x="7944"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77"/>
            <p:cNvSpPr/>
            <p:nvPr/>
          </p:nvSpPr>
          <p:spPr>
            <a:xfrm>
              <a:off x="3603568" y="2623511"/>
              <a:ext cx="31437" cy="101786"/>
            </a:xfrm>
            <a:custGeom>
              <a:avLst/>
              <a:gdLst/>
              <a:ahLst/>
              <a:cxnLst/>
              <a:rect l="l" t="t" r="r" b="b"/>
              <a:pathLst>
                <a:path w="1203" h="3895" extrusionOk="0">
                  <a:moveTo>
                    <a:pt x="1" y="0"/>
                  </a:moveTo>
                  <a:lnTo>
                    <a:pt x="1" y="3895"/>
                  </a:lnTo>
                  <a:lnTo>
                    <a:pt x="1203" y="3895"/>
                  </a:lnTo>
                  <a:lnTo>
                    <a:pt x="1203"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8" name="Google Shape;14618;p77"/>
          <p:cNvGrpSpPr/>
          <p:nvPr/>
        </p:nvGrpSpPr>
        <p:grpSpPr>
          <a:xfrm>
            <a:off x="2246115" y="2426002"/>
            <a:ext cx="274417" cy="366404"/>
            <a:chOff x="2246115" y="2426002"/>
            <a:chExt cx="274417" cy="366404"/>
          </a:xfrm>
        </p:grpSpPr>
        <p:sp>
          <p:nvSpPr>
            <p:cNvPr id="14619" name="Google Shape;14619;p77"/>
            <p:cNvSpPr/>
            <p:nvPr/>
          </p:nvSpPr>
          <p:spPr>
            <a:xfrm>
              <a:off x="2246115" y="2440819"/>
              <a:ext cx="274417" cy="148798"/>
            </a:xfrm>
            <a:custGeom>
              <a:avLst/>
              <a:gdLst/>
              <a:ahLst/>
              <a:cxnLst/>
              <a:rect l="l" t="t" r="r" b="b"/>
              <a:pathLst>
                <a:path w="10501" h="5694" extrusionOk="0">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77"/>
            <p:cNvSpPr/>
            <p:nvPr/>
          </p:nvSpPr>
          <p:spPr>
            <a:xfrm>
              <a:off x="2285053" y="2520471"/>
              <a:ext cx="196543" cy="271935"/>
            </a:xfrm>
            <a:custGeom>
              <a:avLst/>
              <a:gdLst/>
              <a:ahLst/>
              <a:cxnLst/>
              <a:rect l="l" t="t" r="r" b="b"/>
              <a:pathLst>
                <a:path w="7521" h="10406" extrusionOk="0">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77"/>
            <p:cNvSpPr/>
            <p:nvPr/>
          </p:nvSpPr>
          <p:spPr>
            <a:xfrm>
              <a:off x="2315471" y="2520732"/>
              <a:ext cx="166124" cy="245018"/>
            </a:xfrm>
            <a:custGeom>
              <a:avLst/>
              <a:gdLst/>
              <a:ahLst/>
              <a:cxnLst/>
              <a:rect l="l" t="t" r="r" b="b"/>
              <a:pathLst>
                <a:path w="6357" h="9376" extrusionOk="0">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77"/>
            <p:cNvSpPr/>
            <p:nvPr/>
          </p:nvSpPr>
          <p:spPr>
            <a:xfrm>
              <a:off x="2285053" y="2520471"/>
              <a:ext cx="196543" cy="166882"/>
            </a:xfrm>
            <a:custGeom>
              <a:avLst/>
              <a:gdLst/>
              <a:ahLst/>
              <a:cxnLst/>
              <a:rect l="l" t="t" r="r" b="b"/>
              <a:pathLst>
                <a:path w="7521" h="6386" extrusionOk="0">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3" name="Google Shape;14623;p77"/>
            <p:cNvSpPr/>
            <p:nvPr/>
          </p:nvSpPr>
          <p:spPr>
            <a:xfrm>
              <a:off x="2335306" y="2426002"/>
              <a:ext cx="96272" cy="40218"/>
            </a:xfrm>
            <a:custGeom>
              <a:avLst/>
              <a:gdLst/>
              <a:ahLst/>
              <a:cxnLst/>
              <a:rect l="l" t="t" r="r" b="b"/>
              <a:pathLst>
                <a:path w="3684" h="1539" extrusionOk="0">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4" name="Google Shape;14624;p77"/>
            <p:cNvSpPr/>
            <p:nvPr/>
          </p:nvSpPr>
          <p:spPr>
            <a:xfrm>
              <a:off x="2360680" y="2426002"/>
              <a:ext cx="70897" cy="19626"/>
            </a:xfrm>
            <a:custGeom>
              <a:avLst/>
              <a:gdLst/>
              <a:ahLst/>
              <a:cxnLst/>
              <a:rect l="l" t="t" r="r" b="b"/>
              <a:pathLst>
                <a:path w="2713" h="751" extrusionOk="0">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77"/>
            <p:cNvSpPr/>
            <p:nvPr/>
          </p:nvSpPr>
          <p:spPr>
            <a:xfrm>
              <a:off x="2323990" y="2591603"/>
              <a:ext cx="71394" cy="95749"/>
            </a:xfrm>
            <a:custGeom>
              <a:avLst/>
              <a:gdLst/>
              <a:ahLst/>
              <a:cxnLst/>
              <a:rect l="l" t="t" r="r" b="b"/>
              <a:pathLst>
                <a:path w="2732" h="3664" extrusionOk="0">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77"/>
            <p:cNvSpPr/>
            <p:nvPr/>
          </p:nvSpPr>
          <p:spPr>
            <a:xfrm>
              <a:off x="2430794" y="2591838"/>
              <a:ext cx="35723" cy="43563"/>
            </a:xfrm>
            <a:custGeom>
              <a:avLst/>
              <a:gdLst/>
              <a:ahLst/>
              <a:cxnLst/>
              <a:rect l="l" t="t" r="r" b="b"/>
              <a:pathLst>
                <a:path w="1367" h="1667" extrusionOk="0">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7" name="Google Shape;14627;p77"/>
          <p:cNvGrpSpPr/>
          <p:nvPr/>
        </p:nvGrpSpPr>
        <p:grpSpPr>
          <a:xfrm>
            <a:off x="2696666" y="2426002"/>
            <a:ext cx="256099" cy="366639"/>
            <a:chOff x="2696666" y="2426002"/>
            <a:chExt cx="256099" cy="366639"/>
          </a:xfrm>
        </p:grpSpPr>
        <p:sp>
          <p:nvSpPr>
            <p:cNvPr id="14628" name="Google Shape;14628;p77"/>
            <p:cNvSpPr/>
            <p:nvPr/>
          </p:nvSpPr>
          <p:spPr>
            <a:xfrm>
              <a:off x="2724811" y="2426002"/>
              <a:ext cx="227954" cy="86446"/>
            </a:xfrm>
            <a:custGeom>
              <a:avLst/>
              <a:gdLst/>
              <a:ahLst/>
              <a:cxnLst/>
              <a:rect l="l" t="t" r="r" b="b"/>
              <a:pathLst>
                <a:path w="8723" h="3308" extrusionOk="0">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77"/>
            <p:cNvSpPr/>
            <p:nvPr/>
          </p:nvSpPr>
          <p:spPr>
            <a:xfrm>
              <a:off x="2696666" y="2465436"/>
              <a:ext cx="147283" cy="184156"/>
            </a:xfrm>
            <a:custGeom>
              <a:avLst/>
              <a:gdLst/>
              <a:ahLst/>
              <a:cxnLst/>
              <a:rect l="l" t="t" r="r" b="b"/>
              <a:pathLst>
                <a:path w="5636" h="7047" extrusionOk="0">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0" name="Google Shape;14630;p77"/>
            <p:cNvSpPr/>
            <p:nvPr/>
          </p:nvSpPr>
          <p:spPr>
            <a:xfrm>
              <a:off x="2813008" y="2631534"/>
              <a:ext cx="51795" cy="161107"/>
            </a:xfrm>
            <a:custGeom>
              <a:avLst/>
              <a:gdLst/>
              <a:ahLst/>
              <a:cxnLst/>
              <a:rect l="l" t="t" r="r" b="b"/>
              <a:pathLst>
                <a:path w="1982" h="6165" extrusionOk="0">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1" name="Google Shape;14631;p77"/>
            <p:cNvSpPr/>
            <p:nvPr/>
          </p:nvSpPr>
          <p:spPr>
            <a:xfrm>
              <a:off x="2836893" y="2631795"/>
              <a:ext cx="27910" cy="138999"/>
            </a:xfrm>
            <a:custGeom>
              <a:avLst/>
              <a:gdLst/>
              <a:ahLst/>
              <a:cxnLst/>
              <a:rect l="l" t="t" r="r" b="b"/>
              <a:pathLst>
                <a:path w="1068" h="5319" extrusionOk="0">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77"/>
            <p:cNvSpPr/>
            <p:nvPr/>
          </p:nvSpPr>
          <p:spPr>
            <a:xfrm>
              <a:off x="2725568" y="2436533"/>
              <a:ext cx="227196" cy="69826"/>
            </a:xfrm>
            <a:custGeom>
              <a:avLst/>
              <a:gdLst/>
              <a:ahLst/>
              <a:cxnLst/>
              <a:rect l="l" t="t" r="r" b="b"/>
              <a:pathLst>
                <a:path w="8694" h="2672" extrusionOk="0">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3" name="Google Shape;14633;p77"/>
            <p:cNvSpPr/>
            <p:nvPr/>
          </p:nvSpPr>
          <p:spPr>
            <a:xfrm>
              <a:off x="2725307" y="2426002"/>
              <a:ext cx="227457" cy="52788"/>
            </a:xfrm>
            <a:custGeom>
              <a:avLst/>
              <a:gdLst/>
              <a:ahLst/>
              <a:cxnLst/>
              <a:rect l="l" t="t" r="r" b="b"/>
              <a:pathLst>
                <a:path w="8704" h="2020" extrusionOk="0">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4" name="Google Shape;14634;p77"/>
          <p:cNvGrpSpPr/>
          <p:nvPr/>
        </p:nvGrpSpPr>
        <p:grpSpPr>
          <a:xfrm>
            <a:off x="3149072" y="2426002"/>
            <a:ext cx="225863" cy="366430"/>
            <a:chOff x="3149072" y="2426002"/>
            <a:chExt cx="225863" cy="366430"/>
          </a:xfrm>
        </p:grpSpPr>
        <p:sp>
          <p:nvSpPr>
            <p:cNvPr id="14635" name="Google Shape;14635;p77"/>
            <p:cNvSpPr/>
            <p:nvPr/>
          </p:nvSpPr>
          <p:spPr>
            <a:xfrm>
              <a:off x="3236694" y="2606420"/>
              <a:ext cx="58824" cy="186011"/>
            </a:xfrm>
            <a:custGeom>
              <a:avLst/>
              <a:gdLst/>
              <a:ahLst/>
              <a:cxnLst/>
              <a:rect l="l" t="t" r="r" b="b"/>
              <a:pathLst>
                <a:path w="2251" h="7118" extrusionOk="0">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77"/>
            <p:cNvSpPr/>
            <p:nvPr/>
          </p:nvSpPr>
          <p:spPr>
            <a:xfrm>
              <a:off x="3260056" y="2606420"/>
              <a:ext cx="35462" cy="165863"/>
            </a:xfrm>
            <a:custGeom>
              <a:avLst/>
              <a:gdLst/>
              <a:ahLst/>
              <a:cxnLst/>
              <a:rect l="l" t="t" r="r" b="b"/>
              <a:pathLst>
                <a:path w="1357" h="6347" extrusionOk="0">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77"/>
            <p:cNvSpPr/>
            <p:nvPr/>
          </p:nvSpPr>
          <p:spPr>
            <a:xfrm>
              <a:off x="3194464" y="2547857"/>
              <a:ext cx="143284" cy="88981"/>
            </a:xfrm>
            <a:custGeom>
              <a:avLst/>
              <a:gdLst/>
              <a:ahLst/>
              <a:cxnLst/>
              <a:rect l="l" t="t" r="r" b="b"/>
              <a:pathLst>
                <a:path w="5483" h="3405" extrusionOk="0">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77"/>
            <p:cNvSpPr/>
            <p:nvPr/>
          </p:nvSpPr>
          <p:spPr>
            <a:xfrm>
              <a:off x="3214063" y="2547857"/>
              <a:ext cx="123685" cy="69382"/>
            </a:xfrm>
            <a:custGeom>
              <a:avLst/>
              <a:gdLst/>
              <a:ahLst/>
              <a:cxnLst/>
              <a:rect l="l" t="t" r="r" b="b"/>
              <a:pathLst>
                <a:path w="4733" h="2655" extrusionOk="0">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9" name="Google Shape;14639;p77"/>
            <p:cNvSpPr/>
            <p:nvPr/>
          </p:nvSpPr>
          <p:spPr>
            <a:xfrm>
              <a:off x="3179908" y="2426002"/>
              <a:ext cx="172396" cy="119635"/>
            </a:xfrm>
            <a:custGeom>
              <a:avLst/>
              <a:gdLst/>
              <a:ahLst/>
              <a:cxnLst/>
              <a:rect l="l" t="t" r="r" b="b"/>
              <a:pathLst>
                <a:path w="6597" h="4578" extrusionOk="0">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0" name="Google Shape;14640;p77"/>
            <p:cNvSpPr/>
            <p:nvPr/>
          </p:nvSpPr>
          <p:spPr>
            <a:xfrm>
              <a:off x="3199246" y="2426002"/>
              <a:ext cx="153058" cy="85715"/>
            </a:xfrm>
            <a:custGeom>
              <a:avLst/>
              <a:gdLst/>
              <a:ahLst/>
              <a:cxnLst/>
              <a:rect l="l" t="t" r="r" b="b"/>
              <a:pathLst>
                <a:path w="5857" h="3280" extrusionOk="0">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1" name="Google Shape;14641;p77"/>
            <p:cNvSpPr/>
            <p:nvPr/>
          </p:nvSpPr>
          <p:spPr>
            <a:xfrm>
              <a:off x="3149072" y="2528755"/>
              <a:ext cx="225863" cy="41760"/>
            </a:xfrm>
            <a:custGeom>
              <a:avLst/>
              <a:gdLst/>
              <a:ahLst/>
              <a:cxnLst/>
              <a:rect l="l" t="t" r="r" b="b"/>
              <a:pathLst>
                <a:path w="8643" h="1598" extrusionOk="0">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2" name="Google Shape;14642;p77"/>
            <p:cNvSpPr/>
            <p:nvPr/>
          </p:nvSpPr>
          <p:spPr>
            <a:xfrm>
              <a:off x="3174864" y="2528519"/>
              <a:ext cx="200070" cy="20122"/>
            </a:xfrm>
            <a:custGeom>
              <a:avLst/>
              <a:gdLst/>
              <a:ahLst/>
              <a:cxnLst/>
              <a:rect l="l" t="t" r="r" b="b"/>
              <a:pathLst>
                <a:path w="7656" h="770" extrusionOk="0">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77"/>
            <p:cNvSpPr/>
            <p:nvPr/>
          </p:nvSpPr>
          <p:spPr>
            <a:xfrm>
              <a:off x="3217095" y="2426002"/>
              <a:ext cx="110096" cy="85636"/>
            </a:xfrm>
            <a:custGeom>
              <a:avLst/>
              <a:gdLst/>
              <a:ahLst/>
              <a:cxnLst/>
              <a:rect l="l" t="t" r="r" b="b"/>
              <a:pathLst>
                <a:path w="4213" h="3277" extrusionOk="0">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4" name="Google Shape;14644;p77"/>
            <p:cNvSpPr/>
            <p:nvPr/>
          </p:nvSpPr>
          <p:spPr>
            <a:xfrm>
              <a:off x="3217095" y="2426002"/>
              <a:ext cx="27674" cy="31620"/>
            </a:xfrm>
            <a:custGeom>
              <a:avLst/>
              <a:gdLst/>
              <a:ahLst/>
              <a:cxnLst/>
              <a:rect l="l" t="t" r="r" b="b"/>
              <a:pathLst>
                <a:path w="1059" h="1210" extrusionOk="0">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5" name="Google Shape;14645;p77"/>
            <p:cNvSpPr/>
            <p:nvPr/>
          </p:nvSpPr>
          <p:spPr>
            <a:xfrm>
              <a:off x="3271868" y="2426002"/>
              <a:ext cx="55323" cy="61333"/>
            </a:xfrm>
            <a:custGeom>
              <a:avLst/>
              <a:gdLst/>
              <a:ahLst/>
              <a:cxnLst/>
              <a:rect l="l" t="t" r="r" b="b"/>
              <a:pathLst>
                <a:path w="2117" h="2347" extrusionOk="0">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6" name="Google Shape;14646;p77"/>
          <p:cNvGrpSpPr/>
          <p:nvPr/>
        </p:nvGrpSpPr>
        <p:grpSpPr>
          <a:xfrm>
            <a:off x="1361556" y="2425923"/>
            <a:ext cx="283224" cy="366482"/>
            <a:chOff x="1361556" y="2425923"/>
            <a:chExt cx="283224" cy="366482"/>
          </a:xfrm>
        </p:grpSpPr>
        <p:sp>
          <p:nvSpPr>
            <p:cNvPr id="14647" name="Google Shape;14647;p77"/>
            <p:cNvSpPr/>
            <p:nvPr/>
          </p:nvSpPr>
          <p:spPr>
            <a:xfrm>
              <a:off x="1361556" y="2425923"/>
              <a:ext cx="283224" cy="366482"/>
            </a:xfrm>
            <a:custGeom>
              <a:avLst/>
              <a:gdLst/>
              <a:ahLst/>
              <a:cxnLst/>
              <a:rect l="l" t="t" r="r" b="b"/>
              <a:pathLst>
                <a:path w="10838" h="14024" extrusionOk="0">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8" name="Google Shape;14648;p77"/>
            <p:cNvSpPr/>
            <p:nvPr/>
          </p:nvSpPr>
          <p:spPr>
            <a:xfrm>
              <a:off x="1493499" y="2660698"/>
              <a:ext cx="36951" cy="22866"/>
            </a:xfrm>
            <a:custGeom>
              <a:avLst/>
              <a:gdLst/>
              <a:ahLst/>
              <a:cxnLst/>
              <a:rect l="l" t="t" r="r" b="b"/>
              <a:pathLst>
                <a:path w="1414" h="875" extrusionOk="0">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77"/>
            <p:cNvSpPr/>
            <p:nvPr/>
          </p:nvSpPr>
          <p:spPr>
            <a:xfrm>
              <a:off x="1512341" y="2660959"/>
              <a:ext cx="18110" cy="20122"/>
            </a:xfrm>
            <a:custGeom>
              <a:avLst/>
              <a:gdLst/>
              <a:ahLst/>
              <a:cxnLst/>
              <a:rect l="l" t="t" r="r" b="b"/>
              <a:pathLst>
                <a:path w="693" h="770" extrusionOk="0">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77"/>
            <p:cNvSpPr/>
            <p:nvPr/>
          </p:nvSpPr>
          <p:spPr>
            <a:xfrm>
              <a:off x="1433290" y="2489556"/>
              <a:ext cx="153711" cy="173180"/>
            </a:xfrm>
            <a:custGeom>
              <a:avLst/>
              <a:gdLst/>
              <a:ahLst/>
              <a:cxnLst/>
              <a:rect l="l" t="t" r="r" b="b"/>
              <a:pathLst>
                <a:path w="5882" h="6627" extrusionOk="0">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77"/>
            <p:cNvSpPr/>
            <p:nvPr/>
          </p:nvSpPr>
          <p:spPr>
            <a:xfrm>
              <a:off x="1457306" y="2490314"/>
              <a:ext cx="129434" cy="172422"/>
            </a:xfrm>
            <a:custGeom>
              <a:avLst/>
              <a:gdLst/>
              <a:ahLst/>
              <a:cxnLst/>
              <a:rect l="l" t="t" r="r" b="b"/>
              <a:pathLst>
                <a:path w="4953" h="6598" extrusionOk="0">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77"/>
            <p:cNvSpPr/>
            <p:nvPr/>
          </p:nvSpPr>
          <p:spPr>
            <a:xfrm>
              <a:off x="1469876" y="2523502"/>
              <a:ext cx="79417" cy="95253"/>
            </a:xfrm>
            <a:custGeom>
              <a:avLst/>
              <a:gdLst/>
              <a:ahLst/>
              <a:cxnLst/>
              <a:rect l="l" t="t" r="r" b="b"/>
              <a:pathLst>
                <a:path w="3039" h="3645" extrusionOk="0">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3" name="Google Shape;14653;p77"/>
            <p:cNvSpPr/>
            <p:nvPr/>
          </p:nvSpPr>
          <p:spPr>
            <a:xfrm>
              <a:off x="1421086" y="2581412"/>
              <a:ext cx="30131" cy="19338"/>
            </a:xfrm>
            <a:custGeom>
              <a:avLst/>
              <a:gdLst/>
              <a:ahLst/>
              <a:cxnLst/>
              <a:rect l="l" t="t" r="r" b="b"/>
              <a:pathLst>
                <a:path w="1153" h="740" extrusionOk="0">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4" name="Google Shape;14654;p77"/>
            <p:cNvSpPr/>
            <p:nvPr/>
          </p:nvSpPr>
          <p:spPr>
            <a:xfrm>
              <a:off x="1569336" y="2582222"/>
              <a:ext cx="30157" cy="19312"/>
            </a:xfrm>
            <a:custGeom>
              <a:avLst/>
              <a:gdLst/>
              <a:ahLst/>
              <a:cxnLst/>
              <a:rect l="l" t="t" r="r" b="b"/>
              <a:pathLst>
                <a:path w="1154" h="739" extrusionOk="0">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5" name="Google Shape;14655;p77"/>
            <p:cNvSpPr/>
            <p:nvPr/>
          </p:nvSpPr>
          <p:spPr>
            <a:xfrm>
              <a:off x="1506304" y="2449599"/>
              <a:ext cx="11342" cy="26498"/>
            </a:xfrm>
            <a:custGeom>
              <a:avLst/>
              <a:gdLst/>
              <a:ahLst/>
              <a:cxnLst/>
              <a:rect l="l" t="t" r="r" b="b"/>
              <a:pathLst>
                <a:path w="434" h="1014" extrusionOk="0">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6" name="Google Shape;14656;p77"/>
            <p:cNvSpPr/>
            <p:nvPr/>
          </p:nvSpPr>
          <p:spPr>
            <a:xfrm>
              <a:off x="1457228" y="2461176"/>
              <a:ext cx="23624" cy="25897"/>
            </a:xfrm>
            <a:custGeom>
              <a:avLst/>
              <a:gdLst/>
              <a:ahLst/>
              <a:cxnLst/>
              <a:rect l="l" t="t" r="r" b="b"/>
              <a:pathLst>
                <a:path w="904" h="991" extrusionOk="0">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77"/>
            <p:cNvSpPr/>
            <p:nvPr/>
          </p:nvSpPr>
          <p:spPr>
            <a:xfrm>
              <a:off x="1422680" y="2495723"/>
              <a:ext cx="29295" cy="18868"/>
            </a:xfrm>
            <a:custGeom>
              <a:avLst/>
              <a:gdLst/>
              <a:ahLst/>
              <a:cxnLst/>
              <a:rect l="l" t="t" r="r" b="b"/>
              <a:pathLst>
                <a:path w="1121" h="722" extrusionOk="0">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8" name="Google Shape;14658;p77"/>
            <p:cNvSpPr/>
            <p:nvPr/>
          </p:nvSpPr>
          <p:spPr>
            <a:xfrm>
              <a:off x="1410816" y="2542344"/>
              <a:ext cx="28171" cy="11315"/>
            </a:xfrm>
            <a:custGeom>
              <a:avLst/>
              <a:gdLst/>
              <a:ahLst/>
              <a:cxnLst/>
              <a:rect l="l" t="t" r="r" b="b"/>
              <a:pathLst>
                <a:path w="1078" h="433" extrusionOk="0">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9" name="Google Shape;14659;p77"/>
            <p:cNvSpPr/>
            <p:nvPr/>
          </p:nvSpPr>
          <p:spPr>
            <a:xfrm>
              <a:off x="1581932" y="2543833"/>
              <a:ext cx="29687" cy="11342"/>
            </a:xfrm>
            <a:custGeom>
              <a:avLst/>
              <a:gdLst/>
              <a:ahLst/>
              <a:cxnLst/>
              <a:rect l="l" t="t" r="r" b="b"/>
              <a:pathLst>
                <a:path w="1136" h="434" extrusionOk="0">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77"/>
            <p:cNvSpPr/>
            <p:nvPr/>
          </p:nvSpPr>
          <p:spPr>
            <a:xfrm>
              <a:off x="1571139" y="2496742"/>
              <a:ext cx="30183" cy="19234"/>
            </a:xfrm>
            <a:custGeom>
              <a:avLst/>
              <a:gdLst/>
              <a:ahLst/>
              <a:cxnLst/>
              <a:rect l="l" t="t" r="r" b="b"/>
              <a:pathLst>
                <a:path w="1155" h="736" extrusionOk="0">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1" name="Google Shape;14661;p77"/>
            <p:cNvSpPr/>
            <p:nvPr/>
          </p:nvSpPr>
          <p:spPr>
            <a:xfrm>
              <a:off x="1542655" y="2462483"/>
              <a:ext cx="22213" cy="25349"/>
            </a:xfrm>
            <a:custGeom>
              <a:avLst/>
              <a:gdLst/>
              <a:ahLst/>
              <a:cxnLst/>
              <a:rect l="l" t="t" r="r" b="b"/>
              <a:pathLst>
                <a:path w="850" h="970" extrusionOk="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2" name="Google Shape;14662;p77"/>
            <p:cNvSpPr/>
            <p:nvPr/>
          </p:nvSpPr>
          <p:spPr>
            <a:xfrm>
              <a:off x="1496243" y="2594112"/>
              <a:ext cx="8075" cy="24382"/>
            </a:xfrm>
            <a:custGeom>
              <a:avLst/>
              <a:gdLst/>
              <a:ahLst/>
              <a:cxnLst/>
              <a:rect l="l" t="t" r="r" b="b"/>
              <a:pathLst>
                <a:path w="309" h="933" extrusionOk="0">
                  <a:moveTo>
                    <a:pt x="1" y="0"/>
                  </a:moveTo>
                  <a:lnTo>
                    <a:pt x="1" y="933"/>
                  </a:lnTo>
                  <a:lnTo>
                    <a:pt x="308" y="933"/>
                  </a:lnTo>
                  <a:lnTo>
                    <a:pt x="308" y="856"/>
                  </a:lnTo>
                  <a:cubicBezTo>
                    <a:pt x="308" y="539"/>
                    <a:pt x="203" y="241"/>
                    <a:pt x="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77"/>
            <p:cNvSpPr/>
            <p:nvPr/>
          </p:nvSpPr>
          <p:spPr>
            <a:xfrm>
              <a:off x="1483935" y="2618468"/>
              <a:ext cx="56054" cy="22160"/>
            </a:xfrm>
            <a:custGeom>
              <a:avLst/>
              <a:gdLst/>
              <a:ahLst/>
              <a:cxnLst/>
              <a:rect l="l" t="t" r="r" b="b"/>
              <a:pathLst>
                <a:path w="2145" h="848" extrusionOk="0">
                  <a:moveTo>
                    <a:pt x="1" y="1"/>
                  </a:moveTo>
                  <a:lnTo>
                    <a:pt x="1" y="847"/>
                  </a:lnTo>
                  <a:lnTo>
                    <a:pt x="2145" y="847"/>
                  </a:lnTo>
                  <a:lnTo>
                    <a:pt x="2145"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77"/>
            <p:cNvSpPr/>
            <p:nvPr/>
          </p:nvSpPr>
          <p:spPr>
            <a:xfrm>
              <a:off x="1483935" y="2640602"/>
              <a:ext cx="56054" cy="22134"/>
            </a:xfrm>
            <a:custGeom>
              <a:avLst/>
              <a:gdLst/>
              <a:ahLst/>
              <a:cxnLst/>
              <a:rect l="l" t="t" r="r" b="b"/>
              <a:pathLst>
                <a:path w="2145" h="847" extrusionOk="0">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77"/>
            <p:cNvSpPr/>
            <p:nvPr/>
          </p:nvSpPr>
          <p:spPr>
            <a:xfrm>
              <a:off x="1504292" y="2618468"/>
              <a:ext cx="35697" cy="22160"/>
            </a:xfrm>
            <a:custGeom>
              <a:avLst/>
              <a:gdLst/>
              <a:ahLst/>
              <a:cxnLst/>
              <a:rect l="l" t="t" r="r" b="b"/>
              <a:pathLst>
                <a:path w="1366" h="848" extrusionOk="0">
                  <a:moveTo>
                    <a:pt x="0" y="1"/>
                  </a:moveTo>
                  <a:lnTo>
                    <a:pt x="0" y="847"/>
                  </a:lnTo>
                  <a:lnTo>
                    <a:pt x="1366" y="847"/>
                  </a:lnTo>
                  <a:lnTo>
                    <a:pt x="1366"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77"/>
            <p:cNvSpPr/>
            <p:nvPr/>
          </p:nvSpPr>
          <p:spPr>
            <a:xfrm>
              <a:off x="1504031" y="2640602"/>
              <a:ext cx="35958" cy="22134"/>
            </a:xfrm>
            <a:custGeom>
              <a:avLst/>
              <a:gdLst/>
              <a:ahLst/>
              <a:cxnLst/>
              <a:rect l="l" t="t" r="r" b="b"/>
              <a:pathLst>
                <a:path w="1376" h="847" extrusionOk="0">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7" name="Google Shape;14667;p77"/>
          <p:cNvGrpSpPr/>
          <p:nvPr/>
        </p:nvGrpSpPr>
        <p:grpSpPr>
          <a:xfrm>
            <a:off x="3973735" y="2891056"/>
            <a:ext cx="361883" cy="366979"/>
            <a:chOff x="3973735" y="2891056"/>
            <a:chExt cx="361883" cy="366979"/>
          </a:xfrm>
        </p:grpSpPr>
        <p:sp>
          <p:nvSpPr>
            <p:cNvPr id="14668" name="Google Shape;14668;p77"/>
            <p:cNvSpPr/>
            <p:nvPr/>
          </p:nvSpPr>
          <p:spPr>
            <a:xfrm>
              <a:off x="4148875" y="2891056"/>
              <a:ext cx="149661" cy="98598"/>
            </a:xfrm>
            <a:custGeom>
              <a:avLst/>
              <a:gdLst/>
              <a:ahLst/>
              <a:cxnLst/>
              <a:rect l="l" t="t" r="r" b="b"/>
              <a:pathLst>
                <a:path w="5727" h="3773" extrusionOk="0">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77"/>
            <p:cNvSpPr/>
            <p:nvPr/>
          </p:nvSpPr>
          <p:spPr>
            <a:xfrm>
              <a:off x="4231558" y="3066039"/>
              <a:ext cx="25139" cy="25139"/>
            </a:xfrm>
            <a:custGeom>
              <a:avLst/>
              <a:gdLst/>
              <a:ahLst/>
              <a:cxnLst/>
              <a:rect l="l" t="t" r="r" b="b"/>
              <a:pathLst>
                <a:path w="962" h="962" fill="none" extrusionOk="0">
                  <a:moveTo>
                    <a:pt x="962" y="962"/>
                  </a:moveTo>
                  <a:lnTo>
                    <a:pt x="0" y="0"/>
                  </a:lnTo>
                </a:path>
              </a:pathLst>
            </a:custGeom>
            <a:noFill/>
            <a:ln w="45200"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77"/>
            <p:cNvSpPr/>
            <p:nvPr/>
          </p:nvSpPr>
          <p:spPr>
            <a:xfrm>
              <a:off x="3973735" y="2975307"/>
              <a:ext cx="359871" cy="282728"/>
            </a:xfrm>
            <a:custGeom>
              <a:avLst/>
              <a:gdLst/>
              <a:ahLst/>
              <a:cxnLst/>
              <a:rect l="l" t="t" r="r" b="b"/>
              <a:pathLst>
                <a:path w="13771" h="10819" extrusionOk="0">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77"/>
            <p:cNvSpPr/>
            <p:nvPr/>
          </p:nvSpPr>
          <p:spPr>
            <a:xfrm>
              <a:off x="3997855" y="2975307"/>
              <a:ext cx="337763" cy="282728"/>
            </a:xfrm>
            <a:custGeom>
              <a:avLst/>
              <a:gdLst/>
              <a:ahLst/>
              <a:cxnLst/>
              <a:rect l="l" t="t" r="r" b="b"/>
              <a:pathLst>
                <a:path w="12925" h="10819" extrusionOk="0">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77"/>
            <p:cNvSpPr/>
            <p:nvPr/>
          </p:nvSpPr>
          <p:spPr>
            <a:xfrm>
              <a:off x="3973970" y="3219306"/>
              <a:ext cx="359635" cy="11080"/>
            </a:xfrm>
            <a:custGeom>
              <a:avLst/>
              <a:gdLst/>
              <a:ahLst/>
              <a:cxnLst/>
              <a:rect l="l" t="t" r="r" b="b"/>
              <a:pathLst>
                <a:path w="13762" h="424" extrusionOk="0">
                  <a:moveTo>
                    <a:pt x="1" y="1"/>
                  </a:moveTo>
                  <a:lnTo>
                    <a:pt x="1" y="424"/>
                  </a:lnTo>
                  <a:lnTo>
                    <a:pt x="13761" y="424"/>
                  </a:lnTo>
                  <a:lnTo>
                    <a:pt x="13761"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77"/>
            <p:cNvSpPr/>
            <p:nvPr/>
          </p:nvSpPr>
          <p:spPr>
            <a:xfrm>
              <a:off x="3973970" y="3040403"/>
              <a:ext cx="359635" cy="11080"/>
            </a:xfrm>
            <a:custGeom>
              <a:avLst/>
              <a:gdLst/>
              <a:ahLst/>
              <a:cxnLst/>
              <a:rect l="l" t="t" r="r" b="b"/>
              <a:pathLst>
                <a:path w="13762" h="424" extrusionOk="0">
                  <a:moveTo>
                    <a:pt x="1" y="0"/>
                  </a:moveTo>
                  <a:lnTo>
                    <a:pt x="1" y="423"/>
                  </a:lnTo>
                  <a:lnTo>
                    <a:pt x="13761" y="423"/>
                  </a:lnTo>
                  <a:lnTo>
                    <a:pt x="13761"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77"/>
            <p:cNvSpPr/>
            <p:nvPr/>
          </p:nvSpPr>
          <p:spPr>
            <a:xfrm>
              <a:off x="3998090" y="2999688"/>
              <a:ext cx="46281" cy="27674"/>
            </a:xfrm>
            <a:custGeom>
              <a:avLst/>
              <a:gdLst/>
              <a:ahLst/>
              <a:cxnLst/>
              <a:rect l="l" t="t" r="r" b="b"/>
              <a:pathLst>
                <a:path w="1771" h="1059" extrusionOk="0">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77"/>
            <p:cNvSpPr/>
            <p:nvPr/>
          </p:nvSpPr>
          <p:spPr>
            <a:xfrm>
              <a:off x="4262970" y="2999688"/>
              <a:ext cx="46255" cy="27674"/>
            </a:xfrm>
            <a:custGeom>
              <a:avLst/>
              <a:gdLst/>
              <a:ahLst/>
              <a:cxnLst/>
              <a:rect l="l" t="t" r="r" b="b"/>
              <a:pathLst>
                <a:path w="1770" h="1059" extrusionOk="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6" name="Google Shape;14676;p77"/>
            <p:cNvSpPr/>
            <p:nvPr/>
          </p:nvSpPr>
          <p:spPr>
            <a:xfrm>
              <a:off x="4019963" y="2999688"/>
              <a:ext cx="24408" cy="27674"/>
            </a:xfrm>
            <a:custGeom>
              <a:avLst/>
              <a:gdLst/>
              <a:ahLst/>
              <a:cxnLst/>
              <a:rect l="l" t="t" r="r" b="b"/>
              <a:pathLst>
                <a:path w="934" h="1059" extrusionOk="0">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7" name="Google Shape;14677;p77"/>
            <p:cNvSpPr/>
            <p:nvPr/>
          </p:nvSpPr>
          <p:spPr>
            <a:xfrm>
              <a:off x="4284816" y="2999688"/>
              <a:ext cx="24408" cy="27674"/>
            </a:xfrm>
            <a:custGeom>
              <a:avLst/>
              <a:gdLst/>
              <a:ahLst/>
              <a:cxnLst/>
              <a:rect l="l" t="t" r="r" b="b"/>
              <a:pathLst>
                <a:path w="934" h="1059" extrusionOk="0">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77"/>
            <p:cNvSpPr/>
            <p:nvPr/>
          </p:nvSpPr>
          <p:spPr>
            <a:xfrm>
              <a:off x="4125434" y="3060838"/>
              <a:ext cx="138319" cy="134635"/>
            </a:xfrm>
            <a:custGeom>
              <a:avLst/>
              <a:gdLst/>
              <a:ahLst/>
              <a:cxnLst/>
              <a:rect l="l" t="t" r="r" b="b"/>
              <a:pathLst>
                <a:path w="5293" h="5152" extrusionOk="0">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9" name="Google Shape;14679;p77"/>
            <p:cNvSpPr/>
            <p:nvPr/>
          </p:nvSpPr>
          <p:spPr>
            <a:xfrm>
              <a:off x="4129772" y="3060865"/>
              <a:ext cx="128180" cy="116760"/>
            </a:xfrm>
            <a:custGeom>
              <a:avLst/>
              <a:gdLst/>
              <a:ahLst/>
              <a:cxnLst/>
              <a:rect l="l" t="t" r="r" b="b"/>
              <a:pathLst>
                <a:path w="4905" h="4468" extrusionOk="0">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0" name="Google Shape;14680;p77"/>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77"/>
            <p:cNvSpPr/>
            <p:nvPr/>
          </p:nvSpPr>
          <p:spPr>
            <a:xfrm>
              <a:off x="3973970" y="3219306"/>
              <a:ext cx="24146" cy="11080"/>
            </a:xfrm>
            <a:custGeom>
              <a:avLst/>
              <a:gdLst/>
              <a:ahLst/>
              <a:cxnLst/>
              <a:rect l="l" t="t" r="r" b="b"/>
              <a:pathLst>
                <a:path w="924" h="424" extrusionOk="0">
                  <a:moveTo>
                    <a:pt x="1" y="1"/>
                  </a:moveTo>
                  <a:lnTo>
                    <a:pt x="1" y="424"/>
                  </a:lnTo>
                  <a:lnTo>
                    <a:pt x="924" y="424"/>
                  </a:lnTo>
                  <a:lnTo>
                    <a:pt x="924"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77"/>
            <p:cNvSpPr/>
            <p:nvPr/>
          </p:nvSpPr>
          <p:spPr>
            <a:xfrm>
              <a:off x="3973970" y="3040403"/>
              <a:ext cx="24146" cy="11080"/>
            </a:xfrm>
            <a:custGeom>
              <a:avLst/>
              <a:gdLst/>
              <a:ahLst/>
              <a:cxnLst/>
              <a:rect l="l" t="t" r="r" b="b"/>
              <a:pathLst>
                <a:path w="924" h="424" extrusionOk="0">
                  <a:moveTo>
                    <a:pt x="1" y="0"/>
                  </a:moveTo>
                  <a:lnTo>
                    <a:pt x="1" y="423"/>
                  </a:lnTo>
                  <a:lnTo>
                    <a:pt x="924" y="423"/>
                  </a:lnTo>
                  <a:lnTo>
                    <a:pt x="9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77"/>
            <p:cNvSpPr/>
            <p:nvPr/>
          </p:nvSpPr>
          <p:spPr>
            <a:xfrm>
              <a:off x="4135312" y="3077851"/>
              <a:ext cx="109835" cy="108319"/>
            </a:xfrm>
            <a:custGeom>
              <a:avLst/>
              <a:gdLst/>
              <a:ahLst/>
              <a:cxnLst/>
              <a:rect l="l" t="t" r="r" b="b"/>
              <a:pathLst>
                <a:path w="4203" h="4145" extrusionOk="0">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77"/>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5" name="Google Shape;14685;p77"/>
          <p:cNvGrpSpPr/>
          <p:nvPr/>
        </p:nvGrpSpPr>
        <p:grpSpPr>
          <a:xfrm>
            <a:off x="3527941" y="2916744"/>
            <a:ext cx="366665" cy="315654"/>
            <a:chOff x="3527941" y="2916744"/>
            <a:chExt cx="366665" cy="315654"/>
          </a:xfrm>
        </p:grpSpPr>
        <p:sp>
          <p:nvSpPr>
            <p:cNvPr id="14686" name="Google Shape;14686;p77"/>
            <p:cNvSpPr/>
            <p:nvPr/>
          </p:nvSpPr>
          <p:spPr>
            <a:xfrm>
              <a:off x="3527941" y="2916770"/>
              <a:ext cx="366665" cy="157840"/>
            </a:xfrm>
            <a:custGeom>
              <a:avLst/>
              <a:gdLst/>
              <a:ahLst/>
              <a:cxnLst/>
              <a:rect l="l" t="t" r="r" b="b"/>
              <a:pathLst>
                <a:path w="14031" h="6040" extrusionOk="0">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77"/>
            <p:cNvSpPr/>
            <p:nvPr/>
          </p:nvSpPr>
          <p:spPr>
            <a:xfrm>
              <a:off x="3546521" y="2916744"/>
              <a:ext cx="348085" cy="139260"/>
            </a:xfrm>
            <a:custGeom>
              <a:avLst/>
              <a:gdLst/>
              <a:ahLst/>
              <a:cxnLst/>
              <a:rect l="l" t="t" r="r" b="b"/>
              <a:pathLst>
                <a:path w="13320" h="5329" extrusionOk="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77"/>
            <p:cNvSpPr/>
            <p:nvPr/>
          </p:nvSpPr>
          <p:spPr>
            <a:xfrm>
              <a:off x="3527941" y="3074584"/>
              <a:ext cx="366665" cy="157814"/>
            </a:xfrm>
            <a:custGeom>
              <a:avLst/>
              <a:gdLst/>
              <a:ahLst/>
              <a:cxnLst/>
              <a:rect l="l" t="t" r="r" b="b"/>
              <a:pathLst>
                <a:path w="14031" h="6039" extrusionOk="0">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77"/>
            <p:cNvSpPr/>
            <p:nvPr/>
          </p:nvSpPr>
          <p:spPr>
            <a:xfrm>
              <a:off x="3547279" y="3093426"/>
              <a:ext cx="347327" cy="138973"/>
            </a:xfrm>
            <a:custGeom>
              <a:avLst/>
              <a:gdLst/>
              <a:ahLst/>
              <a:cxnLst/>
              <a:rect l="l" t="t" r="r" b="b"/>
              <a:pathLst>
                <a:path w="13291" h="5318" extrusionOk="0">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0" name="Google Shape;14690;p77"/>
            <p:cNvSpPr/>
            <p:nvPr/>
          </p:nvSpPr>
          <p:spPr>
            <a:xfrm>
              <a:off x="3553812" y="3097424"/>
              <a:ext cx="45026" cy="44268"/>
            </a:xfrm>
            <a:custGeom>
              <a:avLst/>
              <a:gdLst/>
              <a:ahLst/>
              <a:cxnLst/>
              <a:rect l="l" t="t" r="r" b="b"/>
              <a:pathLst>
                <a:path w="1723" h="1694" extrusionOk="0">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1" name="Google Shape;14691;p77"/>
            <p:cNvSpPr/>
            <p:nvPr/>
          </p:nvSpPr>
          <p:spPr>
            <a:xfrm>
              <a:off x="3554335"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77"/>
            <p:cNvSpPr/>
            <p:nvPr/>
          </p:nvSpPr>
          <p:spPr>
            <a:xfrm>
              <a:off x="3620920" y="3097424"/>
              <a:ext cx="45261" cy="44268"/>
            </a:xfrm>
            <a:custGeom>
              <a:avLst/>
              <a:gdLst/>
              <a:ahLst/>
              <a:cxnLst/>
              <a:rect l="l" t="t" r="r" b="b"/>
              <a:pathLst>
                <a:path w="1732" h="1694" extrusionOk="0">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77"/>
            <p:cNvSpPr/>
            <p:nvPr/>
          </p:nvSpPr>
          <p:spPr>
            <a:xfrm>
              <a:off x="3621678"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77"/>
            <p:cNvSpPr/>
            <p:nvPr/>
          </p:nvSpPr>
          <p:spPr>
            <a:xfrm>
              <a:off x="3689021"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77"/>
            <p:cNvSpPr/>
            <p:nvPr/>
          </p:nvSpPr>
          <p:spPr>
            <a:xfrm>
              <a:off x="3755607"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77"/>
            <p:cNvSpPr/>
            <p:nvPr/>
          </p:nvSpPr>
          <p:spPr>
            <a:xfrm>
              <a:off x="3756365" y="3165551"/>
              <a:ext cx="44504" cy="44504"/>
            </a:xfrm>
            <a:custGeom>
              <a:avLst/>
              <a:gdLst/>
              <a:ahLst/>
              <a:cxnLst/>
              <a:rect l="l" t="t" r="r" b="b"/>
              <a:pathLst>
                <a:path w="1703" h="1703" extrusionOk="0">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7" name="Google Shape;14697;p77"/>
            <p:cNvSpPr/>
            <p:nvPr/>
          </p:nvSpPr>
          <p:spPr>
            <a:xfrm>
              <a:off x="3822950"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8" name="Google Shape;14698;p77"/>
            <p:cNvSpPr/>
            <p:nvPr/>
          </p:nvSpPr>
          <p:spPr>
            <a:xfrm>
              <a:off x="3823708" y="3165551"/>
              <a:ext cx="44504" cy="44504"/>
            </a:xfrm>
            <a:custGeom>
              <a:avLst/>
              <a:gdLst/>
              <a:ahLst/>
              <a:cxnLst/>
              <a:rect l="l" t="t" r="r" b="b"/>
              <a:pathLst>
                <a:path w="1703" h="1703" extrusionOk="0">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77"/>
            <p:cNvSpPr/>
            <p:nvPr/>
          </p:nvSpPr>
          <p:spPr>
            <a:xfrm>
              <a:off x="3562514" y="3105185"/>
              <a:ext cx="40897" cy="36507"/>
            </a:xfrm>
            <a:custGeom>
              <a:avLst/>
              <a:gdLst/>
              <a:ahLst/>
              <a:cxnLst/>
              <a:rect l="l" t="t" r="r" b="b"/>
              <a:pathLst>
                <a:path w="1565" h="1397" extrusionOk="0">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77"/>
            <p:cNvSpPr/>
            <p:nvPr/>
          </p:nvSpPr>
          <p:spPr>
            <a:xfrm>
              <a:off x="3562436"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1" name="Google Shape;14701;p77"/>
            <p:cNvSpPr/>
            <p:nvPr/>
          </p:nvSpPr>
          <p:spPr>
            <a:xfrm>
              <a:off x="3629622" y="3105185"/>
              <a:ext cx="41133" cy="36507"/>
            </a:xfrm>
            <a:custGeom>
              <a:avLst/>
              <a:gdLst/>
              <a:ahLst/>
              <a:cxnLst/>
              <a:rect l="l" t="t" r="r" b="b"/>
              <a:pathLst>
                <a:path w="1574" h="1397" extrusionOk="0">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2" name="Google Shape;14702;p77"/>
            <p:cNvSpPr/>
            <p:nvPr/>
          </p:nvSpPr>
          <p:spPr>
            <a:xfrm>
              <a:off x="3629779"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3" name="Google Shape;14703;p77"/>
            <p:cNvSpPr/>
            <p:nvPr/>
          </p:nvSpPr>
          <p:spPr>
            <a:xfrm>
              <a:off x="3696887" y="3173313"/>
              <a:ext cx="41263" cy="36742"/>
            </a:xfrm>
            <a:custGeom>
              <a:avLst/>
              <a:gdLst/>
              <a:ahLst/>
              <a:cxnLst/>
              <a:rect l="l" t="t" r="r" b="b"/>
              <a:pathLst>
                <a:path w="1579" h="1406" extrusionOk="0">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4" name="Google Shape;14704;p77"/>
            <p:cNvSpPr/>
            <p:nvPr/>
          </p:nvSpPr>
          <p:spPr>
            <a:xfrm>
              <a:off x="3764309"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77"/>
            <p:cNvSpPr/>
            <p:nvPr/>
          </p:nvSpPr>
          <p:spPr>
            <a:xfrm>
              <a:off x="3764231" y="3173313"/>
              <a:ext cx="41289" cy="36742"/>
            </a:xfrm>
            <a:custGeom>
              <a:avLst/>
              <a:gdLst/>
              <a:ahLst/>
              <a:cxnLst/>
              <a:rect l="l" t="t" r="r" b="b"/>
              <a:pathLst>
                <a:path w="1580" h="1406" extrusionOk="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77"/>
            <p:cNvSpPr/>
            <p:nvPr/>
          </p:nvSpPr>
          <p:spPr>
            <a:xfrm>
              <a:off x="3831653"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77"/>
            <p:cNvSpPr/>
            <p:nvPr/>
          </p:nvSpPr>
          <p:spPr>
            <a:xfrm>
              <a:off x="3831574" y="3173313"/>
              <a:ext cx="41289" cy="36742"/>
            </a:xfrm>
            <a:custGeom>
              <a:avLst/>
              <a:gdLst/>
              <a:ahLst/>
              <a:cxnLst/>
              <a:rect l="l" t="t" r="r" b="b"/>
              <a:pathLst>
                <a:path w="1580" h="1406" extrusionOk="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8" name="Google Shape;14708;p77"/>
            <p:cNvSpPr/>
            <p:nvPr/>
          </p:nvSpPr>
          <p:spPr>
            <a:xfrm>
              <a:off x="3550310" y="2939375"/>
              <a:ext cx="101786" cy="65854"/>
            </a:xfrm>
            <a:custGeom>
              <a:avLst/>
              <a:gdLst/>
              <a:ahLst/>
              <a:cxnLst/>
              <a:rect l="l" t="t" r="r" b="b"/>
              <a:pathLst>
                <a:path w="3895" h="2520" extrusionOk="0">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9" name="Google Shape;14709;p77"/>
            <p:cNvSpPr/>
            <p:nvPr/>
          </p:nvSpPr>
          <p:spPr>
            <a:xfrm>
              <a:off x="3568655" y="2939375"/>
              <a:ext cx="83441" cy="65854"/>
            </a:xfrm>
            <a:custGeom>
              <a:avLst/>
              <a:gdLst/>
              <a:ahLst/>
              <a:cxnLst/>
              <a:rect l="l" t="t" r="r" b="b"/>
              <a:pathLst>
                <a:path w="3193" h="2520" extrusionOk="0">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77"/>
            <p:cNvSpPr/>
            <p:nvPr/>
          </p:nvSpPr>
          <p:spPr>
            <a:xfrm>
              <a:off x="3633725" y="2986100"/>
              <a:ext cx="90993" cy="65880"/>
            </a:xfrm>
            <a:custGeom>
              <a:avLst/>
              <a:gdLst/>
              <a:ahLst/>
              <a:cxnLst/>
              <a:rect l="l" t="t" r="r" b="b"/>
              <a:pathLst>
                <a:path w="3482" h="2521" extrusionOk="0">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77"/>
            <p:cNvSpPr/>
            <p:nvPr/>
          </p:nvSpPr>
          <p:spPr>
            <a:xfrm>
              <a:off x="3657610" y="2986100"/>
              <a:ext cx="67108" cy="63868"/>
            </a:xfrm>
            <a:custGeom>
              <a:avLst/>
              <a:gdLst/>
              <a:ahLst/>
              <a:cxnLst/>
              <a:rect l="l" t="t" r="r" b="b"/>
              <a:pathLst>
                <a:path w="2568" h="2444" extrusionOk="0">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77"/>
            <p:cNvSpPr/>
            <p:nvPr/>
          </p:nvSpPr>
          <p:spPr>
            <a:xfrm>
              <a:off x="3723438" y="2950298"/>
              <a:ext cx="126142" cy="143154"/>
            </a:xfrm>
            <a:custGeom>
              <a:avLst/>
              <a:gdLst/>
              <a:ahLst/>
              <a:cxnLst/>
              <a:rect l="l" t="t" r="r" b="b"/>
              <a:pathLst>
                <a:path w="4827" h="5478" extrusionOk="0">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3" name="Google Shape;14713;p77"/>
            <p:cNvSpPr/>
            <p:nvPr/>
          </p:nvSpPr>
          <p:spPr>
            <a:xfrm>
              <a:off x="3743037" y="3024567"/>
              <a:ext cx="47274" cy="45000"/>
            </a:xfrm>
            <a:custGeom>
              <a:avLst/>
              <a:gdLst/>
              <a:ahLst/>
              <a:cxnLst/>
              <a:rect l="l" t="t" r="r" b="b"/>
              <a:pathLst>
                <a:path w="1809" h="1722" extrusionOk="0">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4" name="Google Shape;14714;p77"/>
            <p:cNvSpPr/>
            <p:nvPr/>
          </p:nvSpPr>
          <p:spPr>
            <a:xfrm>
              <a:off x="3641016" y="3064392"/>
              <a:ext cx="117884" cy="81586"/>
            </a:xfrm>
            <a:custGeom>
              <a:avLst/>
              <a:gdLst/>
              <a:ahLst/>
              <a:cxnLst/>
              <a:rect l="l" t="t" r="r" b="b"/>
              <a:pathLst>
                <a:path w="4511" h="3122" extrusionOk="0">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5" name="Google Shape;14715;p77"/>
            <p:cNvSpPr/>
            <p:nvPr/>
          </p:nvSpPr>
          <p:spPr>
            <a:xfrm>
              <a:off x="3662628" y="3064210"/>
              <a:ext cx="92509" cy="58694"/>
            </a:xfrm>
            <a:custGeom>
              <a:avLst/>
              <a:gdLst/>
              <a:ahLst/>
              <a:cxnLst/>
              <a:rect l="l" t="t" r="r" b="b"/>
              <a:pathLst>
                <a:path w="3540" h="2246" extrusionOk="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6" name="Google Shape;14716;p77"/>
          <p:cNvGrpSpPr/>
          <p:nvPr/>
        </p:nvGrpSpPr>
        <p:grpSpPr>
          <a:xfrm>
            <a:off x="2640873" y="2891631"/>
            <a:ext cx="366404" cy="366404"/>
            <a:chOff x="2640873" y="2891631"/>
            <a:chExt cx="366404" cy="366404"/>
          </a:xfrm>
        </p:grpSpPr>
        <p:sp>
          <p:nvSpPr>
            <p:cNvPr id="14717" name="Google Shape;14717;p77"/>
            <p:cNvSpPr/>
            <p:nvPr/>
          </p:nvSpPr>
          <p:spPr>
            <a:xfrm>
              <a:off x="2696405" y="2945646"/>
              <a:ext cx="310872" cy="312388"/>
            </a:xfrm>
            <a:custGeom>
              <a:avLst/>
              <a:gdLst/>
              <a:ahLst/>
              <a:cxnLst/>
              <a:rect l="l" t="t" r="r" b="b"/>
              <a:pathLst>
                <a:path w="11896" h="11954" extrusionOk="0">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77"/>
            <p:cNvSpPr/>
            <p:nvPr/>
          </p:nvSpPr>
          <p:spPr>
            <a:xfrm>
              <a:off x="2696405" y="3118539"/>
              <a:ext cx="60340" cy="57073"/>
            </a:xfrm>
            <a:custGeom>
              <a:avLst/>
              <a:gdLst/>
              <a:ahLst/>
              <a:cxnLst/>
              <a:rect l="l" t="t" r="r" b="b"/>
              <a:pathLst>
                <a:path w="2309" h="2184" extrusionOk="0">
                  <a:moveTo>
                    <a:pt x="1" y="1"/>
                  </a:moveTo>
                  <a:lnTo>
                    <a:pt x="1" y="2184"/>
                  </a:lnTo>
                  <a:lnTo>
                    <a:pt x="2309" y="2184"/>
                  </a:ln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77"/>
            <p:cNvSpPr/>
            <p:nvPr/>
          </p:nvSpPr>
          <p:spPr>
            <a:xfrm>
              <a:off x="2864776" y="2945646"/>
              <a:ext cx="26420" cy="60340"/>
            </a:xfrm>
            <a:custGeom>
              <a:avLst/>
              <a:gdLst/>
              <a:ahLst/>
              <a:cxnLst/>
              <a:rect l="l" t="t" r="r" b="b"/>
              <a:pathLst>
                <a:path w="1011" h="2309" extrusionOk="0">
                  <a:moveTo>
                    <a:pt x="1" y="1"/>
                  </a:moveTo>
                  <a:lnTo>
                    <a:pt x="1" y="2309"/>
                  </a:lnTo>
                  <a:lnTo>
                    <a:pt x="1010" y="2309"/>
                  </a:lnTo>
                  <a:lnTo>
                    <a:pt x="101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0" name="Google Shape;14720;p77"/>
            <p:cNvSpPr/>
            <p:nvPr/>
          </p:nvSpPr>
          <p:spPr>
            <a:xfrm>
              <a:off x="2640873" y="2891631"/>
              <a:ext cx="310872" cy="312127"/>
            </a:xfrm>
            <a:custGeom>
              <a:avLst/>
              <a:gdLst/>
              <a:ahLst/>
              <a:cxnLst/>
              <a:rect l="l" t="t" r="r" b="b"/>
              <a:pathLst>
                <a:path w="11896" h="11944" extrusionOk="0">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1" name="Google Shape;14721;p77"/>
            <p:cNvSpPr/>
            <p:nvPr/>
          </p:nvSpPr>
          <p:spPr>
            <a:xfrm>
              <a:off x="2821318" y="2972798"/>
              <a:ext cx="11080" cy="33188"/>
            </a:xfrm>
            <a:custGeom>
              <a:avLst/>
              <a:gdLst/>
              <a:ahLst/>
              <a:cxnLst/>
              <a:rect l="l" t="t" r="r" b="b"/>
              <a:pathLst>
                <a:path w="424" h="1270" extrusionOk="0">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77"/>
            <p:cNvSpPr/>
            <p:nvPr/>
          </p:nvSpPr>
          <p:spPr>
            <a:xfrm>
              <a:off x="2855734" y="2982598"/>
              <a:ext cx="11342" cy="23389"/>
            </a:xfrm>
            <a:custGeom>
              <a:avLst/>
              <a:gdLst/>
              <a:ahLst/>
              <a:cxnLst/>
              <a:rect l="l" t="t" r="r" b="b"/>
              <a:pathLst>
                <a:path w="434" h="895" extrusionOk="0">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77"/>
            <p:cNvSpPr/>
            <p:nvPr/>
          </p:nvSpPr>
          <p:spPr>
            <a:xfrm>
              <a:off x="2786379" y="2982598"/>
              <a:ext cx="11080" cy="23389"/>
            </a:xfrm>
            <a:custGeom>
              <a:avLst/>
              <a:gdLst/>
              <a:ahLst/>
              <a:cxnLst/>
              <a:rect l="l" t="t" r="r" b="b"/>
              <a:pathLst>
                <a:path w="424" h="895" extrusionOk="0">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77"/>
            <p:cNvSpPr/>
            <p:nvPr/>
          </p:nvSpPr>
          <p:spPr>
            <a:xfrm>
              <a:off x="2972468" y="2972040"/>
              <a:ext cx="11943" cy="33946"/>
            </a:xfrm>
            <a:custGeom>
              <a:avLst/>
              <a:gdLst/>
              <a:ahLst/>
              <a:cxnLst/>
              <a:rect l="l" t="t" r="r" b="b"/>
              <a:pathLst>
                <a:path w="457" h="1299" extrusionOk="0">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77"/>
            <p:cNvSpPr/>
            <p:nvPr/>
          </p:nvSpPr>
          <p:spPr>
            <a:xfrm>
              <a:off x="2811753" y="3143182"/>
              <a:ext cx="11342" cy="33241"/>
            </a:xfrm>
            <a:custGeom>
              <a:avLst/>
              <a:gdLst/>
              <a:ahLst/>
              <a:cxnLst/>
              <a:rect l="l" t="t" r="r" b="b"/>
              <a:pathLst>
                <a:path w="434" h="1272" extrusionOk="0">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77"/>
            <p:cNvSpPr/>
            <p:nvPr/>
          </p:nvSpPr>
          <p:spPr>
            <a:xfrm>
              <a:off x="2777337" y="3143182"/>
              <a:ext cx="11080" cy="24957"/>
            </a:xfrm>
            <a:custGeom>
              <a:avLst/>
              <a:gdLst/>
              <a:ahLst/>
              <a:cxnLst/>
              <a:rect l="l" t="t" r="r" b="b"/>
              <a:pathLst>
                <a:path w="424" h="955" extrusionOk="0">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77"/>
            <p:cNvSpPr/>
            <p:nvPr/>
          </p:nvSpPr>
          <p:spPr>
            <a:xfrm>
              <a:off x="2846693" y="3143182"/>
              <a:ext cx="11342" cy="24957"/>
            </a:xfrm>
            <a:custGeom>
              <a:avLst/>
              <a:gdLst/>
              <a:ahLst/>
              <a:cxnLst/>
              <a:rect l="l" t="t" r="r" b="b"/>
              <a:pathLst>
                <a:path w="434" h="955" extrusionOk="0">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77"/>
            <p:cNvSpPr/>
            <p:nvPr/>
          </p:nvSpPr>
          <p:spPr>
            <a:xfrm>
              <a:off x="2742659" y="3143182"/>
              <a:ext cx="11080" cy="33241"/>
            </a:xfrm>
            <a:custGeom>
              <a:avLst/>
              <a:gdLst/>
              <a:ahLst/>
              <a:cxnLst/>
              <a:rect l="l" t="t" r="r" b="b"/>
              <a:pathLst>
                <a:path w="424" h="1272" extrusionOk="0">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9" name="Google Shape;14729;p77"/>
            <p:cNvSpPr/>
            <p:nvPr/>
          </p:nvSpPr>
          <p:spPr>
            <a:xfrm>
              <a:off x="2707589" y="3143182"/>
              <a:ext cx="11838" cy="25897"/>
            </a:xfrm>
            <a:custGeom>
              <a:avLst/>
              <a:gdLst/>
              <a:ahLst/>
              <a:cxnLst/>
              <a:rect l="l" t="t" r="r" b="b"/>
              <a:pathLst>
                <a:path w="453" h="991" extrusionOk="0">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0" name="Google Shape;14730;p77"/>
            <p:cNvSpPr/>
            <p:nvPr/>
          </p:nvSpPr>
          <p:spPr>
            <a:xfrm>
              <a:off x="2673042" y="3143182"/>
              <a:ext cx="11838" cy="34181"/>
            </a:xfrm>
            <a:custGeom>
              <a:avLst/>
              <a:gdLst/>
              <a:ahLst/>
              <a:cxnLst/>
              <a:rect l="l" t="t" r="r" b="b"/>
              <a:pathLst>
                <a:path w="453" h="1308" extrusionOk="0">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1" name="Google Shape;14731;p77"/>
          <p:cNvGrpSpPr/>
          <p:nvPr/>
        </p:nvGrpSpPr>
        <p:grpSpPr>
          <a:xfrm>
            <a:off x="2197091" y="2938120"/>
            <a:ext cx="366665" cy="273189"/>
            <a:chOff x="2197091" y="2938120"/>
            <a:chExt cx="366665" cy="273189"/>
          </a:xfrm>
        </p:grpSpPr>
        <p:sp>
          <p:nvSpPr>
            <p:cNvPr id="14732" name="Google Shape;14732;p77"/>
            <p:cNvSpPr/>
            <p:nvPr/>
          </p:nvSpPr>
          <p:spPr>
            <a:xfrm>
              <a:off x="2197091" y="2938120"/>
              <a:ext cx="366665" cy="273189"/>
            </a:xfrm>
            <a:custGeom>
              <a:avLst/>
              <a:gdLst/>
              <a:ahLst/>
              <a:cxnLst/>
              <a:rect l="l" t="t" r="r" b="b"/>
              <a:pathLst>
                <a:path w="14031" h="10454" extrusionOk="0">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3" name="Google Shape;14733;p77"/>
            <p:cNvSpPr/>
            <p:nvPr/>
          </p:nvSpPr>
          <p:spPr>
            <a:xfrm>
              <a:off x="2218206" y="2938120"/>
              <a:ext cx="345550" cy="273189"/>
            </a:xfrm>
            <a:custGeom>
              <a:avLst/>
              <a:gdLst/>
              <a:ahLst/>
              <a:cxnLst/>
              <a:rect l="l" t="t" r="r" b="b"/>
              <a:pathLst>
                <a:path w="13223" h="10454" extrusionOk="0">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4" name="Google Shape;14734;p77"/>
            <p:cNvSpPr/>
            <p:nvPr/>
          </p:nvSpPr>
          <p:spPr>
            <a:xfrm>
              <a:off x="2197352" y="2938120"/>
              <a:ext cx="366404" cy="47274"/>
            </a:xfrm>
            <a:custGeom>
              <a:avLst/>
              <a:gdLst/>
              <a:ahLst/>
              <a:cxnLst/>
              <a:rect l="l" t="t" r="r" b="b"/>
              <a:pathLst>
                <a:path w="14021" h="1809" extrusionOk="0">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5" name="Google Shape;14735;p77"/>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77"/>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77"/>
            <p:cNvSpPr/>
            <p:nvPr/>
          </p:nvSpPr>
          <p:spPr>
            <a:xfrm>
              <a:off x="2215697" y="3003451"/>
              <a:ext cx="43746" cy="11342"/>
            </a:xfrm>
            <a:custGeom>
              <a:avLst/>
              <a:gdLst/>
              <a:ahLst/>
              <a:cxnLst/>
              <a:rect l="l" t="t" r="r" b="b"/>
              <a:pathLst>
                <a:path w="1674" h="434" extrusionOk="0">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77"/>
            <p:cNvSpPr/>
            <p:nvPr/>
          </p:nvSpPr>
          <p:spPr>
            <a:xfrm>
              <a:off x="2271725" y="3003451"/>
              <a:ext cx="44007" cy="11342"/>
            </a:xfrm>
            <a:custGeom>
              <a:avLst/>
              <a:gdLst/>
              <a:ahLst/>
              <a:cxnLst/>
              <a:rect l="l" t="t" r="r" b="b"/>
              <a:pathLst>
                <a:path w="1684" h="434" extrusionOk="0">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77"/>
            <p:cNvSpPr/>
            <p:nvPr/>
          </p:nvSpPr>
          <p:spPr>
            <a:xfrm>
              <a:off x="2326917" y="3003451"/>
              <a:ext cx="45967" cy="11342"/>
            </a:xfrm>
            <a:custGeom>
              <a:avLst/>
              <a:gdLst/>
              <a:ahLst/>
              <a:cxnLst/>
              <a:rect l="l" t="t" r="r" b="b"/>
              <a:pathLst>
                <a:path w="1759" h="434" extrusionOk="0">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0" name="Google Shape;14740;p77"/>
            <p:cNvSpPr/>
            <p:nvPr/>
          </p:nvSpPr>
          <p:spPr>
            <a:xfrm>
              <a:off x="2384069" y="3003451"/>
              <a:ext cx="43746" cy="11342"/>
            </a:xfrm>
            <a:custGeom>
              <a:avLst/>
              <a:gdLst/>
              <a:ahLst/>
              <a:cxnLst/>
              <a:rect l="l" t="t" r="r" b="b"/>
              <a:pathLst>
                <a:path w="1674" h="434" extrusionOk="0">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1" name="Google Shape;14741;p77"/>
            <p:cNvSpPr/>
            <p:nvPr/>
          </p:nvSpPr>
          <p:spPr>
            <a:xfrm>
              <a:off x="2439261" y="3003451"/>
              <a:ext cx="45680" cy="11342"/>
            </a:xfrm>
            <a:custGeom>
              <a:avLst/>
              <a:gdLst/>
              <a:ahLst/>
              <a:cxnLst/>
              <a:rect l="l" t="t" r="r" b="b"/>
              <a:pathLst>
                <a:path w="1748" h="434" extrusionOk="0">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2" name="Google Shape;14742;p77"/>
            <p:cNvSpPr/>
            <p:nvPr/>
          </p:nvSpPr>
          <p:spPr>
            <a:xfrm>
              <a:off x="2495289" y="3003451"/>
              <a:ext cx="45706" cy="11342"/>
            </a:xfrm>
            <a:custGeom>
              <a:avLst/>
              <a:gdLst/>
              <a:ahLst/>
              <a:cxnLst/>
              <a:rect l="l" t="t" r="r" b="b"/>
              <a:pathLst>
                <a:path w="1749" h="434" extrusionOk="0">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3" name="Google Shape;14743;p77"/>
            <p:cNvSpPr/>
            <p:nvPr/>
          </p:nvSpPr>
          <p:spPr>
            <a:xfrm>
              <a:off x="2219878" y="2957458"/>
              <a:ext cx="279043" cy="11368"/>
            </a:xfrm>
            <a:custGeom>
              <a:avLst/>
              <a:gdLst/>
              <a:ahLst/>
              <a:cxnLst/>
              <a:rect l="l" t="t" r="r" b="b"/>
              <a:pathLst>
                <a:path w="10678" h="435" extrusionOk="0">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4" name="Google Shape;14744;p77"/>
            <p:cNvSpPr/>
            <p:nvPr/>
          </p:nvSpPr>
          <p:spPr>
            <a:xfrm>
              <a:off x="2517711" y="2949932"/>
              <a:ext cx="34835" cy="26995"/>
            </a:xfrm>
            <a:custGeom>
              <a:avLst/>
              <a:gdLst/>
              <a:ahLst/>
              <a:cxnLst/>
              <a:rect l="l" t="t" r="r" b="b"/>
              <a:pathLst>
                <a:path w="1333" h="1033" extrusionOk="0">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5" name="Google Shape;14745;p77"/>
            <p:cNvSpPr/>
            <p:nvPr/>
          </p:nvSpPr>
          <p:spPr>
            <a:xfrm>
              <a:off x="2222230" y="3037894"/>
              <a:ext cx="195027" cy="143494"/>
            </a:xfrm>
            <a:custGeom>
              <a:avLst/>
              <a:gdLst/>
              <a:ahLst/>
              <a:cxnLst/>
              <a:rect l="l" t="t" r="r" b="b"/>
              <a:pathLst>
                <a:path w="7463" h="5491" extrusionOk="0">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6" name="Google Shape;14746;p77"/>
            <p:cNvSpPr/>
            <p:nvPr/>
          </p:nvSpPr>
          <p:spPr>
            <a:xfrm>
              <a:off x="2447623" y="3032328"/>
              <a:ext cx="93554" cy="11132"/>
            </a:xfrm>
            <a:custGeom>
              <a:avLst/>
              <a:gdLst/>
              <a:ahLst/>
              <a:cxnLst/>
              <a:rect l="l" t="t" r="r" b="b"/>
              <a:pathLst>
                <a:path w="3580" h="426" extrusionOk="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7" name="Google Shape;14747;p77"/>
            <p:cNvSpPr/>
            <p:nvPr/>
          </p:nvSpPr>
          <p:spPr>
            <a:xfrm>
              <a:off x="2436229" y="3056187"/>
              <a:ext cx="105000" cy="11394"/>
            </a:xfrm>
            <a:custGeom>
              <a:avLst/>
              <a:gdLst/>
              <a:ahLst/>
              <a:cxnLst/>
              <a:rect l="l" t="t" r="r" b="b"/>
              <a:pathLst>
                <a:path w="4018" h="436" extrusionOk="0">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8" name="Google Shape;14748;p77"/>
            <p:cNvSpPr/>
            <p:nvPr/>
          </p:nvSpPr>
          <p:spPr>
            <a:xfrm>
              <a:off x="2437327" y="3080098"/>
              <a:ext cx="102805" cy="11080"/>
            </a:xfrm>
            <a:custGeom>
              <a:avLst/>
              <a:gdLst/>
              <a:ahLst/>
              <a:cxnLst/>
              <a:rect l="l" t="t" r="r" b="b"/>
              <a:pathLst>
                <a:path w="3934" h="424" extrusionOk="0">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9" name="Google Shape;14749;p77"/>
            <p:cNvSpPr/>
            <p:nvPr/>
          </p:nvSpPr>
          <p:spPr>
            <a:xfrm>
              <a:off x="2436229" y="3103957"/>
              <a:ext cx="105000" cy="11368"/>
            </a:xfrm>
            <a:custGeom>
              <a:avLst/>
              <a:gdLst/>
              <a:ahLst/>
              <a:cxnLst/>
              <a:rect l="l" t="t" r="r" b="b"/>
              <a:pathLst>
                <a:path w="4018" h="435" extrusionOk="0">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0" name="Google Shape;14750;p77"/>
            <p:cNvSpPr/>
            <p:nvPr/>
          </p:nvSpPr>
          <p:spPr>
            <a:xfrm>
              <a:off x="2436308" y="3128051"/>
              <a:ext cx="104870" cy="11159"/>
            </a:xfrm>
            <a:custGeom>
              <a:avLst/>
              <a:gdLst/>
              <a:ahLst/>
              <a:cxnLst/>
              <a:rect l="l" t="t" r="r" b="b"/>
              <a:pathLst>
                <a:path w="4013" h="427" extrusionOk="0">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1" name="Google Shape;14751;p77"/>
            <p:cNvSpPr/>
            <p:nvPr/>
          </p:nvSpPr>
          <p:spPr>
            <a:xfrm>
              <a:off x="2437327" y="3151962"/>
              <a:ext cx="102805" cy="11342"/>
            </a:xfrm>
            <a:custGeom>
              <a:avLst/>
              <a:gdLst/>
              <a:ahLst/>
              <a:cxnLst/>
              <a:rect l="l" t="t" r="r" b="b"/>
              <a:pathLst>
                <a:path w="3934" h="434" extrusionOk="0">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2" name="Google Shape;14752;p77"/>
            <p:cNvSpPr/>
            <p:nvPr/>
          </p:nvSpPr>
          <p:spPr>
            <a:xfrm>
              <a:off x="2436229" y="3175821"/>
              <a:ext cx="77012" cy="11368"/>
            </a:xfrm>
            <a:custGeom>
              <a:avLst/>
              <a:gdLst/>
              <a:ahLst/>
              <a:cxnLst/>
              <a:rect l="l" t="t" r="r" b="b"/>
              <a:pathLst>
                <a:path w="2947" h="435" extrusionOk="0">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3" name="Google Shape;14753;p77"/>
            <p:cNvSpPr/>
            <p:nvPr/>
          </p:nvSpPr>
          <p:spPr>
            <a:xfrm>
              <a:off x="2226255" y="3090525"/>
              <a:ext cx="111847" cy="90863"/>
            </a:xfrm>
            <a:custGeom>
              <a:avLst/>
              <a:gdLst/>
              <a:ahLst/>
              <a:cxnLst/>
              <a:rect l="l" t="t" r="r" b="b"/>
              <a:pathLst>
                <a:path w="4280" h="3477" extrusionOk="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77"/>
            <p:cNvSpPr/>
            <p:nvPr/>
          </p:nvSpPr>
          <p:spPr>
            <a:xfrm>
              <a:off x="2324513" y="3056474"/>
              <a:ext cx="68363" cy="62561"/>
            </a:xfrm>
            <a:custGeom>
              <a:avLst/>
              <a:gdLst/>
              <a:ahLst/>
              <a:cxnLst/>
              <a:rect l="l" t="t" r="r" b="b"/>
              <a:pathLst>
                <a:path w="2616" h="2394" extrusionOk="0">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77"/>
            <p:cNvSpPr/>
            <p:nvPr/>
          </p:nvSpPr>
          <p:spPr>
            <a:xfrm>
              <a:off x="2253380" y="3090342"/>
              <a:ext cx="55819" cy="47953"/>
            </a:xfrm>
            <a:custGeom>
              <a:avLst/>
              <a:gdLst/>
              <a:ahLst/>
              <a:cxnLst/>
              <a:rect l="l" t="t" r="r" b="b"/>
              <a:pathLst>
                <a:path w="2136" h="1835" extrusionOk="0">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56" name="Google Shape;14756;p77"/>
          <p:cNvGrpSpPr/>
          <p:nvPr/>
        </p:nvGrpSpPr>
        <p:grpSpPr>
          <a:xfrm>
            <a:off x="1753570" y="2892127"/>
            <a:ext cx="366665" cy="365202"/>
            <a:chOff x="1753570" y="2892127"/>
            <a:chExt cx="366665" cy="365202"/>
          </a:xfrm>
        </p:grpSpPr>
        <p:sp>
          <p:nvSpPr>
            <p:cNvPr id="14757" name="Google Shape;14757;p77"/>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77"/>
            <p:cNvSpPr/>
            <p:nvPr/>
          </p:nvSpPr>
          <p:spPr>
            <a:xfrm>
              <a:off x="1775939" y="3076335"/>
              <a:ext cx="342780" cy="104295"/>
            </a:xfrm>
            <a:custGeom>
              <a:avLst/>
              <a:gdLst/>
              <a:ahLst/>
              <a:cxnLst/>
              <a:rect l="l" t="t" r="r" b="b"/>
              <a:pathLst>
                <a:path w="13117" h="3991" extrusionOk="0">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77"/>
            <p:cNvSpPr/>
            <p:nvPr/>
          </p:nvSpPr>
          <p:spPr>
            <a:xfrm>
              <a:off x="2046934" y="3180578"/>
              <a:ext cx="70218" cy="76751"/>
            </a:xfrm>
            <a:custGeom>
              <a:avLst/>
              <a:gdLst/>
              <a:ahLst/>
              <a:cxnLst/>
              <a:rect l="l" t="t" r="r" b="b"/>
              <a:pathLst>
                <a:path w="2687" h="2937" extrusionOk="0">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0" name="Google Shape;14760;p77"/>
            <p:cNvSpPr/>
            <p:nvPr/>
          </p:nvSpPr>
          <p:spPr>
            <a:xfrm>
              <a:off x="2064416" y="3186405"/>
              <a:ext cx="52709" cy="60836"/>
            </a:xfrm>
            <a:custGeom>
              <a:avLst/>
              <a:gdLst/>
              <a:ahLst/>
              <a:cxnLst/>
              <a:rect l="l" t="t" r="r" b="b"/>
              <a:pathLst>
                <a:path w="2017" h="2328" extrusionOk="0">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1" name="Google Shape;14761;p77"/>
            <p:cNvSpPr/>
            <p:nvPr/>
          </p:nvSpPr>
          <p:spPr>
            <a:xfrm>
              <a:off x="1913658" y="2892650"/>
              <a:ext cx="206577" cy="160088"/>
            </a:xfrm>
            <a:custGeom>
              <a:avLst/>
              <a:gdLst/>
              <a:ahLst/>
              <a:cxnLst/>
              <a:rect l="l" t="t" r="r" b="b"/>
              <a:pathLst>
                <a:path w="7905" h="6126" extrusionOk="0">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77"/>
            <p:cNvSpPr/>
            <p:nvPr/>
          </p:nvSpPr>
          <p:spPr>
            <a:xfrm>
              <a:off x="1941045" y="2892650"/>
              <a:ext cx="179191" cy="160088"/>
            </a:xfrm>
            <a:custGeom>
              <a:avLst/>
              <a:gdLst/>
              <a:ahLst/>
              <a:cxnLst/>
              <a:rect l="l" t="t" r="r" b="b"/>
              <a:pathLst>
                <a:path w="6857" h="6126" extrusionOk="0">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77"/>
            <p:cNvSpPr/>
            <p:nvPr/>
          </p:nvSpPr>
          <p:spPr>
            <a:xfrm>
              <a:off x="1755086" y="2892127"/>
              <a:ext cx="132701" cy="160114"/>
            </a:xfrm>
            <a:custGeom>
              <a:avLst/>
              <a:gdLst/>
              <a:ahLst/>
              <a:cxnLst/>
              <a:rect l="l" t="t" r="r" b="b"/>
              <a:pathLst>
                <a:path w="5078" h="6127" extrusionOk="0">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77"/>
            <p:cNvSpPr/>
            <p:nvPr/>
          </p:nvSpPr>
          <p:spPr>
            <a:xfrm>
              <a:off x="1777455" y="2892127"/>
              <a:ext cx="110331" cy="160114"/>
            </a:xfrm>
            <a:custGeom>
              <a:avLst/>
              <a:gdLst/>
              <a:ahLst/>
              <a:cxnLst/>
              <a:rect l="l" t="t" r="r" b="b"/>
              <a:pathLst>
                <a:path w="4222" h="6127" extrusionOk="0">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77"/>
            <p:cNvSpPr/>
            <p:nvPr/>
          </p:nvSpPr>
          <p:spPr>
            <a:xfrm>
              <a:off x="1755086" y="2892127"/>
              <a:ext cx="132701" cy="159853"/>
            </a:xfrm>
            <a:custGeom>
              <a:avLst/>
              <a:gdLst/>
              <a:ahLst/>
              <a:cxnLst/>
              <a:rect l="l" t="t" r="r" b="b"/>
              <a:pathLst>
                <a:path w="5078" h="6117" extrusionOk="0">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77"/>
            <p:cNvSpPr/>
            <p:nvPr/>
          </p:nvSpPr>
          <p:spPr>
            <a:xfrm>
              <a:off x="1939268" y="2914496"/>
              <a:ext cx="72910" cy="11080"/>
            </a:xfrm>
            <a:custGeom>
              <a:avLst/>
              <a:gdLst/>
              <a:ahLst/>
              <a:cxnLst/>
              <a:rect l="l" t="t" r="r" b="b"/>
              <a:pathLst>
                <a:path w="2790" h="424" extrusionOk="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7" name="Google Shape;14767;p77"/>
            <p:cNvSpPr/>
            <p:nvPr/>
          </p:nvSpPr>
          <p:spPr>
            <a:xfrm>
              <a:off x="2021690" y="2914496"/>
              <a:ext cx="72648" cy="11080"/>
            </a:xfrm>
            <a:custGeom>
              <a:avLst/>
              <a:gdLst/>
              <a:ahLst/>
              <a:cxnLst/>
              <a:rect l="l" t="t" r="r" b="b"/>
              <a:pathLst>
                <a:path w="2780" h="424" extrusionOk="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8" name="Google Shape;14768;p77"/>
            <p:cNvSpPr/>
            <p:nvPr/>
          </p:nvSpPr>
          <p:spPr>
            <a:xfrm>
              <a:off x="1939268" y="2949436"/>
              <a:ext cx="72910" cy="11315"/>
            </a:xfrm>
            <a:custGeom>
              <a:avLst/>
              <a:gdLst/>
              <a:ahLst/>
              <a:cxnLst/>
              <a:rect l="l" t="t" r="r" b="b"/>
              <a:pathLst>
                <a:path w="2790" h="433" extrusionOk="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9" name="Google Shape;14769;p77"/>
            <p:cNvSpPr/>
            <p:nvPr/>
          </p:nvSpPr>
          <p:spPr>
            <a:xfrm>
              <a:off x="2021690" y="2949436"/>
              <a:ext cx="72648" cy="11315"/>
            </a:xfrm>
            <a:custGeom>
              <a:avLst/>
              <a:gdLst/>
              <a:ahLst/>
              <a:cxnLst/>
              <a:rect l="l" t="t" r="r" b="b"/>
              <a:pathLst>
                <a:path w="2780" h="433" extrusionOk="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0" name="Google Shape;14770;p77"/>
            <p:cNvSpPr/>
            <p:nvPr/>
          </p:nvSpPr>
          <p:spPr>
            <a:xfrm>
              <a:off x="1939268" y="2984610"/>
              <a:ext cx="72910" cy="11080"/>
            </a:xfrm>
            <a:custGeom>
              <a:avLst/>
              <a:gdLst/>
              <a:ahLst/>
              <a:cxnLst/>
              <a:rect l="l" t="t" r="r" b="b"/>
              <a:pathLst>
                <a:path w="2790" h="424" extrusionOk="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1" name="Google Shape;14771;p77"/>
            <p:cNvSpPr/>
            <p:nvPr/>
          </p:nvSpPr>
          <p:spPr>
            <a:xfrm>
              <a:off x="2021690" y="2984610"/>
              <a:ext cx="72648" cy="11080"/>
            </a:xfrm>
            <a:custGeom>
              <a:avLst/>
              <a:gdLst/>
              <a:ahLst/>
              <a:cxnLst/>
              <a:rect l="l" t="t" r="r" b="b"/>
              <a:pathLst>
                <a:path w="2780" h="424" extrusionOk="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2" name="Google Shape;14772;p77"/>
            <p:cNvSpPr/>
            <p:nvPr/>
          </p:nvSpPr>
          <p:spPr>
            <a:xfrm>
              <a:off x="1939268" y="3019549"/>
              <a:ext cx="72910" cy="11080"/>
            </a:xfrm>
            <a:custGeom>
              <a:avLst/>
              <a:gdLst/>
              <a:ahLst/>
              <a:cxnLst/>
              <a:rect l="l" t="t" r="r" b="b"/>
              <a:pathLst>
                <a:path w="2790" h="424" extrusionOk="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3" name="Google Shape;14773;p77"/>
            <p:cNvSpPr/>
            <p:nvPr/>
          </p:nvSpPr>
          <p:spPr>
            <a:xfrm>
              <a:off x="2021690" y="3019549"/>
              <a:ext cx="72648" cy="11080"/>
            </a:xfrm>
            <a:custGeom>
              <a:avLst/>
              <a:gdLst/>
              <a:ahLst/>
              <a:cxnLst/>
              <a:rect l="l" t="t" r="r" b="b"/>
              <a:pathLst>
                <a:path w="2780" h="424" extrusionOk="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4" name="Google Shape;14774;p77"/>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5" name="Google Shape;14775;p77"/>
          <p:cNvGrpSpPr/>
          <p:nvPr/>
        </p:nvGrpSpPr>
        <p:grpSpPr>
          <a:xfrm>
            <a:off x="1303751" y="3807339"/>
            <a:ext cx="367684" cy="366561"/>
            <a:chOff x="1303751" y="3807339"/>
            <a:chExt cx="367684" cy="366561"/>
          </a:xfrm>
        </p:grpSpPr>
        <p:sp>
          <p:nvSpPr>
            <p:cNvPr id="14776" name="Google Shape;14776;p77"/>
            <p:cNvSpPr/>
            <p:nvPr/>
          </p:nvSpPr>
          <p:spPr>
            <a:xfrm>
              <a:off x="1305006" y="4056356"/>
              <a:ext cx="366430" cy="117387"/>
            </a:xfrm>
            <a:custGeom>
              <a:avLst/>
              <a:gdLst/>
              <a:ahLst/>
              <a:cxnLst/>
              <a:rect l="l" t="t" r="r" b="b"/>
              <a:pathLst>
                <a:path w="14022" h="4492" extrusionOk="0">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7" name="Google Shape;14777;p77"/>
            <p:cNvSpPr/>
            <p:nvPr/>
          </p:nvSpPr>
          <p:spPr>
            <a:xfrm>
              <a:off x="1305267" y="4079980"/>
              <a:ext cx="366169" cy="93763"/>
            </a:xfrm>
            <a:custGeom>
              <a:avLst/>
              <a:gdLst/>
              <a:ahLst/>
              <a:cxnLst/>
              <a:rect l="l" t="t" r="r" b="b"/>
              <a:pathLst>
                <a:path w="14012" h="3588" extrusionOk="0">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8" name="Google Shape;14778;p77"/>
            <p:cNvSpPr/>
            <p:nvPr/>
          </p:nvSpPr>
          <p:spPr>
            <a:xfrm>
              <a:off x="1605556" y="4079980"/>
              <a:ext cx="39225" cy="70401"/>
            </a:xfrm>
            <a:custGeom>
              <a:avLst/>
              <a:gdLst/>
              <a:ahLst/>
              <a:cxnLst/>
              <a:rect l="l" t="t" r="r" b="b"/>
              <a:pathLst>
                <a:path w="1501" h="2694" extrusionOk="0">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9" name="Google Shape;14779;p77"/>
            <p:cNvSpPr/>
            <p:nvPr/>
          </p:nvSpPr>
          <p:spPr>
            <a:xfrm>
              <a:off x="1516104"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0" name="Google Shape;14780;p77"/>
            <p:cNvSpPr/>
            <p:nvPr/>
          </p:nvSpPr>
          <p:spPr>
            <a:xfrm>
              <a:off x="1427149"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1" name="Google Shape;14781;p77"/>
            <p:cNvSpPr/>
            <p:nvPr/>
          </p:nvSpPr>
          <p:spPr>
            <a:xfrm>
              <a:off x="1575294"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2" name="Google Shape;14782;p77"/>
            <p:cNvSpPr/>
            <p:nvPr/>
          </p:nvSpPr>
          <p:spPr>
            <a:xfrm>
              <a:off x="1575294"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3" name="Google Shape;14783;p77"/>
            <p:cNvSpPr/>
            <p:nvPr/>
          </p:nvSpPr>
          <p:spPr>
            <a:xfrm>
              <a:off x="1485686" y="4079745"/>
              <a:ext cx="11838" cy="49260"/>
            </a:xfrm>
            <a:custGeom>
              <a:avLst/>
              <a:gdLst/>
              <a:ahLst/>
              <a:cxnLst/>
              <a:rect l="l" t="t" r="r" b="b"/>
              <a:pathLst>
                <a:path w="453" h="1885" extrusionOk="0">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4" name="Google Shape;14784;p77"/>
            <p:cNvSpPr/>
            <p:nvPr/>
          </p:nvSpPr>
          <p:spPr>
            <a:xfrm>
              <a:off x="1485686" y="4139536"/>
              <a:ext cx="11838" cy="19129"/>
            </a:xfrm>
            <a:custGeom>
              <a:avLst/>
              <a:gdLst/>
              <a:ahLst/>
              <a:cxnLst/>
              <a:rect l="l" t="t" r="r" b="b"/>
              <a:pathLst>
                <a:path w="453" h="732" extrusionOk="0">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5" name="Google Shape;14785;p77"/>
            <p:cNvSpPr/>
            <p:nvPr/>
          </p:nvSpPr>
          <p:spPr>
            <a:xfrm>
              <a:off x="1396626"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6" name="Google Shape;14786;p77"/>
            <p:cNvSpPr/>
            <p:nvPr/>
          </p:nvSpPr>
          <p:spPr>
            <a:xfrm>
              <a:off x="1396626"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7" name="Google Shape;14787;p77"/>
            <p:cNvSpPr/>
            <p:nvPr/>
          </p:nvSpPr>
          <p:spPr>
            <a:xfrm>
              <a:off x="1304274" y="3915110"/>
              <a:ext cx="353573" cy="258712"/>
            </a:xfrm>
            <a:custGeom>
              <a:avLst/>
              <a:gdLst/>
              <a:ahLst/>
              <a:cxnLst/>
              <a:rect l="l" t="t" r="r" b="b"/>
              <a:pathLst>
                <a:path w="13530" h="9900" extrusionOk="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8" name="Google Shape;14788;p77"/>
            <p:cNvSpPr/>
            <p:nvPr/>
          </p:nvSpPr>
          <p:spPr>
            <a:xfrm>
              <a:off x="1307018" y="3927706"/>
              <a:ext cx="350829" cy="245776"/>
            </a:xfrm>
            <a:custGeom>
              <a:avLst/>
              <a:gdLst/>
              <a:ahLst/>
              <a:cxnLst/>
              <a:rect l="l" t="t" r="r" b="b"/>
              <a:pathLst>
                <a:path w="13425" h="9405" extrusionOk="0">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9" name="Google Shape;14789;p77"/>
            <p:cNvSpPr/>
            <p:nvPr/>
          </p:nvSpPr>
          <p:spPr>
            <a:xfrm>
              <a:off x="1560582" y="3944431"/>
              <a:ext cx="65122" cy="74060"/>
            </a:xfrm>
            <a:custGeom>
              <a:avLst/>
              <a:gdLst/>
              <a:ahLst/>
              <a:cxnLst/>
              <a:rect l="l" t="t" r="r" b="b"/>
              <a:pathLst>
                <a:path w="2492" h="2834" extrusionOk="0">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0" name="Google Shape;14790;p77"/>
            <p:cNvSpPr/>
            <p:nvPr/>
          </p:nvSpPr>
          <p:spPr>
            <a:xfrm>
              <a:off x="1533953" y="3971922"/>
              <a:ext cx="47326" cy="69565"/>
            </a:xfrm>
            <a:custGeom>
              <a:avLst/>
              <a:gdLst/>
              <a:ahLst/>
              <a:cxnLst/>
              <a:rect l="l" t="t" r="r" b="b"/>
              <a:pathLst>
                <a:path w="1811" h="2662" extrusionOk="0">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1" name="Google Shape;14791;p77"/>
            <p:cNvSpPr/>
            <p:nvPr/>
          </p:nvSpPr>
          <p:spPr>
            <a:xfrm>
              <a:off x="1482942" y="3989169"/>
              <a:ext cx="65096" cy="74112"/>
            </a:xfrm>
            <a:custGeom>
              <a:avLst/>
              <a:gdLst/>
              <a:ahLst/>
              <a:cxnLst/>
              <a:rect l="l" t="t" r="r" b="b"/>
              <a:pathLst>
                <a:path w="2491" h="2836" extrusionOk="0">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77"/>
            <p:cNvSpPr/>
            <p:nvPr/>
          </p:nvSpPr>
          <p:spPr>
            <a:xfrm>
              <a:off x="1456548" y="4016922"/>
              <a:ext cx="45497" cy="69382"/>
            </a:xfrm>
            <a:custGeom>
              <a:avLst/>
              <a:gdLst/>
              <a:ahLst/>
              <a:cxnLst/>
              <a:rect l="l" t="t" r="r" b="b"/>
              <a:pathLst>
                <a:path w="1741" h="2655" extrusionOk="0">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77"/>
            <p:cNvSpPr/>
            <p:nvPr/>
          </p:nvSpPr>
          <p:spPr>
            <a:xfrm>
              <a:off x="1405799" y="4033778"/>
              <a:ext cx="65096" cy="74112"/>
            </a:xfrm>
            <a:custGeom>
              <a:avLst/>
              <a:gdLst/>
              <a:ahLst/>
              <a:cxnLst/>
              <a:rect l="l" t="t" r="r" b="b"/>
              <a:pathLst>
                <a:path w="2491" h="2836" extrusionOk="0">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4" name="Google Shape;14794;p77"/>
            <p:cNvSpPr/>
            <p:nvPr/>
          </p:nvSpPr>
          <p:spPr>
            <a:xfrm>
              <a:off x="1379405" y="4061452"/>
              <a:ext cx="45261" cy="69330"/>
            </a:xfrm>
            <a:custGeom>
              <a:avLst/>
              <a:gdLst/>
              <a:ahLst/>
              <a:cxnLst/>
              <a:rect l="l" t="t" r="r" b="b"/>
              <a:pathLst>
                <a:path w="1732" h="2653" extrusionOk="0">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5" name="Google Shape;14795;p77"/>
            <p:cNvSpPr/>
            <p:nvPr/>
          </p:nvSpPr>
          <p:spPr>
            <a:xfrm>
              <a:off x="1305267" y="3823907"/>
              <a:ext cx="261612" cy="349993"/>
            </a:xfrm>
            <a:custGeom>
              <a:avLst/>
              <a:gdLst/>
              <a:ahLst/>
              <a:cxnLst/>
              <a:rect l="l" t="t" r="r" b="b"/>
              <a:pathLst>
                <a:path w="10011" h="13393" extrusionOk="0">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77"/>
            <p:cNvSpPr/>
            <p:nvPr/>
          </p:nvSpPr>
          <p:spPr>
            <a:xfrm>
              <a:off x="1320345" y="3828690"/>
              <a:ext cx="246299" cy="344792"/>
            </a:xfrm>
            <a:custGeom>
              <a:avLst/>
              <a:gdLst/>
              <a:ahLst/>
              <a:cxnLst/>
              <a:rect l="l" t="t" r="r" b="b"/>
              <a:pathLst>
                <a:path w="9425" h="13194" extrusionOk="0">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77"/>
            <p:cNvSpPr/>
            <p:nvPr/>
          </p:nvSpPr>
          <p:spPr>
            <a:xfrm>
              <a:off x="1460076" y="3854979"/>
              <a:ext cx="76647" cy="62561"/>
            </a:xfrm>
            <a:custGeom>
              <a:avLst/>
              <a:gdLst/>
              <a:ahLst/>
              <a:cxnLst/>
              <a:rect l="l" t="t" r="r" b="b"/>
              <a:pathLst>
                <a:path w="2933" h="2394" extrusionOk="0">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77"/>
            <p:cNvSpPr/>
            <p:nvPr/>
          </p:nvSpPr>
          <p:spPr>
            <a:xfrm>
              <a:off x="1414579" y="3932514"/>
              <a:ext cx="76673" cy="62535"/>
            </a:xfrm>
            <a:custGeom>
              <a:avLst/>
              <a:gdLst/>
              <a:ahLst/>
              <a:cxnLst/>
              <a:rect l="l" t="t" r="r" b="b"/>
              <a:pathLst>
                <a:path w="2934" h="2393" extrusionOk="0">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77"/>
            <p:cNvSpPr/>
            <p:nvPr/>
          </p:nvSpPr>
          <p:spPr>
            <a:xfrm>
              <a:off x="1370102" y="4009527"/>
              <a:ext cx="76673" cy="62535"/>
            </a:xfrm>
            <a:custGeom>
              <a:avLst/>
              <a:gdLst/>
              <a:ahLst/>
              <a:cxnLst/>
              <a:rect l="l" t="t" r="r" b="b"/>
              <a:pathLst>
                <a:path w="2934" h="2393" extrusionOk="0">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77"/>
            <p:cNvSpPr/>
            <p:nvPr/>
          </p:nvSpPr>
          <p:spPr>
            <a:xfrm>
              <a:off x="1442254" y="3903481"/>
              <a:ext cx="48972" cy="30131"/>
            </a:xfrm>
            <a:custGeom>
              <a:avLst/>
              <a:gdLst/>
              <a:ahLst/>
              <a:cxnLst/>
              <a:rect l="l" t="t" r="r" b="b"/>
              <a:pathLst>
                <a:path w="1874" h="1153" extrusionOk="0">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77"/>
            <p:cNvSpPr/>
            <p:nvPr/>
          </p:nvSpPr>
          <p:spPr>
            <a:xfrm>
              <a:off x="1494022" y="3933612"/>
              <a:ext cx="23101" cy="15078"/>
            </a:xfrm>
            <a:custGeom>
              <a:avLst/>
              <a:gdLst/>
              <a:ahLst/>
              <a:cxnLst/>
              <a:rect l="l" t="t" r="r" b="b"/>
              <a:pathLst>
                <a:path w="884" h="577" extrusionOk="0">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77"/>
            <p:cNvSpPr/>
            <p:nvPr/>
          </p:nvSpPr>
          <p:spPr>
            <a:xfrm>
              <a:off x="1397462" y="3981147"/>
              <a:ext cx="48816" cy="30131"/>
            </a:xfrm>
            <a:custGeom>
              <a:avLst/>
              <a:gdLst/>
              <a:ahLst/>
              <a:cxnLst/>
              <a:rect l="l" t="t" r="r" b="b"/>
              <a:pathLst>
                <a:path w="1868" h="1153" extrusionOk="0">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3" name="Google Shape;14803;p77"/>
            <p:cNvSpPr/>
            <p:nvPr/>
          </p:nvSpPr>
          <p:spPr>
            <a:xfrm>
              <a:off x="1449022" y="4011042"/>
              <a:ext cx="23101" cy="15288"/>
            </a:xfrm>
            <a:custGeom>
              <a:avLst/>
              <a:gdLst/>
              <a:ahLst/>
              <a:cxnLst/>
              <a:rect l="l" t="t" r="r" b="b"/>
              <a:pathLst>
                <a:path w="884" h="585" extrusionOk="0">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4" name="Google Shape;14804;p77"/>
            <p:cNvSpPr/>
            <p:nvPr/>
          </p:nvSpPr>
          <p:spPr>
            <a:xfrm>
              <a:off x="1404806" y="4088185"/>
              <a:ext cx="22918" cy="15209"/>
            </a:xfrm>
            <a:custGeom>
              <a:avLst/>
              <a:gdLst/>
              <a:ahLst/>
              <a:cxnLst/>
              <a:rect l="l" t="t" r="r" b="b"/>
              <a:pathLst>
                <a:path w="877" h="582" extrusionOk="0">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5" name="Google Shape;14805;p77"/>
            <p:cNvSpPr/>
            <p:nvPr/>
          </p:nvSpPr>
          <p:spPr>
            <a:xfrm>
              <a:off x="1352985" y="4058290"/>
              <a:ext cx="48816" cy="30105"/>
            </a:xfrm>
            <a:custGeom>
              <a:avLst/>
              <a:gdLst/>
              <a:ahLst/>
              <a:cxnLst/>
              <a:rect l="l" t="t" r="r" b="b"/>
              <a:pathLst>
                <a:path w="1868" h="1152" extrusionOk="0">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6" name="Google Shape;14806;p77"/>
            <p:cNvSpPr/>
            <p:nvPr/>
          </p:nvSpPr>
          <p:spPr>
            <a:xfrm>
              <a:off x="1303751" y="3807339"/>
              <a:ext cx="118903" cy="366404"/>
            </a:xfrm>
            <a:custGeom>
              <a:avLst/>
              <a:gdLst/>
              <a:ahLst/>
              <a:cxnLst/>
              <a:rect l="l" t="t" r="r" b="b"/>
              <a:pathLst>
                <a:path w="4550" h="14021" extrusionOk="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7" name="Google Shape;14807;p77"/>
            <p:cNvSpPr/>
            <p:nvPr/>
          </p:nvSpPr>
          <p:spPr>
            <a:xfrm>
              <a:off x="1326879" y="3807339"/>
              <a:ext cx="95776" cy="366142"/>
            </a:xfrm>
            <a:custGeom>
              <a:avLst/>
              <a:gdLst/>
              <a:ahLst/>
              <a:cxnLst/>
              <a:rect l="l" t="t" r="r" b="b"/>
              <a:pathLst>
                <a:path w="3665" h="14011" extrusionOk="0">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8" name="Google Shape;14808;p77"/>
            <p:cNvSpPr/>
            <p:nvPr/>
          </p:nvSpPr>
          <p:spPr>
            <a:xfrm>
              <a:off x="1328891" y="3834230"/>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9" name="Google Shape;14809;p77"/>
            <p:cNvSpPr/>
            <p:nvPr/>
          </p:nvSpPr>
          <p:spPr>
            <a:xfrm>
              <a:off x="1328891" y="3923943"/>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0" name="Google Shape;14810;p77"/>
            <p:cNvSpPr/>
            <p:nvPr/>
          </p:nvSpPr>
          <p:spPr>
            <a:xfrm>
              <a:off x="1328891" y="4012898"/>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77"/>
            <p:cNvSpPr/>
            <p:nvPr/>
          </p:nvSpPr>
          <p:spPr>
            <a:xfrm>
              <a:off x="1387192" y="3891983"/>
              <a:ext cx="22474" cy="11394"/>
            </a:xfrm>
            <a:custGeom>
              <a:avLst/>
              <a:gdLst/>
              <a:ahLst/>
              <a:cxnLst/>
              <a:rect l="l" t="t" r="r" b="b"/>
              <a:pathLst>
                <a:path w="860" h="436" extrusionOk="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77"/>
            <p:cNvSpPr/>
            <p:nvPr/>
          </p:nvSpPr>
          <p:spPr>
            <a:xfrm>
              <a:off x="1327375" y="3891983"/>
              <a:ext cx="52396" cy="11394"/>
            </a:xfrm>
            <a:custGeom>
              <a:avLst/>
              <a:gdLst/>
              <a:ahLst/>
              <a:cxnLst/>
              <a:rect l="l" t="t" r="r" b="b"/>
              <a:pathLst>
                <a:path w="2005" h="436" extrusionOk="0">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3" name="Google Shape;14813;p77"/>
            <p:cNvSpPr/>
            <p:nvPr/>
          </p:nvSpPr>
          <p:spPr>
            <a:xfrm>
              <a:off x="1326539" y="3981695"/>
              <a:ext cx="53232" cy="11394"/>
            </a:xfrm>
            <a:custGeom>
              <a:avLst/>
              <a:gdLst/>
              <a:ahLst/>
              <a:cxnLst/>
              <a:rect l="l" t="t" r="r" b="b"/>
              <a:pathLst>
                <a:path w="2037" h="436" extrusionOk="0">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4" name="Google Shape;14814;p77"/>
            <p:cNvSpPr/>
            <p:nvPr/>
          </p:nvSpPr>
          <p:spPr>
            <a:xfrm>
              <a:off x="1386330" y="3981695"/>
              <a:ext cx="23336" cy="11394"/>
            </a:xfrm>
            <a:custGeom>
              <a:avLst/>
              <a:gdLst/>
              <a:ahLst/>
              <a:cxnLst/>
              <a:rect l="l" t="t" r="r" b="b"/>
              <a:pathLst>
                <a:path w="893" h="436" extrusionOk="0">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5" name="Google Shape;14815;p77"/>
            <p:cNvSpPr/>
            <p:nvPr/>
          </p:nvSpPr>
          <p:spPr>
            <a:xfrm>
              <a:off x="1327375" y="4070677"/>
              <a:ext cx="52396" cy="11368"/>
            </a:xfrm>
            <a:custGeom>
              <a:avLst/>
              <a:gdLst/>
              <a:ahLst/>
              <a:cxnLst/>
              <a:rect l="l" t="t" r="r" b="b"/>
              <a:pathLst>
                <a:path w="2005" h="435" extrusionOk="0">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77"/>
            <p:cNvSpPr/>
            <p:nvPr/>
          </p:nvSpPr>
          <p:spPr>
            <a:xfrm>
              <a:off x="1387192" y="4070677"/>
              <a:ext cx="22474" cy="11368"/>
            </a:xfrm>
            <a:custGeom>
              <a:avLst/>
              <a:gdLst/>
              <a:ahLst/>
              <a:cxnLst/>
              <a:rect l="l" t="t" r="r" b="b"/>
              <a:pathLst>
                <a:path w="860" h="435" extrusionOk="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17" name="Google Shape;14817;p77"/>
          <p:cNvSpPr/>
          <p:nvPr/>
        </p:nvSpPr>
        <p:spPr>
          <a:xfrm>
            <a:off x="1321365" y="2905951"/>
            <a:ext cx="30157" cy="28667"/>
          </a:xfrm>
          <a:custGeom>
            <a:avLst/>
            <a:gdLst/>
            <a:ahLst/>
            <a:cxnLst/>
            <a:rect l="l" t="t" r="r" b="b"/>
            <a:pathLst>
              <a:path w="1154" h="1097" extrusionOk="0">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18" name="Google Shape;14818;p77"/>
          <p:cNvGrpSpPr/>
          <p:nvPr/>
        </p:nvGrpSpPr>
        <p:grpSpPr>
          <a:xfrm>
            <a:off x="1310049" y="2891421"/>
            <a:ext cx="384749" cy="366613"/>
            <a:chOff x="1310049" y="2891421"/>
            <a:chExt cx="384749" cy="366613"/>
          </a:xfrm>
        </p:grpSpPr>
        <p:sp>
          <p:nvSpPr>
            <p:cNvPr id="14819" name="Google Shape;14819;p77"/>
            <p:cNvSpPr/>
            <p:nvPr/>
          </p:nvSpPr>
          <p:spPr>
            <a:xfrm>
              <a:off x="1310049" y="2891421"/>
              <a:ext cx="384749" cy="366613"/>
            </a:xfrm>
            <a:custGeom>
              <a:avLst/>
              <a:gdLst/>
              <a:ahLst/>
              <a:cxnLst/>
              <a:rect l="l" t="t" r="r" b="b"/>
              <a:pathLst>
                <a:path w="14723" h="14029" extrusionOk="0">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77"/>
            <p:cNvSpPr/>
            <p:nvPr/>
          </p:nvSpPr>
          <p:spPr>
            <a:xfrm>
              <a:off x="1342218" y="2904697"/>
              <a:ext cx="324932" cy="324696"/>
            </a:xfrm>
            <a:custGeom>
              <a:avLst/>
              <a:gdLst/>
              <a:ahLst/>
              <a:cxnLst/>
              <a:rect l="l" t="t" r="r" b="b"/>
              <a:pathLst>
                <a:path w="12434" h="12425" extrusionOk="0">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77"/>
            <p:cNvSpPr/>
            <p:nvPr/>
          </p:nvSpPr>
          <p:spPr>
            <a:xfrm>
              <a:off x="1355546" y="2931848"/>
              <a:ext cx="22134" cy="19573"/>
            </a:xfrm>
            <a:custGeom>
              <a:avLst/>
              <a:gdLst/>
              <a:ahLst/>
              <a:cxnLst/>
              <a:rect l="l" t="t" r="r" b="b"/>
              <a:pathLst>
                <a:path w="847" h="749" extrusionOk="0">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77"/>
            <p:cNvSpPr/>
            <p:nvPr/>
          </p:nvSpPr>
          <p:spPr>
            <a:xfrm>
              <a:off x="1372610" y="2957720"/>
              <a:ext cx="30680" cy="28667"/>
            </a:xfrm>
            <a:custGeom>
              <a:avLst/>
              <a:gdLst/>
              <a:ahLst/>
              <a:cxnLst/>
              <a:rect l="l" t="t" r="r" b="b"/>
              <a:pathLst>
                <a:path w="1174" h="1097" extrusionOk="0">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3" name="Google Shape;14823;p77"/>
            <p:cNvSpPr/>
            <p:nvPr/>
          </p:nvSpPr>
          <p:spPr>
            <a:xfrm>
              <a:off x="1407001" y="2983356"/>
              <a:ext cx="21925" cy="19599"/>
            </a:xfrm>
            <a:custGeom>
              <a:avLst/>
              <a:gdLst/>
              <a:ahLst/>
              <a:cxnLst/>
              <a:rect l="l" t="t" r="r" b="b"/>
              <a:pathLst>
                <a:path w="839" h="750" extrusionOk="0">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4" name="Google Shape;14824;p77"/>
            <p:cNvSpPr/>
            <p:nvPr/>
          </p:nvSpPr>
          <p:spPr>
            <a:xfrm>
              <a:off x="1424379" y="3009227"/>
              <a:ext cx="30444" cy="28693"/>
            </a:xfrm>
            <a:custGeom>
              <a:avLst/>
              <a:gdLst/>
              <a:ahLst/>
              <a:cxnLst/>
              <a:rect l="l" t="t" r="r" b="b"/>
              <a:pathLst>
                <a:path w="1165" h="1098" extrusionOk="0">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77"/>
            <p:cNvSpPr/>
            <p:nvPr/>
          </p:nvSpPr>
          <p:spPr>
            <a:xfrm>
              <a:off x="1458769" y="3035124"/>
              <a:ext cx="21925" cy="19338"/>
            </a:xfrm>
            <a:custGeom>
              <a:avLst/>
              <a:gdLst/>
              <a:ahLst/>
              <a:cxnLst/>
              <a:rect l="l" t="t" r="r" b="b"/>
              <a:pathLst>
                <a:path w="839" h="740" extrusionOk="0">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6" name="Google Shape;14826;p77"/>
            <p:cNvSpPr/>
            <p:nvPr/>
          </p:nvSpPr>
          <p:spPr>
            <a:xfrm>
              <a:off x="1475886" y="3060995"/>
              <a:ext cx="30444" cy="28667"/>
            </a:xfrm>
            <a:custGeom>
              <a:avLst/>
              <a:gdLst/>
              <a:ahLst/>
              <a:cxnLst/>
              <a:rect l="l" t="t" r="r" b="b"/>
              <a:pathLst>
                <a:path w="1165" h="1097" extrusionOk="0">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77"/>
            <p:cNvSpPr/>
            <p:nvPr/>
          </p:nvSpPr>
          <p:spPr>
            <a:xfrm>
              <a:off x="1510276" y="3086631"/>
              <a:ext cx="21925" cy="19599"/>
            </a:xfrm>
            <a:custGeom>
              <a:avLst/>
              <a:gdLst/>
              <a:ahLst/>
              <a:cxnLst/>
              <a:rect l="l" t="t" r="r" b="b"/>
              <a:pathLst>
                <a:path w="839" h="750" extrusionOk="0">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77"/>
            <p:cNvSpPr/>
            <p:nvPr/>
          </p:nvSpPr>
          <p:spPr>
            <a:xfrm>
              <a:off x="1527655" y="3112267"/>
              <a:ext cx="30444" cy="28667"/>
            </a:xfrm>
            <a:custGeom>
              <a:avLst/>
              <a:gdLst/>
              <a:ahLst/>
              <a:cxnLst/>
              <a:rect l="l" t="t" r="r" b="b"/>
              <a:pathLst>
                <a:path w="1165" h="1097" extrusionOk="0">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77"/>
            <p:cNvSpPr/>
            <p:nvPr/>
          </p:nvSpPr>
          <p:spPr>
            <a:xfrm>
              <a:off x="1578639" y="3164036"/>
              <a:ext cx="31228" cy="28876"/>
            </a:xfrm>
            <a:custGeom>
              <a:avLst/>
              <a:gdLst/>
              <a:ahLst/>
              <a:cxnLst/>
              <a:rect l="l" t="t" r="r" b="b"/>
              <a:pathLst>
                <a:path w="1195" h="1105" extrusionOk="0">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77"/>
            <p:cNvSpPr/>
            <p:nvPr/>
          </p:nvSpPr>
          <p:spPr>
            <a:xfrm>
              <a:off x="1614101" y="3189907"/>
              <a:ext cx="21403" cy="19390"/>
            </a:xfrm>
            <a:custGeom>
              <a:avLst/>
              <a:gdLst/>
              <a:ahLst/>
              <a:cxnLst/>
              <a:rect l="l" t="t" r="r" b="b"/>
              <a:pathLst>
                <a:path w="819" h="742" extrusionOk="0">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1" name="Google Shape;14831;p77"/>
            <p:cNvSpPr/>
            <p:nvPr/>
          </p:nvSpPr>
          <p:spPr>
            <a:xfrm>
              <a:off x="1630930" y="3215804"/>
              <a:ext cx="30444" cy="28406"/>
            </a:xfrm>
            <a:custGeom>
              <a:avLst/>
              <a:gdLst/>
              <a:ahLst/>
              <a:cxnLst/>
              <a:rect l="l" t="t" r="r" b="b"/>
              <a:pathLst>
                <a:path w="1165" h="1087" extrusionOk="0">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2" name="Google Shape;14832;p77"/>
            <p:cNvSpPr/>
            <p:nvPr/>
          </p:nvSpPr>
          <p:spPr>
            <a:xfrm>
              <a:off x="1562332" y="3138138"/>
              <a:ext cx="21403" cy="19286"/>
            </a:xfrm>
            <a:custGeom>
              <a:avLst/>
              <a:gdLst/>
              <a:ahLst/>
              <a:cxnLst/>
              <a:rect l="l" t="t" r="r" b="b"/>
              <a:pathLst>
                <a:path w="819" h="738" extrusionOk="0">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33" name="Google Shape;14833;p77"/>
          <p:cNvGrpSpPr/>
          <p:nvPr/>
        </p:nvGrpSpPr>
        <p:grpSpPr>
          <a:xfrm>
            <a:off x="849673" y="2891343"/>
            <a:ext cx="383468" cy="366665"/>
            <a:chOff x="849673" y="2891343"/>
            <a:chExt cx="383468" cy="366665"/>
          </a:xfrm>
        </p:grpSpPr>
        <p:sp>
          <p:nvSpPr>
            <p:cNvPr id="14834" name="Google Shape;14834;p77"/>
            <p:cNvSpPr/>
            <p:nvPr/>
          </p:nvSpPr>
          <p:spPr>
            <a:xfrm>
              <a:off x="849673" y="2976561"/>
              <a:ext cx="322188" cy="281447"/>
            </a:xfrm>
            <a:custGeom>
              <a:avLst/>
              <a:gdLst/>
              <a:ahLst/>
              <a:cxnLst/>
              <a:rect l="l" t="t" r="r" b="b"/>
              <a:pathLst>
                <a:path w="12329" h="10770" extrusionOk="0">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5" name="Google Shape;14835;p77"/>
            <p:cNvSpPr/>
            <p:nvPr/>
          </p:nvSpPr>
          <p:spPr>
            <a:xfrm>
              <a:off x="867260" y="2976561"/>
              <a:ext cx="304600" cy="258947"/>
            </a:xfrm>
            <a:custGeom>
              <a:avLst/>
              <a:gdLst/>
              <a:ahLst/>
              <a:cxnLst/>
              <a:rect l="l" t="t" r="r" b="b"/>
              <a:pathLst>
                <a:path w="11656" h="9909" extrusionOk="0">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6" name="Google Shape;14836;p77"/>
            <p:cNvSpPr/>
            <p:nvPr/>
          </p:nvSpPr>
          <p:spPr>
            <a:xfrm>
              <a:off x="947173" y="3018948"/>
              <a:ext cx="81952" cy="50122"/>
            </a:xfrm>
            <a:custGeom>
              <a:avLst/>
              <a:gdLst/>
              <a:ahLst/>
              <a:cxnLst/>
              <a:rect l="l" t="t" r="r" b="b"/>
              <a:pathLst>
                <a:path w="3136" h="1918" extrusionOk="0">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7" name="Google Shape;14837;p77"/>
            <p:cNvSpPr/>
            <p:nvPr/>
          </p:nvSpPr>
          <p:spPr>
            <a:xfrm>
              <a:off x="967792" y="3018791"/>
              <a:ext cx="61333" cy="49521"/>
            </a:xfrm>
            <a:custGeom>
              <a:avLst/>
              <a:gdLst/>
              <a:ahLst/>
              <a:cxnLst/>
              <a:rect l="l" t="t" r="r" b="b"/>
              <a:pathLst>
                <a:path w="2347" h="1895" extrusionOk="0">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8" name="Google Shape;14838;p77"/>
            <p:cNvSpPr/>
            <p:nvPr/>
          </p:nvSpPr>
          <p:spPr>
            <a:xfrm>
              <a:off x="992174" y="3104663"/>
              <a:ext cx="65357" cy="72831"/>
            </a:xfrm>
            <a:custGeom>
              <a:avLst/>
              <a:gdLst/>
              <a:ahLst/>
              <a:cxnLst/>
              <a:rect l="l" t="t" r="r" b="b"/>
              <a:pathLst>
                <a:path w="2501" h="2787" extrusionOk="0">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9" name="Google Shape;14839;p77"/>
            <p:cNvSpPr/>
            <p:nvPr/>
          </p:nvSpPr>
          <p:spPr>
            <a:xfrm>
              <a:off x="1009499" y="3104427"/>
              <a:ext cx="48032" cy="64913"/>
            </a:xfrm>
            <a:custGeom>
              <a:avLst/>
              <a:gdLst/>
              <a:ahLst/>
              <a:cxnLst/>
              <a:rect l="l" t="t" r="r" b="b"/>
              <a:pathLst>
                <a:path w="1838" h="2484" extrusionOk="0">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0" name="Google Shape;14840;p77"/>
            <p:cNvSpPr/>
            <p:nvPr/>
          </p:nvSpPr>
          <p:spPr>
            <a:xfrm>
              <a:off x="897417" y="3078400"/>
              <a:ext cx="69147" cy="70584"/>
            </a:xfrm>
            <a:custGeom>
              <a:avLst/>
              <a:gdLst/>
              <a:ahLst/>
              <a:cxnLst/>
              <a:rect l="l" t="t" r="r" b="b"/>
              <a:pathLst>
                <a:path w="2646" h="2701" extrusionOk="0">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1" name="Google Shape;14841;p77"/>
            <p:cNvSpPr/>
            <p:nvPr/>
          </p:nvSpPr>
          <p:spPr>
            <a:xfrm>
              <a:off x="904708" y="3094915"/>
              <a:ext cx="61856" cy="54068"/>
            </a:xfrm>
            <a:custGeom>
              <a:avLst/>
              <a:gdLst/>
              <a:ahLst/>
              <a:cxnLst/>
              <a:rect l="l" t="t" r="r" b="b"/>
              <a:pathLst>
                <a:path w="2367" h="2069" extrusionOk="0">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2" name="Google Shape;14842;p77"/>
            <p:cNvSpPr/>
            <p:nvPr/>
          </p:nvSpPr>
          <p:spPr>
            <a:xfrm>
              <a:off x="1107261" y="2891343"/>
              <a:ext cx="125880" cy="143049"/>
            </a:xfrm>
            <a:custGeom>
              <a:avLst/>
              <a:gdLst/>
              <a:ahLst/>
              <a:cxnLst/>
              <a:rect l="l" t="t" r="r" b="b"/>
              <a:pathLst>
                <a:path w="4817" h="5474" extrusionOk="0">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3" name="Google Shape;14843;p77"/>
            <p:cNvSpPr/>
            <p:nvPr/>
          </p:nvSpPr>
          <p:spPr>
            <a:xfrm>
              <a:off x="1126599" y="2965507"/>
              <a:ext cx="47274" cy="45000"/>
            </a:xfrm>
            <a:custGeom>
              <a:avLst/>
              <a:gdLst/>
              <a:ahLst/>
              <a:cxnLst/>
              <a:rect l="l" t="t" r="r" b="b"/>
              <a:pathLst>
                <a:path w="1809" h="1722" extrusionOk="0">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4" name="Google Shape;14844;p77"/>
            <p:cNvSpPr/>
            <p:nvPr/>
          </p:nvSpPr>
          <p:spPr>
            <a:xfrm>
              <a:off x="1024578" y="3005411"/>
              <a:ext cx="119635" cy="81507"/>
            </a:xfrm>
            <a:custGeom>
              <a:avLst/>
              <a:gdLst/>
              <a:ahLst/>
              <a:cxnLst/>
              <a:rect l="l" t="t" r="r" b="b"/>
              <a:pathLst>
                <a:path w="4578" h="3119" extrusionOk="0">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5" name="Google Shape;14845;p77"/>
            <p:cNvSpPr/>
            <p:nvPr/>
          </p:nvSpPr>
          <p:spPr>
            <a:xfrm>
              <a:off x="1039395" y="3005150"/>
              <a:ext cx="95018" cy="60863"/>
            </a:xfrm>
            <a:custGeom>
              <a:avLst/>
              <a:gdLst/>
              <a:ahLst/>
              <a:cxnLst/>
              <a:rect l="l" t="t" r="r" b="b"/>
              <a:pathLst>
                <a:path w="3636" h="2329" extrusionOk="0">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6" name="Google Shape;14846;p77"/>
          <p:cNvGrpSpPr/>
          <p:nvPr/>
        </p:nvGrpSpPr>
        <p:grpSpPr>
          <a:xfrm>
            <a:off x="920257" y="2426002"/>
            <a:ext cx="278024" cy="366508"/>
            <a:chOff x="920257" y="2426002"/>
            <a:chExt cx="278024" cy="366508"/>
          </a:xfrm>
        </p:grpSpPr>
        <p:sp>
          <p:nvSpPr>
            <p:cNvPr id="14847" name="Google Shape;14847;p77"/>
            <p:cNvSpPr/>
            <p:nvPr/>
          </p:nvSpPr>
          <p:spPr>
            <a:xfrm>
              <a:off x="1039918" y="2426002"/>
              <a:ext cx="38964" cy="92483"/>
            </a:xfrm>
            <a:custGeom>
              <a:avLst/>
              <a:gdLst/>
              <a:ahLst/>
              <a:cxnLst/>
              <a:rect l="l" t="t" r="r" b="b"/>
              <a:pathLst>
                <a:path w="1491" h="3539" extrusionOk="0">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8" name="Google Shape;14848;p77"/>
            <p:cNvSpPr/>
            <p:nvPr/>
          </p:nvSpPr>
          <p:spPr>
            <a:xfrm>
              <a:off x="1061529" y="2429268"/>
              <a:ext cx="17352" cy="85950"/>
            </a:xfrm>
            <a:custGeom>
              <a:avLst/>
              <a:gdLst/>
              <a:ahLst/>
              <a:cxnLst/>
              <a:rect l="l" t="t" r="r" b="b"/>
              <a:pathLst>
                <a:path w="664" h="3289" extrusionOk="0">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77"/>
            <p:cNvSpPr/>
            <p:nvPr/>
          </p:nvSpPr>
          <p:spPr>
            <a:xfrm>
              <a:off x="920257" y="2748398"/>
              <a:ext cx="27204" cy="44112"/>
            </a:xfrm>
            <a:custGeom>
              <a:avLst/>
              <a:gdLst/>
              <a:ahLst/>
              <a:cxnLst/>
              <a:rect l="l" t="t" r="r" b="b"/>
              <a:pathLst>
                <a:path w="1041" h="1688" extrusionOk="0">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77"/>
            <p:cNvSpPr/>
            <p:nvPr/>
          </p:nvSpPr>
          <p:spPr>
            <a:xfrm>
              <a:off x="930083" y="2483023"/>
              <a:ext cx="136229" cy="283485"/>
            </a:xfrm>
            <a:custGeom>
              <a:avLst/>
              <a:gdLst/>
              <a:ahLst/>
              <a:cxnLst/>
              <a:rect l="l" t="t" r="r" b="b"/>
              <a:pathLst>
                <a:path w="5213" h="10848" extrusionOk="0">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1" name="Google Shape;14851;p77"/>
            <p:cNvSpPr/>
            <p:nvPr/>
          </p:nvSpPr>
          <p:spPr>
            <a:xfrm>
              <a:off x="945161" y="2690097"/>
              <a:ext cx="38728" cy="38728"/>
            </a:xfrm>
            <a:custGeom>
              <a:avLst/>
              <a:gdLst/>
              <a:ahLst/>
              <a:cxnLst/>
              <a:rect l="l" t="t" r="r" b="b"/>
              <a:pathLst>
                <a:path w="1482" h="1482" extrusionOk="0">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2" name="Google Shape;14852;p77"/>
            <p:cNvSpPr/>
            <p:nvPr/>
          </p:nvSpPr>
          <p:spPr>
            <a:xfrm>
              <a:off x="956215" y="2701151"/>
              <a:ext cx="16620" cy="16620"/>
            </a:xfrm>
            <a:custGeom>
              <a:avLst/>
              <a:gdLst/>
              <a:ahLst/>
              <a:cxnLst/>
              <a:rect l="l" t="t" r="r" b="b"/>
              <a:pathLst>
                <a:path w="636" h="636" extrusionOk="0">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77"/>
            <p:cNvSpPr/>
            <p:nvPr/>
          </p:nvSpPr>
          <p:spPr>
            <a:xfrm>
              <a:off x="1170841" y="2748398"/>
              <a:ext cx="27439" cy="44112"/>
            </a:xfrm>
            <a:custGeom>
              <a:avLst/>
              <a:gdLst/>
              <a:ahLst/>
              <a:cxnLst/>
              <a:rect l="l" t="t" r="r" b="b"/>
              <a:pathLst>
                <a:path w="1050" h="1688" extrusionOk="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77"/>
            <p:cNvSpPr/>
            <p:nvPr/>
          </p:nvSpPr>
          <p:spPr>
            <a:xfrm>
              <a:off x="1052226" y="2483023"/>
              <a:ext cx="136229" cy="283485"/>
            </a:xfrm>
            <a:custGeom>
              <a:avLst/>
              <a:gdLst/>
              <a:ahLst/>
              <a:cxnLst/>
              <a:rect l="l" t="t" r="r" b="b"/>
              <a:pathLst>
                <a:path w="5213" h="10848" extrusionOk="0">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5" name="Google Shape;14855;p77"/>
            <p:cNvSpPr/>
            <p:nvPr/>
          </p:nvSpPr>
          <p:spPr>
            <a:xfrm>
              <a:off x="1134648" y="2690097"/>
              <a:ext cx="38728" cy="38728"/>
            </a:xfrm>
            <a:custGeom>
              <a:avLst/>
              <a:gdLst/>
              <a:ahLst/>
              <a:cxnLst/>
              <a:rect l="l" t="t" r="r" b="b"/>
              <a:pathLst>
                <a:path w="1482" h="1482" extrusionOk="0">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6" name="Google Shape;14856;p77"/>
            <p:cNvSpPr/>
            <p:nvPr/>
          </p:nvSpPr>
          <p:spPr>
            <a:xfrm>
              <a:off x="1145702" y="2701151"/>
              <a:ext cx="16620" cy="16620"/>
            </a:xfrm>
            <a:custGeom>
              <a:avLst/>
              <a:gdLst/>
              <a:ahLst/>
              <a:cxnLst/>
              <a:rect l="l" t="t" r="r" b="b"/>
              <a:pathLst>
                <a:path w="636" h="636" extrusionOk="0">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7" name="Google Shape;14857;p77"/>
            <p:cNvSpPr/>
            <p:nvPr/>
          </p:nvSpPr>
          <p:spPr>
            <a:xfrm>
              <a:off x="1015536" y="2472883"/>
              <a:ext cx="87727" cy="76960"/>
            </a:xfrm>
            <a:custGeom>
              <a:avLst/>
              <a:gdLst/>
              <a:ahLst/>
              <a:cxnLst/>
              <a:rect l="l" t="t" r="r" b="b"/>
              <a:pathLst>
                <a:path w="3357" h="2945" extrusionOk="0">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8" name="Google Shape;14858;p77"/>
            <p:cNvSpPr/>
            <p:nvPr/>
          </p:nvSpPr>
          <p:spPr>
            <a:xfrm>
              <a:off x="1027844" y="2472727"/>
              <a:ext cx="83702" cy="72648"/>
            </a:xfrm>
            <a:custGeom>
              <a:avLst/>
              <a:gdLst/>
              <a:ahLst/>
              <a:cxnLst/>
              <a:rect l="l" t="t" r="r" b="b"/>
              <a:pathLst>
                <a:path w="3203" h="2780" extrusionOk="0">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9" name="Google Shape;14859;p77"/>
            <p:cNvSpPr/>
            <p:nvPr/>
          </p:nvSpPr>
          <p:spPr>
            <a:xfrm>
              <a:off x="1047182" y="2499120"/>
              <a:ext cx="24408" cy="24146"/>
            </a:xfrm>
            <a:custGeom>
              <a:avLst/>
              <a:gdLst/>
              <a:ahLst/>
              <a:cxnLst/>
              <a:rect l="l" t="t" r="r" b="b"/>
              <a:pathLst>
                <a:path w="934" h="924" extrusionOk="0">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60" name="Google Shape;14860;p77"/>
          <p:cNvGrpSpPr/>
          <p:nvPr/>
        </p:nvGrpSpPr>
        <p:grpSpPr>
          <a:xfrm>
            <a:off x="866528" y="4274484"/>
            <a:ext cx="349810" cy="366665"/>
            <a:chOff x="866528" y="4274484"/>
            <a:chExt cx="349810" cy="366665"/>
          </a:xfrm>
        </p:grpSpPr>
        <p:sp>
          <p:nvSpPr>
            <p:cNvPr id="14861" name="Google Shape;14861;p77"/>
            <p:cNvSpPr/>
            <p:nvPr/>
          </p:nvSpPr>
          <p:spPr>
            <a:xfrm>
              <a:off x="1041407" y="4370991"/>
              <a:ext cx="174931" cy="270158"/>
            </a:xfrm>
            <a:custGeom>
              <a:avLst/>
              <a:gdLst/>
              <a:ahLst/>
              <a:cxnLst/>
              <a:rect l="l" t="t" r="r" b="b"/>
              <a:pathLst>
                <a:path w="6694" h="10338" extrusionOk="0">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2" name="Google Shape;14862;p77"/>
            <p:cNvSpPr/>
            <p:nvPr/>
          </p:nvSpPr>
          <p:spPr>
            <a:xfrm>
              <a:off x="1041407" y="4516471"/>
              <a:ext cx="173938" cy="124678"/>
            </a:xfrm>
            <a:custGeom>
              <a:avLst/>
              <a:gdLst/>
              <a:ahLst/>
              <a:cxnLst/>
              <a:rect l="l" t="t" r="r" b="b"/>
              <a:pathLst>
                <a:path w="6656" h="4771" extrusionOk="0">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3" name="Google Shape;14863;p77"/>
            <p:cNvSpPr/>
            <p:nvPr/>
          </p:nvSpPr>
          <p:spPr>
            <a:xfrm>
              <a:off x="866528" y="4370991"/>
              <a:ext cx="174905" cy="270158"/>
            </a:xfrm>
            <a:custGeom>
              <a:avLst/>
              <a:gdLst/>
              <a:ahLst/>
              <a:cxnLst/>
              <a:rect l="l" t="t" r="r" b="b"/>
              <a:pathLst>
                <a:path w="6693" h="10338" extrusionOk="0">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4" name="Google Shape;14864;p77"/>
            <p:cNvSpPr/>
            <p:nvPr/>
          </p:nvSpPr>
          <p:spPr>
            <a:xfrm>
              <a:off x="866528" y="4370991"/>
              <a:ext cx="64600" cy="173650"/>
            </a:xfrm>
            <a:custGeom>
              <a:avLst/>
              <a:gdLst/>
              <a:ahLst/>
              <a:cxnLst/>
              <a:rect l="l" t="t" r="r" b="b"/>
              <a:pathLst>
                <a:path w="2472" h="6645" extrusionOk="0">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5" name="Google Shape;14865;p77"/>
            <p:cNvSpPr/>
            <p:nvPr/>
          </p:nvSpPr>
          <p:spPr>
            <a:xfrm>
              <a:off x="867522" y="4274536"/>
              <a:ext cx="347824" cy="192701"/>
            </a:xfrm>
            <a:custGeom>
              <a:avLst/>
              <a:gdLst/>
              <a:ahLst/>
              <a:cxnLst/>
              <a:rect l="l" t="t" r="r" b="b"/>
              <a:pathLst>
                <a:path w="13310" h="7374" extrusionOk="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6" name="Google Shape;14866;p77"/>
            <p:cNvSpPr/>
            <p:nvPr/>
          </p:nvSpPr>
          <p:spPr>
            <a:xfrm>
              <a:off x="1041407" y="4274484"/>
              <a:ext cx="173938" cy="131708"/>
            </a:xfrm>
            <a:custGeom>
              <a:avLst/>
              <a:gdLst/>
              <a:ahLst/>
              <a:cxnLst/>
              <a:rect l="l" t="t" r="r" b="b"/>
              <a:pathLst>
                <a:path w="6656" h="5040" extrusionOk="0">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77"/>
            <p:cNvSpPr/>
            <p:nvPr/>
          </p:nvSpPr>
          <p:spPr>
            <a:xfrm>
              <a:off x="1041407" y="4405669"/>
              <a:ext cx="112866" cy="173650"/>
            </a:xfrm>
            <a:custGeom>
              <a:avLst/>
              <a:gdLst/>
              <a:ahLst/>
              <a:cxnLst/>
              <a:rect l="l" t="t" r="r" b="b"/>
              <a:pathLst>
                <a:path w="4319" h="6645" extrusionOk="0">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77"/>
            <p:cNvSpPr/>
            <p:nvPr/>
          </p:nvSpPr>
          <p:spPr>
            <a:xfrm>
              <a:off x="928593" y="4405669"/>
              <a:ext cx="112840" cy="173415"/>
            </a:xfrm>
            <a:custGeom>
              <a:avLst/>
              <a:gdLst/>
              <a:ahLst/>
              <a:cxnLst/>
              <a:rect l="l" t="t" r="r" b="b"/>
              <a:pathLst>
                <a:path w="4318" h="6636" extrusionOk="0">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9" name="Google Shape;14869;p77"/>
            <p:cNvSpPr/>
            <p:nvPr/>
          </p:nvSpPr>
          <p:spPr>
            <a:xfrm>
              <a:off x="929848" y="4343657"/>
              <a:ext cx="223407" cy="123842"/>
            </a:xfrm>
            <a:custGeom>
              <a:avLst/>
              <a:gdLst/>
              <a:ahLst/>
              <a:cxnLst/>
              <a:rect l="l" t="t" r="r" b="b"/>
              <a:pathLst>
                <a:path w="8549" h="4739" extrusionOk="0">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0" name="Google Shape;14870;p77"/>
            <p:cNvSpPr/>
            <p:nvPr/>
          </p:nvSpPr>
          <p:spPr>
            <a:xfrm>
              <a:off x="1112017" y="4497290"/>
              <a:ext cx="29896" cy="18972"/>
            </a:xfrm>
            <a:custGeom>
              <a:avLst/>
              <a:gdLst/>
              <a:ahLst/>
              <a:cxnLst/>
              <a:rect l="l" t="t" r="r" b="b"/>
              <a:pathLst>
                <a:path w="1144" h="726" extrusionOk="0">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77"/>
            <p:cNvSpPr/>
            <p:nvPr/>
          </p:nvSpPr>
          <p:spPr>
            <a:xfrm>
              <a:off x="1112017" y="4481218"/>
              <a:ext cx="29896" cy="18946"/>
            </a:xfrm>
            <a:custGeom>
              <a:avLst/>
              <a:gdLst/>
              <a:ahLst/>
              <a:cxnLst/>
              <a:rect l="l" t="t" r="r" b="b"/>
              <a:pathLst>
                <a:path w="1144" h="725" extrusionOk="0">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72" name="Google Shape;14872;p77"/>
          <p:cNvGrpSpPr/>
          <p:nvPr/>
        </p:nvGrpSpPr>
        <p:grpSpPr>
          <a:xfrm>
            <a:off x="1388708" y="4274484"/>
            <a:ext cx="330210" cy="366665"/>
            <a:chOff x="1388708" y="4274484"/>
            <a:chExt cx="330210" cy="366665"/>
          </a:xfrm>
        </p:grpSpPr>
        <p:sp>
          <p:nvSpPr>
            <p:cNvPr id="14873" name="Google Shape;14873;p77"/>
            <p:cNvSpPr/>
            <p:nvPr/>
          </p:nvSpPr>
          <p:spPr>
            <a:xfrm>
              <a:off x="1490965" y="4274484"/>
              <a:ext cx="227954" cy="366665"/>
            </a:xfrm>
            <a:custGeom>
              <a:avLst/>
              <a:gdLst/>
              <a:ahLst/>
              <a:cxnLst/>
              <a:rect l="l" t="t" r="r" b="b"/>
              <a:pathLst>
                <a:path w="8723" h="14031" extrusionOk="0">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4" name="Google Shape;14874;p77"/>
            <p:cNvSpPr/>
            <p:nvPr/>
          </p:nvSpPr>
          <p:spPr>
            <a:xfrm>
              <a:off x="1651810" y="4274484"/>
              <a:ext cx="67108" cy="366665"/>
            </a:xfrm>
            <a:custGeom>
              <a:avLst/>
              <a:gdLst/>
              <a:ahLst/>
              <a:cxnLst/>
              <a:rect l="l" t="t" r="r" b="b"/>
              <a:pathLst>
                <a:path w="2568" h="14031" extrusionOk="0">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5" name="Google Shape;14875;p77"/>
            <p:cNvSpPr/>
            <p:nvPr/>
          </p:nvSpPr>
          <p:spPr>
            <a:xfrm>
              <a:off x="1395973" y="4576288"/>
              <a:ext cx="273947" cy="64861"/>
            </a:xfrm>
            <a:custGeom>
              <a:avLst/>
              <a:gdLst/>
              <a:ahLst/>
              <a:cxnLst/>
              <a:rect l="l" t="t" r="r" b="b"/>
              <a:pathLst>
                <a:path w="10483" h="2482" extrusionOk="0">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6" name="Google Shape;14876;p77"/>
            <p:cNvSpPr/>
            <p:nvPr/>
          </p:nvSpPr>
          <p:spPr>
            <a:xfrm>
              <a:off x="1523395" y="4385547"/>
              <a:ext cx="31437" cy="26916"/>
            </a:xfrm>
            <a:custGeom>
              <a:avLst/>
              <a:gdLst/>
              <a:ahLst/>
              <a:cxnLst/>
              <a:rect l="l" t="t" r="r" b="b"/>
              <a:pathLst>
                <a:path w="1203" h="1030" extrusionOk="0">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7" name="Google Shape;14877;p77"/>
            <p:cNvSpPr/>
            <p:nvPr/>
          </p:nvSpPr>
          <p:spPr>
            <a:xfrm>
              <a:off x="1569623" y="4394589"/>
              <a:ext cx="41734" cy="11106"/>
            </a:xfrm>
            <a:custGeom>
              <a:avLst/>
              <a:gdLst/>
              <a:ahLst/>
              <a:cxnLst/>
              <a:rect l="l" t="t" r="r" b="b"/>
              <a:pathLst>
                <a:path w="1597" h="425"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8" name="Google Shape;14878;p77"/>
            <p:cNvSpPr/>
            <p:nvPr/>
          </p:nvSpPr>
          <p:spPr>
            <a:xfrm>
              <a:off x="1569623" y="4407917"/>
              <a:ext cx="109103" cy="11080"/>
            </a:xfrm>
            <a:custGeom>
              <a:avLst/>
              <a:gdLst/>
              <a:ahLst/>
              <a:cxnLst/>
              <a:rect l="l" t="t" r="r" b="b"/>
              <a:pathLst>
                <a:path w="4175" h="424" extrusionOk="0">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9" name="Google Shape;14879;p77"/>
            <p:cNvSpPr/>
            <p:nvPr/>
          </p:nvSpPr>
          <p:spPr>
            <a:xfrm>
              <a:off x="1569623" y="4379014"/>
              <a:ext cx="14608" cy="11080"/>
            </a:xfrm>
            <a:custGeom>
              <a:avLst/>
              <a:gdLst/>
              <a:ahLst/>
              <a:cxnLst/>
              <a:rect l="l" t="t" r="r" b="b"/>
              <a:pathLst>
                <a:path w="559" h="424" extrusionOk="0">
                  <a:moveTo>
                    <a:pt x="280" y="1"/>
                  </a:moveTo>
                  <a:cubicBezTo>
                    <a:pt x="1" y="1"/>
                    <a:pt x="1" y="424"/>
                    <a:pt x="280" y="424"/>
                  </a:cubicBezTo>
                  <a:cubicBezTo>
                    <a:pt x="558" y="424"/>
                    <a:pt x="558" y="1"/>
                    <a:pt x="280"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0" name="Google Shape;14880;p77"/>
            <p:cNvSpPr/>
            <p:nvPr/>
          </p:nvSpPr>
          <p:spPr>
            <a:xfrm>
              <a:off x="1523395" y="4444110"/>
              <a:ext cx="31437" cy="26786"/>
            </a:xfrm>
            <a:custGeom>
              <a:avLst/>
              <a:gdLst/>
              <a:ahLst/>
              <a:cxnLst/>
              <a:rect l="l" t="t" r="r" b="b"/>
              <a:pathLst>
                <a:path w="1203" h="1025" extrusionOk="0">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1" name="Google Shape;14881;p77"/>
            <p:cNvSpPr/>
            <p:nvPr/>
          </p:nvSpPr>
          <p:spPr>
            <a:xfrm>
              <a:off x="1569623" y="4453152"/>
              <a:ext cx="41734" cy="11080"/>
            </a:xfrm>
            <a:custGeom>
              <a:avLst/>
              <a:gdLst/>
              <a:ahLst/>
              <a:cxnLst/>
              <a:rect l="l" t="t" r="r" b="b"/>
              <a:pathLst>
                <a:path w="1597" h="424"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2" name="Google Shape;14882;p77"/>
            <p:cNvSpPr/>
            <p:nvPr/>
          </p:nvSpPr>
          <p:spPr>
            <a:xfrm>
              <a:off x="1569623" y="4466480"/>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3" name="Google Shape;14883;p77"/>
            <p:cNvSpPr/>
            <p:nvPr/>
          </p:nvSpPr>
          <p:spPr>
            <a:xfrm>
              <a:off x="1569623" y="4437577"/>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4" name="Google Shape;14884;p77"/>
            <p:cNvSpPr/>
            <p:nvPr/>
          </p:nvSpPr>
          <p:spPr>
            <a:xfrm>
              <a:off x="1523395" y="4502647"/>
              <a:ext cx="31437" cy="26655"/>
            </a:xfrm>
            <a:custGeom>
              <a:avLst/>
              <a:gdLst/>
              <a:ahLst/>
              <a:cxnLst/>
              <a:rect l="l" t="t" r="r" b="b"/>
              <a:pathLst>
                <a:path w="1203" h="1020" extrusionOk="0">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77"/>
            <p:cNvSpPr/>
            <p:nvPr/>
          </p:nvSpPr>
          <p:spPr>
            <a:xfrm>
              <a:off x="1569623" y="4511689"/>
              <a:ext cx="41734" cy="11106"/>
            </a:xfrm>
            <a:custGeom>
              <a:avLst/>
              <a:gdLst/>
              <a:ahLst/>
              <a:cxnLst/>
              <a:rect l="l" t="t" r="r" b="b"/>
              <a:pathLst>
                <a:path w="1597" h="425" extrusionOk="0">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6" name="Google Shape;14886;p77"/>
            <p:cNvSpPr/>
            <p:nvPr/>
          </p:nvSpPr>
          <p:spPr>
            <a:xfrm>
              <a:off x="1569623" y="4524781"/>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7" name="Google Shape;14887;p77"/>
            <p:cNvSpPr/>
            <p:nvPr/>
          </p:nvSpPr>
          <p:spPr>
            <a:xfrm>
              <a:off x="1569623" y="4495879"/>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8" name="Google Shape;14888;p77"/>
            <p:cNvSpPr/>
            <p:nvPr/>
          </p:nvSpPr>
          <p:spPr>
            <a:xfrm>
              <a:off x="1530425" y="4309423"/>
              <a:ext cx="149295" cy="32169"/>
            </a:xfrm>
            <a:custGeom>
              <a:avLst/>
              <a:gdLst/>
              <a:ahLst/>
              <a:cxnLst/>
              <a:rect l="l" t="t" r="r" b="b"/>
              <a:pathLst>
                <a:path w="5713" h="1231" extrusionOk="0">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9" name="Google Shape;14889;p77"/>
            <p:cNvSpPr/>
            <p:nvPr/>
          </p:nvSpPr>
          <p:spPr>
            <a:xfrm>
              <a:off x="1490965" y="4463448"/>
              <a:ext cx="29634" cy="29451"/>
            </a:xfrm>
            <a:custGeom>
              <a:avLst/>
              <a:gdLst/>
              <a:ahLst/>
              <a:cxnLst/>
              <a:rect l="l" t="t" r="r" b="b"/>
              <a:pathLst>
                <a:path w="1134" h="1127" extrusionOk="0">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77"/>
            <p:cNvSpPr/>
            <p:nvPr/>
          </p:nvSpPr>
          <p:spPr>
            <a:xfrm>
              <a:off x="1388708" y="4350242"/>
              <a:ext cx="122640" cy="130689"/>
            </a:xfrm>
            <a:custGeom>
              <a:avLst/>
              <a:gdLst/>
              <a:ahLst/>
              <a:cxnLst/>
              <a:rect l="l" t="t" r="r" b="b"/>
              <a:pathLst>
                <a:path w="4693" h="5001" extrusionOk="0">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1" name="Google Shape;14891;p77"/>
            <p:cNvSpPr/>
            <p:nvPr/>
          </p:nvSpPr>
          <p:spPr>
            <a:xfrm>
              <a:off x="1388708" y="4358422"/>
              <a:ext cx="112605" cy="122509"/>
            </a:xfrm>
            <a:custGeom>
              <a:avLst/>
              <a:gdLst/>
              <a:ahLst/>
              <a:cxnLst/>
              <a:rect l="l" t="t" r="r" b="b"/>
              <a:pathLst>
                <a:path w="4309" h="4688" extrusionOk="0">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2" name="Google Shape;14892;p77"/>
            <p:cNvSpPr/>
            <p:nvPr/>
          </p:nvSpPr>
          <p:spPr>
            <a:xfrm>
              <a:off x="1388708" y="4350242"/>
              <a:ext cx="35697" cy="34338"/>
            </a:xfrm>
            <a:custGeom>
              <a:avLst/>
              <a:gdLst/>
              <a:ahLst/>
              <a:cxnLst/>
              <a:rect l="l" t="t" r="r" b="b"/>
              <a:pathLst>
                <a:path w="1366" h="1314" extrusionOk="0">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93" name="Google Shape;14893;p77"/>
          <p:cNvGrpSpPr/>
          <p:nvPr/>
        </p:nvGrpSpPr>
        <p:grpSpPr>
          <a:xfrm>
            <a:off x="1874694" y="4293326"/>
            <a:ext cx="375446" cy="328982"/>
            <a:chOff x="1874694" y="4293326"/>
            <a:chExt cx="375446" cy="328982"/>
          </a:xfrm>
        </p:grpSpPr>
        <p:sp>
          <p:nvSpPr>
            <p:cNvPr id="14894" name="Google Shape;14894;p77"/>
            <p:cNvSpPr/>
            <p:nvPr/>
          </p:nvSpPr>
          <p:spPr>
            <a:xfrm>
              <a:off x="1874694" y="4396105"/>
              <a:ext cx="230959" cy="221996"/>
            </a:xfrm>
            <a:custGeom>
              <a:avLst/>
              <a:gdLst/>
              <a:ahLst/>
              <a:cxnLst/>
              <a:rect l="l" t="t" r="r" b="b"/>
              <a:pathLst>
                <a:path w="8838" h="8495" extrusionOk="0">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77"/>
            <p:cNvSpPr/>
            <p:nvPr/>
          </p:nvSpPr>
          <p:spPr>
            <a:xfrm>
              <a:off x="2019181" y="4396105"/>
              <a:ext cx="230959" cy="221996"/>
            </a:xfrm>
            <a:custGeom>
              <a:avLst/>
              <a:gdLst/>
              <a:ahLst/>
              <a:cxnLst/>
              <a:rect l="l" t="t" r="r" b="b"/>
              <a:pathLst>
                <a:path w="8838" h="8495" extrusionOk="0">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6" name="Google Shape;14896;p77"/>
            <p:cNvSpPr/>
            <p:nvPr/>
          </p:nvSpPr>
          <p:spPr>
            <a:xfrm>
              <a:off x="2033266" y="4540853"/>
              <a:ext cx="67108" cy="50775"/>
            </a:xfrm>
            <a:custGeom>
              <a:avLst/>
              <a:gdLst/>
              <a:ahLst/>
              <a:cxnLst/>
              <a:rect l="l" t="t" r="r" b="b"/>
              <a:pathLst>
                <a:path w="2568" h="1943" extrusionOk="0">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7" name="Google Shape;14897;p77"/>
            <p:cNvSpPr/>
            <p:nvPr/>
          </p:nvSpPr>
          <p:spPr>
            <a:xfrm>
              <a:off x="1947055" y="4323979"/>
              <a:ext cx="230724" cy="221996"/>
            </a:xfrm>
            <a:custGeom>
              <a:avLst/>
              <a:gdLst/>
              <a:ahLst/>
              <a:cxnLst/>
              <a:rect l="l" t="t" r="r" b="b"/>
              <a:pathLst>
                <a:path w="8829" h="8495" extrusionOk="0">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77"/>
            <p:cNvSpPr/>
            <p:nvPr/>
          </p:nvSpPr>
          <p:spPr>
            <a:xfrm>
              <a:off x="2019677" y="4422995"/>
              <a:ext cx="85741" cy="122980"/>
            </a:xfrm>
            <a:custGeom>
              <a:avLst/>
              <a:gdLst/>
              <a:ahLst/>
              <a:cxnLst/>
              <a:rect l="l" t="t" r="r" b="b"/>
              <a:pathLst>
                <a:path w="3281" h="4706" extrusionOk="0">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77"/>
            <p:cNvSpPr/>
            <p:nvPr/>
          </p:nvSpPr>
          <p:spPr>
            <a:xfrm>
              <a:off x="1942534" y="4396261"/>
              <a:ext cx="124182" cy="144617"/>
            </a:xfrm>
            <a:custGeom>
              <a:avLst/>
              <a:gdLst/>
              <a:ahLst/>
              <a:cxnLst/>
              <a:rect l="l" t="t" r="r" b="b"/>
              <a:pathLst>
                <a:path w="4752" h="5534" extrusionOk="0">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0" name="Google Shape;14900;p77"/>
            <p:cNvSpPr/>
            <p:nvPr/>
          </p:nvSpPr>
          <p:spPr>
            <a:xfrm>
              <a:off x="2066690" y="4396261"/>
              <a:ext cx="111089" cy="144617"/>
            </a:xfrm>
            <a:custGeom>
              <a:avLst/>
              <a:gdLst/>
              <a:ahLst/>
              <a:cxnLst/>
              <a:rect l="l" t="t" r="r" b="b"/>
              <a:pathLst>
                <a:path w="4251" h="5534" extrusionOk="0">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1" name="Google Shape;14901;p77"/>
            <p:cNvSpPr/>
            <p:nvPr/>
          </p:nvSpPr>
          <p:spPr>
            <a:xfrm>
              <a:off x="2012412" y="4293326"/>
              <a:ext cx="94992" cy="81246"/>
            </a:xfrm>
            <a:custGeom>
              <a:avLst/>
              <a:gdLst/>
              <a:ahLst/>
              <a:cxnLst/>
              <a:rect l="l" t="t" r="r" b="b"/>
              <a:pathLst>
                <a:path w="3635" h="3109" extrusionOk="0">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2" name="Google Shape;14902;p77"/>
            <p:cNvSpPr/>
            <p:nvPr/>
          </p:nvSpPr>
          <p:spPr>
            <a:xfrm>
              <a:off x="2058641" y="4293326"/>
              <a:ext cx="48763" cy="81194"/>
            </a:xfrm>
            <a:custGeom>
              <a:avLst/>
              <a:gdLst/>
              <a:ahLst/>
              <a:cxnLst/>
              <a:rect l="l" t="t" r="r" b="b"/>
              <a:pathLst>
                <a:path w="1866" h="3107" extrusionOk="0">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3" name="Google Shape;14903;p77"/>
            <p:cNvSpPr/>
            <p:nvPr/>
          </p:nvSpPr>
          <p:spPr>
            <a:xfrm>
              <a:off x="2061150" y="4305529"/>
              <a:ext cx="23389" cy="34077"/>
            </a:xfrm>
            <a:custGeom>
              <a:avLst/>
              <a:gdLst/>
              <a:ahLst/>
              <a:cxnLst/>
              <a:rect l="l" t="t" r="r" b="b"/>
              <a:pathLst>
                <a:path w="895" h="1304" extrusionOk="0">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4" name="Google Shape;14904;p77"/>
            <p:cNvSpPr/>
            <p:nvPr/>
          </p:nvSpPr>
          <p:spPr>
            <a:xfrm>
              <a:off x="2046332" y="4459816"/>
              <a:ext cx="35723" cy="61647"/>
            </a:xfrm>
            <a:custGeom>
              <a:avLst/>
              <a:gdLst/>
              <a:ahLst/>
              <a:cxnLst/>
              <a:rect l="l" t="t" r="r" b="b"/>
              <a:pathLst>
                <a:path w="1367" h="2359" extrusionOk="0">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5" name="Google Shape;14905;p77"/>
            <p:cNvSpPr/>
            <p:nvPr/>
          </p:nvSpPr>
          <p:spPr>
            <a:xfrm>
              <a:off x="2182770" y="4521436"/>
              <a:ext cx="25662" cy="22709"/>
            </a:xfrm>
            <a:custGeom>
              <a:avLst/>
              <a:gdLst/>
              <a:ahLst/>
              <a:cxnLst/>
              <a:rect l="l" t="t" r="r" b="b"/>
              <a:pathLst>
                <a:path w="982" h="869" extrusionOk="0">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6" name="Google Shape;14906;p77"/>
            <p:cNvSpPr/>
            <p:nvPr/>
          </p:nvSpPr>
          <p:spPr>
            <a:xfrm>
              <a:off x="2178746" y="4542603"/>
              <a:ext cx="33711" cy="79704"/>
            </a:xfrm>
            <a:custGeom>
              <a:avLst/>
              <a:gdLst/>
              <a:ahLst/>
              <a:cxnLst/>
              <a:rect l="l" t="t" r="r" b="b"/>
              <a:pathLst>
                <a:path w="1290" h="3050" extrusionOk="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7" name="Google Shape;14907;p77"/>
            <p:cNvSpPr/>
            <p:nvPr/>
          </p:nvSpPr>
          <p:spPr>
            <a:xfrm>
              <a:off x="2195601" y="4542603"/>
              <a:ext cx="16855" cy="79704"/>
            </a:xfrm>
            <a:custGeom>
              <a:avLst/>
              <a:gdLst/>
              <a:ahLst/>
              <a:cxnLst/>
              <a:rect l="l" t="t" r="r" b="b"/>
              <a:pathLst>
                <a:path w="645" h="3050" extrusionOk="0">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8" name="Google Shape;14908;p77"/>
            <p:cNvSpPr/>
            <p:nvPr/>
          </p:nvSpPr>
          <p:spPr>
            <a:xfrm>
              <a:off x="2178746" y="4602917"/>
              <a:ext cx="33711" cy="19390"/>
            </a:xfrm>
            <a:custGeom>
              <a:avLst/>
              <a:gdLst/>
              <a:ahLst/>
              <a:cxnLst/>
              <a:rect l="l" t="t" r="r" b="b"/>
              <a:pathLst>
                <a:path w="1290" h="742" extrusionOk="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9" name="Google Shape;14909;p77"/>
            <p:cNvSpPr/>
            <p:nvPr/>
          </p:nvSpPr>
          <p:spPr>
            <a:xfrm>
              <a:off x="1911881" y="4515974"/>
              <a:ext cx="80958" cy="78920"/>
            </a:xfrm>
            <a:custGeom>
              <a:avLst/>
              <a:gdLst/>
              <a:ahLst/>
              <a:cxnLst/>
              <a:rect l="l" t="t" r="r" b="b"/>
              <a:pathLst>
                <a:path w="3098" h="3020" extrusionOk="0">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0" name="Google Shape;14910;p77"/>
            <p:cNvSpPr/>
            <p:nvPr/>
          </p:nvSpPr>
          <p:spPr>
            <a:xfrm>
              <a:off x="1945566" y="4516157"/>
              <a:ext cx="37971" cy="78737"/>
            </a:xfrm>
            <a:custGeom>
              <a:avLst/>
              <a:gdLst/>
              <a:ahLst/>
              <a:cxnLst/>
              <a:rect l="l" t="t" r="r" b="b"/>
              <a:pathLst>
                <a:path w="1453" h="3013" extrusionOk="0">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1" name="Google Shape;14911;p77"/>
            <p:cNvSpPr/>
            <p:nvPr/>
          </p:nvSpPr>
          <p:spPr>
            <a:xfrm>
              <a:off x="1907099" y="4489581"/>
              <a:ext cx="19390" cy="15366"/>
            </a:xfrm>
            <a:custGeom>
              <a:avLst/>
              <a:gdLst/>
              <a:ahLst/>
              <a:cxnLst/>
              <a:rect l="l" t="t" r="r" b="b"/>
              <a:pathLst>
                <a:path w="742" h="588" extrusionOk="0">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77"/>
            <p:cNvSpPr/>
            <p:nvPr/>
          </p:nvSpPr>
          <p:spPr>
            <a:xfrm>
              <a:off x="1897769" y="4504006"/>
              <a:ext cx="20932" cy="12753"/>
            </a:xfrm>
            <a:custGeom>
              <a:avLst/>
              <a:gdLst/>
              <a:ahLst/>
              <a:cxnLst/>
              <a:rect l="l" t="t" r="r" b="b"/>
              <a:pathLst>
                <a:path w="801" h="488" extrusionOk="0">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77"/>
            <p:cNvSpPr/>
            <p:nvPr/>
          </p:nvSpPr>
          <p:spPr>
            <a:xfrm>
              <a:off x="1922909" y="4479859"/>
              <a:ext cx="14373" cy="16803"/>
            </a:xfrm>
            <a:custGeom>
              <a:avLst/>
              <a:gdLst/>
              <a:ahLst/>
              <a:cxnLst/>
              <a:rect l="l" t="t" r="r" b="b"/>
              <a:pathLst>
                <a:path w="550" h="643" extrusionOk="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77"/>
            <p:cNvSpPr/>
            <p:nvPr/>
          </p:nvSpPr>
          <p:spPr>
            <a:xfrm>
              <a:off x="1934773" y="4594111"/>
              <a:ext cx="34939" cy="28197"/>
            </a:xfrm>
            <a:custGeom>
              <a:avLst/>
              <a:gdLst/>
              <a:ahLst/>
              <a:cxnLst/>
              <a:rect l="l" t="t" r="r" b="b"/>
              <a:pathLst>
                <a:path w="1337" h="1079" extrusionOk="0">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5" name="Google Shape;14915;p77"/>
            <p:cNvSpPr/>
            <p:nvPr/>
          </p:nvSpPr>
          <p:spPr>
            <a:xfrm>
              <a:off x="1929729" y="4602682"/>
              <a:ext cx="45497" cy="11080"/>
            </a:xfrm>
            <a:custGeom>
              <a:avLst/>
              <a:gdLst/>
              <a:ahLst/>
              <a:cxnLst/>
              <a:rect l="l" t="t" r="r" b="b"/>
              <a:pathLst>
                <a:path w="1741" h="424" extrusionOk="0">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6" name="Google Shape;14916;p77"/>
          <p:cNvGrpSpPr/>
          <p:nvPr/>
        </p:nvGrpSpPr>
        <p:grpSpPr>
          <a:xfrm>
            <a:off x="2396116" y="4293090"/>
            <a:ext cx="366665" cy="329714"/>
            <a:chOff x="2396116" y="4293090"/>
            <a:chExt cx="366665" cy="329714"/>
          </a:xfrm>
        </p:grpSpPr>
        <p:sp>
          <p:nvSpPr>
            <p:cNvPr id="14917" name="Google Shape;14917;p77"/>
            <p:cNvSpPr/>
            <p:nvPr/>
          </p:nvSpPr>
          <p:spPr>
            <a:xfrm>
              <a:off x="2497144" y="4300878"/>
              <a:ext cx="143755" cy="54539"/>
            </a:xfrm>
            <a:custGeom>
              <a:avLst/>
              <a:gdLst/>
              <a:ahLst/>
              <a:cxnLst/>
              <a:rect l="l" t="t" r="r" b="b"/>
              <a:pathLst>
                <a:path w="5501" h="2087" extrusionOk="0">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77"/>
            <p:cNvSpPr/>
            <p:nvPr/>
          </p:nvSpPr>
          <p:spPr>
            <a:xfrm>
              <a:off x="2410959" y="4293090"/>
              <a:ext cx="143494" cy="54303"/>
            </a:xfrm>
            <a:custGeom>
              <a:avLst/>
              <a:gdLst/>
              <a:ahLst/>
              <a:cxnLst/>
              <a:rect l="l" t="t" r="r" b="b"/>
              <a:pathLst>
                <a:path w="5491" h="2078" extrusionOk="0">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77"/>
            <p:cNvSpPr/>
            <p:nvPr/>
          </p:nvSpPr>
          <p:spPr>
            <a:xfrm>
              <a:off x="2396116" y="4323979"/>
              <a:ext cx="366665" cy="251081"/>
            </a:xfrm>
            <a:custGeom>
              <a:avLst/>
              <a:gdLst/>
              <a:ahLst/>
              <a:cxnLst/>
              <a:rect l="l" t="t" r="r" b="b"/>
              <a:pathLst>
                <a:path w="14031" h="9608" extrusionOk="0">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77"/>
            <p:cNvSpPr/>
            <p:nvPr/>
          </p:nvSpPr>
          <p:spPr>
            <a:xfrm>
              <a:off x="2407928" y="4391819"/>
              <a:ext cx="340533" cy="182980"/>
            </a:xfrm>
            <a:custGeom>
              <a:avLst/>
              <a:gdLst/>
              <a:ahLst/>
              <a:cxnLst/>
              <a:rect l="l" t="t" r="r" b="b"/>
              <a:pathLst>
                <a:path w="13031" h="7002" extrusionOk="0">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77"/>
            <p:cNvSpPr/>
            <p:nvPr/>
          </p:nvSpPr>
          <p:spPr>
            <a:xfrm>
              <a:off x="2728077" y="4323979"/>
              <a:ext cx="34704" cy="251081"/>
            </a:xfrm>
            <a:custGeom>
              <a:avLst/>
              <a:gdLst/>
              <a:ahLst/>
              <a:cxnLst/>
              <a:rect l="l" t="t" r="r" b="b"/>
              <a:pathLst>
                <a:path w="1328" h="9608" extrusionOk="0">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77"/>
            <p:cNvSpPr/>
            <p:nvPr/>
          </p:nvSpPr>
          <p:spPr>
            <a:xfrm>
              <a:off x="2511726" y="4400626"/>
              <a:ext cx="227928" cy="222179"/>
            </a:xfrm>
            <a:custGeom>
              <a:avLst/>
              <a:gdLst/>
              <a:ahLst/>
              <a:cxnLst/>
              <a:rect l="l" t="t" r="r" b="b"/>
              <a:pathLst>
                <a:path w="8722" h="8502" extrusionOk="0">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77"/>
            <p:cNvSpPr/>
            <p:nvPr/>
          </p:nvSpPr>
          <p:spPr>
            <a:xfrm>
              <a:off x="2679340" y="4400626"/>
              <a:ext cx="60314" cy="222179"/>
            </a:xfrm>
            <a:custGeom>
              <a:avLst/>
              <a:gdLst/>
              <a:ahLst/>
              <a:cxnLst/>
              <a:rect l="l" t="t" r="r" b="b"/>
              <a:pathLst>
                <a:path w="2308" h="8502" extrusionOk="0">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4" name="Google Shape;14924;p77"/>
            <p:cNvSpPr/>
            <p:nvPr/>
          </p:nvSpPr>
          <p:spPr>
            <a:xfrm>
              <a:off x="2416735" y="4557943"/>
              <a:ext cx="273921" cy="64861"/>
            </a:xfrm>
            <a:custGeom>
              <a:avLst/>
              <a:gdLst/>
              <a:ahLst/>
              <a:cxnLst/>
              <a:rect l="l" t="t" r="r" b="b"/>
              <a:pathLst>
                <a:path w="10482" h="2482" extrusionOk="0">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5" name="Google Shape;14925;p77"/>
            <p:cNvSpPr/>
            <p:nvPr/>
          </p:nvSpPr>
          <p:spPr>
            <a:xfrm>
              <a:off x="2537336" y="4482290"/>
              <a:ext cx="25923" cy="11106"/>
            </a:xfrm>
            <a:custGeom>
              <a:avLst/>
              <a:gdLst/>
              <a:ahLst/>
              <a:cxnLst/>
              <a:rect l="l" t="t" r="r" b="b"/>
              <a:pathLst>
                <a:path w="992" h="425" extrusionOk="0">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77"/>
            <p:cNvSpPr/>
            <p:nvPr/>
          </p:nvSpPr>
          <p:spPr>
            <a:xfrm>
              <a:off x="2566239" y="4482290"/>
              <a:ext cx="149791" cy="11106"/>
            </a:xfrm>
            <a:custGeom>
              <a:avLst/>
              <a:gdLst/>
              <a:ahLst/>
              <a:cxnLst/>
              <a:rect l="l" t="t" r="r" b="b"/>
              <a:pathLst>
                <a:path w="5732" h="425" extrusionOk="0">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77"/>
            <p:cNvSpPr/>
            <p:nvPr/>
          </p:nvSpPr>
          <p:spPr>
            <a:xfrm>
              <a:off x="2537336" y="4500635"/>
              <a:ext cx="178694" cy="11106"/>
            </a:xfrm>
            <a:custGeom>
              <a:avLst/>
              <a:gdLst/>
              <a:ahLst/>
              <a:cxnLst/>
              <a:rect l="l" t="t" r="r" b="b"/>
              <a:pathLst>
                <a:path w="6838" h="425"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77"/>
            <p:cNvSpPr/>
            <p:nvPr/>
          </p:nvSpPr>
          <p:spPr>
            <a:xfrm>
              <a:off x="2537336" y="4519241"/>
              <a:ext cx="178694" cy="11080"/>
            </a:xfrm>
            <a:custGeom>
              <a:avLst/>
              <a:gdLst/>
              <a:ahLst/>
              <a:cxnLst/>
              <a:rect l="l" t="t" r="r" b="b"/>
              <a:pathLst>
                <a:path w="6838" h="424"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77"/>
            <p:cNvSpPr/>
            <p:nvPr/>
          </p:nvSpPr>
          <p:spPr>
            <a:xfrm>
              <a:off x="2648660" y="4443352"/>
              <a:ext cx="60105" cy="20122"/>
            </a:xfrm>
            <a:custGeom>
              <a:avLst/>
              <a:gdLst/>
              <a:ahLst/>
              <a:cxnLst/>
              <a:rect l="l" t="t" r="r" b="b"/>
              <a:pathLst>
                <a:path w="2300" h="770" extrusionOk="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0" name="Google Shape;14930;p77"/>
          <p:cNvGrpSpPr/>
          <p:nvPr/>
        </p:nvGrpSpPr>
        <p:grpSpPr>
          <a:xfrm>
            <a:off x="2908757" y="4289824"/>
            <a:ext cx="367162" cy="336116"/>
            <a:chOff x="2908757" y="4289824"/>
            <a:chExt cx="367162" cy="336116"/>
          </a:xfrm>
        </p:grpSpPr>
        <p:sp>
          <p:nvSpPr>
            <p:cNvPr id="14931" name="Google Shape;14931;p77"/>
            <p:cNvSpPr/>
            <p:nvPr/>
          </p:nvSpPr>
          <p:spPr>
            <a:xfrm>
              <a:off x="2908757" y="4289824"/>
              <a:ext cx="337501" cy="276926"/>
            </a:xfrm>
            <a:custGeom>
              <a:avLst/>
              <a:gdLst/>
              <a:ahLst/>
              <a:cxnLst/>
              <a:rect l="l" t="t" r="r" b="b"/>
              <a:pathLst>
                <a:path w="12915" h="10597" extrusionOk="0">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2" name="Google Shape;14932;p77"/>
            <p:cNvSpPr/>
            <p:nvPr/>
          </p:nvSpPr>
          <p:spPr>
            <a:xfrm>
              <a:off x="2941423" y="4303413"/>
              <a:ext cx="304836" cy="263337"/>
            </a:xfrm>
            <a:custGeom>
              <a:avLst/>
              <a:gdLst/>
              <a:ahLst/>
              <a:cxnLst/>
              <a:rect l="l" t="t" r="r" b="b"/>
              <a:pathLst>
                <a:path w="11665" h="10077" extrusionOk="0">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77"/>
            <p:cNvSpPr/>
            <p:nvPr/>
          </p:nvSpPr>
          <p:spPr>
            <a:xfrm>
              <a:off x="3215082" y="4289824"/>
              <a:ext cx="31176" cy="276926"/>
            </a:xfrm>
            <a:custGeom>
              <a:avLst/>
              <a:gdLst/>
              <a:ahLst/>
              <a:cxnLst/>
              <a:rect l="l" t="t" r="r" b="b"/>
              <a:pathLst>
                <a:path w="1193" h="10597" extrusionOk="0">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77"/>
            <p:cNvSpPr/>
            <p:nvPr/>
          </p:nvSpPr>
          <p:spPr>
            <a:xfrm>
              <a:off x="2908757" y="4289824"/>
              <a:ext cx="337501" cy="40714"/>
            </a:xfrm>
            <a:custGeom>
              <a:avLst/>
              <a:gdLst/>
              <a:ahLst/>
              <a:cxnLst/>
              <a:rect l="l" t="t" r="r" b="b"/>
              <a:pathLst>
                <a:path w="12915" h="1558" extrusionOk="0">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77"/>
            <p:cNvSpPr/>
            <p:nvPr/>
          </p:nvSpPr>
          <p:spPr>
            <a:xfrm>
              <a:off x="2992198" y="4303204"/>
              <a:ext cx="147779" cy="27335"/>
            </a:xfrm>
            <a:custGeom>
              <a:avLst/>
              <a:gdLst/>
              <a:ahLst/>
              <a:cxnLst/>
              <a:rect l="l" t="t" r="r" b="b"/>
              <a:pathLst>
                <a:path w="5655" h="1046" extrusionOk="0">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77"/>
            <p:cNvSpPr/>
            <p:nvPr/>
          </p:nvSpPr>
          <p:spPr>
            <a:xfrm>
              <a:off x="3215082" y="4289824"/>
              <a:ext cx="31176" cy="40714"/>
            </a:xfrm>
            <a:custGeom>
              <a:avLst/>
              <a:gdLst/>
              <a:ahLst/>
              <a:cxnLst/>
              <a:rect l="l" t="t" r="r" b="b"/>
              <a:pathLst>
                <a:path w="1193" h="1558" extrusionOk="0">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7" name="Google Shape;14937;p77"/>
            <p:cNvSpPr/>
            <p:nvPr/>
          </p:nvSpPr>
          <p:spPr>
            <a:xfrm>
              <a:off x="3123854" y="4474502"/>
              <a:ext cx="64626" cy="64364"/>
            </a:xfrm>
            <a:custGeom>
              <a:avLst/>
              <a:gdLst/>
              <a:ahLst/>
              <a:cxnLst/>
              <a:rect l="l" t="t" r="r" b="b"/>
              <a:pathLst>
                <a:path w="2473" h="2463" extrusionOk="0">
                  <a:moveTo>
                    <a:pt x="664" y="1"/>
                  </a:moveTo>
                  <a:lnTo>
                    <a:pt x="1" y="655"/>
                  </a:lnTo>
                  <a:lnTo>
                    <a:pt x="1818" y="2463"/>
                  </a:lnTo>
                  <a:lnTo>
                    <a:pt x="2472" y="1809"/>
                  </a:lnTo>
                  <a:lnTo>
                    <a:pt x="664"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8" name="Google Shape;14938;p77"/>
            <p:cNvSpPr/>
            <p:nvPr/>
          </p:nvSpPr>
          <p:spPr>
            <a:xfrm>
              <a:off x="2953235" y="4312167"/>
              <a:ext cx="217396" cy="209008"/>
            </a:xfrm>
            <a:custGeom>
              <a:avLst/>
              <a:gdLst/>
              <a:ahLst/>
              <a:cxnLst/>
              <a:rect l="l" t="t" r="r" b="b"/>
              <a:pathLst>
                <a:path w="8319" h="7998" extrusionOk="0">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77"/>
            <p:cNvSpPr/>
            <p:nvPr/>
          </p:nvSpPr>
          <p:spPr>
            <a:xfrm>
              <a:off x="2951484" y="4331035"/>
              <a:ext cx="200306" cy="171194"/>
            </a:xfrm>
            <a:custGeom>
              <a:avLst/>
              <a:gdLst/>
              <a:ahLst/>
              <a:cxnLst/>
              <a:rect l="l" t="t" r="r" b="b"/>
              <a:pathLst>
                <a:path w="7665" h="6551" extrusionOk="0">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77"/>
            <p:cNvSpPr/>
            <p:nvPr/>
          </p:nvSpPr>
          <p:spPr>
            <a:xfrm>
              <a:off x="3156284" y="4507560"/>
              <a:ext cx="119635" cy="118380"/>
            </a:xfrm>
            <a:custGeom>
              <a:avLst/>
              <a:gdLst/>
              <a:ahLst/>
              <a:cxnLst/>
              <a:rect l="l" t="t" r="r" b="b"/>
              <a:pathLst>
                <a:path w="4578" h="4530" extrusionOk="0">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77"/>
            <p:cNvSpPr/>
            <p:nvPr/>
          </p:nvSpPr>
          <p:spPr>
            <a:xfrm>
              <a:off x="3173375" y="4507560"/>
              <a:ext cx="102544" cy="101917"/>
            </a:xfrm>
            <a:custGeom>
              <a:avLst/>
              <a:gdLst/>
              <a:ahLst/>
              <a:cxnLst/>
              <a:rect l="l" t="t" r="r" b="b"/>
              <a:pathLst>
                <a:path w="3924" h="3900" extrusionOk="0">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77"/>
            <p:cNvSpPr/>
            <p:nvPr/>
          </p:nvSpPr>
          <p:spPr>
            <a:xfrm>
              <a:off x="3226136" y="4579189"/>
              <a:ext cx="45366" cy="41342"/>
            </a:xfrm>
            <a:custGeom>
              <a:avLst/>
              <a:gdLst/>
              <a:ahLst/>
              <a:cxnLst/>
              <a:rect l="l" t="t" r="r" b="b"/>
              <a:pathLst>
                <a:path w="1736" h="1582" extrusionOk="0">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77"/>
            <p:cNvSpPr/>
            <p:nvPr/>
          </p:nvSpPr>
          <p:spPr>
            <a:xfrm>
              <a:off x="2936144" y="4305137"/>
              <a:ext cx="12335" cy="11080"/>
            </a:xfrm>
            <a:custGeom>
              <a:avLst/>
              <a:gdLst/>
              <a:ahLst/>
              <a:cxnLst/>
              <a:rect l="l" t="t" r="r" b="b"/>
              <a:pathLst>
                <a:path w="472" h="424" extrusionOk="0">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4" name="Google Shape;14944;p77"/>
            <p:cNvSpPr/>
            <p:nvPr/>
          </p:nvSpPr>
          <p:spPr>
            <a:xfrm>
              <a:off x="2950465" y="4305137"/>
              <a:ext cx="12596" cy="11080"/>
            </a:xfrm>
            <a:custGeom>
              <a:avLst/>
              <a:gdLst/>
              <a:ahLst/>
              <a:cxnLst/>
              <a:rect l="l" t="t" r="r" b="b"/>
              <a:pathLst>
                <a:path w="482" h="424" extrusionOk="0">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5" name="Google Shape;14945;p77"/>
            <p:cNvSpPr/>
            <p:nvPr/>
          </p:nvSpPr>
          <p:spPr>
            <a:xfrm>
              <a:off x="2964785" y="4305137"/>
              <a:ext cx="12596" cy="11080"/>
            </a:xfrm>
            <a:custGeom>
              <a:avLst/>
              <a:gdLst/>
              <a:ahLst/>
              <a:cxnLst/>
              <a:rect l="l" t="t" r="r" b="b"/>
              <a:pathLst>
                <a:path w="482" h="424" extrusionOk="0">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77"/>
            <p:cNvSpPr/>
            <p:nvPr/>
          </p:nvSpPr>
          <p:spPr>
            <a:xfrm>
              <a:off x="3013549" y="4428143"/>
              <a:ext cx="13092" cy="11211"/>
            </a:xfrm>
            <a:custGeom>
              <a:avLst/>
              <a:gdLst/>
              <a:ahLst/>
              <a:cxnLst/>
              <a:rect l="l" t="t" r="r" b="b"/>
              <a:pathLst>
                <a:path w="501" h="429" extrusionOk="0">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77"/>
            <p:cNvSpPr/>
            <p:nvPr/>
          </p:nvSpPr>
          <p:spPr>
            <a:xfrm>
              <a:off x="3013549" y="4446488"/>
              <a:ext cx="13092" cy="11211"/>
            </a:xfrm>
            <a:custGeom>
              <a:avLst/>
              <a:gdLst/>
              <a:ahLst/>
              <a:cxnLst/>
              <a:rect l="l" t="t" r="r" b="b"/>
              <a:pathLst>
                <a:path w="501" h="429" extrusionOk="0">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77"/>
            <p:cNvSpPr/>
            <p:nvPr/>
          </p:nvSpPr>
          <p:spPr>
            <a:xfrm>
              <a:off x="3029124" y="4428143"/>
              <a:ext cx="13092" cy="11211"/>
            </a:xfrm>
            <a:custGeom>
              <a:avLst/>
              <a:gdLst/>
              <a:ahLst/>
              <a:cxnLst/>
              <a:rect l="l" t="t" r="r" b="b"/>
              <a:pathLst>
                <a:path w="501" h="429" extrusionOk="0">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9" name="Google Shape;14949;p77"/>
            <p:cNvSpPr/>
            <p:nvPr/>
          </p:nvSpPr>
          <p:spPr>
            <a:xfrm>
              <a:off x="3029124" y="4446488"/>
              <a:ext cx="13092" cy="11211"/>
            </a:xfrm>
            <a:custGeom>
              <a:avLst/>
              <a:gdLst/>
              <a:ahLst/>
              <a:cxnLst/>
              <a:rect l="l" t="t" r="r" b="b"/>
              <a:pathLst>
                <a:path w="501" h="429" extrusionOk="0">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0" name="Google Shape;14950;p77"/>
            <p:cNvSpPr/>
            <p:nvPr/>
          </p:nvSpPr>
          <p:spPr>
            <a:xfrm>
              <a:off x="3019063" y="4367803"/>
              <a:ext cx="72805" cy="70950"/>
            </a:xfrm>
            <a:custGeom>
              <a:avLst/>
              <a:gdLst/>
              <a:ahLst/>
              <a:cxnLst/>
              <a:rect l="l" t="t" r="r" b="b"/>
              <a:pathLst>
                <a:path w="2786" h="2715" extrusionOk="0">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1" name="Google Shape;14951;p77"/>
            <p:cNvSpPr/>
            <p:nvPr/>
          </p:nvSpPr>
          <p:spPr>
            <a:xfrm>
              <a:off x="3048827" y="4396261"/>
              <a:ext cx="72805" cy="70819"/>
            </a:xfrm>
            <a:custGeom>
              <a:avLst/>
              <a:gdLst/>
              <a:ahLst/>
              <a:cxnLst/>
              <a:rect l="l" t="t" r="r" b="b"/>
              <a:pathLst>
                <a:path w="2786" h="2710" extrusionOk="0">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77"/>
            <p:cNvSpPr/>
            <p:nvPr/>
          </p:nvSpPr>
          <p:spPr>
            <a:xfrm>
              <a:off x="3048827" y="4396209"/>
              <a:ext cx="36612" cy="42465"/>
            </a:xfrm>
            <a:custGeom>
              <a:avLst/>
              <a:gdLst/>
              <a:ahLst/>
              <a:cxnLst/>
              <a:rect l="l" t="t" r="r" b="b"/>
              <a:pathLst>
                <a:path w="1401" h="1625" extrusionOk="0">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77"/>
            <p:cNvSpPr/>
            <p:nvPr/>
          </p:nvSpPr>
          <p:spPr>
            <a:xfrm>
              <a:off x="2934393" y="4503405"/>
              <a:ext cx="18110" cy="11080"/>
            </a:xfrm>
            <a:custGeom>
              <a:avLst/>
              <a:gdLst/>
              <a:ahLst/>
              <a:cxnLst/>
              <a:rect l="l" t="t" r="r" b="b"/>
              <a:pathLst>
                <a:path w="693" h="424" extrusionOk="0">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4" name="Google Shape;14954;p77"/>
            <p:cNvSpPr/>
            <p:nvPr/>
          </p:nvSpPr>
          <p:spPr>
            <a:xfrm>
              <a:off x="2950726" y="4503405"/>
              <a:ext cx="33685" cy="11080"/>
            </a:xfrm>
            <a:custGeom>
              <a:avLst/>
              <a:gdLst/>
              <a:ahLst/>
              <a:cxnLst/>
              <a:rect l="l" t="t" r="r" b="b"/>
              <a:pathLst>
                <a:path w="1289" h="424" extrusionOk="0">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5" name="Google Shape;14955;p77"/>
            <p:cNvSpPr/>
            <p:nvPr/>
          </p:nvSpPr>
          <p:spPr>
            <a:xfrm>
              <a:off x="2934628" y="4517987"/>
              <a:ext cx="49782" cy="11080"/>
            </a:xfrm>
            <a:custGeom>
              <a:avLst/>
              <a:gdLst/>
              <a:ahLst/>
              <a:cxnLst/>
              <a:rect l="l" t="t" r="r" b="b"/>
              <a:pathLst>
                <a:path w="1905" h="424" extrusionOk="0">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77"/>
            <p:cNvSpPr/>
            <p:nvPr/>
          </p:nvSpPr>
          <p:spPr>
            <a:xfrm>
              <a:off x="2934628" y="4532804"/>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77"/>
            <p:cNvSpPr/>
            <p:nvPr/>
          </p:nvSpPr>
          <p:spPr>
            <a:xfrm>
              <a:off x="3210797" y="4348491"/>
              <a:ext cx="11106" cy="125044"/>
            </a:xfrm>
            <a:custGeom>
              <a:avLst/>
              <a:gdLst/>
              <a:ahLst/>
              <a:cxnLst/>
              <a:rect l="l" t="t" r="r" b="b"/>
              <a:pathLst>
                <a:path w="425" h="4785" extrusionOk="0">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8" name="Google Shape;14958;p77"/>
          <p:cNvGrpSpPr/>
          <p:nvPr/>
        </p:nvGrpSpPr>
        <p:grpSpPr>
          <a:xfrm>
            <a:off x="3082408" y="2919540"/>
            <a:ext cx="368651" cy="310350"/>
            <a:chOff x="3082408" y="2919540"/>
            <a:chExt cx="368651" cy="310350"/>
          </a:xfrm>
        </p:grpSpPr>
        <p:sp>
          <p:nvSpPr>
            <p:cNvPr id="14959" name="Google Shape;14959;p77"/>
            <p:cNvSpPr/>
            <p:nvPr/>
          </p:nvSpPr>
          <p:spPr>
            <a:xfrm>
              <a:off x="3329909" y="3060629"/>
              <a:ext cx="81455" cy="169260"/>
            </a:xfrm>
            <a:custGeom>
              <a:avLst/>
              <a:gdLst/>
              <a:ahLst/>
              <a:cxnLst/>
              <a:rect l="l" t="t" r="r" b="b"/>
              <a:pathLst>
                <a:path w="3117" h="6477" extrusionOk="0">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77"/>
            <p:cNvSpPr/>
            <p:nvPr/>
          </p:nvSpPr>
          <p:spPr>
            <a:xfrm>
              <a:off x="3082408" y="3016283"/>
              <a:ext cx="76908" cy="11080"/>
            </a:xfrm>
            <a:custGeom>
              <a:avLst/>
              <a:gdLst/>
              <a:ahLst/>
              <a:cxnLst/>
              <a:rect l="l" t="t" r="r" b="b"/>
              <a:pathLst>
                <a:path w="2943" h="424" extrusionOk="0">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1" name="Google Shape;14961;p77"/>
            <p:cNvSpPr/>
            <p:nvPr/>
          </p:nvSpPr>
          <p:spPr>
            <a:xfrm>
              <a:off x="3300510" y="3029584"/>
              <a:ext cx="66377" cy="53049"/>
            </a:xfrm>
            <a:custGeom>
              <a:avLst/>
              <a:gdLst/>
              <a:ahLst/>
              <a:cxnLst/>
              <a:rect l="l" t="t" r="r" b="b"/>
              <a:pathLst>
                <a:path w="2540" h="2030" extrusionOk="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2" name="Google Shape;14962;p77"/>
            <p:cNvSpPr/>
            <p:nvPr/>
          </p:nvSpPr>
          <p:spPr>
            <a:xfrm>
              <a:off x="3319612" y="3029349"/>
              <a:ext cx="47274" cy="34129"/>
            </a:xfrm>
            <a:custGeom>
              <a:avLst/>
              <a:gdLst/>
              <a:ahLst/>
              <a:cxnLst/>
              <a:rect l="l" t="t" r="r" b="b"/>
              <a:pathLst>
                <a:path w="1809" h="1306" extrusionOk="0">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77"/>
            <p:cNvSpPr/>
            <p:nvPr/>
          </p:nvSpPr>
          <p:spPr>
            <a:xfrm>
              <a:off x="3174368" y="2919540"/>
              <a:ext cx="96533" cy="101237"/>
            </a:xfrm>
            <a:custGeom>
              <a:avLst/>
              <a:gdLst/>
              <a:ahLst/>
              <a:cxnLst/>
              <a:rect l="l" t="t" r="r" b="b"/>
              <a:pathLst>
                <a:path w="3694" h="3874" extrusionOk="0">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77"/>
            <p:cNvSpPr/>
            <p:nvPr/>
          </p:nvSpPr>
          <p:spPr>
            <a:xfrm>
              <a:off x="3196999" y="2925054"/>
              <a:ext cx="73903" cy="90784"/>
            </a:xfrm>
            <a:custGeom>
              <a:avLst/>
              <a:gdLst/>
              <a:ahLst/>
              <a:cxnLst/>
              <a:rect l="l" t="t" r="r" b="b"/>
              <a:pathLst>
                <a:path w="2828" h="3474" extrusionOk="0">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77"/>
            <p:cNvSpPr/>
            <p:nvPr/>
          </p:nvSpPr>
          <p:spPr>
            <a:xfrm>
              <a:off x="3122364" y="2998931"/>
              <a:ext cx="328695" cy="46019"/>
            </a:xfrm>
            <a:custGeom>
              <a:avLst/>
              <a:gdLst/>
              <a:ahLst/>
              <a:cxnLst/>
              <a:rect l="l" t="t" r="r" b="b"/>
              <a:pathLst>
                <a:path w="12578" h="1761" extrusionOk="0">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77"/>
            <p:cNvSpPr/>
            <p:nvPr/>
          </p:nvSpPr>
          <p:spPr>
            <a:xfrm>
              <a:off x="3122364" y="3008992"/>
              <a:ext cx="328459" cy="35697"/>
            </a:xfrm>
            <a:custGeom>
              <a:avLst/>
              <a:gdLst/>
              <a:ahLst/>
              <a:cxnLst/>
              <a:rect l="l" t="t" r="r" b="b"/>
              <a:pathLst>
                <a:path w="12569" h="1366" extrusionOk="0">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7" name="Google Shape;14967;p77"/>
            <p:cNvSpPr/>
            <p:nvPr/>
          </p:nvSpPr>
          <p:spPr>
            <a:xfrm>
              <a:off x="3122599" y="2998931"/>
              <a:ext cx="46516" cy="46019"/>
            </a:xfrm>
            <a:custGeom>
              <a:avLst/>
              <a:gdLst/>
              <a:ahLst/>
              <a:cxnLst/>
              <a:rect l="l" t="t" r="r" b="b"/>
              <a:pathLst>
                <a:path w="1780" h="1761" extrusionOk="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8" name="Google Shape;14968;p77"/>
            <p:cNvSpPr/>
            <p:nvPr/>
          </p:nvSpPr>
          <p:spPr>
            <a:xfrm>
              <a:off x="3122599" y="3009749"/>
              <a:ext cx="46516" cy="34939"/>
            </a:xfrm>
            <a:custGeom>
              <a:avLst/>
              <a:gdLst/>
              <a:ahLst/>
              <a:cxnLst/>
              <a:rect l="l" t="t" r="r" b="b"/>
              <a:pathLst>
                <a:path w="1780" h="1337" extrusionOk="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77"/>
            <p:cNvSpPr/>
            <p:nvPr/>
          </p:nvSpPr>
          <p:spPr>
            <a:xfrm>
              <a:off x="3408829" y="2998931"/>
              <a:ext cx="41995" cy="46019"/>
            </a:xfrm>
            <a:custGeom>
              <a:avLst/>
              <a:gdLst/>
              <a:ahLst/>
              <a:cxnLst/>
              <a:rect l="l" t="t" r="r" b="b"/>
              <a:pathLst>
                <a:path w="1607" h="1761" extrusionOk="0">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77"/>
            <p:cNvSpPr/>
            <p:nvPr/>
          </p:nvSpPr>
          <p:spPr>
            <a:xfrm>
              <a:off x="3408829" y="3008992"/>
              <a:ext cx="41995" cy="35697"/>
            </a:xfrm>
            <a:custGeom>
              <a:avLst/>
              <a:gdLst/>
              <a:ahLst/>
              <a:cxnLst/>
              <a:rect l="l" t="t" r="r" b="b"/>
              <a:pathLst>
                <a:path w="1607" h="1366" extrusionOk="0">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1" name="Google Shape;14971;p77"/>
          <p:cNvGrpSpPr/>
          <p:nvPr/>
        </p:nvGrpSpPr>
        <p:grpSpPr>
          <a:xfrm>
            <a:off x="7069130" y="2424800"/>
            <a:ext cx="366169" cy="360498"/>
            <a:chOff x="7069130" y="2424800"/>
            <a:chExt cx="366169" cy="360498"/>
          </a:xfrm>
        </p:grpSpPr>
        <p:sp>
          <p:nvSpPr>
            <p:cNvPr id="14972" name="Google Shape;14972;p77"/>
            <p:cNvSpPr/>
            <p:nvPr/>
          </p:nvSpPr>
          <p:spPr>
            <a:xfrm>
              <a:off x="7158581" y="2546420"/>
              <a:ext cx="110070" cy="151934"/>
            </a:xfrm>
            <a:custGeom>
              <a:avLst/>
              <a:gdLst/>
              <a:ahLst/>
              <a:cxnLst/>
              <a:rect l="l" t="t" r="r" b="b"/>
              <a:pathLst>
                <a:path w="4212" h="5814" extrusionOk="0">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77"/>
            <p:cNvSpPr/>
            <p:nvPr/>
          </p:nvSpPr>
          <p:spPr>
            <a:xfrm>
              <a:off x="7158085" y="2590663"/>
              <a:ext cx="156194" cy="107640"/>
            </a:xfrm>
            <a:custGeom>
              <a:avLst/>
              <a:gdLst/>
              <a:ahLst/>
              <a:cxnLst/>
              <a:rect l="l" t="t" r="r" b="b"/>
              <a:pathLst>
                <a:path w="5977" h="4119" extrusionOk="0">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77"/>
            <p:cNvSpPr/>
            <p:nvPr/>
          </p:nvSpPr>
          <p:spPr>
            <a:xfrm>
              <a:off x="7157327" y="2654321"/>
              <a:ext cx="167535" cy="44007"/>
            </a:xfrm>
            <a:custGeom>
              <a:avLst/>
              <a:gdLst/>
              <a:ahLst/>
              <a:cxnLst/>
              <a:rect l="l" t="t" r="r" b="b"/>
              <a:pathLst>
                <a:path w="6411" h="1684" extrusionOk="0">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77"/>
            <p:cNvSpPr/>
            <p:nvPr/>
          </p:nvSpPr>
          <p:spPr>
            <a:xfrm>
              <a:off x="7156674" y="2683929"/>
              <a:ext cx="152065" cy="38180"/>
            </a:xfrm>
            <a:custGeom>
              <a:avLst/>
              <a:gdLst/>
              <a:ahLst/>
              <a:cxnLst/>
              <a:rect l="l" t="t" r="r" b="b"/>
              <a:pathLst>
                <a:path w="5819" h="1461" extrusionOk="0">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77"/>
            <p:cNvSpPr/>
            <p:nvPr/>
          </p:nvSpPr>
          <p:spPr>
            <a:xfrm>
              <a:off x="7158843" y="2536830"/>
              <a:ext cx="44817" cy="161447"/>
            </a:xfrm>
            <a:custGeom>
              <a:avLst/>
              <a:gdLst/>
              <a:ahLst/>
              <a:cxnLst/>
              <a:rect l="l" t="t" r="r" b="b"/>
              <a:pathLst>
                <a:path w="1715" h="6178" extrusionOk="0">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77"/>
            <p:cNvSpPr/>
            <p:nvPr/>
          </p:nvSpPr>
          <p:spPr>
            <a:xfrm>
              <a:off x="7134905" y="2551621"/>
              <a:ext cx="39408" cy="146682"/>
            </a:xfrm>
            <a:custGeom>
              <a:avLst/>
              <a:gdLst/>
              <a:ahLst/>
              <a:cxnLst/>
              <a:rect l="l" t="t" r="r" b="b"/>
              <a:pathLst>
                <a:path w="1508" h="5613" extrusionOk="0">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8" name="Google Shape;14978;p77"/>
            <p:cNvSpPr/>
            <p:nvPr/>
          </p:nvSpPr>
          <p:spPr>
            <a:xfrm>
              <a:off x="7247536" y="2513467"/>
              <a:ext cx="162126" cy="133642"/>
            </a:xfrm>
            <a:custGeom>
              <a:avLst/>
              <a:gdLst/>
              <a:ahLst/>
              <a:cxnLst/>
              <a:rect l="l" t="t" r="r" b="b"/>
              <a:pathLst>
                <a:path w="6204" h="5114" extrusionOk="0">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9" name="Google Shape;14979;p77"/>
            <p:cNvSpPr/>
            <p:nvPr/>
          </p:nvSpPr>
          <p:spPr>
            <a:xfrm>
              <a:off x="7258852" y="2544094"/>
              <a:ext cx="150811" cy="103014"/>
            </a:xfrm>
            <a:custGeom>
              <a:avLst/>
              <a:gdLst/>
              <a:ahLst/>
              <a:cxnLst/>
              <a:rect l="l" t="t" r="r" b="b"/>
              <a:pathLst>
                <a:path w="5771" h="3942" extrusionOk="0">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77"/>
            <p:cNvSpPr/>
            <p:nvPr/>
          </p:nvSpPr>
          <p:spPr>
            <a:xfrm>
              <a:off x="7270925" y="2597065"/>
              <a:ext cx="164373" cy="94312"/>
            </a:xfrm>
            <a:custGeom>
              <a:avLst/>
              <a:gdLst/>
              <a:ahLst/>
              <a:cxnLst/>
              <a:rect l="l" t="t" r="r" b="b"/>
              <a:pathLst>
                <a:path w="6290" h="3609" extrusionOk="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77"/>
            <p:cNvSpPr/>
            <p:nvPr/>
          </p:nvSpPr>
          <p:spPr>
            <a:xfrm>
              <a:off x="7276204" y="2637074"/>
              <a:ext cx="158833" cy="54042"/>
            </a:xfrm>
            <a:custGeom>
              <a:avLst/>
              <a:gdLst/>
              <a:ahLst/>
              <a:cxnLst/>
              <a:rect l="l" t="t" r="r" b="b"/>
              <a:pathLst>
                <a:path w="6078" h="2068" extrusionOk="0">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77"/>
            <p:cNvSpPr/>
            <p:nvPr/>
          </p:nvSpPr>
          <p:spPr>
            <a:xfrm>
              <a:off x="7210611" y="2452735"/>
              <a:ext cx="137718" cy="157422"/>
            </a:xfrm>
            <a:custGeom>
              <a:avLst/>
              <a:gdLst/>
              <a:ahLst/>
              <a:cxnLst/>
              <a:rect l="l" t="t" r="r" b="b"/>
              <a:pathLst>
                <a:path w="5270" h="6024" extrusionOk="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77"/>
            <p:cNvSpPr/>
            <p:nvPr/>
          </p:nvSpPr>
          <p:spPr>
            <a:xfrm>
              <a:off x="7228695" y="2467944"/>
              <a:ext cx="119635" cy="142239"/>
            </a:xfrm>
            <a:custGeom>
              <a:avLst/>
              <a:gdLst/>
              <a:ahLst/>
              <a:cxnLst/>
              <a:rect l="l" t="t" r="r" b="b"/>
              <a:pathLst>
                <a:path w="4578" h="5443" extrusionOk="0">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77"/>
            <p:cNvSpPr/>
            <p:nvPr/>
          </p:nvSpPr>
          <p:spPr>
            <a:xfrm>
              <a:off x="7270925" y="2691351"/>
              <a:ext cx="164112" cy="93946"/>
            </a:xfrm>
            <a:custGeom>
              <a:avLst/>
              <a:gdLst/>
              <a:ahLst/>
              <a:cxnLst/>
              <a:rect l="l" t="t" r="r" b="b"/>
              <a:pathLst>
                <a:path w="6280" h="3595" extrusionOk="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77"/>
            <p:cNvSpPr/>
            <p:nvPr/>
          </p:nvSpPr>
          <p:spPr>
            <a:xfrm>
              <a:off x="7270925" y="2710950"/>
              <a:ext cx="159591" cy="74347"/>
            </a:xfrm>
            <a:custGeom>
              <a:avLst/>
              <a:gdLst/>
              <a:ahLst/>
              <a:cxnLst/>
              <a:rect l="l" t="t" r="r" b="b"/>
              <a:pathLst>
                <a:path w="6107" h="2845" extrusionOk="0">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77"/>
            <p:cNvSpPr/>
            <p:nvPr/>
          </p:nvSpPr>
          <p:spPr>
            <a:xfrm>
              <a:off x="7069130" y="2424852"/>
              <a:ext cx="98023" cy="161812"/>
            </a:xfrm>
            <a:custGeom>
              <a:avLst/>
              <a:gdLst/>
              <a:ahLst/>
              <a:cxnLst/>
              <a:rect l="l" t="t" r="r" b="b"/>
              <a:pathLst>
                <a:path w="3751" h="6192" extrusionOk="0">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77"/>
            <p:cNvSpPr/>
            <p:nvPr/>
          </p:nvSpPr>
          <p:spPr>
            <a:xfrm>
              <a:off x="7116612" y="2424800"/>
              <a:ext cx="50540" cy="157265"/>
            </a:xfrm>
            <a:custGeom>
              <a:avLst/>
              <a:gdLst/>
              <a:ahLst/>
              <a:cxnLst/>
              <a:rect l="l" t="t" r="r" b="b"/>
              <a:pathLst>
                <a:path w="1934" h="6018" extrusionOk="0">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77"/>
            <p:cNvSpPr/>
            <p:nvPr/>
          </p:nvSpPr>
          <p:spPr>
            <a:xfrm>
              <a:off x="7167388" y="2424800"/>
              <a:ext cx="97788" cy="161865"/>
            </a:xfrm>
            <a:custGeom>
              <a:avLst/>
              <a:gdLst/>
              <a:ahLst/>
              <a:cxnLst/>
              <a:rect l="l" t="t" r="r" b="b"/>
              <a:pathLst>
                <a:path w="3742" h="6194" extrusionOk="0">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77"/>
            <p:cNvSpPr/>
            <p:nvPr/>
          </p:nvSpPr>
          <p:spPr>
            <a:xfrm>
              <a:off x="7188242" y="2428510"/>
              <a:ext cx="76934" cy="158154"/>
            </a:xfrm>
            <a:custGeom>
              <a:avLst/>
              <a:gdLst/>
              <a:ahLst/>
              <a:cxnLst/>
              <a:rect l="l" t="t" r="r" b="b"/>
              <a:pathLst>
                <a:path w="2944" h="6052" extrusionOk="0">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77"/>
            <p:cNvSpPr/>
            <p:nvPr/>
          </p:nvSpPr>
          <p:spPr>
            <a:xfrm>
              <a:off x="7140001" y="2665219"/>
              <a:ext cx="53545" cy="53545"/>
            </a:xfrm>
            <a:custGeom>
              <a:avLst/>
              <a:gdLst/>
              <a:ahLst/>
              <a:cxnLst/>
              <a:rect l="l" t="t" r="r" b="b"/>
              <a:pathLst>
                <a:path w="2049" h="2049" extrusionOk="0">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1" name="Google Shape;14991;p77"/>
            <p:cNvSpPr/>
            <p:nvPr/>
          </p:nvSpPr>
          <p:spPr>
            <a:xfrm>
              <a:off x="7140001" y="2692109"/>
              <a:ext cx="53545" cy="26655"/>
            </a:xfrm>
            <a:custGeom>
              <a:avLst/>
              <a:gdLst/>
              <a:ahLst/>
              <a:cxnLst/>
              <a:rect l="l" t="t" r="r" b="b"/>
              <a:pathLst>
                <a:path w="2049" h="1020" extrusionOk="0">
                  <a:moveTo>
                    <a:pt x="0" y="0"/>
                  </a:moveTo>
                  <a:cubicBezTo>
                    <a:pt x="0" y="558"/>
                    <a:pt x="462" y="1020"/>
                    <a:pt x="1020" y="1020"/>
                  </a:cubicBezTo>
                  <a:cubicBezTo>
                    <a:pt x="1587" y="1020"/>
                    <a:pt x="2048" y="558"/>
                    <a:pt x="204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92" name="Google Shape;14992;p77"/>
          <p:cNvGrpSpPr/>
          <p:nvPr/>
        </p:nvGrpSpPr>
        <p:grpSpPr>
          <a:xfrm>
            <a:off x="4885655" y="2424721"/>
            <a:ext cx="281473" cy="360629"/>
            <a:chOff x="4885655" y="2424721"/>
            <a:chExt cx="281473" cy="360629"/>
          </a:xfrm>
        </p:grpSpPr>
        <p:sp>
          <p:nvSpPr>
            <p:cNvPr id="14993" name="Google Shape;14993;p77"/>
            <p:cNvSpPr/>
            <p:nvPr/>
          </p:nvSpPr>
          <p:spPr>
            <a:xfrm>
              <a:off x="4885655" y="2588833"/>
              <a:ext cx="80697" cy="196516"/>
            </a:xfrm>
            <a:custGeom>
              <a:avLst/>
              <a:gdLst/>
              <a:ahLst/>
              <a:cxnLst/>
              <a:rect l="l" t="t" r="r" b="b"/>
              <a:pathLst>
                <a:path w="3088" h="7520" extrusionOk="0">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4" name="Google Shape;14994;p77"/>
            <p:cNvSpPr/>
            <p:nvPr/>
          </p:nvSpPr>
          <p:spPr>
            <a:xfrm>
              <a:off x="4926134" y="2588833"/>
              <a:ext cx="40218" cy="196516"/>
            </a:xfrm>
            <a:custGeom>
              <a:avLst/>
              <a:gdLst/>
              <a:ahLst/>
              <a:cxnLst/>
              <a:rect l="l" t="t" r="r" b="b"/>
              <a:pathLst>
                <a:path w="1539" h="7520" extrusionOk="0">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5" name="Google Shape;14995;p77"/>
            <p:cNvSpPr/>
            <p:nvPr/>
          </p:nvSpPr>
          <p:spPr>
            <a:xfrm>
              <a:off x="4893442" y="2424721"/>
              <a:ext cx="197039" cy="217396"/>
            </a:xfrm>
            <a:custGeom>
              <a:avLst/>
              <a:gdLst/>
              <a:ahLst/>
              <a:cxnLst/>
              <a:rect l="l" t="t" r="r" b="b"/>
              <a:pathLst>
                <a:path w="7540" h="8319" extrusionOk="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6" name="Google Shape;14996;p77"/>
            <p:cNvSpPr/>
            <p:nvPr/>
          </p:nvSpPr>
          <p:spPr>
            <a:xfrm>
              <a:off x="4949000" y="2424721"/>
              <a:ext cx="117858" cy="116133"/>
            </a:xfrm>
            <a:custGeom>
              <a:avLst/>
              <a:gdLst/>
              <a:ahLst/>
              <a:cxnLst/>
              <a:rect l="l" t="t" r="r" b="b"/>
              <a:pathLst>
                <a:path w="4510" h="4444" extrusionOk="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7" name="Google Shape;14997;p77"/>
            <p:cNvSpPr/>
            <p:nvPr/>
          </p:nvSpPr>
          <p:spPr>
            <a:xfrm>
              <a:off x="4888921" y="2424721"/>
              <a:ext cx="83964" cy="298825"/>
            </a:xfrm>
            <a:custGeom>
              <a:avLst/>
              <a:gdLst/>
              <a:ahLst/>
              <a:cxnLst/>
              <a:rect l="l" t="t" r="r" b="b"/>
              <a:pathLst>
                <a:path w="3213" h="11435" extrusionOk="0">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77"/>
            <p:cNvSpPr/>
            <p:nvPr/>
          </p:nvSpPr>
          <p:spPr>
            <a:xfrm>
              <a:off x="4906770" y="2424721"/>
              <a:ext cx="66115" cy="298851"/>
            </a:xfrm>
            <a:custGeom>
              <a:avLst/>
              <a:gdLst/>
              <a:ahLst/>
              <a:cxnLst/>
              <a:rect l="l" t="t" r="r" b="b"/>
              <a:pathLst>
                <a:path w="2530" h="11436" extrusionOk="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77"/>
            <p:cNvSpPr/>
            <p:nvPr/>
          </p:nvSpPr>
          <p:spPr>
            <a:xfrm>
              <a:off x="4889183" y="2583293"/>
              <a:ext cx="66115" cy="82448"/>
            </a:xfrm>
            <a:custGeom>
              <a:avLst/>
              <a:gdLst/>
              <a:ahLst/>
              <a:cxnLst/>
              <a:rect l="l" t="t" r="r" b="b"/>
              <a:pathLst>
                <a:path w="2530" h="3155" extrusionOk="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77"/>
            <p:cNvSpPr/>
            <p:nvPr/>
          </p:nvSpPr>
          <p:spPr>
            <a:xfrm>
              <a:off x="5000246" y="2503641"/>
              <a:ext cx="38728" cy="71891"/>
            </a:xfrm>
            <a:custGeom>
              <a:avLst/>
              <a:gdLst/>
              <a:ahLst/>
              <a:cxnLst/>
              <a:rect l="l" t="t" r="r" b="b"/>
              <a:pathLst>
                <a:path w="1482" h="2751" extrusionOk="0">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77"/>
            <p:cNvSpPr/>
            <p:nvPr/>
          </p:nvSpPr>
          <p:spPr>
            <a:xfrm>
              <a:off x="5019087" y="2553528"/>
              <a:ext cx="51690" cy="47143"/>
            </a:xfrm>
            <a:custGeom>
              <a:avLst/>
              <a:gdLst/>
              <a:ahLst/>
              <a:cxnLst/>
              <a:rect l="l" t="t" r="r" b="b"/>
              <a:pathLst>
                <a:path w="1978" h="1804" extrusionOk="0">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77"/>
            <p:cNvSpPr/>
            <p:nvPr/>
          </p:nvSpPr>
          <p:spPr>
            <a:xfrm>
              <a:off x="5056039" y="2522222"/>
              <a:ext cx="111089" cy="160506"/>
            </a:xfrm>
            <a:custGeom>
              <a:avLst/>
              <a:gdLst/>
              <a:ahLst/>
              <a:cxnLst/>
              <a:rect l="l" t="t" r="r" b="b"/>
              <a:pathLst>
                <a:path w="4251" h="6142" extrusionOk="0">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77"/>
            <p:cNvSpPr/>
            <p:nvPr/>
          </p:nvSpPr>
          <p:spPr>
            <a:xfrm>
              <a:off x="5056535" y="2522483"/>
              <a:ext cx="109103" cy="149791"/>
            </a:xfrm>
            <a:custGeom>
              <a:avLst/>
              <a:gdLst/>
              <a:ahLst/>
              <a:cxnLst/>
              <a:rect l="l" t="t" r="r" b="b"/>
              <a:pathLst>
                <a:path w="4175" h="5732" extrusionOk="0">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4" name="Google Shape;15004;p77"/>
          <p:cNvGrpSpPr/>
          <p:nvPr/>
        </p:nvGrpSpPr>
        <p:grpSpPr>
          <a:xfrm>
            <a:off x="6625609" y="2446777"/>
            <a:ext cx="364130" cy="316726"/>
            <a:chOff x="6625609" y="2446777"/>
            <a:chExt cx="364130" cy="316726"/>
          </a:xfrm>
        </p:grpSpPr>
        <p:sp>
          <p:nvSpPr>
            <p:cNvPr id="15005" name="Google Shape;15005;p77"/>
            <p:cNvSpPr/>
            <p:nvPr/>
          </p:nvSpPr>
          <p:spPr>
            <a:xfrm>
              <a:off x="6657255" y="2495096"/>
              <a:ext cx="265140" cy="240497"/>
            </a:xfrm>
            <a:custGeom>
              <a:avLst/>
              <a:gdLst/>
              <a:ahLst/>
              <a:cxnLst/>
              <a:rect l="l" t="t" r="r" b="b"/>
              <a:pathLst>
                <a:path w="10146" h="9203" extrusionOk="0">
                  <a:moveTo>
                    <a:pt x="1232" y="0"/>
                  </a:moveTo>
                  <a:lnTo>
                    <a:pt x="1" y="808"/>
                  </a:lnTo>
                  <a:lnTo>
                    <a:pt x="1376" y="9203"/>
                  </a:lnTo>
                  <a:lnTo>
                    <a:pt x="10146" y="9203"/>
                  </a:lnTo>
                  <a:lnTo>
                    <a:pt x="1232"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77"/>
            <p:cNvSpPr/>
            <p:nvPr/>
          </p:nvSpPr>
          <p:spPr>
            <a:xfrm>
              <a:off x="6693187" y="2495096"/>
              <a:ext cx="264905" cy="240497"/>
            </a:xfrm>
            <a:custGeom>
              <a:avLst/>
              <a:gdLst/>
              <a:ahLst/>
              <a:cxnLst/>
              <a:rect l="l" t="t" r="r" b="b"/>
              <a:pathLst>
                <a:path w="10137" h="9203" extrusionOk="0">
                  <a:moveTo>
                    <a:pt x="8905" y="0"/>
                  </a:moveTo>
                  <a:lnTo>
                    <a:pt x="1" y="9203"/>
                  </a:lnTo>
                  <a:lnTo>
                    <a:pt x="8771" y="9203"/>
                  </a:lnTo>
                  <a:lnTo>
                    <a:pt x="10136" y="808"/>
                  </a:lnTo>
                  <a:lnTo>
                    <a:pt x="890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77"/>
            <p:cNvSpPr/>
            <p:nvPr/>
          </p:nvSpPr>
          <p:spPr>
            <a:xfrm>
              <a:off x="6693187" y="2617213"/>
              <a:ext cx="229208" cy="118380"/>
            </a:xfrm>
            <a:custGeom>
              <a:avLst/>
              <a:gdLst/>
              <a:ahLst/>
              <a:cxnLst/>
              <a:rect l="l" t="t" r="r" b="b"/>
              <a:pathLst>
                <a:path w="8771" h="4530" extrusionOk="0">
                  <a:moveTo>
                    <a:pt x="4386" y="1"/>
                  </a:moveTo>
                  <a:lnTo>
                    <a:pt x="1" y="4530"/>
                  </a:lnTo>
                  <a:lnTo>
                    <a:pt x="8771" y="4530"/>
                  </a:lnTo>
                  <a:lnTo>
                    <a:pt x="4386"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77"/>
            <p:cNvSpPr/>
            <p:nvPr/>
          </p:nvSpPr>
          <p:spPr>
            <a:xfrm>
              <a:off x="6693187" y="2707945"/>
              <a:ext cx="229208" cy="55558"/>
            </a:xfrm>
            <a:custGeom>
              <a:avLst/>
              <a:gdLst/>
              <a:ahLst/>
              <a:cxnLst/>
              <a:rect l="l" t="t" r="r" b="b"/>
              <a:pathLst>
                <a:path w="8771" h="2126" extrusionOk="0">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77"/>
            <p:cNvSpPr/>
            <p:nvPr/>
          </p:nvSpPr>
          <p:spPr>
            <a:xfrm>
              <a:off x="6625609" y="2446777"/>
              <a:ext cx="61829" cy="67187"/>
            </a:xfrm>
            <a:custGeom>
              <a:avLst/>
              <a:gdLst/>
              <a:ahLst/>
              <a:cxnLst/>
              <a:rect l="l" t="t" r="r" b="b"/>
              <a:pathLst>
                <a:path w="2366" h="2571" extrusionOk="0">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77"/>
            <p:cNvSpPr/>
            <p:nvPr/>
          </p:nvSpPr>
          <p:spPr>
            <a:xfrm>
              <a:off x="6635409" y="2446777"/>
              <a:ext cx="52030" cy="56629"/>
            </a:xfrm>
            <a:custGeom>
              <a:avLst/>
              <a:gdLst/>
              <a:ahLst/>
              <a:cxnLst/>
              <a:rect l="l" t="t" r="r" b="b"/>
              <a:pathLst>
                <a:path w="1991" h="2167" extrusionOk="0">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77"/>
            <p:cNvSpPr/>
            <p:nvPr/>
          </p:nvSpPr>
          <p:spPr>
            <a:xfrm>
              <a:off x="6632769" y="2475862"/>
              <a:ext cx="72256" cy="50462"/>
            </a:xfrm>
            <a:custGeom>
              <a:avLst/>
              <a:gdLst/>
              <a:ahLst/>
              <a:cxnLst/>
              <a:rect l="l" t="t" r="r" b="b"/>
              <a:pathLst>
                <a:path w="2765" h="1931" extrusionOk="0">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2" name="Google Shape;15012;p77"/>
            <p:cNvSpPr/>
            <p:nvPr/>
          </p:nvSpPr>
          <p:spPr>
            <a:xfrm>
              <a:off x="6663057" y="2475941"/>
              <a:ext cx="43667" cy="33998"/>
            </a:xfrm>
            <a:custGeom>
              <a:avLst/>
              <a:gdLst/>
              <a:ahLst/>
              <a:cxnLst/>
              <a:rect l="l" t="t" r="r" b="b"/>
              <a:pathLst>
                <a:path w="1671" h="1301" extrusionOk="0">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3" name="Google Shape;15013;p77"/>
            <p:cNvSpPr/>
            <p:nvPr/>
          </p:nvSpPr>
          <p:spPr>
            <a:xfrm>
              <a:off x="6927910" y="2446777"/>
              <a:ext cx="61829" cy="67187"/>
            </a:xfrm>
            <a:custGeom>
              <a:avLst/>
              <a:gdLst/>
              <a:ahLst/>
              <a:cxnLst/>
              <a:rect l="l" t="t" r="r" b="b"/>
              <a:pathLst>
                <a:path w="2366" h="2571" extrusionOk="0">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4" name="Google Shape;15014;p77"/>
            <p:cNvSpPr/>
            <p:nvPr/>
          </p:nvSpPr>
          <p:spPr>
            <a:xfrm>
              <a:off x="6927910" y="2446777"/>
              <a:ext cx="52030" cy="56629"/>
            </a:xfrm>
            <a:custGeom>
              <a:avLst/>
              <a:gdLst/>
              <a:ahLst/>
              <a:cxnLst/>
              <a:rect l="l" t="t" r="r" b="b"/>
              <a:pathLst>
                <a:path w="1991" h="2167" extrusionOk="0">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5" name="Google Shape;15015;p77"/>
            <p:cNvSpPr/>
            <p:nvPr/>
          </p:nvSpPr>
          <p:spPr>
            <a:xfrm>
              <a:off x="6910322" y="2475862"/>
              <a:ext cx="72256" cy="50462"/>
            </a:xfrm>
            <a:custGeom>
              <a:avLst/>
              <a:gdLst/>
              <a:ahLst/>
              <a:cxnLst/>
              <a:rect l="l" t="t" r="r" b="b"/>
              <a:pathLst>
                <a:path w="2765" h="1931" extrusionOk="0">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77"/>
            <p:cNvSpPr/>
            <p:nvPr/>
          </p:nvSpPr>
          <p:spPr>
            <a:xfrm>
              <a:off x="6908624" y="2475941"/>
              <a:ext cx="43694" cy="33998"/>
            </a:xfrm>
            <a:custGeom>
              <a:avLst/>
              <a:gdLst/>
              <a:ahLst/>
              <a:cxnLst/>
              <a:rect l="l" t="t" r="r" b="b"/>
              <a:pathLst>
                <a:path w="1672" h="1301" extrusionOk="0">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7" name="Google Shape;15017;p77"/>
          <p:cNvGrpSpPr/>
          <p:nvPr/>
        </p:nvGrpSpPr>
        <p:grpSpPr>
          <a:xfrm>
            <a:off x="5757644" y="2012350"/>
            <a:ext cx="360628" cy="298825"/>
            <a:chOff x="5757644" y="2012350"/>
            <a:chExt cx="360628" cy="298825"/>
          </a:xfrm>
        </p:grpSpPr>
        <p:sp>
          <p:nvSpPr>
            <p:cNvPr id="15018" name="Google Shape;15018;p77"/>
            <p:cNvSpPr/>
            <p:nvPr/>
          </p:nvSpPr>
          <p:spPr>
            <a:xfrm>
              <a:off x="5768698" y="2012350"/>
              <a:ext cx="338259" cy="164164"/>
            </a:xfrm>
            <a:custGeom>
              <a:avLst/>
              <a:gdLst/>
              <a:ahLst/>
              <a:cxnLst/>
              <a:rect l="l" t="t" r="r" b="b"/>
              <a:pathLst>
                <a:path w="12944" h="6282" extrusionOk="0">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77"/>
            <p:cNvSpPr/>
            <p:nvPr/>
          </p:nvSpPr>
          <p:spPr>
            <a:xfrm>
              <a:off x="5790571" y="2037934"/>
              <a:ext cx="294775" cy="113180"/>
            </a:xfrm>
            <a:custGeom>
              <a:avLst/>
              <a:gdLst/>
              <a:ahLst/>
              <a:cxnLst/>
              <a:rect l="l" t="t" r="r" b="b"/>
              <a:pathLst>
                <a:path w="11280" h="4331" extrusionOk="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77"/>
            <p:cNvSpPr/>
            <p:nvPr/>
          </p:nvSpPr>
          <p:spPr>
            <a:xfrm>
              <a:off x="5871738"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77"/>
            <p:cNvSpPr/>
            <p:nvPr/>
          </p:nvSpPr>
          <p:spPr>
            <a:xfrm>
              <a:off x="5805649"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77"/>
            <p:cNvSpPr/>
            <p:nvPr/>
          </p:nvSpPr>
          <p:spPr>
            <a:xfrm>
              <a:off x="5937828" y="2201837"/>
              <a:ext cx="66350" cy="55819"/>
            </a:xfrm>
            <a:custGeom>
              <a:avLst/>
              <a:gdLst/>
              <a:ahLst/>
              <a:cxnLst/>
              <a:rect l="l" t="t" r="r" b="b"/>
              <a:pathLst>
                <a:path w="2539" h="2136" extrusionOk="0">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77"/>
            <p:cNvSpPr/>
            <p:nvPr/>
          </p:nvSpPr>
          <p:spPr>
            <a:xfrm>
              <a:off x="6004152" y="2201837"/>
              <a:ext cx="66115" cy="55819"/>
            </a:xfrm>
            <a:custGeom>
              <a:avLst/>
              <a:gdLst/>
              <a:ahLst/>
              <a:cxnLst/>
              <a:rect l="l" t="t" r="r" b="b"/>
              <a:pathLst>
                <a:path w="2530" h="2136" extrusionOk="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77"/>
            <p:cNvSpPr/>
            <p:nvPr/>
          </p:nvSpPr>
          <p:spPr>
            <a:xfrm>
              <a:off x="6020485" y="2201837"/>
              <a:ext cx="49782" cy="55558"/>
            </a:xfrm>
            <a:custGeom>
              <a:avLst/>
              <a:gdLst/>
              <a:ahLst/>
              <a:cxnLst/>
              <a:rect l="l" t="t" r="r" b="b"/>
              <a:pathLst>
                <a:path w="1905" h="2126" extrusionOk="0">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5" name="Google Shape;15025;p77"/>
            <p:cNvSpPr/>
            <p:nvPr/>
          </p:nvSpPr>
          <p:spPr>
            <a:xfrm>
              <a:off x="5954396"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6" name="Google Shape;15026;p77"/>
            <p:cNvSpPr/>
            <p:nvPr/>
          </p:nvSpPr>
          <p:spPr>
            <a:xfrm>
              <a:off x="5888071" y="2201837"/>
              <a:ext cx="49782" cy="55558"/>
            </a:xfrm>
            <a:custGeom>
              <a:avLst/>
              <a:gdLst/>
              <a:ahLst/>
              <a:cxnLst/>
              <a:rect l="l" t="t" r="r" b="b"/>
              <a:pathLst>
                <a:path w="1905" h="2126" extrusionOk="0">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77"/>
            <p:cNvSpPr/>
            <p:nvPr/>
          </p:nvSpPr>
          <p:spPr>
            <a:xfrm>
              <a:off x="5822217"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8" name="Google Shape;15028;p77"/>
            <p:cNvSpPr/>
            <p:nvPr/>
          </p:nvSpPr>
          <p:spPr>
            <a:xfrm>
              <a:off x="5772461" y="2240539"/>
              <a:ext cx="66115" cy="55819"/>
            </a:xfrm>
            <a:custGeom>
              <a:avLst/>
              <a:gdLst/>
              <a:ahLst/>
              <a:cxnLst/>
              <a:rect l="l" t="t" r="r" b="b"/>
              <a:pathLst>
                <a:path w="2530" h="2136" extrusionOk="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9" name="Google Shape;15029;p77"/>
            <p:cNvSpPr/>
            <p:nvPr/>
          </p:nvSpPr>
          <p:spPr>
            <a:xfrm>
              <a:off x="5838550" y="2240539"/>
              <a:ext cx="66377" cy="55819"/>
            </a:xfrm>
            <a:custGeom>
              <a:avLst/>
              <a:gdLst/>
              <a:ahLst/>
              <a:cxnLst/>
              <a:rect l="l" t="t" r="r" b="b"/>
              <a:pathLst>
                <a:path w="2540" h="2136" extrusionOk="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77"/>
            <p:cNvSpPr/>
            <p:nvPr/>
          </p:nvSpPr>
          <p:spPr>
            <a:xfrm>
              <a:off x="5904901" y="2240539"/>
              <a:ext cx="66115" cy="55819"/>
            </a:xfrm>
            <a:custGeom>
              <a:avLst/>
              <a:gdLst/>
              <a:ahLst/>
              <a:cxnLst/>
              <a:rect l="l" t="t" r="r" b="b"/>
              <a:pathLst>
                <a:path w="2530" h="2136" extrusionOk="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77"/>
            <p:cNvSpPr/>
            <p:nvPr/>
          </p:nvSpPr>
          <p:spPr>
            <a:xfrm>
              <a:off x="5970990" y="2240539"/>
              <a:ext cx="66377" cy="55819"/>
            </a:xfrm>
            <a:custGeom>
              <a:avLst/>
              <a:gdLst/>
              <a:ahLst/>
              <a:cxnLst/>
              <a:rect l="l" t="t" r="r" b="b"/>
              <a:pathLst>
                <a:path w="2540" h="2136" extrusionOk="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77"/>
            <p:cNvSpPr/>
            <p:nvPr/>
          </p:nvSpPr>
          <p:spPr>
            <a:xfrm>
              <a:off x="6037340" y="2240539"/>
              <a:ext cx="66115" cy="55819"/>
            </a:xfrm>
            <a:custGeom>
              <a:avLst/>
              <a:gdLst/>
              <a:ahLst/>
              <a:cxnLst/>
              <a:rect l="l" t="t" r="r" b="b"/>
              <a:pathLst>
                <a:path w="2530" h="2136" extrusionOk="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77"/>
            <p:cNvSpPr/>
            <p:nvPr/>
          </p:nvSpPr>
          <p:spPr>
            <a:xfrm>
              <a:off x="6053673" y="2240539"/>
              <a:ext cx="49782" cy="55819"/>
            </a:xfrm>
            <a:custGeom>
              <a:avLst/>
              <a:gdLst/>
              <a:ahLst/>
              <a:cxnLst/>
              <a:rect l="l" t="t" r="r" b="b"/>
              <a:pathLst>
                <a:path w="1905" h="2136" extrusionOk="0">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77"/>
            <p:cNvSpPr/>
            <p:nvPr/>
          </p:nvSpPr>
          <p:spPr>
            <a:xfrm>
              <a:off x="5987584" y="2240539"/>
              <a:ext cx="49782" cy="55819"/>
            </a:xfrm>
            <a:custGeom>
              <a:avLst/>
              <a:gdLst/>
              <a:ahLst/>
              <a:cxnLst/>
              <a:rect l="l" t="t" r="r" b="b"/>
              <a:pathLst>
                <a:path w="1905" h="2136" extrusionOk="0">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77"/>
            <p:cNvSpPr/>
            <p:nvPr/>
          </p:nvSpPr>
          <p:spPr>
            <a:xfrm>
              <a:off x="5921233" y="2240539"/>
              <a:ext cx="49782" cy="55819"/>
            </a:xfrm>
            <a:custGeom>
              <a:avLst/>
              <a:gdLst/>
              <a:ahLst/>
              <a:cxnLst/>
              <a:rect l="l" t="t" r="r" b="b"/>
              <a:pathLst>
                <a:path w="1905" h="2136" extrusionOk="0">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77"/>
            <p:cNvSpPr/>
            <p:nvPr/>
          </p:nvSpPr>
          <p:spPr>
            <a:xfrm>
              <a:off x="5854883" y="2240539"/>
              <a:ext cx="49782" cy="55819"/>
            </a:xfrm>
            <a:custGeom>
              <a:avLst/>
              <a:gdLst/>
              <a:ahLst/>
              <a:cxnLst/>
              <a:rect l="l" t="t" r="r" b="b"/>
              <a:pathLst>
                <a:path w="1905" h="2136" extrusionOk="0">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77"/>
            <p:cNvSpPr/>
            <p:nvPr/>
          </p:nvSpPr>
          <p:spPr>
            <a:xfrm>
              <a:off x="5788794" y="2240539"/>
              <a:ext cx="49782" cy="55819"/>
            </a:xfrm>
            <a:custGeom>
              <a:avLst/>
              <a:gdLst/>
              <a:ahLst/>
              <a:cxnLst/>
              <a:rect l="l" t="t" r="r" b="b"/>
              <a:pathLst>
                <a:path w="1905" h="2136" extrusionOk="0">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77"/>
            <p:cNvSpPr/>
            <p:nvPr/>
          </p:nvSpPr>
          <p:spPr>
            <a:xfrm>
              <a:off x="5757644" y="2292308"/>
              <a:ext cx="360628" cy="18868"/>
            </a:xfrm>
            <a:custGeom>
              <a:avLst/>
              <a:gdLst/>
              <a:ahLst/>
              <a:cxnLst/>
              <a:rect l="l" t="t" r="r" b="b"/>
              <a:pathLst>
                <a:path w="13800" h="722" extrusionOk="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77"/>
            <p:cNvSpPr/>
            <p:nvPr/>
          </p:nvSpPr>
          <p:spPr>
            <a:xfrm>
              <a:off x="5757644" y="2292308"/>
              <a:ext cx="360628" cy="18868"/>
            </a:xfrm>
            <a:custGeom>
              <a:avLst/>
              <a:gdLst/>
              <a:ahLst/>
              <a:cxnLst/>
              <a:rect l="l" t="t" r="r" b="b"/>
              <a:pathLst>
                <a:path w="13800" h="722" extrusionOk="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0" name="Google Shape;15040;p77"/>
          <p:cNvGrpSpPr/>
          <p:nvPr/>
        </p:nvGrpSpPr>
        <p:grpSpPr>
          <a:xfrm>
            <a:off x="5317625" y="1983474"/>
            <a:ext cx="360628" cy="356839"/>
            <a:chOff x="5317625" y="1983474"/>
            <a:chExt cx="360628" cy="356839"/>
          </a:xfrm>
        </p:grpSpPr>
        <p:sp>
          <p:nvSpPr>
            <p:cNvPr id="15041" name="Google Shape;15041;p77"/>
            <p:cNvSpPr/>
            <p:nvPr/>
          </p:nvSpPr>
          <p:spPr>
            <a:xfrm>
              <a:off x="5642295" y="2050817"/>
              <a:ext cx="22134" cy="199051"/>
            </a:xfrm>
            <a:custGeom>
              <a:avLst/>
              <a:gdLst/>
              <a:ahLst/>
              <a:cxnLst/>
              <a:rect l="l" t="t" r="r" b="b"/>
              <a:pathLst>
                <a:path w="847" h="7617" extrusionOk="0">
                  <a:moveTo>
                    <a:pt x="1" y="0"/>
                  </a:moveTo>
                  <a:lnTo>
                    <a:pt x="1" y="7616"/>
                  </a:lnTo>
                  <a:lnTo>
                    <a:pt x="847" y="7616"/>
                  </a:lnTo>
                  <a:lnTo>
                    <a:pt x="84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2" name="Google Shape;15042;p77"/>
            <p:cNvSpPr/>
            <p:nvPr/>
          </p:nvSpPr>
          <p:spPr>
            <a:xfrm>
              <a:off x="5653349" y="2050817"/>
              <a:ext cx="10845" cy="199051"/>
            </a:xfrm>
            <a:custGeom>
              <a:avLst/>
              <a:gdLst/>
              <a:ahLst/>
              <a:cxnLst/>
              <a:rect l="l" t="t" r="r" b="b"/>
              <a:pathLst>
                <a:path w="415" h="7617" extrusionOk="0">
                  <a:moveTo>
                    <a:pt x="1" y="0"/>
                  </a:moveTo>
                  <a:lnTo>
                    <a:pt x="1" y="7616"/>
                  </a:lnTo>
                  <a:lnTo>
                    <a:pt x="414" y="7616"/>
                  </a:lnTo>
                  <a:lnTo>
                    <a:pt x="414"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77"/>
            <p:cNvSpPr/>
            <p:nvPr/>
          </p:nvSpPr>
          <p:spPr>
            <a:xfrm>
              <a:off x="5635762" y="2216419"/>
              <a:ext cx="35200" cy="123894"/>
            </a:xfrm>
            <a:custGeom>
              <a:avLst/>
              <a:gdLst/>
              <a:ahLst/>
              <a:cxnLst/>
              <a:rect l="l" t="t" r="r" b="b"/>
              <a:pathLst>
                <a:path w="1347" h="4741" extrusionOk="0">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77"/>
            <p:cNvSpPr/>
            <p:nvPr/>
          </p:nvSpPr>
          <p:spPr>
            <a:xfrm>
              <a:off x="5630980" y="2036732"/>
              <a:ext cx="47274" cy="36220"/>
            </a:xfrm>
            <a:custGeom>
              <a:avLst/>
              <a:gdLst/>
              <a:ahLst/>
              <a:cxnLst/>
              <a:rect l="l" t="t" r="r" b="b"/>
              <a:pathLst>
                <a:path w="1809" h="1386" extrusionOk="0">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5" name="Google Shape;15045;p77"/>
            <p:cNvSpPr/>
            <p:nvPr/>
          </p:nvSpPr>
          <p:spPr>
            <a:xfrm>
              <a:off x="5461380" y="1986740"/>
              <a:ext cx="48267" cy="48267"/>
            </a:xfrm>
            <a:custGeom>
              <a:avLst/>
              <a:gdLst/>
              <a:ahLst/>
              <a:cxnLst/>
              <a:rect l="l" t="t" r="r" b="b"/>
              <a:pathLst>
                <a:path w="1847" h="1847" extrusionOk="0">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6" name="Google Shape;15046;p77"/>
            <p:cNvSpPr/>
            <p:nvPr/>
          </p:nvSpPr>
          <p:spPr>
            <a:xfrm>
              <a:off x="5471937" y="1997298"/>
              <a:ext cx="27152" cy="27152"/>
            </a:xfrm>
            <a:custGeom>
              <a:avLst/>
              <a:gdLst/>
              <a:ahLst/>
              <a:cxnLst/>
              <a:rect l="l" t="t" r="r" b="b"/>
              <a:pathLst>
                <a:path w="1039" h="1039" extrusionOk="0">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77"/>
            <p:cNvSpPr/>
            <p:nvPr/>
          </p:nvSpPr>
          <p:spPr>
            <a:xfrm>
              <a:off x="5416380" y="2011932"/>
              <a:ext cx="138241" cy="62248"/>
            </a:xfrm>
            <a:custGeom>
              <a:avLst/>
              <a:gdLst/>
              <a:ahLst/>
              <a:cxnLst/>
              <a:rect l="l" t="t" r="r" b="b"/>
              <a:pathLst>
                <a:path w="5290" h="2382" extrusionOk="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77"/>
            <p:cNvSpPr/>
            <p:nvPr/>
          </p:nvSpPr>
          <p:spPr>
            <a:xfrm>
              <a:off x="5428949" y="2022908"/>
              <a:ext cx="113363" cy="40505"/>
            </a:xfrm>
            <a:custGeom>
              <a:avLst/>
              <a:gdLst/>
              <a:ahLst/>
              <a:cxnLst/>
              <a:rect l="l" t="t" r="r" b="b"/>
              <a:pathLst>
                <a:path w="4338" h="1550" extrusionOk="0">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77"/>
            <p:cNvSpPr/>
            <p:nvPr/>
          </p:nvSpPr>
          <p:spPr>
            <a:xfrm>
              <a:off x="5317625" y="1983474"/>
              <a:ext cx="143023" cy="142997"/>
            </a:xfrm>
            <a:custGeom>
              <a:avLst/>
              <a:gdLst/>
              <a:ahLst/>
              <a:cxnLst/>
              <a:rect l="l" t="t" r="r" b="b"/>
              <a:pathLst>
                <a:path w="5473" h="5472" extrusionOk="0">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0" name="Google Shape;15050;p77"/>
            <p:cNvSpPr/>
            <p:nvPr/>
          </p:nvSpPr>
          <p:spPr>
            <a:xfrm>
              <a:off x="5338740" y="2004328"/>
              <a:ext cx="129696" cy="122744"/>
            </a:xfrm>
            <a:custGeom>
              <a:avLst/>
              <a:gdLst/>
              <a:ahLst/>
              <a:cxnLst/>
              <a:rect l="l" t="t" r="r" b="b"/>
              <a:pathLst>
                <a:path w="4963" h="4697" extrusionOk="0">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1" name="Google Shape;15051;p77"/>
            <p:cNvSpPr/>
            <p:nvPr/>
          </p:nvSpPr>
          <p:spPr>
            <a:xfrm>
              <a:off x="5318383" y="2001897"/>
              <a:ext cx="123659" cy="105993"/>
            </a:xfrm>
            <a:custGeom>
              <a:avLst/>
              <a:gdLst/>
              <a:ahLst/>
              <a:cxnLst/>
              <a:rect l="l" t="t" r="r" b="b"/>
              <a:pathLst>
                <a:path w="4732" h="4056" extrusionOk="0">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77"/>
            <p:cNvSpPr/>
            <p:nvPr/>
          </p:nvSpPr>
          <p:spPr>
            <a:xfrm>
              <a:off x="5328940" y="2009842"/>
              <a:ext cx="120392" cy="90131"/>
            </a:xfrm>
            <a:custGeom>
              <a:avLst/>
              <a:gdLst/>
              <a:ahLst/>
              <a:cxnLst/>
              <a:rect l="l" t="t" r="r" b="b"/>
              <a:pathLst>
                <a:path w="4607" h="3449" extrusionOk="0">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77"/>
            <p:cNvSpPr/>
            <p:nvPr/>
          </p:nvSpPr>
          <p:spPr>
            <a:xfrm>
              <a:off x="5357346" y="2023169"/>
              <a:ext cx="80932" cy="76255"/>
            </a:xfrm>
            <a:custGeom>
              <a:avLst/>
              <a:gdLst/>
              <a:ahLst/>
              <a:cxnLst/>
              <a:rect l="l" t="t" r="r" b="b"/>
              <a:pathLst>
                <a:path w="3097" h="2918" extrusionOk="0">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77"/>
            <p:cNvSpPr/>
            <p:nvPr/>
          </p:nvSpPr>
          <p:spPr>
            <a:xfrm>
              <a:off x="5510378" y="1983474"/>
              <a:ext cx="142997" cy="142997"/>
            </a:xfrm>
            <a:custGeom>
              <a:avLst/>
              <a:gdLst/>
              <a:ahLst/>
              <a:cxnLst/>
              <a:rect l="l" t="t" r="r" b="b"/>
              <a:pathLst>
                <a:path w="5472" h="5472" extrusionOk="0">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77"/>
            <p:cNvSpPr/>
            <p:nvPr/>
          </p:nvSpPr>
          <p:spPr>
            <a:xfrm>
              <a:off x="5531232" y="2004328"/>
              <a:ext cx="129199" cy="122169"/>
            </a:xfrm>
            <a:custGeom>
              <a:avLst/>
              <a:gdLst/>
              <a:ahLst/>
              <a:cxnLst/>
              <a:rect l="l" t="t" r="r" b="b"/>
              <a:pathLst>
                <a:path w="4944" h="4675" extrusionOk="0">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6" name="Google Shape;15056;p77"/>
            <p:cNvSpPr/>
            <p:nvPr/>
          </p:nvSpPr>
          <p:spPr>
            <a:xfrm>
              <a:off x="5511136" y="2001897"/>
              <a:ext cx="123659" cy="105993"/>
            </a:xfrm>
            <a:custGeom>
              <a:avLst/>
              <a:gdLst/>
              <a:ahLst/>
              <a:cxnLst/>
              <a:rect l="l" t="t" r="r" b="b"/>
              <a:pathLst>
                <a:path w="4732" h="4056" extrusionOk="0">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7" name="Google Shape;15057;p77"/>
            <p:cNvSpPr/>
            <p:nvPr/>
          </p:nvSpPr>
          <p:spPr>
            <a:xfrm>
              <a:off x="5521668" y="2009842"/>
              <a:ext cx="120157" cy="90131"/>
            </a:xfrm>
            <a:custGeom>
              <a:avLst/>
              <a:gdLst/>
              <a:ahLst/>
              <a:cxnLst/>
              <a:rect l="l" t="t" r="r" b="b"/>
              <a:pathLst>
                <a:path w="4598" h="3449" extrusionOk="0">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77"/>
            <p:cNvSpPr/>
            <p:nvPr/>
          </p:nvSpPr>
          <p:spPr>
            <a:xfrm>
              <a:off x="5550074" y="2023169"/>
              <a:ext cx="80697" cy="76255"/>
            </a:xfrm>
            <a:custGeom>
              <a:avLst/>
              <a:gdLst/>
              <a:ahLst/>
              <a:cxnLst/>
              <a:rect l="l" t="t" r="r" b="b"/>
              <a:pathLst>
                <a:path w="3088" h="2918" extrusionOk="0">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77"/>
            <p:cNvSpPr/>
            <p:nvPr/>
          </p:nvSpPr>
          <p:spPr>
            <a:xfrm>
              <a:off x="5653349" y="2216419"/>
              <a:ext cx="17378" cy="123894"/>
            </a:xfrm>
            <a:custGeom>
              <a:avLst/>
              <a:gdLst/>
              <a:ahLst/>
              <a:cxnLst/>
              <a:rect l="l" t="t" r="r" b="b"/>
              <a:pathLst>
                <a:path w="665" h="4741" extrusionOk="0">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0" name="Google Shape;15060;p77"/>
          <p:cNvGrpSpPr/>
          <p:nvPr/>
        </p:nvGrpSpPr>
        <p:grpSpPr>
          <a:xfrm>
            <a:off x="6181827" y="2463685"/>
            <a:ext cx="360629" cy="282989"/>
            <a:chOff x="6181827" y="2463685"/>
            <a:chExt cx="360629" cy="282989"/>
          </a:xfrm>
        </p:grpSpPr>
        <p:sp>
          <p:nvSpPr>
            <p:cNvPr id="15061" name="Google Shape;15061;p77"/>
            <p:cNvSpPr/>
            <p:nvPr/>
          </p:nvSpPr>
          <p:spPr>
            <a:xfrm>
              <a:off x="6274545" y="2463685"/>
              <a:ext cx="255837" cy="32430"/>
            </a:xfrm>
            <a:custGeom>
              <a:avLst/>
              <a:gdLst/>
              <a:ahLst/>
              <a:cxnLst/>
              <a:rect l="l" t="t" r="r" b="b"/>
              <a:pathLst>
                <a:path w="9790" h="1241" extrusionOk="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2" name="Google Shape;15062;p77"/>
            <p:cNvSpPr/>
            <p:nvPr/>
          </p:nvSpPr>
          <p:spPr>
            <a:xfrm>
              <a:off x="6243891" y="2463685"/>
              <a:ext cx="255837" cy="282989"/>
            </a:xfrm>
            <a:custGeom>
              <a:avLst/>
              <a:gdLst/>
              <a:ahLst/>
              <a:cxnLst/>
              <a:rect l="l" t="t" r="r" b="b"/>
              <a:pathLst>
                <a:path w="9790" h="10829" extrusionOk="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3" name="Google Shape;15063;p77"/>
            <p:cNvSpPr/>
            <p:nvPr/>
          </p:nvSpPr>
          <p:spPr>
            <a:xfrm>
              <a:off x="6400190" y="2463685"/>
              <a:ext cx="99277" cy="282989"/>
            </a:xfrm>
            <a:custGeom>
              <a:avLst/>
              <a:gdLst/>
              <a:ahLst/>
              <a:cxnLst/>
              <a:rect l="l" t="t" r="r" b="b"/>
              <a:pathLst>
                <a:path w="3799" h="10829" extrusionOk="0">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4" name="Google Shape;15064;p77"/>
            <p:cNvSpPr/>
            <p:nvPr/>
          </p:nvSpPr>
          <p:spPr>
            <a:xfrm>
              <a:off x="6181827" y="2713982"/>
              <a:ext cx="255576" cy="32692"/>
            </a:xfrm>
            <a:custGeom>
              <a:avLst/>
              <a:gdLst/>
              <a:ahLst/>
              <a:cxnLst/>
              <a:rect l="l" t="t" r="r" b="b"/>
              <a:pathLst>
                <a:path w="9780" h="1251" extrusionOk="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5" name="Google Shape;15065;p77"/>
            <p:cNvSpPr/>
            <p:nvPr/>
          </p:nvSpPr>
          <p:spPr>
            <a:xfrm>
              <a:off x="6386131" y="2558598"/>
              <a:ext cx="156325" cy="97344"/>
            </a:xfrm>
            <a:custGeom>
              <a:avLst/>
              <a:gdLst/>
              <a:ahLst/>
              <a:cxnLst/>
              <a:rect l="l" t="t" r="r" b="b"/>
              <a:pathLst>
                <a:path w="5982" h="3725" extrusionOk="0">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6" name="Google Shape;15066;p77"/>
            <p:cNvSpPr/>
            <p:nvPr/>
          </p:nvSpPr>
          <p:spPr>
            <a:xfrm>
              <a:off x="6386131" y="2558650"/>
              <a:ext cx="156325" cy="97291"/>
            </a:xfrm>
            <a:custGeom>
              <a:avLst/>
              <a:gdLst/>
              <a:ahLst/>
              <a:cxnLst/>
              <a:rect l="l" t="t" r="r" b="b"/>
              <a:pathLst>
                <a:path w="5982" h="3723" extrusionOk="0">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7" name="Google Shape;15067;p77"/>
            <p:cNvSpPr/>
            <p:nvPr/>
          </p:nvSpPr>
          <p:spPr>
            <a:xfrm>
              <a:off x="6358718" y="2580941"/>
              <a:ext cx="122927" cy="112187"/>
            </a:xfrm>
            <a:custGeom>
              <a:avLst/>
              <a:gdLst/>
              <a:ahLst/>
              <a:cxnLst/>
              <a:rect l="l" t="t" r="r" b="b"/>
              <a:pathLst>
                <a:path w="4704" h="4293" extrusionOk="0">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8" name="Google Shape;15068;p77"/>
            <p:cNvSpPr/>
            <p:nvPr/>
          </p:nvSpPr>
          <p:spPr>
            <a:xfrm>
              <a:off x="6277576" y="2518955"/>
              <a:ext cx="168868" cy="10584"/>
            </a:xfrm>
            <a:custGeom>
              <a:avLst/>
              <a:gdLst/>
              <a:ahLst/>
              <a:cxnLst/>
              <a:rect l="l" t="t" r="r" b="b"/>
              <a:pathLst>
                <a:path w="6462" h="405" extrusionOk="0">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9" name="Google Shape;15069;p77"/>
            <p:cNvSpPr/>
            <p:nvPr/>
          </p:nvSpPr>
          <p:spPr>
            <a:xfrm>
              <a:off x="6277576" y="2680794"/>
              <a:ext cx="69382" cy="10584"/>
            </a:xfrm>
            <a:custGeom>
              <a:avLst/>
              <a:gdLst/>
              <a:ahLst/>
              <a:cxnLst/>
              <a:rect l="l" t="t" r="r" b="b"/>
              <a:pathLst>
                <a:path w="2655" h="405" extrusionOk="0">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77"/>
            <p:cNvSpPr/>
            <p:nvPr/>
          </p:nvSpPr>
          <p:spPr>
            <a:xfrm>
              <a:off x="6277576" y="2626778"/>
              <a:ext cx="91490" cy="10584"/>
            </a:xfrm>
            <a:custGeom>
              <a:avLst/>
              <a:gdLst/>
              <a:ahLst/>
              <a:cxnLst/>
              <a:rect l="l" t="t" r="r" b="b"/>
              <a:pathLst>
                <a:path w="3501" h="405" extrusionOk="0">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77"/>
            <p:cNvSpPr/>
            <p:nvPr/>
          </p:nvSpPr>
          <p:spPr>
            <a:xfrm>
              <a:off x="6277576" y="2572736"/>
              <a:ext cx="129173" cy="10584"/>
            </a:xfrm>
            <a:custGeom>
              <a:avLst/>
              <a:gdLst/>
              <a:ahLst/>
              <a:cxnLst/>
              <a:rect l="l" t="t" r="r" b="b"/>
              <a:pathLst>
                <a:path w="4943" h="405" extrusionOk="0">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72" name="Google Shape;15072;p77"/>
          <p:cNvGrpSpPr/>
          <p:nvPr/>
        </p:nvGrpSpPr>
        <p:grpSpPr>
          <a:xfrm>
            <a:off x="5346292" y="3340691"/>
            <a:ext cx="291247" cy="360628"/>
            <a:chOff x="5346292" y="3340691"/>
            <a:chExt cx="291247" cy="360628"/>
          </a:xfrm>
        </p:grpSpPr>
        <p:sp>
          <p:nvSpPr>
            <p:cNvPr id="15073" name="Google Shape;15073;p77"/>
            <p:cNvSpPr/>
            <p:nvPr/>
          </p:nvSpPr>
          <p:spPr>
            <a:xfrm>
              <a:off x="5479202" y="3340691"/>
              <a:ext cx="25166" cy="31934"/>
            </a:xfrm>
            <a:custGeom>
              <a:avLst/>
              <a:gdLst/>
              <a:ahLst/>
              <a:cxnLst/>
              <a:rect l="l" t="t" r="r" b="b"/>
              <a:pathLst>
                <a:path w="963" h="1222" extrusionOk="0">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77"/>
            <p:cNvSpPr/>
            <p:nvPr/>
          </p:nvSpPr>
          <p:spPr>
            <a:xfrm>
              <a:off x="5492033" y="3340691"/>
              <a:ext cx="12596" cy="31934"/>
            </a:xfrm>
            <a:custGeom>
              <a:avLst/>
              <a:gdLst/>
              <a:ahLst/>
              <a:cxnLst/>
              <a:rect l="l" t="t" r="r" b="b"/>
              <a:pathLst>
                <a:path w="482" h="1222" extrusionOk="0">
                  <a:moveTo>
                    <a:pt x="0" y="0"/>
                  </a:moveTo>
                  <a:lnTo>
                    <a:pt x="0" y="1222"/>
                  </a:lnTo>
                  <a:lnTo>
                    <a:pt x="481" y="1222"/>
                  </a:lnTo>
                  <a:lnTo>
                    <a:pt x="481" y="116"/>
                  </a:lnTo>
                  <a:cubicBezTo>
                    <a:pt x="481" y="48"/>
                    <a:pt x="433" y="0"/>
                    <a:pt x="3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5" name="Google Shape;15075;p77"/>
            <p:cNvSpPr/>
            <p:nvPr/>
          </p:nvSpPr>
          <p:spPr>
            <a:xfrm>
              <a:off x="5427199" y="3605048"/>
              <a:ext cx="132204" cy="11342"/>
            </a:xfrm>
            <a:custGeom>
              <a:avLst/>
              <a:gdLst/>
              <a:ahLst/>
              <a:cxnLst/>
              <a:rect l="l" t="t" r="r" b="b"/>
              <a:pathLst>
                <a:path w="5059" h="434" extrusionOk="0">
                  <a:moveTo>
                    <a:pt x="0" y="0"/>
                  </a:moveTo>
                  <a:lnTo>
                    <a:pt x="0" y="433"/>
                  </a:lnTo>
                  <a:lnTo>
                    <a:pt x="5058" y="433"/>
                  </a:lnTo>
                  <a:lnTo>
                    <a:pt x="5058"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6" name="Google Shape;15076;p77"/>
            <p:cNvSpPr/>
            <p:nvPr/>
          </p:nvSpPr>
          <p:spPr>
            <a:xfrm>
              <a:off x="5480718" y="3463566"/>
              <a:ext cx="22396" cy="205323"/>
            </a:xfrm>
            <a:custGeom>
              <a:avLst/>
              <a:gdLst/>
              <a:ahLst/>
              <a:cxnLst/>
              <a:rect l="l" t="t" r="r" b="b"/>
              <a:pathLst>
                <a:path w="857" h="7857" extrusionOk="0">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7" name="Google Shape;15077;p77"/>
            <p:cNvSpPr/>
            <p:nvPr/>
          </p:nvSpPr>
          <p:spPr>
            <a:xfrm>
              <a:off x="5486493" y="3463566"/>
              <a:ext cx="16620" cy="205323"/>
            </a:xfrm>
            <a:custGeom>
              <a:avLst/>
              <a:gdLst/>
              <a:ahLst/>
              <a:cxnLst/>
              <a:rect l="l" t="t" r="r" b="b"/>
              <a:pathLst>
                <a:path w="636" h="7857" extrusionOk="0">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8" name="Google Shape;15078;p77"/>
            <p:cNvSpPr/>
            <p:nvPr/>
          </p:nvSpPr>
          <p:spPr>
            <a:xfrm>
              <a:off x="5502068" y="3448488"/>
              <a:ext cx="96795" cy="252832"/>
            </a:xfrm>
            <a:custGeom>
              <a:avLst/>
              <a:gdLst/>
              <a:ahLst/>
              <a:cxnLst/>
              <a:rect l="l" t="t" r="r" b="b"/>
              <a:pathLst>
                <a:path w="3704" h="9675" extrusionOk="0">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77"/>
            <p:cNvSpPr/>
            <p:nvPr/>
          </p:nvSpPr>
          <p:spPr>
            <a:xfrm>
              <a:off x="5514141" y="3448488"/>
              <a:ext cx="84722" cy="252832"/>
            </a:xfrm>
            <a:custGeom>
              <a:avLst/>
              <a:gdLst/>
              <a:ahLst/>
              <a:cxnLst/>
              <a:rect l="l" t="t" r="r" b="b"/>
              <a:pathLst>
                <a:path w="3242" h="9675" extrusionOk="0">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77"/>
            <p:cNvSpPr/>
            <p:nvPr/>
          </p:nvSpPr>
          <p:spPr>
            <a:xfrm>
              <a:off x="5385230" y="3448488"/>
              <a:ext cx="96533" cy="252832"/>
            </a:xfrm>
            <a:custGeom>
              <a:avLst/>
              <a:gdLst/>
              <a:ahLst/>
              <a:cxnLst/>
              <a:rect l="l" t="t" r="r" b="b"/>
              <a:pathLst>
                <a:path w="3694" h="9675" extrusionOk="0">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77"/>
            <p:cNvSpPr/>
            <p:nvPr/>
          </p:nvSpPr>
          <p:spPr>
            <a:xfrm>
              <a:off x="5391502" y="3448488"/>
              <a:ext cx="90262" cy="252832"/>
            </a:xfrm>
            <a:custGeom>
              <a:avLst/>
              <a:gdLst/>
              <a:ahLst/>
              <a:cxnLst/>
              <a:rect l="l" t="t" r="r" b="b"/>
              <a:pathLst>
                <a:path w="3454" h="9675" extrusionOk="0">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2" name="Google Shape;15082;p77"/>
            <p:cNvSpPr/>
            <p:nvPr/>
          </p:nvSpPr>
          <p:spPr>
            <a:xfrm>
              <a:off x="5490518" y="3549751"/>
              <a:ext cx="3031" cy="2300"/>
            </a:xfrm>
            <a:custGeom>
              <a:avLst/>
              <a:gdLst/>
              <a:ahLst/>
              <a:cxnLst/>
              <a:rect l="l" t="t" r="r" b="b"/>
              <a:pathLst>
                <a:path w="116" h="88" extrusionOk="0">
                  <a:moveTo>
                    <a:pt x="58" y="1"/>
                  </a:moveTo>
                  <a:cubicBezTo>
                    <a:pt x="1" y="1"/>
                    <a:pt x="1" y="87"/>
                    <a:pt x="58" y="87"/>
                  </a:cubicBezTo>
                  <a:cubicBezTo>
                    <a:pt x="116" y="87"/>
                    <a:pt x="116" y="1"/>
                    <a:pt x="5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3" name="Google Shape;15083;p77"/>
            <p:cNvSpPr/>
            <p:nvPr/>
          </p:nvSpPr>
          <p:spPr>
            <a:xfrm>
              <a:off x="5360352" y="3373357"/>
              <a:ext cx="263128" cy="180210"/>
            </a:xfrm>
            <a:custGeom>
              <a:avLst/>
              <a:gdLst/>
              <a:ahLst/>
              <a:cxnLst/>
              <a:rect l="l" t="t" r="r" b="b"/>
              <a:pathLst>
                <a:path w="10069" h="6896" extrusionOk="0">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77"/>
            <p:cNvSpPr/>
            <p:nvPr/>
          </p:nvSpPr>
          <p:spPr>
            <a:xfrm>
              <a:off x="5579237" y="3373357"/>
              <a:ext cx="44242" cy="180210"/>
            </a:xfrm>
            <a:custGeom>
              <a:avLst/>
              <a:gdLst/>
              <a:ahLst/>
              <a:cxnLst/>
              <a:rect l="l" t="t" r="r" b="b"/>
              <a:pathLst>
                <a:path w="1693" h="6896" extrusionOk="0">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77"/>
            <p:cNvSpPr/>
            <p:nvPr/>
          </p:nvSpPr>
          <p:spPr>
            <a:xfrm>
              <a:off x="5459603" y="3362303"/>
              <a:ext cx="64364" cy="22134"/>
            </a:xfrm>
            <a:custGeom>
              <a:avLst/>
              <a:gdLst/>
              <a:ahLst/>
              <a:cxnLst/>
              <a:rect l="l" t="t" r="r" b="b"/>
              <a:pathLst>
                <a:path w="2463" h="847" extrusionOk="0">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77"/>
            <p:cNvSpPr/>
            <p:nvPr/>
          </p:nvSpPr>
          <p:spPr>
            <a:xfrm>
              <a:off x="5385988" y="3413314"/>
              <a:ext cx="215123" cy="108842"/>
            </a:xfrm>
            <a:custGeom>
              <a:avLst/>
              <a:gdLst/>
              <a:ahLst/>
              <a:cxnLst/>
              <a:rect l="l" t="t" r="r" b="b"/>
              <a:pathLst>
                <a:path w="8232" h="4165" extrusionOk="0">
                  <a:moveTo>
                    <a:pt x="5289" y="0"/>
                  </a:moveTo>
                  <a:lnTo>
                    <a:pt x="2751" y="3260"/>
                  </a:lnTo>
                  <a:lnTo>
                    <a:pt x="1779" y="1876"/>
                  </a:lnTo>
                  <a:lnTo>
                    <a:pt x="0" y="4164"/>
                  </a:lnTo>
                  <a:lnTo>
                    <a:pt x="8232" y="4164"/>
                  </a:lnTo>
                  <a:lnTo>
                    <a:pt x="528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7" name="Google Shape;15087;p77"/>
            <p:cNvSpPr/>
            <p:nvPr/>
          </p:nvSpPr>
          <p:spPr>
            <a:xfrm>
              <a:off x="5432477" y="3462312"/>
              <a:ext cx="41995" cy="59843"/>
            </a:xfrm>
            <a:custGeom>
              <a:avLst/>
              <a:gdLst/>
              <a:ahLst/>
              <a:cxnLst/>
              <a:rect l="l" t="t" r="r" b="b"/>
              <a:pathLst>
                <a:path w="1607" h="2290" extrusionOk="0">
                  <a:moveTo>
                    <a:pt x="0" y="1"/>
                  </a:moveTo>
                  <a:lnTo>
                    <a:pt x="683" y="2289"/>
                  </a:lnTo>
                  <a:lnTo>
                    <a:pt x="1606" y="2289"/>
                  </a:lnTo>
                  <a:lnTo>
                    <a:pt x="0"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8" name="Google Shape;15088;p77"/>
            <p:cNvSpPr/>
            <p:nvPr/>
          </p:nvSpPr>
          <p:spPr>
            <a:xfrm>
              <a:off x="5524202" y="3413314"/>
              <a:ext cx="76908" cy="108842"/>
            </a:xfrm>
            <a:custGeom>
              <a:avLst/>
              <a:gdLst/>
              <a:ahLst/>
              <a:cxnLst/>
              <a:rect l="l" t="t" r="r" b="b"/>
              <a:pathLst>
                <a:path w="2943" h="4165" extrusionOk="0">
                  <a:moveTo>
                    <a:pt x="0" y="0"/>
                  </a:moveTo>
                  <a:lnTo>
                    <a:pt x="1346" y="4164"/>
                  </a:lnTo>
                  <a:lnTo>
                    <a:pt x="2943" y="4164"/>
                  </a:lnTo>
                  <a:lnTo>
                    <a:pt x="0"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77"/>
            <p:cNvSpPr/>
            <p:nvPr/>
          </p:nvSpPr>
          <p:spPr>
            <a:xfrm>
              <a:off x="5360352" y="3522129"/>
              <a:ext cx="263128" cy="31437"/>
            </a:xfrm>
            <a:custGeom>
              <a:avLst/>
              <a:gdLst/>
              <a:ahLst/>
              <a:cxnLst/>
              <a:rect l="l" t="t" r="r" b="b"/>
              <a:pathLst>
                <a:path w="10069" h="1203" extrusionOk="0">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77"/>
            <p:cNvSpPr/>
            <p:nvPr/>
          </p:nvSpPr>
          <p:spPr>
            <a:xfrm>
              <a:off x="5360613" y="3522129"/>
              <a:ext cx="262867" cy="31437"/>
            </a:xfrm>
            <a:custGeom>
              <a:avLst/>
              <a:gdLst/>
              <a:ahLst/>
              <a:cxnLst/>
              <a:rect l="l" t="t" r="r" b="b"/>
              <a:pathLst>
                <a:path w="10059" h="1203" extrusionOk="0">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1" name="Google Shape;15091;p77"/>
            <p:cNvSpPr/>
            <p:nvPr/>
          </p:nvSpPr>
          <p:spPr>
            <a:xfrm>
              <a:off x="5346292" y="3545753"/>
              <a:ext cx="291247" cy="21873"/>
            </a:xfrm>
            <a:custGeom>
              <a:avLst/>
              <a:gdLst/>
              <a:ahLst/>
              <a:cxnLst/>
              <a:rect l="l" t="t" r="r" b="b"/>
              <a:pathLst>
                <a:path w="11145" h="837" extrusionOk="0">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2" name="Google Shape;15092;p77"/>
            <p:cNvSpPr/>
            <p:nvPr/>
          </p:nvSpPr>
          <p:spPr>
            <a:xfrm>
              <a:off x="5346292" y="3545753"/>
              <a:ext cx="291247" cy="21873"/>
            </a:xfrm>
            <a:custGeom>
              <a:avLst/>
              <a:gdLst/>
              <a:ahLst/>
              <a:cxnLst/>
              <a:rect l="l" t="t" r="r" b="b"/>
              <a:pathLst>
                <a:path w="11145" h="837" extrusionOk="0">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77"/>
            <p:cNvSpPr/>
            <p:nvPr/>
          </p:nvSpPr>
          <p:spPr>
            <a:xfrm>
              <a:off x="5490256" y="3413314"/>
              <a:ext cx="69147" cy="51533"/>
            </a:xfrm>
            <a:custGeom>
              <a:avLst/>
              <a:gdLst/>
              <a:ahLst/>
              <a:cxnLst/>
              <a:rect l="l" t="t" r="r" b="b"/>
              <a:pathLst>
                <a:path w="2646" h="1972" extrusionOk="0">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77"/>
            <p:cNvSpPr/>
            <p:nvPr/>
          </p:nvSpPr>
          <p:spPr>
            <a:xfrm>
              <a:off x="5524202" y="3413314"/>
              <a:ext cx="35200" cy="49521"/>
            </a:xfrm>
            <a:custGeom>
              <a:avLst/>
              <a:gdLst/>
              <a:ahLst/>
              <a:cxnLst/>
              <a:rect l="l" t="t" r="r" b="b"/>
              <a:pathLst>
                <a:path w="1347" h="1895" extrusionOk="0">
                  <a:moveTo>
                    <a:pt x="0" y="0"/>
                  </a:moveTo>
                  <a:lnTo>
                    <a:pt x="462" y="1433"/>
                  </a:lnTo>
                  <a:lnTo>
                    <a:pt x="1346" y="1895"/>
                  </a:lnTo>
                  <a:lnTo>
                    <a:pt x="0"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77"/>
            <p:cNvSpPr/>
            <p:nvPr/>
          </p:nvSpPr>
          <p:spPr>
            <a:xfrm>
              <a:off x="5406580" y="3462312"/>
              <a:ext cx="42491" cy="39721"/>
            </a:xfrm>
            <a:custGeom>
              <a:avLst/>
              <a:gdLst/>
              <a:ahLst/>
              <a:cxnLst/>
              <a:rect l="l" t="t" r="r" b="b"/>
              <a:pathLst>
                <a:path w="1626" h="1520" extrusionOk="0">
                  <a:moveTo>
                    <a:pt x="991" y="1"/>
                  </a:moveTo>
                  <a:lnTo>
                    <a:pt x="1" y="1270"/>
                  </a:lnTo>
                  <a:lnTo>
                    <a:pt x="722" y="1145"/>
                  </a:lnTo>
                  <a:lnTo>
                    <a:pt x="982" y="1520"/>
                  </a:lnTo>
                  <a:lnTo>
                    <a:pt x="1626" y="904"/>
                  </a:lnTo>
                  <a:lnTo>
                    <a:pt x="99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77"/>
            <p:cNvSpPr/>
            <p:nvPr/>
          </p:nvSpPr>
          <p:spPr>
            <a:xfrm>
              <a:off x="5432477" y="3462312"/>
              <a:ext cx="16594" cy="30680"/>
            </a:xfrm>
            <a:custGeom>
              <a:avLst/>
              <a:gdLst/>
              <a:ahLst/>
              <a:cxnLst/>
              <a:rect l="l" t="t" r="r" b="b"/>
              <a:pathLst>
                <a:path w="635" h="1174" extrusionOk="0">
                  <a:moveTo>
                    <a:pt x="0" y="1"/>
                  </a:moveTo>
                  <a:lnTo>
                    <a:pt x="346" y="1174"/>
                  </a:lnTo>
                  <a:lnTo>
                    <a:pt x="635" y="904"/>
                  </a:lnTo>
                  <a:lnTo>
                    <a:pt x="0"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77"/>
            <p:cNvSpPr/>
            <p:nvPr/>
          </p:nvSpPr>
          <p:spPr>
            <a:xfrm>
              <a:off x="5491772" y="3362303"/>
              <a:ext cx="32195" cy="22134"/>
            </a:xfrm>
            <a:custGeom>
              <a:avLst/>
              <a:gdLst/>
              <a:ahLst/>
              <a:cxnLst/>
              <a:rect l="l" t="t" r="r" b="b"/>
              <a:pathLst>
                <a:path w="1232" h="847" extrusionOk="0">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8" name="Google Shape;15098;p77"/>
          <p:cNvGrpSpPr/>
          <p:nvPr/>
        </p:nvGrpSpPr>
        <p:grpSpPr>
          <a:xfrm>
            <a:off x="7969264" y="1981697"/>
            <a:ext cx="337763" cy="360393"/>
            <a:chOff x="7969264" y="1981697"/>
            <a:chExt cx="337763" cy="360393"/>
          </a:xfrm>
        </p:grpSpPr>
        <p:sp>
          <p:nvSpPr>
            <p:cNvPr id="15099" name="Google Shape;15099;p77"/>
            <p:cNvSpPr/>
            <p:nvPr/>
          </p:nvSpPr>
          <p:spPr>
            <a:xfrm>
              <a:off x="8035353" y="2032159"/>
              <a:ext cx="271673" cy="247109"/>
            </a:xfrm>
            <a:custGeom>
              <a:avLst/>
              <a:gdLst/>
              <a:ahLst/>
              <a:cxnLst/>
              <a:rect l="l" t="t" r="r" b="b"/>
              <a:pathLst>
                <a:path w="10396" h="9456" extrusionOk="0">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77"/>
            <p:cNvSpPr/>
            <p:nvPr/>
          </p:nvSpPr>
          <p:spPr>
            <a:xfrm>
              <a:off x="8229596" y="2136244"/>
              <a:ext cx="77431" cy="76934"/>
            </a:xfrm>
            <a:custGeom>
              <a:avLst/>
              <a:gdLst/>
              <a:ahLst/>
              <a:cxnLst/>
              <a:rect l="l" t="t" r="r" b="b"/>
              <a:pathLst>
                <a:path w="2963" h="2944" extrusionOk="0">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77"/>
            <p:cNvSpPr/>
            <p:nvPr/>
          </p:nvSpPr>
          <p:spPr>
            <a:xfrm>
              <a:off x="8208480" y="2092786"/>
              <a:ext cx="96533" cy="92744"/>
            </a:xfrm>
            <a:custGeom>
              <a:avLst/>
              <a:gdLst/>
              <a:ahLst/>
              <a:cxnLst/>
              <a:rect l="l" t="t" r="r" b="b"/>
              <a:pathLst>
                <a:path w="3694" h="3549" extrusionOk="0">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77"/>
            <p:cNvSpPr/>
            <p:nvPr/>
          </p:nvSpPr>
          <p:spPr>
            <a:xfrm>
              <a:off x="8186634" y="2049302"/>
              <a:ext cx="116865" cy="108084"/>
            </a:xfrm>
            <a:custGeom>
              <a:avLst/>
              <a:gdLst/>
              <a:ahLst/>
              <a:cxnLst/>
              <a:rect l="l" t="t" r="r" b="b"/>
              <a:pathLst>
                <a:path w="4472" h="4136" extrusionOk="0">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77"/>
            <p:cNvSpPr/>
            <p:nvPr/>
          </p:nvSpPr>
          <p:spPr>
            <a:xfrm>
              <a:off x="8165257" y="2033465"/>
              <a:ext cx="100297" cy="95514"/>
            </a:xfrm>
            <a:custGeom>
              <a:avLst/>
              <a:gdLst/>
              <a:ahLst/>
              <a:cxnLst/>
              <a:rect l="l" t="t" r="r" b="b"/>
              <a:pathLst>
                <a:path w="3838" h="3655" extrusionOk="0">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4" name="Google Shape;15104;p77"/>
            <p:cNvSpPr/>
            <p:nvPr/>
          </p:nvSpPr>
          <p:spPr>
            <a:xfrm>
              <a:off x="8079830" y="1981697"/>
              <a:ext cx="205820" cy="288529"/>
            </a:xfrm>
            <a:custGeom>
              <a:avLst/>
              <a:gdLst/>
              <a:ahLst/>
              <a:cxnLst/>
              <a:rect l="l" t="t" r="r" b="b"/>
              <a:pathLst>
                <a:path w="7876" h="11041" extrusionOk="0">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5" name="Google Shape;15105;p77"/>
            <p:cNvSpPr/>
            <p:nvPr/>
          </p:nvSpPr>
          <p:spPr>
            <a:xfrm>
              <a:off x="8258995" y="2031453"/>
              <a:ext cx="26655" cy="95279"/>
            </a:xfrm>
            <a:custGeom>
              <a:avLst/>
              <a:gdLst/>
              <a:ahLst/>
              <a:cxnLst/>
              <a:rect l="l" t="t" r="r" b="b"/>
              <a:pathLst>
                <a:path w="1020" h="3646" extrusionOk="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77"/>
            <p:cNvSpPr/>
            <p:nvPr/>
          </p:nvSpPr>
          <p:spPr>
            <a:xfrm>
              <a:off x="8223298" y="2006836"/>
              <a:ext cx="26916" cy="120131"/>
            </a:xfrm>
            <a:custGeom>
              <a:avLst/>
              <a:gdLst/>
              <a:ahLst/>
              <a:cxnLst/>
              <a:rect l="l" t="t" r="r" b="b"/>
              <a:pathLst>
                <a:path w="1030" h="4597" extrusionOk="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77"/>
            <p:cNvSpPr/>
            <p:nvPr/>
          </p:nvSpPr>
          <p:spPr>
            <a:xfrm>
              <a:off x="8187627" y="1981697"/>
              <a:ext cx="26916" cy="145271"/>
            </a:xfrm>
            <a:custGeom>
              <a:avLst/>
              <a:gdLst/>
              <a:ahLst/>
              <a:cxnLst/>
              <a:rect l="l" t="t" r="r" b="b"/>
              <a:pathLst>
                <a:path w="1030" h="5559" extrusionOk="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77"/>
            <p:cNvSpPr/>
            <p:nvPr/>
          </p:nvSpPr>
          <p:spPr>
            <a:xfrm>
              <a:off x="8152191" y="2002315"/>
              <a:ext cx="26655" cy="124652"/>
            </a:xfrm>
            <a:custGeom>
              <a:avLst/>
              <a:gdLst/>
              <a:ahLst/>
              <a:cxnLst/>
              <a:rect l="l" t="t" r="r" b="b"/>
              <a:pathLst>
                <a:path w="1020" h="4770" extrusionOk="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77"/>
            <p:cNvSpPr/>
            <p:nvPr/>
          </p:nvSpPr>
          <p:spPr>
            <a:xfrm>
              <a:off x="8013741" y="2173823"/>
              <a:ext cx="106072" cy="122588"/>
            </a:xfrm>
            <a:custGeom>
              <a:avLst/>
              <a:gdLst/>
              <a:ahLst/>
              <a:cxnLst/>
              <a:rect l="l" t="t" r="r" b="b"/>
              <a:pathLst>
                <a:path w="4059" h="4691" extrusionOk="0">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77"/>
            <p:cNvSpPr/>
            <p:nvPr/>
          </p:nvSpPr>
          <p:spPr>
            <a:xfrm>
              <a:off x="8053436" y="2226977"/>
              <a:ext cx="66377" cy="69539"/>
            </a:xfrm>
            <a:custGeom>
              <a:avLst/>
              <a:gdLst/>
              <a:ahLst/>
              <a:cxnLst/>
              <a:rect l="l" t="t" r="r" b="b"/>
              <a:pathLst>
                <a:path w="2540" h="2661" extrusionOk="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77"/>
            <p:cNvSpPr/>
            <p:nvPr/>
          </p:nvSpPr>
          <p:spPr>
            <a:xfrm>
              <a:off x="7969264" y="2183388"/>
              <a:ext cx="135471" cy="149896"/>
            </a:xfrm>
            <a:custGeom>
              <a:avLst/>
              <a:gdLst/>
              <a:ahLst/>
              <a:cxnLst/>
              <a:rect l="l" t="t" r="r" b="b"/>
              <a:pathLst>
                <a:path w="5184" h="5736" extrusionOk="0">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77"/>
            <p:cNvSpPr/>
            <p:nvPr/>
          </p:nvSpPr>
          <p:spPr>
            <a:xfrm>
              <a:off x="8033340" y="2260635"/>
              <a:ext cx="71394" cy="72544"/>
            </a:xfrm>
            <a:custGeom>
              <a:avLst/>
              <a:gdLst/>
              <a:ahLst/>
              <a:cxnLst/>
              <a:rect l="l" t="t" r="r" b="b"/>
              <a:pathLst>
                <a:path w="2732" h="2776" extrusionOk="0">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77"/>
            <p:cNvSpPr/>
            <p:nvPr/>
          </p:nvSpPr>
          <p:spPr>
            <a:xfrm>
              <a:off x="8134604" y="2256114"/>
              <a:ext cx="131211" cy="36455"/>
            </a:xfrm>
            <a:custGeom>
              <a:avLst/>
              <a:gdLst/>
              <a:ahLst/>
              <a:cxnLst/>
              <a:rect l="l" t="t" r="r" b="b"/>
              <a:pathLst>
                <a:path w="5021" h="1395" extrusionOk="0">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4" name="Google Shape;15114;p77"/>
            <p:cNvSpPr/>
            <p:nvPr/>
          </p:nvSpPr>
          <p:spPr>
            <a:xfrm>
              <a:off x="8200196" y="2256114"/>
              <a:ext cx="65619" cy="36455"/>
            </a:xfrm>
            <a:custGeom>
              <a:avLst/>
              <a:gdLst/>
              <a:ahLst/>
              <a:cxnLst/>
              <a:rect l="l" t="t" r="r" b="b"/>
              <a:pathLst>
                <a:path w="2511" h="1395" extrusionOk="0">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5" name="Google Shape;15115;p77"/>
            <p:cNvSpPr/>
            <p:nvPr/>
          </p:nvSpPr>
          <p:spPr>
            <a:xfrm>
              <a:off x="8125562" y="2279242"/>
              <a:ext cx="149034" cy="62849"/>
            </a:xfrm>
            <a:custGeom>
              <a:avLst/>
              <a:gdLst/>
              <a:ahLst/>
              <a:cxnLst/>
              <a:rect l="l" t="t" r="r" b="b"/>
              <a:pathLst>
                <a:path w="5703" h="2405" extrusionOk="0">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6" name="Google Shape;15116;p77"/>
            <p:cNvSpPr/>
            <p:nvPr/>
          </p:nvSpPr>
          <p:spPr>
            <a:xfrm>
              <a:off x="8131076" y="2279242"/>
              <a:ext cx="143520" cy="62587"/>
            </a:xfrm>
            <a:custGeom>
              <a:avLst/>
              <a:gdLst/>
              <a:ahLst/>
              <a:cxnLst/>
              <a:rect l="l" t="t" r="r" b="b"/>
              <a:pathLst>
                <a:path w="5492" h="2395" extrusionOk="0">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7" name="Google Shape;15117;p77"/>
          <p:cNvGrpSpPr/>
          <p:nvPr/>
        </p:nvGrpSpPr>
        <p:grpSpPr>
          <a:xfrm>
            <a:off x="5736032" y="2430000"/>
            <a:ext cx="360890" cy="350332"/>
            <a:chOff x="5736032" y="2430000"/>
            <a:chExt cx="360890" cy="350332"/>
          </a:xfrm>
        </p:grpSpPr>
        <p:sp>
          <p:nvSpPr>
            <p:cNvPr id="15118" name="Google Shape;15118;p77"/>
            <p:cNvSpPr/>
            <p:nvPr/>
          </p:nvSpPr>
          <p:spPr>
            <a:xfrm>
              <a:off x="6072018" y="2447613"/>
              <a:ext cx="18868" cy="332719"/>
            </a:xfrm>
            <a:custGeom>
              <a:avLst/>
              <a:gdLst/>
              <a:ahLst/>
              <a:cxnLst/>
              <a:rect l="l" t="t" r="r" b="b"/>
              <a:pathLst>
                <a:path w="722" h="12732" extrusionOk="0">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9" name="Google Shape;15119;p77"/>
            <p:cNvSpPr/>
            <p:nvPr/>
          </p:nvSpPr>
          <p:spPr>
            <a:xfrm>
              <a:off x="6076774" y="2447613"/>
              <a:ext cx="14112" cy="332432"/>
            </a:xfrm>
            <a:custGeom>
              <a:avLst/>
              <a:gdLst/>
              <a:ahLst/>
              <a:cxnLst/>
              <a:rect l="l" t="t" r="r" b="b"/>
              <a:pathLst>
                <a:path w="540" h="12721" extrusionOk="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0" name="Google Shape;15120;p77"/>
            <p:cNvSpPr/>
            <p:nvPr/>
          </p:nvSpPr>
          <p:spPr>
            <a:xfrm>
              <a:off x="5979535" y="2638328"/>
              <a:ext cx="18606" cy="137117"/>
            </a:xfrm>
            <a:custGeom>
              <a:avLst/>
              <a:gdLst/>
              <a:ahLst/>
              <a:cxnLst/>
              <a:rect l="l" t="t" r="r" b="b"/>
              <a:pathLst>
                <a:path w="712" h="5247" extrusionOk="0">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77"/>
            <p:cNvSpPr/>
            <p:nvPr/>
          </p:nvSpPr>
          <p:spPr>
            <a:xfrm>
              <a:off x="5984056" y="2638328"/>
              <a:ext cx="14085" cy="138345"/>
            </a:xfrm>
            <a:custGeom>
              <a:avLst/>
              <a:gdLst/>
              <a:ahLst/>
              <a:cxnLst/>
              <a:rect l="l" t="t" r="r" b="b"/>
              <a:pathLst>
                <a:path w="539" h="5294" extrusionOk="0">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2" name="Google Shape;15122;p77"/>
            <p:cNvSpPr/>
            <p:nvPr/>
          </p:nvSpPr>
          <p:spPr>
            <a:xfrm>
              <a:off x="5736032" y="2430000"/>
              <a:ext cx="360629" cy="122405"/>
            </a:xfrm>
            <a:custGeom>
              <a:avLst/>
              <a:gdLst/>
              <a:ahLst/>
              <a:cxnLst/>
              <a:rect l="l" t="t" r="r" b="b"/>
              <a:pathLst>
                <a:path w="13800" h="4684" extrusionOk="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3" name="Google Shape;15123;p77"/>
            <p:cNvSpPr/>
            <p:nvPr/>
          </p:nvSpPr>
          <p:spPr>
            <a:xfrm>
              <a:off x="5972505" y="2430000"/>
              <a:ext cx="124417" cy="122405"/>
            </a:xfrm>
            <a:custGeom>
              <a:avLst/>
              <a:gdLst/>
              <a:ahLst/>
              <a:cxnLst/>
              <a:rect l="l" t="t" r="r" b="b"/>
              <a:pathLst>
                <a:path w="4761" h="4684" extrusionOk="0">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77"/>
            <p:cNvSpPr/>
            <p:nvPr/>
          </p:nvSpPr>
          <p:spPr>
            <a:xfrm>
              <a:off x="5750353" y="2455139"/>
              <a:ext cx="156325" cy="84722"/>
            </a:xfrm>
            <a:custGeom>
              <a:avLst/>
              <a:gdLst/>
              <a:ahLst/>
              <a:cxnLst/>
              <a:rect l="l" t="t" r="r" b="b"/>
              <a:pathLst>
                <a:path w="5982" h="3242" extrusionOk="0">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77"/>
            <p:cNvSpPr/>
            <p:nvPr/>
          </p:nvSpPr>
          <p:spPr>
            <a:xfrm>
              <a:off x="5763184" y="2465697"/>
              <a:ext cx="131185" cy="64600"/>
            </a:xfrm>
            <a:custGeom>
              <a:avLst/>
              <a:gdLst/>
              <a:ahLst/>
              <a:cxnLst/>
              <a:rect l="l" t="t" r="r" b="b"/>
              <a:pathLst>
                <a:path w="5020" h="2472" extrusionOk="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77"/>
            <p:cNvSpPr/>
            <p:nvPr/>
          </p:nvSpPr>
          <p:spPr>
            <a:xfrm>
              <a:off x="5926016" y="2455375"/>
              <a:ext cx="156298" cy="84486"/>
            </a:xfrm>
            <a:custGeom>
              <a:avLst/>
              <a:gdLst/>
              <a:ahLst/>
              <a:cxnLst/>
              <a:rect l="l" t="t" r="r" b="b"/>
              <a:pathLst>
                <a:path w="5981" h="3233" extrusionOk="0">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77"/>
            <p:cNvSpPr/>
            <p:nvPr/>
          </p:nvSpPr>
          <p:spPr>
            <a:xfrm>
              <a:off x="5938324" y="2465697"/>
              <a:ext cx="131185" cy="64600"/>
            </a:xfrm>
            <a:custGeom>
              <a:avLst/>
              <a:gdLst/>
              <a:ahLst/>
              <a:cxnLst/>
              <a:rect l="l" t="t" r="r" b="b"/>
              <a:pathLst>
                <a:path w="5020" h="2472" extrusionOk="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8" name="Google Shape;15128;p77"/>
            <p:cNvSpPr/>
            <p:nvPr/>
          </p:nvSpPr>
          <p:spPr>
            <a:xfrm>
              <a:off x="6000389" y="2465932"/>
              <a:ext cx="69382" cy="64129"/>
            </a:xfrm>
            <a:custGeom>
              <a:avLst/>
              <a:gdLst/>
              <a:ahLst/>
              <a:cxnLst/>
              <a:rect l="l" t="t" r="r" b="b"/>
              <a:pathLst>
                <a:path w="2655" h="2454" extrusionOk="0">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9" name="Google Shape;15129;p77"/>
            <p:cNvSpPr/>
            <p:nvPr/>
          </p:nvSpPr>
          <p:spPr>
            <a:xfrm>
              <a:off x="5816703" y="2491333"/>
              <a:ext cx="77666" cy="38964"/>
            </a:xfrm>
            <a:custGeom>
              <a:avLst/>
              <a:gdLst/>
              <a:ahLst/>
              <a:cxnLst/>
              <a:rect l="l" t="t" r="r" b="b"/>
              <a:pathLst>
                <a:path w="2972" h="1491" extrusionOk="0">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77"/>
            <p:cNvSpPr/>
            <p:nvPr/>
          </p:nvSpPr>
          <p:spPr>
            <a:xfrm>
              <a:off x="5828751" y="2603990"/>
              <a:ext cx="175192" cy="72831"/>
            </a:xfrm>
            <a:custGeom>
              <a:avLst/>
              <a:gdLst/>
              <a:ahLst/>
              <a:cxnLst/>
              <a:rect l="l" t="t" r="r" b="b"/>
              <a:pathLst>
                <a:path w="6704" h="2787" extrusionOk="0">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77"/>
            <p:cNvSpPr/>
            <p:nvPr/>
          </p:nvSpPr>
          <p:spPr>
            <a:xfrm>
              <a:off x="5828751" y="2636316"/>
              <a:ext cx="175192" cy="40505"/>
            </a:xfrm>
            <a:custGeom>
              <a:avLst/>
              <a:gdLst/>
              <a:ahLst/>
              <a:cxnLst/>
              <a:rect l="l" t="t" r="r" b="b"/>
              <a:pathLst>
                <a:path w="6704" h="1550" extrusionOk="0">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77"/>
            <p:cNvSpPr/>
            <p:nvPr/>
          </p:nvSpPr>
          <p:spPr>
            <a:xfrm>
              <a:off x="5872993" y="2648624"/>
              <a:ext cx="86472" cy="16620"/>
            </a:xfrm>
            <a:custGeom>
              <a:avLst/>
              <a:gdLst/>
              <a:ahLst/>
              <a:cxnLst/>
              <a:rect l="l" t="t" r="r" b="b"/>
              <a:pathLst>
                <a:path w="3309" h="636" extrusionOk="0">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3" name="Google Shape;15133;p77"/>
            <p:cNvSpPr/>
            <p:nvPr/>
          </p:nvSpPr>
          <p:spPr>
            <a:xfrm>
              <a:off x="5920972" y="2616717"/>
              <a:ext cx="50540" cy="17404"/>
            </a:xfrm>
            <a:custGeom>
              <a:avLst/>
              <a:gdLst/>
              <a:ahLst/>
              <a:cxnLst/>
              <a:rect l="l" t="t" r="r" b="b"/>
              <a:pathLst>
                <a:path w="1934" h="666" extrusionOk="0">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4" name="Google Shape;15134;p77"/>
            <p:cNvSpPr/>
            <p:nvPr/>
          </p:nvSpPr>
          <p:spPr>
            <a:xfrm>
              <a:off x="5860920" y="2616717"/>
              <a:ext cx="50802" cy="17404"/>
            </a:xfrm>
            <a:custGeom>
              <a:avLst/>
              <a:gdLst/>
              <a:ahLst/>
              <a:cxnLst/>
              <a:rect l="l" t="t" r="r" b="b"/>
              <a:pathLst>
                <a:path w="1944" h="666" extrusionOk="0">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5" name="Google Shape;15135;p77"/>
          <p:cNvGrpSpPr/>
          <p:nvPr/>
        </p:nvGrpSpPr>
        <p:grpSpPr>
          <a:xfrm>
            <a:off x="4877867" y="1995991"/>
            <a:ext cx="360628" cy="331778"/>
            <a:chOff x="4877867" y="1995991"/>
            <a:chExt cx="360628" cy="331778"/>
          </a:xfrm>
        </p:grpSpPr>
        <p:sp>
          <p:nvSpPr>
            <p:cNvPr id="15136" name="Google Shape;15136;p77"/>
            <p:cNvSpPr/>
            <p:nvPr/>
          </p:nvSpPr>
          <p:spPr>
            <a:xfrm>
              <a:off x="5151527" y="2172699"/>
              <a:ext cx="17613" cy="155070"/>
            </a:xfrm>
            <a:custGeom>
              <a:avLst/>
              <a:gdLst/>
              <a:ahLst/>
              <a:cxnLst/>
              <a:rect l="l" t="t" r="r" b="b"/>
              <a:pathLst>
                <a:path w="674" h="5934" extrusionOk="0">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77"/>
            <p:cNvSpPr/>
            <p:nvPr/>
          </p:nvSpPr>
          <p:spPr>
            <a:xfrm>
              <a:off x="5155813" y="2172699"/>
              <a:ext cx="13328" cy="155070"/>
            </a:xfrm>
            <a:custGeom>
              <a:avLst/>
              <a:gdLst/>
              <a:ahLst/>
              <a:cxnLst/>
              <a:rect l="l" t="t" r="r" b="b"/>
              <a:pathLst>
                <a:path w="510" h="5934" extrusionOk="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77"/>
            <p:cNvSpPr/>
            <p:nvPr/>
          </p:nvSpPr>
          <p:spPr>
            <a:xfrm>
              <a:off x="4941709" y="2135748"/>
              <a:ext cx="233206" cy="58877"/>
            </a:xfrm>
            <a:custGeom>
              <a:avLst/>
              <a:gdLst/>
              <a:ahLst/>
              <a:cxnLst/>
              <a:rect l="l" t="t" r="r" b="b"/>
              <a:pathLst>
                <a:path w="8924" h="2253" extrusionOk="0">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77"/>
            <p:cNvSpPr/>
            <p:nvPr/>
          </p:nvSpPr>
          <p:spPr>
            <a:xfrm>
              <a:off x="5217119" y="2012873"/>
              <a:ext cx="17613" cy="314897"/>
            </a:xfrm>
            <a:custGeom>
              <a:avLst/>
              <a:gdLst/>
              <a:ahLst/>
              <a:cxnLst/>
              <a:rect l="l" t="t" r="r" b="b"/>
              <a:pathLst>
                <a:path w="674" h="12050" extrusionOk="0">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77"/>
            <p:cNvSpPr/>
            <p:nvPr/>
          </p:nvSpPr>
          <p:spPr>
            <a:xfrm>
              <a:off x="5221379" y="2012873"/>
              <a:ext cx="13354" cy="314897"/>
            </a:xfrm>
            <a:custGeom>
              <a:avLst/>
              <a:gdLst/>
              <a:ahLst/>
              <a:cxnLst/>
              <a:rect l="l" t="t" r="r" b="b"/>
              <a:pathLst>
                <a:path w="511" h="12050" extrusionOk="0">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77"/>
            <p:cNvSpPr/>
            <p:nvPr/>
          </p:nvSpPr>
          <p:spPr>
            <a:xfrm>
              <a:off x="4877867" y="1995991"/>
              <a:ext cx="360393" cy="119478"/>
            </a:xfrm>
            <a:custGeom>
              <a:avLst/>
              <a:gdLst/>
              <a:ahLst/>
              <a:cxnLst/>
              <a:rect l="l" t="t" r="r" b="b"/>
              <a:pathLst>
                <a:path w="13791" h="4572" extrusionOk="0">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2" name="Google Shape;15142;p77"/>
            <p:cNvSpPr/>
            <p:nvPr/>
          </p:nvSpPr>
          <p:spPr>
            <a:xfrm>
              <a:off x="5138461" y="1997533"/>
              <a:ext cx="100035" cy="117675"/>
            </a:xfrm>
            <a:custGeom>
              <a:avLst/>
              <a:gdLst/>
              <a:ahLst/>
              <a:cxnLst/>
              <a:rect l="l" t="t" r="r" b="b"/>
              <a:pathLst>
                <a:path w="3828" h="4503" extrusionOk="0">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3" name="Google Shape;15143;p77"/>
            <p:cNvSpPr/>
            <p:nvPr/>
          </p:nvSpPr>
          <p:spPr>
            <a:xfrm>
              <a:off x="5085438" y="2010077"/>
              <a:ext cx="137222" cy="91568"/>
            </a:xfrm>
            <a:custGeom>
              <a:avLst/>
              <a:gdLst/>
              <a:ahLst/>
              <a:cxnLst/>
              <a:rect l="l" t="t" r="r" b="b"/>
              <a:pathLst>
                <a:path w="5251" h="3504" extrusionOk="0">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4" name="Google Shape;15144;p77"/>
            <p:cNvSpPr/>
            <p:nvPr/>
          </p:nvSpPr>
          <p:spPr>
            <a:xfrm>
              <a:off x="5089959" y="2014336"/>
              <a:ext cx="127683" cy="83023"/>
            </a:xfrm>
            <a:custGeom>
              <a:avLst/>
              <a:gdLst/>
              <a:ahLst/>
              <a:cxnLst/>
              <a:rect l="l" t="t" r="r" b="b"/>
              <a:pathLst>
                <a:path w="4886" h="3177" extrusionOk="0">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5" name="Google Shape;15145;p77"/>
            <p:cNvSpPr/>
            <p:nvPr/>
          </p:nvSpPr>
          <p:spPr>
            <a:xfrm>
              <a:off x="4893704" y="2009815"/>
              <a:ext cx="136987" cy="91568"/>
            </a:xfrm>
            <a:custGeom>
              <a:avLst/>
              <a:gdLst/>
              <a:ahLst/>
              <a:cxnLst/>
              <a:rect l="l" t="t" r="r" b="b"/>
              <a:pathLst>
                <a:path w="5242" h="3504" extrusionOk="0">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77"/>
            <p:cNvSpPr/>
            <p:nvPr/>
          </p:nvSpPr>
          <p:spPr>
            <a:xfrm>
              <a:off x="4898721" y="2014101"/>
              <a:ext cx="127683" cy="83023"/>
            </a:xfrm>
            <a:custGeom>
              <a:avLst/>
              <a:gdLst/>
              <a:ahLst/>
              <a:cxnLst/>
              <a:rect l="l" t="t" r="r" b="b"/>
              <a:pathLst>
                <a:path w="4886" h="3177" extrusionOk="0">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77"/>
            <p:cNvSpPr/>
            <p:nvPr/>
          </p:nvSpPr>
          <p:spPr>
            <a:xfrm>
              <a:off x="4940690" y="2017133"/>
              <a:ext cx="85479" cy="79939"/>
            </a:xfrm>
            <a:custGeom>
              <a:avLst/>
              <a:gdLst/>
              <a:ahLst/>
              <a:cxnLst/>
              <a:rect l="l" t="t" r="r" b="b"/>
              <a:pathLst>
                <a:path w="3271" h="3059" extrusionOk="0">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77"/>
            <p:cNvSpPr/>
            <p:nvPr/>
          </p:nvSpPr>
          <p:spPr>
            <a:xfrm>
              <a:off x="5139715" y="2014624"/>
              <a:ext cx="77431" cy="82500"/>
            </a:xfrm>
            <a:custGeom>
              <a:avLst/>
              <a:gdLst/>
              <a:ahLst/>
              <a:cxnLst/>
              <a:rect l="l" t="t" r="r" b="b"/>
              <a:pathLst>
                <a:path w="2963" h="3157" extrusionOk="0">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77"/>
            <p:cNvSpPr/>
            <p:nvPr/>
          </p:nvSpPr>
          <p:spPr>
            <a:xfrm>
              <a:off x="4969096" y="2146802"/>
              <a:ext cx="177675" cy="36716"/>
            </a:xfrm>
            <a:custGeom>
              <a:avLst/>
              <a:gdLst/>
              <a:ahLst/>
              <a:cxnLst/>
              <a:rect l="l" t="t" r="r" b="b"/>
              <a:pathLst>
                <a:path w="6799" h="1405" extrusionOk="0">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0" name="Google Shape;15150;p77"/>
          <p:cNvGrpSpPr/>
          <p:nvPr/>
        </p:nvGrpSpPr>
        <p:grpSpPr>
          <a:xfrm>
            <a:off x="7050889" y="2913503"/>
            <a:ext cx="363529" cy="339513"/>
            <a:chOff x="7050889" y="2913503"/>
            <a:chExt cx="363529" cy="339513"/>
          </a:xfrm>
        </p:grpSpPr>
        <p:sp>
          <p:nvSpPr>
            <p:cNvPr id="15151" name="Google Shape;15151;p77"/>
            <p:cNvSpPr/>
            <p:nvPr/>
          </p:nvSpPr>
          <p:spPr>
            <a:xfrm>
              <a:off x="7057814" y="2913503"/>
              <a:ext cx="217893" cy="268146"/>
            </a:xfrm>
            <a:custGeom>
              <a:avLst/>
              <a:gdLst/>
              <a:ahLst/>
              <a:cxnLst/>
              <a:rect l="l" t="t" r="r" b="b"/>
              <a:pathLst>
                <a:path w="8338" h="10261" extrusionOk="0">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77"/>
            <p:cNvSpPr/>
            <p:nvPr/>
          </p:nvSpPr>
          <p:spPr>
            <a:xfrm>
              <a:off x="7262118" y="2972223"/>
              <a:ext cx="152300" cy="280794"/>
            </a:xfrm>
            <a:custGeom>
              <a:avLst/>
              <a:gdLst/>
              <a:ahLst/>
              <a:cxnLst/>
              <a:rect l="l" t="t" r="r" b="b"/>
              <a:pathLst>
                <a:path w="5828" h="10745" extrusionOk="0">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3" name="Google Shape;15153;p77"/>
            <p:cNvSpPr/>
            <p:nvPr/>
          </p:nvSpPr>
          <p:spPr>
            <a:xfrm>
              <a:off x="7263373" y="3037136"/>
              <a:ext cx="151046" cy="214626"/>
            </a:xfrm>
            <a:custGeom>
              <a:avLst/>
              <a:gdLst/>
              <a:ahLst/>
              <a:cxnLst/>
              <a:rect l="l" t="t" r="r" b="b"/>
              <a:pathLst>
                <a:path w="5780" h="8213" extrusionOk="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4" name="Google Shape;15154;p77"/>
            <p:cNvSpPr/>
            <p:nvPr/>
          </p:nvSpPr>
          <p:spPr>
            <a:xfrm>
              <a:off x="7105323" y="2913739"/>
              <a:ext cx="170384" cy="97788"/>
            </a:xfrm>
            <a:custGeom>
              <a:avLst/>
              <a:gdLst/>
              <a:ahLst/>
              <a:cxnLst/>
              <a:rect l="l" t="t" r="r" b="b"/>
              <a:pathLst>
                <a:path w="6520" h="3742" extrusionOk="0">
                  <a:moveTo>
                    <a:pt x="6520" y="1"/>
                  </a:moveTo>
                  <a:lnTo>
                    <a:pt x="0" y="1443"/>
                  </a:lnTo>
                  <a:lnTo>
                    <a:pt x="0" y="3741"/>
                  </a:lnTo>
                  <a:lnTo>
                    <a:pt x="6520" y="2289"/>
                  </a:lnTo>
                  <a:lnTo>
                    <a:pt x="652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77"/>
            <p:cNvSpPr/>
            <p:nvPr/>
          </p:nvSpPr>
          <p:spPr>
            <a:xfrm>
              <a:off x="7082196" y="2913503"/>
              <a:ext cx="193511" cy="267884"/>
            </a:xfrm>
            <a:custGeom>
              <a:avLst/>
              <a:gdLst/>
              <a:ahLst/>
              <a:cxnLst/>
              <a:rect l="l" t="t" r="r" b="b"/>
              <a:pathLst>
                <a:path w="7405" h="10251" extrusionOk="0">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77"/>
            <p:cNvSpPr/>
            <p:nvPr/>
          </p:nvSpPr>
          <p:spPr>
            <a:xfrm>
              <a:off x="7354601" y="3215961"/>
              <a:ext cx="50775" cy="17195"/>
            </a:xfrm>
            <a:custGeom>
              <a:avLst/>
              <a:gdLst/>
              <a:ahLst/>
              <a:cxnLst/>
              <a:rect l="l" t="t" r="r" b="b"/>
              <a:pathLst>
                <a:path w="1943" h="658" extrusionOk="0">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77"/>
            <p:cNvSpPr/>
            <p:nvPr/>
          </p:nvSpPr>
          <p:spPr>
            <a:xfrm>
              <a:off x="7050889" y="3195813"/>
              <a:ext cx="197431" cy="26786"/>
            </a:xfrm>
            <a:custGeom>
              <a:avLst/>
              <a:gdLst/>
              <a:ahLst/>
              <a:cxnLst/>
              <a:rect l="l" t="t" r="r" b="b"/>
              <a:pathLst>
                <a:path w="7555" h="1025" extrusionOk="0">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8" name="Google Shape;15158;p77"/>
            <p:cNvSpPr/>
            <p:nvPr/>
          </p:nvSpPr>
          <p:spPr>
            <a:xfrm>
              <a:off x="7357371" y="3166361"/>
              <a:ext cx="47509" cy="16803"/>
            </a:xfrm>
            <a:custGeom>
              <a:avLst/>
              <a:gdLst/>
              <a:ahLst/>
              <a:cxnLst/>
              <a:rect l="l" t="t" r="r" b="b"/>
              <a:pathLst>
                <a:path w="1818" h="643" extrusionOk="0">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9" name="Google Shape;15159;p77"/>
            <p:cNvSpPr/>
            <p:nvPr/>
          </p:nvSpPr>
          <p:spPr>
            <a:xfrm>
              <a:off x="7145855" y="3147938"/>
              <a:ext cx="145872" cy="31464"/>
            </a:xfrm>
            <a:custGeom>
              <a:avLst/>
              <a:gdLst/>
              <a:ahLst/>
              <a:cxnLst/>
              <a:rect l="l" t="t" r="r" b="b"/>
              <a:pathLst>
                <a:path w="5582" h="1204" extrusionOk="0">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0" name="Google Shape;15160;p77"/>
          <p:cNvGrpSpPr/>
          <p:nvPr/>
        </p:nvGrpSpPr>
        <p:grpSpPr>
          <a:xfrm>
            <a:off x="7510900" y="1981462"/>
            <a:ext cx="372937" cy="360629"/>
            <a:chOff x="7510900" y="1981462"/>
            <a:chExt cx="372937" cy="360629"/>
          </a:xfrm>
        </p:grpSpPr>
        <p:sp>
          <p:nvSpPr>
            <p:cNvPr id="15161" name="Google Shape;15161;p77"/>
            <p:cNvSpPr/>
            <p:nvPr/>
          </p:nvSpPr>
          <p:spPr>
            <a:xfrm>
              <a:off x="7617207" y="2027455"/>
              <a:ext cx="160584" cy="264121"/>
            </a:xfrm>
            <a:custGeom>
              <a:avLst/>
              <a:gdLst/>
              <a:ahLst/>
              <a:cxnLst/>
              <a:rect l="l" t="t" r="r" b="b"/>
              <a:pathLst>
                <a:path w="6145" h="10107" extrusionOk="0">
                  <a:moveTo>
                    <a:pt x="0" y="0"/>
                  </a:moveTo>
                  <a:lnTo>
                    <a:pt x="0" y="10106"/>
                  </a:lnTo>
                  <a:lnTo>
                    <a:pt x="6145" y="10106"/>
                  </a:lnTo>
                  <a:lnTo>
                    <a:pt x="614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77"/>
            <p:cNvSpPr/>
            <p:nvPr/>
          </p:nvSpPr>
          <p:spPr>
            <a:xfrm>
              <a:off x="7739585" y="2027455"/>
              <a:ext cx="38206" cy="264121"/>
            </a:xfrm>
            <a:custGeom>
              <a:avLst/>
              <a:gdLst/>
              <a:ahLst/>
              <a:cxnLst/>
              <a:rect l="l" t="t" r="r" b="b"/>
              <a:pathLst>
                <a:path w="1462" h="10107" extrusionOk="0">
                  <a:moveTo>
                    <a:pt x="0" y="0"/>
                  </a:moveTo>
                  <a:lnTo>
                    <a:pt x="0" y="10106"/>
                  </a:lnTo>
                  <a:lnTo>
                    <a:pt x="1462" y="10106"/>
                  </a:lnTo>
                  <a:lnTo>
                    <a:pt x="1462"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3" name="Google Shape;15163;p77"/>
            <p:cNvSpPr/>
            <p:nvPr/>
          </p:nvSpPr>
          <p:spPr>
            <a:xfrm>
              <a:off x="7576231" y="2011619"/>
              <a:ext cx="243529" cy="64861"/>
            </a:xfrm>
            <a:custGeom>
              <a:avLst/>
              <a:gdLst/>
              <a:ahLst/>
              <a:cxnLst/>
              <a:rect l="l" t="t" r="r" b="b"/>
              <a:pathLst>
                <a:path w="9319" h="2482" extrusionOk="0">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4" name="Google Shape;15164;p77"/>
            <p:cNvSpPr/>
            <p:nvPr/>
          </p:nvSpPr>
          <p:spPr>
            <a:xfrm>
              <a:off x="7576231" y="2011619"/>
              <a:ext cx="243529" cy="63842"/>
            </a:xfrm>
            <a:custGeom>
              <a:avLst/>
              <a:gdLst/>
              <a:ahLst/>
              <a:cxnLst/>
              <a:rect l="l" t="t" r="r" b="b"/>
              <a:pathLst>
                <a:path w="9319" h="2443" extrusionOk="0">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5" name="Google Shape;15165;p77"/>
            <p:cNvSpPr/>
            <p:nvPr/>
          </p:nvSpPr>
          <p:spPr>
            <a:xfrm>
              <a:off x="7510900" y="1981462"/>
              <a:ext cx="372937" cy="92169"/>
            </a:xfrm>
            <a:custGeom>
              <a:avLst/>
              <a:gdLst/>
              <a:ahLst/>
              <a:cxnLst/>
              <a:rect l="l" t="t" r="r" b="b"/>
              <a:pathLst>
                <a:path w="14271" h="3527" extrusionOk="0">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6" name="Google Shape;15166;p77"/>
            <p:cNvSpPr/>
            <p:nvPr/>
          </p:nvSpPr>
          <p:spPr>
            <a:xfrm>
              <a:off x="7785056" y="1981462"/>
              <a:ext cx="88746" cy="91986"/>
            </a:xfrm>
            <a:custGeom>
              <a:avLst/>
              <a:gdLst/>
              <a:ahLst/>
              <a:cxnLst/>
              <a:rect l="l" t="t" r="r" b="b"/>
              <a:pathLst>
                <a:path w="3396" h="3520" extrusionOk="0">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77"/>
            <p:cNvSpPr/>
            <p:nvPr/>
          </p:nvSpPr>
          <p:spPr>
            <a:xfrm>
              <a:off x="7553365" y="2027455"/>
              <a:ext cx="64861" cy="46124"/>
            </a:xfrm>
            <a:custGeom>
              <a:avLst/>
              <a:gdLst/>
              <a:ahLst/>
              <a:cxnLst/>
              <a:rect l="l" t="t" r="r" b="b"/>
              <a:pathLst>
                <a:path w="2482" h="1765" extrusionOk="0">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8" name="Google Shape;15168;p77"/>
            <p:cNvSpPr/>
            <p:nvPr/>
          </p:nvSpPr>
          <p:spPr>
            <a:xfrm>
              <a:off x="7584280" y="2275478"/>
              <a:ext cx="226438" cy="40479"/>
            </a:xfrm>
            <a:custGeom>
              <a:avLst/>
              <a:gdLst/>
              <a:ahLst/>
              <a:cxnLst/>
              <a:rect l="l" t="t" r="r" b="b"/>
              <a:pathLst>
                <a:path w="8665" h="1549" extrusionOk="0">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9" name="Google Shape;15169;p77"/>
            <p:cNvSpPr/>
            <p:nvPr/>
          </p:nvSpPr>
          <p:spPr>
            <a:xfrm>
              <a:off x="7584018" y="2275478"/>
              <a:ext cx="226438" cy="40479"/>
            </a:xfrm>
            <a:custGeom>
              <a:avLst/>
              <a:gdLst/>
              <a:ahLst/>
              <a:cxnLst/>
              <a:rect l="l" t="t" r="r" b="b"/>
              <a:pathLst>
                <a:path w="8665" h="1549" extrusionOk="0">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0" name="Google Shape;15170;p77"/>
            <p:cNvSpPr/>
            <p:nvPr/>
          </p:nvSpPr>
          <p:spPr>
            <a:xfrm>
              <a:off x="7549837" y="2308876"/>
              <a:ext cx="295062" cy="33214"/>
            </a:xfrm>
            <a:custGeom>
              <a:avLst/>
              <a:gdLst/>
              <a:ahLst/>
              <a:cxnLst/>
              <a:rect l="l" t="t" r="r" b="b"/>
              <a:pathLst>
                <a:path w="11291" h="1271" extrusionOk="0">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77"/>
            <p:cNvSpPr/>
            <p:nvPr/>
          </p:nvSpPr>
          <p:spPr>
            <a:xfrm>
              <a:off x="7549837" y="2308641"/>
              <a:ext cx="295062" cy="33450"/>
            </a:xfrm>
            <a:custGeom>
              <a:avLst/>
              <a:gdLst/>
              <a:ahLst/>
              <a:cxnLst/>
              <a:rect l="l" t="t" r="r" b="b"/>
              <a:pathLst>
                <a:path w="11291" h="1280" extrusionOk="0">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77"/>
            <p:cNvSpPr/>
            <p:nvPr/>
          </p:nvSpPr>
          <p:spPr>
            <a:xfrm>
              <a:off x="7550098" y="2006078"/>
              <a:ext cx="42988" cy="42753"/>
            </a:xfrm>
            <a:custGeom>
              <a:avLst/>
              <a:gdLst/>
              <a:ahLst/>
              <a:cxnLst/>
              <a:rect l="l" t="t" r="r" b="b"/>
              <a:pathLst>
                <a:path w="1645" h="1636" extrusionOk="0">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77"/>
            <p:cNvSpPr/>
            <p:nvPr/>
          </p:nvSpPr>
          <p:spPr>
            <a:xfrm>
              <a:off x="7801885" y="2006078"/>
              <a:ext cx="42753" cy="42753"/>
            </a:xfrm>
            <a:custGeom>
              <a:avLst/>
              <a:gdLst/>
              <a:ahLst/>
              <a:cxnLst/>
              <a:rect l="l" t="t" r="r" b="b"/>
              <a:pathLst>
                <a:path w="1636" h="1636" extrusionOk="0">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77"/>
            <p:cNvSpPr/>
            <p:nvPr/>
          </p:nvSpPr>
          <p:spPr>
            <a:xfrm>
              <a:off x="7642816" y="2097804"/>
              <a:ext cx="20906" cy="153319"/>
            </a:xfrm>
            <a:custGeom>
              <a:avLst/>
              <a:gdLst/>
              <a:ahLst/>
              <a:cxnLst/>
              <a:rect l="l" t="t" r="r" b="b"/>
              <a:pathLst>
                <a:path w="800" h="5867" extrusionOk="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77"/>
            <p:cNvSpPr/>
            <p:nvPr/>
          </p:nvSpPr>
          <p:spPr>
            <a:xfrm>
              <a:off x="7687059" y="2097804"/>
              <a:ext cx="20880" cy="153319"/>
            </a:xfrm>
            <a:custGeom>
              <a:avLst/>
              <a:gdLst/>
              <a:ahLst/>
              <a:cxnLst/>
              <a:rect l="l" t="t" r="r" b="b"/>
              <a:pathLst>
                <a:path w="799" h="5867" extrusionOk="0">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77"/>
            <p:cNvSpPr/>
            <p:nvPr/>
          </p:nvSpPr>
          <p:spPr>
            <a:xfrm>
              <a:off x="7731275" y="2097804"/>
              <a:ext cx="20880" cy="153319"/>
            </a:xfrm>
            <a:custGeom>
              <a:avLst/>
              <a:gdLst/>
              <a:ahLst/>
              <a:cxnLst/>
              <a:rect l="l" t="t" r="r" b="b"/>
              <a:pathLst>
                <a:path w="799" h="5867" extrusionOk="0">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77" name="Google Shape;15177;p77"/>
          <p:cNvGrpSpPr/>
          <p:nvPr/>
        </p:nvGrpSpPr>
        <p:grpSpPr>
          <a:xfrm>
            <a:off x="6599476" y="2918260"/>
            <a:ext cx="360629" cy="329975"/>
            <a:chOff x="6599476" y="2918260"/>
            <a:chExt cx="360629" cy="329975"/>
          </a:xfrm>
        </p:grpSpPr>
        <p:sp>
          <p:nvSpPr>
            <p:cNvPr id="15178" name="Google Shape;15178;p77"/>
            <p:cNvSpPr/>
            <p:nvPr/>
          </p:nvSpPr>
          <p:spPr>
            <a:xfrm>
              <a:off x="6604990" y="2918521"/>
              <a:ext cx="349313" cy="329714"/>
            </a:xfrm>
            <a:custGeom>
              <a:avLst/>
              <a:gdLst/>
              <a:ahLst/>
              <a:cxnLst/>
              <a:rect l="l" t="t" r="r" b="b"/>
              <a:pathLst>
                <a:path w="13367" h="12617" extrusionOk="0">
                  <a:moveTo>
                    <a:pt x="1" y="0"/>
                  </a:moveTo>
                  <a:lnTo>
                    <a:pt x="1" y="12617"/>
                  </a:lnTo>
                  <a:lnTo>
                    <a:pt x="13367" y="12617"/>
                  </a:lnTo>
                  <a:lnTo>
                    <a:pt x="1336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77"/>
            <p:cNvSpPr/>
            <p:nvPr/>
          </p:nvSpPr>
          <p:spPr>
            <a:xfrm>
              <a:off x="6604990" y="2918521"/>
              <a:ext cx="349078" cy="329714"/>
            </a:xfrm>
            <a:custGeom>
              <a:avLst/>
              <a:gdLst/>
              <a:ahLst/>
              <a:cxnLst/>
              <a:rect l="l" t="t" r="r" b="b"/>
              <a:pathLst>
                <a:path w="13358" h="12617" extrusionOk="0">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0" name="Google Shape;15180;p77"/>
            <p:cNvSpPr/>
            <p:nvPr/>
          </p:nvSpPr>
          <p:spPr>
            <a:xfrm>
              <a:off x="6604990" y="3145926"/>
              <a:ext cx="349313" cy="102309"/>
            </a:xfrm>
            <a:custGeom>
              <a:avLst/>
              <a:gdLst/>
              <a:ahLst/>
              <a:cxnLst/>
              <a:rect l="l" t="t" r="r" b="b"/>
              <a:pathLst>
                <a:path w="13367" h="3915" extrusionOk="0">
                  <a:moveTo>
                    <a:pt x="1" y="1"/>
                  </a:moveTo>
                  <a:lnTo>
                    <a:pt x="1" y="3915"/>
                  </a:lnTo>
                  <a:lnTo>
                    <a:pt x="13367" y="3915"/>
                  </a:lnTo>
                  <a:lnTo>
                    <a:pt x="13367"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1" name="Google Shape;15181;p77"/>
            <p:cNvSpPr/>
            <p:nvPr/>
          </p:nvSpPr>
          <p:spPr>
            <a:xfrm>
              <a:off x="6604990" y="3145926"/>
              <a:ext cx="277449" cy="29687"/>
            </a:xfrm>
            <a:custGeom>
              <a:avLst/>
              <a:gdLst/>
              <a:ahLst/>
              <a:cxnLst/>
              <a:rect l="l" t="t" r="r" b="b"/>
              <a:pathLst>
                <a:path w="10617" h="1136" extrusionOk="0">
                  <a:moveTo>
                    <a:pt x="1" y="1"/>
                  </a:moveTo>
                  <a:lnTo>
                    <a:pt x="1" y="1136"/>
                  </a:lnTo>
                  <a:lnTo>
                    <a:pt x="8963" y="1136"/>
                  </a:lnTo>
                  <a:cubicBezTo>
                    <a:pt x="9694" y="1136"/>
                    <a:pt x="10357" y="684"/>
                    <a:pt x="10617"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77"/>
            <p:cNvSpPr/>
            <p:nvPr/>
          </p:nvSpPr>
          <p:spPr>
            <a:xfrm>
              <a:off x="6604990" y="2918260"/>
              <a:ext cx="150811" cy="329975"/>
            </a:xfrm>
            <a:custGeom>
              <a:avLst/>
              <a:gdLst/>
              <a:ahLst/>
              <a:cxnLst/>
              <a:rect l="l" t="t" r="r" b="b"/>
              <a:pathLst>
                <a:path w="5771" h="12627" extrusionOk="0">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77"/>
            <p:cNvSpPr/>
            <p:nvPr/>
          </p:nvSpPr>
          <p:spPr>
            <a:xfrm>
              <a:off x="6604990" y="2918521"/>
              <a:ext cx="54800" cy="329714"/>
            </a:xfrm>
            <a:custGeom>
              <a:avLst/>
              <a:gdLst/>
              <a:ahLst/>
              <a:cxnLst/>
              <a:rect l="l" t="t" r="r" b="b"/>
              <a:pathLst>
                <a:path w="2097" h="12617" extrusionOk="0">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77"/>
            <p:cNvSpPr/>
            <p:nvPr/>
          </p:nvSpPr>
          <p:spPr>
            <a:xfrm>
              <a:off x="6615051" y="2918521"/>
              <a:ext cx="140750" cy="329714"/>
            </a:xfrm>
            <a:custGeom>
              <a:avLst/>
              <a:gdLst/>
              <a:ahLst/>
              <a:cxnLst/>
              <a:rect l="l" t="t" r="r" b="b"/>
              <a:pathLst>
                <a:path w="5386" h="12617" extrusionOk="0">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77"/>
            <p:cNvSpPr/>
            <p:nvPr/>
          </p:nvSpPr>
          <p:spPr>
            <a:xfrm>
              <a:off x="6599476" y="3080359"/>
              <a:ext cx="46516" cy="21638"/>
            </a:xfrm>
            <a:custGeom>
              <a:avLst/>
              <a:gdLst/>
              <a:ahLst/>
              <a:cxnLst/>
              <a:rect l="l" t="t" r="r" b="b"/>
              <a:pathLst>
                <a:path w="1780" h="828" extrusionOk="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77"/>
            <p:cNvSpPr/>
            <p:nvPr/>
          </p:nvSpPr>
          <p:spPr>
            <a:xfrm>
              <a:off x="6803519" y="2918260"/>
              <a:ext cx="150785" cy="329975"/>
            </a:xfrm>
            <a:custGeom>
              <a:avLst/>
              <a:gdLst/>
              <a:ahLst/>
              <a:cxnLst/>
              <a:rect l="l" t="t" r="r" b="b"/>
              <a:pathLst>
                <a:path w="5770" h="12627" extrusionOk="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77"/>
            <p:cNvSpPr/>
            <p:nvPr/>
          </p:nvSpPr>
          <p:spPr>
            <a:xfrm>
              <a:off x="6899765" y="2918521"/>
              <a:ext cx="54539" cy="329714"/>
            </a:xfrm>
            <a:custGeom>
              <a:avLst/>
              <a:gdLst/>
              <a:ahLst/>
              <a:cxnLst/>
              <a:rect l="l" t="t" r="r" b="b"/>
              <a:pathLst>
                <a:path w="2087" h="12617" extrusionOk="0">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8" name="Google Shape;15188;p77"/>
            <p:cNvSpPr/>
            <p:nvPr/>
          </p:nvSpPr>
          <p:spPr>
            <a:xfrm>
              <a:off x="6803519" y="2918521"/>
              <a:ext cx="140750" cy="329714"/>
            </a:xfrm>
            <a:custGeom>
              <a:avLst/>
              <a:gdLst/>
              <a:ahLst/>
              <a:cxnLst/>
              <a:rect l="l" t="t" r="r" b="b"/>
              <a:pathLst>
                <a:path w="5386" h="12617" extrusionOk="0">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9" name="Google Shape;15189;p77"/>
            <p:cNvSpPr/>
            <p:nvPr/>
          </p:nvSpPr>
          <p:spPr>
            <a:xfrm>
              <a:off x="6913328" y="3080359"/>
              <a:ext cx="46777" cy="21638"/>
            </a:xfrm>
            <a:custGeom>
              <a:avLst/>
              <a:gdLst/>
              <a:ahLst/>
              <a:cxnLst/>
              <a:rect l="l" t="t" r="r" b="b"/>
              <a:pathLst>
                <a:path w="1790" h="828" extrusionOk="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77"/>
            <p:cNvSpPr/>
            <p:nvPr/>
          </p:nvSpPr>
          <p:spPr>
            <a:xfrm>
              <a:off x="6913328" y="3085873"/>
              <a:ext cx="46777" cy="16124"/>
            </a:xfrm>
            <a:custGeom>
              <a:avLst/>
              <a:gdLst/>
              <a:ahLst/>
              <a:cxnLst/>
              <a:rect l="l" t="t" r="r" b="b"/>
              <a:pathLst>
                <a:path w="1790" h="617" extrusionOk="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1" name="Google Shape;15191;p77"/>
            <p:cNvSpPr/>
            <p:nvPr/>
          </p:nvSpPr>
          <p:spPr>
            <a:xfrm>
              <a:off x="6881420" y="3101971"/>
              <a:ext cx="58066" cy="146264"/>
            </a:xfrm>
            <a:custGeom>
              <a:avLst/>
              <a:gdLst/>
              <a:ahLst/>
              <a:cxnLst/>
              <a:rect l="l" t="t" r="r" b="b"/>
              <a:pathLst>
                <a:path w="2222" h="5597" extrusionOk="0">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2" name="Google Shape;15192;p77"/>
            <p:cNvSpPr/>
            <p:nvPr/>
          </p:nvSpPr>
          <p:spPr>
            <a:xfrm>
              <a:off x="6599476" y="3085873"/>
              <a:ext cx="46516" cy="16124"/>
            </a:xfrm>
            <a:custGeom>
              <a:avLst/>
              <a:gdLst/>
              <a:ahLst/>
              <a:cxnLst/>
              <a:rect l="l" t="t" r="r" b="b"/>
              <a:pathLst>
                <a:path w="1780" h="617" extrusionOk="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77"/>
            <p:cNvSpPr/>
            <p:nvPr/>
          </p:nvSpPr>
          <p:spPr>
            <a:xfrm>
              <a:off x="6619834" y="3101971"/>
              <a:ext cx="58302" cy="146264"/>
            </a:xfrm>
            <a:custGeom>
              <a:avLst/>
              <a:gdLst/>
              <a:ahLst/>
              <a:cxnLst/>
              <a:rect l="l" t="t" r="r" b="b"/>
              <a:pathLst>
                <a:path w="2231" h="5597" extrusionOk="0">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77"/>
            <p:cNvSpPr/>
            <p:nvPr/>
          </p:nvSpPr>
          <p:spPr>
            <a:xfrm>
              <a:off x="6604990" y="2918521"/>
              <a:ext cx="349313" cy="53807"/>
            </a:xfrm>
            <a:custGeom>
              <a:avLst/>
              <a:gdLst/>
              <a:ahLst/>
              <a:cxnLst/>
              <a:rect l="l" t="t" r="r" b="b"/>
              <a:pathLst>
                <a:path w="13367" h="2059" extrusionOk="0">
                  <a:moveTo>
                    <a:pt x="1" y="0"/>
                  </a:moveTo>
                  <a:cubicBezTo>
                    <a:pt x="1" y="933"/>
                    <a:pt x="3001" y="2058"/>
                    <a:pt x="6684" y="2058"/>
                  </a:cubicBezTo>
                  <a:cubicBezTo>
                    <a:pt x="10376" y="2058"/>
                    <a:pt x="13367" y="933"/>
                    <a:pt x="1336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77"/>
            <p:cNvSpPr/>
            <p:nvPr/>
          </p:nvSpPr>
          <p:spPr>
            <a:xfrm>
              <a:off x="6717073"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77"/>
            <p:cNvSpPr/>
            <p:nvPr/>
          </p:nvSpPr>
          <p:spPr>
            <a:xfrm>
              <a:off x="6654250"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77"/>
            <p:cNvSpPr/>
            <p:nvPr/>
          </p:nvSpPr>
          <p:spPr>
            <a:xfrm>
              <a:off x="6669825"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8" name="Google Shape;15198;p77"/>
            <p:cNvSpPr/>
            <p:nvPr/>
          </p:nvSpPr>
          <p:spPr>
            <a:xfrm>
              <a:off x="6732648"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9" name="Google Shape;15199;p77"/>
            <p:cNvSpPr/>
            <p:nvPr/>
          </p:nvSpPr>
          <p:spPr>
            <a:xfrm>
              <a:off x="6779634" y="3195447"/>
              <a:ext cx="62849" cy="52788"/>
            </a:xfrm>
            <a:custGeom>
              <a:avLst/>
              <a:gdLst/>
              <a:ahLst/>
              <a:cxnLst/>
              <a:rect l="l" t="t" r="r" b="b"/>
              <a:pathLst>
                <a:path w="2405" h="2020" extrusionOk="0">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77"/>
            <p:cNvSpPr/>
            <p:nvPr/>
          </p:nvSpPr>
          <p:spPr>
            <a:xfrm>
              <a:off x="6842221" y="3195447"/>
              <a:ext cx="62849" cy="52788"/>
            </a:xfrm>
            <a:custGeom>
              <a:avLst/>
              <a:gdLst/>
              <a:ahLst/>
              <a:cxnLst/>
              <a:rect l="l" t="t" r="r" b="b"/>
              <a:pathLst>
                <a:path w="2405" h="2020" extrusionOk="0">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1" name="Google Shape;15201;p77"/>
            <p:cNvSpPr/>
            <p:nvPr/>
          </p:nvSpPr>
          <p:spPr>
            <a:xfrm>
              <a:off x="6795235" y="3195447"/>
              <a:ext cx="47248" cy="52552"/>
            </a:xfrm>
            <a:custGeom>
              <a:avLst/>
              <a:gdLst/>
              <a:ahLst/>
              <a:cxnLst/>
              <a:rect l="l" t="t" r="r" b="b"/>
              <a:pathLst>
                <a:path w="1808" h="2011" extrusionOk="0">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2" name="Google Shape;15202;p77"/>
            <p:cNvSpPr/>
            <p:nvPr/>
          </p:nvSpPr>
          <p:spPr>
            <a:xfrm>
              <a:off x="6858057" y="3195447"/>
              <a:ext cx="47012" cy="52552"/>
            </a:xfrm>
            <a:custGeom>
              <a:avLst/>
              <a:gdLst/>
              <a:ahLst/>
              <a:cxnLst/>
              <a:rect l="l" t="t" r="r" b="b"/>
              <a:pathLst>
                <a:path w="1799" h="2011" extrusionOk="0">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03" name="Google Shape;15203;p77"/>
          <p:cNvGrpSpPr/>
          <p:nvPr/>
        </p:nvGrpSpPr>
        <p:grpSpPr>
          <a:xfrm>
            <a:off x="5290499" y="2481533"/>
            <a:ext cx="360628" cy="247292"/>
            <a:chOff x="5290499" y="2481533"/>
            <a:chExt cx="360628" cy="247292"/>
          </a:xfrm>
        </p:grpSpPr>
        <p:sp>
          <p:nvSpPr>
            <p:cNvPr id="15204" name="Google Shape;15204;p77"/>
            <p:cNvSpPr/>
            <p:nvPr/>
          </p:nvSpPr>
          <p:spPr>
            <a:xfrm>
              <a:off x="5540013" y="2624008"/>
              <a:ext cx="76673" cy="48763"/>
            </a:xfrm>
            <a:custGeom>
              <a:avLst/>
              <a:gdLst/>
              <a:ahLst/>
              <a:cxnLst/>
              <a:rect l="l" t="t" r="r" b="b"/>
              <a:pathLst>
                <a:path w="2934" h="1866" extrusionOk="0">
                  <a:moveTo>
                    <a:pt x="1" y="0"/>
                  </a:moveTo>
                  <a:lnTo>
                    <a:pt x="1" y="1866"/>
                  </a:lnTo>
                  <a:lnTo>
                    <a:pt x="2934" y="1866"/>
                  </a:lnTo>
                  <a:lnTo>
                    <a:pt x="2934"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77"/>
            <p:cNvSpPr/>
            <p:nvPr/>
          </p:nvSpPr>
          <p:spPr>
            <a:xfrm>
              <a:off x="5540013" y="2648389"/>
              <a:ext cx="76673" cy="24382"/>
            </a:xfrm>
            <a:custGeom>
              <a:avLst/>
              <a:gdLst/>
              <a:ahLst/>
              <a:cxnLst/>
              <a:rect l="l" t="t" r="r" b="b"/>
              <a:pathLst>
                <a:path w="2934" h="933" extrusionOk="0">
                  <a:moveTo>
                    <a:pt x="1" y="0"/>
                  </a:moveTo>
                  <a:lnTo>
                    <a:pt x="1" y="933"/>
                  </a:lnTo>
                  <a:lnTo>
                    <a:pt x="2934" y="933"/>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77"/>
            <p:cNvSpPr/>
            <p:nvPr/>
          </p:nvSpPr>
          <p:spPr>
            <a:xfrm>
              <a:off x="5597582" y="2591290"/>
              <a:ext cx="53545" cy="114121"/>
            </a:xfrm>
            <a:custGeom>
              <a:avLst/>
              <a:gdLst/>
              <a:ahLst/>
              <a:cxnLst/>
              <a:rect l="l" t="t" r="r" b="b"/>
              <a:pathLst>
                <a:path w="2049" h="4367" extrusionOk="0">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77"/>
            <p:cNvSpPr/>
            <p:nvPr/>
          </p:nvSpPr>
          <p:spPr>
            <a:xfrm>
              <a:off x="5317886" y="2567980"/>
              <a:ext cx="246037" cy="160584"/>
            </a:xfrm>
            <a:custGeom>
              <a:avLst/>
              <a:gdLst/>
              <a:ahLst/>
              <a:cxnLst/>
              <a:rect l="l" t="t" r="r" b="b"/>
              <a:pathLst>
                <a:path w="9415" h="6145" extrusionOk="0">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77"/>
            <p:cNvSpPr/>
            <p:nvPr/>
          </p:nvSpPr>
          <p:spPr>
            <a:xfrm>
              <a:off x="5317886" y="2567980"/>
              <a:ext cx="246037" cy="160846"/>
            </a:xfrm>
            <a:custGeom>
              <a:avLst/>
              <a:gdLst/>
              <a:ahLst/>
              <a:cxnLst/>
              <a:rect l="l" t="t" r="r" b="b"/>
              <a:pathLst>
                <a:path w="9415" h="6155" extrusionOk="0">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77"/>
            <p:cNvSpPr/>
            <p:nvPr/>
          </p:nvSpPr>
          <p:spPr>
            <a:xfrm>
              <a:off x="5290499" y="2481533"/>
              <a:ext cx="146760" cy="147021"/>
            </a:xfrm>
            <a:custGeom>
              <a:avLst/>
              <a:gdLst/>
              <a:ahLst/>
              <a:cxnLst/>
              <a:rect l="l" t="t" r="r" b="b"/>
              <a:pathLst>
                <a:path w="5616" h="5626" extrusionOk="0">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77"/>
            <p:cNvSpPr/>
            <p:nvPr/>
          </p:nvSpPr>
          <p:spPr>
            <a:xfrm>
              <a:off x="5311850" y="2503145"/>
              <a:ext cx="132701" cy="125279"/>
            </a:xfrm>
            <a:custGeom>
              <a:avLst/>
              <a:gdLst/>
              <a:ahLst/>
              <a:cxnLst/>
              <a:rect l="l" t="t" r="r" b="b"/>
              <a:pathLst>
                <a:path w="5078" h="4794" extrusionOk="0">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1" name="Google Shape;15211;p77"/>
            <p:cNvSpPr/>
            <p:nvPr/>
          </p:nvSpPr>
          <p:spPr>
            <a:xfrm>
              <a:off x="5476693" y="2650401"/>
              <a:ext cx="53807" cy="53781"/>
            </a:xfrm>
            <a:custGeom>
              <a:avLst/>
              <a:gdLst/>
              <a:ahLst/>
              <a:cxnLst/>
              <a:rect l="l" t="t" r="r" b="b"/>
              <a:pathLst>
                <a:path w="2059" h="2058" extrusionOk="0">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2" name="Google Shape;15212;p77"/>
            <p:cNvSpPr/>
            <p:nvPr/>
          </p:nvSpPr>
          <p:spPr>
            <a:xfrm>
              <a:off x="5330953" y="2530401"/>
              <a:ext cx="57570" cy="49155"/>
            </a:xfrm>
            <a:custGeom>
              <a:avLst/>
              <a:gdLst/>
              <a:ahLst/>
              <a:cxnLst/>
              <a:rect l="l" t="t" r="r" b="b"/>
              <a:pathLst>
                <a:path w="2203" h="1881" extrusionOk="0">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77"/>
            <p:cNvSpPr/>
            <p:nvPr/>
          </p:nvSpPr>
          <p:spPr>
            <a:xfrm>
              <a:off x="5456598" y="2498624"/>
              <a:ext cx="112866" cy="112840"/>
            </a:xfrm>
            <a:custGeom>
              <a:avLst/>
              <a:gdLst/>
              <a:ahLst/>
              <a:cxnLst/>
              <a:rect l="l" t="t" r="r" b="b"/>
              <a:pathLst>
                <a:path w="4319" h="4318" extrusionOk="0">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77"/>
            <p:cNvSpPr/>
            <p:nvPr/>
          </p:nvSpPr>
          <p:spPr>
            <a:xfrm>
              <a:off x="5473427" y="2515192"/>
              <a:ext cx="101551" cy="96272"/>
            </a:xfrm>
            <a:custGeom>
              <a:avLst/>
              <a:gdLst/>
              <a:ahLst/>
              <a:cxnLst/>
              <a:rect l="l" t="t" r="r" b="b"/>
              <a:pathLst>
                <a:path w="3886" h="3684" extrusionOk="0">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77"/>
            <p:cNvSpPr/>
            <p:nvPr/>
          </p:nvSpPr>
          <p:spPr>
            <a:xfrm>
              <a:off x="5493026" y="2539992"/>
              <a:ext cx="35200" cy="30261"/>
            </a:xfrm>
            <a:custGeom>
              <a:avLst/>
              <a:gdLst/>
              <a:ahLst/>
              <a:cxnLst/>
              <a:rect l="l" t="t" r="r" b="b"/>
              <a:pathLst>
                <a:path w="1347" h="1158" extrusionOk="0">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77"/>
            <p:cNvSpPr/>
            <p:nvPr/>
          </p:nvSpPr>
          <p:spPr>
            <a:xfrm>
              <a:off x="5384890" y="2509782"/>
              <a:ext cx="26603" cy="22160"/>
            </a:xfrm>
            <a:custGeom>
              <a:avLst/>
              <a:gdLst/>
              <a:ahLst/>
              <a:cxnLst/>
              <a:rect l="l" t="t" r="r" b="b"/>
              <a:pathLst>
                <a:path w="1018" h="848" extrusionOk="0">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77"/>
            <p:cNvSpPr/>
            <p:nvPr/>
          </p:nvSpPr>
          <p:spPr>
            <a:xfrm>
              <a:off x="5316109" y="2578276"/>
              <a:ext cx="26760" cy="22134"/>
            </a:xfrm>
            <a:custGeom>
              <a:avLst/>
              <a:gdLst/>
              <a:ahLst/>
              <a:cxnLst/>
              <a:rect l="l" t="t" r="r" b="b"/>
              <a:pathLst>
                <a:path w="1024" h="847" extrusionOk="0">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8" name="Google Shape;15218;p77"/>
            <p:cNvSpPr/>
            <p:nvPr/>
          </p:nvSpPr>
          <p:spPr>
            <a:xfrm>
              <a:off x="5384916" y="2578276"/>
              <a:ext cx="26551" cy="22134"/>
            </a:xfrm>
            <a:custGeom>
              <a:avLst/>
              <a:gdLst/>
              <a:ahLst/>
              <a:cxnLst/>
              <a:rect l="l" t="t" r="r" b="b"/>
              <a:pathLst>
                <a:path w="1016" h="847" extrusionOk="0">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9" name="Google Shape;15219;p77"/>
            <p:cNvSpPr/>
            <p:nvPr/>
          </p:nvSpPr>
          <p:spPr>
            <a:xfrm>
              <a:off x="5316083" y="2509782"/>
              <a:ext cx="26786" cy="22160"/>
            </a:xfrm>
            <a:custGeom>
              <a:avLst/>
              <a:gdLst/>
              <a:ahLst/>
              <a:cxnLst/>
              <a:rect l="l" t="t" r="r" b="b"/>
              <a:pathLst>
                <a:path w="1025" h="848" extrusionOk="0">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0" name="Google Shape;15220;p77"/>
            <p:cNvSpPr/>
            <p:nvPr/>
          </p:nvSpPr>
          <p:spPr>
            <a:xfrm>
              <a:off x="5528802" y="2520340"/>
              <a:ext cx="21324" cy="17012"/>
            </a:xfrm>
            <a:custGeom>
              <a:avLst/>
              <a:gdLst/>
              <a:ahLst/>
              <a:cxnLst/>
              <a:rect l="l" t="t" r="r" b="b"/>
              <a:pathLst>
                <a:path w="816" h="651" extrusionOk="0">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1" name="Google Shape;15221;p77"/>
            <p:cNvSpPr/>
            <p:nvPr/>
          </p:nvSpPr>
          <p:spPr>
            <a:xfrm>
              <a:off x="5476119" y="2572736"/>
              <a:ext cx="21533" cy="17117"/>
            </a:xfrm>
            <a:custGeom>
              <a:avLst/>
              <a:gdLst/>
              <a:ahLst/>
              <a:cxnLst/>
              <a:rect l="l" t="t" r="r" b="b"/>
              <a:pathLst>
                <a:path w="824" h="655" extrusionOk="0">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77"/>
            <p:cNvSpPr/>
            <p:nvPr/>
          </p:nvSpPr>
          <p:spPr>
            <a:xfrm>
              <a:off x="5528462" y="2572736"/>
              <a:ext cx="21664" cy="17117"/>
            </a:xfrm>
            <a:custGeom>
              <a:avLst/>
              <a:gdLst/>
              <a:ahLst/>
              <a:cxnLst/>
              <a:rect l="l" t="t" r="r" b="b"/>
              <a:pathLst>
                <a:path w="829" h="655" extrusionOk="0">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77"/>
            <p:cNvSpPr/>
            <p:nvPr/>
          </p:nvSpPr>
          <p:spPr>
            <a:xfrm>
              <a:off x="5476092" y="2520340"/>
              <a:ext cx="21612" cy="17117"/>
            </a:xfrm>
            <a:custGeom>
              <a:avLst/>
              <a:gdLst/>
              <a:ahLst/>
              <a:cxnLst/>
              <a:rect l="l" t="t" r="r" b="b"/>
              <a:pathLst>
                <a:path w="827" h="655" extrusionOk="0">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77"/>
            <p:cNvSpPr/>
            <p:nvPr/>
          </p:nvSpPr>
          <p:spPr>
            <a:xfrm>
              <a:off x="5339994" y="2645123"/>
              <a:ext cx="104556" cy="10819"/>
            </a:xfrm>
            <a:custGeom>
              <a:avLst/>
              <a:gdLst/>
              <a:ahLst/>
              <a:cxnLst/>
              <a:rect l="l" t="t" r="r" b="b"/>
              <a:pathLst>
                <a:path w="4001" h="414" extrusionOk="0">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77"/>
            <p:cNvSpPr/>
            <p:nvPr/>
          </p:nvSpPr>
          <p:spPr>
            <a:xfrm>
              <a:off x="5339994" y="2698642"/>
              <a:ext cx="104556" cy="11080"/>
            </a:xfrm>
            <a:custGeom>
              <a:avLst/>
              <a:gdLst/>
              <a:ahLst/>
              <a:cxnLst/>
              <a:rect l="l" t="t" r="r" b="b"/>
              <a:pathLst>
                <a:path w="4001" h="424" extrusionOk="0">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77"/>
            <p:cNvSpPr/>
            <p:nvPr/>
          </p:nvSpPr>
          <p:spPr>
            <a:xfrm>
              <a:off x="5339994" y="2671752"/>
              <a:ext cx="104556" cy="11080"/>
            </a:xfrm>
            <a:custGeom>
              <a:avLst/>
              <a:gdLst/>
              <a:ahLst/>
              <a:cxnLst/>
              <a:rect l="l" t="t" r="r" b="b"/>
              <a:pathLst>
                <a:path w="4001" h="424" extrusionOk="0">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77"/>
            <p:cNvSpPr/>
            <p:nvPr/>
          </p:nvSpPr>
          <p:spPr>
            <a:xfrm>
              <a:off x="5503584" y="2650401"/>
              <a:ext cx="26916" cy="53781"/>
            </a:xfrm>
            <a:custGeom>
              <a:avLst/>
              <a:gdLst/>
              <a:ahLst/>
              <a:cxnLst/>
              <a:rect l="l" t="t" r="r" b="b"/>
              <a:pathLst>
                <a:path w="1030" h="2058" extrusionOk="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8" name="Google Shape;15228;p77"/>
            <p:cNvSpPr/>
            <p:nvPr/>
          </p:nvSpPr>
          <p:spPr>
            <a:xfrm>
              <a:off x="5597582" y="2648128"/>
              <a:ext cx="53545" cy="57282"/>
            </a:xfrm>
            <a:custGeom>
              <a:avLst/>
              <a:gdLst/>
              <a:ahLst/>
              <a:cxnLst/>
              <a:rect l="l" t="t" r="r" b="b"/>
              <a:pathLst>
                <a:path w="2049" h="2192" extrusionOk="0">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9" name="Google Shape;15229;p77"/>
            <p:cNvSpPr/>
            <p:nvPr/>
          </p:nvSpPr>
          <p:spPr>
            <a:xfrm>
              <a:off x="5363879" y="2530532"/>
              <a:ext cx="23650" cy="49025"/>
            </a:xfrm>
            <a:custGeom>
              <a:avLst/>
              <a:gdLst/>
              <a:ahLst/>
              <a:cxnLst/>
              <a:rect l="l" t="t" r="r" b="b"/>
              <a:pathLst>
                <a:path w="905" h="1876" extrusionOk="0">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0" name="Google Shape;15230;p77"/>
            <p:cNvSpPr/>
            <p:nvPr/>
          </p:nvSpPr>
          <p:spPr>
            <a:xfrm>
              <a:off x="5513148" y="2540070"/>
              <a:ext cx="15078" cy="29948"/>
            </a:xfrm>
            <a:custGeom>
              <a:avLst/>
              <a:gdLst/>
              <a:ahLst/>
              <a:cxnLst/>
              <a:rect l="l" t="t" r="r" b="b"/>
              <a:pathLst>
                <a:path w="577" h="1146" extrusionOk="0">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1" name="Google Shape;15231;p77"/>
          <p:cNvGrpSpPr/>
          <p:nvPr/>
        </p:nvGrpSpPr>
        <p:grpSpPr>
          <a:xfrm>
            <a:off x="6201923" y="1981514"/>
            <a:ext cx="351325" cy="360576"/>
            <a:chOff x="6201923" y="1981514"/>
            <a:chExt cx="351325" cy="360576"/>
          </a:xfrm>
        </p:grpSpPr>
        <p:sp>
          <p:nvSpPr>
            <p:cNvPr id="15232" name="Google Shape;15232;p77"/>
            <p:cNvSpPr/>
            <p:nvPr/>
          </p:nvSpPr>
          <p:spPr>
            <a:xfrm>
              <a:off x="6201923" y="2195304"/>
              <a:ext cx="351325" cy="146786"/>
            </a:xfrm>
            <a:custGeom>
              <a:avLst/>
              <a:gdLst/>
              <a:ahLst/>
              <a:cxnLst/>
              <a:rect l="l" t="t" r="r" b="b"/>
              <a:pathLst>
                <a:path w="13444" h="5617" extrusionOk="0">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3" name="Google Shape;15233;p77"/>
            <p:cNvSpPr/>
            <p:nvPr/>
          </p:nvSpPr>
          <p:spPr>
            <a:xfrm>
              <a:off x="6231583" y="2195304"/>
              <a:ext cx="292527" cy="117126"/>
            </a:xfrm>
            <a:custGeom>
              <a:avLst/>
              <a:gdLst/>
              <a:ahLst/>
              <a:cxnLst/>
              <a:rect l="l" t="t" r="r" b="b"/>
              <a:pathLst>
                <a:path w="11194" h="4482" extrusionOk="0">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77"/>
            <p:cNvSpPr/>
            <p:nvPr/>
          </p:nvSpPr>
          <p:spPr>
            <a:xfrm>
              <a:off x="6377820" y="2195304"/>
              <a:ext cx="146290" cy="116891"/>
            </a:xfrm>
            <a:custGeom>
              <a:avLst/>
              <a:gdLst/>
              <a:ahLst/>
              <a:cxnLst/>
              <a:rect l="l" t="t" r="r" b="b"/>
              <a:pathLst>
                <a:path w="5598" h="4473" extrusionOk="0">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77"/>
            <p:cNvSpPr/>
            <p:nvPr/>
          </p:nvSpPr>
          <p:spPr>
            <a:xfrm>
              <a:off x="6280843" y="2023666"/>
              <a:ext cx="194008" cy="226961"/>
            </a:xfrm>
            <a:custGeom>
              <a:avLst/>
              <a:gdLst/>
              <a:ahLst/>
              <a:cxnLst/>
              <a:rect l="l" t="t" r="r" b="b"/>
              <a:pathLst>
                <a:path w="7424" h="8685" extrusionOk="0">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77"/>
            <p:cNvSpPr/>
            <p:nvPr/>
          </p:nvSpPr>
          <p:spPr>
            <a:xfrm>
              <a:off x="6298169" y="2023927"/>
              <a:ext cx="176943" cy="226935"/>
            </a:xfrm>
            <a:custGeom>
              <a:avLst/>
              <a:gdLst/>
              <a:ahLst/>
              <a:cxnLst/>
              <a:rect l="l" t="t" r="r" b="b"/>
              <a:pathLst>
                <a:path w="6771" h="8684" extrusionOk="0">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77"/>
            <p:cNvSpPr/>
            <p:nvPr/>
          </p:nvSpPr>
          <p:spPr>
            <a:xfrm>
              <a:off x="6280843" y="1981514"/>
              <a:ext cx="193746" cy="103746"/>
            </a:xfrm>
            <a:custGeom>
              <a:avLst/>
              <a:gdLst/>
              <a:ahLst/>
              <a:cxnLst/>
              <a:rect l="l" t="t" r="r" b="b"/>
              <a:pathLst>
                <a:path w="7414" h="3970" extrusionOk="0">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8" name="Google Shape;15238;p77"/>
            <p:cNvSpPr/>
            <p:nvPr/>
          </p:nvSpPr>
          <p:spPr>
            <a:xfrm>
              <a:off x="6428335" y="2023666"/>
              <a:ext cx="46255" cy="61594"/>
            </a:xfrm>
            <a:custGeom>
              <a:avLst/>
              <a:gdLst/>
              <a:ahLst/>
              <a:cxnLst/>
              <a:rect l="l" t="t" r="r" b="b"/>
              <a:pathLst>
                <a:path w="1770" h="2357" extrusionOk="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9" name="Google Shape;15239;p77"/>
          <p:cNvGrpSpPr/>
          <p:nvPr/>
        </p:nvGrpSpPr>
        <p:grpSpPr>
          <a:xfrm>
            <a:off x="4894461" y="3340691"/>
            <a:ext cx="312884" cy="360785"/>
            <a:chOff x="4894461" y="3340691"/>
            <a:chExt cx="312884" cy="360785"/>
          </a:xfrm>
        </p:grpSpPr>
        <p:sp>
          <p:nvSpPr>
            <p:cNvPr id="15240" name="Google Shape;15240;p77"/>
            <p:cNvSpPr/>
            <p:nvPr/>
          </p:nvSpPr>
          <p:spPr>
            <a:xfrm>
              <a:off x="4894461" y="3503732"/>
              <a:ext cx="312884" cy="76202"/>
            </a:xfrm>
            <a:custGeom>
              <a:avLst/>
              <a:gdLst/>
              <a:ahLst/>
              <a:cxnLst/>
              <a:rect l="l" t="t" r="r" b="b"/>
              <a:pathLst>
                <a:path w="11973" h="2916" extrusionOk="0">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77"/>
            <p:cNvSpPr/>
            <p:nvPr/>
          </p:nvSpPr>
          <p:spPr>
            <a:xfrm>
              <a:off x="4939200" y="3362042"/>
              <a:ext cx="223407" cy="178694"/>
            </a:xfrm>
            <a:custGeom>
              <a:avLst/>
              <a:gdLst/>
              <a:ahLst/>
              <a:cxnLst/>
              <a:rect l="l" t="t" r="r" b="b"/>
              <a:pathLst>
                <a:path w="8549" h="6838" extrusionOk="0">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77"/>
            <p:cNvSpPr/>
            <p:nvPr/>
          </p:nvSpPr>
          <p:spPr>
            <a:xfrm>
              <a:off x="5033173" y="3362042"/>
              <a:ext cx="129434" cy="178694"/>
            </a:xfrm>
            <a:custGeom>
              <a:avLst/>
              <a:gdLst/>
              <a:ahLst/>
              <a:cxnLst/>
              <a:rect l="l" t="t" r="r" b="b"/>
              <a:pathLst>
                <a:path w="4953" h="6838" extrusionOk="0">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77"/>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4" name="Google Shape;15244;p77"/>
            <p:cNvSpPr/>
            <p:nvPr/>
          </p:nvSpPr>
          <p:spPr>
            <a:xfrm>
              <a:off x="4968338" y="3499995"/>
              <a:ext cx="26" cy="6324"/>
            </a:xfrm>
            <a:custGeom>
              <a:avLst/>
              <a:gdLst/>
              <a:ahLst/>
              <a:cxnLst/>
              <a:rect l="l" t="t" r="r" b="b"/>
              <a:pathLst>
                <a:path w="1" h="242" extrusionOk="0">
                  <a:moveTo>
                    <a:pt x="0" y="1"/>
                  </a:moveTo>
                  <a:lnTo>
                    <a:pt x="0" y="1"/>
                  </a:lnTo>
                  <a:lnTo>
                    <a:pt x="0" y="24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5" name="Google Shape;15245;p77"/>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77"/>
            <p:cNvSpPr/>
            <p:nvPr/>
          </p:nvSpPr>
          <p:spPr>
            <a:xfrm>
              <a:off x="4968077" y="3499995"/>
              <a:ext cx="165393" cy="40741"/>
            </a:xfrm>
            <a:custGeom>
              <a:avLst/>
              <a:gdLst/>
              <a:ahLst/>
              <a:cxnLst/>
              <a:rect l="l" t="t" r="r" b="b"/>
              <a:pathLst>
                <a:path w="6329" h="1559" extrusionOk="0">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77"/>
            <p:cNvSpPr/>
            <p:nvPr/>
          </p:nvSpPr>
          <p:spPr>
            <a:xfrm>
              <a:off x="4939200" y="3340691"/>
              <a:ext cx="223407" cy="43484"/>
            </a:xfrm>
            <a:custGeom>
              <a:avLst/>
              <a:gdLst/>
              <a:ahLst/>
              <a:cxnLst/>
              <a:rect l="l" t="t" r="r" b="b"/>
              <a:pathLst>
                <a:path w="8549" h="1664" extrusionOk="0">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77"/>
            <p:cNvSpPr/>
            <p:nvPr/>
          </p:nvSpPr>
          <p:spPr>
            <a:xfrm>
              <a:off x="4936927" y="3599847"/>
              <a:ext cx="113859" cy="101629"/>
            </a:xfrm>
            <a:custGeom>
              <a:avLst/>
              <a:gdLst/>
              <a:ahLst/>
              <a:cxnLst/>
              <a:rect l="l" t="t" r="r" b="b"/>
              <a:pathLst>
                <a:path w="4357" h="3889" extrusionOk="0">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77"/>
            <p:cNvSpPr/>
            <p:nvPr/>
          </p:nvSpPr>
          <p:spPr>
            <a:xfrm>
              <a:off x="5051021" y="3599847"/>
              <a:ext cx="113859" cy="101629"/>
            </a:xfrm>
            <a:custGeom>
              <a:avLst/>
              <a:gdLst/>
              <a:ahLst/>
              <a:cxnLst/>
              <a:rect l="l" t="t" r="r" b="b"/>
              <a:pathLst>
                <a:path w="4357" h="3889" extrusionOk="0">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77"/>
            <p:cNvSpPr/>
            <p:nvPr/>
          </p:nvSpPr>
          <p:spPr>
            <a:xfrm>
              <a:off x="5059044" y="3628672"/>
              <a:ext cx="46437" cy="19364"/>
            </a:xfrm>
            <a:custGeom>
              <a:avLst/>
              <a:gdLst/>
              <a:ahLst/>
              <a:cxnLst/>
              <a:rect l="l" t="t" r="r" b="b"/>
              <a:pathLst>
                <a:path w="1777" h="741" extrusionOk="0">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1" name="Google Shape;15251;p77"/>
            <p:cNvSpPr/>
            <p:nvPr/>
          </p:nvSpPr>
          <p:spPr>
            <a:xfrm>
              <a:off x="5058913" y="3653053"/>
              <a:ext cx="46542" cy="19364"/>
            </a:xfrm>
            <a:custGeom>
              <a:avLst/>
              <a:gdLst/>
              <a:ahLst/>
              <a:cxnLst/>
              <a:rect l="l" t="t" r="r" b="b"/>
              <a:pathLst>
                <a:path w="1781" h="741" extrusionOk="0">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2" name="Google Shape;15252;p77"/>
            <p:cNvSpPr/>
            <p:nvPr/>
          </p:nvSpPr>
          <p:spPr>
            <a:xfrm>
              <a:off x="4996326" y="3628672"/>
              <a:ext cx="46568" cy="19364"/>
            </a:xfrm>
            <a:custGeom>
              <a:avLst/>
              <a:gdLst/>
              <a:ahLst/>
              <a:cxnLst/>
              <a:rect l="l" t="t" r="r" b="b"/>
              <a:pathLst>
                <a:path w="1782" h="741" extrusionOk="0">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3" name="Google Shape;15253;p77"/>
            <p:cNvSpPr/>
            <p:nvPr/>
          </p:nvSpPr>
          <p:spPr>
            <a:xfrm>
              <a:off x="4996326" y="3653053"/>
              <a:ext cx="46568" cy="19364"/>
            </a:xfrm>
            <a:custGeom>
              <a:avLst/>
              <a:gdLst/>
              <a:ahLst/>
              <a:cxnLst/>
              <a:rect l="l" t="t" r="r" b="b"/>
              <a:pathLst>
                <a:path w="1782" h="741" extrusionOk="0">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4" name="Google Shape;15254;p77"/>
            <p:cNvSpPr/>
            <p:nvPr/>
          </p:nvSpPr>
          <p:spPr>
            <a:xfrm>
              <a:off x="5033434" y="3619630"/>
              <a:ext cx="34939" cy="61829"/>
            </a:xfrm>
            <a:custGeom>
              <a:avLst/>
              <a:gdLst/>
              <a:ahLst/>
              <a:cxnLst/>
              <a:rect l="l" t="t" r="r" b="b"/>
              <a:pathLst>
                <a:path w="1337" h="2366" extrusionOk="0">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77"/>
            <p:cNvSpPr/>
            <p:nvPr/>
          </p:nvSpPr>
          <p:spPr>
            <a:xfrm>
              <a:off x="5042215" y="3619682"/>
              <a:ext cx="26159" cy="61542"/>
            </a:xfrm>
            <a:custGeom>
              <a:avLst/>
              <a:gdLst/>
              <a:ahLst/>
              <a:cxnLst/>
              <a:rect l="l" t="t" r="r" b="b"/>
              <a:pathLst>
                <a:path w="1001" h="2355" extrusionOk="0">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6" name="Google Shape;15256;p77"/>
          <p:cNvGrpSpPr/>
          <p:nvPr/>
        </p:nvGrpSpPr>
        <p:grpSpPr>
          <a:xfrm>
            <a:off x="5339237" y="1501251"/>
            <a:ext cx="245541" cy="360628"/>
            <a:chOff x="5339237" y="1501251"/>
            <a:chExt cx="245541" cy="360628"/>
          </a:xfrm>
        </p:grpSpPr>
        <p:sp>
          <p:nvSpPr>
            <p:cNvPr id="15257" name="Google Shape;15257;p77"/>
            <p:cNvSpPr/>
            <p:nvPr/>
          </p:nvSpPr>
          <p:spPr>
            <a:xfrm>
              <a:off x="5349794" y="1654021"/>
              <a:ext cx="220402" cy="10845"/>
            </a:xfrm>
            <a:custGeom>
              <a:avLst/>
              <a:gdLst/>
              <a:ahLst/>
              <a:cxnLst/>
              <a:rect l="l" t="t" r="r" b="b"/>
              <a:pathLst>
                <a:path w="8434" h="415" extrusionOk="0">
                  <a:moveTo>
                    <a:pt x="1" y="1"/>
                  </a:moveTo>
                  <a:lnTo>
                    <a:pt x="1" y="414"/>
                  </a:lnTo>
                  <a:lnTo>
                    <a:pt x="8434" y="414"/>
                  </a:lnTo>
                  <a:lnTo>
                    <a:pt x="8434" y="1"/>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8" name="Google Shape;15258;p77"/>
            <p:cNvSpPr/>
            <p:nvPr/>
          </p:nvSpPr>
          <p:spPr>
            <a:xfrm>
              <a:off x="5349794" y="1659562"/>
              <a:ext cx="220402" cy="5305"/>
            </a:xfrm>
            <a:custGeom>
              <a:avLst/>
              <a:gdLst/>
              <a:ahLst/>
              <a:cxnLst/>
              <a:rect l="l" t="t" r="r" b="b"/>
              <a:pathLst>
                <a:path w="8434" h="203" extrusionOk="0">
                  <a:moveTo>
                    <a:pt x="1" y="0"/>
                  </a:moveTo>
                  <a:lnTo>
                    <a:pt x="1" y="202"/>
                  </a:lnTo>
                  <a:lnTo>
                    <a:pt x="8434" y="202"/>
                  </a:lnTo>
                  <a:lnTo>
                    <a:pt x="843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9" name="Google Shape;15259;p77"/>
            <p:cNvSpPr/>
            <p:nvPr/>
          </p:nvSpPr>
          <p:spPr>
            <a:xfrm>
              <a:off x="5447791" y="1779170"/>
              <a:ext cx="28432" cy="70636"/>
            </a:xfrm>
            <a:custGeom>
              <a:avLst/>
              <a:gdLst/>
              <a:ahLst/>
              <a:cxnLst/>
              <a:rect l="l" t="t" r="r" b="b"/>
              <a:pathLst>
                <a:path w="1088" h="2703" extrusionOk="0">
                  <a:moveTo>
                    <a:pt x="1" y="0"/>
                  </a:moveTo>
                  <a:lnTo>
                    <a:pt x="1" y="2703"/>
                  </a:lnTo>
                  <a:lnTo>
                    <a:pt x="1087" y="2703"/>
                  </a:lnTo>
                  <a:lnTo>
                    <a:pt x="108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77"/>
            <p:cNvSpPr/>
            <p:nvPr/>
          </p:nvSpPr>
          <p:spPr>
            <a:xfrm>
              <a:off x="5462112" y="1779170"/>
              <a:ext cx="14112" cy="70636"/>
            </a:xfrm>
            <a:custGeom>
              <a:avLst/>
              <a:gdLst/>
              <a:ahLst/>
              <a:cxnLst/>
              <a:rect l="l" t="t" r="r" b="b"/>
              <a:pathLst>
                <a:path w="540" h="2703" extrusionOk="0">
                  <a:moveTo>
                    <a:pt x="1" y="0"/>
                  </a:moveTo>
                  <a:lnTo>
                    <a:pt x="1" y="2703"/>
                  </a:lnTo>
                  <a:lnTo>
                    <a:pt x="539" y="2703"/>
                  </a:lnTo>
                  <a:lnTo>
                    <a:pt x="539"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77"/>
            <p:cNvSpPr/>
            <p:nvPr/>
          </p:nvSpPr>
          <p:spPr>
            <a:xfrm>
              <a:off x="5378958" y="1501251"/>
              <a:ext cx="166359" cy="249539"/>
            </a:xfrm>
            <a:custGeom>
              <a:avLst/>
              <a:gdLst/>
              <a:ahLst/>
              <a:cxnLst/>
              <a:rect l="l" t="t" r="r" b="b"/>
              <a:pathLst>
                <a:path w="6366" h="9549" extrusionOk="0">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77"/>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77"/>
            <p:cNvSpPr/>
            <p:nvPr/>
          </p:nvSpPr>
          <p:spPr>
            <a:xfrm>
              <a:off x="5446798" y="1611060"/>
              <a:ext cx="30418" cy="30183"/>
            </a:xfrm>
            <a:custGeom>
              <a:avLst/>
              <a:gdLst/>
              <a:ahLst/>
              <a:cxnLst/>
              <a:rect l="l" t="t" r="r" b="b"/>
              <a:pathLst>
                <a:path w="1164" h="1155" extrusionOk="0">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77"/>
            <p:cNvSpPr/>
            <p:nvPr/>
          </p:nvSpPr>
          <p:spPr>
            <a:xfrm>
              <a:off x="5356092" y="1836975"/>
              <a:ext cx="212091" cy="24904"/>
            </a:xfrm>
            <a:custGeom>
              <a:avLst/>
              <a:gdLst/>
              <a:ahLst/>
              <a:cxnLst/>
              <a:rect l="l" t="t" r="r" b="b"/>
              <a:pathLst>
                <a:path w="8116" h="953" extrusionOk="0">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5" name="Google Shape;15265;p77"/>
            <p:cNvSpPr/>
            <p:nvPr/>
          </p:nvSpPr>
          <p:spPr>
            <a:xfrm>
              <a:off x="5339237" y="1637192"/>
              <a:ext cx="245541" cy="155332"/>
            </a:xfrm>
            <a:custGeom>
              <a:avLst/>
              <a:gdLst/>
              <a:ahLst/>
              <a:cxnLst/>
              <a:rect l="l" t="t" r="r" b="b"/>
              <a:pathLst>
                <a:path w="9396" h="5944" extrusionOk="0">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6" name="Google Shape;15266;p77"/>
            <p:cNvSpPr/>
            <p:nvPr/>
          </p:nvSpPr>
          <p:spPr>
            <a:xfrm>
              <a:off x="5378697" y="1609544"/>
              <a:ext cx="56577" cy="10845"/>
            </a:xfrm>
            <a:custGeom>
              <a:avLst/>
              <a:gdLst/>
              <a:ahLst/>
              <a:cxnLst/>
              <a:rect l="l" t="t" r="r" b="b"/>
              <a:pathLst>
                <a:path w="2165" h="415" extrusionOk="0">
                  <a:moveTo>
                    <a:pt x="0" y="1"/>
                  </a:moveTo>
                  <a:lnTo>
                    <a:pt x="0" y="414"/>
                  </a:lnTo>
                  <a:lnTo>
                    <a:pt x="1914" y="414"/>
                  </a:lnTo>
                  <a:cubicBezTo>
                    <a:pt x="2164" y="395"/>
                    <a:pt x="2164" y="20"/>
                    <a:pt x="19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77"/>
            <p:cNvSpPr/>
            <p:nvPr/>
          </p:nvSpPr>
          <p:spPr>
            <a:xfrm>
              <a:off x="5378697" y="1631913"/>
              <a:ext cx="55296" cy="10819"/>
            </a:xfrm>
            <a:custGeom>
              <a:avLst/>
              <a:gdLst/>
              <a:ahLst/>
              <a:cxnLst/>
              <a:rect l="l" t="t" r="r" b="b"/>
              <a:pathLst>
                <a:path w="2116" h="414" extrusionOk="0">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77"/>
            <p:cNvSpPr/>
            <p:nvPr/>
          </p:nvSpPr>
          <p:spPr>
            <a:xfrm>
              <a:off x="5378697" y="1654021"/>
              <a:ext cx="71394" cy="10845"/>
            </a:xfrm>
            <a:custGeom>
              <a:avLst/>
              <a:gdLst/>
              <a:ahLst/>
              <a:cxnLst/>
              <a:rect l="l" t="t" r="r" b="b"/>
              <a:pathLst>
                <a:path w="2732" h="415" extrusionOk="0">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77"/>
            <p:cNvSpPr/>
            <p:nvPr/>
          </p:nvSpPr>
          <p:spPr>
            <a:xfrm>
              <a:off x="5378697" y="156480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77"/>
            <p:cNvSpPr/>
            <p:nvPr/>
          </p:nvSpPr>
          <p:spPr>
            <a:xfrm>
              <a:off x="5378697" y="158717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1" name="Google Shape;15271;p77"/>
            <p:cNvSpPr/>
            <p:nvPr/>
          </p:nvSpPr>
          <p:spPr>
            <a:xfrm>
              <a:off x="5378697" y="1676391"/>
              <a:ext cx="71394" cy="10819"/>
            </a:xfrm>
            <a:custGeom>
              <a:avLst/>
              <a:gdLst/>
              <a:ahLst/>
              <a:cxnLst/>
              <a:rect l="l" t="t" r="r" b="b"/>
              <a:pathLst>
                <a:path w="2732" h="414" extrusionOk="0">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2" name="Google Shape;15272;p77"/>
            <p:cNvSpPr/>
            <p:nvPr/>
          </p:nvSpPr>
          <p:spPr>
            <a:xfrm>
              <a:off x="5473923" y="1654257"/>
              <a:ext cx="71394" cy="10610"/>
            </a:xfrm>
            <a:custGeom>
              <a:avLst/>
              <a:gdLst/>
              <a:ahLst/>
              <a:cxnLst/>
              <a:rect l="l" t="t" r="r" b="b"/>
              <a:pathLst>
                <a:path w="2732" h="406" extrusionOk="0">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3" name="Google Shape;15273;p77"/>
            <p:cNvSpPr/>
            <p:nvPr/>
          </p:nvSpPr>
          <p:spPr>
            <a:xfrm>
              <a:off x="5490021" y="1631913"/>
              <a:ext cx="55296" cy="10819"/>
            </a:xfrm>
            <a:custGeom>
              <a:avLst/>
              <a:gdLst/>
              <a:ahLst/>
              <a:cxnLst/>
              <a:rect l="l" t="t" r="r" b="b"/>
              <a:pathLst>
                <a:path w="2116" h="414" extrusionOk="0">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4" name="Google Shape;15274;p77"/>
            <p:cNvSpPr/>
            <p:nvPr/>
          </p:nvSpPr>
          <p:spPr>
            <a:xfrm>
              <a:off x="5472669" y="1676391"/>
              <a:ext cx="72648" cy="10819"/>
            </a:xfrm>
            <a:custGeom>
              <a:avLst/>
              <a:gdLst/>
              <a:ahLst/>
              <a:cxnLst/>
              <a:rect l="l" t="t" r="r" b="b"/>
              <a:pathLst>
                <a:path w="2780" h="414" extrusionOk="0">
                  <a:moveTo>
                    <a:pt x="251" y="0"/>
                  </a:moveTo>
                  <a:cubicBezTo>
                    <a:pt x="1" y="20"/>
                    <a:pt x="1" y="395"/>
                    <a:pt x="251" y="414"/>
                  </a:cubicBezTo>
                  <a:lnTo>
                    <a:pt x="2780" y="414"/>
                  </a:lnTo>
                  <a:lnTo>
                    <a:pt x="27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77"/>
            <p:cNvSpPr/>
            <p:nvPr/>
          </p:nvSpPr>
          <p:spPr>
            <a:xfrm>
              <a:off x="5473923" y="1587175"/>
              <a:ext cx="71394" cy="10845"/>
            </a:xfrm>
            <a:custGeom>
              <a:avLst/>
              <a:gdLst/>
              <a:ahLst/>
              <a:cxnLst/>
              <a:rect l="l" t="t" r="r" b="b"/>
              <a:pathLst>
                <a:path w="2732" h="415" extrusionOk="0">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77"/>
            <p:cNvSpPr/>
            <p:nvPr/>
          </p:nvSpPr>
          <p:spPr>
            <a:xfrm>
              <a:off x="5473923" y="1564805"/>
              <a:ext cx="71394" cy="10845"/>
            </a:xfrm>
            <a:custGeom>
              <a:avLst/>
              <a:gdLst/>
              <a:ahLst/>
              <a:cxnLst/>
              <a:rect l="l" t="t" r="r" b="b"/>
              <a:pathLst>
                <a:path w="2732" h="415" extrusionOk="0">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77"/>
            <p:cNvSpPr/>
            <p:nvPr/>
          </p:nvSpPr>
          <p:spPr>
            <a:xfrm>
              <a:off x="5490021" y="1609544"/>
              <a:ext cx="55296" cy="10845"/>
            </a:xfrm>
            <a:custGeom>
              <a:avLst/>
              <a:gdLst/>
              <a:ahLst/>
              <a:cxnLst/>
              <a:rect l="l" t="t" r="r" b="b"/>
              <a:pathLst>
                <a:path w="2116" h="415" extrusionOk="0">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8" name="Google Shape;15278;p77"/>
            <p:cNvSpPr/>
            <p:nvPr/>
          </p:nvSpPr>
          <p:spPr>
            <a:xfrm>
              <a:off x="5490021" y="1501251"/>
              <a:ext cx="10819" cy="39852"/>
            </a:xfrm>
            <a:custGeom>
              <a:avLst/>
              <a:gdLst/>
              <a:ahLst/>
              <a:cxnLst/>
              <a:rect l="l" t="t" r="r" b="b"/>
              <a:pathLst>
                <a:path w="414" h="1525" extrusionOk="0">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9" name="Google Shape;15279;p77"/>
            <p:cNvSpPr/>
            <p:nvPr/>
          </p:nvSpPr>
          <p:spPr>
            <a:xfrm>
              <a:off x="5423435" y="1501251"/>
              <a:ext cx="10558" cy="39852"/>
            </a:xfrm>
            <a:custGeom>
              <a:avLst/>
              <a:gdLst/>
              <a:ahLst/>
              <a:cxnLst/>
              <a:rect l="l" t="t" r="r" b="b"/>
              <a:pathLst>
                <a:path w="404" h="1525" extrusionOk="0">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0" name="Google Shape;15280;p77"/>
            <p:cNvSpPr/>
            <p:nvPr/>
          </p:nvSpPr>
          <p:spPr>
            <a:xfrm>
              <a:off x="5467652" y="1501251"/>
              <a:ext cx="10845" cy="40479"/>
            </a:xfrm>
            <a:custGeom>
              <a:avLst/>
              <a:gdLst/>
              <a:ahLst/>
              <a:cxnLst/>
              <a:rect l="l" t="t" r="r" b="b"/>
              <a:pathLst>
                <a:path w="415" h="1549" extrusionOk="0">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1" name="Google Shape;15281;p77"/>
            <p:cNvSpPr/>
            <p:nvPr/>
          </p:nvSpPr>
          <p:spPr>
            <a:xfrm>
              <a:off x="5490021" y="1501486"/>
              <a:ext cx="10819" cy="24904"/>
            </a:xfrm>
            <a:custGeom>
              <a:avLst/>
              <a:gdLst/>
              <a:ahLst/>
              <a:cxnLst/>
              <a:rect l="l" t="t" r="r" b="b"/>
              <a:pathLst>
                <a:path w="414" h="953" extrusionOk="0">
                  <a:moveTo>
                    <a:pt x="0" y="1"/>
                  </a:moveTo>
                  <a:lnTo>
                    <a:pt x="0" y="453"/>
                  </a:lnTo>
                  <a:cubicBezTo>
                    <a:pt x="164" y="597"/>
                    <a:pt x="298" y="760"/>
                    <a:pt x="414" y="953"/>
                  </a:cubicBez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2" name="Google Shape;15282;p77"/>
            <p:cNvSpPr/>
            <p:nvPr/>
          </p:nvSpPr>
          <p:spPr>
            <a:xfrm>
              <a:off x="5467652" y="1501251"/>
              <a:ext cx="10845" cy="4782"/>
            </a:xfrm>
            <a:custGeom>
              <a:avLst/>
              <a:gdLst/>
              <a:ahLst/>
              <a:cxnLst/>
              <a:rect l="l" t="t" r="r" b="b"/>
              <a:pathLst>
                <a:path w="415" h="183" extrusionOk="0">
                  <a:moveTo>
                    <a:pt x="1" y="0"/>
                  </a:moveTo>
                  <a:lnTo>
                    <a:pt x="1" y="39"/>
                  </a:lnTo>
                  <a:cubicBezTo>
                    <a:pt x="145" y="77"/>
                    <a:pt x="279" y="115"/>
                    <a:pt x="414" y="183"/>
                  </a:cubicBezTo>
                  <a:lnTo>
                    <a:pt x="41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3" name="Google Shape;15283;p77"/>
            <p:cNvSpPr/>
            <p:nvPr/>
          </p:nvSpPr>
          <p:spPr>
            <a:xfrm>
              <a:off x="5445544" y="1501251"/>
              <a:ext cx="10819" cy="40479"/>
            </a:xfrm>
            <a:custGeom>
              <a:avLst/>
              <a:gdLst/>
              <a:ahLst/>
              <a:cxnLst/>
              <a:rect l="l" t="t" r="r" b="b"/>
              <a:pathLst>
                <a:path w="414" h="1549" extrusionOk="0">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4" name="Google Shape;15284;p77"/>
            <p:cNvSpPr/>
            <p:nvPr/>
          </p:nvSpPr>
          <p:spPr>
            <a:xfrm>
              <a:off x="5490021" y="1710572"/>
              <a:ext cx="10819" cy="40218"/>
            </a:xfrm>
            <a:custGeom>
              <a:avLst/>
              <a:gdLst/>
              <a:ahLst/>
              <a:cxnLst/>
              <a:rect l="l" t="t" r="r" b="b"/>
              <a:pathLst>
                <a:path w="414" h="1539" extrusionOk="0">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5" name="Google Shape;15285;p77"/>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77"/>
            <p:cNvSpPr/>
            <p:nvPr/>
          </p:nvSpPr>
          <p:spPr>
            <a:xfrm>
              <a:off x="5490021" y="1725886"/>
              <a:ext cx="10819" cy="24904"/>
            </a:xfrm>
            <a:custGeom>
              <a:avLst/>
              <a:gdLst/>
              <a:ahLst/>
              <a:cxnLst/>
              <a:rect l="l" t="t" r="r" b="b"/>
              <a:pathLst>
                <a:path w="414" h="953" extrusionOk="0">
                  <a:moveTo>
                    <a:pt x="414" y="1"/>
                  </a:moveTo>
                  <a:cubicBezTo>
                    <a:pt x="298" y="184"/>
                    <a:pt x="164" y="347"/>
                    <a:pt x="0" y="491"/>
                  </a:cubicBezTo>
                  <a:lnTo>
                    <a:pt x="0" y="953"/>
                  </a:lnTo>
                  <a:lnTo>
                    <a:pt x="414" y="953"/>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77"/>
            <p:cNvSpPr/>
            <p:nvPr/>
          </p:nvSpPr>
          <p:spPr>
            <a:xfrm>
              <a:off x="5423174" y="1710938"/>
              <a:ext cx="10819" cy="39852"/>
            </a:xfrm>
            <a:custGeom>
              <a:avLst/>
              <a:gdLst/>
              <a:ahLst/>
              <a:cxnLst/>
              <a:rect l="l" t="t" r="r" b="b"/>
              <a:pathLst>
                <a:path w="414" h="1525" extrusionOk="0">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77"/>
            <p:cNvSpPr/>
            <p:nvPr/>
          </p:nvSpPr>
          <p:spPr>
            <a:xfrm>
              <a:off x="5445544" y="1710938"/>
              <a:ext cx="10819" cy="39852"/>
            </a:xfrm>
            <a:custGeom>
              <a:avLst/>
              <a:gdLst/>
              <a:ahLst/>
              <a:cxnLst/>
              <a:rect l="l" t="t" r="r" b="b"/>
              <a:pathLst>
                <a:path w="414" h="1525" extrusionOk="0">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77"/>
            <p:cNvSpPr/>
            <p:nvPr/>
          </p:nvSpPr>
          <p:spPr>
            <a:xfrm>
              <a:off x="5467652" y="1710546"/>
              <a:ext cx="10845" cy="40244"/>
            </a:xfrm>
            <a:custGeom>
              <a:avLst/>
              <a:gdLst/>
              <a:ahLst/>
              <a:cxnLst/>
              <a:rect l="l" t="t" r="r" b="b"/>
              <a:pathLst>
                <a:path w="415" h="1540" extrusionOk="0">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77"/>
            <p:cNvSpPr/>
            <p:nvPr/>
          </p:nvSpPr>
          <p:spPr>
            <a:xfrm>
              <a:off x="5467652" y="1746243"/>
              <a:ext cx="10845" cy="4547"/>
            </a:xfrm>
            <a:custGeom>
              <a:avLst/>
              <a:gdLst/>
              <a:ahLst/>
              <a:cxnLst/>
              <a:rect l="l" t="t" r="r" b="b"/>
              <a:pathLst>
                <a:path w="415" h="174" extrusionOk="0">
                  <a:moveTo>
                    <a:pt x="414" y="1"/>
                  </a:moveTo>
                  <a:cubicBezTo>
                    <a:pt x="279" y="58"/>
                    <a:pt x="145" y="106"/>
                    <a:pt x="1" y="135"/>
                  </a:cubicBezTo>
                  <a:lnTo>
                    <a:pt x="1" y="174"/>
                  </a:lnTo>
                  <a:lnTo>
                    <a:pt x="414" y="174"/>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1" name="Google Shape;15291;p77"/>
            <p:cNvSpPr/>
            <p:nvPr/>
          </p:nvSpPr>
          <p:spPr>
            <a:xfrm>
              <a:off x="5507608" y="1609544"/>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2" name="Google Shape;15292;p77"/>
            <p:cNvSpPr/>
            <p:nvPr/>
          </p:nvSpPr>
          <p:spPr>
            <a:xfrm>
              <a:off x="5507608" y="1654021"/>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3" name="Google Shape;15293;p77"/>
            <p:cNvSpPr/>
            <p:nvPr/>
          </p:nvSpPr>
          <p:spPr>
            <a:xfrm>
              <a:off x="5507608" y="1631913"/>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4" name="Google Shape;15294;p77"/>
            <p:cNvSpPr/>
            <p:nvPr/>
          </p:nvSpPr>
          <p:spPr>
            <a:xfrm>
              <a:off x="5507608" y="1676391"/>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77"/>
            <p:cNvSpPr/>
            <p:nvPr/>
          </p:nvSpPr>
          <p:spPr>
            <a:xfrm>
              <a:off x="5507608" y="156480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77"/>
            <p:cNvSpPr/>
            <p:nvPr/>
          </p:nvSpPr>
          <p:spPr>
            <a:xfrm>
              <a:off x="5507608" y="158717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77"/>
            <p:cNvSpPr/>
            <p:nvPr/>
          </p:nvSpPr>
          <p:spPr>
            <a:xfrm>
              <a:off x="5462112" y="1637192"/>
              <a:ext cx="122666" cy="155332"/>
            </a:xfrm>
            <a:custGeom>
              <a:avLst/>
              <a:gdLst/>
              <a:ahLst/>
              <a:cxnLst/>
              <a:rect l="l" t="t" r="r" b="b"/>
              <a:pathLst>
                <a:path w="4694" h="5944" extrusionOk="0">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77"/>
            <p:cNvSpPr/>
            <p:nvPr/>
          </p:nvSpPr>
          <p:spPr>
            <a:xfrm>
              <a:off x="5462112" y="1836975"/>
              <a:ext cx="106072" cy="24904"/>
            </a:xfrm>
            <a:custGeom>
              <a:avLst/>
              <a:gdLst/>
              <a:ahLst/>
              <a:cxnLst/>
              <a:rect l="l" t="t" r="r" b="b"/>
              <a:pathLst>
                <a:path w="4059" h="953" extrusionOk="0">
                  <a:moveTo>
                    <a:pt x="1" y="0"/>
                  </a:moveTo>
                  <a:lnTo>
                    <a:pt x="1" y="952"/>
                  </a:lnTo>
                  <a:lnTo>
                    <a:pt x="4059" y="952"/>
                  </a:lnTo>
                  <a:cubicBezTo>
                    <a:pt x="4059" y="423"/>
                    <a:pt x="3626" y="0"/>
                    <a:pt x="3097"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9" name="Google Shape;15299;p77"/>
          <p:cNvGrpSpPr/>
          <p:nvPr/>
        </p:nvGrpSpPr>
        <p:grpSpPr>
          <a:xfrm>
            <a:off x="7959464" y="2474216"/>
            <a:ext cx="370428" cy="261926"/>
            <a:chOff x="7959464" y="2474216"/>
            <a:chExt cx="370428" cy="261926"/>
          </a:xfrm>
        </p:grpSpPr>
        <p:sp>
          <p:nvSpPr>
            <p:cNvPr id="15300" name="Google Shape;15300;p77"/>
            <p:cNvSpPr/>
            <p:nvPr/>
          </p:nvSpPr>
          <p:spPr>
            <a:xfrm>
              <a:off x="8125301" y="2474216"/>
              <a:ext cx="204591" cy="234252"/>
            </a:xfrm>
            <a:custGeom>
              <a:avLst/>
              <a:gdLst/>
              <a:ahLst/>
              <a:cxnLst/>
              <a:rect l="l" t="t" r="r" b="b"/>
              <a:pathLst>
                <a:path w="7829" h="8964" extrusionOk="0">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77"/>
            <p:cNvSpPr/>
            <p:nvPr/>
          </p:nvSpPr>
          <p:spPr>
            <a:xfrm>
              <a:off x="8142653" y="2500375"/>
              <a:ext cx="187239" cy="208093"/>
            </a:xfrm>
            <a:custGeom>
              <a:avLst/>
              <a:gdLst/>
              <a:ahLst/>
              <a:cxnLst/>
              <a:rect l="l" t="t" r="r" b="b"/>
              <a:pathLst>
                <a:path w="7165" h="7963" extrusionOk="0">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77"/>
            <p:cNvSpPr/>
            <p:nvPr/>
          </p:nvSpPr>
          <p:spPr>
            <a:xfrm>
              <a:off x="8159743" y="2625053"/>
              <a:ext cx="76411" cy="48998"/>
            </a:xfrm>
            <a:custGeom>
              <a:avLst/>
              <a:gdLst/>
              <a:ahLst/>
              <a:cxnLst/>
              <a:rect l="l" t="t" r="r" b="b"/>
              <a:pathLst>
                <a:path w="2924" h="1875" extrusionOk="0">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3" name="Google Shape;15303;p77"/>
            <p:cNvSpPr/>
            <p:nvPr/>
          </p:nvSpPr>
          <p:spPr>
            <a:xfrm>
              <a:off x="8196433" y="2565157"/>
              <a:ext cx="38206" cy="52082"/>
            </a:xfrm>
            <a:custGeom>
              <a:avLst/>
              <a:gdLst/>
              <a:ahLst/>
              <a:cxnLst/>
              <a:rect l="l" t="t" r="r" b="b"/>
              <a:pathLst>
                <a:path w="1462" h="1993" extrusionOk="0">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4" name="Google Shape;15304;p77"/>
            <p:cNvSpPr/>
            <p:nvPr/>
          </p:nvSpPr>
          <p:spPr>
            <a:xfrm>
              <a:off x="8161259" y="2530427"/>
              <a:ext cx="55532" cy="22082"/>
            </a:xfrm>
            <a:custGeom>
              <a:avLst/>
              <a:gdLst/>
              <a:ahLst/>
              <a:cxnLst/>
              <a:rect l="l" t="t" r="r" b="b"/>
              <a:pathLst>
                <a:path w="2125" h="845" extrusionOk="0">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77"/>
            <p:cNvSpPr/>
            <p:nvPr/>
          </p:nvSpPr>
          <p:spPr>
            <a:xfrm>
              <a:off x="8246686" y="2553450"/>
              <a:ext cx="50880" cy="32352"/>
            </a:xfrm>
            <a:custGeom>
              <a:avLst/>
              <a:gdLst/>
              <a:ahLst/>
              <a:cxnLst/>
              <a:rect l="l" t="t" r="r" b="b"/>
              <a:pathLst>
                <a:path w="1947" h="1238" extrusionOk="0">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77"/>
            <p:cNvSpPr/>
            <p:nvPr/>
          </p:nvSpPr>
          <p:spPr>
            <a:xfrm>
              <a:off x="7959464" y="2502126"/>
              <a:ext cx="203311" cy="233990"/>
            </a:xfrm>
            <a:custGeom>
              <a:avLst/>
              <a:gdLst/>
              <a:ahLst/>
              <a:cxnLst/>
              <a:rect l="l" t="t" r="r" b="b"/>
              <a:pathLst>
                <a:path w="7780" h="8954" extrusionOk="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77"/>
            <p:cNvSpPr/>
            <p:nvPr/>
          </p:nvSpPr>
          <p:spPr>
            <a:xfrm>
              <a:off x="8061485" y="2502073"/>
              <a:ext cx="101290" cy="234069"/>
            </a:xfrm>
            <a:custGeom>
              <a:avLst/>
              <a:gdLst/>
              <a:ahLst/>
              <a:cxnLst/>
              <a:rect l="l" t="t" r="r" b="b"/>
              <a:pathLst>
                <a:path w="3876" h="8957" extrusionOk="0">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8" name="Google Shape;15308;p77"/>
            <p:cNvSpPr/>
            <p:nvPr/>
          </p:nvSpPr>
          <p:spPr>
            <a:xfrm>
              <a:off x="8045388" y="2647370"/>
              <a:ext cx="76438" cy="47561"/>
            </a:xfrm>
            <a:custGeom>
              <a:avLst/>
              <a:gdLst/>
              <a:ahLst/>
              <a:cxnLst/>
              <a:rect l="l" t="t" r="r" b="b"/>
              <a:pathLst>
                <a:path w="2925" h="1820" extrusionOk="0">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9" name="Google Shape;15309;p77"/>
            <p:cNvSpPr/>
            <p:nvPr/>
          </p:nvSpPr>
          <p:spPr>
            <a:xfrm>
              <a:off x="8055449" y="2591002"/>
              <a:ext cx="36246" cy="51376"/>
            </a:xfrm>
            <a:custGeom>
              <a:avLst/>
              <a:gdLst/>
              <a:ahLst/>
              <a:cxnLst/>
              <a:rect l="l" t="t" r="r" b="b"/>
              <a:pathLst>
                <a:path w="1387" h="1966" extrusionOk="0">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0" name="Google Shape;15310;p77"/>
            <p:cNvSpPr/>
            <p:nvPr/>
          </p:nvSpPr>
          <p:spPr>
            <a:xfrm>
              <a:off x="7988758" y="2585854"/>
              <a:ext cx="54643" cy="23859"/>
            </a:xfrm>
            <a:custGeom>
              <a:avLst/>
              <a:gdLst/>
              <a:ahLst/>
              <a:cxnLst/>
              <a:rect l="l" t="t" r="r" b="b"/>
              <a:pathLst>
                <a:path w="2091" h="913" extrusionOk="0">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77"/>
            <p:cNvSpPr/>
            <p:nvPr/>
          </p:nvSpPr>
          <p:spPr>
            <a:xfrm>
              <a:off x="8075309" y="2560349"/>
              <a:ext cx="53284" cy="31019"/>
            </a:xfrm>
            <a:custGeom>
              <a:avLst/>
              <a:gdLst/>
              <a:ahLst/>
              <a:cxnLst/>
              <a:rect l="l" t="t" r="r" b="b"/>
              <a:pathLst>
                <a:path w="2039" h="1187" extrusionOk="0">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12" name="Google Shape;15312;p77"/>
          <p:cNvGrpSpPr/>
          <p:nvPr/>
        </p:nvGrpSpPr>
        <p:grpSpPr>
          <a:xfrm>
            <a:off x="7518687" y="2457909"/>
            <a:ext cx="360629" cy="294461"/>
            <a:chOff x="7518687" y="2457909"/>
            <a:chExt cx="360629" cy="294461"/>
          </a:xfrm>
        </p:grpSpPr>
        <p:sp>
          <p:nvSpPr>
            <p:cNvPr id="15313" name="Google Shape;15313;p77"/>
            <p:cNvSpPr/>
            <p:nvPr/>
          </p:nvSpPr>
          <p:spPr>
            <a:xfrm>
              <a:off x="7671222" y="2457909"/>
              <a:ext cx="55558" cy="265376"/>
            </a:xfrm>
            <a:custGeom>
              <a:avLst/>
              <a:gdLst/>
              <a:ahLst/>
              <a:cxnLst/>
              <a:rect l="l" t="t" r="r" b="b"/>
              <a:pathLst>
                <a:path w="2126" h="10155" extrusionOk="0">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77"/>
            <p:cNvSpPr/>
            <p:nvPr/>
          </p:nvSpPr>
          <p:spPr>
            <a:xfrm>
              <a:off x="7699106" y="2457909"/>
              <a:ext cx="27674" cy="265376"/>
            </a:xfrm>
            <a:custGeom>
              <a:avLst/>
              <a:gdLst/>
              <a:ahLst/>
              <a:cxnLst/>
              <a:rect l="l" t="t" r="r" b="b"/>
              <a:pathLst>
                <a:path w="1059" h="10155" extrusionOk="0">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5" name="Google Shape;15315;p77"/>
            <p:cNvSpPr/>
            <p:nvPr/>
          </p:nvSpPr>
          <p:spPr>
            <a:xfrm>
              <a:off x="7694088" y="2574251"/>
              <a:ext cx="9826" cy="149034"/>
            </a:xfrm>
            <a:custGeom>
              <a:avLst/>
              <a:gdLst/>
              <a:ahLst/>
              <a:cxnLst/>
              <a:rect l="l" t="t" r="r" b="b"/>
              <a:pathLst>
                <a:path w="376" h="5703" extrusionOk="0">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6" name="Google Shape;15316;p77"/>
            <p:cNvSpPr/>
            <p:nvPr/>
          </p:nvSpPr>
          <p:spPr>
            <a:xfrm>
              <a:off x="7554384" y="2551516"/>
              <a:ext cx="148014" cy="171769"/>
            </a:xfrm>
            <a:custGeom>
              <a:avLst/>
              <a:gdLst/>
              <a:ahLst/>
              <a:cxnLst/>
              <a:rect l="l" t="t" r="r" b="b"/>
              <a:pathLst>
                <a:path w="5664" h="6573" extrusionOk="0">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77"/>
            <p:cNvSpPr/>
            <p:nvPr/>
          </p:nvSpPr>
          <p:spPr>
            <a:xfrm>
              <a:off x="7554384" y="2553136"/>
              <a:ext cx="148014" cy="170149"/>
            </a:xfrm>
            <a:custGeom>
              <a:avLst/>
              <a:gdLst/>
              <a:ahLst/>
              <a:cxnLst/>
              <a:rect l="l" t="t" r="r" b="b"/>
              <a:pathLst>
                <a:path w="5664" h="6511" extrusionOk="0">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77"/>
            <p:cNvSpPr/>
            <p:nvPr/>
          </p:nvSpPr>
          <p:spPr>
            <a:xfrm>
              <a:off x="7695604" y="2551516"/>
              <a:ext cx="148041" cy="171769"/>
            </a:xfrm>
            <a:custGeom>
              <a:avLst/>
              <a:gdLst/>
              <a:ahLst/>
              <a:cxnLst/>
              <a:rect l="l" t="t" r="r" b="b"/>
              <a:pathLst>
                <a:path w="5665" h="6573" extrusionOk="0">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77"/>
            <p:cNvSpPr/>
            <p:nvPr/>
          </p:nvSpPr>
          <p:spPr>
            <a:xfrm>
              <a:off x="7695604" y="2553136"/>
              <a:ext cx="148041" cy="170149"/>
            </a:xfrm>
            <a:custGeom>
              <a:avLst/>
              <a:gdLst/>
              <a:ahLst/>
              <a:cxnLst/>
              <a:rect l="l" t="t" r="r" b="b"/>
              <a:pathLst>
                <a:path w="5665" h="6511" extrusionOk="0">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77"/>
            <p:cNvSpPr/>
            <p:nvPr/>
          </p:nvSpPr>
          <p:spPr>
            <a:xfrm>
              <a:off x="7518687" y="2588833"/>
              <a:ext cx="180445" cy="148772"/>
            </a:xfrm>
            <a:custGeom>
              <a:avLst/>
              <a:gdLst/>
              <a:ahLst/>
              <a:cxnLst/>
              <a:rect l="l" t="t" r="r" b="b"/>
              <a:pathLst>
                <a:path w="6905" h="5693" extrusionOk="0">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77"/>
            <p:cNvSpPr/>
            <p:nvPr/>
          </p:nvSpPr>
          <p:spPr>
            <a:xfrm>
              <a:off x="7518687" y="2588833"/>
              <a:ext cx="180445" cy="138973"/>
            </a:xfrm>
            <a:custGeom>
              <a:avLst/>
              <a:gdLst/>
              <a:ahLst/>
              <a:cxnLst/>
              <a:rect l="l" t="t" r="r" b="b"/>
              <a:pathLst>
                <a:path w="6905" h="5318" extrusionOk="0">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77"/>
            <p:cNvSpPr/>
            <p:nvPr/>
          </p:nvSpPr>
          <p:spPr>
            <a:xfrm>
              <a:off x="7699106" y="2588833"/>
              <a:ext cx="180210" cy="148772"/>
            </a:xfrm>
            <a:custGeom>
              <a:avLst/>
              <a:gdLst/>
              <a:ahLst/>
              <a:cxnLst/>
              <a:rect l="l" t="t" r="r" b="b"/>
              <a:pathLst>
                <a:path w="6896" h="5693" extrusionOk="0">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3" name="Google Shape;15323;p77"/>
            <p:cNvSpPr/>
            <p:nvPr/>
          </p:nvSpPr>
          <p:spPr>
            <a:xfrm>
              <a:off x="7773244" y="2588833"/>
              <a:ext cx="106072" cy="148720"/>
            </a:xfrm>
            <a:custGeom>
              <a:avLst/>
              <a:gdLst/>
              <a:ahLst/>
              <a:cxnLst/>
              <a:rect l="l" t="t" r="r" b="b"/>
              <a:pathLst>
                <a:path w="4059" h="5691" extrusionOk="0">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4" name="Google Shape;15324;p77"/>
            <p:cNvSpPr/>
            <p:nvPr/>
          </p:nvSpPr>
          <p:spPr>
            <a:xfrm>
              <a:off x="7693592" y="2625732"/>
              <a:ext cx="51298" cy="103093"/>
            </a:xfrm>
            <a:custGeom>
              <a:avLst/>
              <a:gdLst/>
              <a:ahLst/>
              <a:cxnLst/>
              <a:rect l="l" t="t" r="r" b="b"/>
              <a:pathLst>
                <a:path w="1963" h="3945" extrusionOk="0">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77"/>
            <p:cNvSpPr/>
            <p:nvPr/>
          </p:nvSpPr>
          <p:spPr>
            <a:xfrm>
              <a:off x="7653139" y="2625732"/>
              <a:ext cx="51272" cy="103093"/>
            </a:xfrm>
            <a:custGeom>
              <a:avLst/>
              <a:gdLst/>
              <a:ahLst/>
              <a:cxnLst/>
              <a:rect l="l" t="t" r="r" b="b"/>
              <a:pathLst>
                <a:path w="1962" h="3945" extrusionOk="0">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77"/>
            <p:cNvSpPr/>
            <p:nvPr/>
          </p:nvSpPr>
          <p:spPr>
            <a:xfrm>
              <a:off x="7677494" y="2691168"/>
              <a:ext cx="43014" cy="61202"/>
            </a:xfrm>
            <a:custGeom>
              <a:avLst/>
              <a:gdLst/>
              <a:ahLst/>
              <a:cxnLst/>
              <a:rect l="l" t="t" r="r" b="b"/>
              <a:pathLst>
                <a:path w="1646" h="2342" extrusionOk="0">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77"/>
            <p:cNvSpPr/>
            <p:nvPr/>
          </p:nvSpPr>
          <p:spPr>
            <a:xfrm>
              <a:off x="7699106" y="2691351"/>
              <a:ext cx="21403" cy="60836"/>
            </a:xfrm>
            <a:custGeom>
              <a:avLst/>
              <a:gdLst/>
              <a:ahLst/>
              <a:cxnLst/>
              <a:rect l="l" t="t" r="r" b="b"/>
              <a:pathLst>
                <a:path w="819" h="2328" extrusionOk="0">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77"/>
            <p:cNvSpPr/>
            <p:nvPr/>
          </p:nvSpPr>
          <p:spPr>
            <a:xfrm>
              <a:off x="7575734" y="2657745"/>
              <a:ext cx="88981" cy="53493"/>
            </a:xfrm>
            <a:custGeom>
              <a:avLst/>
              <a:gdLst/>
              <a:ahLst/>
              <a:cxnLst/>
              <a:rect l="l" t="t" r="r" b="b"/>
              <a:pathLst>
                <a:path w="3405" h="2047" extrusionOk="0">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77"/>
            <p:cNvSpPr/>
            <p:nvPr/>
          </p:nvSpPr>
          <p:spPr>
            <a:xfrm>
              <a:off x="7581771" y="2663128"/>
              <a:ext cx="74661" cy="41446"/>
            </a:xfrm>
            <a:custGeom>
              <a:avLst/>
              <a:gdLst/>
              <a:ahLst/>
              <a:cxnLst/>
              <a:rect l="l" t="t" r="r" b="b"/>
              <a:pathLst>
                <a:path w="2857" h="1586" extrusionOk="0">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77"/>
            <p:cNvSpPr/>
            <p:nvPr/>
          </p:nvSpPr>
          <p:spPr>
            <a:xfrm>
              <a:off x="7733287" y="2657745"/>
              <a:ext cx="88981" cy="53493"/>
            </a:xfrm>
            <a:custGeom>
              <a:avLst/>
              <a:gdLst/>
              <a:ahLst/>
              <a:cxnLst/>
              <a:rect l="l" t="t" r="r" b="b"/>
              <a:pathLst>
                <a:path w="3405" h="2047" extrusionOk="0">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77"/>
            <p:cNvSpPr/>
            <p:nvPr/>
          </p:nvSpPr>
          <p:spPr>
            <a:xfrm>
              <a:off x="7741597" y="2663128"/>
              <a:ext cx="74634" cy="41446"/>
            </a:xfrm>
            <a:custGeom>
              <a:avLst/>
              <a:gdLst/>
              <a:ahLst/>
              <a:cxnLst/>
              <a:rect l="l" t="t" r="r" b="b"/>
              <a:pathLst>
                <a:path w="2856" h="1586" extrusionOk="0">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2" name="Google Shape;15332;p77"/>
          <p:cNvGrpSpPr/>
          <p:nvPr/>
        </p:nvGrpSpPr>
        <p:grpSpPr>
          <a:xfrm>
            <a:off x="7086220" y="1981566"/>
            <a:ext cx="343799" cy="360524"/>
            <a:chOff x="7086220" y="1981566"/>
            <a:chExt cx="343799" cy="360524"/>
          </a:xfrm>
        </p:grpSpPr>
        <p:sp>
          <p:nvSpPr>
            <p:cNvPr id="15333" name="Google Shape;15333;p77"/>
            <p:cNvSpPr/>
            <p:nvPr/>
          </p:nvSpPr>
          <p:spPr>
            <a:xfrm>
              <a:off x="7111098" y="2115156"/>
              <a:ext cx="222414" cy="226935"/>
            </a:xfrm>
            <a:custGeom>
              <a:avLst/>
              <a:gdLst/>
              <a:ahLst/>
              <a:cxnLst/>
              <a:rect l="l" t="t" r="r" b="b"/>
              <a:pathLst>
                <a:path w="8511" h="8684" extrusionOk="0">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77"/>
            <p:cNvSpPr/>
            <p:nvPr/>
          </p:nvSpPr>
          <p:spPr>
            <a:xfrm>
              <a:off x="7111098" y="2115156"/>
              <a:ext cx="222414" cy="226673"/>
            </a:xfrm>
            <a:custGeom>
              <a:avLst/>
              <a:gdLst/>
              <a:ahLst/>
              <a:cxnLst/>
              <a:rect l="l" t="t" r="r" b="b"/>
              <a:pathLst>
                <a:path w="8511" h="8674" extrusionOk="0">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5" name="Google Shape;15335;p77"/>
            <p:cNvSpPr/>
            <p:nvPr/>
          </p:nvSpPr>
          <p:spPr>
            <a:xfrm>
              <a:off x="7140236" y="2115156"/>
              <a:ext cx="163616" cy="73641"/>
            </a:xfrm>
            <a:custGeom>
              <a:avLst/>
              <a:gdLst/>
              <a:ahLst/>
              <a:cxnLst/>
              <a:rect l="l" t="t" r="r" b="b"/>
              <a:pathLst>
                <a:path w="6261" h="2818" extrusionOk="0">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6" name="Google Shape;15336;p77"/>
            <p:cNvSpPr/>
            <p:nvPr/>
          </p:nvSpPr>
          <p:spPr>
            <a:xfrm>
              <a:off x="7261622" y="2115156"/>
              <a:ext cx="42230" cy="71891"/>
            </a:xfrm>
            <a:custGeom>
              <a:avLst/>
              <a:gdLst/>
              <a:ahLst/>
              <a:cxnLst/>
              <a:rect l="l" t="t" r="r" b="b"/>
              <a:pathLst>
                <a:path w="1616" h="2751" extrusionOk="0">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77"/>
            <p:cNvSpPr/>
            <p:nvPr/>
          </p:nvSpPr>
          <p:spPr>
            <a:xfrm>
              <a:off x="7086220" y="2087743"/>
              <a:ext cx="271909" cy="65619"/>
            </a:xfrm>
            <a:custGeom>
              <a:avLst/>
              <a:gdLst/>
              <a:ahLst/>
              <a:cxnLst/>
              <a:rect l="l" t="t" r="r" b="b"/>
              <a:pathLst>
                <a:path w="10405" h="2511" extrusionOk="0">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8" name="Google Shape;15338;p77"/>
            <p:cNvSpPr/>
            <p:nvPr/>
          </p:nvSpPr>
          <p:spPr>
            <a:xfrm>
              <a:off x="7125916" y="2108622"/>
              <a:ext cx="192518" cy="23911"/>
            </a:xfrm>
            <a:custGeom>
              <a:avLst/>
              <a:gdLst/>
              <a:ahLst/>
              <a:cxnLst/>
              <a:rect l="l" t="t" r="r" b="b"/>
              <a:pathLst>
                <a:path w="7367" h="915" extrusionOk="0">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9" name="Google Shape;15339;p77"/>
            <p:cNvSpPr/>
            <p:nvPr/>
          </p:nvSpPr>
          <p:spPr>
            <a:xfrm>
              <a:off x="7182701" y="1981566"/>
              <a:ext cx="247318" cy="90758"/>
            </a:xfrm>
            <a:custGeom>
              <a:avLst/>
              <a:gdLst/>
              <a:ahLst/>
              <a:cxnLst/>
              <a:rect l="l" t="t" r="r" b="b"/>
              <a:pathLst>
                <a:path w="9464" h="3473" extrusionOk="0">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77"/>
            <p:cNvSpPr/>
            <p:nvPr/>
          </p:nvSpPr>
          <p:spPr>
            <a:xfrm>
              <a:off x="7184478" y="1993012"/>
              <a:ext cx="245541" cy="79312"/>
            </a:xfrm>
            <a:custGeom>
              <a:avLst/>
              <a:gdLst/>
              <a:ahLst/>
              <a:cxnLst/>
              <a:rect l="l" t="t" r="r" b="b"/>
              <a:pathLst>
                <a:path w="9396" h="3035" extrusionOk="0">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77"/>
            <p:cNvSpPr/>
            <p:nvPr/>
          </p:nvSpPr>
          <p:spPr>
            <a:xfrm>
              <a:off x="7182466" y="2042507"/>
              <a:ext cx="52291" cy="30000"/>
            </a:xfrm>
            <a:custGeom>
              <a:avLst/>
              <a:gdLst/>
              <a:ahLst/>
              <a:cxnLst/>
              <a:rect l="l" t="t" r="r" b="b"/>
              <a:pathLst>
                <a:path w="2001" h="1148" extrusionOk="0">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77"/>
            <p:cNvSpPr/>
            <p:nvPr/>
          </p:nvSpPr>
          <p:spPr>
            <a:xfrm>
              <a:off x="7184478" y="2052333"/>
              <a:ext cx="50279" cy="19103"/>
            </a:xfrm>
            <a:custGeom>
              <a:avLst/>
              <a:gdLst/>
              <a:ahLst/>
              <a:cxnLst/>
              <a:rect l="l" t="t" r="r" b="b"/>
              <a:pathLst>
                <a:path w="1924" h="731" extrusionOk="0">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77"/>
            <p:cNvSpPr/>
            <p:nvPr/>
          </p:nvSpPr>
          <p:spPr>
            <a:xfrm>
              <a:off x="7113607" y="2030460"/>
              <a:ext cx="37213" cy="33685"/>
            </a:xfrm>
            <a:custGeom>
              <a:avLst/>
              <a:gdLst/>
              <a:ahLst/>
              <a:cxnLst/>
              <a:rect l="l" t="t" r="r" b="b"/>
              <a:pathLst>
                <a:path w="1424" h="1289" extrusionOk="0">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77"/>
            <p:cNvSpPr/>
            <p:nvPr/>
          </p:nvSpPr>
          <p:spPr>
            <a:xfrm>
              <a:off x="7312371" y="2051314"/>
              <a:ext cx="37213" cy="33711"/>
            </a:xfrm>
            <a:custGeom>
              <a:avLst/>
              <a:gdLst/>
              <a:ahLst/>
              <a:cxnLst/>
              <a:rect l="l" t="t" r="r" b="b"/>
              <a:pathLst>
                <a:path w="1424" h="1290" extrusionOk="0">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77"/>
            <p:cNvSpPr/>
            <p:nvPr/>
          </p:nvSpPr>
          <p:spPr>
            <a:xfrm>
              <a:off x="7235489" y="1982455"/>
              <a:ext cx="37213" cy="33711"/>
            </a:xfrm>
            <a:custGeom>
              <a:avLst/>
              <a:gdLst/>
              <a:ahLst/>
              <a:cxnLst/>
              <a:rect l="l" t="t" r="r" b="b"/>
              <a:pathLst>
                <a:path w="1424" h="1290" extrusionOk="0">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77"/>
            <p:cNvSpPr/>
            <p:nvPr/>
          </p:nvSpPr>
          <p:spPr>
            <a:xfrm>
              <a:off x="7132213" y="2030460"/>
              <a:ext cx="18606" cy="33685"/>
            </a:xfrm>
            <a:custGeom>
              <a:avLst/>
              <a:gdLst/>
              <a:ahLst/>
              <a:cxnLst/>
              <a:rect l="l" t="t" r="r" b="b"/>
              <a:pathLst>
                <a:path w="712" h="1289" extrusionOk="0">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77"/>
            <p:cNvSpPr/>
            <p:nvPr/>
          </p:nvSpPr>
          <p:spPr>
            <a:xfrm>
              <a:off x="7254069" y="1982455"/>
              <a:ext cx="18632" cy="33711"/>
            </a:xfrm>
            <a:custGeom>
              <a:avLst/>
              <a:gdLst/>
              <a:ahLst/>
              <a:cxnLst/>
              <a:rect l="l" t="t" r="r" b="b"/>
              <a:pathLst>
                <a:path w="713" h="1290" extrusionOk="0">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77"/>
            <p:cNvSpPr/>
            <p:nvPr/>
          </p:nvSpPr>
          <p:spPr>
            <a:xfrm>
              <a:off x="7330977" y="2051314"/>
              <a:ext cx="18606" cy="33946"/>
            </a:xfrm>
            <a:custGeom>
              <a:avLst/>
              <a:gdLst/>
              <a:ahLst/>
              <a:cxnLst/>
              <a:rect l="l" t="t" r="r" b="b"/>
              <a:pathLst>
                <a:path w="712" h="1299" extrusionOk="0">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49" name="Google Shape;15349;p77"/>
          <p:cNvGrpSpPr/>
          <p:nvPr/>
        </p:nvGrpSpPr>
        <p:grpSpPr>
          <a:xfrm>
            <a:off x="6141112" y="2927563"/>
            <a:ext cx="368416" cy="311369"/>
            <a:chOff x="6141112" y="2927563"/>
            <a:chExt cx="368416" cy="311369"/>
          </a:xfrm>
        </p:grpSpPr>
        <p:sp>
          <p:nvSpPr>
            <p:cNvPr id="15350" name="Google Shape;15350;p77"/>
            <p:cNvSpPr/>
            <p:nvPr/>
          </p:nvSpPr>
          <p:spPr>
            <a:xfrm>
              <a:off x="6141112" y="3157163"/>
              <a:ext cx="368416" cy="81769"/>
            </a:xfrm>
            <a:custGeom>
              <a:avLst/>
              <a:gdLst/>
              <a:ahLst/>
              <a:cxnLst/>
              <a:rect l="l" t="t" r="r" b="b"/>
              <a:pathLst>
                <a:path w="14098" h="3129" extrusionOk="0">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1" name="Google Shape;15351;p77"/>
            <p:cNvSpPr/>
            <p:nvPr/>
          </p:nvSpPr>
          <p:spPr>
            <a:xfrm>
              <a:off x="6192619" y="2953460"/>
              <a:ext cx="265402" cy="248781"/>
            </a:xfrm>
            <a:custGeom>
              <a:avLst/>
              <a:gdLst/>
              <a:ahLst/>
              <a:cxnLst/>
              <a:rect l="l" t="t" r="r" b="b"/>
              <a:pathLst>
                <a:path w="10156" h="9520" extrusionOk="0">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77"/>
            <p:cNvSpPr/>
            <p:nvPr/>
          </p:nvSpPr>
          <p:spPr>
            <a:xfrm>
              <a:off x="6306453" y="2953460"/>
              <a:ext cx="151568" cy="248781"/>
            </a:xfrm>
            <a:custGeom>
              <a:avLst/>
              <a:gdLst/>
              <a:ahLst/>
              <a:cxnLst/>
              <a:rect l="l" t="t" r="r" b="b"/>
              <a:pathLst>
                <a:path w="5800" h="9520" extrusionOk="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77"/>
            <p:cNvSpPr/>
            <p:nvPr/>
          </p:nvSpPr>
          <p:spPr>
            <a:xfrm>
              <a:off x="6192619" y="2927563"/>
              <a:ext cx="265402" cy="52788"/>
            </a:xfrm>
            <a:custGeom>
              <a:avLst/>
              <a:gdLst/>
              <a:ahLst/>
              <a:cxnLst/>
              <a:rect l="l" t="t" r="r" b="b"/>
              <a:pathLst>
                <a:path w="10156" h="2020" extrusionOk="0">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77"/>
            <p:cNvSpPr/>
            <p:nvPr/>
          </p:nvSpPr>
          <p:spPr>
            <a:xfrm>
              <a:off x="6227062" y="3142921"/>
              <a:ext cx="196778" cy="59321"/>
            </a:xfrm>
            <a:custGeom>
              <a:avLst/>
              <a:gdLst/>
              <a:ahLst/>
              <a:cxnLst/>
              <a:rect l="l" t="t" r="r" b="b"/>
              <a:pathLst>
                <a:path w="7530" h="2270" extrusionOk="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77"/>
            <p:cNvSpPr/>
            <p:nvPr/>
          </p:nvSpPr>
          <p:spPr>
            <a:xfrm>
              <a:off x="6227062" y="3142921"/>
              <a:ext cx="523" cy="18868"/>
            </a:xfrm>
            <a:custGeom>
              <a:avLst/>
              <a:gdLst/>
              <a:ahLst/>
              <a:cxnLst/>
              <a:rect l="l" t="t" r="r" b="b"/>
              <a:pathLst>
                <a:path w="20" h="722" extrusionOk="0">
                  <a:moveTo>
                    <a:pt x="0" y="1"/>
                  </a:moveTo>
                  <a:cubicBezTo>
                    <a:pt x="10" y="231"/>
                    <a:pt x="10" y="472"/>
                    <a:pt x="10" y="722"/>
                  </a:cubicBezTo>
                  <a:cubicBezTo>
                    <a:pt x="19" y="481"/>
                    <a:pt x="10" y="241"/>
                    <a:pt x="1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77"/>
            <p:cNvSpPr/>
            <p:nvPr/>
          </p:nvSpPr>
          <p:spPr>
            <a:xfrm>
              <a:off x="6226801" y="3142921"/>
              <a:ext cx="196778" cy="59321"/>
            </a:xfrm>
            <a:custGeom>
              <a:avLst/>
              <a:gdLst/>
              <a:ahLst/>
              <a:cxnLst/>
              <a:rect l="l" t="t" r="r" b="b"/>
              <a:pathLst>
                <a:path w="7530" h="2270" extrusionOk="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57" name="Google Shape;15357;p77"/>
          <p:cNvGrpSpPr/>
          <p:nvPr/>
        </p:nvGrpSpPr>
        <p:grpSpPr>
          <a:xfrm>
            <a:off x="7520699" y="2902946"/>
            <a:ext cx="335489" cy="360629"/>
            <a:chOff x="7520699" y="2902946"/>
            <a:chExt cx="335489" cy="360629"/>
          </a:xfrm>
        </p:grpSpPr>
        <p:sp>
          <p:nvSpPr>
            <p:cNvPr id="15358" name="Google Shape;15358;p77"/>
            <p:cNvSpPr/>
            <p:nvPr/>
          </p:nvSpPr>
          <p:spPr>
            <a:xfrm>
              <a:off x="7520699" y="2946666"/>
              <a:ext cx="128441" cy="174173"/>
            </a:xfrm>
            <a:custGeom>
              <a:avLst/>
              <a:gdLst/>
              <a:ahLst/>
              <a:cxnLst/>
              <a:rect l="l" t="t" r="r" b="b"/>
              <a:pathLst>
                <a:path w="4915" h="6665" extrusionOk="0">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77"/>
            <p:cNvSpPr/>
            <p:nvPr/>
          </p:nvSpPr>
          <p:spPr>
            <a:xfrm>
              <a:off x="7727512" y="2946404"/>
              <a:ext cx="128676" cy="174434"/>
            </a:xfrm>
            <a:custGeom>
              <a:avLst/>
              <a:gdLst/>
              <a:ahLst/>
              <a:cxnLst/>
              <a:rect l="l" t="t" r="r" b="b"/>
              <a:pathLst>
                <a:path w="4924" h="6675" extrusionOk="0">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77"/>
            <p:cNvSpPr/>
            <p:nvPr/>
          </p:nvSpPr>
          <p:spPr>
            <a:xfrm>
              <a:off x="7639315" y="3118800"/>
              <a:ext cx="98284" cy="97030"/>
            </a:xfrm>
            <a:custGeom>
              <a:avLst/>
              <a:gdLst/>
              <a:ahLst/>
              <a:cxnLst/>
              <a:rect l="l" t="t" r="r" b="b"/>
              <a:pathLst>
                <a:path w="3761" h="3713" extrusionOk="0">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77"/>
            <p:cNvSpPr/>
            <p:nvPr/>
          </p:nvSpPr>
          <p:spPr>
            <a:xfrm>
              <a:off x="7688313" y="3118800"/>
              <a:ext cx="49286" cy="96769"/>
            </a:xfrm>
            <a:custGeom>
              <a:avLst/>
              <a:gdLst/>
              <a:ahLst/>
              <a:cxnLst/>
              <a:rect l="l" t="t" r="r" b="b"/>
              <a:pathLst>
                <a:path w="1886" h="3703" extrusionOk="0">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77"/>
            <p:cNvSpPr/>
            <p:nvPr/>
          </p:nvSpPr>
          <p:spPr>
            <a:xfrm>
              <a:off x="7600351" y="2917502"/>
              <a:ext cx="175950" cy="221421"/>
            </a:xfrm>
            <a:custGeom>
              <a:avLst/>
              <a:gdLst/>
              <a:ahLst/>
              <a:cxnLst/>
              <a:rect l="l" t="t" r="r" b="b"/>
              <a:pathLst>
                <a:path w="6733" h="8473" extrusionOk="0">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3" name="Google Shape;15363;p77"/>
            <p:cNvSpPr/>
            <p:nvPr/>
          </p:nvSpPr>
          <p:spPr>
            <a:xfrm>
              <a:off x="7688313" y="2917502"/>
              <a:ext cx="87988" cy="221421"/>
            </a:xfrm>
            <a:custGeom>
              <a:avLst/>
              <a:gdLst/>
              <a:ahLst/>
              <a:cxnLst/>
              <a:rect l="l" t="t" r="r" b="b"/>
              <a:pathLst>
                <a:path w="3367" h="8473" extrusionOk="0">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4" name="Google Shape;15364;p77"/>
            <p:cNvSpPr/>
            <p:nvPr/>
          </p:nvSpPr>
          <p:spPr>
            <a:xfrm>
              <a:off x="7585534" y="2902946"/>
              <a:ext cx="205820" cy="25139"/>
            </a:xfrm>
            <a:custGeom>
              <a:avLst/>
              <a:gdLst/>
              <a:ahLst/>
              <a:cxnLst/>
              <a:rect l="l" t="t" r="r" b="b"/>
              <a:pathLst>
                <a:path w="7876" h="962" extrusionOk="0">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77"/>
            <p:cNvSpPr/>
            <p:nvPr/>
          </p:nvSpPr>
          <p:spPr>
            <a:xfrm>
              <a:off x="7585534" y="2909218"/>
              <a:ext cx="205820" cy="18868"/>
            </a:xfrm>
            <a:custGeom>
              <a:avLst/>
              <a:gdLst/>
              <a:ahLst/>
              <a:cxnLst/>
              <a:rect l="l" t="t" r="r" b="b"/>
              <a:pathLst>
                <a:path w="7876" h="722" extrusionOk="0">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77"/>
            <p:cNvSpPr/>
            <p:nvPr/>
          </p:nvSpPr>
          <p:spPr>
            <a:xfrm>
              <a:off x="7602625" y="3194689"/>
              <a:ext cx="171664" cy="49521"/>
            </a:xfrm>
            <a:custGeom>
              <a:avLst/>
              <a:gdLst/>
              <a:ahLst/>
              <a:cxnLst/>
              <a:rect l="l" t="t" r="r" b="b"/>
              <a:pathLst>
                <a:path w="6569" h="1895" extrusionOk="0">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77"/>
            <p:cNvSpPr/>
            <p:nvPr/>
          </p:nvSpPr>
          <p:spPr>
            <a:xfrm>
              <a:off x="7602625" y="3194689"/>
              <a:ext cx="171664" cy="49521"/>
            </a:xfrm>
            <a:custGeom>
              <a:avLst/>
              <a:gdLst/>
              <a:ahLst/>
              <a:cxnLst/>
              <a:rect l="l" t="t" r="r" b="b"/>
              <a:pathLst>
                <a:path w="6569" h="1895" extrusionOk="0">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77"/>
            <p:cNvSpPr/>
            <p:nvPr/>
          </p:nvSpPr>
          <p:spPr>
            <a:xfrm>
              <a:off x="7585795" y="3240421"/>
              <a:ext cx="205323" cy="23153"/>
            </a:xfrm>
            <a:custGeom>
              <a:avLst/>
              <a:gdLst/>
              <a:ahLst/>
              <a:cxnLst/>
              <a:rect l="l" t="t" r="r" b="b"/>
              <a:pathLst>
                <a:path w="7857" h="886" extrusionOk="0">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9" name="Google Shape;15369;p77"/>
            <p:cNvSpPr/>
            <p:nvPr/>
          </p:nvSpPr>
          <p:spPr>
            <a:xfrm>
              <a:off x="7655647" y="3121806"/>
              <a:ext cx="65357" cy="23650"/>
            </a:xfrm>
            <a:custGeom>
              <a:avLst/>
              <a:gdLst/>
              <a:ahLst/>
              <a:cxnLst/>
              <a:rect l="l" t="t" r="r" b="b"/>
              <a:pathLst>
                <a:path w="2501" h="905" extrusionOk="0">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0" name="Google Shape;15370;p77"/>
            <p:cNvSpPr/>
            <p:nvPr/>
          </p:nvSpPr>
          <p:spPr>
            <a:xfrm>
              <a:off x="7655647" y="3127581"/>
              <a:ext cx="65357" cy="17639"/>
            </a:xfrm>
            <a:custGeom>
              <a:avLst/>
              <a:gdLst/>
              <a:ahLst/>
              <a:cxnLst/>
              <a:rect l="l" t="t" r="r" b="b"/>
              <a:pathLst>
                <a:path w="2501" h="675" extrusionOk="0">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1" name="Google Shape;15371;p77"/>
            <p:cNvSpPr/>
            <p:nvPr/>
          </p:nvSpPr>
          <p:spPr>
            <a:xfrm>
              <a:off x="7634794" y="2953878"/>
              <a:ext cx="107065" cy="101081"/>
            </a:xfrm>
            <a:custGeom>
              <a:avLst/>
              <a:gdLst/>
              <a:ahLst/>
              <a:cxnLst/>
              <a:rect l="l" t="t" r="r" b="b"/>
              <a:pathLst>
                <a:path w="4097" h="3868" extrusionOk="0">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2" name="Google Shape;15372;p77"/>
            <p:cNvSpPr/>
            <p:nvPr/>
          </p:nvSpPr>
          <p:spPr>
            <a:xfrm>
              <a:off x="7585795" y="3240160"/>
              <a:ext cx="205323" cy="23415"/>
            </a:xfrm>
            <a:custGeom>
              <a:avLst/>
              <a:gdLst/>
              <a:ahLst/>
              <a:cxnLst/>
              <a:rect l="l" t="t" r="r" b="b"/>
              <a:pathLst>
                <a:path w="7857" h="896" extrusionOk="0">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73" name="Google Shape;15373;p77"/>
          <p:cNvGrpSpPr/>
          <p:nvPr/>
        </p:nvGrpSpPr>
        <p:grpSpPr>
          <a:xfrm>
            <a:off x="7988340" y="2902946"/>
            <a:ext cx="308886" cy="360628"/>
            <a:chOff x="7988340" y="2902946"/>
            <a:chExt cx="308886" cy="360628"/>
          </a:xfrm>
        </p:grpSpPr>
        <p:sp>
          <p:nvSpPr>
            <p:cNvPr id="15374" name="Google Shape;15374;p77"/>
            <p:cNvSpPr/>
            <p:nvPr/>
          </p:nvSpPr>
          <p:spPr>
            <a:xfrm>
              <a:off x="8048654" y="3170072"/>
              <a:ext cx="27413" cy="88223"/>
            </a:xfrm>
            <a:custGeom>
              <a:avLst/>
              <a:gdLst/>
              <a:ahLst/>
              <a:cxnLst/>
              <a:rect l="l" t="t" r="r" b="b"/>
              <a:pathLst>
                <a:path w="1049" h="3376" extrusionOk="0">
                  <a:moveTo>
                    <a:pt x="1" y="0"/>
                  </a:moveTo>
                  <a:lnTo>
                    <a:pt x="1"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77"/>
            <p:cNvSpPr/>
            <p:nvPr/>
          </p:nvSpPr>
          <p:spPr>
            <a:xfrm>
              <a:off x="8062478" y="3170072"/>
              <a:ext cx="13589" cy="88223"/>
            </a:xfrm>
            <a:custGeom>
              <a:avLst/>
              <a:gdLst/>
              <a:ahLst/>
              <a:cxnLst/>
              <a:rect l="l" t="t" r="r" b="b"/>
              <a:pathLst>
                <a:path w="520" h="3376" extrusionOk="0">
                  <a:moveTo>
                    <a:pt x="1" y="0"/>
                  </a:moveTo>
                  <a:lnTo>
                    <a:pt x="1"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77"/>
            <p:cNvSpPr/>
            <p:nvPr/>
          </p:nvSpPr>
          <p:spPr>
            <a:xfrm>
              <a:off x="8207984" y="3170072"/>
              <a:ext cx="27413" cy="88223"/>
            </a:xfrm>
            <a:custGeom>
              <a:avLst/>
              <a:gdLst/>
              <a:ahLst/>
              <a:cxnLst/>
              <a:rect l="l" t="t" r="r" b="b"/>
              <a:pathLst>
                <a:path w="1049" h="3376" extrusionOk="0">
                  <a:moveTo>
                    <a:pt x="0" y="0"/>
                  </a:moveTo>
                  <a:lnTo>
                    <a:pt x="0"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77"/>
            <p:cNvSpPr/>
            <p:nvPr/>
          </p:nvSpPr>
          <p:spPr>
            <a:xfrm>
              <a:off x="8221808" y="3170072"/>
              <a:ext cx="13589" cy="88223"/>
            </a:xfrm>
            <a:custGeom>
              <a:avLst/>
              <a:gdLst/>
              <a:ahLst/>
              <a:cxnLst/>
              <a:rect l="l" t="t" r="r" b="b"/>
              <a:pathLst>
                <a:path w="520" h="3376" extrusionOk="0">
                  <a:moveTo>
                    <a:pt x="0" y="0"/>
                  </a:moveTo>
                  <a:lnTo>
                    <a:pt x="0"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77"/>
            <p:cNvSpPr/>
            <p:nvPr/>
          </p:nvSpPr>
          <p:spPr>
            <a:xfrm>
              <a:off x="8021032" y="3149715"/>
              <a:ext cx="242248" cy="46516"/>
            </a:xfrm>
            <a:custGeom>
              <a:avLst/>
              <a:gdLst/>
              <a:ahLst/>
              <a:cxnLst/>
              <a:rect l="l" t="t" r="r" b="b"/>
              <a:pathLst>
                <a:path w="9270" h="1780" extrusionOk="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77"/>
            <p:cNvSpPr/>
            <p:nvPr/>
          </p:nvSpPr>
          <p:spPr>
            <a:xfrm>
              <a:off x="8028062" y="2902946"/>
              <a:ext cx="227954" cy="267153"/>
            </a:xfrm>
            <a:custGeom>
              <a:avLst/>
              <a:gdLst/>
              <a:ahLst/>
              <a:cxnLst/>
              <a:rect l="l" t="t" r="r" b="b"/>
              <a:pathLst>
                <a:path w="8723" h="10223" extrusionOk="0">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0" name="Google Shape;15380;p77"/>
            <p:cNvSpPr/>
            <p:nvPr/>
          </p:nvSpPr>
          <p:spPr>
            <a:xfrm>
              <a:off x="8179578" y="2902946"/>
              <a:ext cx="76438" cy="267153"/>
            </a:xfrm>
            <a:custGeom>
              <a:avLst/>
              <a:gdLst/>
              <a:ahLst/>
              <a:cxnLst/>
              <a:rect l="l" t="t" r="r" b="b"/>
              <a:pathLst>
                <a:path w="2925" h="10223" extrusionOk="0">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1" name="Google Shape;15381;p77"/>
            <p:cNvSpPr/>
            <p:nvPr/>
          </p:nvSpPr>
          <p:spPr>
            <a:xfrm>
              <a:off x="8001668" y="3072572"/>
              <a:ext cx="55558" cy="97526"/>
            </a:xfrm>
            <a:custGeom>
              <a:avLst/>
              <a:gdLst/>
              <a:ahLst/>
              <a:cxnLst/>
              <a:rect l="l" t="t" r="r" b="b"/>
              <a:pathLst>
                <a:path w="2126" h="3732" extrusionOk="0">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77"/>
            <p:cNvSpPr/>
            <p:nvPr/>
          </p:nvSpPr>
          <p:spPr>
            <a:xfrm>
              <a:off x="8029577" y="3072572"/>
              <a:ext cx="27648" cy="97526"/>
            </a:xfrm>
            <a:custGeom>
              <a:avLst/>
              <a:gdLst/>
              <a:ahLst/>
              <a:cxnLst/>
              <a:rect l="l" t="t" r="r" b="b"/>
              <a:pathLst>
                <a:path w="1058" h="3732" extrusionOk="0">
                  <a:moveTo>
                    <a:pt x="0" y="0"/>
                  </a:moveTo>
                  <a:lnTo>
                    <a:pt x="0" y="3731"/>
                  </a:lnTo>
                  <a:lnTo>
                    <a:pt x="1058" y="3731"/>
                  </a:lnTo>
                  <a:lnTo>
                    <a:pt x="1058"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3" name="Google Shape;15383;p77"/>
            <p:cNvSpPr/>
            <p:nvPr/>
          </p:nvSpPr>
          <p:spPr>
            <a:xfrm>
              <a:off x="8226826" y="3072572"/>
              <a:ext cx="55558" cy="97526"/>
            </a:xfrm>
            <a:custGeom>
              <a:avLst/>
              <a:gdLst/>
              <a:ahLst/>
              <a:cxnLst/>
              <a:rect l="l" t="t" r="r" b="b"/>
              <a:pathLst>
                <a:path w="2126" h="3732" extrusionOk="0">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4" name="Google Shape;15384;p77"/>
            <p:cNvSpPr/>
            <p:nvPr/>
          </p:nvSpPr>
          <p:spPr>
            <a:xfrm>
              <a:off x="8238899" y="3072572"/>
              <a:ext cx="43249" cy="97526"/>
            </a:xfrm>
            <a:custGeom>
              <a:avLst/>
              <a:gdLst/>
              <a:ahLst/>
              <a:cxnLst/>
              <a:rect l="l" t="t" r="r" b="b"/>
              <a:pathLst>
                <a:path w="1655" h="3732" extrusionOk="0">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77"/>
            <p:cNvSpPr/>
            <p:nvPr/>
          </p:nvSpPr>
          <p:spPr>
            <a:xfrm>
              <a:off x="8057199" y="3109759"/>
              <a:ext cx="169652" cy="60340"/>
            </a:xfrm>
            <a:custGeom>
              <a:avLst/>
              <a:gdLst/>
              <a:ahLst/>
              <a:cxnLst/>
              <a:rect l="l" t="t" r="r" b="b"/>
              <a:pathLst>
                <a:path w="6492" h="2309" extrusionOk="0">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77"/>
            <p:cNvSpPr/>
            <p:nvPr/>
          </p:nvSpPr>
          <p:spPr>
            <a:xfrm>
              <a:off x="8028297" y="3252729"/>
              <a:ext cx="68127" cy="10845"/>
            </a:xfrm>
            <a:custGeom>
              <a:avLst/>
              <a:gdLst/>
              <a:ahLst/>
              <a:cxnLst/>
              <a:rect l="l" t="t" r="r" b="b"/>
              <a:pathLst>
                <a:path w="2607" h="415" extrusionOk="0">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77"/>
            <p:cNvSpPr/>
            <p:nvPr/>
          </p:nvSpPr>
          <p:spPr>
            <a:xfrm>
              <a:off x="8187627" y="3252729"/>
              <a:ext cx="67866" cy="10845"/>
            </a:xfrm>
            <a:custGeom>
              <a:avLst/>
              <a:gdLst/>
              <a:ahLst/>
              <a:cxnLst/>
              <a:rect l="l" t="t" r="r" b="b"/>
              <a:pathLst>
                <a:path w="2597" h="415" extrusionOk="0">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77"/>
            <p:cNvSpPr/>
            <p:nvPr/>
          </p:nvSpPr>
          <p:spPr>
            <a:xfrm>
              <a:off x="7988340" y="3054723"/>
              <a:ext cx="82213" cy="25897"/>
            </a:xfrm>
            <a:custGeom>
              <a:avLst/>
              <a:gdLst/>
              <a:ahLst/>
              <a:cxnLst/>
              <a:rect l="l" t="t" r="r" b="b"/>
              <a:pathLst>
                <a:path w="3146" h="991" extrusionOk="0">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77"/>
            <p:cNvSpPr/>
            <p:nvPr/>
          </p:nvSpPr>
          <p:spPr>
            <a:xfrm>
              <a:off x="7988340" y="3062014"/>
              <a:ext cx="82213" cy="18606"/>
            </a:xfrm>
            <a:custGeom>
              <a:avLst/>
              <a:gdLst/>
              <a:ahLst/>
              <a:cxnLst/>
              <a:rect l="l" t="t" r="r" b="b"/>
              <a:pathLst>
                <a:path w="3146" h="712" extrusionOk="0">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0" name="Google Shape;15390;p77"/>
            <p:cNvSpPr/>
            <p:nvPr/>
          </p:nvSpPr>
          <p:spPr>
            <a:xfrm>
              <a:off x="8214778" y="3054959"/>
              <a:ext cx="82448" cy="25662"/>
            </a:xfrm>
            <a:custGeom>
              <a:avLst/>
              <a:gdLst/>
              <a:ahLst/>
              <a:cxnLst/>
              <a:rect l="l" t="t" r="r" b="b"/>
              <a:pathLst>
                <a:path w="3155" h="982" extrusionOk="0">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1" name="Google Shape;15391;p77"/>
            <p:cNvSpPr/>
            <p:nvPr/>
          </p:nvSpPr>
          <p:spPr>
            <a:xfrm>
              <a:off x="8214778" y="3062250"/>
              <a:ext cx="82448" cy="18371"/>
            </a:xfrm>
            <a:custGeom>
              <a:avLst/>
              <a:gdLst/>
              <a:ahLst/>
              <a:cxnLst/>
              <a:rect l="l" t="t" r="r" b="b"/>
              <a:pathLst>
                <a:path w="3155" h="703" extrusionOk="0">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77"/>
            <p:cNvSpPr/>
            <p:nvPr/>
          </p:nvSpPr>
          <p:spPr>
            <a:xfrm>
              <a:off x="8057461" y="3109759"/>
              <a:ext cx="169130" cy="30183"/>
            </a:xfrm>
            <a:custGeom>
              <a:avLst/>
              <a:gdLst/>
              <a:ahLst/>
              <a:cxnLst/>
              <a:rect l="l" t="t" r="r" b="b"/>
              <a:pathLst>
                <a:path w="6472" h="1155" extrusionOk="0">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77"/>
            <p:cNvSpPr/>
            <p:nvPr/>
          </p:nvSpPr>
          <p:spPr>
            <a:xfrm>
              <a:off x="8076564" y="2952937"/>
              <a:ext cx="34939" cy="31385"/>
            </a:xfrm>
            <a:custGeom>
              <a:avLst/>
              <a:gdLst/>
              <a:ahLst/>
              <a:cxnLst/>
              <a:rect l="l" t="t" r="r" b="b"/>
              <a:pathLst>
                <a:path w="1337" h="1201" extrusionOk="0">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77"/>
            <p:cNvSpPr/>
            <p:nvPr/>
          </p:nvSpPr>
          <p:spPr>
            <a:xfrm>
              <a:off x="8173803" y="2952937"/>
              <a:ext cx="34965" cy="31202"/>
            </a:xfrm>
            <a:custGeom>
              <a:avLst/>
              <a:gdLst/>
              <a:ahLst/>
              <a:cxnLst/>
              <a:rect l="l" t="t" r="r" b="b"/>
              <a:pathLst>
                <a:path w="1338" h="1194" extrusionOk="0">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77"/>
            <p:cNvSpPr/>
            <p:nvPr/>
          </p:nvSpPr>
          <p:spPr>
            <a:xfrm>
              <a:off x="8076564" y="3026579"/>
              <a:ext cx="34939" cy="31359"/>
            </a:xfrm>
            <a:custGeom>
              <a:avLst/>
              <a:gdLst/>
              <a:ahLst/>
              <a:cxnLst/>
              <a:rect l="l" t="t" r="r" b="b"/>
              <a:pathLst>
                <a:path w="1337" h="1200" extrusionOk="0">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77"/>
            <p:cNvSpPr/>
            <p:nvPr/>
          </p:nvSpPr>
          <p:spPr>
            <a:xfrm>
              <a:off x="8173803" y="3026579"/>
              <a:ext cx="34965" cy="31359"/>
            </a:xfrm>
            <a:custGeom>
              <a:avLst/>
              <a:gdLst/>
              <a:ahLst/>
              <a:cxnLst/>
              <a:rect l="l" t="t" r="r" b="b"/>
              <a:pathLst>
                <a:path w="1338" h="1200" extrusionOk="0">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7" name="Google Shape;15397;p77"/>
          <p:cNvGrpSpPr/>
          <p:nvPr/>
        </p:nvGrpSpPr>
        <p:grpSpPr>
          <a:xfrm>
            <a:off x="5690039" y="2902998"/>
            <a:ext cx="362902" cy="360498"/>
            <a:chOff x="5690039" y="2902998"/>
            <a:chExt cx="362902" cy="360498"/>
          </a:xfrm>
        </p:grpSpPr>
        <p:sp>
          <p:nvSpPr>
            <p:cNvPr id="15398" name="Google Shape;15398;p77"/>
            <p:cNvSpPr/>
            <p:nvPr/>
          </p:nvSpPr>
          <p:spPr>
            <a:xfrm>
              <a:off x="5690039" y="2902998"/>
              <a:ext cx="361883" cy="360498"/>
            </a:xfrm>
            <a:custGeom>
              <a:avLst/>
              <a:gdLst/>
              <a:ahLst/>
              <a:cxnLst/>
              <a:rect l="l" t="t" r="r" b="b"/>
              <a:pathLst>
                <a:path w="13848" h="13795" extrusionOk="0">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77"/>
            <p:cNvSpPr/>
            <p:nvPr/>
          </p:nvSpPr>
          <p:spPr>
            <a:xfrm>
              <a:off x="5808158" y="2902998"/>
              <a:ext cx="244783" cy="360498"/>
            </a:xfrm>
            <a:custGeom>
              <a:avLst/>
              <a:gdLst/>
              <a:ahLst/>
              <a:cxnLst/>
              <a:rect l="l" t="t" r="r" b="b"/>
              <a:pathLst>
                <a:path w="9367" h="13795" extrusionOk="0">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0" name="Google Shape;15400;p77"/>
            <p:cNvSpPr/>
            <p:nvPr/>
          </p:nvSpPr>
          <p:spPr>
            <a:xfrm>
              <a:off x="5740292" y="2985551"/>
              <a:ext cx="228450" cy="228398"/>
            </a:xfrm>
            <a:custGeom>
              <a:avLst/>
              <a:gdLst/>
              <a:ahLst/>
              <a:cxnLst/>
              <a:rect l="l" t="t" r="r" b="b"/>
              <a:pathLst>
                <a:path w="8742" h="8740" extrusionOk="0">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1" name="Google Shape;15401;p77"/>
            <p:cNvSpPr/>
            <p:nvPr/>
          </p:nvSpPr>
          <p:spPr>
            <a:xfrm>
              <a:off x="5826007" y="2985551"/>
              <a:ext cx="142997" cy="228398"/>
            </a:xfrm>
            <a:custGeom>
              <a:avLst/>
              <a:gdLst/>
              <a:ahLst/>
              <a:cxnLst/>
              <a:rect l="l" t="t" r="r" b="b"/>
              <a:pathLst>
                <a:path w="5472" h="8740" extrusionOk="0">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77"/>
            <p:cNvSpPr/>
            <p:nvPr/>
          </p:nvSpPr>
          <p:spPr>
            <a:xfrm>
              <a:off x="5767940" y="3015028"/>
              <a:ext cx="116708" cy="112579"/>
            </a:xfrm>
            <a:custGeom>
              <a:avLst/>
              <a:gdLst/>
              <a:ahLst/>
              <a:cxnLst/>
              <a:rect l="l" t="t" r="r" b="b"/>
              <a:pathLst>
                <a:path w="4466" h="4308" extrusionOk="0">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77"/>
            <p:cNvSpPr/>
            <p:nvPr/>
          </p:nvSpPr>
          <p:spPr>
            <a:xfrm>
              <a:off x="5796581" y="3043669"/>
              <a:ext cx="116917" cy="112605"/>
            </a:xfrm>
            <a:custGeom>
              <a:avLst/>
              <a:gdLst/>
              <a:ahLst/>
              <a:cxnLst/>
              <a:rect l="l" t="t" r="r" b="b"/>
              <a:pathLst>
                <a:path w="4474" h="4309" extrusionOk="0">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77"/>
            <p:cNvSpPr/>
            <p:nvPr/>
          </p:nvSpPr>
          <p:spPr>
            <a:xfrm>
              <a:off x="5825249" y="3072311"/>
              <a:ext cx="116682" cy="112605"/>
            </a:xfrm>
            <a:custGeom>
              <a:avLst/>
              <a:gdLst/>
              <a:ahLst/>
              <a:cxnLst/>
              <a:rect l="l" t="t" r="r" b="b"/>
              <a:pathLst>
                <a:path w="4465" h="4309" extrusionOk="0">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05" name="Google Shape;15405;p77"/>
          <p:cNvGrpSpPr/>
          <p:nvPr/>
        </p:nvGrpSpPr>
        <p:grpSpPr>
          <a:xfrm>
            <a:off x="4871935" y="1500990"/>
            <a:ext cx="258503" cy="360890"/>
            <a:chOff x="4871935" y="1500990"/>
            <a:chExt cx="258503" cy="360890"/>
          </a:xfrm>
        </p:grpSpPr>
        <p:sp>
          <p:nvSpPr>
            <p:cNvPr id="15406" name="Google Shape;15406;p77"/>
            <p:cNvSpPr/>
            <p:nvPr/>
          </p:nvSpPr>
          <p:spPr>
            <a:xfrm>
              <a:off x="4871935" y="1500990"/>
              <a:ext cx="258503" cy="147570"/>
            </a:xfrm>
            <a:custGeom>
              <a:avLst/>
              <a:gdLst/>
              <a:ahLst/>
              <a:cxnLst/>
              <a:rect l="l" t="t" r="r" b="b"/>
              <a:pathLst>
                <a:path w="9892" h="5647" extrusionOk="0">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77"/>
            <p:cNvSpPr/>
            <p:nvPr/>
          </p:nvSpPr>
          <p:spPr>
            <a:xfrm>
              <a:off x="4984671" y="1500990"/>
              <a:ext cx="145271" cy="147544"/>
            </a:xfrm>
            <a:custGeom>
              <a:avLst/>
              <a:gdLst/>
              <a:ahLst/>
              <a:cxnLst/>
              <a:rect l="l" t="t" r="r" b="b"/>
              <a:pathLst>
                <a:path w="5559" h="5646" extrusionOk="0">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77"/>
            <p:cNvSpPr/>
            <p:nvPr/>
          </p:nvSpPr>
          <p:spPr>
            <a:xfrm>
              <a:off x="4882911" y="1623107"/>
              <a:ext cx="237205" cy="238773"/>
            </a:xfrm>
            <a:custGeom>
              <a:avLst/>
              <a:gdLst/>
              <a:ahLst/>
              <a:cxnLst/>
              <a:rect l="l" t="t" r="r" b="b"/>
              <a:pathLst>
                <a:path w="9077" h="9137" extrusionOk="0">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77"/>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77"/>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77"/>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2" name="Google Shape;15412;p77"/>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3" name="Google Shape;15413;p77"/>
            <p:cNvSpPr/>
            <p:nvPr/>
          </p:nvSpPr>
          <p:spPr>
            <a:xfrm>
              <a:off x="5017101" y="1750529"/>
              <a:ext cx="42988" cy="111351"/>
            </a:xfrm>
            <a:custGeom>
              <a:avLst/>
              <a:gdLst/>
              <a:ahLst/>
              <a:cxnLst/>
              <a:rect l="l" t="t" r="r" b="b"/>
              <a:pathLst>
                <a:path w="1645" h="4261" extrusionOk="0">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77"/>
            <p:cNvSpPr/>
            <p:nvPr/>
          </p:nvSpPr>
          <p:spPr>
            <a:xfrm>
              <a:off x="4927624" y="1567836"/>
              <a:ext cx="34207" cy="32195"/>
            </a:xfrm>
            <a:custGeom>
              <a:avLst/>
              <a:gdLst/>
              <a:ahLst/>
              <a:cxnLst/>
              <a:rect l="l" t="t" r="r" b="b"/>
              <a:pathLst>
                <a:path w="1309" h="1232" extrusionOk="0">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5" name="Google Shape;15415;p77"/>
            <p:cNvSpPr/>
            <p:nvPr/>
          </p:nvSpPr>
          <p:spPr>
            <a:xfrm>
              <a:off x="5039967" y="1589187"/>
              <a:ext cx="33946" cy="32195"/>
            </a:xfrm>
            <a:custGeom>
              <a:avLst/>
              <a:gdLst/>
              <a:ahLst/>
              <a:cxnLst/>
              <a:rect l="l" t="t" r="r" b="b"/>
              <a:pathLst>
                <a:path w="1299" h="1232" extrusionOk="0">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6" name="Google Shape;15416;p77"/>
            <p:cNvSpPr/>
            <p:nvPr/>
          </p:nvSpPr>
          <p:spPr>
            <a:xfrm>
              <a:off x="4988146" y="1526469"/>
              <a:ext cx="39277" cy="27570"/>
            </a:xfrm>
            <a:custGeom>
              <a:avLst/>
              <a:gdLst/>
              <a:ahLst/>
              <a:cxnLst/>
              <a:rect l="l" t="t" r="r" b="b"/>
              <a:pathLst>
                <a:path w="1503" h="1055" extrusionOk="0">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77"/>
            <p:cNvSpPr/>
            <p:nvPr/>
          </p:nvSpPr>
          <p:spPr>
            <a:xfrm>
              <a:off x="4930132" y="1623107"/>
              <a:ext cx="56080" cy="238773"/>
            </a:xfrm>
            <a:custGeom>
              <a:avLst/>
              <a:gdLst/>
              <a:ahLst/>
              <a:cxnLst/>
              <a:rect l="l" t="t" r="r" b="b"/>
              <a:pathLst>
                <a:path w="2146" h="9137" extrusionOk="0">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77"/>
            <p:cNvSpPr/>
            <p:nvPr/>
          </p:nvSpPr>
          <p:spPr>
            <a:xfrm>
              <a:off x="4953260" y="1843508"/>
              <a:ext cx="32953" cy="18371"/>
            </a:xfrm>
            <a:custGeom>
              <a:avLst/>
              <a:gdLst/>
              <a:ahLst/>
              <a:cxnLst/>
              <a:rect l="l" t="t" r="r" b="b"/>
              <a:pathLst>
                <a:path w="1261" h="703" extrusionOk="0">
                  <a:moveTo>
                    <a:pt x="1" y="0"/>
                  </a:moveTo>
                  <a:lnTo>
                    <a:pt x="77" y="702"/>
                  </a:lnTo>
                  <a:lnTo>
                    <a:pt x="1260" y="702"/>
                  </a:lnTo>
                  <a:lnTo>
                    <a:pt x="1231"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77"/>
            <p:cNvSpPr/>
            <p:nvPr/>
          </p:nvSpPr>
          <p:spPr>
            <a:xfrm>
              <a:off x="4929636" y="1696748"/>
              <a:ext cx="143520" cy="99042"/>
            </a:xfrm>
            <a:custGeom>
              <a:avLst/>
              <a:gdLst/>
              <a:ahLst/>
              <a:cxnLst/>
              <a:rect l="l" t="t" r="r" b="b"/>
              <a:pathLst>
                <a:path w="5492" h="3790" extrusionOk="0">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420" name="Google Shape;15420;p77"/>
          <p:cNvSpPr/>
          <p:nvPr/>
        </p:nvSpPr>
        <p:spPr>
          <a:xfrm>
            <a:off x="6342646" y="1849022"/>
            <a:ext cx="27413" cy="12857"/>
          </a:xfrm>
          <a:custGeom>
            <a:avLst/>
            <a:gdLst/>
            <a:ahLst/>
            <a:cxnLst/>
            <a:rect l="l" t="t" r="r" b="b"/>
            <a:pathLst>
              <a:path w="1049" h="492" extrusionOk="0">
                <a:moveTo>
                  <a:pt x="1" y="1"/>
                </a:moveTo>
                <a:lnTo>
                  <a:pt x="39" y="491"/>
                </a:lnTo>
                <a:lnTo>
                  <a:pt x="1049" y="491"/>
                </a:lnTo>
                <a:lnTo>
                  <a:pt x="1039"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421" name="Google Shape;15421;p77"/>
          <p:cNvGrpSpPr/>
          <p:nvPr/>
        </p:nvGrpSpPr>
        <p:grpSpPr>
          <a:xfrm>
            <a:off x="6265764" y="1501251"/>
            <a:ext cx="234983" cy="360628"/>
            <a:chOff x="6265764" y="1501251"/>
            <a:chExt cx="234983" cy="360628"/>
          </a:xfrm>
        </p:grpSpPr>
        <p:sp>
          <p:nvSpPr>
            <p:cNvPr id="15422" name="Google Shape;15422;p77"/>
            <p:cNvSpPr/>
            <p:nvPr/>
          </p:nvSpPr>
          <p:spPr>
            <a:xfrm>
              <a:off x="6347167" y="1501251"/>
              <a:ext cx="118642" cy="179687"/>
            </a:xfrm>
            <a:custGeom>
              <a:avLst/>
              <a:gdLst/>
              <a:ahLst/>
              <a:cxnLst/>
              <a:rect l="l" t="t" r="r" b="b"/>
              <a:pathLst>
                <a:path w="4540" h="6876" extrusionOk="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3" name="Google Shape;15423;p77"/>
            <p:cNvSpPr/>
            <p:nvPr/>
          </p:nvSpPr>
          <p:spPr>
            <a:xfrm>
              <a:off x="6288369" y="1614561"/>
              <a:ext cx="189487" cy="247318"/>
            </a:xfrm>
            <a:custGeom>
              <a:avLst/>
              <a:gdLst/>
              <a:ahLst/>
              <a:cxnLst/>
              <a:rect l="l" t="t" r="r" b="b"/>
              <a:pathLst>
                <a:path w="7251" h="9464" extrusionOk="0">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4" name="Google Shape;15424;p77"/>
            <p:cNvSpPr/>
            <p:nvPr/>
          </p:nvSpPr>
          <p:spPr>
            <a:xfrm>
              <a:off x="6314005" y="1614561"/>
              <a:ext cx="163851" cy="247318"/>
            </a:xfrm>
            <a:custGeom>
              <a:avLst/>
              <a:gdLst/>
              <a:ahLst/>
              <a:cxnLst/>
              <a:rect l="l" t="t" r="r" b="b"/>
              <a:pathLst>
                <a:path w="6270" h="9464" extrusionOk="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77"/>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77"/>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77"/>
            <p:cNvSpPr/>
            <p:nvPr/>
          </p:nvSpPr>
          <p:spPr>
            <a:xfrm>
              <a:off x="6396427" y="1614561"/>
              <a:ext cx="43746" cy="247318"/>
            </a:xfrm>
            <a:custGeom>
              <a:avLst/>
              <a:gdLst/>
              <a:ahLst/>
              <a:cxnLst/>
              <a:rect l="l" t="t" r="r" b="b"/>
              <a:pathLst>
                <a:path w="1674" h="9464" extrusionOk="0">
                  <a:moveTo>
                    <a:pt x="222" y="1"/>
                  </a:moveTo>
                  <a:lnTo>
                    <a:pt x="0" y="9463"/>
                  </a:lnTo>
                  <a:lnTo>
                    <a:pt x="1010" y="9463"/>
                  </a:lnTo>
                  <a:lnTo>
                    <a:pt x="1674"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77"/>
            <p:cNvSpPr/>
            <p:nvPr/>
          </p:nvSpPr>
          <p:spPr>
            <a:xfrm>
              <a:off x="6396427" y="1614561"/>
              <a:ext cx="43746" cy="247318"/>
            </a:xfrm>
            <a:custGeom>
              <a:avLst/>
              <a:gdLst/>
              <a:ahLst/>
              <a:cxnLst/>
              <a:rect l="l" t="t" r="r" b="b"/>
              <a:pathLst>
                <a:path w="1674" h="9464" extrusionOk="0">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77"/>
            <p:cNvSpPr/>
            <p:nvPr/>
          </p:nvSpPr>
          <p:spPr>
            <a:xfrm>
              <a:off x="6299919" y="1575624"/>
              <a:ext cx="166647" cy="33450"/>
            </a:xfrm>
            <a:custGeom>
              <a:avLst/>
              <a:gdLst/>
              <a:ahLst/>
              <a:cxnLst/>
              <a:rect l="l" t="t" r="r" b="b"/>
              <a:pathLst>
                <a:path w="6377" h="1280" extrusionOk="0">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77"/>
            <p:cNvSpPr/>
            <p:nvPr/>
          </p:nvSpPr>
          <p:spPr>
            <a:xfrm>
              <a:off x="6299919" y="1575624"/>
              <a:ext cx="166647" cy="33450"/>
            </a:xfrm>
            <a:custGeom>
              <a:avLst/>
              <a:gdLst/>
              <a:ahLst/>
              <a:cxnLst/>
              <a:rect l="l" t="t" r="r" b="b"/>
              <a:pathLst>
                <a:path w="6377" h="1280" extrusionOk="0">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1" name="Google Shape;15431;p77"/>
            <p:cNvSpPr/>
            <p:nvPr/>
          </p:nvSpPr>
          <p:spPr>
            <a:xfrm>
              <a:off x="6265764" y="1605781"/>
              <a:ext cx="234983" cy="29425"/>
            </a:xfrm>
            <a:custGeom>
              <a:avLst/>
              <a:gdLst/>
              <a:ahLst/>
              <a:cxnLst/>
              <a:rect l="l" t="t" r="r" b="b"/>
              <a:pathLst>
                <a:path w="8992" h="1126" extrusionOk="0">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2" name="Google Shape;15432;p77"/>
            <p:cNvSpPr/>
            <p:nvPr/>
          </p:nvSpPr>
          <p:spPr>
            <a:xfrm>
              <a:off x="6265764" y="1605781"/>
              <a:ext cx="234983" cy="29425"/>
            </a:xfrm>
            <a:custGeom>
              <a:avLst/>
              <a:gdLst/>
              <a:ahLst/>
              <a:cxnLst/>
              <a:rect l="l" t="t" r="r" b="b"/>
              <a:pathLst>
                <a:path w="8992" h="1126" extrusionOk="0">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77"/>
            <p:cNvSpPr/>
            <p:nvPr/>
          </p:nvSpPr>
          <p:spPr>
            <a:xfrm>
              <a:off x="6325817" y="1708795"/>
              <a:ext cx="113859" cy="78450"/>
            </a:xfrm>
            <a:custGeom>
              <a:avLst/>
              <a:gdLst/>
              <a:ahLst/>
              <a:cxnLst/>
              <a:rect l="l" t="t" r="r" b="b"/>
              <a:pathLst>
                <a:path w="4357" h="3002" extrusionOk="0">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4" name="Google Shape;15434;p77"/>
          <p:cNvGrpSpPr/>
          <p:nvPr/>
        </p:nvGrpSpPr>
        <p:grpSpPr>
          <a:xfrm>
            <a:off x="6193639" y="3401998"/>
            <a:ext cx="360628" cy="238250"/>
            <a:chOff x="6193639" y="3401998"/>
            <a:chExt cx="360628" cy="238250"/>
          </a:xfrm>
        </p:grpSpPr>
        <p:sp>
          <p:nvSpPr>
            <p:cNvPr id="15435" name="Google Shape;15435;p77"/>
            <p:cNvSpPr/>
            <p:nvPr/>
          </p:nvSpPr>
          <p:spPr>
            <a:xfrm>
              <a:off x="6417542" y="3401998"/>
              <a:ext cx="136725" cy="145532"/>
            </a:xfrm>
            <a:custGeom>
              <a:avLst/>
              <a:gdLst/>
              <a:ahLst/>
              <a:cxnLst/>
              <a:rect l="l" t="t" r="r" b="b"/>
              <a:pathLst>
                <a:path w="5232" h="5569" extrusionOk="0">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77"/>
            <p:cNvSpPr/>
            <p:nvPr/>
          </p:nvSpPr>
          <p:spPr>
            <a:xfrm>
              <a:off x="6429850" y="3421781"/>
              <a:ext cx="118380" cy="125750"/>
            </a:xfrm>
            <a:custGeom>
              <a:avLst/>
              <a:gdLst/>
              <a:ahLst/>
              <a:cxnLst/>
              <a:rect l="l" t="t" r="r" b="b"/>
              <a:pathLst>
                <a:path w="4530" h="4812" extrusionOk="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77"/>
            <p:cNvSpPr/>
            <p:nvPr/>
          </p:nvSpPr>
          <p:spPr>
            <a:xfrm>
              <a:off x="6193639" y="3401998"/>
              <a:ext cx="136725" cy="145532"/>
            </a:xfrm>
            <a:custGeom>
              <a:avLst/>
              <a:gdLst/>
              <a:ahLst/>
              <a:cxnLst/>
              <a:rect l="l" t="t" r="r" b="b"/>
              <a:pathLst>
                <a:path w="5232" h="5569" extrusionOk="0">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8" name="Google Shape;15438;p77"/>
            <p:cNvSpPr/>
            <p:nvPr/>
          </p:nvSpPr>
          <p:spPr>
            <a:xfrm>
              <a:off x="6199910" y="3421781"/>
              <a:ext cx="118380" cy="125750"/>
            </a:xfrm>
            <a:custGeom>
              <a:avLst/>
              <a:gdLst/>
              <a:ahLst/>
              <a:cxnLst/>
              <a:rect l="l" t="t" r="r" b="b"/>
              <a:pathLst>
                <a:path w="4530" h="4812" extrusionOk="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9" name="Google Shape;15439;p77"/>
            <p:cNvSpPr/>
            <p:nvPr/>
          </p:nvSpPr>
          <p:spPr>
            <a:xfrm>
              <a:off x="6193639" y="3522365"/>
              <a:ext cx="360628" cy="117884"/>
            </a:xfrm>
            <a:custGeom>
              <a:avLst/>
              <a:gdLst/>
              <a:ahLst/>
              <a:cxnLst/>
              <a:rect l="l" t="t" r="r" b="b"/>
              <a:pathLst>
                <a:path w="13800" h="4511" extrusionOk="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77"/>
            <p:cNvSpPr/>
            <p:nvPr/>
          </p:nvSpPr>
          <p:spPr>
            <a:xfrm>
              <a:off x="6219510" y="3548001"/>
              <a:ext cx="128938" cy="66377"/>
            </a:xfrm>
            <a:custGeom>
              <a:avLst/>
              <a:gdLst/>
              <a:ahLst/>
              <a:cxnLst/>
              <a:rect l="l" t="t" r="r" b="b"/>
              <a:pathLst>
                <a:path w="4934" h="2540" extrusionOk="0">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77"/>
            <p:cNvSpPr/>
            <p:nvPr/>
          </p:nvSpPr>
          <p:spPr>
            <a:xfrm>
              <a:off x="6306975" y="3548262"/>
              <a:ext cx="41237" cy="66350"/>
            </a:xfrm>
            <a:custGeom>
              <a:avLst/>
              <a:gdLst/>
              <a:ahLst/>
              <a:cxnLst/>
              <a:rect l="l" t="t" r="r" b="b"/>
              <a:pathLst>
                <a:path w="1578" h="2539" extrusionOk="0">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2" name="Google Shape;15442;p77"/>
            <p:cNvSpPr/>
            <p:nvPr/>
          </p:nvSpPr>
          <p:spPr>
            <a:xfrm>
              <a:off x="6394911" y="3522365"/>
              <a:ext cx="159356" cy="117884"/>
            </a:xfrm>
            <a:custGeom>
              <a:avLst/>
              <a:gdLst/>
              <a:ahLst/>
              <a:cxnLst/>
              <a:rect l="l" t="t" r="r" b="b"/>
              <a:pathLst>
                <a:path w="6098" h="4511" extrusionOk="0">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3" name="Google Shape;15443;p77"/>
            <p:cNvSpPr/>
            <p:nvPr/>
          </p:nvSpPr>
          <p:spPr>
            <a:xfrm>
              <a:off x="6399955" y="3548001"/>
              <a:ext cx="128676" cy="66377"/>
            </a:xfrm>
            <a:custGeom>
              <a:avLst/>
              <a:gdLst/>
              <a:ahLst/>
              <a:cxnLst/>
              <a:rect l="l" t="t" r="r" b="b"/>
              <a:pathLst>
                <a:path w="4924" h="2540" extrusionOk="0">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77"/>
            <p:cNvSpPr/>
            <p:nvPr/>
          </p:nvSpPr>
          <p:spPr>
            <a:xfrm>
              <a:off x="6487394" y="3548262"/>
              <a:ext cx="41237" cy="66350"/>
            </a:xfrm>
            <a:custGeom>
              <a:avLst/>
              <a:gdLst/>
              <a:ahLst/>
              <a:cxnLst/>
              <a:rect l="l" t="t" r="r" b="b"/>
              <a:pathLst>
                <a:path w="1578" h="2539" extrusionOk="0">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77"/>
            <p:cNvSpPr/>
            <p:nvPr/>
          </p:nvSpPr>
          <p:spPr>
            <a:xfrm>
              <a:off x="6193874" y="3627652"/>
              <a:ext cx="159356" cy="12596"/>
            </a:xfrm>
            <a:custGeom>
              <a:avLst/>
              <a:gdLst/>
              <a:ahLst/>
              <a:cxnLst/>
              <a:rect l="l" t="t" r="r" b="b"/>
              <a:pathLst>
                <a:path w="6098" h="482" extrusionOk="0">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6" name="Google Shape;15446;p77"/>
          <p:cNvGrpSpPr/>
          <p:nvPr/>
        </p:nvGrpSpPr>
        <p:grpSpPr>
          <a:xfrm>
            <a:off x="5801625" y="1501251"/>
            <a:ext cx="246037" cy="360629"/>
            <a:chOff x="5801625" y="1501251"/>
            <a:chExt cx="246037" cy="360629"/>
          </a:xfrm>
        </p:grpSpPr>
        <p:sp>
          <p:nvSpPr>
            <p:cNvPr id="15447" name="Google Shape;15447;p77"/>
            <p:cNvSpPr/>
            <p:nvPr/>
          </p:nvSpPr>
          <p:spPr>
            <a:xfrm>
              <a:off x="5872470" y="1548054"/>
              <a:ext cx="10845" cy="307527"/>
            </a:xfrm>
            <a:custGeom>
              <a:avLst/>
              <a:gdLst/>
              <a:ahLst/>
              <a:cxnLst/>
              <a:rect l="l" t="t" r="r" b="b"/>
              <a:pathLst>
                <a:path w="415" h="11768" extrusionOk="0">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77"/>
            <p:cNvSpPr/>
            <p:nvPr/>
          </p:nvSpPr>
          <p:spPr>
            <a:xfrm>
              <a:off x="5901634" y="1556077"/>
              <a:ext cx="11080" cy="244966"/>
            </a:xfrm>
            <a:custGeom>
              <a:avLst/>
              <a:gdLst/>
              <a:ahLst/>
              <a:cxnLst/>
              <a:rect l="l" t="t" r="r" b="b"/>
              <a:pathLst>
                <a:path w="424" h="9374" extrusionOk="0">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9" name="Google Shape;15449;p77"/>
            <p:cNvSpPr/>
            <p:nvPr/>
          </p:nvSpPr>
          <p:spPr>
            <a:xfrm>
              <a:off x="5930772" y="1577688"/>
              <a:ext cx="11080" cy="178380"/>
            </a:xfrm>
            <a:custGeom>
              <a:avLst/>
              <a:gdLst/>
              <a:ahLst/>
              <a:cxnLst/>
              <a:rect l="l" t="t" r="r" b="b"/>
              <a:pathLst>
                <a:path w="424" h="6826" extrusionOk="0">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0" name="Google Shape;15450;p77"/>
            <p:cNvSpPr/>
            <p:nvPr/>
          </p:nvSpPr>
          <p:spPr>
            <a:xfrm>
              <a:off x="5960171" y="1611870"/>
              <a:ext cx="10845" cy="107509"/>
            </a:xfrm>
            <a:custGeom>
              <a:avLst/>
              <a:gdLst/>
              <a:ahLst/>
              <a:cxnLst/>
              <a:rect l="l" t="t" r="r" b="b"/>
              <a:pathLst>
                <a:path w="415" h="4114" extrusionOk="0">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77"/>
            <p:cNvSpPr/>
            <p:nvPr/>
          </p:nvSpPr>
          <p:spPr>
            <a:xfrm>
              <a:off x="5989335" y="1607845"/>
              <a:ext cx="11080" cy="67317"/>
            </a:xfrm>
            <a:custGeom>
              <a:avLst/>
              <a:gdLst/>
              <a:ahLst/>
              <a:cxnLst/>
              <a:rect l="l" t="t" r="r" b="b"/>
              <a:pathLst>
                <a:path w="424" h="2576" extrusionOk="0">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77"/>
            <p:cNvSpPr/>
            <p:nvPr/>
          </p:nvSpPr>
          <p:spPr>
            <a:xfrm>
              <a:off x="5839805" y="1522366"/>
              <a:ext cx="207858" cy="329452"/>
            </a:xfrm>
            <a:custGeom>
              <a:avLst/>
              <a:gdLst/>
              <a:ahLst/>
              <a:cxnLst/>
              <a:rect l="l" t="t" r="r" b="b"/>
              <a:pathLst>
                <a:path w="7954" h="12607" extrusionOk="0">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77"/>
            <p:cNvSpPr/>
            <p:nvPr/>
          </p:nvSpPr>
          <p:spPr>
            <a:xfrm>
              <a:off x="5839805" y="1542383"/>
              <a:ext cx="199809" cy="309435"/>
            </a:xfrm>
            <a:custGeom>
              <a:avLst/>
              <a:gdLst/>
              <a:ahLst/>
              <a:cxnLst/>
              <a:rect l="l" t="t" r="r" b="b"/>
              <a:pathLst>
                <a:path w="7646" h="11841" extrusionOk="0">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77"/>
            <p:cNvSpPr/>
            <p:nvPr/>
          </p:nvSpPr>
          <p:spPr>
            <a:xfrm>
              <a:off x="5826738" y="1530389"/>
              <a:ext cx="24146" cy="313381"/>
            </a:xfrm>
            <a:custGeom>
              <a:avLst/>
              <a:gdLst/>
              <a:ahLst/>
              <a:cxnLst/>
              <a:rect l="l" t="t" r="r" b="b"/>
              <a:pathLst>
                <a:path w="924" h="11992" extrusionOk="0">
                  <a:moveTo>
                    <a:pt x="1" y="1"/>
                  </a:moveTo>
                  <a:lnTo>
                    <a:pt x="1" y="11992"/>
                  </a:lnTo>
                  <a:lnTo>
                    <a:pt x="924" y="11992"/>
                  </a:lnTo>
                  <a:lnTo>
                    <a:pt x="924" y="1"/>
                  </a:ln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5" name="Google Shape;15455;p77"/>
            <p:cNvSpPr/>
            <p:nvPr/>
          </p:nvSpPr>
          <p:spPr>
            <a:xfrm>
              <a:off x="5838812" y="1530389"/>
              <a:ext cx="12073" cy="313381"/>
            </a:xfrm>
            <a:custGeom>
              <a:avLst/>
              <a:gdLst/>
              <a:ahLst/>
              <a:cxnLst/>
              <a:rect l="l" t="t" r="r" b="b"/>
              <a:pathLst>
                <a:path w="462" h="11992" extrusionOk="0">
                  <a:moveTo>
                    <a:pt x="0" y="1"/>
                  </a:moveTo>
                  <a:lnTo>
                    <a:pt x="0" y="11992"/>
                  </a:lnTo>
                  <a:lnTo>
                    <a:pt x="462" y="11992"/>
                  </a:lnTo>
                  <a:lnTo>
                    <a:pt x="462" y="1"/>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6" name="Google Shape;15456;p77"/>
            <p:cNvSpPr/>
            <p:nvPr/>
          </p:nvSpPr>
          <p:spPr>
            <a:xfrm>
              <a:off x="5818951" y="1541443"/>
              <a:ext cx="39486" cy="17613"/>
            </a:xfrm>
            <a:custGeom>
              <a:avLst/>
              <a:gdLst/>
              <a:ahLst/>
              <a:cxnLst/>
              <a:rect l="l" t="t" r="r" b="b"/>
              <a:pathLst>
                <a:path w="1511" h="674" extrusionOk="0">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77"/>
            <p:cNvSpPr/>
            <p:nvPr/>
          </p:nvSpPr>
          <p:spPr>
            <a:xfrm>
              <a:off x="5819447" y="1501251"/>
              <a:ext cx="38728" cy="40479"/>
            </a:xfrm>
            <a:custGeom>
              <a:avLst/>
              <a:gdLst/>
              <a:ahLst/>
              <a:cxnLst/>
              <a:rect l="l" t="t" r="r" b="b"/>
              <a:pathLst>
                <a:path w="1482" h="1549" extrusionOk="0">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77"/>
            <p:cNvSpPr/>
            <p:nvPr/>
          </p:nvSpPr>
          <p:spPr>
            <a:xfrm>
              <a:off x="5818951" y="1780921"/>
              <a:ext cx="39486" cy="17378"/>
            </a:xfrm>
            <a:custGeom>
              <a:avLst/>
              <a:gdLst/>
              <a:ahLst/>
              <a:cxnLst/>
              <a:rect l="l" t="t" r="r" b="b"/>
              <a:pathLst>
                <a:path w="1511" h="665" extrusionOk="0">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77"/>
            <p:cNvSpPr/>
            <p:nvPr/>
          </p:nvSpPr>
          <p:spPr>
            <a:xfrm>
              <a:off x="5819447" y="1798508"/>
              <a:ext cx="38728" cy="40244"/>
            </a:xfrm>
            <a:custGeom>
              <a:avLst/>
              <a:gdLst/>
              <a:ahLst/>
              <a:cxnLst/>
              <a:rect l="l" t="t" r="r" b="b"/>
              <a:pathLst>
                <a:path w="1482" h="1540" extrusionOk="0">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77"/>
            <p:cNvSpPr/>
            <p:nvPr/>
          </p:nvSpPr>
          <p:spPr>
            <a:xfrm>
              <a:off x="5838812" y="1541704"/>
              <a:ext cx="19626" cy="17352"/>
            </a:xfrm>
            <a:custGeom>
              <a:avLst/>
              <a:gdLst/>
              <a:ahLst/>
              <a:cxnLst/>
              <a:rect l="l" t="t" r="r" b="b"/>
              <a:pathLst>
                <a:path w="751" h="664" extrusionOk="0">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1" name="Google Shape;15461;p77"/>
            <p:cNvSpPr/>
            <p:nvPr/>
          </p:nvSpPr>
          <p:spPr>
            <a:xfrm>
              <a:off x="5838812" y="1780921"/>
              <a:ext cx="19626" cy="17613"/>
            </a:xfrm>
            <a:custGeom>
              <a:avLst/>
              <a:gdLst/>
              <a:ahLst/>
              <a:cxnLst/>
              <a:rect l="l" t="t" r="r" b="b"/>
              <a:pathLst>
                <a:path w="751" h="674" extrusionOk="0">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2" name="Google Shape;15462;p77"/>
            <p:cNvSpPr/>
            <p:nvPr/>
          </p:nvSpPr>
          <p:spPr>
            <a:xfrm>
              <a:off x="5838812" y="1501251"/>
              <a:ext cx="19364" cy="40479"/>
            </a:xfrm>
            <a:custGeom>
              <a:avLst/>
              <a:gdLst/>
              <a:ahLst/>
              <a:cxnLst/>
              <a:rect l="l" t="t" r="r" b="b"/>
              <a:pathLst>
                <a:path w="741" h="1549" extrusionOk="0">
                  <a:moveTo>
                    <a:pt x="0" y="0"/>
                  </a:moveTo>
                  <a:lnTo>
                    <a:pt x="0" y="1548"/>
                  </a:lnTo>
                  <a:lnTo>
                    <a:pt x="491" y="1548"/>
                  </a:lnTo>
                  <a:lnTo>
                    <a:pt x="731" y="39"/>
                  </a:lnTo>
                  <a:cubicBezTo>
                    <a:pt x="741" y="19"/>
                    <a:pt x="731" y="0"/>
                    <a:pt x="7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77"/>
            <p:cNvSpPr/>
            <p:nvPr/>
          </p:nvSpPr>
          <p:spPr>
            <a:xfrm>
              <a:off x="5838812" y="1798508"/>
              <a:ext cx="19364" cy="40244"/>
            </a:xfrm>
            <a:custGeom>
              <a:avLst/>
              <a:gdLst/>
              <a:ahLst/>
              <a:cxnLst/>
              <a:rect l="l" t="t" r="r" b="b"/>
              <a:pathLst>
                <a:path w="741" h="1540" extrusionOk="0">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77"/>
            <p:cNvSpPr/>
            <p:nvPr/>
          </p:nvSpPr>
          <p:spPr>
            <a:xfrm>
              <a:off x="5801625" y="1837210"/>
              <a:ext cx="141246" cy="24669"/>
            </a:xfrm>
            <a:custGeom>
              <a:avLst/>
              <a:gdLst/>
              <a:ahLst/>
              <a:cxnLst/>
              <a:rect l="l" t="t" r="r" b="b"/>
              <a:pathLst>
                <a:path w="5405" h="944" extrusionOk="0">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5" name="Google Shape;15465;p77"/>
            <p:cNvSpPr/>
            <p:nvPr/>
          </p:nvSpPr>
          <p:spPr>
            <a:xfrm>
              <a:off x="5801625" y="1843743"/>
              <a:ext cx="141246" cy="18136"/>
            </a:xfrm>
            <a:custGeom>
              <a:avLst/>
              <a:gdLst/>
              <a:ahLst/>
              <a:cxnLst/>
              <a:rect l="l" t="t" r="r" b="b"/>
              <a:pathLst>
                <a:path w="5405" h="694" extrusionOk="0">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6" name="Google Shape;15466;p77"/>
          <p:cNvGrpSpPr/>
          <p:nvPr/>
        </p:nvGrpSpPr>
        <p:grpSpPr>
          <a:xfrm>
            <a:off x="6641680" y="1981462"/>
            <a:ext cx="352083" cy="360864"/>
            <a:chOff x="6641680" y="1981462"/>
            <a:chExt cx="352083" cy="360864"/>
          </a:xfrm>
        </p:grpSpPr>
        <p:sp>
          <p:nvSpPr>
            <p:cNvPr id="15467" name="Google Shape;15467;p77"/>
            <p:cNvSpPr/>
            <p:nvPr/>
          </p:nvSpPr>
          <p:spPr>
            <a:xfrm>
              <a:off x="6641680" y="1981462"/>
              <a:ext cx="351848" cy="351587"/>
            </a:xfrm>
            <a:custGeom>
              <a:avLst/>
              <a:gdLst/>
              <a:ahLst/>
              <a:cxnLst/>
              <a:rect l="l" t="t" r="r" b="b"/>
              <a:pathLst>
                <a:path w="13464" h="13454" extrusionOk="0">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77"/>
            <p:cNvSpPr/>
            <p:nvPr/>
          </p:nvSpPr>
          <p:spPr>
            <a:xfrm>
              <a:off x="6759041" y="1981462"/>
              <a:ext cx="234722" cy="351587"/>
            </a:xfrm>
            <a:custGeom>
              <a:avLst/>
              <a:gdLst/>
              <a:ahLst/>
              <a:cxnLst/>
              <a:rect l="l" t="t" r="r" b="b"/>
              <a:pathLst>
                <a:path w="8982" h="13454" extrusionOk="0">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77"/>
            <p:cNvSpPr/>
            <p:nvPr/>
          </p:nvSpPr>
          <p:spPr>
            <a:xfrm>
              <a:off x="6641680" y="2266410"/>
              <a:ext cx="352083" cy="66873"/>
            </a:xfrm>
            <a:custGeom>
              <a:avLst/>
              <a:gdLst/>
              <a:ahLst/>
              <a:cxnLst/>
              <a:rect l="l" t="t" r="r" b="b"/>
              <a:pathLst>
                <a:path w="13473" h="2559" extrusionOk="0">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77"/>
            <p:cNvSpPr/>
            <p:nvPr/>
          </p:nvSpPr>
          <p:spPr>
            <a:xfrm>
              <a:off x="6641680" y="2266410"/>
              <a:ext cx="34469" cy="75915"/>
            </a:xfrm>
            <a:custGeom>
              <a:avLst/>
              <a:gdLst/>
              <a:ahLst/>
              <a:cxnLst/>
              <a:rect l="l" t="t" r="r" b="b"/>
              <a:pathLst>
                <a:path w="1319" h="2905" extrusionOk="0">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77"/>
            <p:cNvSpPr/>
            <p:nvPr/>
          </p:nvSpPr>
          <p:spPr>
            <a:xfrm>
              <a:off x="6659032" y="2266410"/>
              <a:ext cx="17117" cy="75680"/>
            </a:xfrm>
            <a:custGeom>
              <a:avLst/>
              <a:gdLst/>
              <a:ahLst/>
              <a:cxnLst/>
              <a:rect l="l" t="t" r="r" b="b"/>
              <a:pathLst>
                <a:path w="655" h="2896" extrusionOk="0">
                  <a:moveTo>
                    <a:pt x="0" y="1"/>
                  </a:moveTo>
                  <a:lnTo>
                    <a:pt x="0" y="2895"/>
                  </a:lnTo>
                  <a:lnTo>
                    <a:pt x="654" y="2895"/>
                  </a:lnTo>
                  <a:lnTo>
                    <a:pt x="654"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2" name="Google Shape;15472;p77"/>
            <p:cNvSpPr/>
            <p:nvPr/>
          </p:nvSpPr>
          <p:spPr>
            <a:xfrm>
              <a:off x="6959060" y="2266410"/>
              <a:ext cx="34469" cy="75680"/>
            </a:xfrm>
            <a:custGeom>
              <a:avLst/>
              <a:gdLst/>
              <a:ahLst/>
              <a:cxnLst/>
              <a:rect l="l" t="t" r="r" b="b"/>
              <a:pathLst>
                <a:path w="1319" h="2896" extrusionOk="0">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3" name="Google Shape;15473;p77"/>
            <p:cNvSpPr/>
            <p:nvPr/>
          </p:nvSpPr>
          <p:spPr>
            <a:xfrm>
              <a:off x="6970375" y="2266410"/>
              <a:ext cx="23389" cy="75915"/>
            </a:xfrm>
            <a:custGeom>
              <a:avLst/>
              <a:gdLst/>
              <a:ahLst/>
              <a:cxnLst/>
              <a:rect l="l" t="t" r="r" b="b"/>
              <a:pathLst>
                <a:path w="895" h="2905" extrusionOk="0">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77"/>
            <p:cNvSpPr/>
            <p:nvPr/>
          </p:nvSpPr>
          <p:spPr>
            <a:xfrm>
              <a:off x="6676123"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5" name="Google Shape;15475;p77"/>
            <p:cNvSpPr/>
            <p:nvPr/>
          </p:nvSpPr>
          <p:spPr>
            <a:xfrm>
              <a:off x="670450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6" name="Google Shape;15476;p77"/>
            <p:cNvSpPr/>
            <p:nvPr/>
          </p:nvSpPr>
          <p:spPr>
            <a:xfrm>
              <a:off x="673264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77"/>
            <p:cNvSpPr/>
            <p:nvPr/>
          </p:nvSpPr>
          <p:spPr>
            <a:xfrm>
              <a:off x="6761054"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77"/>
            <p:cNvSpPr/>
            <p:nvPr/>
          </p:nvSpPr>
          <p:spPr>
            <a:xfrm>
              <a:off x="678943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77"/>
            <p:cNvSpPr/>
            <p:nvPr/>
          </p:nvSpPr>
          <p:spPr>
            <a:xfrm>
              <a:off x="681757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77"/>
            <p:cNvSpPr/>
            <p:nvPr/>
          </p:nvSpPr>
          <p:spPr>
            <a:xfrm>
              <a:off x="6845984" y="2259146"/>
              <a:ext cx="28171" cy="73903"/>
            </a:xfrm>
            <a:custGeom>
              <a:avLst/>
              <a:gdLst/>
              <a:ahLst/>
              <a:cxnLst/>
              <a:rect l="l" t="t" r="r" b="b"/>
              <a:pathLst>
                <a:path w="1078" h="2828" extrusionOk="0">
                  <a:moveTo>
                    <a:pt x="0" y="0"/>
                  </a:moveTo>
                  <a:lnTo>
                    <a:pt x="0" y="2827"/>
                  </a:lnTo>
                  <a:lnTo>
                    <a:pt x="1077" y="2827"/>
                  </a:lnTo>
                  <a:lnTo>
                    <a:pt x="107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1" name="Google Shape;15481;p77"/>
            <p:cNvSpPr/>
            <p:nvPr/>
          </p:nvSpPr>
          <p:spPr>
            <a:xfrm>
              <a:off x="6874129" y="2259146"/>
              <a:ext cx="28432" cy="73903"/>
            </a:xfrm>
            <a:custGeom>
              <a:avLst/>
              <a:gdLst/>
              <a:ahLst/>
              <a:cxnLst/>
              <a:rect l="l" t="t" r="r" b="b"/>
              <a:pathLst>
                <a:path w="1088"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2" name="Google Shape;15482;p77"/>
            <p:cNvSpPr/>
            <p:nvPr/>
          </p:nvSpPr>
          <p:spPr>
            <a:xfrm>
              <a:off x="6902535"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77"/>
            <p:cNvSpPr/>
            <p:nvPr/>
          </p:nvSpPr>
          <p:spPr>
            <a:xfrm>
              <a:off x="6930915"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77"/>
            <p:cNvSpPr/>
            <p:nvPr/>
          </p:nvSpPr>
          <p:spPr>
            <a:xfrm>
              <a:off x="6694207"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77"/>
            <p:cNvSpPr/>
            <p:nvPr/>
          </p:nvSpPr>
          <p:spPr>
            <a:xfrm>
              <a:off x="6699224" y="2259146"/>
              <a:ext cx="15601" cy="39068"/>
            </a:xfrm>
            <a:custGeom>
              <a:avLst/>
              <a:gdLst/>
              <a:ahLst/>
              <a:cxnLst/>
              <a:rect l="l" t="t" r="r" b="b"/>
              <a:pathLst>
                <a:path w="597" h="1495" extrusionOk="0">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77"/>
            <p:cNvSpPr/>
            <p:nvPr/>
          </p:nvSpPr>
          <p:spPr>
            <a:xfrm>
              <a:off x="6750757" y="2259146"/>
              <a:ext cx="20619" cy="38964"/>
            </a:xfrm>
            <a:custGeom>
              <a:avLst/>
              <a:gdLst/>
              <a:ahLst/>
              <a:cxnLst/>
              <a:rect l="l" t="t" r="r" b="b"/>
              <a:pathLst>
                <a:path w="789" h="1491" extrusionOk="0">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77"/>
            <p:cNvSpPr/>
            <p:nvPr/>
          </p:nvSpPr>
          <p:spPr>
            <a:xfrm>
              <a:off x="6807282" y="2259146"/>
              <a:ext cx="20645" cy="38964"/>
            </a:xfrm>
            <a:custGeom>
              <a:avLst/>
              <a:gdLst/>
              <a:ahLst/>
              <a:cxnLst/>
              <a:rect l="l" t="t" r="r" b="b"/>
              <a:pathLst>
                <a:path w="790" h="1491" extrusionOk="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77"/>
            <p:cNvSpPr/>
            <p:nvPr/>
          </p:nvSpPr>
          <p:spPr>
            <a:xfrm>
              <a:off x="6863833" y="2259146"/>
              <a:ext cx="20619" cy="38964"/>
            </a:xfrm>
            <a:custGeom>
              <a:avLst/>
              <a:gdLst/>
              <a:ahLst/>
              <a:cxnLst/>
              <a:rect l="l" t="t" r="r" b="b"/>
              <a:pathLst>
                <a:path w="789" h="1491" extrusionOk="0">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77"/>
            <p:cNvSpPr/>
            <p:nvPr/>
          </p:nvSpPr>
          <p:spPr>
            <a:xfrm>
              <a:off x="6920619"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0" name="Google Shape;15490;p77"/>
            <p:cNvSpPr/>
            <p:nvPr/>
          </p:nvSpPr>
          <p:spPr>
            <a:xfrm>
              <a:off x="6755775" y="2259146"/>
              <a:ext cx="15601" cy="39068"/>
            </a:xfrm>
            <a:custGeom>
              <a:avLst/>
              <a:gdLst/>
              <a:ahLst/>
              <a:cxnLst/>
              <a:rect l="l" t="t" r="r" b="b"/>
              <a:pathLst>
                <a:path w="597" h="1495" extrusionOk="0">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1" name="Google Shape;15491;p77"/>
            <p:cNvSpPr/>
            <p:nvPr/>
          </p:nvSpPr>
          <p:spPr>
            <a:xfrm>
              <a:off x="6812561" y="2259146"/>
              <a:ext cx="15366" cy="39068"/>
            </a:xfrm>
            <a:custGeom>
              <a:avLst/>
              <a:gdLst/>
              <a:ahLst/>
              <a:cxnLst/>
              <a:rect l="l" t="t" r="r" b="b"/>
              <a:pathLst>
                <a:path w="588" h="1495" extrusionOk="0">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77"/>
            <p:cNvSpPr/>
            <p:nvPr/>
          </p:nvSpPr>
          <p:spPr>
            <a:xfrm>
              <a:off x="6869111" y="2259146"/>
              <a:ext cx="15340" cy="39068"/>
            </a:xfrm>
            <a:custGeom>
              <a:avLst/>
              <a:gdLst/>
              <a:ahLst/>
              <a:cxnLst/>
              <a:rect l="l" t="t" r="r" b="b"/>
              <a:pathLst>
                <a:path w="587" h="1495" extrusionOk="0">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3" name="Google Shape;15493;p77"/>
            <p:cNvSpPr/>
            <p:nvPr/>
          </p:nvSpPr>
          <p:spPr>
            <a:xfrm>
              <a:off x="6925636" y="2259146"/>
              <a:ext cx="15601" cy="39068"/>
            </a:xfrm>
            <a:custGeom>
              <a:avLst/>
              <a:gdLst/>
              <a:ahLst/>
              <a:cxnLst/>
              <a:rect l="l" t="t" r="r" b="b"/>
              <a:pathLst>
                <a:path w="597" h="1495" extrusionOk="0">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4" name="Google Shape;15494;p77"/>
            <p:cNvSpPr/>
            <p:nvPr/>
          </p:nvSpPr>
          <p:spPr>
            <a:xfrm>
              <a:off x="6641680" y="2239781"/>
              <a:ext cx="352083" cy="26655"/>
            </a:xfrm>
            <a:custGeom>
              <a:avLst/>
              <a:gdLst/>
              <a:ahLst/>
              <a:cxnLst/>
              <a:rect l="l" t="t" r="r" b="b"/>
              <a:pathLst>
                <a:path w="13473" h="1020" extrusionOk="0">
                  <a:moveTo>
                    <a:pt x="1" y="1"/>
                  </a:moveTo>
                  <a:lnTo>
                    <a:pt x="1" y="1020"/>
                  </a:lnTo>
                  <a:lnTo>
                    <a:pt x="13473" y="1020"/>
                  </a:ln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5" name="Google Shape;15495;p77"/>
          <p:cNvGrpSpPr/>
          <p:nvPr/>
        </p:nvGrpSpPr>
        <p:grpSpPr>
          <a:xfrm>
            <a:off x="7205332" y="1501251"/>
            <a:ext cx="198032" cy="360629"/>
            <a:chOff x="7205332" y="1501251"/>
            <a:chExt cx="198032" cy="360629"/>
          </a:xfrm>
        </p:grpSpPr>
        <p:sp>
          <p:nvSpPr>
            <p:cNvPr id="15496" name="Google Shape;15496;p77"/>
            <p:cNvSpPr/>
            <p:nvPr/>
          </p:nvSpPr>
          <p:spPr>
            <a:xfrm>
              <a:off x="7237005" y="1701766"/>
              <a:ext cx="38467" cy="10845"/>
            </a:xfrm>
            <a:custGeom>
              <a:avLst/>
              <a:gdLst/>
              <a:ahLst/>
              <a:cxnLst/>
              <a:rect l="l" t="t" r="r" b="b"/>
              <a:pathLst>
                <a:path w="1472" h="415" extrusionOk="0">
                  <a:moveTo>
                    <a:pt x="0" y="1"/>
                  </a:moveTo>
                  <a:lnTo>
                    <a:pt x="0" y="414"/>
                  </a:lnTo>
                  <a:lnTo>
                    <a:pt x="1192" y="414"/>
                  </a:lnTo>
                  <a:cubicBezTo>
                    <a:pt x="1471" y="41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77"/>
            <p:cNvSpPr/>
            <p:nvPr/>
          </p:nvSpPr>
          <p:spPr>
            <a:xfrm>
              <a:off x="7231465" y="1688778"/>
              <a:ext cx="11080" cy="36821"/>
            </a:xfrm>
            <a:custGeom>
              <a:avLst/>
              <a:gdLst/>
              <a:ahLst/>
              <a:cxnLst/>
              <a:rect l="l" t="t" r="r" b="b"/>
              <a:pathLst>
                <a:path w="424" h="1409" extrusionOk="0">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8" name="Google Shape;15498;p77"/>
            <p:cNvSpPr/>
            <p:nvPr/>
          </p:nvSpPr>
          <p:spPr>
            <a:xfrm>
              <a:off x="7237005" y="1753273"/>
              <a:ext cx="38467" cy="10845"/>
            </a:xfrm>
            <a:custGeom>
              <a:avLst/>
              <a:gdLst/>
              <a:ahLst/>
              <a:cxnLst/>
              <a:rect l="l" t="t" r="r" b="b"/>
              <a:pathLst>
                <a:path w="1472" h="415" extrusionOk="0">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9" name="Google Shape;15499;p77"/>
            <p:cNvSpPr/>
            <p:nvPr/>
          </p:nvSpPr>
          <p:spPr>
            <a:xfrm>
              <a:off x="7231465" y="1740285"/>
              <a:ext cx="11080" cy="36899"/>
            </a:xfrm>
            <a:custGeom>
              <a:avLst/>
              <a:gdLst/>
              <a:ahLst/>
              <a:cxnLst/>
              <a:rect l="l" t="t" r="r" b="b"/>
              <a:pathLst>
                <a:path w="424" h="1412" extrusionOk="0">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77"/>
            <p:cNvSpPr/>
            <p:nvPr/>
          </p:nvSpPr>
          <p:spPr>
            <a:xfrm>
              <a:off x="7237005" y="1649997"/>
              <a:ext cx="38467" cy="11080"/>
            </a:xfrm>
            <a:custGeom>
              <a:avLst/>
              <a:gdLst/>
              <a:ahLst/>
              <a:cxnLst/>
              <a:rect l="l" t="t" r="r" b="b"/>
              <a:pathLst>
                <a:path w="1472" h="424" extrusionOk="0">
                  <a:moveTo>
                    <a:pt x="0" y="1"/>
                  </a:moveTo>
                  <a:lnTo>
                    <a:pt x="0" y="424"/>
                  </a:lnTo>
                  <a:lnTo>
                    <a:pt x="1192" y="424"/>
                  </a:lnTo>
                  <a:cubicBezTo>
                    <a:pt x="1471" y="42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77"/>
            <p:cNvSpPr/>
            <p:nvPr/>
          </p:nvSpPr>
          <p:spPr>
            <a:xfrm>
              <a:off x="7231465" y="1637192"/>
              <a:ext cx="11080" cy="36899"/>
            </a:xfrm>
            <a:custGeom>
              <a:avLst/>
              <a:gdLst/>
              <a:ahLst/>
              <a:cxnLst/>
              <a:rect l="l" t="t" r="r" b="b"/>
              <a:pathLst>
                <a:path w="424" h="1412" extrusionOk="0">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77"/>
            <p:cNvSpPr/>
            <p:nvPr/>
          </p:nvSpPr>
          <p:spPr>
            <a:xfrm>
              <a:off x="7273669" y="1594230"/>
              <a:ext cx="107091" cy="227170"/>
            </a:xfrm>
            <a:custGeom>
              <a:avLst/>
              <a:gdLst/>
              <a:ahLst/>
              <a:cxnLst/>
              <a:rect l="l" t="t" r="r" b="b"/>
              <a:pathLst>
                <a:path w="4098" h="8693" extrusionOk="0">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77"/>
            <p:cNvSpPr/>
            <p:nvPr/>
          </p:nvSpPr>
          <p:spPr>
            <a:xfrm>
              <a:off x="7280724" y="1601495"/>
              <a:ext cx="92483" cy="212640"/>
            </a:xfrm>
            <a:custGeom>
              <a:avLst/>
              <a:gdLst/>
              <a:ahLst/>
              <a:cxnLst/>
              <a:rect l="l" t="t" r="r" b="b"/>
              <a:pathLst>
                <a:path w="3539" h="8137" extrusionOk="0">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77"/>
            <p:cNvSpPr/>
            <p:nvPr/>
          </p:nvSpPr>
          <p:spPr>
            <a:xfrm>
              <a:off x="7219156" y="1515807"/>
              <a:ext cx="136229" cy="332484"/>
            </a:xfrm>
            <a:custGeom>
              <a:avLst/>
              <a:gdLst/>
              <a:ahLst/>
              <a:cxnLst/>
              <a:rect l="l" t="t" r="r" b="b"/>
              <a:pathLst>
                <a:path w="5213" h="12723" extrusionOk="0">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5" name="Google Shape;15505;p77"/>
            <p:cNvSpPr/>
            <p:nvPr/>
          </p:nvSpPr>
          <p:spPr>
            <a:xfrm>
              <a:off x="7286996" y="1515807"/>
              <a:ext cx="68389" cy="332484"/>
            </a:xfrm>
            <a:custGeom>
              <a:avLst/>
              <a:gdLst/>
              <a:ahLst/>
              <a:cxnLst/>
              <a:rect l="l" t="t" r="r" b="b"/>
              <a:pathLst>
                <a:path w="2617" h="12723" extrusionOk="0">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6" name="Google Shape;15506;p77"/>
            <p:cNvSpPr/>
            <p:nvPr/>
          </p:nvSpPr>
          <p:spPr>
            <a:xfrm>
              <a:off x="7208599" y="1501251"/>
              <a:ext cx="157344" cy="25139"/>
            </a:xfrm>
            <a:custGeom>
              <a:avLst/>
              <a:gdLst/>
              <a:ahLst/>
              <a:cxnLst/>
              <a:rect l="l" t="t" r="r" b="b"/>
              <a:pathLst>
                <a:path w="6021" h="962" extrusionOk="0">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77"/>
            <p:cNvSpPr/>
            <p:nvPr/>
          </p:nvSpPr>
          <p:spPr>
            <a:xfrm>
              <a:off x="7205332" y="1507523"/>
              <a:ext cx="163877" cy="18868"/>
            </a:xfrm>
            <a:custGeom>
              <a:avLst/>
              <a:gdLst/>
              <a:ahLst/>
              <a:cxnLst/>
              <a:rect l="l" t="t" r="r" b="b"/>
              <a:pathLst>
                <a:path w="6271" h="722" extrusionOk="0">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77"/>
            <p:cNvSpPr/>
            <p:nvPr/>
          </p:nvSpPr>
          <p:spPr>
            <a:xfrm>
              <a:off x="7254592" y="1643725"/>
              <a:ext cx="145767" cy="23650"/>
            </a:xfrm>
            <a:custGeom>
              <a:avLst/>
              <a:gdLst/>
              <a:ahLst/>
              <a:cxnLst/>
              <a:rect l="l" t="t" r="r" b="b"/>
              <a:pathLst>
                <a:path w="5578" h="905" extrusionOk="0">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77"/>
            <p:cNvSpPr/>
            <p:nvPr/>
          </p:nvSpPr>
          <p:spPr>
            <a:xfrm>
              <a:off x="7254592" y="1649501"/>
              <a:ext cx="148772" cy="18110"/>
            </a:xfrm>
            <a:custGeom>
              <a:avLst/>
              <a:gdLst/>
              <a:ahLst/>
              <a:cxnLst/>
              <a:rect l="l" t="t" r="r" b="b"/>
              <a:pathLst>
                <a:path w="5693" h="693" extrusionOk="0">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77"/>
            <p:cNvSpPr/>
            <p:nvPr/>
          </p:nvSpPr>
          <p:spPr>
            <a:xfrm>
              <a:off x="7254592" y="1695232"/>
              <a:ext cx="145506" cy="23911"/>
            </a:xfrm>
            <a:custGeom>
              <a:avLst/>
              <a:gdLst/>
              <a:ahLst/>
              <a:cxnLst/>
              <a:rect l="l" t="t" r="r" b="b"/>
              <a:pathLst>
                <a:path w="5568" h="915" extrusionOk="0">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77"/>
            <p:cNvSpPr/>
            <p:nvPr/>
          </p:nvSpPr>
          <p:spPr>
            <a:xfrm>
              <a:off x="7254592" y="1701530"/>
              <a:ext cx="148537" cy="17613"/>
            </a:xfrm>
            <a:custGeom>
              <a:avLst/>
              <a:gdLst/>
              <a:ahLst/>
              <a:cxnLst/>
              <a:rect l="l" t="t" r="r" b="b"/>
              <a:pathLst>
                <a:path w="5684" h="674" extrusionOk="0">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2" name="Google Shape;15512;p77"/>
            <p:cNvSpPr/>
            <p:nvPr/>
          </p:nvSpPr>
          <p:spPr>
            <a:xfrm>
              <a:off x="7254592" y="1746740"/>
              <a:ext cx="145767" cy="23911"/>
            </a:xfrm>
            <a:custGeom>
              <a:avLst/>
              <a:gdLst/>
              <a:ahLst/>
              <a:cxnLst/>
              <a:rect l="l" t="t" r="r" b="b"/>
              <a:pathLst>
                <a:path w="5578" h="915" extrusionOk="0">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3" name="Google Shape;15513;p77"/>
            <p:cNvSpPr/>
            <p:nvPr/>
          </p:nvSpPr>
          <p:spPr>
            <a:xfrm>
              <a:off x="7254592" y="1752776"/>
              <a:ext cx="148772" cy="17875"/>
            </a:xfrm>
            <a:custGeom>
              <a:avLst/>
              <a:gdLst/>
              <a:ahLst/>
              <a:cxnLst/>
              <a:rect l="l" t="t" r="r" b="b"/>
              <a:pathLst>
                <a:path w="5693" h="684" extrusionOk="0">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77"/>
            <p:cNvSpPr/>
            <p:nvPr/>
          </p:nvSpPr>
          <p:spPr>
            <a:xfrm>
              <a:off x="7260864" y="1836714"/>
              <a:ext cx="52788" cy="25166"/>
            </a:xfrm>
            <a:custGeom>
              <a:avLst/>
              <a:gdLst/>
              <a:ahLst/>
              <a:cxnLst/>
              <a:rect l="l" t="t" r="r" b="b"/>
              <a:pathLst>
                <a:path w="2020" h="963" extrusionOk="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77"/>
            <p:cNvSpPr/>
            <p:nvPr/>
          </p:nvSpPr>
          <p:spPr>
            <a:xfrm>
              <a:off x="7287258" y="1836714"/>
              <a:ext cx="26394" cy="25166"/>
            </a:xfrm>
            <a:custGeom>
              <a:avLst/>
              <a:gdLst/>
              <a:ahLst/>
              <a:cxnLst/>
              <a:rect l="l" t="t" r="r" b="b"/>
              <a:pathLst>
                <a:path w="1010" h="963" extrusionOk="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6" name="Google Shape;15516;p77"/>
          <p:cNvGrpSpPr/>
          <p:nvPr/>
        </p:nvGrpSpPr>
        <p:grpSpPr>
          <a:xfrm>
            <a:off x="7688313" y="1501251"/>
            <a:ext cx="153058" cy="360628"/>
            <a:chOff x="7688313" y="1501251"/>
            <a:chExt cx="153058" cy="360628"/>
          </a:xfrm>
        </p:grpSpPr>
        <p:sp>
          <p:nvSpPr>
            <p:cNvPr id="15517" name="Google Shape;15517;p77"/>
            <p:cNvSpPr/>
            <p:nvPr/>
          </p:nvSpPr>
          <p:spPr>
            <a:xfrm>
              <a:off x="7688313" y="1637192"/>
              <a:ext cx="153058" cy="211098"/>
            </a:xfrm>
            <a:custGeom>
              <a:avLst/>
              <a:gdLst/>
              <a:ahLst/>
              <a:cxnLst/>
              <a:rect l="l" t="t" r="r" b="b"/>
              <a:pathLst>
                <a:path w="5857" h="8078" extrusionOk="0">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77"/>
            <p:cNvSpPr/>
            <p:nvPr/>
          </p:nvSpPr>
          <p:spPr>
            <a:xfrm>
              <a:off x="7745857" y="1637192"/>
              <a:ext cx="95514" cy="211098"/>
            </a:xfrm>
            <a:custGeom>
              <a:avLst/>
              <a:gdLst/>
              <a:ahLst/>
              <a:cxnLst/>
              <a:rect l="l" t="t" r="r" b="b"/>
              <a:pathLst>
                <a:path w="3655" h="8078" extrusionOk="0">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9" name="Google Shape;15519;p77"/>
            <p:cNvSpPr/>
            <p:nvPr/>
          </p:nvSpPr>
          <p:spPr>
            <a:xfrm>
              <a:off x="7750143" y="1792210"/>
              <a:ext cx="29634" cy="69669"/>
            </a:xfrm>
            <a:custGeom>
              <a:avLst/>
              <a:gdLst/>
              <a:ahLst/>
              <a:cxnLst/>
              <a:rect l="l" t="t" r="r" b="b"/>
              <a:pathLst>
                <a:path w="1134" h="2666" extrusionOk="0">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0" name="Google Shape;15520;p77"/>
            <p:cNvSpPr/>
            <p:nvPr/>
          </p:nvSpPr>
          <p:spPr>
            <a:xfrm>
              <a:off x="7766214" y="1504256"/>
              <a:ext cx="23389" cy="11080"/>
            </a:xfrm>
            <a:custGeom>
              <a:avLst/>
              <a:gdLst/>
              <a:ahLst/>
              <a:cxnLst/>
              <a:rect l="l" t="t" r="r" b="b"/>
              <a:pathLst>
                <a:path w="895" h="424" extrusionOk="0">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77"/>
            <p:cNvSpPr/>
            <p:nvPr/>
          </p:nvSpPr>
          <p:spPr>
            <a:xfrm>
              <a:off x="7741075" y="1503995"/>
              <a:ext cx="22657" cy="11080"/>
            </a:xfrm>
            <a:custGeom>
              <a:avLst/>
              <a:gdLst/>
              <a:ahLst/>
              <a:cxnLst/>
              <a:rect l="l" t="t" r="r" b="b"/>
              <a:pathLst>
                <a:path w="867" h="424" extrusionOk="0">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77"/>
            <p:cNvSpPr/>
            <p:nvPr/>
          </p:nvSpPr>
          <p:spPr>
            <a:xfrm>
              <a:off x="7765953" y="1529134"/>
              <a:ext cx="27178" cy="10819"/>
            </a:xfrm>
            <a:custGeom>
              <a:avLst/>
              <a:gdLst/>
              <a:ahLst/>
              <a:cxnLst/>
              <a:rect l="l" t="t" r="r" b="b"/>
              <a:pathLst>
                <a:path w="1040" h="414" extrusionOk="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77"/>
            <p:cNvSpPr/>
            <p:nvPr/>
          </p:nvSpPr>
          <p:spPr>
            <a:xfrm>
              <a:off x="7737573" y="1528873"/>
              <a:ext cx="26159" cy="10845"/>
            </a:xfrm>
            <a:custGeom>
              <a:avLst/>
              <a:gdLst/>
              <a:ahLst/>
              <a:cxnLst/>
              <a:rect l="l" t="t" r="r" b="b"/>
              <a:pathLst>
                <a:path w="1001" h="415" extrusionOk="0">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77"/>
            <p:cNvSpPr/>
            <p:nvPr/>
          </p:nvSpPr>
          <p:spPr>
            <a:xfrm>
              <a:off x="7751632" y="1523594"/>
              <a:ext cx="26420" cy="186482"/>
            </a:xfrm>
            <a:custGeom>
              <a:avLst/>
              <a:gdLst/>
              <a:ahLst/>
              <a:cxnLst/>
              <a:rect l="l" t="t" r="r" b="b"/>
              <a:pathLst>
                <a:path w="1011" h="7136" extrusionOk="0">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77"/>
            <p:cNvSpPr/>
            <p:nvPr/>
          </p:nvSpPr>
          <p:spPr>
            <a:xfrm>
              <a:off x="7764960" y="1523594"/>
              <a:ext cx="13092" cy="186482"/>
            </a:xfrm>
            <a:custGeom>
              <a:avLst/>
              <a:gdLst/>
              <a:ahLst/>
              <a:cxnLst/>
              <a:rect l="l" t="t" r="r" b="b"/>
              <a:pathLst>
                <a:path w="501" h="7136" extrusionOk="0">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6" name="Google Shape;15526;p77"/>
            <p:cNvSpPr/>
            <p:nvPr/>
          </p:nvSpPr>
          <p:spPr>
            <a:xfrm>
              <a:off x="7749881" y="1501251"/>
              <a:ext cx="30418" cy="41498"/>
            </a:xfrm>
            <a:custGeom>
              <a:avLst/>
              <a:gdLst/>
              <a:ahLst/>
              <a:cxnLst/>
              <a:rect l="l" t="t" r="r" b="b"/>
              <a:pathLst>
                <a:path w="1164" h="1588" extrusionOk="0">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7" name="Google Shape;15527;p77"/>
            <p:cNvSpPr/>
            <p:nvPr/>
          </p:nvSpPr>
          <p:spPr>
            <a:xfrm>
              <a:off x="7718967" y="1737201"/>
              <a:ext cx="24904" cy="60444"/>
            </a:xfrm>
            <a:custGeom>
              <a:avLst/>
              <a:gdLst/>
              <a:ahLst/>
              <a:cxnLst/>
              <a:rect l="l" t="t" r="r" b="b"/>
              <a:pathLst>
                <a:path w="953" h="2313" extrusionOk="0">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8" name="Google Shape;15528;p77"/>
            <p:cNvSpPr/>
            <p:nvPr/>
          </p:nvSpPr>
          <p:spPr>
            <a:xfrm>
              <a:off x="7786075" y="1737201"/>
              <a:ext cx="24904" cy="60444"/>
            </a:xfrm>
            <a:custGeom>
              <a:avLst/>
              <a:gdLst/>
              <a:ahLst/>
              <a:cxnLst/>
              <a:rect l="l" t="t" r="r" b="b"/>
              <a:pathLst>
                <a:path w="953" h="2313" extrusionOk="0">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9" name="Google Shape;15529;p77"/>
            <p:cNvSpPr/>
            <p:nvPr/>
          </p:nvSpPr>
          <p:spPr>
            <a:xfrm>
              <a:off x="7764960" y="1792210"/>
              <a:ext cx="14608" cy="69669"/>
            </a:xfrm>
            <a:custGeom>
              <a:avLst/>
              <a:gdLst/>
              <a:ahLst/>
              <a:cxnLst/>
              <a:rect l="l" t="t" r="r" b="b"/>
              <a:pathLst>
                <a:path w="559" h="2666" extrusionOk="0">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77"/>
            <p:cNvSpPr/>
            <p:nvPr/>
          </p:nvSpPr>
          <p:spPr>
            <a:xfrm>
              <a:off x="7751397" y="1814109"/>
              <a:ext cx="27152" cy="11080"/>
            </a:xfrm>
            <a:custGeom>
              <a:avLst/>
              <a:gdLst/>
              <a:ahLst/>
              <a:cxnLst/>
              <a:rect l="l" t="t" r="r" b="b"/>
              <a:pathLst>
                <a:path w="1039" h="424" extrusionOk="0">
                  <a:moveTo>
                    <a:pt x="0" y="0"/>
                  </a:moveTo>
                  <a:lnTo>
                    <a:pt x="29" y="423"/>
                  </a:lnTo>
                  <a:lnTo>
                    <a:pt x="1010" y="423"/>
                  </a:lnTo>
                  <a:lnTo>
                    <a:pt x="1039"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77"/>
            <p:cNvSpPr/>
            <p:nvPr/>
          </p:nvSpPr>
          <p:spPr>
            <a:xfrm>
              <a:off x="7764960" y="1814109"/>
              <a:ext cx="13589" cy="11080"/>
            </a:xfrm>
            <a:custGeom>
              <a:avLst/>
              <a:gdLst/>
              <a:ahLst/>
              <a:cxnLst/>
              <a:rect l="l" t="t" r="r" b="b"/>
              <a:pathLst>
                <a:path w="520" h="424" extrusionOk="0">
                  <a:moveTo>
                    <a:pt x="0" y="0"/>
                  </a:moveTo>
                  <a:lnTo>
                    <a:pt x="0" y="423"/>
                  </a:lnTo>
                  <a:lnTo>
                    <a:pt x="491" y="423"/>
                  </a:lnTo>
                  <a:lnTo>
                    <a:pt x="520"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77"/>
            <p:cNvSpPr/>
            <p:nvPr/>
          </p:nvSpPr>
          <p:spPr>
            <a:xfrm>
              <a:off x="7764960" y="1501251"/>
              <a:ext cx="15105" cy="41472"/>
            </a:xfrm>
            <a:custGeom>
              <a:avLst/>
              <a:gdLst/>
              <a:ahLst/>
              <a:cxnLst/>
              <a:rect l="l" t="t" r="r" b="b"/>
              <a:pathLst>
                <a:path w="578" h="1587" extrusionOk="0">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33" name="Google Shape;15533;p77"/>
          <p:cNvGrpSpPr/>
          <p:nvPr/>
        </p:nvGrpSpPr>
        <p:grpSpPr>
          <a:xfrm>
            <a:off x="8150179" y="1501251"/>
            <a:ext cx="150811" cy="360628"/>
            <a:chOff x="8150179" y="1501251"/>
            <a:chExt cx="150811" cy="360628"/>
          </a:xfrm>
        </p:grpSpPr>
        <p:sp>
          <p:nvSpPr>
            <p:cNvPr id="15534" name="Google Shape;15534;p77"/>
            <p:cNvSpPr/>
            <p:nvPr/>
          </p:nvSpPr>
          <p:spPr>
            <a:xfrm>
              <a:off x="8150179" y="1656034"/>
              <a:ext cx="150549" cy="205846"/>
            </a:xfrm>
            <a:custGeom>
              <a:avLst/>
              <a:gdLst/>
              <a:ahLst/>
              <a:cxnLst/>
              <a:rect l="l" t="t" r="r" b="b"/>
              <a:pathLst>
                <a:path w="5761" h="7877" extrusionOk="0">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77"/>
            <p:cNvSpPr/>
            <p:nvPr/>
          </p:nvSpPr>
          <p:spPr>
            <a:xfrm>
              <a:off x="8206468" y="1656034"/>
              <a:ext cx="94521" cy="205846"/>
            </a:xfrm>
            <a:custGeom>
              <a:avLst/>
              <a:gdLst/>
              <a:ahLst/>
              <a:cxnLst/>
              <a:rect l="l" t="t" r="r" b="b"/>
              <a:pathLst>
                <a:path w="3617" h="7877" extrusionOk="0">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77"/>
            <p:cNvSpPr/>
            <p:nvPr/>
          </p:nvSpPr>
          <p:spPr>
            <a:xfrm>
              <a:off x="8209996" y="1513559"/>
              <a:ext cx="30941" cy="168894"/>
            </a:xfrm>
            <a:custGeom>
              <a:avLst/>
              <a:gdLst/>
              <a:ahLst/>
              <a:cxnLst/>
              <a:rect l="l" t="t" r="r" b="b"/>
              <a:pathLst>
                <a:path w="1184" h="6463" extrusionOk="0">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77"/>
            <p:cNvSpPr/>
            <p:nvPr/>
          </p:nvSpPr>
          <p:spPr>
            <a:xfrm>
              <a:off x="8198419" y="1702785"/>
              <a:ext cx="54329" cy="54303"/>
            </a:xfrm>
            <a:custGeom>
              <a:avLst/>
              <a:gdLst/>
              <a:ahLst/>
              <a:cxnLst/>
              <a:rect l="l" t="t" r="r" b="b"/>
              <a:pathLst>
                <a:path w="2079" h="2078" extrusionOk="0">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77"/>
            <p:cNvSpPr/>
            <p:nvPr/>
          </p:nvSpPr>
          <p:spPr>
            <a:xfrm>
              <a:off x="8189639" y="1809327"/>
              <a:ext cx="71629" cy="21141"/>
            </a:xfrm>
            <a:custGeom>
              <a:avLst/>
              <a:gdLst/>
              <a:ahLst/>
              <a:cxnLst/>
              <a:rect l="l" t="t" r="r" b="b"/>
              <a:pathLst>
                <a:path w="2741" h="809" extrusionOk="0">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77"/>
            <p:cNvSpPr/>
            <p:nvPr/>
          </p:nvSpPr>
          <p:spPr>
            <a:xfrm>
              <a:off x="8189639" y="1817114"/>
              <a:ext cx="71629" cy="13354"/>
            </a:xfrm>
            <a:custGeom>
              <a:avLst/>
              <a:gdLst/>
              <a:ahLst/>
              <a:cxnLst/>
              <a:rect l="l" t="t" r="r" b="b"/>
              <a:pathLst>
                <a:path w="2741" h="511" extrusionOk="0">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77"/>
            <p:cNvSpPr/>
            <p:nvPr/>
          </p:nvSpPr>
          <p:spPr>
            <a:xfrm>
              <a:off x="8225571" y="1513559"/>
              <a:ext cx="15366" cy="168894"/>
            </a:xfrm>
            <a:custGeom>
              <a:avLst/>
              <a:gdLst/>
              <a:ahLst/>
              <a:cxnLst/>
              <a:rect l="l" t="t" r="r" b="b"/>
              <a:pathLst>
                <a:path w="588" h="6463" extrusionOk="0">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77"/>
            <p:cNvSpPr/>
            <p:nvPr/>
          </p:nvSpPr>
          <p:spPr>
            <a:xfrm>
              <a:off x="8204456" y="1501251"/>
              <a:ext cx="41995" cy="50018"/>
            </a:xfrm>
            <a:custGeom>
              <a:avLst/>
              <a:gdLst/>
              <a:ahLst/>
              <a:cxnLst/>
              <a:rect l="l" t="t" r="r" b="b"/>
              <a:pathLst>
                <a:path w="1607" h="1914" extrusionOk="0">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2" name="Google Shape;15542;p77"/>
            <p:cNvSpPr/>
            <p:nvPr/>
          </p:nvSpPr>
          <p:spPr>
            <a:xfrm>
              <a:off x="8225571" y="1501251"/>
              <a:ext cx="20880" cy="50018"/>
            </a:xfrm>
            <a:custGeom>
              <a:avLst/>
              <a:gdLst/>
              <a:ahLst/>
              <a:cxnLst/>
              <a:rect l="l" t="t" r="r" b="b"/>
              <a:pathLst>
                <a:path w="799" h="1914" extrusionOk="0">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43" name="Google Shape;15543;p77"/>
          <p:cNvSpPr/>
          <p:nvPr/>
        </p:nvSpPr>
        <p:spPr>
          <a:xfrm>
            <a:off x="4948085" y="2906944"/>
            <a:ext cx="32744" cy="15889"/>
          </a:xfrm>
          <a:custGeom>
            <a:avLst/>
            <a:gdLst/>
            <a:ahLst/>
            <a:cxnLst/>
            <a:rect l="l" t="t" r="r" b="b"/>
            <a:pathLst>
              <a:path w="1253" h="608" extrusionOk="0">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544" name="Google Shape;15544;p77"/>
          <p:cNvGrpSpPr/>
          <p:nvPr/>
        </p:nvGrpSpPr>
        <p:grpSpPr>
          <a:xfrm>
            <a:off x="4877867" y="2902946"/>
            <a:ext cx="170149" cy="360629"/>
            <a:chOff x="4877867" y="2902946"/>
            <a:chExt cx="170149" cy="360629"/>
          </a:xfrm>
        </p:grpSpPr>
        <p:sp>
          <p:nvSpPr>
            <p:cNvPr id="15545" name="Google Shape;15545;p77"/>
            <p:cNvSpPr/>
            <p:nvPr/>
          </p:nvSpPr>
          <p:spPr>
            <a:xfrm>
              <a:off x="4942780" y="2925315"/>
              <a:ext cx="32692" cy="15915"/>
            </a:xfrm>
            <a:custGeom>
              <a:avLst/>
              <a:gdLst/>
              <a:ahLst/>
              <a:cxnLst/>
              <a:rect l="l" t="t" r="r" b="b"/>
              <a:pathLst>
                <a:path w="1251" h="609" extrusionOk="0">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6" name="Google Shape;15546;p77"/>
            <p:cNvSpPr/>
            <p:nvPr/>
          </p:nvSpPr>
          <p:spPr>
            <a:xfrm>
              <a:off x="4937345" y="2943843"/>
              <a:ext cx="32927" cy="15915"/>
            </a:xfrm>
            <a:custGeom>
              <a:avLst/>
              <a:gdLst/>
              <a:ahLst/>
              <a:cxnLst/>
              <a:rect l="l" t="t" r="r" b="b"/>
              <a:pathLst>
                <a:path w="1260" h="609" extrusionOk="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77"/>
            <p:cNvSpPr/>
            <p:nvPr/>
          </p:nvSpPr>
          <p:spPr>
            <a:xfrm>
              <a:off x="4877867" y="3063164"/>
              <a:ext cx="170149" cy="200410"/>
            </a:xfrm>
            <a:custGeom>
              <a:avLst/>
              <a:gdLst/>
              <a:ahLst/>
              <a:cxnLst/>
              <a:rect l="l" t="t" r="r" b="b"/>
              <a:pathLst>
                <a:path w="6511" h="7669" extrusionOk="0">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77"/>
            <p:cNvSpPr/>
            <p:nvPr/>
          </p:nvSpPr>
          <p:spPr>
            <a:xfrm>
              <a:off x="4942963" y="3088905"/>
              <a:ext cx="105053" cy="174670"/>
            </a:xfrm>
            <a:custGeom>
              <a:avLst/>
              <a:gdLst/>
              <a:ahLst/>
              <a:cxnLst/>
              <a:rect l="l" t="t" r="r" b="b"/>
              <a:pathLst>
                <a:path w="4020" h="6684" extrusionOk="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77"/>
            <p:cNvSpPr/>
            <p:nvPr/>
          </p:nvSpPr>
          <p:spPr>
            <a:xfrm>
              <a:off x="4949496" y="2966761"/>
              <a:ext cx="25662" cy="161368"/>
            </a:xfrm>
            <a:custGeom>
              <a:avLst/>
              <a:gdLst/>
              <a:ahLst/>
              <a:cxnLst/>
              <a:rect l="l" t="t" r="r" b="b"/>
              <a:pathLst>
                <a:path w="982" h="6175" extrusionOk="0">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77"/>
            <p:cNvSpPr/>
            <p:nvPr/>
          </p:nvSpPr>
          <p:spPr>
            <a:xfrm>
              <a:off x="4962301" y="2967023"/>
              <a:ext cx="12857" cy="161107"/>
            </a:xfrm>
            <a:custGeom>
              <a:avLst/>
              <a:gdLst/>
              <a:ahLst/>
              <a:cxnLst/>
              <a:rect l="l" t="t" r="r" b="b"/>
              <a:pathLst>
                <a:path w="492" h="6165" extrusionOk="0">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77"/>
            <p:cNvSpPr/>
            <p:nvPr/>
          </p:nvSpPr>
          <p:spPr>
            <a:xfrm>
              <a:off x="4948739" y="2902946"/>
              <a:ext cx="33685" cy="71394"/>
            </a:xfrm>
            <a:custGeom>
              <a:avLst/>
              <a:gdLst/>
              <a:ahLst/>
              <a:cxnLst/>
              <a:rect l="l" t="t" r="r" b="b"/>
              <a:pathLst>
                <a:path w="1289" h="2732" extrusionOk="0">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77"/>
            <p:cNvSpPr/>
            <p:nvPr/>
          </p:nvSpPr>
          <p:spPr>
            <a:xfrm>
              <a:off x="4937423" y="3148199"/>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77"/>
            <p:cNvSpPr/>
            <p:nvPr/>
          </p:nvSpPr>
          <p:spPr>
            <a:xfrm>
              <a:off x="4937423" y="3177102"/>
              <a:ext cx="49782" cy="11080"/>
            </a:xfrm>
            <a:custGeom>
              <a:avLst/>
              <a:gdLst/>
              <a:ahLst/>
              <a:cxnLst/>
              <a:rect l="l" t="t" r="r" b="b"/>
              <a:pathLst>
                <a:path w="1905" h="424" extrusionOk="0">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77"/>
            <p:cNvSpPr/>
            <p:nvPr/>
          </p:nvSpPr>
          <p:spPr>
            <a:xfrm>
              <a:off x="4937423" y="3205247"/>
              <a:ext cx="49782" cy="10819"/>
            </a:xfrm>
            <a:custGeom>
              <a:avLst/>
              <a:gdLst/>
              <a:ahLst/>
              <a:cxnLst/>
              <a:rect l="l" t="t" r="r" b="b"/>
              <a:pathLst>
                <a:path w="1905" h="414" extrusionOk="0">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77"/>
            <p:cNvSpPr/>
            <p:nvPr/>
          </p:nvSpPr>
          <p:spPr>
            <a:xfrm>
              <a:off x="4999253" y="3176841"/>
              <a:ext cx="11080" cy="11342"/>
            </a:xfrm>
            <a:custGeom>
              <a:avLst/>
              <a:gdLst/>
              <a:ahLst/>
              <a:cxnLst/>
              <a:rect l="l" t="t" r="r" b="b"/>
              <a:pathLst>
                <a:path w="424" h="434" extrusionOk="0">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77"/>
            <p:cNvSpPr/>
            <p:nvPr/>
          </p:nvSpPr>
          <p:spPr>
            <a:xfrm>
              <a:off x="4999253" y="3204985"/>
              <a:ext cx="11080" cy="11342"/>
            </a:xfrm>
            <a:custGeom>
              <a:avLst/>
              <a:gdLst/>
              <a:ahLst/>
              <a:cxnLst/>
              <a:rect l="l" t="t" r="r" b="b"/>
              <a:pathLst>
                <a:path w="424" h="434" extrusionOk="0">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7" name="Google Shape;15557;p77"/>
            <p:cNvSpPr/>
            <p:nvPr/>
          </p:nvSpPr>
          <p:spPr>
            <a:xfrm>
              <a:off x="4957284" y="2914235"/>
              <a:ext cx="18110" cy="53572"/>
            </a:xfrm>
            <a:custGeom>
              <a:avLst/>
              <a:gdLst/>
              <a:ahLst/>
              <a:cxnLst/>
              <a:rect l="l" t="t" r="r" b="b"/>
              <a:pathLst>
                <a:path w="693" h="2050" extrusionOk="0">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58" name="Google Shape;15558;p77"/>
          <p:cNvGrpSpPr/>
          <p:nvPr/>
        </p:nvGrpSpPr>
        <p:grpSpPr>
          <a:xfrm>
            <a:off x="6741689" y="1500676"/>
            <a:ext cx="207962" cy="361203"/>
            <a:chOff x="6741689" y="1500676"/>
            <a:chExt cx="207962" cy="361203"/>
          </a:xfrm>
        </p:grpSpPr>
        <p:sp>
          <p:nvSpPr>
            <p:cNvPr id="15559" name="Google Shape;15559;p77"/>
            <p:cNvSpPr/>
            <p:nvPr/>
          </p:nvSpPr>
          <p:spPr>
            <a:xfrm>
              <a:off x="6749242" y="1500676"/>
              <a:ext cx="184469" cy="361203"/>
            </a:xfrm>
            <a:custGeom>
              <a:avLst/>
              <a:gdLst/>
              <a:ahLst/>
              <a:cxnLst/>
              <a:rect l="l" t="t" r="r" b="b"/>
              <a:pathLst>
                <a:path w="7059" h="13822" extrusionOk="0">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0" name="Google Shape;15560;p77"/>
            <p:cNvSpPr/>
            <p:nvPr/>
          </p:nvSpPr>
          <p:spPr>
            <a:xfrm>
              <a:off x="6775113" y="1501199"/>
              <a:ext cx="37735" cy="310167"/>
            </a:xfrm>
            <a:custGeom>
              <a:avLst/>
              <a:gdLst/>
              <a:ahLst/>
              <a:cxnLst/>
              <a:rect l="l" t="t" r="r" b="b"/>
              <a:pathLst>
                <a:path w="1444" h="11869" extrusionOk="0">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1" name="Google Shape;15561;p77"/>
            <p:cNvSpPr/>
            <p:nvPr/>
          </p:nvSpPr>
          <p:spPr>
            <a:xfrm>
              <a:off x="6773623" y="1645241"/>
              <a:ext cx="159330" cy="216638"/>
            </a:xfrm>
            <a:custGeom>
              <a:avLst/>
              <a:gdLst/>
              <a:ahLst/>
              <a:cxnLst/>
              <a:rect l="l" t="t" r="r" b="b"/>
              <a:pathLst>
                <a:path w="6097" h="8290" extrusionOk="0">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2" name="Google Shape;15562;p77"/>
            <p:cNvSpPr/>
            <p:nvPr/>
          </p:nvSpPr>
          <p:spPr>
            <a:xfrm>
              <a:off x="6854530" y="1589082"/>
              <a:ext cx="93006" cy="108502"/>
            </a:xfrm>
            <a:custGeom>
              <a:avLst/>
              <a:gdLst/>
              <a:ahLst/>
              <a:cxnLst/>
              <a:rect l="l" t="t" r="r" b="b"/>
              <a:pathLst>
                <a:path w="3559" h="4152" extrusionOk="0">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3" name="Google Shape;15563;p77"/>
            <p:cNvSpPr/>
            <p:nvPr/>
          </p:nvSpPr>
          <p:spPr>
            <a:xfrm>
              <a:off x="6857796" y="1589134"/>
              <a:ext cx="91856" cy="108398"/>
            </a:xfrm>
            <a:custGeom>
              <a:avLst/>
              <a:gdLst/>
              <a:ahLst/>
              <a:cxnLst/>
              <a:rect l="l" t="t" r="r" b="b"/>
              <a:pathLst>
                <a:path w="3515" h="4148" extrusionOk="0">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4" name="Google Shape;15564;p77"/>
            <p:cNvSpPr/>
            <p:nvPr/>
          </p:nvSpPr>
          <p:spPr>
            <a:xfrm>
              <a:off x="6801245" y="1635441"/>
              <a:ext cx="31699" cy="11315"/>
            </a:xfrm>
            <a:custGeom>
              <a:avLst/>
              <a:gdLst/>
              <a:ahLst/>
              <a:cxnLst/>
              <a:rect l="l" t="t" r="r" b="b"/>
              <a:pathLst>
                <a:path w="1213" h="433" extrusionOk="0">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5" name="Google Shape;15565;p77"/>
            <p:cNvSpPr/>
            <p:nvPr/>
          </p:nvSpPr>
          <p:spPr>
            <a:xfrm>
              <a:off x="6819852" y="1626765"/>
              <a:ext cx="11342" cy="28537"/>
            </a:xfrm>
            <a:custGeom>
              <a:avLst/>
              <a:gdLst/>
              <a:ahLst/>
              <a:cxnLst/>
              <a:rect l="l" t="t" r="r" b="b"/>
              <a:pathLst>
                <a:path w="434" h="1092" extrusionOk="0">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77"/>
            <p:cNvSpPr/>
            <p:nvPr/>
          </p:nvSpPr>
          <p:spPr>
            <a:xfrm>
              <a:off x="6754756" y="1761583"/>
              <a:ext cx="29687" cy="11315"/>
            </a:xfrm>
            <a:custGeom>
              <a:avLst/>
              <a:gdLst/>
              <a:ahLst/>
              <a:cxnLst/>
              <a:rect l="l" t="t" r="r" b="b"/>
              <a:pathLst>
                <a:path w="1136" h="433" extrusionOk="0">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77"/>
            <p:cNvSpPr/>
            <p:nvPr/>
          </p:nvSpPr>
          <p:spPr>
            <a:xfrm>
              <a:off x="6756768" y="1752907"/>
              <a:ext cx="11342" cy="28537"/>
            </a:xfrm>
            <a:custGeom>
              <a:avLst/>
              <a:gdLst/>
              <a:ahLst/>
              <a:cxnLst/>
              <a:rect l="l" t="t" r="r" b="b"/>
              <a:pathLst>
                <a:path w="434" h="1092" extrusionOk="0">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77"/>
            <p:cNvSpPr/>
            <p:nvPr/>
          </p:nvSpPr>
          <p:spPr>
            <a:xfrm>
              <a:off x="6754756" y="1717863"/>
              <a:ext cx="31699" cy="11577"/>
            </a:xfrm>
            <a:custGeom>
              <a:avLst/>
              <a:gdLst/>
              <a:ahLst/>
              <a:cxnLst/>
              <a:rect l="l" t="t" r="r" b="b"/>
              <a:pathLst>
                <a:path w="1213" h="443" extrusionOk="0">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9" name="Google Shape;15569;p77"/>
            <p:cNvSpPr/>
            <p:nvPr/>
          </p:nvSpPr>
          <p:spPr>
            <a:xfrm>
              <a:off x="6756768" y="1709422"/>
              <a:ext cx="11342" cy="28563"/>
            </a:xfrm>
            <a:custGeom>
              <a:avLst/>
              <a:gdLst/>
              <a:ahLst/>
              <a:cxnLst/>
              <a:rect l="l" t="t" r="r" b="b"/>
              <a:pathLst>
                <a:path w="434" h="1093" extrusionOk="0">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0" name="Google Shape;15570;p77"/>
            <p:cNvSpPr/>
            <p:nvPr/>
          </p:nvSpPr>
          <p:spPr>
            <a:xfrm>
              <a:off x="6833414" y="1779431"/>
              <a:ext cx="43014" cy="11315"/>
            </a:xfrm>
            <a:custGeom>
              <a:avLst/>
              <a:gdLst/>
              <a:ahLst/>
              <a:cxnLst/>
              <a:rect l="l" t="t" r="r" b="b"/>
              <a:pathLst>
                <a:path w="1646" h="433" extrusionOk="0">
                  <a:moveTo>
                    <a:pt x="1" y="0"/>
                  </a:moveTo>
                  <a:lnTo>
                    <a:pt x="1" y="433"/>
                  </a:lnTo>
                  <a:lnTo>
                    <a:pt x="1645" y="433"/>
                  </a:lnTo>
                  <a:lnTo>
                    <a:pt x="16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1" name="Google Shape;15571;p77"/>
            <p:cNvSpPr/>
            <p:nvPr/>
          </p:nvSpPr>
          <p:spPr>
            <a:xfrm>
              <a:off x="6775871" y="1779431"/>
              <a:ext cx="32692" cy="11315"/>
            </a:xfrm>
            <a:custGeom>
              <a:avLst/>
              <a:gdLst/>
              <a:ahLst/>
              <a:cxnLst/>
              <a:rect l="l" t="t" r="r" b="b"/>
              <a:pathLst>
                <a:path w="1251" h="433" extrusionOk="0">
                  <a:moveTo>
                    <a:pt x="20" y="0"/>
                  </a:moveTo>
                  <a:lnTo>
                    <a:pt x="1" y="433"/>
                  </a:lnTo>
                  <a:lnTo>
                    <a:pt x="1251" y="433"/>
                  </a:lnTo>
                  <a:lnTo>
                    <a:pt x="1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77"/>
            <p:cNvSpPr/>
            <p:nvPr/>
          </p:nvSpPr>
          <p:spPr>
            <a:xfrm>
              <a:off x="6801245" y="1596974"/>
              <a:ext cx="31699" cy="11342"/>
            </a:xfrm>
            <a:custGeom>
              <a:avLst/>
              <a:gdLst/>
              <a:ahLst/>
              <a:cxnLst/>
              <a:rect l="l" t="t" r="r" b="b"/>
              <a:pathLst>
                <a:path w="1213" h="434" extrusionOk="0">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77"/>
            <p:cNvSpPr/>
            <p:nvPr/>
          </p:nvSpPr>
          <p:spPr>
            <a:xfrm>
              <a:off x="6819852" y="1588560"/>
              <a:ext cx="11342" cy="28563"/>
            </a:xfrm>
            <a:custGeom>
              <a:avLst/>
              <a:gdLst/>
              <a:ahLst/>
              <a:cxnLst/>
              <a:rect l="l" t="t" r="r" b="b"/>
              <a:pathLst>
                <a:path w="434" h="1093" extrusionOk="0">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4" name="Google Shape;15574;p77"/>
            <p:cNvSpPr/>
            <p:nvPr/>
          </p:nvSpPr>
          <p:spPr>
            <a:xfrm>
              <a:off x="6789956" y="1657053"/>
              <a:ext cx="10558" cy="10558"/>
            </a:xfrm>
            <a:custGeom>
              <a:avLst/>
              <a:gdLst/>
              <a:ahLst/>
              <a:cxnLst/>
              <a:rect l="l" t="t" r="r" b="b"/>
              <a:pathLst>
                <a:path w="404" h="404" extrusionOk="0">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5" name="Google Shape;15575;p77"/>
            <p:cNvSpPr/>
            <p:nvPr/>
          </p:nvSpPr>
          <p:spPr>
            <a:xfrm>
              <a:off x="6788702" y="1704536"/>
              <a:ext cx="10819" cy="10584"/>
            </a:xfrm>
            <a:custGeom>
              <a:avLst/>
              <a:gdLst/>
              <a:ahLst/>
              <a:cxnLst/>
              <a:rect l="l" t="t" r="r" b="b"/>
              <a:pathLst>
                <a:path w="414" h="405" extrusionOk="0">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77"/>
            <p:cNvSpPr/>
            <p:nvPr/>
          </p:nvSpPr>
          <p:spPr>
            <a:xfrm>
              <a:off x="6787683" y="1755050"/>
              <a:ext cx="10584" cy="10819"/>
            </a:xfrm>
            <a:custGeom>
              <a:avLst/>
              <a:gdLst/>
              <a:ahLst/>
              <a:cxnLst/>
              <a:rect l="l" t="t" r="r" b="b"/>
              <a:pathLst>
                <a:path w="405" h="414" extrusionOk="0">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77"/>
            <p:cNvSpPr/>
            <p:nvPr/>
          </p:nvSpPr>
          <p:spPr>
            <a:xfrm>
              <a:off x="6741689" y="1509509"/>
              <a:ext cx="42753" cy="11368"/>
            </a:xfrm>
            <a:custGeom>
              <a:avLst/>
              <a:gdLst/>
              <a:ahLst/>
              <a:cxnLst/>
              <a:rect l="l" t="t" r="r" b="b"/>
              <a:pathLst>
                <a:path w="1636" h="435" extrusionOk="0">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8" name="Google Shape;15578;p77"/>
          <p:cNvGrpSpPr/>
          <p:nvPr/>
        </p:nvGrpSpPr>
        <p:grpSpPr>
          <a:xfrm>
            <a:off x="5752627" y="3430404"/>
            <a:ext cx="360628" cy="181464"/>
            <a:chOff x="5752627" y="3430404"/>
            <a:chExt cx="360628" cy="181464"/>
          </a:xfrm>
        </p:grpSpPr>
        <p:sp>
          <p:nvSpPr>
            <p:cNvPr id="15579" name="Google Shape;15579;p77"/>
            <p:cNvSpPr/>
            <p:nvPr/>
          </p:nvSpPr>
          <p:spPr>
            <a:xfrm>
              <a:off x="5752627" y="3430404"/>
              <a:ext cx="360628" cy="181203"/>
            </a:xfrm>
            <a:custGeom>
              <a:avLst/>
              <a:gdLst/>
              <a:ahLst/>
              <a:cxnLst/>
              <a:rect l="l" t="t" r="r" b="b"/>
              <a:pathLst>
                <a:path w="13800" h="6934" extrusionOk="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0" name="Google Shape;15580;p77"/>
            <p:cNvSpPr/>
            <p:nvPr/>
          </p:nvSpPr>
          <p:spPr>
            <a:xfrm>
              <a:off x="5752627" y="3430404"/>
              <a:ext cx="360628" cy="96507"/>
            </a:xfrm>
            <a:custGeom>
              <a:avLst/>
              <a:gdLst/>
              <a:ahLst/>
              <a:cxnLst/>
              <a:rect l="l" t="t" r="r" b="b"/>
              <a:pathLst>
                <a:path w="13800" h="3693" extrusionOk="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77"/>
            <p:cNvSpPr/>
            <p:nvPr/>
          </p:nvSpPr>
          <p:spPr>
            <a:xfrm>
              <a:off x="5752627" y="3430404"/>
              <a:ext cx="360628" cy="96507"/>
            </a:xfrm>
            <a:custGeom>
              <a:avLst/>
              <a:gdLst/>
              <a:ahLst/>
              <a:cxnLst/>
              <a:rect l="l" t="t" r="r" b="b"/>
              <a:pathLst>
                <a:path w="13800" h="3693" extrusionOk="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77"/>
            <p:cNvSpPr/>
            <p:nvPr/>
          </p:nvSpPr>
          <p:spPr>
            <a:xfrm>
              <a:off x="5788036" y="3526885"/>
              <a:ext cx="28929" cy="84722"/>
            </a:xfrm>
            <a:custGeom>
              <a:avLst/>
              <a:gdLst/>
              <a:ahLst/>
              <a:cxnLst/>
              <a:rect l="l" t="t" r="r" b="b"/>
              <a:pathLst>
                <a:path w="1107" h="3242" extrusionOk="0">
                  <a:moveTo>
                    <a:pt x="1" y="1"/>
                  </a:moveTo>
                  <a:lnTo>
                    <a:pt x="1" y="3241"/>
                  </a:lnTo>
                  <a:lnTo>
                    <a:pt x="1107" y="3241"/>
                  </a:lnTo>
                  <a:lnTo>
                    <a:pt x="1107"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77"/>
            <p:cNvSpPr/>
            <p:nvPr/>
          </p:nvSpPr>
          <p:spPr>
            <a:xfrm>
              <a:off x="5816939"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77"/>
            <p:cNvSpPr/>
            <p:nvPr/>
          </p:nvSpPr>
          <p:spPr>
            <a:xfrm>
              <a:off x="5846102"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5" name="Google Shape;15585;p77"/>
            <p:cNvSpPr/>
            <p:nvPr/>
          </p:nvSpPr>
          <p:spPr>
            <a:xfrm>
              <a:off x="5875005" y="3526885"/>
              <a:ext cx="28903" cy="84722"/>
            </a:xfrm>
            <a:custGeom>
              <a:avLst/>
              <a:gdLst/>
              <a:ahLst/>
              <a:cxnLst/>
              <a:rect l="l" t="t" r="r" b="b"/>
              <a:pathLst>
                <a:path w="1106"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6" name="Google Shape;15586;p77"/>
            <p:cNvSpPr/>
            <p:nvPr/>
          </p:nvSpPr>
          <p:spPr>
            <a:xfrm>
              <a:off x="5903881"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77"/>
            <p:cNvSpPr/>
            <p:nvPr/>
          </p:nvSpPr>
          <p:spPr>
            <a:xfrm>
              <a:off x="5933045"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77"/>
            <p:cNvSpPr/>
            <p:nvPr/>
          </p:nvSpPr>
          <p:spPr>
            <a:xfrm>
              <a:off x="5961948"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77"/>
            <p:cNvSpPr/>
            <p:nvPr/>
          </p:nvSpPr>
          <p:spPr>
            <a:xfrm>
              <a:off x="5990850" y="3526885"/>
              <a:ext cx="29164" cy="84722"/>
            </a:xfrm>
            <a:custGeom>
              <a:avLst/>
              <a:gdLst/>
              <a:ahLst/>
              <a:cxnLst/>
              <a:rect l="l" t="t" r="r" b="b"/>
              <a:pathLst>
                <a:path w="1116" h="3242" extrusionOk="0">
                  <a:moveTo>
                    <a:pt x="0" y="1"/>
                  </a:moveTo>
                  <a:lnTo>
                    <a:pt x="0"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77"/>
            <p:cNvSpPr/>
            <p:nvPr/>
          </p:nvSpPr>
          <p:spPr>
            <a:xfrm>
              <a:off x="6019988" y="3526885"/>
              <a:ext cx="28929" cy="84722"/>
            </a:xfrm>
            <a:custGeom>
              <a:avLst/>
              <a:gdLst/>
              <a:ahLst/>
              <a:cxnLst/>
              <a:rect l="l" t="t" r="r" b="b"/>
              <a:pathLst>
                <a:path w="1107" h="3242" extrusionOk="0">
                  <a:moveTo>
                    <a:pt x="1" y="1"/>
                  </a:moveTo>
                  <a:lnTo>
                    <a:pt x="1"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77"/>
            <p:cNvSpPr/>
            <p:nvPr/>
          </p:nvSpPr>
          <p:spPr>
            <a:xfrm>
              <a:off x="6048891"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77"/>
            <p:cNvSpPr/>
            <p:nvPr/>
          </p:nvSpPr>
          <p:spPr>
            <a:xfrm>
              <a:off x="5806381" y="3526885"/>
              <a:ext cx="21403" cy="48032"/>
            </a:xfrm>
            <a:custGeom>
              <a:avLst/>
              <a:gdLst/>
              <a:ahLst/>
              <a:cxnLst/>
              <a:rect l="l" t="t" r="r" b="b"/>
              <a:pathLst>
                <a:path w="819" h="1838" extrusionOk="0">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77"/>
            <p:cNvSpPr/>
            <p:nvPr/>
          </p:nvSpPr>
          <p:spPr>
            <a:xfrm>
              <a:off x="5864186"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77"/>
            <p:cNvSpPr/>
            <p:nvPr/>
          </p:nvSpPr>
          <p:spPr>
            <a:xfrm>
              <a:off x="5922226" y="3526885"/>
              <a:ext cx="21638" cy="48032"/>
            </a:xfrm>
            <a:custGeom>
              <a:avLst/>
              <a:gdLst/>
              <a:ahLst/>
              <a:cxnLst/>
              <a:rect l="l" t="t" r="r" b="b"/>
              <a:pathLst>
                <a:path w="828" h="1838" extrusionOk="0">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77"/>
            <p:cNvSpPr/>
            <p:nvPr/>
          </p:nvSpPr>
          <p:spPr>
            <a:xfrm>
              <a:off x="5980293" y="3526885"/>
              <a:ext cx="21638" cy="48032"/>
            </a:xfrm>
            <a:custGeom>
              <a:avLst/>
              <a:gdLst/>
              <a:ahLst/>
              <a:cxnLst/>
              <a:rect l="l" t="t" r="r" b="b"/>
              <a:pathLst>
                <a:path w="828" h="1838" extrusionOk="0">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77"/>
            <p:cNvSpPr/>
            <p:nvPr/>
          </p:nvSpPr>
          <p:spPr>
            <a:xfrm>
              <a:off x="6038072"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77"/>
            <p:cNvSpPr/>
            <p:nvPr/>
          </p:nvSpPr>
          <p:spPr>
            <a:xfrm>
              <a:off x="5926774" y="3454995"/>
              <a:ext cx="139234" cy="42282"/>
            </a:xfrm>
            <a:custGeom>
              <a:avLst/>
              <a:gdLst/>
              <a:ahLst/>
              <a:cxnLst/>
              <a:rect l="l" t="t" r="r" b="b"/>
              <a:pathLst>
                <a:path w="5328" h="1618" extrusionOk="0">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77"/>
            <p:cNvSpPr/>
            <p:nvPr/>
          </p:nvSpPr>
          <p:spPr>
            <a:xfrm>
              <a:off x="5926774" y="3471615"/>
              <a:ext cx="139234" cy="25662"/>
            </a:xfrm>
            <a:custGeom>
              <a:avLst/>
              <a:gdLst/>
              <a:ahLst/>
              <a:cxnLst/>
              <a:rect l="l" t="t" r="r" b="b"/>
              <a:pathLst>
                <a:path w="5328" h="982" extrusionOk="0">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9" name="Google Shape;15599;p77"/>
            <p:cNvSpPr/>
            <p:nvPr/>
          </p:nvSpPr>
          <p:spPr>
            <a:xfrm>
              <a:off x="5870981" y="3449559"/>
              <a:ext cx="10819" cy="53232"/>
            </a:xfrm>
            <a:custGeom>
              <a:avLst/>
              <a:gdLst/>
              <a:ahLst/>
              <a:cxnLst/>
              <a:rect l="l" t="t" r="r" b="b"/>
              <a:pathLst>
                <a:path w="414" h="2037" extrusionOk="0">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0" name="Google Shape;15600;p77"/>
            <p:cNvSpPr/>
            <p:nvPr/>
          </p:nvSpPr>
          <p:spPr>
            <a:xfrm>
              <a:off x="5834787" y="3449559"/>
              <a:ext cx="10845" cy="53232"/>
            </a:xfrm>
            <a:custGeom>
              <a:avLst/>
              <a:gdLst/>
              <a:ahLst/>
              <a:cxnLst/>
              <a:rect l="l" t="t" r="r" b="b"/>
              <a:pathLst>
                <a:path w="415" h="2037" extrusionOk="0">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77"/>
            <p:cNvSpPr/>
            <p:nvPr/>
          </p:nvSpPr>
          <p:spPr>
            <a:xfrm>
              <a:off x="5797601" y="3449559"/>
              <a:ext cx="11080" cy="53232"/>
            </a:xfrm>
            <a:custGeom>
              <a:avLst/>
              <a:gdLst/>
              <a:ahLst/>
              <a:cxnLst/>
              <a:rect l="l" t="t" r="r" b="b"/>
              <a:pathLst>
                <a:path w="424" h="2037" extrusionOk="0">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2" name="Google Shape;15602;p77"/>
            <p:cNvSpPr/>
            <p:nvPr/>
          </p:nvSpPr>
          <p:spPr>
            <a:xfrm>
              <a:off x="6094361" y="3526885"/>
              <a:ext cx="18632" cy="84983"/>
            </a:xfrm>
            <a:custGeom>
              <a:avLst/>
              <a:gdLst/>
              <a:ahLst/>
              <a:cxnLst/>
              <a:rect l="l" t="t" r="r" b="b"/>
              <a:pathLst>
                <a:path w="713" h="3252" extrusionOk="0">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3" name="Google Shape;15603;p77"/>
            <p:cNvSpPr/>
            <p:nvPr/>
          </p:nvSpPr>
          <p:spPr>
            <a:xfrm>
              <a:off x="5769456" y="3526885"/>
              <a:ext cx="18606" cy="84983"/>
            </a:xfrm>
            <a:custGeom>
              <a:avLst/>
              <a:gdLst/>
              <a:ahLst/>
              <a:cxnLst/>
              <a:rect l="l" t="t" r="r" b="b"/>
              <a:pathLst>
                <a:path w="712" h="3252" extrusionOk="0">
                  <a:moveTo>
                    <a:pt x="0" y="1"/>
                  </a:moveTo>
                  <a:lnTo>
                    <a:pt x="0" y="3251"/>
                  </a:lnTo>
                  <a:lnTo>
                    <a:pt x="712" y="3251"/>
                  </a:lnTo>
                  <a:lnTo>
                    <a:pt x="712"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77"/>
            <p:cNvSpPr/>
            <p:nvPr/>
          </p:nvSpPr>
          <p:spPr>
            <a:xfrm>
              <a:off x="5860684" y="3457530"/>
              <a:ext cx="31437" cy="10845"/>
            </a:xfrm>
            <a:custGeom>
              <a:avLst/>
              <a:gdLst/>
              <a:ahLst/>
              <a:cxnLst/>
              <a:rect l="l" t="t" r="r" b="b"/>
              <a:pathLst>
                <a:path w="1203" h="415" extrusionOk="0">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77"/>
            <p:cNvSpPr/>
            <p:nvPr/>
          </p:nvSpPr>
          <p:spPr>
            <a:xfrm>
              <a:off x="5824491" y="3477652"/>
              <a:ext cx="31673" cy="11080"/>
            </a:xfrm>
            <a:custGeom>
              <a:avLst/>
              <a:gdLst/>
              <a:ahLst/>
              <a:cxnLst/>
              <a:rect l="l" t="t" r="r" b="b"/>
              <a:pathLst>
                <a:path w="1212" h="424" extrusionOk="0">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77"/>
            <p:cNvSpPr/>
            <p:nvPr/>
          </p:nvSpPr>
          <p:spPr>
            <a:xfrm>
              <a:off x="5787304" y="3457530"/>
              <a:ext cx="31673" cy="10845"/>
            </a:xfrm>
            <a:custGeom>
              <a:avLst/>
              <a:gdLst/>
              <a:ahLst/>
              <a:cxnLst/>
              <a:rect l="l" t="t" r="r" b="b"/>
              <a:pathLst>
                <a:path w="1212" h="415" extrusionOk="0">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7" name="Google Shape;15607;p77"/>
          <p:cNvGrpSpPr/>
          <p:nvPr/>
        </p:nvGrpSpPr>
        <p:grpSpPr>
          <a:xfrm>
            <a:off x="5235700" y="2902998"/>
            <a:ext cx="361909" cy="360759"/>
            <a:chOff x="5235700" y="2902998"/>
            <a:chExt cx="361909" cy="360759"/>
          </a:xfrm>
        </p:grpSpPr>
        <p:sp>
          <p:nvSpPr>
            <p:cNvPr id="15608" name="Google Shape;15608;p77"/>
            <p:cNvSpPr/>
            <p:nvPr/>
          </p:nvSpPr>
          <p:spPr>
            <a:xfrm>
              <a:off x="5235700" y="2902998"/>
              <a:ext cx="361909" cy="360498"/>
            </a:xfrm>
            <a:custGeom>
              <a:avLst/>
              <a:gdLst/>
              <a:ahLst/>
              <a:cxnLst/>
              <a:rect l="l" t="t" r="r" b="b"/>
              <a:pathLst>
                <a:path w="13849" h="13795" extrusionOk="0">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77"/>
            <p:cNvSpPr/>
            <p:nvPr/>
          </p:nvSpPr>
          <p:spPr>
            <a:xfrm>
              <a:off x="5353061" y="2902998"/>
              <a:ext cx="244287" cy="360759"/>
            </a:xfrm>
            <a:custGeom>
              <a:avLst/>
              <a:gdLst/>
              <a:ahLst/>
              <a:cxnLst/>
              <a:rect l="l" t="t" r="r" b="b"/>
              <a:pathLst>
                <a:path w="9348" h="13805" extrusionOk="0">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77"/>
            <p:cNvSpPr/>
            <p:nvPr/>
          </p:nvSpPr>
          <p:spPr>
            <a:xfrm>
              <a:off x="5294001" y="2977267"/>
              <a:ext cx="228712" cy="228372"/>
            </a:xfrm>
            <a:custGeom>
              <a:avLst/>
              <a:gdLst/>
              <a:ahLst/>
              <a:cxnLst/>
              <a:rect l="l" t="t" r="r" b="b"/>
              <a:pathLst>
                <a:path w="8752" h="8739" extrusionOk="0">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77"/>
            <p:cNvSpPr/>
            <p:nvPr/>
          </p:nvSpPr>
          <p:spPr>
            <a:xfrm>
              <a:off x="5374672" y="2977267"/>
              <a:ext cx="148041" cy="228372"/>
            </a:xfrm>
            <a:custGeom>
              <a:avLst/>
              <a:gdLst/>
              <a:ahLst/>
              <a:cxnLst/>
              <a:rect l="l" t="t" r="r" b="b"/>
              <a:pathLst>
                <a:path w="5665" h="8739" extrusionOk="0">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77"/>
            <p:cNvSpPr/>
            <p:nvPr/>
          </p:nvSpPr>
          <p:spPr>
            <a:xfrm>
              <a:off x="5335473" y="3083783"/>
              <a:ext cx="73145" cy="71499"/>
            </a:xfrm>
            <a:custGeom>
              <a:avLst/>
              <a:gdLst/>
              <a:ahLst/>
              <a:cxnLst/>
              <a:rect l="l" t="t" r="r" b="b"/>
              <a:pathLst>
                <a:path w="2799" h="2736" extrusionOk="0">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3" name="Google Shape;15613;p77"/>
            <p:cNvSpPr/>
            <p:nvPr/>
          </p:nvSpPr>
          <p:spPr>
            <a:xfrm>
              <a:off x="5380447" y="3068025"/>
              <a:ext cx="57831" cy="56237"/>
            </a:xfrm>
            <a:custGeom>
              <a:avLst/>
              <a:gdLst/>
              <a:ahLst/>
              <a:cxnLst/>
              <a:rect l="l" t="t" r="r" b="b"/>
              <a:pathLst>
                <a:path w="2213" h="2152" extrusionOk="0">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4" name="Google Shape;15614;p77"/>
            <p:cNvSpPr/>
            <p:nvPr/>
          </p:nvSpPr>
          <p:spPr>
            <a:xfrm>
              <a:off x="5399289" y="3031309"/>
              <a:ext cx="58850" cy="74425"/>
            </a:xfrm>
            <a:custGeom>
              <a:avLst/>
              <a:gdLst/>
              <a:ahLst/>
              <a:cxnLst/>
              <a:rect l="l" t="t" r="r" b="b"/>
              <a:pathLst>
                <a:path w="2252" h="2848" extrusionOk="0">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5" name="Google Shape;15615;p77"/>
          <p:cNvGrpSpPr/>
          <p:nvPr/>
        </p:nvGrpSpPr>
        <p:grpSpPr>
          <a:xfrm>
            <a:off x="6634912" y="3394969"/>
            <a:ext cx="360367" cy="252309"/>
            <a:chOff x="6634912" y="3394969"/>
            <a:chExt cx="360367" cy="252309"/>
          </a:xfrm>
        </p:grpSpPr>
        <p:sp>
          <p:nvSpPr>
            <p:cNvPr id="15616" name="Google Shape;15616;p77"/>
            <p:cNvSpPr/>
            <p:nvPr/>
          </p:nvSpPr>
          <p:spPr>
            <a:xfrm>
              <a:off x="6784913" y="3403749"/>
              <a:ext cx="106830" cy="39748"/>
            </a:xfrm>
            <a:custGeom>
              <a:avLst/>
              <a:gdLst/>
              <a:ahLst/>
              <a:cxnLst/>
              <a:rect l="l" t="t" r="r" b="b"/>
              <a:pathLst>
                <a:path w="4088" h="1521" extrusionOk="0">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7" name="Google Shape;15617;p77"/>
            <p:cNvSpPr/>
            <p:nvPr/>
          </p:nvSpPr>
          <p:spPr>
            <a:xfrm>
              <a:off x="6916333" y="3417835"/>
              <a:ext cx="56080" cy="30444"/>
            </a:xfrm>
            <a:custGeom>
              <a:avLst/>
              <a:gdLst/>
              <a:ahLst/>
              <a:cxnLst/>
              <a:rect l="l" t="t" r="r" b="b"/>
              <a:pathLst>
                <a:path w="2146" h="1165" extrusionOk="0">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8" name="Google Shape;15618;p77"/>
            <p:cNvSpPr/>
            <p:nvPr/>
          </p:nvSpPr>
          <p:spPr>
            <a:xfrm>
              <a:off x="6634912" y="3442974"/>
              <a:ext cx="360367" cy="204304"/>
            </a:xfrm>
            <a:custGeom>
              <a:avLst/>
              <a:gdLst/>
              <a:ahLst/>
              <a:cxnLst/>
              <a:rect l="l" t="t" r="r" b="b"/>
              <a:pathLst>
                <a:path w="13790" h="7818" extrusionOk="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9" name="Google Shape;15619;p77"/>
            <p:cNvSpPr/>
            <p:nvPr/>
          </p:nvSpPr>
          <p:spPr>
            <a:xfrm>
              <a:off x="6943981" y="3477129"/>
              <a:ext cx="51298" cy="142762"/>
            </a:xfrm>
            <a:custGeom>
              <a:avLst/>
              <a:gdLst/>
              <a:ahLst/>
              <a:cxnLst/>
              <a:rect l="l" t="t" r="r" b="b"/>
              <a:pathLst>
                <a:path w="1963" h="5463" extrusionOk="0">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0" name="Google Shape;15620;p77"/>
            <p:cNvSpPr/>
            <p:nvPr/>
          </p:nvSpPr>
          <p:spPr>
            <a:xfrm>
              <a:off x="6723344" y="3457530"/>
              <a:ext cx="205846" cy="176081"/>
            </a:xfrm>
            <a:custGeom>
              <a:avLst/>
              <a:gdLst/>
              <a:ahLst/>
              <a:cxnLst/>
              <a:rect l="l" t="t" r="r" b="b"/>
              <a:pathLst>
                <a:path w="7877" h="6738" extrusionOk="0">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1" name="Google Shape;15621;p77"/>
            <p:cNvSpPr/>
            <p:nvPr/>
          </p:nvSpPr>
          <p:spPr>
            <a:xfrm>
              <a:off x="6743702" y="3472870"/>
              <a:ext cx="170410" cy="145793"/>
            </a:xfrm>
            <a:custGeom>
              <a:avLst/>
              <a:gdLst/>
              <a:ahLst/>
              <a:cxnLst/>
              <a:rect l="l" t="t" r="r" b="b"/>
              <a:pathLst>
                <a:path w="6521" h="5579" extrusionOk="0">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77"/>
            <p:cNvSpPr/>
            <p:nvPr/>
          </p:nvSpPr>
          <p:spPr>
            <a:xfrm>
              <a:off x="6781411" y="3491816"/>
              <a:ext cx="119373" cy="106046"/>
            </a:xfrm>
            <a:custGeom>
              <a:avLst/>
              <a:gdLst/>
              <a:ahLst/>
              <a:cxnLst/>
              <a:rect l="l" t="t" r="r" b="b"/>
              <a:pathLst>
                <a:path w="4568" h="4058" extrusionOk="0">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77"/>
            <p:cNvSpPr/>
            <p:nvPr/>
          </p:nvSpPr>
          <p:spPr>
            <a:xfrm>
              <a:off x="6783867" y="3491711"/>
              <a:ext cx="116159" cy="106176"/>
            </a:xfrm>
            <a:custGeom>
              <a:avLst/>
              <a:gdLst/>
              <a:ahLst/>
              <a:cxnLst/>
              <a:rect l="l" t="t" r="r" b="b"/>
              <a:pathLst>
                <a:path w="4445" h="4063" extrusionOk="0">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77"/>
            <p:cNvSpPr/>
            <p:nvPr/>
          </p:nvSpPr>
          <p:spPr>
            <a:xfrm>
              <a:off x="6833414" y="3519595"/>
              <a:ext cx="33450" cy="33450"/>
            </a:xfrm>
            <a:custGeom>
              <a:avLst/>
              <a:gdLst/>
              <a:ahLst/>
              <a:cxnLst/>
              <a:rect l="l" t="t" r="r" b="b"/>
              <a:pathLst>
                <a:path w="1280" h="1280" extrusionOk="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77"/>
            <p:cNvSpPr/>
            <p:nvPr/>
          </p:nvSpPr>
          <p:spPr>
            <a:xfrm>
              <a:off x="6667055" y="3394969"/>
              <a:ext cx="34469" cy="30183"/>
            </a:xfrm>
            <a:custGeom>
              <a:avLst/>
              <a:gdLst/>
              <a:ahLst/>
              <a:cxnLst/>
              <a:rect l="l" t="t" r="r" b="b"/>
              <a:pathLst>
                <a:path w="1319" h="1155" extrusionOk="0">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77"/>
            <p:cNvSpPr/>
            <p:nvPr/>
          </p:nvSpPr>
          <p:spPr>
            <a:xfrm>
              <a:off x="6634912" y="3416580"/>
              <a:ext cx="99016" cy="230463"/>
            </a:xfrm>
            <a:custGeom>
              <a:avLst/>
              <a:gdLst/>
              <a:ahLst/>
              <a:cxnLst/>
              <a:rect l="l" t="t" r="r" b="b"/>
              <a:pathLst>
                <a:path w="3789" h="8819" extrusionOk="0">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77"/>
            <p:cNvSpPr/>
            <p:nvPr/>
          </p:nvSpPr>
          <p:spPr>
            <a:xfrm>
              <a:off x="6634912" y="3416580"/>
              <a:ext cx="77666" cy="204827"/>
            </a:xfrm>
            <a:custGeom>
              <a:avLst/>
              <a:gdLst/>
              <a:ahLst/>
              <a:cxnLst/>
              <a:rect l="l" t="t" r="r" b="b"/>
              <a:pathLst>
                <a:path w="2972" h="7838" extrusionOk="0">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77"/>
            <p:cNvSpPr/>
            <p:nvPr/>
          </p:nvSpPr>
          <p:spPr>
            <a:xfrm>
              <a:off x="6915836" y="3461058"/>
              <a:ext cx="22134" cy="22134"/>
            </a:xfrm>
            <a:custGeom>
              <a:avLst/>
              <a:gdLst/>
              <a:ahLst/>
              <a:cxnLst/>
              <a:rect l="l" t="t" r="r" b="b"/>
              <a:pathLst>
                <a:path w="847" h="847" extrusionOk="0">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29" name="Google Shape;15629;p77"/>
          <p:cNvGrpSpPr/>
          <p:nvPr/>
        </p:nvGrpSpPr>
        <p:grpSpPr>
          <a:xfrm>
            <a:off x="7059330" y="3340796"/>
            <a:ext cx="377170" cy="360655"/>
            <a:chOff x="7059330" y="3340796"/>
            <a:chExt cx="377170" cy="360655"/>
          </a:xfrm>
        </p:grpSpPr>
        <p:sp>
          <p:nvSpPr>
            <p:cNvPr id="15630" name="Google Shape;15630;p77"/>
            <p:cNvSpPr/>
            <p:nvPr/>
          </p:nvSpPr>
          <p:spPr>
            <a:xfrm>
              <a:off x="7059330" y="3424629"/>
              <a:ext cx="317144" cy="276822"/>
            </a:xfrm>
            <a:custGeom>
              <a:avLst/>
              <a:gdLst/>
              <a:ahLst/>
              <a:cxnLst/>
              <a:rect l="l" t="t" r="r" b="b"/>
              <a:pathLst>
                <a:path w="12136" h="10593" extrusionOk="0">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1" name="Google Shape;15631;p77"/>
            <p:cNvSpPr/>
            <p:nvPr/>
          </p:nvSpPr>
          <p:spPr>
            <a:xfrm>
              <a:off x="7076917" y="3424629"/>
              <a:ext cx="299322" cy="254583"/>
            </a:xfrm>
            <a:custGeom>
              <a:avLst/>
              <a:gdLst/>
              <a:ahLst/>
              <a:cxnLst/>
              <a:rect l="l" t="t" r="r" b="b"/>
              <a:pathLst>
                <a:path w="11454" h="9742" extrusionOk="0">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2" name="Google Shape;15632;p77"/>
            <p:cNvSpPr/>
            <p:nvPr/>
          </p:nvSpPr>
          <p:spPr>
            <a:xfrm>
              <a:off x="7155079" y="3466232"/>
              <a:ext cx="80671" cy="49390"/>
            </a:xfrm>
            <a:custGeom>
              <a:avLst/>
              <a:gdLst/>
              <a:ahLst/>
              <a:cxnLst/>
              <a:rect l="l" t="t" r="r" b="b"/>
              <a:pathLst>
                <a:path w="3087" h="1890" extrusionOk="0">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3" name="Google Shape;15633;p77"/>
            <p:cNvSpPr/>
            <p:nvPr/>
          </p:nvSpPr>
          <p:spPr>
            <a:xfrm>
              <a:off x="7175437" y="3466336"/>
              <a:ext cx="60575" cy="48528"/>
            </a:xfrm>
            <a:custGeom>
              <a:avLst/>
              <a:gdLst/>
              <a:ahLst/>
              <a:cxnLst/>
              <a:rect l="l" t="t" r="r" b="b"/>
              <a:pathLst>
                <a:path w="2318" h="1857" extrusionOk="0">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77"/>
            <p:cNvSpPr/>
            <p:nvPr/>
          </p:nvSpPr>
          <p:spPr>
            <a:xfrm>
              <a:off x="7199296" y="3550457"/>
              <a:ext cx="64103" cy="71838"/>
            </a:xfrm>
            <a:custGeom>
              <a:avLst/>
              <a:gdLst/>
              <a:ahLst/>
              <a:cxnLst/>
              <a:rect l="l" t="t" r="r" b="b"/>
              <a:pathLst>
                <a:path w="2453" h="2749" extrusionOk="0">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77"/>
            <p:cNvSpPr/>
            <p:nvPr/>
          </p:nvSpPr>
          <p:spPr>
            <a:xfrm>
              <a:off x="7216648" y="3550457"/>
              <a:ext cx="47012" cy="63920"/>
            </a:xfrm>
            <a:custGeom>
              <a:avLst/>
              <a:gdLst/>
              <a:ahLst/>
              <a:cxnLst/>
              <a:rect l="l" t="t" r="r" b="b"/>
              <a:pathLst>
                <a:path w="1799" h="2446" extrusionOk="0">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77"/>
            <p:cNvSpPr/>
            <p:nvPr/>
          </p:nvSpPr>
          <p:spPr>
            <a:xfrm>
              <a:off x="7106316" y="3524690"/>
              <a:ext cx="68127" cy="69565"/>
            </a:xfrm>
            <a:custGeom>
              <a:avLst/>
              <a:gdLst/>
              <a:ahLst/>
              <a:cxnLst/>
              <a:rect l="l" t="t" r="r" b="b"/>
              <a:pathLst>
                <a:path w="2607" h="2662" extrusionOk="0">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77"/>
            <p:cNvSpPr/>
            <p:nvPr/>
          </p:nvSpPr>
          <p:spPr>
            <a:xfrm>
              <a:off x="7113607" y="3541049"/>
              <a:ext cx="60836" cy="53206"/>
            </a:xfrm>
            <a:custGeom>
              <a:avLst/>
              <a:gdLst/>
              <a:ahLst/>
              <a:cxnLst/>
              <a:rect l="l" t="t" r="r" b="b"/>
              <a:pathLst>
                <a:path w="2328" h="2036" extrusionOk="0">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8" name="Google Shape;15638;p77"/>
            <p:cNvSpPr/>
            <p:nvPr/>
          </p:nvSpPr>
          <p:spPr>
            <a:xfrm>
              <a:off x="7312632" y="3340796"/>
              <a:ext cx="123868" cy="140645"/>
            </a:xfrm>
            <a:custGeom>
              <a:avLst/>
              <a:gdLst/>
              <a:ahLst/>
              <a:cxnLst/>
              <a:rect l="l" t="t" r="r" b="b"/>
              <a:pathLst>
                <a:path w="4740" h="5382" extrusionOk="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9" name="Google Shape;15639;p77"/>
            <p:cNvSpPr/>
            <p:nvPr/>
          </p:nvSpPr>
          <p:spPr>
            <a:xfrm>
              <a:off x="7331735" y="3413575"/>
              <a:ext cx="46516" cy="44242"/>
            </a:xfrm>
            <a:custGeom>
              <a:avLst/>
              <a:gdLst/>
              <a:ahLst/>
              <a:cxnLst/>
              <a:rect l="l" t="t" r="r" b="b"/>
              <a:pathLst>
                <a:path w="1780" h="1693" extrusionOk="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0" name="Google Shape;15640;p77"/>
            <p:cNvSpPr/>
            <p:nvPr/>
          </p:nvSpPr>
          <p:spPr>
            <a:xfrm>
              <a:off x="7231465" y="3453140"/>
              <a:ext cx="117622" cy="80122"/>
            </a:xfrm>
            <a:custGeom>
              <a:avLst/>
              <a:gdLst/>
              <a:ahLst/>
              <a:cxnLst/>
              <a:rect l="l" t="t" r="r" b="b"/>
              <a:pathLst>
                <a:path w="4501" h="3066" extrusionOk="0">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1" name="Google Shape;15641;p77"/>
            <p:cNvSpPr/>
            <p:nvPr/>
          </p:nvSpPr>
          <p:spPr>
            <a:xfrm>
              <a:off x="7245785" y="3452878"/>
              <a:ext cx="93502" cy="59713"/>
            </a:xfrm>
            <a:custGeom>
              <a:avLst/>
              <a:gdLst/>
              <a:ahLst/>
              <a:cxnLst/>
              <a:rect l="l" t="t" r="r" b="b"/>
              <a:pathLst>
                <a:path w="3578" h="2285" extrusionOk="0">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2" name="Google Shape;15642;p77"/>
          <p:cNvGrpSpPr/>
          <p:nvPr/>
        </p:nvGrpSpPr>
        <p:grpSpPr>
          <a:xfrm>
            <a:off x="7957948" y="3375631"/>
            <a:ext cx="360629" cy="291012"/>
            <a:chOff x="7957948" y="3375631"/>
            <a:chExt cx="360629" cy="291012"/>
          </a:xfrm>
        </p:grpSpPr>
        <p:sp>
          <p:nvSpPr>
            <p:cNvPr id="15643" name="Google Shape;15643;p77"/>
            <p:cNvSpPr/>
            <p:nvPr/>
          </p:nvSpPr>
          <p:spPr>
            <a:xfrm>
              <a:off x="7957948" y="3393714"/>
              <a:ext cx="360629" cy="261116"/>
            </a:xfrm>
            <a:custGeom>
              <a:avLst/>
              <a:gdLst/>
              <a:ahLst/>
              <a:cxnLst/>
              <a:rect l="l" t="t" r="r" b="b"/>
              <a:pathLst>
                <a:path w="13800" h="9992" extrusionOk="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77"/>
            <p:cNvSpPr/>
            <p:nvPr/>
          </p:nvSpPr>
          <p:spPr>
            <a:xfrm>
              <a:off x="8286643" y="3393714"/>
              <a:ext cx="31934" cy="261116"/>
            </a:xfrm>
            <a:custGeom>
              <a:avLst/>
              <a:gdLst/>
              <a:ahLst/>
              <a:cxnLst/>
              <a:rect l="l" t="t" r="r" b="b"/>
              <a:pathLst>
                <a:path w="1222" h="9992" extrusionOk="0">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5" name="Google Shape;15645;p77"/>
            <p:cNvSpPr/>
            <p:nvPr/>
          </p:nvSpPr>
          <p:spPr>
            <a:xfrm>
              <a:off x="7978541" y="3597757"/>
              <a:ext cx="159853" cy="33946"/>
            </a:xfrm>
            <a:custGeom>
              <a:avLst/>
              <a:gdLst/>
              <a:ahLst/>
              <a:cxnLst/>
              <a:rect l="l" t="t" r="r" b="b"/>
              <a:pathLst>
                <a:path w="6117" h="1299" extrusionOk="0">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6" name="Google Shape;15646;p77"/>
            <p:cNvSpPr/>
            <p:nvPr/>
          </p:nvSpPr>
          <p:spPr>
            <a:xfrm>
              <a:off x="8138367" y="3597757"/>
              <a:ext cx="159591" cy="33946"/>
            </a:xfrm>
            <a:custGeom>
              <a:avLst/>
              <a:gdLst/>
              <a:ahLst/>
              <a:cxnLst/>
              <a:rect l="l" t="t" r="r" b="b"/>
              <a:pathLst>
                <a:path w="6107" h="1299" extrusionOk="0">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77"/>
            <p:cNvSpPr/>
            <p:nvPr/>
          </p:nvSpPr>
          <p:spPr>
            <a:xfrm>
              <a:off x="8122531" y="3631677"/>
              <a:ext cx="31202" cy="34965"/>
            </a:xfrm>
            <a:custGeom>
              <a:avLst/>
              <a:gdLst/>
              <a:ahLst/>
              <a:cxnLst/>
              <a:rect l="l" t="t" r="r" b="b"/>
              <a:pathLst>
                <a:path w="1194" h="1338" extrusionOk="0">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77"/>
            <p:cNvSpPr/>
            <p:nvPr/>
          </p:nvSpPr>
          <p:spPr>
            <a:xfrm>
              <a:off x="7978541" y="3375631"/>
              <a:ext cx="159853" cy="234226"/>
            </a:xfrm>
            <a:custGeom>
              <a:avLst/>
              <a:gdLst/>
              <a:ahLst/>
              <a:cxnLst/>
              <a:rect l="l" t="t" r="r" b="b"/>
              <a:pathLst>
                <a:path w="6117" h="8963" extrusionOk="0">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77"/>
            <p:cNvSpPr/>
            <p:nvPr/>
          </p:nvSpPr>
          <p:spPr>
            <a:xfrm>
              <a:off x="8138367" y="3375631"/>
              <a:ext cx="159591" cy="234252"/>
            </a:xfrm>
            <a:custGeom>
              <a:avLst/>
              <a:gdLst/>
              <a:ahLst/>
              <a:cxnLst/>
              <a:rect l="l" t="t" r="r" b="b"/>
              <a:pathLst>
                <a:path w="6107" h="8964" extrusionOk="0">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77"/>
            <p:cNvSpPr/>
            <p:nvPr/>
          </p:nvSpPr>
          <p:spPr>
            <a:xfrm>
              <a:off x="8033576" y="3407277"/>
              <a:ext cx="80958" cy="10584"/>
            </a:xfrm>
            <a:custGeom>
              <a:avLst/>
              <a:gdLst/>
              <a:ahLst/>
              <a:cxnLst/>
              <a:rect l="l" t="t" r="r" b="b"/>
              <a:pathLst>
                <a:path w="3098" h="405" extrusionOk="0">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77"/>
            <p:cNvSpPr/>
            <p:nvPr/>
          </p:nvSpPr>
          <p:spPr>
            <a:xfrm>
              <a:off x="8003184" y="3428889"/>
              <a:ext cx="111351" cy="10584"/>
            </a:xfrm>
            <a:custGeom>
              <a:avLst/>
              <a:gdLst/>
              <a:ahLst/>
              <a:cxnLst/>
              <a:rect l="l" t="t" r="r" b="b"/>
              <a:pathLst>
                <a:path w="4261" h="405" extrusionOk="0">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77"/>
            <p:cNvSpPr/>
            <p:nvPr/>
          </p:nvSpPr>
          <p:spPr>
            <a:xfrm>
              <a:off x="8003184" y="3450761"/>
              <a:ext cx="111351" cy="10584"/>
            </a:xfrm>
            <a:custGeom>
              <a:avLst/>
              <a:gdLst/>
              <a:ahLst/>
              <a:cxnLst/>
              <a:rect l="l" t="t" r="r" b="b"/>
              <a:pathLst>
                <a:path w="4261" h="405" extrusionOk="0">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77"/>
            <p:cNvSpPr/>
            <p:nvPr/>
          </p:nvSpPr>
          <p:spPr>
            <a:xfrm>
              <a:off x="8003184" y="3472608"/>
              <a:ext cx="88720" cy="10584"/>
            </a:xfrm>
            <a:custGeom>
              <a:avLst/>
              <a:gdLst/>
              <a:ahLst/>
              <a:cxnLst/>
              <a:rect l="l" t="t" r="r" b="b"/>
              <a:pathLst>
                <a:path w="3395" h="405" extrusionOk="0">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77"/>
            <p:cNvSpPr/>
            <p:nvPr/>
          </p:nvSpPr>
          <p:spPr>
            <a:xfrm>
              <a:off x="8033576" y="3515831"/>
              <a:ext cx="80958" cy="10584"/>
            </a:xfrm>
            <a:custGeom>
              <a:avLst/>
              <a:gdLst/>
              <a:ahLst/>
              <a:cxnLst/>
              <a:rect l="l" t="t" r="r" b="b"/>
              <a:pathLst>
                <a:path w="3098" h="405" extrusionOk="0">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77"/>
            <p:cNvSpPr/>
            <p:nvPr/>
          </p:nvSpPr>
          <p:spPr>
            <a:xfrm>
              <a:off x="8003184" y="3537443"/>
              <a:ext cx="111351" cy="10584"/>
            </a:xfrm>
            <a:custGeom>
              <a:avLst/>
              <a:gdLst/>
              <a:ahLst/>
              <a:cxnLst/>
              <a:rect l="l" t="t" r="r" b="b"/>
              <a:pathLst>
                <a:path w="4261" h="405" extrusionOk="0">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6" name="Google Shape;15656;p77"/>
            <p:cNvSpPr/>
            <p:nvPr/>
          </p:nvSpPr>
          <p:spPr>
            <a:xfrm>
              <a:off x="8003184" y="3559316"/>
              <a:ext cx="55296" cy="10584"/>
            </a:xfrm>
            <a:custGeom>
              <a:avLst/>
              <a:gdLst/>
              <a:ahLst/>
              <a:cxnLst/>
              <a:rect l="l" t="t" r="r" b="b"/>
              <a:pathLst>
                <a:path w="2116" h="405" extrusionOk="0">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7" name="Google Shape;15657;p77"/>
            <p:cNvSpPr/>
            <p:nvPr/>
          </p:nvSpPr>
          <p:spPr>
            <a:xfrm>
              <a:off x="8190632" y="3479664"/>
              <a:ext cx="81194" cy="10558"/>
            </a:xfrm>
            <a:custGeom>
              <a:avLst/>
              <a:gdLst/>
              <a:ahLst/>
              <a:cxnLst/>
              <a:rect l="l" t="t" r="r" b="b"/>
              <a:pathLst>
                <a:path w="3107" h="404" extrusionOk="0">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77"/>
            <p:cNvSpPr/>
            <p:nvPr/>
          </p:nvSpPr>
          <p:spPr>
            <a:xfrm>
              <a:off x="8160240" y="3501511"/>
              <a:ext cx="111586" cy="10584"/>
            </a:xfrm>
            <a:custGeom>
              <a:avLst/>
              <a:gdLst/>
              <a:ahLst/>
              <a:cxnLst/>
              <a:rect l="l" t="t" r="r" b="b"/>
              <a:pathLst>
                <a:path w="4270" h="405" extrusionOk="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77"/>
            <p:cNvSpPr/>
            <p:nvPr/>
          </p:nvSpPr>
          <p:spPr>
            <a:xfrm>
              <a:off x="8160475" y="3523122"/>
              <a:ext cx="55061" cy="10584"/>
            </a:xfrm>
            <a:custGeom>
              <a:avLst/>
              <a:gdLst/>
              <a:ahLst/>
              <a:cxnLst/>
              <a:rect l="l" t="t" r="r" b="b"/>
              <a:pathLst>
                <a:path w="2107" h="405" extrusionOk="0">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77"/>
            <p:cNvSpPr/>
            <p:nvPr/>
          </p:nvSpPr>
          <p:spPr>
            <a:xfrm>
              <a:off x="8169778" y="3412556"/>
              <a:ext cx="97291" cy="36220"/>
            </a:xfrm>
            <a:custGeom>
              <a:avLst/>
              <a:gdLst/>
              <a:ahLst/>
              <a:cxnLst/>
              <a:rect l="l" t="t" r="r" b="b"/>
              <a:pathLst>
                <a:path w="3723" h="1386" extrusionOk="0">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1" name="Google Shape;15661;p77"/>
          <p:cNvGrpSpPr/>
          <p:nvPr/>
        </p:nvGrpSpPr>
        <p:grpSpPr>
          <a:xfrm>
            <a:off x="6198656" y="3867888"/>
            <a:ext cx="347562" cy="227954"/>
            <a:chOff x="6198656" y="3867888"/>
            <a:chExt cx="347562" cy="227954"/>
          </a:xfrm>
        </p:grpSpPr>
        <p:sp>
          <p:nvSpPr>
            <p:cNvPr id="15662" name="Google Shape;15662;p77"/>
            <p:cNvSpPr/>
            <p:nvPr/>
          </p:nvSpPr>
          <p:spPr>
            <a:xfrm>
              <a:off x="6198656" y="3867888"/>
              <a:ext cx="347562" cy="227954"/>
            </a:xfrm>
            <a:custGeom>
              <a:avLst/>
              <a:gdLst/>
              <a:ahLst/>
              <a:cxnLst/>
              <a:rect l="l" t="t" r="r" b="b"/>
              <a:pathLst>
                <a:path w="13300" h="8723" extrusionOk="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77"/>
            <p:cNvSpPr/>
            <p:nvPr/>
          </p:nvSpPr>
          <p:spPr>
            <a:xfrm>
              <a:off x="6234353" y="3885998"/>
              <a:ext cx="275933" cy="191760"/>
            </a:xfrm>
            <a:custGeom>
              <a:avLst/>
              <a:gdLst/>
              <a:ahLst/>
              <a:cxnLst/>
              <a:rect l="l" t="t" r="r" b="b"/>
              <a:pathLst>
                <a:path w="10559" h="7338" extrusionOk="0">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4" name="Google Shape;15664;p77"/>
            <p:cNvSpPr/>
            <p:nvPr/>
          </p:nvSpPr>
          <p:spPr>
            <a:xfrm>
              <a:off x="6210468" y="3970119"/>
              <a:ext cx="12335" cy="23964"/>
            </a:xfrm>
            <a:custGeom>
              <a:avLst/>
              <a:gdLst/>
              <a:ahLst/>
              <a:cxnLst/>
              <a:rect l="l" t="t" r="r" b="b"/>
              <a:pathLst>
                <a:path w="472" h="917" extrusionOk="0">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5" name="Google Shape;15665;p77"/>
            <p:cNvSpPr/>
            <p:nvPr/>
          </p:nvSpPr>
          <p:spPr>
            <a:xfrm>
              <a:off x="6522333" y="3963899"/>
              <a:ext cx="12073" cy="35958"/>
            </a:xfrm>
            <a:custGeom>
              <a:avLst/>
              <a:gdLst/>
              <a:ahLst/>
              <a:cxnLst/>
              <a:rect l="l" t="t" r="r" b="b"/>
              <a:pathLst>
                <a:path w="462" h="1376" extrusionOk="0">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77"/>
            <p:cNvSpPr/>
            <p:nvPr/>
          </p:nvSpPr>
          <p:spPr>
            <a:xfrm>
              <a:off x="6520321" y="3885998"/>
              <a:ext cx="16098" cy="12073"/>
            </a:xfrm>
            <a:custGeom>
              <a:avLst/>
              <a:gdLst/>
              <a:ahLst/>
              <a:cxnLst/>
              <a:rect l="l" t="t" r="r" b="b"/>
              <a:pathLst>
                <a:path w="616" h="462" extrusionOk="0">
                  <a:moveTo>
                    <a:pt x="308" y="0"/>
                  </a:moveTo>
                  <a:cubicBezTo>
                    <a:pt x="0" y="0"/>
                    <a:pt x="0" y="462"/>
                    <a:pt x="308" y="462"/>
                  </a:cubicBezTo>
                  <a:cubicBezTo>
                    <a:pt x="616" y="462"/>
                    <a:pt x="616" y="0"/>
                    <a:pt x="308" y="0"/>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7" name="Google Shape;15667;p77"/>
            <p:cNvSpPr/>
            <p:nvPr/>
          </p:nvSpPr>
          <p:spPr>
            <a:xfrm>
              <a:off x="6210468" y="3940014"/>
              <a:ext cx="12099" cy="17875"/>
            </a:xfrm>
            <a:custGeom>
              <a:avLst/>
              <a:gdLst/>
              <a:ahLst/>
              <a:cxnLst/>
              <a:rect l="l" t="t" r="r" b="b"/>
              <a:pathLst>
                <a:path w="463" h="684" extrusionOk="0">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8" name="Google Shape;15668;p77"/>
            <p:cNvSpPr/>
            <p:nvPr/>
          </p:nvSpPr>
          <p:spPr>
            <a:xfrm>
              <a:off x="6210468" y="4005842"/>
              <a:ext cx="12099" cy="18136"/>
            </a:xfrm>
            <a:custGeom>
              <a:avLst/>
              <a:gdLst/>
              <a:ahLst/>
              <a:cxnLst/>
              <a:rect l="l" t="t" r="r" b="b"/>
              <a:pathLst>
                <a:path w="463" h="694" extrusionOk="0">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77"/>
            <p:cNvSpPr/>
            <p:nvPr/>
          </p:nvSpPr>
          <p:spPr>
            <a:xfrm>
              <a:off x="6312489" y="3915894"/>
              <a:ext cx="119896" cy="95776"/>
            </a:xfrm>
            <a:custGeom>
              <a:avLst/>
              <a:gdLst/>
              <a:ahLst/>
              <a:cxnLst/>
              <a:rect l="l" t="t" r="r" b="b"/>
              <a:pathLst>
                <a:path w="4588" h="3665" extrusionOk="0">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77"/>
            <p:cNvSpPr/>
            <p:nvPr/>
          </p:nvSpPr>
          <p:spPr>
            <a:xfrm>
              <a:off x="6252437" y="4035764"/>
              <a:ext cx="240001" cy="12073"/>
            </a:xfrm>
            <a:custGeom>
              <a:avLst/>
              <a:gdLst/>
              <a:ahLst/>
              <a:cxnLst/>
              <a:rect l="l" t="t" r="r" b="b"/>
              <a:pathLst>
                <a:path w="9184" h="462" extrusionOk="0">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1" name="Google Shape;15671;p77"/>
            <p:cNvSpPr/>
            <p:nvPr/>
          </p:nvSpPr>
          <p:spPr>
            <a:xfrm>
              <a:off x="6252437" y="4035764"/>
              <a:ext cx="54042" cy="12073"/>
            </a:xfrm>
            <a:custGeom>
              <a:avLst/>
              <a:gdLst/>
              <a:ahLst/>
              <a:cxnLst/>
              <a:rect l="l" t="t" r="r" b="b"/>
              <a:pathLst>
                <a:path w="2068" h="462" extrusionOk="0">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2" name="Google Shape;15672;p77"/>
            <p:cNvSpPr/>
            <p:nvPr/>
          </p:nvSpPr>
          <p:spPr>
            <a:xfrm>
              <a:off x="6294406" y="4029727"/>
              <a:ext cx="24146" cy="24146"/>
            </a:xfrm>
            <a:custGeom>
              <a:avLst/>
              <a:gdLst/>
              <a:ahLst/>
              <a:cxnLst/>
              <a:rect l="l" t="t" r="r" b="b"/>
              <a:pathLst>
                <a:path w="924" h="924" extrusionOk="0">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73" name="Google Shape;15673;p77"/>
          <p:cNvGrpSpPr/>
          <p:nvPr/>
        </p:nvGrpSpPr>
        <p:grpSpPr>
          <a:xfrm>
            <a:off x="5706895" y="3819151"/>
            <a:ext cx="349392" cy="325454"/>
            <a:chOff x="5706895" y="3819151"/>
            <a:chExt cx="349392" cy="325454"/>
          </a:xfrm>
        </p:grpSpPr>
        <p:sp>
          <p:nvSpPr>
            <p:cNvPr id="15674" name="Google Shape;15674;p77"/>
            <p:cNvSpPr/>
            <p:nvPr/>
          </p:nvSpPr>
          <p:spPr>
            <a:xfrm>
              <a:off x="5761172" y="4052332"/>
              <a:ext cx="43484" cy="43511"/>
            </a:xfrm>
            <a:custGeom>
              <a:avLst/>
              <a:gdLst/>
              <a:ahLst/>
              <a:cxnLst/>
              <a:rect l="l" t="t" r="r" b="b"/>
              <a:pathLst>
                <a:path w="1664" h="1665" extrusionOk="0">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77"/>
            <p:cNvSpPr/>
            <p:nvPr/>
          </p:nvSpPr>
          <p:spPr>
            <a:xfrm>
              <a:off x="5903881" y="3938498"/>
              <a:ext cx="101316" cy="86995"/>
            </a:xfrm>
            <a:custGeom>
              <a:avLst/>
              <a:gdLst/>
              <a:ahLst/>
              <a:cxnLst/>
              <a:rect l="l" t="t" r="r" b="b"/>
              <a:pathLst>
                <a:path w="3877" h="3329" extrusionOk="0">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77"/>
            <p:cNvSpPr/>
            <p:nvPr/>
          </p:nvSpPr>
          <p:spPr>
            <a:xfrm>
              <a:off x="5913942" y="3973699"/>
              <a:ext cx="95514" cy="51795"/>
            </a:xfrm>
            <a:custGeom>
              <a:avLst/>
              <a:gdLst/>
              <a:ahLst/>
              <a:cxnLst/>
              <a:rect l="l" t="t" r="r" b="b"/>
              <a:pathLst>
                <a:path w="3655" h="1982" extrusionOk="0">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77"/>
            <p:cNvSpPr/>
            <p:nvPr/>
          </p:nvSpPr>
          <p:spPr>
            <a:xfrm>
              <a:off x="5788297" y="3840998"/>
              <a:ext cx="146525" cy="281891"/>
            </a:xfrm>
            <a:custGeom>
              <a:avLst/>
              <a:gdLst/>
              <a:ahLst/>
              <a:cxnLst/>
              <a:rect l="l" t="t" r="r" b="b"/>
              <a:pathLst>
                <a:path w="5607" h="10787" extrusionOk="0">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77"/>
            <p:cNvSpPr/>
            <p:nvPr/>
          </p:nvSpPr>
          <p:spPr>
            <a:xfrm>
              <a:off x="5788297" y="4009135"/>
              <a:ext cx="146525" cy="113755"/>
            </a:xfrm>
            <a:custGeom>
              <a:avLst/>
              <a:gdLst/>
              <a:ahLst/>
              <a:cxnLst/>
              <a:rect l="l" t="t" r="r" b="b"/>
              <a:pathLst>
                <a:path w="5607" h="4353" extrusionOk="0">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77"/>
            <p:cNvSpPr/>
            <p:nvPr/>
          </p:nvSpPr>
          <p:spPr>
            <a:xfrm>
              <a:off x="5923742" y="3819151"/>
              <a:ext cx="43511" cy="325454"/>
            </a:xfrm>
            <a:custGeom>
              <a:avLst/>
              <a:gdLst/>
              <a:ahLst/>
              <a:cxnLst/>
              <a:rect l="l" t="t" r="r" b="b"/>
              <a:pathLst>
                <a:path w="1665" h="12454" extrusionOk="0">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77"/>
            <p:cNvSpPr/>
            <p:nvPr/>
          </p:nvSpPr>
          <p:spPr>
            <a:xfrm>
              <a:off x="5923742" y="4117428"/>
              <a:ext cx="43511" cy="27178"/>
            </a:xfrm>
            <a:custGeom>
              <a:avLst/>
              <a:gdLst/>
              <a:ahLst/>
              <a:cxnLst/>
              <a:rect l="l" t="t" r="r" b="b"/>
              <a:pathLst>
                <a:path w="1665" h="1040" extrusionOk="0">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77"/>
            <p:cNvSpPr/>
            <p:nvPr/>
          </p:nvSpPr>
          <p:spPr>
            <a:xfrm>
              <a:off x="5706895" y="3933220"/>
              <a:ext cx="43484" cy="97291"/>
            </a:xfrm>
            <a:custGeom>
              <a:avLst/>
              <a:gdLst/>
              <a:ahLst/>
              <a:cxnLst/>
              <a:rect l="l" t="t" r="r" b="b"/>
              <a:pathLst>
                <a:path w="1664" h="3723" extrusionOk="0">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77"/>
            <p:cNvSpPr/>
            <p:nvPr/>
          </p:nvSpPr>
          <p:spPr>
            <a:xfrm>
              <a:off x="5706895" y="3938002"/>
              <a:ext cx="43484" cy="92509"/>
            </a:xfrm>
            <a:custGeom>
              <a:avLst/>
              <a:gdLst/>
              <a:ahLst/>
              <a:cxnLst/>
              <a:rect l="l" t="t" r="r" b="b"/>
              <a:pathLst>
                <a:path w="1664" h="3540" extrusionOk="0">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3" name="Google Shape;15683;p77"/>
            <p:cNvSpPr/>
            <p:nvPr/>
          </p:nvSpPr>
          <p:spPr>
            <a:xfrm>
              <a:off x="5744839" y="3932985"/>
              <a:ext cx="54303" cy="97762"/>
            </a:xfrm>
            <a:custGeom>
              <a:avLst/>
              <a:gdLst/>
              <a:ahLst/>
              <a:cxnLst/>
              <a:rect l="l" t="t" r="r" b="b"/>
              <a:pathLst>
                <a:path w="2078" h="3741" extrusionOk="0">
                  <a:moveTo>
                    <a:pt x="0" y="0"/>
                  </a:moveTo>
                  <a:lnTo>
                    <a:pt x="0" y="3741"/>
                  </a:lnTo>
                  <a:lnTo>
                    <a:pt x="2077" y="3741"/>
                  </a:lnTo>
                  <a:lnTo>
                    <a:pt x="2077" y="0"/>
                  </a:ln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4" name="Google Shape;15684;p77"/>
            <p:cNvSpPr/>
            <p:nvPr/>
          </p:nvSpPr>
          <p:spPr>
            <a:xfrm>
              <a:off x="5744839" y="4014387"/>
              <a:ext cx="54303" cy="16359"/>
            </a:xfrm>
            <a:custGeom>
              <a:avLst/>
              <a:gdLst/>
              <a:ahLst/>
              <a:cxnLst/>
              <a:rect l="l" t="t" r="r" b="b"/>
              <a:pathLst>
                <a:path w="2078" h="626" extrusionOk="0">
                  <a:moveTo>
                    <a:pt x="0" y="1"/>
                  </a:moveTo>
                  <a:lnTo>
                    <a:pt x="0" y="626"/>
                  </a:lnTo>
                  <a:lnTo>
                    <a:pt x="2077" y="626"/>
                  </a:lnTo>
                  <a:lnTo>
                    <a:pt x="2077"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77"/>
            <p:cNvSpPr/>
            <p:nvPr/>
          </p:nvSpPr>
          <p:spPr>
            <a:xfrm>
              <a:off x="5744839" y="4030720"/>
              <a:ext cx="54539" cy="86734"/>
            </a:xfrm>
            <a:custGeom>
              <a:avLst/>
              <a:gdLst/>
              <a:ahLst/>
              <a:cxnLst/>
              <a:rect l="l" t="t" r="r" b="b"/>
              <a:pathLst>
                <a:path w="2087" h="3319" extrusionOk="0">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77"/>
            <p:cNvSpPr/>
            <p:nvPr/>
          </p:nvSpPr>
          <p:spPr>
            <a:xfrm>
              <a:off x="6025528" y="3976443"/>
              <a:ext cx="30758" cy="10871"/>
            </a:xfrm>
            <a:custGeom>
              <a:avLst/>
              <a:gdLst/>
              <a:ahLst/>
              <a:cxnLst/>
              <a:rect l="l" t="t" r="r" b="b"/>
              <a:pathLst>
                <a:path w="1177" h="416" extrusionOk="0">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77"/>
            <p:cNvSpPr/>
            <p:nvPr/>
          </p:nvSpPr>
          <p:spPr>
            <a:xfrm>
              <a:off x="6004675" y="3914718"/>
              <a:ext cx="26786" cy="22814"/>
            </a:xfrm>
            <a:custGeom>
              <a:avLst/>
              <a:gdLst/>
              <a:ahLst/>
              <a:cxnLst/>
              <a:rect l="l" t="t" r="r" b="b"/>
              <a:pathLst>
                <a:path w="1025" h="873" extrusionOk="0">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77"/>
            <p:cNvSpPr/>
            <p:nvPr/>
          </p:nvSpPr>
          <p:spPr>
            <a:xfrm>
              <a:off x="6003368" y="4025886"/>
              <a:ext cx="26943" cy="22709"/>
            </a:xfrm>
            <a:custGeom>
              <a:avLst/>
              <a:gdLst/>
              <a:ahLst/>
              <a:cxnLst/>
              <a:rect l="l" t="t" r="r" b="b"/>
              <a:pathLst>
                <a:path w="1031" h="869" extrusionOk="0">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9" name="Google Shape;15689;p77"/>
          <p:cNvGrpSpPr/>
          <p:nvPr/>
        </p:nvGrpSpPr>
        <p:grpSpPr>
          <a:xfrm>
            <a:off x="7648618" y="3340744"/>
            <a:ext cx="97265" cy="360393"/>
            <a:chOff x="7648618" y="3340744"/>
            <a:chExt cx="97265" cy="360393"/>
          </a:xfrm>
        </p:grpSpPr>
        <p:sp>
          <p:nvSpPr>
            <p:cNvPr id="15690" name="Google Shape;15690;p77"/>
            <p:cNvSpPr/>
            <p:nvPr/>
          </p:nvSpPr>
          <p:spPr>
            <a:xfrm>
              <a:off x="7648618" y="3340744"/>
              <a:ext cx="97265" cy="307057"/>
            </a:xfrm>
            <a:custGeom>
              <a:avLst/>
              <a:gdLst/>
              <a:ahLst/>
              <a:cxnLst/>
              <a:rect l="l" t="t" r="r" b="b"/>
              <a:pathLst>
                <a:path w="3722" h="11750" extrusionOk="0">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77"/>
            <p:cNvSpPr/>
            <p:nvPr/>
          </p:nvSpPr>
          <p:spPr>
            <a:xfrm>
              <a:off x="7672477" y="3346467"/>
              <a:ext cx="73406" cy="284740"/>
            </a:xfrm>
            <a:custGeom>
              <a:avLst/>
              <a:gdLst/>
              <a:ahLst/>
              <a:cxnLst/>
              <a:rect l="l" t="t" r="r" b="b"/>
              <a:pathLst>
                <a:path w="2809" h="10896" extrusionOk="0">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77"/>
            <p:cNvSpPr/>
            <p:nvPr/>
          </p:nvSpPr>
          <p:spPr>
            <a:xfrm>
              <a:off x="7656562" y="3376571"/>
              <a:ext cx="80018" cy="324566"/>
            </a:xfrm>
            <a:custGeom>
              <a:avLst/>
              <a:gdLst/>
              <a:ahLst/>
              <a:cxnLst/>
              <a:rect l="l" t="t" r="r" b="b"/>
              <a:pathLst>
                <a:path w="3062" h="12420" extrusionOk="0">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93" name="Google Shape;15693;p77"/>
          <p:cNvGrpSpPr/>
          <p:nvPr/>
        </p:nvGrpSpPr>
        <p:grpSpPr>
          <a:xfrm>
            <a:off x="7164356" y="3790667"/>
            <a:ext cx="385507" cy="382501"/>
            <a:chOff x="7164356" y="3790667"/>
            <a:chExt cx="385507" cy="382501"/>
          </a:xfrm>
        </p:grpSpPr>
        <p:sp>
          <p:nvSpPr>
            <p:cNvPr id="15694" name="Google Shape;15694;p77"/>
            <p:cNvSpPr/>
            <p:nvPr/>
          </p:nvSpPr>
          <p:spPr>
            <a:xfrm>
              <a:off x="7241526" y="3981983"/>
              <a:ext cx="114852" cy="114852"/>
            </a:xfrm>
            <a:custGeom>
              <a:avLst/>
              <a:gdLst/>
              <a:ahLst/>
              <a:cxnLst/>
              <a:rect l="l" t="t" r="r" b="b"/>
              <a:pathLst>
                <a:path w="4395" h="4395" extrusionOk="0">
                  <a:moveTo>
                    <a:pt x="1212" y="0"/>
                  </a:moveTo>
                  <a:lnTo>
                    <a:pt x="0" y="1202"/>
                  </a:lnTo>
                  <a:lnTo>
                    <a:pt x="3183" y="4395"/>
                  </a:lnTo>
                  <a:lnTo>
                    <a:pt x="4395" y="3183"/>
                  </a:lnTo>
                  <a:lnTo>
                    <a:pt x="1212"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5" name="Google Shape;15695;p77"/>
            <p:cNvSpPr/>
            <p:nvPr/>
          </p:nvSpPr>
          <p:spPr>
            <a:xfrm>
              <a:off x="7247536" y="3984988"/>
              <a:ext cx="56838" cy="56577"/>
            </a:xfrm>
            <a:custGeom>
              <a:avLst/>
              <a:gdLst/>
              <a:ahLst/>
              <a:cxnLst/>
              <a:rect l="l" t="t" r="r" b="b"/>
              <a:pathLst>
                <a:path w="2175" h="2165" extrusionOk="0">
                  <a:moveTo>
                    <a:pt x="1097" y="1"/>
                  </a:moveTo>
                  <a:lnTo>
                    <a:pt x="1" y="1328"/>
                  </a:lnTo>
                  <a:lnTo>
                    <a:pt x="847" y="2164"/>
                  </a:lnTo>
                  <a:lnTo>
                    <a:pt x="2174" y="1078"/>
                  </a:lnTo>
                  <a:lnTo>
                    <a:pt x="1097"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6" name="Google Shape;15696;p77"/>
            <p:cNvSpPr/>
            <p:nvPr/>
          </p:nvSpPr>
          <p:spPr>
            <a:xfrm>
              <a:off x="7296561" y="4033987"/>
              <a:ext cx="56812" cy="56838"/>
            </a:xfrm>
            <a:custGeom>
              <a:avLst/>
              <a:gdLst/>
              <a:ahLst/>
              <a:cxnLst/>
              <a:rect l="l" t="t" r="r" b="b"/>
              <a:pathLst>
                <a:path w="2174" h="2175" extrusionOk="0">
                  <a:moveTo>
                    <a:pt x="1096" y="1"/>
                  </a:moveTo>
                  <a:lnTo>
                    <a:pt x="0" y="1328"/>
                  </a:lnTo>
                  <a:lnTo>
                    <a:pt x="846" y="2174"/>
                  </a:lnTo>
                  <a:lnTo>
                    <a:pt x="2173" y="1078"/>
                  </a:lnTo>
                  <a:lnTo>
                    <a:pt x="109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7" name="Google Shape;15697;p77"/>
            <p:cNvSpPr/>
            <p:nvPr/>
          </p:nvSpPr>
          <p:spPr>
            <a:xfrm>
              <a:off x="7445307" y="3826468"/>
              <a:ext cx="68859" cy="64312"/>
            </a:xfrm>
            <a:custGeom>
              <a:avLst/>
              <a:gdLst/>
              <a:ahLst/>
              <a:cxnLst/>
              <a:rect l="l" t="t" r="r" b="b"/>
              <a:pathLst>
                <a:path w="2635" h="2461" extrusionOk="0">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77"/>
            <p:cNvSpPr/>
            <p:nvPr/>
          </p:nvSpPr>
          <p:spPr>
            <a:xfrm>
              <a:off x="7423957" y="3793097"/>
              <a:ext cx="33789" cy="83363"/>
            </a:xfrm>
            <a:custGeom>
              <a:avLst/>
              <a:gdLst/>
              <a:ahLst/>
              <a:cxnLst/>
              <a:rect l="l" t="t" r="r" b="b"/>
              <a:pathLst>
                <a:path w="1293" h="3190" extrusionOk="0">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77"/>
            <p:cNvSpPr/>
            <p:nvPr/>
          </p:nvSpPr>
          <p:spPr>
            <a:xfrm>
              <a:off x="7378852" y="3790667"/>
              <a:ext cx="35331" cy="82788"/>
            </a:xfrm>
            <a:custGeom>
              <a:avLst/>
              <a:gdLst/>
              <a:ahLst/>
              <a:cxnLst/>
              <a:rect l="l" t="t" r="r" b="b"/>
              <a:pathLst>
                <a:path w="1352" h="3168" extrusionOk="0">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0" name="Google Shape;15700;p77"/>
            <p:cNvSpPr/>
            <p:nvPr/>
          </p:nvSpPr>
          <p:spPr>
            <a:xfrm>
              <a:off x="7459392" y="3881477"/>
              <a:ext cx="88354" cy="32169"/>
            </a:xfrm>
            <a:custGeom>
              <a:avLst/>
              <a:gdLst/>
              <a:ahLst/>
              <a:cxnLst/>
              <a:rect l="l" t="t" r="r" b="b"/>
              <a:pathLst>
                <a:path w="3381" h="1231" extrusionOk="0">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1" name="Google Shape;15701;p77"/>
            <p:cNvSpPr/>
            <p:nvPr/>
          </p:nvSpPr>
          <p:spPr>
            <a:xfrm>
              <a:off x="7462084" y="3924883"/>
              <a:ext cx="87779" cy="33502"/>
            </a:xfrm>
            <a:custGeom>
              <a:avLst/>
              <a:gdLst/>
              <a:ahLst/>
              <a:cxnLst/>
              <a:rect l="l" t="t" r="r" b="b"/>
              <a:pathLst>
                <a:path w="3359" h="1282" extrusionOk="0">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77"/>
            <p:cNvSpPr/>
            <p:nvPr/>
          </p:nvSpPr>
          <p:spPr>
            <a:xfrm>
              <a:off x="7325202" y="3850406"/>
              <a:ext cx="74399" cy="66167"/>
            </a:xfrm>
            <a:custGeom>
              <a:avLst/>
              <a:gdLst/>
              <a:ahLst/>
              <a:cxnLst/>
              <a:rect l="l" t="t" r="r" b="b"/>
              <a:pathLst>
                <a:path w="2847" h="2532" extrusionOk="0">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77"/>
            <p:cNvSpPr/>
            <p:nvPr/>
          </p:nvSpPr>
          <p:spPr>
            <a:xfrm>
              <a:off x="7309627" y="3852392"/>
              <a:ext cx="84460" cy="83885"/>
            </a:xfrm>
            <a:custGeom>
              <a:avLst/>
              <a:gdLst/>
              <a:ahLst/>
              <a:cxnLst/>
              <a:rect l="l" t="t" r="r" b="b"/>
              <a:pathLst>
                <a:path w="3232" h="3210" extrusionOk="0">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77"/>
            <p:cNvSpPr/>
            <p:nvPr/>
          </p:nvSpPr>
          <p:spPr>
            <a:xfrm>
              <a:off x="7309627" y="3859604"/>
              <a:ext cx="76647" cy="76673"/>
            </a:xfrm>
            <a:custGeom>
              <a:avLst/>
              <a:gdLst/>
              <a:ahLst/>
              <a:cxnLst/>
              <a:rect l="l" t="t" r="r" b="b"/>
              <a:pathLst>
                <a:path w="2933" h="2934" extrusionOk="0">
                  <a:moveTo>
                    <a:pt x="577" y="0"/>
                  </a:moveTo>
                  <a:lnTo>
                    <a:pt x="0" y="587"/>
                  </a:lnTo>
                  <a:lnTo>
                    <a:pt x="2346" y="2933"/>
                  </a:lnTo>
                  <a:lnTo>
                    <a:pt x="2933" y="2347"/>
                  </a:lnTo>
                  <a:lnTo>
                    <a:pt x="577"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77"/>
            <p:cNvSpPr/>
            <p:nvPr/>
          </p:nvSpPr>
          <p:spPr>
            <a:xfrm>
              <a:off x="7187980" y="3869927"/>
              <a:ext cx="188755" cy="187971"/>
            </a:xfrm>
            <a:custGeom>
              <a:avLst/>
              <a:gdLst/>
              <a:ahLst/>
              <a:cxnLst/>
              <a:rect l="l" t="t" r="r" b="b"/>
              <a:pathLst>
                <a:path w="7223" h="7193" extrusionOk="0">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77"/>
            <p:cNvSpPr/>
            <p:nvPr/>
          </p:nvSpPr>
          <p:spPr>
            <a:xfrm>
              <a:off x="7187980" y="3922924"/>
              <a:ext cx="188755" cy="134974"/>
            </a:xfrm>
            <a:custGeom>
              <a:avLst/>
              <a:gdLst/>
              <a:ahLst/>
              <a:cxnLst/>
              <a:rect l="l" t="t" r="r" b="b"/>
              <a:pathLst>
                <a:path w="7223" h="5165" extrusionOk="0">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77"/>
            <p:cNvSpPr/>
            <p:nvPr/>
          </p:nvSpPr>
          <p:spPr>
            <a:xfrm>
              <a:off x="7164356" y="4005215"/>
              <a:ext cx="76934" cy="75680"/>
            </a:xfrm>
            <a:custGeom>
              <a:avLst/>
              <a:gdLst/>
              <a:ahLst/>
              <a:cxnLst/>
              <a:rect l="l" t="t" r="r" b="b"/>
              <a:pathLst>
                <a:path w="2944" h="2896" extrusionOk="0">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77"/>
            <p:cNvSpPr/>
            <p:nvPr/>
          </p:nvSpPr>
          <p:spPr>
            <a:xfrm>
              <a:off x="7164356" y="4015406"/>
              <a:ext cx="66115" cy="65488"/>
            </a:xfrm>
            <a:custGeom>
              <a:avLst/>
              <a:gdLst/>
              <a:ahLst/>
              <a:cxnLst/>
              <a:rect l="l" t="t" r="r" b="b"/>
              <a:pathLst>
                <a:path w="2530" h="2506" extrusionOk="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9" name="Google Shape;15709;p77"/>
            <p:cNvSpPr/>
            <p:nvPr/>
          </p:nvSpPr>
          <p:spPr>
            <a:xfrm>
              <a:off x="7217379" y="3915580"/>
              <a:ext cx="86211" cy="94835"/>
            </a:xfrm>
            <a:custGeom>
              <a:avLst/>
              <a:gdLst/>
              <a:ahLst/>
              <a:cxnLst/>
              <a:rect l="l" t="t" r="r" b="b"/>
              <a:pathLst>
                <a:path w="3299" h="3629" extrusionOk="0">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0" name="Google Shape;15710;p77"/>
            <p:cNvSpPr/>
            <p:nvPr/>
          </p:nvSpPr>
          <p:spPr>
            <a:xfrm>
              <a:off x="7417424" y="3942732"/>
              <a:ext cx="74661" cy="66220"/>
            </a:xfrm>
            <a:custGeom>
              <a:avLst/>
              <a:gdLst/>
              <a:ahLst/>
              <a:cxnLst/>
              <a:rect l="l" t="t" r="r" b="b"/>
              <a:pathLst>
                <a:path w="2857" h="2534" extrusionOk="0">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77"/>
            <p:cNvSpPr/>
            <p:nvPr/>
          </p:nvSpPr>
          <p:spPr>
            <a:xfrm>
              <a:off x="7402084" y="3944666"/>
              <a:ext cx="84460" cy="84094"/>
            </a:xfrm>
            <a:custGeom>
              <a:avLst/>
              <a:gdLst/>
              <a:ahLst/>
              <a:cxnLst/>
              <a:rect l="l" t="t" r="r" b="b"/>
              <a:pathLst>
                <a:path w="3232" h="3218" extrusionOk="0">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77"/>
            <p:cNvSpPr/>
            <p:nvPr/>
          </p:nvSpPr>
          <p:spPr>
            <a:xfrm>
              <a:off x="7402084" y="3952087"/>
              <a:ext cx="76438" cy="76673"/>
            </a:xfrm>
            <a:custGeom>
              <a:avLst/>
              <a:gdLst/>
              <a:ahLst/>
              <a:cxnLst/>
              <a:rect l="l" t="t" r="r" b="b"/>
              <a:pathLst>
                <a:path w="2925" h="2934" extrusionOk="0">
                  <a:moveTo>
                    <a:pt x="578" y="0"/>
                  </a:moveTo>
                  <a:lnTo>
                    <a:pt x="1" y="577"/>
                  </a:lnTo>
                  <a:lnTo>
                    <a:pt x="2347" y="2933"/>
                  </a:lnTo>
                  <a:lnTo>
                    <a:pt x="2924" y="2346"/>
                  </a:lnTo>
                  <a:lnTo>
                    <a:pt x="578"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77"/>
            <p:cNvSpPr/>
            <p:nvPr/>
          </p:nvSpPr>
          <p:spPr>
            <a:xfrm>
              <a:off x="7280202" y="3962279"/>
              <a:ext cx="189016" cy="188102"/>
            </a:xfrm>
            <a:custGeom>
              <a:avLst/>
              <a:gdLst/>
              <a:ahLst/>
              <a:cxnLst/>
              <a:rect l="l" t="t" r="r" b="b"/>
              <a:pathLst>
                <a:path w="7233" h="7198" extrusionOk="0">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77"/>
            <p:cNvSpPr/>
            <p:nvPr/>
          </p:nvSpPr>
          <p:spPr>
            <a:xfrm>
              <a:off x="7280202" y="4015406"/>
              <a:ext cx="188755" cy="134974"/>
            </a:xfrm>
            <a:custGeom>
              <a:avLst/>
              <a:gdLst/>
              <a:ahLst/>
              <a:cxnLst/>
              <a:rect l="l" t="t" r="r" b="b"/>
              <a:pathLst>
                <a:path w="7223" h="5165" extrusionOk="0">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77"/>
            <p:cNvSpPr/>
            <p:nvPr/>
          </p:nvSpPr>
          <p:spPr>
            <a:xfrm>
              <a:off x="7256839" y="4097698"/>
              <a:ext cx="76673" cy="75471"/>
            </a:xfrm>
            <a:custGeom>
              <a:avLst/>
              <a:gdLst/>
              <a:ahLst/>
              <a:cxnLst/>
              <a:rect l="l" t="t" r="r" b="b"/>
              <a:pathLst>
                <a:path w="2934" h="2888" extrusionOk="0">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6" name="Google Shape;15716;p77"/>
            <p:cNvSpPr/>
            <p:nvPr/>
          </p:nvSpPr>
          <p:spPr>
            <a:xfrm>
              <a:off x="7256839" y="4107628"/>
              <a:ext cx="66115" cy="65540"/>
            </a:xfrm>
            <a:custGeom>
              <a:avLst/>
              <a:gdLst/>
              <a:ahLst/>
              <a:cxnLst/>
              <a:rect l="l" t="t" r="r" b="b"/>
              <a:pathLst>
                <a:path w="2530" h="2508" extrusionOk="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7" name="Google Shape;15717;p77"/>
            <p:cNvSpPr/>
            <p:nvPr/>
          </p:nvSpPr>
          <p:spPr>
            <a:xfrm>
              <a:off x="7309862" y="4008011"/>
              <a:ext cx="86002" cy="94626"/>
            </a:xfrm>
            <a:custGeom>
              <a:avLst/>
              <a:gdLst/>
              <a:ahLst/>
              <a:cxnLst/>
              <a:rect l="l" t="t" r="r" b="b"/>
              <a:pathLst>
                <a:path w="3291" h="3621" extrusionOk="0">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8" name="Google Shape;15718;p77"/>
          <p:cNvGrpSpPr/>
          <p:nvPr/>
        </p:nvGrpSpPr>
        <p:grpSpPr>
          <a:xfrm>
            <a:off x="6670400" y="3826468"/>
            <a:ext cx="387911" cy="310846"/>
            <a:chOff x="6670400" y="3826468"/>
            <a:chExt cx="387911" cy="310846"/>
          </a:xfrm>
        </p:grpSpPr>
        <p:sp>
          <p:nvSpPr>
            <p:cNvPr id="15719" name="Google Shape;15719;p77"/>
            <p:cNvSpPr/>
            <p:nvPr/>
          </p:nvSpPr>
          <p:spPr>
            <a:xfrm>
              <a:off x="6732648" y="3971687"/>
              <a:ext cx="263625" cy="165628"/>
            </a:xfrm>
            <a:custGeom>
              <a:avLst/>
              <a:gdLst/>
              <a:ahLst/>
              <a:cxnLst/>
              <a:rect l="l" t="t" r="r" b="b"/>
              <a:pathLst>
                <a:path w="10088" h="6338" extrusionOk="0">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77"/>
            <p:cNvSpPr/>
            <p:nvPr/>
          </p:nvSpPr>
          <p:spPr>
            <a:xfrm>
              <a:off x="6980175" y="3971687"/>
              <a:ext cx="16098" cy="145271"/>
            </a:xfrm>
            <a:custGeom>
              <a:avLst/>
              <a:gdLst/>
              <a:ahLst/>
              <a:cxnLst/>
              <a:rect l="l" t="t" r="r" b="b"/>
              <a:pathLst>
                <a:path w="616" h="5559" extrusionOk="0">
                  <a:moveTo>
                    <a:pt x="0" y="0"/>
                  </a:moveTo>
                  <a:lnTo>
                    <a:pt x="0" y="5558"/>
                  </a:lnTo>
                  <a:cubicBezTo>
                    <a:pt x="395" y="5347"/>
                    <a:pt x="616" y="5106"/>
                    <a:pt x="616" y="4847"/>
                  </a:cubicBezTo>
                  <a:lnTo>
                    <a:pt x="61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77"/>
            <p:cNvSpPr/>
            <p:nvPr/>
          </p:nvSpPr>
          <p:spPr>
            <a:xfrm>
              <a:off x="6858789" y="3989823"/>
              <a:ext cx="11342" cy="147492"/>
            </a:xfrm>
            <a:custGeom>
              <a:avLst/>
              <a:gdLst/>
              <a:ahLst/>
              <a:cxnLst/>
              <a:rect l="l" t="t" r="r" b="b"/>
              <a:pathLst>
                <a:path w="434" h="5644" extrusionOk="0">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2" name="Google Shape;15722;p77"/>
            <p:cNvSpPr/>
            <p:nvPr/>
          </p:nvSpPr>
          <p:spPr>
            <a:xfrm>
              <a:off x="6772108" y="3989770"/>
              <a:ext cx="11342" cy="72910"/>
            </a:xfrm>
            <a:custGeom>
              <a:avLst/>
              <a:gdLst/>
              <a:ahLst/>
              <a:cxnLst/>
              <a:rect l="l" t="t" r="r" b="b"/>
              <a:pathLst>
                <a:path w="434" h="2790" extrusionOk="0">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3" name="Google Shape;15723;p77"/>
            <p:cNvSpPr/>
            <p:nvPr/>
          </p:nvSpPr>
          <p:spPr>
            <a:xfrm>
              <a:off x="6772108" y="4074701"/>
              <a:ext cx="11342" cy="54303"/>
            </a:xfrm>
            <a:custGeom>
              <a:avLst/>
              <a:gdLst/>
              <a:ahLst/>
              <a:cxnLst/>
              <a:rect l="l" t="t" r="r" b="b"/>
              <a:pathLst>
                <a:path w="434" h="2078" extrusionOk="0">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77"/>
            <p:cNvSpPr/>
            <p:nvPr/>
          </p:nvSpPr>
          <p:spPr>
            <a:xfrm>
              <a:off x="6945235" y="3989823"/>
              <a:ext cx="11342" cy="139182"/>
            </a:xfrm>
            <a:custGeom>
              <a:avLst/>
              <a:gdLst/>
              <a:ahLst/>
              <a:cxnLst/>
              <a:rect l="l" t="t" r="r" b="b"/>
              <a:pathLst>
                <a:path w="434" h="5326" extrusionOk="0">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77"/>
            <p:cNvSpPr/>
            <p:nvPr/>
          </p:nvSpPr>
          <p:spPr>
            <a:xfrm>
              <a:off x="6732412" y="3961887"/>
              <a:ext cx="263860" cy="63084"/>
            </a:xfrm>
            <a:custGeom>
              <a:avLst/>
              <a:gdLst/>
              <a:ahLst/>
              <a:cxnLst/>
              <a:rect l="l" t="t" r="r" b="b"/>
              <a:pathLst>
                <a:path w="10097" h="2414" extrusionOk="0">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77"/>
            <p:cNvSpPr/>
            <p:nvPr/>
          </p:nvSpPr>
          <p:spPr>
            <a:xfrm>
              <a:off x="6980175" y="3961887"/>
              <a:ext cx="16098" cy="42727"/>
            </a:xfrm>
            <a:custGeom>
              <a:avLst/>
              <a:gdLst/>
              <a:ahLst/>
              <a:cxnLst/>
              <a:rect l="l" t="t" r="r" b="b"/>
              <a:pathLst>
                <a:path w="616" h="1635" extrusionOk="0">
                  <a:moveTo>
                    <a:pt x="0" y="0"/>
                  </a:moveTo>
                  <a:lnTo>
                    <a:pt x="0" y="1635"/>
                  </a:lnTo>
                  <a:cubicBezTo>
                    <a:pt x="395" y="1423"/>
                    <a:pt x="616" y="1183"/>
                    <a:pt x="616" y="933"/>
                  </a:cubicBezTo>
                  <a:lnTo>
                    <a:pt x="616" y="0"/>
                  </a:ln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77"/>
            <p:cNvSpPr/>
            <p:nvPr/>
          </p:nvSpPr>
          <p:spPr>
            <a:xfrm>
              <a:off x="6732412" y="3922924"/>
              <a:ext cx="263860" cy="77692"/>
            </a:xfrm>
            <a:custGeom>
              <a:avLst/>
              <a:gdLst/>
              <a:ahLst/>
              <a:cxnLst/>
              <a:rect l="l" t="t" r="r" b="b"/>
              <a:pathLst>
                <a:path w="10097" h="2973" extrusionOk="0">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77"/>
            <p:cNvSpPr/>
            <p:nvPr/>
          </p:nvSpPr>
          <p:spPr>
            <a:xfrm>
              <a:off x="6843475" y="3922924"/>
              <a:ext cx="152797" cy="77692"/>
            </a:xfrm>
            <a:custGeom>
              <a:avLst/>
              <a:gdLst/>
              <a:ahLst/>
              <a:cxnLst/>
              <a:rect l="l" t="t" r="r" b="b"/>
              <a:pathLst>
                <a:path w="5847" h="2973" extrusionOk="0">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77"/>
            <p:cNvSpPr/>
            <p:nvPr/>
          </p:nvSpPr>
          <p:spPr>
            <a:xfrm>
              <a:off x="6884190" y="3826678"/>
              <a:ext cx="131708" cy="127448"/>
            </a:xfrm>
            <a:custGeom>
              <a:avLst/>
              <a:gdLst/>
              <a:ahLst/>
              <a:cxnLst/>
              <a:rect l="l" t="t" r="r" b="b"/>
              <a:pathLst>
                <a:path w="5040" h="4877" extrusionOk="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77"/>
            <p:cNvSpPr/>
            <p:nvPr/>
          </p:nvSpPr>
          <p:spPr>
            <a:xfrm>
              <a:off x="6878153" y="3942026"/>
              <a:ext cx="19861" cy="19887"/>
            </a:xfrm>
            <a:custGeom>
              <a:avLst/>
              <a:gdLst/>
              <a:ahLst/>
              <a:cxnLst/>
              <a:rect l="l" t="t" r="r" b="b"/>
              <a:pathLst>
                <a:path w="760" h="761" extrusionOk="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77"/>
            <p:cNvSpPr/>
            <p:nvPr/>
          </p:nvSpPr>
          <p:spPr>
            <a:xfrm>
              <a:off x="6712996" y="3826468"/>
              <a:ext cx="131499" cy="127657"/>
            </a:xfrm>
            <a:custGeom>
              <a:avLst/>
              <a:gdLst/>
              <a:ahLst/>
              <a:cxnLst/>
              <a:rect l="l" t="t" r="r" b="b"/>
              <a:pathLst>
                <a:path w="5032" h="4885" extrusionOk="0">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2" name="Google Shape;15732;p77"/>
            <p:cNvSpPr/>
            <p:nvPr/>
          </p:nvSpPr>
          <p:spPr>
            <a:xfrm>
              <a:off x="6830906" y="3942026"/>
              <a:ext cx="19626" cy="19887"/>
            </a:xfrm>
            <a:custGeom>
              <a:avLst/>
              <a:gdLst/>
              <a:ahLst/>
              <a:cxnLst/>
              <a:rect l="l" t="t" r="r" b="b"/>
              <a:pathLst>
                <a:path w="751" h="761" extrusionOk="0">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3" name="Google Shape;15733;p77"/>
            <p:cNvSpPr/>
            <p:nvPr/>
          </p:nvSpPr>
          <p:spPr>
            <a:xfrm>
              <a:off x="6706933" y="3869822"/>
              <a:ext cx="45601" cy="58903"/>
            </a:xfrm>
            <a:custGeom>
              <a:avLst/>
              <a:gdLst/>
              <a:ahLst/>
              <a:cxnLst/>
              <a:rect l="l" t="t" r="r" b="b"/>
              <a:pathLst>
                <a:path w="1745" h="2254" extrusionOk="0">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4" name="Google Shape;15734;p77"/>
            <p:cNvSpPr/>
            <p:nvPr/>
          </p:nvSpPr>
          <p:spPr>
            <a:xfrm>
              <a:off x="6670400" y="3912653"/>
              <a:ext cx="65201" cy="31673"/>
            </a:xfrm>
            <a:custGeom>
              <a:avLst/>
              <a:gdLst/>
              <a:ahLst/>
              <a:cxnLst/>
              <a:rect l="l" t="t" r="r" b="b"/>
              <a:pathLst>
                <a:path w="2495" h="1212" extrusionOk="0">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5" name="Google Shape;15735;p77"/>
            <p:cNvSpPr/>
            <p:nvPr/>
          </p:nvSpPr>
          <p:spPr>
            <a:xfrm>
              <a:off x="6976412" y="3869822"/>
              <a:ext cx="45340" cy="58903"/>
            </a:xfrm>
            <a:custGeom>
              <a:avLst/>
              <a:gdLst/>
              <a:ahLst/>
              <a:cxnLst/>
              <a:rect l="l" t="t" r="r" b="b"/>
              <a:pathLst>
                <a:path w="1735" h="2254" extrusionOk="0">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6" name="Google Shape;15736;p77"/>
            <p:cNvSpPr/>
            <p:nvPr/>
          </p:nvSpPr>
          <p:spPr>
            <a:xfrm>
              <a:off x="6993084" y="3912653"/>
              <a:ext cx="65227" cy="31673"/>
            </a:xfrm>
            <a:custGeom>
              <a:avLst/>
              <a:gdLst/>
              <a:ahLst/>
              <a:cxnLst/>
              <a:rect l="l" t="t" r="r" b="b"/>
              <a:pathLst>
                <a:path w="2496" h="1212" extrusionOk="0">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7" name="Google Shape;15737;p77"/>
          <p:cNvGrpSpPr/>
          <p:nvPr/>
        </p:nvGrpSpPr>
        <p:grpSpPr>
          <a:xfrm>
            <a:off x="7662181" y="3803446"/>
            <a:ext cx="302823" cy="360498"/>
            <a:chOff x="7662181" y="3803446"/>
            <a:chExt cx="302823" cy="360498"/>
          </a:xfrm>
        </p:grpSpPr>
        <p:sp>
          <p:nvSpPr>
            <p:cNvPr id="15738" name="Google Shape;15738;p77"/>
            <p:cNvSpPr/>
            <p:nvPr/>
          </p:nvSpPr>
          <p:spPr>
            <a:xfrm>
              <a:off x="7801388" y="4144161"/>
              <a:ext cx="22683" cy="19782"/>
            </a:xfrm>
            <a:custGeom>
              <a:avLst/>
              <a:gdLst/>
              <a:ahLst/>
              <a:cxnLst/>
              <a:rect l="l" t="t" r="r" b="b"/>
              <a:pathLst>
                <a:path w="868" h="757" extrusionOk="0">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9" name="Google Shape;15739;p77"/>
            <p:cNvSpPr/>
            <p:nvPr/>
          </p:nvSpPr>
          <p:spPr>
            <a:xfrm>
              <a:off x="7662181" y="4059283"/>
              <a:ext cx="199286" cy="89399"/>
            </a:xfrm>
            <a:custGeom>
              <a:avLst/>
              <a:gdLst/>
              <a:ahLst/>
              <a:cxnLst/>
              <a:rect l="l" t="t" r="r" b="b"/>
              <a:pathLst>
                <a:path w="7626" h="3421" extrusionOk="0">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0" name="Google Shape;15740;p77"/>
            <p:cNvSpPr/>
            <p:nvPr/>
          </p:nvSpPr>
          <p:spPr>
            <a:xfrm>
              <a:off x="7673731" y="4032497"/>
              <a:ext cx="55819" cy="55401"/>
            </a:xfrm>
            <a:custGeom>
              <a:avLst/>
              <a:gdLst/>
              <a:ahLst/>
              <a:cxnLst/>
              <a:rect l="l" t="t" r="r" b="b"/>
              <a:pathLst>
                <a:path w="2136" h="2120" extrusionOk="0">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1" name="Google Shape;15741;p77"/>
            <p:cNvSpPr/>
            <p:nvPr/>
          </p:nvSpPr>
          <p:spPr>
            <a:xfrm>
              <a:off x="7680264" y="4043055"/>
              <a:ext cx="49286" cy="44948"/>
            </a:xfrm>
            <a:custGeom>
              <a:avLst/>
              <a:gdLst/>
              <a:ahLst/>
              <a:cxnLst/>
              <a:rect l="l" t="t" r="r" b="b"/>
              <a:pathLst>
                <a:path w="1886" h="1720" extrusionOk="0">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2" name="Google Shape;15742;p77"/>
            <p:cNvSpPr/>
            <p:nvPr/>
          </p:nvSpPr>
          <p:spPr>
            <a:xfrm>
              <a:off x="7693331" y="3857096"/>
              <a:ext cx="211882" cy="211072"/>
            </a:xfrm>
            <a:custGeom>
              <a:avLst/>
              <a:gdLst/>
              <a:ahLst/>
              <a:cxnLst/>
              <a:rect l="l" t="t" r="r" b="b"/>
              <a:pathLst>
                <a:path w="8108" h="8077" extrusionOk="0">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77"/>
            <p:cNvSpPr/>
            <p:nvPr/>
          </p:nvSpPr>
          <p:spPr>
            <a:xfrm>
              <a:off x="7704385" y="3886495"/>
              <a:ext cx="200828" cy="181542"/>
            </a:xfrm>
            <a:custGeom>
              <a:avLst/>
              <a:gdLst/>
              <a:ahLst/>
              <a:cxnLst/>
              <a:rect l="l" t="t" r="r" b="b"/>
              <a:pathLst>
                <a:path w="7685" h="6947" extrusionOk="0">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77"/>
            <p:cNvSpPr/>
            <p:nvPr/>
          </p:nvSpPr>
          <p:spPr>
            <a:xfrm>
              <a:off x="7799376" y="3803446"/>
              <a:ext cx="165628" cy="138555"/>
            </a:xfrm>
            <a:custGeom>
              <a:avLst/>
              <a:gdLst/>
              <a:ahLst/>
              <a:cxnLst/>
              <a:rect l="l" t="t" r="r" b="b"/>
              <a:pathLst>
                <a:path w="6338" h="5302" extrusionOk="0">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5" name="Google Shape;15745;p77"/>
            <p:cNvSpPr/>
            <p:nvPr/>
          </p:nvSpPr>
          <p:spPr>
            <a:xfrm>
              <a:off x="7833296" y="3810606"/>
              <a:ext cx="131708" cy="131394"/>
            </a:xfrm>
            <a:custGeom>
              <a:avLst/>
              <a:gdLst/>
              <a:ahLst/>
              <a:cxnLst/>
              <a:rect l="l" t="t" r="r" b="b"/>
              <a:pathLst>
                <a:path w="5040" h="5028" extrusionOk="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6" name="Google Shape;15746;p77"/>
            <p:cNvSpPr/>
            <p:nvPr/>
          </p:nvSpPr>
          <p:spPr>
            <a:xfrm>
              <a:off x="7804158" y="3929457"/>
              <a:ext cx="28667" cy="28432"/>
            </a:xfrm>
            <a:custGeom>
              <a:avLst/>
              <a:gdLst/>
              <a:ahLst/>
              <a:cxnLst/>
              <a:rect l="l" t="t" r="r" b="b"/>
              <a:pathLst>
                <a:path w="1097" h="1088" extrusionOk="0">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77"/>
            <p:cNvSpPr/>
            <p:nvPr/>
          </p:nvSpPr>
          <p:spPr>
            <a:xfrm>
              <a:off x="7806929" y="4129710"/>
              <a:ext cx="29922" cy="28929"/>
            </a:xfrm>
            <a:custGeom>
              <a:avLst/>
              <a:gdLst/>
              <a:ahLst/>
              <a:cxnLst/>
              <a:rect l="l" t="t" r="r" b="b"/>
              <a:pathLst>
                <a:path w="1145" h="1107" extrusionOk="0">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8" name="Google Shape;15748;p77"/>
          <p:cNvGrpSpPr/>
          <p:nvPr/>
        </p:nvGrpSpPr>
        <p:grpSpPr>
          <a:xfrm>
            <a:off x="5206562" y="3803994"/>
            <a:ext cx="363895" cy="355663"/>
            <a:chOff x="5206562" y="3803994"/>
            <a:chExt cx="363895" cy="355663"/>
          </a:xfrm>
        </p:grpSpPr>
        <p:sp>
          <p:nvSpPr>
            <p:cNvPr id="15749" name="Google Shape;15749;p77"/>
            <p:cNvSpPr/>
            <p:nvPr/>
          </p:nvSpPr>
          <p:spPr>
            <a:xfrm>
              <a:off x="5284724" y="3924701"/>
              <a:ext cx="212849" cy="192753"/>
            </a:xfrm>
            <a:custGeom>
              <a:avLst/>
              <a:gdLst/>
              <a:ahLst/>
              <a:cxnLst/>
              <a:rect l="l" t="t" r="r" b="b"/>
              <a:pathLst>
                <a:path w="8145" h="7376" extrusionOk="0">
                  <a:moveTo>
                    <a:pt x="0" y="0"/>
                  </a:moveTo>
                  <a:lnTo>
                    <a:pt x="0" y="7376"/>
                  </a:lnTo>
                  <a:lnTo>
                    <a:pt x="8145" y="7376"/>
                  </a:lnTo>
                  <a:lnTo>
                    <a:pt x="8145" y="0"/>
                  </a:lnTo>
                  <a:close/>
                </a:path>
              </a:pathLst>
            </a:custGeom>
            <a:solidFill>
              <a:srgbClr val="A7B8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77"/>
            <p:cNvSpPr/>
            <p:nvPr/>
          </p:nvSpPr>
          <p:spPr>
            <a:xfrm>
              <a:off x="5241240" y="3803994"/>
              <a:ext cx="294539" cy="96586"/>
            </a:xfrm>
            <a:custGeom>
              <a:avLst/>
              <a:gdLst/>
              <a:ahLst/>
              <a:cxnLst/>
              <a:rect l="l" t="t" r="r" b="b"/>
              <a:pathLst>
                <a:path w="11271" h="3696" extrusionOk="0">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1" name="Google Shape;15751;p77"/>
            <p:cNvSpPr/>
            <p:nvPr/>
          </p:nvSpPr>
          <p:spPr>
            <a:xfrm>
              <a:off x="5277172" y="3828820"/>
              <a:ext cx="222675" cy="73014"/>
            </a:xfrm>
            <a:custGeom>
              <a:avLst/>
              <a:gdLst/>
              <a:ahLst/>
              <a:cxnLst/>
              <a:rect l="l" t="t" r="r" b="b"/>
              <a:pathLst>
                <a:path w="8521" h="2794" extrusionOk="0">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2" name="Google Shape;15752;p77"/>
            <p:cNvSpPr/>
            <p:nvPr/>
          </p:nvSpPr>
          <p:spPr>
            <a:xfrm>
              <a:off x="5238731" y="3888507"/>
              <a:ext cx="299557" cy="36220"/>
            </a:xfrm>
            <a:custGeom>
              <a:avLst/>
              <a:gdLst/>
              <a:ahLst/>
              <a:cxnLst/>
              <a:rect l="l" t="t" r="r" b="b"/>
              <a:pathLst>
                <a:path w="11463" h="1386" extrusionOk="0">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77"/>
            <p:cNvSpPr/>
            <p:nvPr/>
          </p:nvSpPr>
          <p:spPr>
            <a:xfrm>
              <a:off x="5284724" y="3924701"/>
              <a:ext cx="212849" cy="186978"/>
            </a:xfrm>
            <a:custGeom>
              <a:avLst/>
              <a:gdLst/>
              <a:ahLst/>
              <a:cxnLst/>
              <a:rect l="l" t="t" r="r" b="b"/>
              <a:pathLst>
                <a:path w="8145" h="7155" extrusionOk="0">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4" name="Google Shape;15754;p77"/>
            <p:cNvSpPr/>
            <p:nvPr/>
          </p:nvSpPr>
          <p:spPr>
            <a:xfrm>
              <a:off x="5245421" y="3924701"/>
              <a:ext cx="77012" cy="170645"/>
            </a:xfrm>
            <a:custGeom>
              <a:avLst/>
              <a:gdLst/>
              <a:ahLst/>
              <a:cxnLst/>
              <a:rect l="l" t="t" r="r" b="b"/>
              <a:pathLst>
                <a:path w="2947" h="6530" extrusionOk="0">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5" name="Google Shape;15755;p77"/>
            <p:cNvSpPr/>
            <p:nvPr/>
          </p:nvSpPr>
          <p:spPr>
            <a:xfrm>
              <a:off x="5262093" y="4095058"/>
              <a:ext cx="40479" cy="20880"/>
            </a:xfrm>
            <a:custGeom>
              <a:avLst/>
              <a:gdLst/>
              <a:ahLst/>
              <a:cxnLst/>
              <a:rect l="l" t="t" r="r" b="b"/>
              <a:pathLst>
                <a:path w="1549" h="799" extrusionOk="0">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77"/>
            <p:cNvSpPr/>
            <p:nvPr/>
          </p:nvSpPr>
          <p:spPr>
            <a:xfrm>
              <a:off x="5353479" y="3924701"/>
              <a:ext cx="77012" cy="170645"/>
            </a:xfrm>
            <a:custGeom>
              <a:avLst/>
              <a:gdLst/>
              <a:ahLst/>
              <a:cxnLst/>
              <a:rect l="l" t="t" r="r" b="b"/>
              <a:pathLst>
                <a:path w="2947" h="6530" extrusionOk="0">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77"/>
            <p:cNvSpPr/>
            <p:nvPr/>
          </p:nvSpPr>
          <p:spPr>
            <a:xfrm>
              <a:off x="5370151" y="4095058"/>
              <a:ext cx="40741" cy="20880"/>
            </a:xfrm>
            <a:custGeom>
              <a:avLst/>
              <a:gdLst/>
              <a:ahLst/>
              <a:cxnLst/>
              <a:rect l="l" t="t" r="r" b="b"/>
              <a:pathLst>
                <a:path w="1559" h="799" extrusionOk="0">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77"/>
            <p:cNvSpPr/>
            <p:nvPr/>
          </p:nvSpPr>
          <p:spPr>
            <a:xfrm>
              <a:off x="5462033" y="3924701"/>
              <a:ext cx="77012" cy="170645"/>
            </a:xfrm>
            <a:custGeom>
              <a:avLst/>
              <a:gdLst/>
              <a:ahLst/>
              <a:cxnLst/>
              <a:rect l="l" t="t" r="r" b="b"/>
              <a:pathLst>
                <a:path w="2947" h="6530" extrusionOk="0">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77"/>
            <p:cNvSpPr/>
            <p:nvPr/>
          </p:nvSpPr>
          <p:spPr>
            <a:xfrm>
              <a:off x="5478470" y="4095058"/>
              <a:ext cx="40479" cy="20880"/>
            </a:xfrm>
            <a:custGeom>
              <a:avLst/>
              <a:gdLst/>
              <a:ahLst/>
              <a:cxnLst/>
              <a:rect l="l" t="t" r="r" b="b"/>
              <a:pathLst>
                <a:path w="1549" h="799" extrusionOk="0">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77"/>
            <p:cNvSpPr/>
            <p:nvPr/>
          </p:nvSpPr>
          <p:spPr>
            <a:xfrm>
              <a:off x="5240247" y="4111652"/>
              <a:ext cx="296525" cy="25139"/>
            </a:xfrm>
            <a:custGeom>
              <a:avLst/>
              <a:gdLst/>
              <a:ahLst/>
              <a:cxnLst/>
              <a:rect l="l" t="t" r="r" b="b"/>
              <a:pathLst>
                <a:path w="11347" h="962" extrusionOk="0">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1" name="Google Shape;15761;p77"/>
            <p:cNvSpPr/>
            <p:nvPr/>
          </p:nvSpPr>
          <p:spPr>
            <a:xfrm>
              <a:off x="5229166" y="4133003"/>
              <a:ext cx="318686" cy="21403"/>
            </a:xfrm>
            <a:custGeom>
              <a:avLst/>
              <a:gdLst/>
              <a:ahLst/>
              <a:cxnLst/>
              <a:rect l="l" t="t" r="r" b="b"/>
              <a:pathLst>
                <a:path w="12195" h="819" extrusionOk="0">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2" name="Google Shape;15762;p77"/>
            <p:cNvSpPr/>
            <p:nvPr/>
          </p:nvSpPr>
          <p:spPr>
            <a:xfrm>
              <a:off x="5206562" y="4149100"/>
              <a:ext cx="363895" cy="10558"/>
            </a:xfrm>
            <a:custGeom>
              <a:avLst/>
              <a:gdLst/>
              <a:ahLst/>
              <a:cxnLst/>
              <a:rect l="l" t="t" r="r" b="b"/>
              <a:pathLst>
                <a:path w="13925" h="404" extrusionOk="0">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766"/>
        <p:cNvGrpSpPr/>
        <p:nvPr/>
      </p:nvGrpSpPr>
      <p:grpSpPr>
        <a:xfrm>
          <a:off x="0" y="0"/>
          <a:ext cx="0" cy="0"/>
          <a:chOff x="0" y="0"/>
          <a:chExt cx="0" cy="0"/>
        </a:xfrm>
      </p:grpSpPr>
      <p:sp>
        <p:nvSpPr>
          <p:cNvPr id="15767" name="Google Shape;15767;p78"/>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grpSp>
        <p:nvGrpSpPr>
          <p:cNvPr id="15768" name="Google Shape;15768;p78"/>
          <p:cNvGrpSpPr/>
          <p:nvPr/>
        </p:nvGrpSpPr>
        <p:grpSpPr>
          <a:xfrm>
            <a:off x="4682526" y="1512217"/>
            <a:ext cx="369948" cy="370132"/>
            <a:chOff x="4682526" y="1512217"/>
            <a:chExt cx="369948" cy="370132"/>
          </a:xfrm>
        </p:grpSpPr>
        <p:sp>
          <p:nvSpPr>
            <p:cNvPr id="15769" name="Google Shape;15769;p78"/>
            <p:cNvSpPr/>
            <p:nvPr/>
          </p:nvSpPr>
          <p:spPr>
            <a:xfrm>
              <a:off x="4921192"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78"/>
            <p:cNvSpPr/>
            <p:nvPr/>
          </p:nvSpPr>
          <p:spPr>
            <a:xfrm>
              <a:off x="4945036"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78"/>
            <p:cNvSpPr/>
            <p:nvPr/>
          </p:nvSpPr>
          <p:spPr>
            <a:xfrm>
              <a:off x="4682526"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2" name="Google Shape;15772;p78"/>
            <p:cNvSpPr/>
            <p:nvPr/>
          </p:nvSpPr>
          <p:spPr>
            <a:xfrm>
              <a:off x="4706343"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3" name="Google Shape;15773;p78"/>
            <p:cNvSpPr/>
            <p:nvPr/>
          </p:nvSpPr>
          <p:spPr>
            <a:xfrm>
              <a:off x="4694434" y="1547942"/>
              <a:ext cx="346131" cy="320006"/>
            </a:xfrm>
            <a:custGeom>
              <a:avLst/>
              <a:gdLst/>
              <a:ahLst/>
              <a:cxnLst/>
              <a:rect l="l" t="t" r="r" b="b"/>
              <a:pathLst>
                <a:path w="13196" h="12200" extrusionOk="0">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78"/>
            <p:cNvSpPr/>
            <p:nvPr/>
          </p:nvSpPr>
          <p:spPr>
            <a:xfrm>
              <a:off x="4694434" y="1547942"/>
              <a:ext cx="174849" cy="320163"/>
            </a:xfrm>
            <a:custGeom>
              <a:avLst/>
              <a:gdLst/>
              <a:ahLst/>
              <a:cxnLst/>
              <a:rect l="l" t="t" r="r" b="b"/>
              <a:pathLst>
                <a:path w="6666" h="12206" extrusionOk="0">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78"/>
            <p:cNvSpPr/>
            <p:nvPr/>
          </p:nvSpPr>
          <p:spPr>
            <a:xfrm>
              <a:off x="4826397" y="1738975"/>
              <a:ext cx="82021" cy="143373"/>
            </a:xfrm>
            <a:custGeom>
              <a:avLst/>
              <a:gdLst/>
              <a:ahLst/>
              <a:cxnLst/>
              <a:rect l="l" t="t" r="r" b="b"/>
              <a:pathLst>
                <a:path w="3127" h="5466" extrusionOk="0">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78"/>
            <p:cNvSpPr/>
            <p:nvPr/>
          </p:nvSpPr>
          <p:spPr>
            <a:xfrm>
              <a:off x="4826397" y="1738975"/>
              <a:ext cx="82205" cy="101484"/>
            </a:xfrm>
            <a:custGeom>
              <a:avLst/>
              <a:gdLst/>
              <a:ahLst/>
              <a:cxnLst/>
              <a:rect l="l" t="t" r="r" b="b"/>
              <a:pathLst>
                <a:path w="3134" h="3869" extrusionOk="0">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78"/>
            <p:cNvSpPr/>
            <p:nvPr/>
          </p:nvSpPr>
          <p:spPr>
            <a:xfrm>
              <a:off x="4766121" y="1685256"/>
              <a:ext cx="41811" cy="53745"/>
            </a:xfrm>
            <a:custGeom>
              <a:avLst/>
              <a:gdLst/>
              <a:ahLst/>
              <a:cxnLst/>
              <a:rect l="l" t="t" r="r" b="b"/>
              <a:pathLst>
                <a:path w="1594" h="2049" extrusionOk="0">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8" name="Google Shape;15778;p78"/>
            <p:cNvSpPr/>
            <p:nvPr/>
          </p:nvSpPr>
          <p:spPr>
            <a:xfrm>
              <a:off x="4783905" y="1685256"/>
              <a:ext cx="24027" cy="41811"/>
            </a:xfrm>
            <a:custGeom>
              <a:avLst/>
              <a:gdLst/>
              <a:ahLst/>
              <a:cxnLst/>
              <a:rect l="l" t="t" r="r" b="b"/>
              <a:pathLst>
                <a:path w="916" h="1594" extrusionOk="0">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9" name="Google Shape;15779;p78"/>
            <p:cNvSpPr/>
            <p:nvPr/>
          </p:nvSpPr>
          <p:spPr>
            <a:xfrm>
              <a:off x="4778029" y="1691315"/>
              <a:ext cx="17810" cy="17810"/>
            </a:xfrm>
            <a:custGeom>
              <a:avLst/>
              <a:gdLst/>
              <a:ahLst/>
              <a:cxnLst/>
              <a:rect l="l" t="t" r="r" b="b"/>
              <a:pathLst>
                <a:path w="679" h="679" extrusionOk="0">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78"/>
            <p:cNvSpPr/>
            <p:nvPr/>
          </p:nvSpPr>
          <p:spPr>
            <a:xfrm>
              <a:off x="4927252" y="1685256"/>
              <a:ext cx="41811" cy="53745"/>
            </a:xfrm>
            <a:custGeom>
              <a:avLst/>
              <a:gdLst/>
              <a:ahLst/>
              <a:cxnLst/>
              <a:rect l="l" t="t" r="r" b="b"/>
              <a:pathLst>
                <a:path w="1594" h="2049" extrusionOk="0">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78"/>
            <p:cNvSpPr/>
            <p:nvPr/>
          </p:nvSpPr>
          <p:spPr>
            <a:xfrm>
              <a:off x="4945219" y="1685256"/>
              <a:ext cx="23843" cy="41811"/>
            </a:xfrm>
            <a:custGeom>
              <a:avLst/>
              <a:gdLst/>
              <a:ahLst/>
              <a:cxnLst/>
              <a:rect l="l" t="t" r="r" b="b"/>
              <a:pathLst>
                <a:path w="909" h="1594" extrusionOk="0">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78"/>
            <p:cNvSpPr/>
            <p:nvPr/>
          </p:nvSpPr>
          <p:spPr>
            <a:xfrm>
              <a:off x="4939160" y="1691315"/>
              <a:ext cx="17810" cy="17810"/>
            </a:xfrm>
            <a:custGeom>
              <a:avLst/>
              <a:gdLst/>
              <a:ahLst/>
              <a:cxnLst/>
              <a:rect l="l" t="t" r="r" b="b"/>
              <a:pathLst>
                <a:path w="679" h="679" extrusionOk="0">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78"/>
            <p:cNvSpPr/>
            <p:nvPr/>
          </p:nvSpPr>
          <p:spPr>
            <a:xfrm>
              <a:off x="4810922" y="1739001"/>
              <a:ext cx="111005" cy="107412"/>
            </a:xfrm>
            <a:custGeom>
              <a:avLst/>
              <a:gdLst/>
              <a:ahLst/>
              <a:cxnLst/>
              <a:rect l="l" t="t" r="r" b="b"/>
              <a:pathLst>
                <a:path w="4232" h="4095" extrusionOk="0">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84" name="Google Shape;15784;p78"/>
          <p:cNvGrpSpPr/>
          <p:nvPr/>
        </p:nvGrpSpPr>
        <p:grpSpPr>
          <a:xfrm>
            <a:off x="3592433" y="1980212"/>
            <a:ext cx="381542" cy="370079"/>
            <a:chOff x="3592433" y="1980212"/>
            <a:chExt cx="381542" cy="370079"/>
          </a:xfrm>
        </p:grpSpPr>
        <p:sp>
          <p:nvSpPr>
            <p:cNvPr id="15785" name="Google Shape;15785;p78"/>
            <p:cNvSpPr/>
            <p:nvPr/>
          </p:nvSpPr>
          <p:spPr>
            <a:xfrm>
              <a:off x="3790916" y="1980212"/>
              <a:ext cx="165800" cy="370079"/>
            </a:xfrm>
            <a:custGeom>
              <a:avLst/>
              <a:gdLst/>
              <a:ahLst/>
              <a:cxnLst/>
              <a:rect l="l" t="t" r="r" b="b"/>
              <a:pathLst>
                <a:path w="6321" h="14109" extrusionOk="0">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6" name="Google Shape;15786;p78"/>
            <p:cNvSpPr/>
            <p:nvPr/>
          </p:nvSpPr>
          <p:spPr>
            <a:xfrm>
              <a:off x="3601509" y="2157448"/>
              <a:ext cx="11935" cy="19777"/>
            </a:xfrm>
            <a:custGeom>
              <a:avLst/>
              <a:gdLst/>
              <a:ahLst/>
              <a:cxnLst/>
              <a:rect l="l" t="t" r="r" b="b"/>
              <a:pathLst>
                <a:path w="455" h="754" extrusionOk="0">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78"/>
            <p:cNvSpPr/>
            <p:nvPr/>
          </p:nvSpPr>
          <p:spPr>
            <a:xfrm>
              <a:off x="3592433" y="2165291"/>
              <a:ext cx="29902" cy="35778"/>
            </a:xfrm>
            <a:custGeom>
              <a:avLst/>
              <a:gdLst/>
              <a:ahLst/>
              <a:cxnLst/>
              <a:rect l="l" t="t" r="r" b="b"/>
              <a:pathLst>
                <a:path w="1140" h="1364" extrusionOk="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78"/>
            <p:cNvSpPr/>
            <p:nvPr/>
          </p:nvSpPr>
          <p:spPr>
            <a:xfrm>
              <a:off x="3722088" y="2190551"/>
              <a:ext cx="61404" cy="80054"/>
            </a:xfrm>
            <a:custGeom>
              <a:avLst/>
              <a:gdLst/>
              <a:ahLst/>
              <a:cxnLst/>
              <a:rect l="l" t="t" r="r" b="b"/>
              <a:pathLst>
                <a:path w="2341" h="3052" extrusionOk="0">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78"/>
            <p:cNvSpPr/>
            <p:nvPr/>
          </p:nvSpPr>
          <p:spPr>
            <a:xfrm>
              <a:off x="3701471" y="2022364"/>
              <a:ext cx="15004" cy="26440"/>
            </a:xfrm>
            <a:custGeom>
              <a:avLst/>
              <a:gdLst/>
              <a:ahLst/>
              <a:cxnLst/>
              <a:rect l="l" t="t" r="r" b="b"/>
              <a:pathLst>
                <a:path w="572" h="1008" extrusionOk="0">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78"/>
            <p:cNvSpPr/>
            <p:nvPr/>
          </p:nvSpPr>
          <p:spPr>
            <a:xfrm>
              <a:off x="3611109" y="2065040"/>
              <a:ext cx="319455" cy="285068"/>
            </a:xfrm>
            <a:custGeom>
              <a:avLst/>
              <a:gdLst/>
              <a:ahLst/>
              <a:cxnLst/>
              <a:rect l="l" t="t" r="r" b="b"/>
              <a:pathLst>
                <a:path w="12179" h="10868" extrusionOk="0">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1" name="Google Shape;15791;p78"/>
            <p:cNvSpPr/>
            <p:nvPr/>
          </p:nvSpPr>
          <p:spPr>
            <a:xfrm>
              <a:off x="3685628" y="2035636"/>
              <a:ext cx="34361" cy="50886"/>
            </a:xfrm>
            <a:custGeom>
              <a:avLst/>
              <a:gdLst/>
              <a:ahLst/>
              <a:cxnLst/>
              <a:rect l="l" t="t" r="r" b="b"/>
              <a:pathLst>
                <a:path w="1310" h="1940" extrusionOk="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2" name="Google Shape;15792;p78"/>
            <p:cNvSpPr/>
            <p:nvPr/>
          </p:nvSpPr>
          <p:spPr>
            <a:xfrm>
              <a:off x="3658244" y="2099480"/>
              <a:ext cx="17810" cy="17994"/>
            </a:xfrm>
            <a:custGeom>
              <a:avLst/>
              <a:gdLst/>
              <a:ahLst/>
              <a:cxnLst/>
              <a:rect l="l" t="t" r="r" b="b"/>
              <a:pathLst>
                <a:path w="679" h="686" extrusionOk="0">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78"/>
            <p:cNvSpPr/>
            <p:nvPr/>
          </p:nvSpPr>
          <p:spPr>
            <a:xfrm>
              <a:off x="3645077" y="2133264"/>
              <a:ext cx="89497" cy="35594"/>
            </a:xfrm>
            <a:custGeom>
              <a:avLst/>
              <a:gdLst/>
              <a:ahLst/>
              <a:cxnLst/>
              <a:rect l="l" t="t" r="r" b="b"/>
              <a:pathLst>
                <a:path w="3412" h="1357" extrusionOk="0">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4" name="Google Shape;15794;p78"/>
            <p:cNvSpPr/>
            <p:nvPr/>
          </p:nvSpPr>
          <p:spPr>
            <a:xfrm>
              <a:off x="3623752" y="2119231"/>
              <a:ext cx="20459" cy="24394"/>
            </a:xfrm>
            <a:custGeom>
              <a:avLst/>
              <a:gdLst/>
              <a:ahLst/>
              <a:cxnLst/>
              <a:rect l="l" t="t" r="r" b="b"/>
              <a:pathLst>
                <a:path w="780" h="930" extrusionOk="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5" name="Google Shape;15795;p78"/>
            <p:cNvSpPr/>
            <p:nvPr/>
          </p:nvSpPr>
          <p:spPr>
            <a:xfrm>
              <a:off x="3744856" y="2237660"/>
              <a:ext cx="88421" cy="88789"/>
            </a:xfrm>
            <a:custGeom>
              <a:avLst/>
              <a:gdLst/>
              <a:ahLst/>
              <a:cxnLst/>
              <a:rect l="l" t="t" r="r" b="b"/>
              <a:pathLst>
                <a:path w="3371" h="3385" extrusionOk="0">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78"/>
            <p:cNvSpPr/>
            <p:nvPr/>
          </p:nvSpPr>
          <p:spPr>
            <a:xfrm>
              <a:off x="3829159" y="1998626"/>
              <a:ext cx="144816" cy="333147"/>
            </a:xfrm>
            <a:custGeom>
              <a:avLst/>
              <a:gdLst/>
              <a:ahLst/>
              <a:cxnLst/>
              <a:rect l="l" t="t" r="r" b="b"/>
              <a:pathLst>
                <a:path w="5521" h="12701" extrusionOk="0">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7" name="Google Shape;15797;p78"/>
          <p:cNvGrpSpPr/>
          <p:nvPr/>
        </p:nvGrpSpPr>
        <p:grpSpPr>
          <a:xfrm>
            <a:off x="1398582" y="2973490"/>
            <a:ext cx="371391" cy="235126"/>
            <a:chOff x="1398582" y="2973490"/>
            <a:chExt cx="371391" cy="235126"/>
          </a:xfrm>
        </p:grpSpPr>
        <p:sp>
          <p:nvSpPr>
            <p:cNvPr id="15798" name="Google Shape;15798;p78"/>
            <p:cNvSpPr/>
            <p:nvPr/>
          </p:nvSpPr>
          <p:spPr>
            <a:xfrm>
              <a:off x="1398582" y="2973490"/>
              <a:ext cx="44302" cy="114704"/>
            </a:xfrm>
            <a:custGeom>
              <a:avLst/>
              <a:gdLst/>
              <a:ahLst/>
              <a:cxnLst/>
              <a:rect l="l" t="t" r="r" b="b"/>
              <a:pathLst>
                <a:path w="1689" h="4373" extrusionOk="0">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78"/>
            <p:cNvSpPr/>
            <p:nvPr/>
          </p:nvSpPr>
          <p:spPr>
            <a:xfrm>
              <a:off x="1403907" y="2991903"/>
              <a:ext cx="38847" cy="96290"/>
            </a:xfrm>
            <a:custGeom>
              <a:avLst/>
              <a:gdLst/>
              <a:ahLst/>
              <a:cxnLst/>
              <a:rect l="l" t="t" r="r" b="b"/>
              <a:pathLst>
                <a:path w="1481" h="3671" extrusionOk="0">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0" name="Google Shape;15800;p78"/>
            <p:cNvSpPr/>
            <p:nvPr/>
          </p:nvSpPr>
          <p:spPr>
            <a:xfrm>
              <a:off x="1459226" y="3099210"/>
              <a:ext cx="280320" cy="80001"/>
            </a:xfrm>
            <a:custGeom>
              <a:avLst/>
              <a:gdLst/>
              <a:ahLst/>
              <a:cxnLst/>
              <a:rect l="l" t="t" r="r" b="b"/>
              <a:pathLst>
                <a:path w="10687" h="3050" extrusionOk="0">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1" name="Google Shape;15801;p78"/>
            <p:cNvSpPr/>
            <p:nvPr/>
          </p:nvSpPr>
          <p:spPr>
            <a:xfrm>
              <a:off x="1459226" y="3099210"/>
              <a:ext cx="276071" cy="71870"/>
            </a:xfrm>
            <a:custGeom>
              <a:avLst/>
              <a:gdLst/>
              <a:ahLst/>
              <a:cxnLst/>
              <a:rect l="l" t="t" r="r" b="b"/>
              <a:pathLst>
                <a:path w="10525" h="2740" extrusionOk="0">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78"/>
            <p:cNvSpPr/>
            <p:nvPr/>
          </p:nvSpPr>
          <p:spPr>
            <a:xfrm>
              <a:off x="1446609" y="3061780"/>
              <a:ext cx="323363" cy="65732"/>
            </a:xfrm>
            <a:custGeom>
              <a:avLst/>
              <a:gdLst/>
              <a:ahLst/>
              <a:cxnLst/>
              <a:rect l="l" t="t" r="r" b="b"/>
              <a:pathLst>
                <a:path w="12328" h="2506" extrusionOk="0">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78"/>
            <p:cNvSpPr/>
            <p:nvPr/>
          </p:nvSpPr>
          <p:spPr>
            <a:xfrm>
              <a:off x="1404615" y="3076076"/>
              <a:ext cx="72237" cy="102481"/>
            </a:xfrm>
            <a:custGeom>
              <a:avLst/>
              <a:gdLst/>
              <a:ahLst/>
              <a:cxnLst/>
              <a:rect l="l" t="t" r="r" b="b"/>
              <a:pathLst>
                <a:path w="2754" h="3907" extrusionOk="0">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78"/>
            <p:cNvSpPr/>
            <p:nvPr/>
          </p:nvSpPr>
          <p:spPr>
            <a:xfrm>
              <a:off x="1650967" y="3040324"/>
              <a:ext cx="110455" cy="168292"/>
            </a:xfrm>
            <a:custGeom>
              <a:avLst/>
              <a:gdLst/>
              <a:ahLst/>
              <a:cxnLst/>
              <a:rect l="l" t="t" r="r" b="b"/>
              <a:pathLst>
                <a:path w="4211" h="6416" extrusionOk="0">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78"/>
            <p:cNvSpPr/>
            <p:nvPr/>
          </p:nvSpPr>
          <p:spPr>
            <a:xfrm>
              <a:off x="1521312" y="3032953"/>
              <a:ext cx="138730" cy="154259"/>
            </a:xfrm>
            <a:custGeom>
              <a:avLst/>
              <a:gdLst/>
              <a:ahLst/>
              <a:cxnLst/>
              <a:rect l="l" t="t" r="r" b="b"/>
              <a:pathLst>
                <a:path w="5289" h="5881" extrusionOk="0">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78"/>
            <p:cNvSpPr/>
            <p:nvPr/>
          </p:nvSpPr>
          <p:spPr>
            <a:xfrm>
              <a:off x="1428642" y="3100260"/>
              <a:ext cx="30086" cy="36145"/>
            </a:xfrm>
            <a:custGeom>
              <a:avLst/>
              <a:gdLst/>
              <a:ahLst/>
              <a:cxnLst/>
              <a:rect l="l" t="t" r="r" b="b"/>
              <a:pathLst>
                <a:path w="1147" h="1378" extrusionOk="0">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78"/>
            <p:cNvSpPr/>
            <p:nvPr/>
          </p:nvSpPr>
          <p:spPr>
            <a:xfrm>
              <a:off x="1446609" y="3100443"/>
              <a:ext cx="12118" cy="23948"/>
            </a:xfrm>
            <a:custGeom>
              <a:avLst/>
              <a:gdLst/>
              <a:ahLst/>
              <a:cxnLst/>
              <a:rect l="l" t="t" r="r" b="b"/>
              <a:pathLst>
                <a:path w="462" h="913" extrusionOk="0">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8" name="Google Shape;15808;p78"/>
            <p:cNvSpPr/>
            <p:nvPr/>
          </p:nvSpPr>
          <p:spPr>
            <a:xfrm>
              <a:off x="1440734" y="3106319"/>
              <a:ext cx="11935" cy="11935"/>
            </a:xfrm>
            <a:custGeom>
              <a:avLst/>
              <a:gdLst/>
              <a:ahLst/>
              <a:cxnLst/>
              <a:rect l="l" t="t" r="r" b="b"/>
              <a:pathLst>
                <a:path w="455" h="455" extrusionOk="0">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9" name="Google Shape;15809;p78"/>
            <p:cNvSpPr/>
            <p:nvPr/>
          </p:nvSpPr>
          <p:spPr>
            <a:xfrm>
              <a:off x="1404615" y="3081584"/>
              <a:ext cx="56054" cy="96972"/>
            </a:xfrm>
            <a:custGeom>
              <a:avLst/>
              <a:gdLst/>
              <a:ahLst/>
              <a:cxnLst/>
              <a:rect l="l" t="t" r="r" b="b"/>
              <a:pathLst>
                <a:path w="2137" h="3697" extrusionOk="0">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0" name="Google Shape;15810;p78"/>
            <p:cNvSpPr/>
            <p:nvPr/>
          </p:nvSpPr>
          <p:spPr>
            <a:xfrm>
              <a:off x="1414582" y="3154005"/>
              <a:ext cx="76513" cy="54611"/>
            </a:xfrm>
            <a:custGeom>
              <a:avLst/>
              <a:gdLst/>
              <a:ahLst/>
              <a:cxnLst/>
              <a:rect l="l" t="t" r="r" b="b"/>
              <a:pathLst>
                <a:path w="2917" h="2082" extrusionOk="0">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1" name="Google Shape;15811;p78"/>
            <p:cNvSpPr/>
            <p:nvPr/>
          </p:nvSpPr>
          <p:spPr>
            <a:xfrm>
              <a:off x="1474702" y="3154372"/>
              <a:ext cx="32210" cy="54244"/>
            </a:xfrm>
            <a:custGeom>
              <a:avLst/>
              <a:gdLst/>
              <a:ahLst/>
              <a:cxnLst/>
              <a:rect l="l" t="t" r="r" b="b"/>
              <a:pathLst>
                <a:path w="1228" h="2068" extrusionOk="0">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78"/>
            <p:cNvSpPr/>
            <p:nvPr/>
          </p:nvSpPr>
          <p:spPr>
            <a:xfrm>
              <a:off x="1469534" y="3061859"/>
              <a:ext cx="102664" cy="48027"/>
            </a:xfrm>
            <a:custGeom>
              <a:avLst/>
              <a:gdLst/>
              <a:ahLst/>
              <a:cxnLst/>
              <a:rect l="l" t="t" r="r" b="b"/>
              <a:pathLst>
                <a:path w="3914" h="1831" extrusionOk="0">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3" name="Google Shape;15813;p78"/>
          <p:cNvGrpSpPr/>
          <p:nvPr/>
        </p:nvGrpSpPr>
        <p:grpSpPr>
          <a:xfrm>
            <a:off x="850795" y="1512217"/>
            <a:ext cx="370132" cy="370132"/>
            <a:chOff x="850795" y="1512217"/>
            <a:chExt cx="370132" cy="370132"/>
          </a:xfrm>
        </p:grpSpPr>
        <p:sp>
          <p:nvSpPr>
            <p:cNvPr id="15814" name="Google Shape;15814;p78"/>
            <p:cNvSpPr/>
            <p:nvPr/>
          </p:nvSpPr>
          <p:spPr>
            <a:xfrm>
              <a:off x="1089462" y="1512217"/>
              <a:ext cx="131465" cy="131281"/>
            </a:xfrm>
            <a:custGeom>
              <a:avLst/>
              <a:gdLst/>
              <a:ahLst/>
              <a:cxnLst/>
              <a:rect l="l" t="t" r="r" b="b"/>
              <a:pathLst>
                <a:path w="5012" h="5005" extrusionOk="0">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5" name="Google Shape;15815;p78"/>
            <p:cNvSpPr/>
            <p:nvPr/>
          </p:nvSpPr>
          <p:spPr>
            <a:xfrm>
              <a:off x="1113488" y="1536034"/>
              <a:ext cx="83438" cy="83621"/>
            </a:xfrm>
            <a:custGeom>
              <a:avLst/>
              <a:gdLst/>
              <a:ahLst/>
              <a:cxnLst/>
              <a:rect l="l" t="t" r="r" b="b"/>
              <a:pathLst>
                <a:path w="3181" h="3188" extrusionOk="0">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6" name="Google Shape;15816;p78"/>
            <p:cNvSpPr/>
            <p:nvPr/>
          </p:nvSpPr>
          <p:spPr>
            <a:xfrm>
              <a:off x="850795"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78"/>
            <p:cNvSpPr/>
            <p:nvPr/>
          </p:nvSpPr>
          <p:spPr>
            <a:xfrm>
              <a:off x="874612"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78"/>
            <p:cNvSpPr/>
            <p:nvPr/>
          </p:nvSpPr>
          <p:spPr>
            <a:xfrm>
              <a:off x="862703" y="1547942"/>
              <a:ext cx="346315" cy="334406"/>
            </a:xfrm>
            <a:custGeom>
              <a:avLst/>
              <a:gdLst/>
              <a:ahLst/>
              <a:cxnLst/>
              <a:rect l="l" t="t" r="r" b="b"/>
              <a:pathLst>
                <a:path w="13203" h="12749" extrusionOk="0">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78"/>
            <p:cNvSpPr/>
            <p:nvPr/>
          </p:nvSpPr>
          <p:spPr>
            <a:xfrm>
              <a:off x="1058353" y="1661387"/>
              <a:ext cx="120789" cy="115202"/>
            </a:xfrm>
            <a:custGeom>
              <a:avLst/>
              <a:gdLst/>
              <a:ahLst/>
              <a:cxnLst/>
              <a:rect l="l" t="t" r="r" b="b"/>
              <a:pathLst>
                <a:path w="4605" h="4392" extrusionOk="0">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78"/>
            <p:cNvSpPr/>
            <p:nvPr/>
          </p:nvSpPr>
          <p:spPr>
            <a:xfrm>
              <a:off x="862703" y="1552034"/>
              <a:ext cx="165249" cy="330131"/>
            </a:xfrm>
            <a:custGeom>
              <a:avLst/>
              <a:gdLst/>
              <a:ahLst/>
              <a:cxnLst/>
              <a:rect l="l" t="t" r="r" b="b"/>
              <a:pathLst>
                <a:path w="6300" h="12586" extrusionOk="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78"/>
            <p:cNvSpPr/>
            <p:nvPr/>
          </p:nvSpPr>
          <p:spPr>
            <a:xfrm>
              <a:off x="108946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2" name="Google Shape;15822;p78"/>
            <p:cNvSpPr/>
            <p:nvPr/>
          </p:nvSpPr>
          <p:spPr>
            <a:xfrm>
              <a:off x="110742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3" name="Google Shape;15823;p78"/>
            <p:cNvSpPr/>
            <p:nvPr/>
          </p:nvSpPr>
          <p:spPr>
            <a:xfrm>
              <a:off x="1101554" y="1697164"/>
              <a:ext cx="11961" cy="11961"/>
            </a:xfrm>
            <a:custGeom>
              <a:avLst/>
              <a:gdLst/>
              <a:ahLst/>
              <a:cxnLst/>
              <a:rect l="l" t="t" r="r" b="b"/>
              <a:pathLst>
                <a:path w="456" h="456" extrusionOk="0">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78"/>
            <p:cNvSpPr/>
            <p:nvPr/>
          </p:nvSpPr>
          <p:spPr>
            <a:xfrm>
              <a:off x="976174" y="1780759"/>
              <a:ext cx="119373" cy="77562"/>
            </a:xfrm>
            <a:custGeom>
              <a:avLst/>
              <a:gdLst/>
              <a:ahLst/>
              <a:cxnLst/>
              <a:rect l="l" t="t" r="r" b="b"/>
              <a:pathLst>
                <a:path w="4551" h="2957" extrusionOk="0">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78"/>
            <p:cNvSpPr/>
            <p:nvPr/>
          </p:nvSpPr>
          <p:spPr>
            <a:xfrm>
              <a:off x="1006050" y="1762976"/>
              <a:ext cx="59621" cy="41653"/>
            </a:xfrm>
            <a:custGeom>
              <a:avLst/>
              <a:gdLst/>
              <a:ahLst/>
              <a:cxnLst/>
              <a:rect l="l" t="t" r="r" b="b"/>
              <a:pathLst>
                <a:path w="2273" h="1588" extrusionOk="0">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6" name="Google Shape;15826;p78"/>
            <p:cNvSpPr/>
            <p:nvPr/>
          </p:nvSpPr>
          <p:spPr>
            <a:xfrm>
              <a:off x="975282" y="1798360"/>
              <a:ext cx="121156" cy="33024"/>
            </a:xfrm>
            <a:custGeom>
              <a:avLst/>
              <a:gdLst/>
              <a:ahLst/>
              <a:cxnLst/>
              <a:rect l="l" t="t" r="r" b="b"/>
              <a:pathLst>
                <a:path w="4619" h="1259" extrusionOk="0">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7" name="Google Shape;15827;p78"/>
            <p:cNvSpPr/>
            <p:nvPr/>
          </p:nvSpPr>
          <p:spPr>
            <a:xfrm>
              <a:off x="1006050" y="1765992"/>
              <a:ext cx="49470" cy="38820"/>
            </a:xfrm>
            <a:custGeom>
              <a:avLst/>
              <a:gdLst/>
              <a:ahLst/>
              <a:cxnLst/>
              <a:rect l="l" t="t" r="r" b="b"/>
              <a:pathLst>
                <a:path w="1886" h="1480" extrusionOk="0">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8" name="Google Shape;15828;p78"/>
            <p:cNvSpPr/>
            <p:nvPr/>
          </p:nvSpPr>
          <p:spPr>
            <a:xfrm>
              <a:off x="892396" y="1661387"/>
              <a:ext cx="120789" cy="115202"/>
            </a:xfrm>
            <a:custGeom>
              <a:avLst/>
              <a:gdLst/>
              <a:ahLst/>
              <a:cxnLst/>
              <a:rect l="l" t="t" r="r" b="b"/>
              <a:pathLst>
                <a:path w="4605" h="4392" extrusionOk="0">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78"/>
            <p:cNvSpPr/>
            <p:nvPr/>
          </p:nvSpPr>
          <p:spPr>
            <a:xfrm>
              <a:off x="946298" y="1691315"/>
              <a:ext cx="35778" cy="41811"/>
            </a:xfrm>
            <a:custGeom>
              <a:avLst/>
              <a:gdLst/>
              <a:ahLst/>
              <a:cxnLst/>
              <a:rect l="l" t="t" r="r" b="b"/>
              <a:pathLst>
                <a:path w="1364" h="1594" extrusionOk="0">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78"/>
            <p:cNvSpPr/>
            <p:nvPr/>
          </p:nvSpPr>
          <p:spPr>
            <a:xfrm>
              <a:off x="964266" y="1691315"/>
              <a:ext cx="17810" cy="29771"/>
            </a:xfrm>
            <a:custGeom>
              <a:avLst/>
              <a:gdLst/>
              <a:ahLst/>
              <a:cxnLst/>
              <a:rect l="l" t="t" r="r" b="b"/>
              <a:pathLst>
                <a:path w="679" h="1135" extrusionOk="0">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78"/>
            <p:cNvSpPr/>
            <p:nvPr/>
          </p:nvSpPr>
          <p:spPr>
            <a:xfrm>
              <a:off x="958207" y="1697164"/>
              <a:ext cx="11935" cy="11961"/>
            </a:xfrm>
            <a:custGeom>
              <a:avLst/>
              <a:gdLst/>
              <a:ahLst/>
              <a:cxnLst/>
              <a:rect l="l" t="t" r="r" b="b"/>
              <a:pathLst>
                <a:path w="455" h="456" extrusionOk="0">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32" name="Google Shape;15832;p78"/>
          <p:cNvGrpSpPr/>
          <p:nvPr/>
        </p:nvGrpSpPr>
        <p:grpSpPr>
          <a:xfrm>
            <a:off x="8038497" y="2906079"/>
            <a:ext cx="236568" cy="370105"/>
            <a:chOff x="8038497" y="2906079"/>
            <a:chExt cx="236568" cy="370105"/>
          </a:xfrm>
        </p:grpSpPr>
        <p:sp>
          <p:nvSpPr>
            <p:cNvPr id="15833" name="Google Shape;15833;p78"/>
            <p:cNvSpPr/>
            <p:nvPr/>
          </p:nvSpPr>
          <p:spPr>
            <a:xfrm>
              <a:off x="8114616" y="3032508"/>
              <a:ext cx="55345" cy="237801"/>
            </a:xfrm>
            <a:custGeom>
              <a:avLst/>
              <a:gdLst/>
              <a:ahLst/>
              <a:cxnLst/>
              <a:rect l="l" t="t" r="r" b="b"/>
              <a:pathLst>
                <a:path w="2110" h="9066" extrusionOk="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4" name="Google Shape;15834;p78"/>
            <p:cNvSpPr/>
            <p:nvPr/>
          </p:nvSpPr>
          <p:spPr>
            <a:xfrm>
              <a:off x="8114800" y="2997123"/>
              <a:ext cx="83070" cy="273185"/>
            </a:xfrm>
            <a:custGeom>
              <a:avLst/>
              <a:gdLst/>
              <a:ahLst/>
              <a:cxnLst/>
              <a:rect l="l" t="t" r="r" b="b"/>
              <a:pathLst>
                <a:path w="3167" h="10415" extrusionOk="0">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5" name="Google Shape;15835;p78"/>
            <p:cNvSpPr/>
            <p:nvPr/>
          </p:nvSpPr>
          <p:spPr>
            <a:xfrm>
              <a:off x="8104649" y="3264433"/>
              <a:ext cx="74729" cy="11751"/>
            </a:xfrm>
            <a:custGeom>
              <a:avLst/>
              <a:gdLst/>
              <a:ahLst/>
              <a:cxnLst/>
              <a:rect l="l" t="t" r="r" b="b"/>
              <a:pathLst>
                <a:path w="2849" h="448" extrusionOk="0">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78"/>
            <p:cNvSpPr/>
            <p:nvPr/>
          </p:nvSpPr>
          <p:spPr>
            <a:xfrm>
              <a:off x="8139666" y="2906079"/>
              <a:ext cx="60355" cy="104763"/>
            </a:xfrm>
            <a:custGeom>
              <a:avLst/>
              <a:gdLst/>
              <a:ahLst/>
              <a:cxnLst/>
              <a:rect l="l" t="t" r="r" b="b"/>
              <a:pathLst>
                <a:path w="2301" h="3994" extrusionOk="0">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78"/>
            <p:cNvSpPr/>
            <p:nvPr/>
          </p:nvSpPr>
          <p:spPr>
            <a:xfrm>
              <a:off x="8038497" y="2975169"/>
              <a:ext cx="133065" cy="50598"/>
            </a:xfrm>
            <a:custGeom>
              <a:avLst/>
              <a:gdLst/>
              <a:ahLst/>
              <a:cxnLst/>
              <a:rect l="l" t="t" r="r" b="b"/>
              <a:pathLst>
                <a:path w="5073" h="1929" extrusionOk="0">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78"/>
            <p:cNvSpPr/>
            <p:nvPr/>
          </p:nvSpPr>
          <p:spPr>
            <a:xfrm>
              <a:off x="8171535" y="2996048"/>
              <a:ext cx="93221" cy="82152"/>
            </a:xfrm>
            <a:custGeom>
              <a:avLst/>
              <a:gdLst/>
              <a:ahLst/>
              <a:cxnLst/>
              <a:rect l="l" t="t" r="r" b="b"/>
              <a:pathLst>
                <a:path w="3554" h="3132" extrusionOk="0">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78"/>
            <p:cNvSpPr/>
            <p:nvPr/>
          </p:nvSpPr>
          <p:spPr>
            <a:xfrm>
              <a:off x="8067297" y="2917646"/>
              <a:ext cx="207768" cy="93195"/>
            </a:xfrm>
            <a:custGeom>
              <a:avLst/>
              <a:gdLst/>
              <a:ahLst/>
              <a:cxnLst/>
              <a:rect l="l" t="t" r="r" b="b"/>
              <a:pathLst>
                <a:path w="7921" h="3553" extrusionOk="0">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0" name="Google Shape;15840;p78"/>
          <p:cNvGrpSpPr/>
          <p:nvPr/>
        </p:nvGrpSpPr>
        <p:grpSpPr>
          <a:xfrm>
            <a:off x="6324130" y="1566303"/>
            <a:ext cx="370630" cy="261802"/>
            <a:chOff x="6324130" y="1566303"/>
            <a:chExt cx="370630" cy="261802"/>
          </a:xfrm>
        </p:grpSpPr>
        <p:sp>
          <p:nvSpPr>
            <p:cNvPr id="15841" name="Google Shape;15841;p78"/>
            <p:cNvSpPr/>
            <p:nvPr/>
          </p:nvSpPr>
          <p:spPr>
            <a:xfrm>
              <a:off x="6536147"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78"/>
            <p:cNvSpPr/>
            <p:nvPr/>
          </p:nvSpPr>
          <p:spPr>
            <a:xfrm>
              <a:off x="6404525" y="1787343"/>
              <a:ext cx="51253" cy="40761"/>
            </a:xfrm>
            <a:custGeom>
              <a:avLst/>
              <a:gdLst/>
              <a:ahLst/>
              <a:cxnLst/>
              <a:rect l="l" t="t" r="r" b="b"/>
              <a:pathLst>
                <a:path w="1954" h="1554" extrusionOk="0">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78"/>
            <p:cNvSpPr/>
            <p:nvPr/>
          </p:nvSpPr>
          <p:spPr>
            <a:xfrm>
              <a:off x="6566023"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4" name="Google Shape;15844;p78"/>
            <p:cNvSpPr/>
            <p:nvPr/>
          </p:nvSpPr>
          <p:spPr>
            <a:xfrm>
              <a:off x="6434401" y="1787343"/>
              <a:ext cx="51253" cy="40761"/>
            </a:xfrm>
            <a:custGeom>
              <a:avLst/>
              <a:gdLst/>
              <a:ahLst/>
              <a:cxnLst/>
              <a:rect l="l" t="t" r="r" b="b"/>
              <a:pathLst>
                <a:path w="1954" h="1554" extrusionOk="0">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5" name="Google Shape;15845;p78"/>
            <p:cNvSpPr/>
            <p:nvPr/>
          </p:nvSpPr>
          <p:spPr>
            <a:xfrm>
              <a:off x="6324314" y="1684889"/>
              <a:ext cx="362315" cy="112212"/>
            </a:xfrm>
            <a:custGeom>
              <a:avLst/>
              <a:gdLst/>
              <a:ahLst/>
              <a:cxnLst/>
              <a:rect l="l" t="t" r="r" b="b"/>
              <a:pathLst>
                <a:path w="13813" h="4278" extrusionOk="0">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78"/>
            <p:cNvSpPr/>
            <p:nvPr/>
          </p:nvSpPr>
          <p:spPr>
            <a:xfrm>
              <a:off x="6324314" y="1715316"/>
              <a:ext cx="362315" cy="81785"/>
            </a:xfrm>
            <a:custGeom>
              <a:avLst/>
              <a:gdLst/>
              <a:ahLst/>
              <a:cxnLst/>
              <a:rect l="l" t="t" r="r" b="b"/>
              <a:pathLst>
                <a:path w="13813" h="3118" extrusionOk="0">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78"/>
            <p:cNvSpPr/>
            <p:nvPr/>
          </p:nvSpPr>
          <p:spPr>
            <a:xfrm>
              <a:off x="6324130" y="1684836"/>
              <a:ext cx="117405" cy="98258"/>
            </a:xfrm>
            <a:custGeom>
              <a:avLst/>
              <a:gdLst/>
              <a:ahLst/>
              <a:cxnLst/>
              <a:rect l="l" t="t" r="r" b="b"/>
              <a:pathLst>
                <a:path w="4476" h="3746" extrusionOk="0">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78"/>
            <p:cNvSpPr/>
            <p:nvPr/>
          </p:nvSpPr>
          <p:spPr>
            <a:xfrm>
              <a:off x="6382833" y="1566303"/>
              <a:ext cx="311927" cy="177498"/>
            </a:xfrm>
            <a:custGeom>
              <a:avLst/>
              <a:gdLst/>
              <a:ahLst/>
              <a:cxnLst/>
              <a:rect l="l" t="t" r="r" b="b"/>
              <a:pathLst>
                <a:path w="11892" h="6767"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9" name="Google Shape;15849;p78"/>
            <p:cNvSpPr/>
            <p:nvPr/>
          </p:nvSpPr>
          <p:spPr>
            <a:xfrm>
              <a:off x="6382833" y="1566303"/>
              <a:ext cx="275520" cy="125904"/>
            </a:xfrm>
            <a:custGeom>
              <a:avLst/>
              <a:gdLst/>
              <a:ahLst/>
              <a:cxnLst/>
              <a:rect l="l" t="t" r="r" b="b"/>
              <a:pathLst>
                <a:path w="10504" h="4800"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0" name="Google Shape;15850;p78"/>
            <p:cNvSpPr/>
            <p:nvPr/>
          </p:nvSpPr>
          <p:spPr>
            <a:xfrm>
              <a:off x="6389941" y="1714607"/>
              <a:ext cx="24027" cy="23843"/>
            </a:xfrm>
            <a:custGeom>
              <a:avLst/>
              <a:gdLst/>
              <a:ahLst/>
              <a:cxnLst/>
              <a:rect l="l" t="t" r="r" b="b"/>
              <a:pathLst>
                <a:path w="916" h="909" extrusionOk="0">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78"/>
            <p:cNvSpPr/>
            <p:nvPr/>
          </p:nvSpPr>
          <p:spPr>
            <a:xfrm>
              <a:off x="6456644" y="1601792"/>
              <a:ext cx="49365" cy="43830"/>
            </a:xfrm>
            <a:custGeom>
              <a:avLst/>
              <a:gdLst/>
              <a:ahLst/>
              <a:cxnLst/>
              <a:rect l="l" t="t" r="r" b="b"/>
              <a:pathLst>
                <a:path w="1882" h="1671" extrusionOk="0">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78"/>
            <p:cNvSpPr/>
            <p:nvPr/>
          </p:nvSpPr>
          <p:spPr>
            <a:xfrm>
              <a:off x="6516763" y="1605753"/>
              <a:ext cx="49286" cy="26519"/>
            </a:xfrm>
            <a:custGeom>
              <a:avLst/>
              <a:gdLst/>
              <a:ahLst/>
              <a:cxnLst/>
              <a:rect l="l" t="t" r="r" b="b"/>
              <a:pathLst>
                <a:path w="1879" h="1011" extrusionOk="0">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3" name="Google Shape;15853;p78"/>
            <p:cNvSpPr/>
            <p:nvPr/>
          </p:nvSpPr>
          <p:spPr>
            <a:xfrm>
              <a:off x="6575440" y="1631012"/>
              <a:ext cx="44145" cy="13194"/>
            </a:xfrm>
            <a:custGeom>
              <a:avLst/>
              <a:gdLst/>
              <a:ahLst/>
              <a:cxnLst/>
              <a:rect l="l" t="t" r="r" b="b"/>
              <a:pathLst>
                <a:path w="1683" h="503" extrusionOk="0">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4" name="Google Shape;15854;p78"/>
            <p:cNvSpPr/>
            <p:nvPr/>
          </p:nvSpPr>
          <p:spPr>
            <a:xfrm>
              <a:off x="6632962" y="1667026"/>
              <a:ext cx="32499" cy="19856"/>
            </a:xfrm>
            <a:custGeom>
              <a:avLst/>
              <a:gdLst/>
              <a:ahLst/>
              <a:cxnLst/>
              <a:rect l="l" t="t" r="r" b="b"/>
              <a:pathLst>
                <a:path w="1239" h="757" extrusionOk="0">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78"/>
            <p:cNvSpPr/>
            <p:nvPr/>
          </p:nvSpPr>
          <p:spPr>
            <a:xfrm>
              <a:off x="6428526" y="1678594"/>
              <a:ext cx="52067" cy="35568"/>
            </a:xfrm>
            <a:custGeom>
              <a:avLst/>
              <a:gdLst/>
              <a:ahLst/>
              <a:cxnLst/>
              <a:rect l="l" t="t" r="r" b="b"/>
              <a:pathLst>
                <a:path w="1985" h="1356" extrusionOk="0">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6" name="Google Shape;15856;p78"/>
            <p:cNvSpPr/>
            <p:nvPr/>
          </p:nvSpPr>
          <p:spPr>
            <a:xfrm>
              <a:off x="6324314" y="1715316"/>
              <a:ext cx="103713" cy="67778"/>
            </a:xfrm>
            <a:custGeom>
              <a:avLst/>
              <a:gdLst/>
              <a:ahLst/>
              <a:cxnLst/>
              <a:rect l="l" t="t" r="r" b="b"/>
              <a:pathLst>
                <a:path w="3954" h="2584" extrusionOk="0">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7" name="Google Shape;15857;p78"/>
            <p:cNvSpPr/>
            <p:nvPr/>
          </p:nvSpPr>
          <p:spPr>
            <a:xfrm>
              <a:off x="6324130" y="1708024"/>
              <a:ext cx="24210" cy="30086"/>
            </a:xfrm>
            <a:custGeom>
              <a:avLst/>
              <a:gdLst/>
              <a:ahLst/>
              <a:cxnLst/>
              <a:rect l="l" t="t" r="r" b="b"/>
              <a:pathLst>
                <a:path w="923" h="1147" extrusionOk="0">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8" name="Google Shape;15858;p78"/>
          <p:cNvGrpSpPr/>
          <p:nvPr/>
        </p:nvGrpSpPr>
        <p:grpSpPr>
          <a:xfrm>
            <a:off x="5232280" y="2026587"/>
            <a:ext cx="370840" cy="353213"/>
            <a:chOff x="5232280" y="2026587"/>
            <a:chExt cx="370840" cy="353213"/>
          </a:xfrm>
        </p:grpSpPr>
        <p:sp>
          <p:nvSpPr>
            <p:cNvPr id="15859" name="Google Shape;15859;p78"/>
            <p:cNvSpPr/>
            <p:nvPr/>
          </p:nvSpPr>
          <p:spPr>
            <a:xfrm>
              <a:off x="5232280" y="2058561"/>
              <a:ext cx="370840" cy="321239"/>
            </a:xfrm>
            <a:custGeom>
              <a:avLst/>
              <a:gdLst/>
              <a:ahLst/>
              <a:cxnLst/>
              <a:rect l="l" t="t" r="r" b="b"/>
              <a:pathLst>
                <a:path w="14138" h="12247" extrusionOk="0">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78"/>
            <p:cNvSpPr/>
            <p:nvPr/>
          </p:nvSpPr>
          <p:spPr>
            <a:xfrm>
              <a:off x="5287048" y="2026587"/>
              <a:ext cx="105550" cy="71687"/>
            </a:xfrm>
            <a:custGeom>
              <a:avLst/>
              <a:gdLst/>
              <a:ahLst/>
              <a:cxnLst/>
              <a:rect l="l" t="t" r="r" b="b"/>
              <a:pathLst>
                <a:path w="4024" h="2733" extrusionOk="0">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78"/>
            <p:cNvSpPr/>
            <p:nvPr/>
          </p:nvSpPr>
          <p:spPr>
            <a:xfrm>
              <a:off x="5276740" y="2088621"/>
              <a:ext cx="15135" cy="11961"/>
            </a:xfrm>
            <a:custGeom>
              <a:avLst/>
              <a:gdLst/>
              <a:ahLst/>
              <a:cxnLst/>
              <a:rect l="l" t="t" r="r" b="b"/>
              <a:pathLst>
                <a:path w="577" h="456" extrusionOk="0">
                  <a:moveTo>
                    <a:pt x="285" y="1"/>
                  </a:moveTo>
                  <a:cubicBezTo>
                    <a:pt x="0" y="21"/>
                    <a:pt x="0" y="442"/>
                    <a:pt x="285" y="455"/>
                  </a:cubicBezTo>
                  <a:cubicBezTo>
                    <a:pt x="577" y="442"/>
                    <a:pt x="577" y="21"/>
                    <a:pt x="2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78"/>
            <p:cNvSpPr/>
            <p:nvPr/>
          </p:nvSpPr>
          <p:spPr>
            <a:xfrm>
              <a:off x="5370827" y="2355406"/>
              <a:ext cx="29902" cy="24394"/>
            </a:xfrm>
            <a:custGeom>
              <a:avLst/>
              <a:gdLst/>
              <a:ahLst/>
              <a:cxnLst/>
              <a:rect l="l" t="t" r="r" b="b"/>
              <a:pathLst>
                <a:path w="1140" h="930" extrusionOk="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78"/>
            <p:cNvSpPr/>
            <p:nvPr/>
          </p:nvSpPr>
          <p:spPr>
            <a:xfrm>
              <a:off x="5561126" y="2355223"/>
              <a:ext cx="31345" cy="24578"/>
            </a:xfrm>
            <a:custGeom>
              <a:avLst/>
              <a:gdLst/>
              <a:ahLst/>
              <a:cxnLst/>
              <a:rect l="l" t="t" r="r" b="b"/>
              <a:pathLst>
                <a:path w="1195" h="937" extrusionOk="0">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78"/>
            <p:cNvSpPr/>
            <p:nvPr/>
          </p:nvSpPr>
          <p:spPr>
            <a:xfrm>
              <a:off x="5232280" y="2095756"/>
              <a:ext cx="46978" cy="46689"/>
            </a:xfrm>
            <a:custGeom>
              <a:avLst/>
              <a:gdLst/>
              <a:ahLst/>
              <a:cxnLst/>
              <a:rect l="l" t="t" r="r" b="b"/>
              <a:pathLst>
                <a:path w="1791" h="1780" extrusionOk="0">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78"/>
            <p:cNvSpPr/>
            <p:nvPr/>
          </p:nvSpPr>
          <p:spPr>
            <a:xfrm>
              <a:off x="5232621" y="2121933"/>
              <a:ext cx="9469" cy="9574"/>
            </a:xfrm>
            <a:custGeom>
              <a:avLst/>
              <a:gdLst/>
              <a:ahLst/>
              <a:cxnLst/>
              <a:rect l="l" t="t" r="r" b="b"/>
              <a:pathLst>
                <a:path w="361" h="365" extrusionOk="0">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78"/>
            <p:cNvSpPr/>
            <p:nvPr/>
          </p:nvSpPr>
          <p:spPr>
            <a:xfrm>
              <a:off x="5305908" y="2118235"/>
              <a:ext cx="65654" cy="132802"/>
            </a:xfrm>
            <a:custGeom>
              <a:avLst/>
              <a:gdLst/>
              <a:ahLst/>
              <a:cxnLst/>
              <a:rect l="l" t="t" r="r" b="b"/>
              <a:pathLst>
                <a:path w="2503" h="5063" extrusionOk="0">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78"/>
            <p:cNvSpPr/>
            <p:nvPr/>
          </p:nvSpPr>
          <p:spPr>
            <a:xfrm>
              <a:off x="5406762" y="2226302"/>
              <a:ext cx="120947" cy="37745"/>
            </a:xfrm>
            <a:custGeom>
              <a:avLst/>
              <a:gdLst/>
              <a:ahLst/>
              <a:cxnLst/>
              <a:rect l="l" t="t" r="r" b="b"/>
              <a:pathLst>
                <a:path w="4611" h="1439" extrusionOk="0">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78"/>
            <p:cNvSpPr/>
            <p:nvPr/>
          </p:nvSpPr>
          <p:spPr>
            <a:xfrm>
              <a:off x="5302524" y="2046207"/>
              <a:ext cx="73680" cy="48001"/>
            </a:xfrm>
            <a:custGeom>
              <a:avLst/>
              <a:gdLst/>
              <a:ahLst/>
              <a:cxnLst/>
              <a:rect l="l" t="t" r="r" b="b"/>
              <a:pathLst>
                <a:path w="2809" h="1830" extrusionOk="0">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9" name="Google Shape;15869;p78"/>
          <p:cNvGrpSpPr/>
          <p:nvPr/>
        </p:nvGrpSpPr>
        <p:grpSpPr>
          <a:xfrm>
            <a:off x="7968961" y="2435329"/>
            <a:ext cx="379548" cy="365331"/>
            <a:chOff x="7968961" y="2435329"/>
            <a:chExt cx="379548" cy="365331"/>
          </a:xfrm>
        </p:grpSpPr>
        <p:sp>
          <p:nvSpPr>
            <p:cNvPr id="15870" name="Google Shape;15870;p78"/>
            <p:cNvSpPr/>
            <p:nvPr/>
          </p:nvSpPr>
          <p:spPr>
            <a:xfrm>
              <a:off x="8154276" y="2638638"/>
              <a:ext cx="118297" cy="162023"/>
            </a:xfrm>
            <a:custGeom>
              <a:avLst/>
              <a:gdLst/>
              <a:ahLst/>
              <a:cxnLst/>
              <a:rect l="l" t="t" r="r" b="b"/>
              <a:pathLst>
                <a:path w="45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1" name="Google Shape;15871;p78"/>
            <p:cNvSpPr/>
            <p:nvPr/>
          </p:nvSpPr>
          <p:spPr>
            <a:xfrm>
              <a:off x="8154276" y="2638638"/>
              <a:ext cx="107805" cy="162023"/>
            </a:xfrm>
            <a:custGeom>
              <a:avLst/>
              <a:gdLst/>
              <a:ahLst/>
              <a:cxnLst/>
              <a:rect l="l" t="t" r="r" b="b"/>
              <a:pathLst>
                <a:path w="41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78"/>
            <p:cNvSpPr/>
            <p:nvPr/>
          </p:nvSpPr>
          <p:spPr>
            <a:xfrm>
              <a:off x="8145332" y="2435382"/>
              <a:ext cx="203178" cy="195886"/>
            </a:xfrm>
            <a:custGeom>
              <a:avLst/>
              <a:gdLst/>
              <a:ahLst/>
              <a:cxnLst/>
              <a:rect l="l" t="t" r="r" b="b"/>
              <a:pathLst>
                <a:path w="7746" h="7468" extrusionOk="0">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78"/>
            <p:cNvSpPr/>
            <p:nvPr/>
          </p:nvSpPr>
          <p:spPr>
            <a:xfrm>
              <a:off x="8145489" y="2435329"/>
              <a:ext cx="196095" cy="195886"/>
            </a:xfrm>
            <a:custGeom>
              <a:avLst/>
              <a:gdLst/>
              <a:ahLst/>
              <a:cxnLst/>
              <a:rect l="l" t="t" r="r" b="b"/>
              <a:pathLst>
                <a:path w="7476" h="7468" extrusionOk="0">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78"/>
            <p:cNvSpPr/>
            <p:nvPr/>
          </p:nvSpPr>
          <p:spPr>
            <a:xfrm>
              <a:off x="7968961" y="2488183"/>
              <a:ext cx="136606" cy="226968"/>
            </a:xfrm>
            <a:custGeom>
              <a:avLst/>
              <a:gdLst/>
              <a:ahLst/>
              <a:cxnLst/>
              <a:rect l="l" t="t" r="r" b="b"/>
              <a:pathLst>
                <a:path w="5208" h="8653" extrusionOk="0">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78"/>
            <p:cNvSpPr/>
            <p:nvPr/>
          </p:nvSpPr>
          <p:spPr>
            <a:xfrm>
              <a:off x="7968961" y="2488104"/>
              <a:ext cx="117038" cy="227047"/>
            </a:xfrm>
            <a:custGeom>
              <a:avLst/>
              <a:gdLst/>
              <a:ahLst/>
              <a:cxnLst/>
              <a:rect l="l" t="t" r="r" b="b"/>
              <a:pathLst>
                <a:path w="4462" h="8656" extrusionOk="0">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6" name="Google Shape;15876;p78"/>
          <p:cNvGrpSpPr/>
          <p:nvPr/>
        </p:nvGrpSpPr>
        <p:grpSpPr>
          <a:xfrm>
            <a:off x="4136679" y="2115323"/>
            <a:ext cx="373305" cy="223217"/>
            <a:chOff x="4136679" y="2115323"/>
            <a:chExt cx="373305" cy="223217"/>
          </a:xfrm>
        </p:grpSpPr>
        <p:sp>
          <p:nvSpPr>
            <p:cNvPr id="15877" name="Google Shape;15877;p78"/>
            <p:cNvSpPr/>
            <p:nvPr/>
          </p:nvSpPr>
          <p:spPr>
            <a:xfrm>
              <a:off x="4453092" y="2115323"/>
              <a:ext cx="56893" cy="53903"/>
            </a:xfrm>
            <a:custGeom>
              <a:avLst/>
              <a:gdLst/>
              <a:ahLst/>
              <a:cxnLst/>
              <a:rect l="l" t="t" r="r" b="b"/>
              <a:pathLst>
                <a:path w="2169" h="2055" extrusionOk="0">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8" name="Google Shape;15878;p78"/>
            <p:cNvSpPr/>
            <p:nvPr/>
          </p:nvSpPr>
          <p:spPr>
            <a:xfrm>
              <a:off x="4136679" y="2131691"/>
              <a:ext cx="367823" cy="206850"/>
            </a:xfrm>
            <a:custGeom>
              <a:avLst/>
              <a:gdLst/>
              <a:ahLst/>
              <a:cxnLst/>
              <a:rect l="l" t="t" r="r" b="b"/>
              <a:pathLst>
                <a:path w="14023" h="7886" extrusionOk="0">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78"/>
            <p:cNvSpPr/>
            <p:nvPr/>
          </p:nvSpPr>
          <p:spPr>
            <a:xfrm>
              <a:off x="4191998" y="2139481"/>
              <a:ext cx="33810" cy="38952"/>
            </a:xfrm>
            <a:custGeom>
              <a:avLst/>
              <a:gdLst/>
              <a:ahLst/>
              <a:cxnLst/>
              <a:rect l="l" t="t" r="r" b="b"/>
              <a:pathLst>
                <a:path w="1289" h="1485" extrusionOk="0">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78"/>
            <p:cNvSpPr/>
            <p:nvPr/>
          </p:nvSpPr>
          <p:spPr>
            <a:xfrm>
              <a:off x="4178123" y="2194275"/>
              <a:ext cx="15686" cy="11777"/>
            </a:xfrm>
            <a:custGeom>
              <a:avLst/>
              <a:gdLst/>
              <a:ahLst/>
              <a:cxnLst/>
              <a:rect l="l" t="t" r="r" b="b"/>
              <a:pathLst>
                <a:path w="598" h="449" extrusionOk="0">
                  <a:moveTo>
                    <a:pt x="299" y="1"/>
                  </a:moveTo>
                  <a:cubicBezTo>
                    <a:pt x="0" y="1"/>
                    <a:pt x="0" y="448"/>
                    <a:pt x="299" y="448"/>
                  </a:cubicBezTo>
                  <a:cubicBezTo>
                    <a:pt x="597" y="448"/>
                    <a:pt x="597"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1" name="Google Shape;15881;p78"/>
            <p:cNvSpPr/>
            <p:nvPr/>
          </p:nvSpPr>
          <p:spPr>
            <a:xfrm>
              <a:off x="4152339" y="2228637"/>
              <a:ext cx="29902" cy="15817"/>
            </a:xfrm>
            <a:custGeom>
              <a:avLst/>
              <a:gdLst/>
              <a:ahLst/>
              <a:cxnLst/>
              <a:rect l="l" t="t" r="r" b="b"/>
              <a:pathLst>
                <a:path w="1140" h="603" extrusionOk="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2" name="Google Shape;15882;p78"/>
            <p:cNvSpPr/>
            <p:nvPr/>
          </p:nvSpPr>
          <p:spPr>
            <a:xfrm>
              <a:off x="4136863" y="2204584"/>
              <a:ext cx="15502" cy="29194"/>
            </a:xfrm>
            <a:custGeom>
              <a:avLst/>
              <a:gdLst/>
              <a:ahLst/>
              <a:cxnLst/>
              <a:rect l="l" t="t" r="r" b="b"/>
              <a:pathLst>
                <a:path w="591" h="1113" extrusionOk="0">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78"/>
            <p:cNvSpPr/>
            <p:nvPr/>
          </p:nvSpPr>
          <p:spPr>
            <a:xfrm>
              <a:off x="4269246" y="2253477"/>
              <a:ext cx="169629" cy="27410"/>
            </a:xfrm>
            <a:custGeom>
              <a:avLst/>
              <a:gdLst/>
              <a:ahLst/>
              <a:cxnLst/>
              <a:rect l="l" t="t" r="r" b="b"/>
              <a:pathLst>
                <a:path w="6467" h="1045" extrusionOk="0">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78"/>
            <p:cNvSpPr/>
            <p:nvPr/>
          </p:nvSpPr>
          <p:spPr>
            <a:xfrm>
              <a:off x="4171355" y="2249044"/>
              <a:ext cx="63870" cy="14794"/>
            </a:xfrm>
            <a:custGeom>
              <a:avLst/>
              <a:gdLst/>
              <a:ahLst/>
              <a:cxnLst/>
              <a:rect l="l" t="t" r="r" b="b"/>
              <a:pathLst>
                <a:path w="2435" h="564" extrusionOk="0">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78"/>
            <p:cNvSpPr/>
            <p:nvPr/>
          </p:nvSpPr>
          <p:spPr>
            <a:xfrm>
              <a:off x="4443492" y="2324822"/>
              <a:ext cx="25994" cy="13718"/>
            </a:xfrm>
            <a:custGeom>
              <a:avLst/>
              <a:gdLst/>
              <a:ahLst/>
              <a:cxnLst/>
              <a:rect l="l" t="t" r="r" b="b"/>
              <a:pathLst>
                <a:path w="991" h="523" extrusionOk="0">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78"/>
            <p:cNvSpPr/>
            <p:nvPr/>
          </p:nvSpPr>
          <p:spPr>
            <a:xfrm>
              <a:off x="4243042" y="2324822"/>
              <a:ext cx="24210" cy="13718"/>
            </a:xfrm>
            <a:custGeom>
              <a:avLst/>
              <a:gdLst/>
              <a:ahLst/>
              <a:cxnLst/>
              <a:rect l="l" t="t" r="r" b="b"/>
              <a:pathLst>
                <a:path w="923" h="523" extrusionOk="0">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87" name="Google Shape;15887;p78"/>
          <p:cNvGrpSpPr/>
          <p:nvPr/>
        </p:nvGrpSpPr>
        <p:grpSpPr>
          <a:xfrm>
            <a:off x="7423823" y="2464077"/>
            <a:ext cx="372046" cy="307730"/>
            <a:chOff x="7423823" y="2464077"/>
            <a:chExt cx="372046" cy="307730"/>
          </a:xfrm>
        </p:grpSpPr>
        <p:sp>
          <p:nvSpPr>
            <p:cNvPr id="15888" name="Google Shape;15888;p78"/>
            <p:cNvSpPr/>
            <p:nvPr/>
          </p:nvSpPr>
          <p:spPr>
            <a:xfrm>
              <a:off x="7423823" y="2464077"/>
              <a:ext cx="212909" cy="149249"/>
            </a:xfrm>
            <a:custGeom>
              <a:avLst/>
              <a:gdLst/>
              <a:ahLst/>
              <a:cxnLst/>
              <a:rect l="l" t="t" r="r" b="b"/>
              <a:pathLst>
                <a:path w="8117" h="5690" extrusionOk="0">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78"/>
            <p:cNvSpPr/>
            <p:nvPr/>
          </p:nvSpPr>
          <p:spPr>
            <a:xfrm>
              <a:off x="7434840" y="2507645"/>
              <a:ext cx="359115" cy="258287"/>
            </a:xfrm>
            <a:custGeom>
              <a:avLst/>
              <a:gdLst/>
              <a:ahLst/>
              <a:cxnLst/>
              <a:rect l="l" t="t" r="r" b="b"/>
              <a:pathLst>
                <a:path w="13691" h="9847" extrusionOk="0">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78"/>
            <p:cNvSpPr/>
            <p:nvPr/>
          </p:nvSpPr>
          <p:spPr>
            <a:xfrm>
              <a:off x="7434656" y="2507645"/>
              <a:ext cx="302406" cy="223060"/>
            </a:xfrm>
            <a:custGeom>
              <a:avLst/>
              <a:gdLst/>
              <a:ahLst/>
              <a:cxnLst/>
              <a:rect l="l" t="t" r="r" b="b"/>
              <a:pathLst>
                <a:path w="11529" h="8504" extrusionOk="0">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78"/>
            <p:cNvSpPr/>
            <p:nvPr/>
          </p:nvSpPr>
          <p:spPr>
            <a:xfrm>
              <a:off x="7434840" y="2507645"/>
              <a:ext cx="129865" cy="173433"/>
            </a:xfrm>
            <a:custGeom>
              <a:avLst/>
              <a:gdLst/>
              <a:ahLst/>
              <a:cxnLst/>
              <a:rect l="l" t="t" r="r" b="b"/>
              <a:pathLst>
                <a:path w="4951" h="6612" extrusionOk="0">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78"/>
            <p:cNvSpPr/>
            <p:nvPr/>
          </p:nvSpPr>
          <p:spPr>
            <a:xfrm>
              <a:off x="7459915" y="2490045"/>
              <a:ext cx="205932" cy="82729"/>
            </a:xfrm>
            <a:custGeom>
              <a:avLst/>
              <a:gdLst/>
              <a:ahLst/>
              <a:cxnLst/>
              <a:rect l="l" t="t" r="r" b="b"/>
              <a:pathLst>
                <a:path w="7851" h="3154" extrusionOk="0">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78"/>
            <p:cNvSpPr/>
            <p:nvPr/>
          </p:nvSpPr>
          <p:spPr>
            <a:xfrm>
              <a:off x="7423823" y="2553469"/>
              <a:ext cx="102192" cy="177236"/>
            </a:xfrm>
            <a:custGeom>
              <a:avLst/>
              <a:gdLst/>
              <a:ahLst/>
              <a:cxnLst/>
              <a:rect l="l" t="t" r="r" b="b"/>
              <a:pathLst>
                <a:path w="3896" h="6757" extrusionOk="0">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78"/>
            <p:cNvSpPr/>
            <p:nvPr/>
          </p:nvSpPr>
          <p:spPr>
            <a:xfrm>
              <a:off x="7423823" y="2581456"/>
              <a:ext cx="41102" cy="149249"/>
            </a:xfrm>
            <a:custGeom>
              <a:avLst/>
              <a:gdLst/>
              <a:ahLst/>
              <a:cxnLst/>
              <a:rect l="l" t="t" r="r" b="b"/>
              <a:pathLst>
                <a:path w="1567" h="5690" extrusionOk="0">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5" name="Google Shape;15895;p78"/>
            <p:cNvSpPr/>
            <p:nvPr/>
          </p:nvSpPr>
          <p:spPr>
            <a:xfrm>
              <a:off x="7445882" y="2660251"/>
              <a:ext cx="347915" cy="111556"/>
            </a:xfrm>
            <a:custGeom>
              <a:avLst/>
              <a:gdLst/>
              <a:ahLst/>
              <a:cxnLst/>
              <a:rect l="l" t="t" r="r" b="b"/>
              <a:pathLst>
                <a:path w="13264" h="4253" extrusionOk="0">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6" name="Google Shape;15896;p78"/>
            <p:cNvSpPr/>
            <p:nvPr/>
          </p:nvSpPr>
          <p:spPr>
            <a:xfrm>
              <a:off x="7446040" y="2660251"/>
              <a:ext cx="349830" cy="111556"/>
            </a:xfrm>
            <a:custGeom>
              <a:avLst/>
              <a:gdLst/>
              <a:ahLst/>
              <a:cxnLst/>
              <a:rect l="l" t="t" r="r" b="b"/>
              <a:pathLst>
                <a:path w="13337" h="4253" extrusionOk="0">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78"/>
            <p:cNvSpPr/>
            <p:nvPr/>
          </p:nvSpPr>
          <p:spPr>
            <a:xfrm>
              <a:off x="7433423" y="2624133"/>
              <a:ext cx="118533" cy="106572"/>
            </a:xfrm>
            <a:custGeom>
              <a:avLst/>
              <a:gdLst/>
              <a:ahLst/>
              <a:cxnLst/>
              <a:rect l="l" t="t" r="r" b="b"/>
              <a:pathLst>
                <a:path w="4519" h="4063" extrusionOk="0">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8" name="Google Shape;15898;p78"/>
            <p:cNvSpPr/>
            <p:nvPr/>
          </p:nvSpPr>
          <p:spPr>
            <a:xfrm>
              <a:off x="7439823" y="2642126"/>
              <a:ext cx="99149" cy="88579"/>
            </a:xfrm>
            <a:custGeom>
              <a:avLst/>
              <a:gdLst/>
              <a:ahLst/>
              <a:cxnLst/>
              <a:rect l="l" t="t" r="r" b="b"/>
              <a:pathLst>
                <a:path w="3780" h="3377" extrusionOk="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9" name="Google Shape;15899;p78"/>
            <p:cNvSpPr/>
            <p:nvPr/>
          </p:nvSpPr>
          <p:spPr>
            <a:xfrm>
              <a:off x="7744196" y="2725669"/>
              <a:ext cx="26650" cy="14112"/>
            </a:xfrm>
            <a:custGeom>
              <a:avLst/>
              <a:gdLst/>
              <a:ahLst/>
              <a:cxnLst/>
              <a:rect l="l" t="t" r="r" b="b"/>
              <a:pathLst>
                <a:path w="1016" h="538" extrusionOk="0">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78"/>
            <p:cNvSpPr/>
            <p:nvPr/>
          </p:nvSpPr>
          <p:spPr>
            <a:xfrm>
              <a:off x="7596679" y="2685694"/>
              <a:ext cx="24578" cy="16027"/>
            </a:xfrm>
            <a:custGeom>
              <a:avLst/>
              <a:gdLst/>
              <a:ahLst/>
              <a:cxnLst/>
              <a:rect l="l" t="t" r="r" b="b"/>
              <a:pathLst>
                <a:path w="937" h="611" extrusionOk="0">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01" name="Google Shape;15901;p78"/>
          <p:cNvGrpSpPr/>
          <p:nvPr/>
        </p:nvGrpSpPr>
        <p:grpSpPr>
          <a:xfrm>
            <a:off x="3882511" y="3365156"/>
            <a:ext cx="295061" cy="370263"/>
            <a:chOff x="3882511" y="3365156"/>
            <a:chExt cx="295061" cy="370263"/>
          </a:xfrm>
        </p:grpSpPr>
        <p:sp>
          <p:nvSpPr>
            <p:cNvPr id="15902" name="Google Shape;15902;p78"/>
            <p:cNvSpPr/>
            <p:nvPr/>
          </p:nvSpPr>
          <p:spPr>
            <a:xfrm>
              <a:off x="3882511" y="3365156"/>
              <a:ext cx="295061" cy="282209"/>
            </a:xfrm>
            <a:custGeom>
              <a:avLst/>
              <a:gdLst/>
              <a:ahLst/>
              <a:cxnLst/>
              <a:rect l="l" t="t" r="r" b="b"/>
              <a:pathLst>
                <a:path w="11249" h="10759" extrusionOk="0">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78"/>
            <p:cNvSpPr/>
            <p:nvPr/>
          </p:nvSpPr>
          <p:spPr>
            <a:xfrm>
              <a:off x="3882511" y="3365314"/>
              <a:ext cx="166875" cy="282051"/>
            </a:xfrm>
            <a:custGeom>
              <a:avLst/>
              <a:gdLst/>
              <a:ahLst/>
              <a:cxnLst/>
              <a:rect l="l" t="t" r="r" b="b"/>
              <a:pathLst>
                <a:path w="6362" h="10753" extrusionOk="0">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78"/>
            <p:cNvSpPr/>
            <p:nvPr/>
          </p:nvSpPr>
          <p:spPr>
            <a:xfrm>
              <a:off x="4023208" y="3614656"/>
              <a:ext cx="35227" cy="114887"/>
            </a:xfrm>
            <a:custGeom>
              <a:avLst/>
              <a:gdLst/>
              <a:ahLst/>
              <a:cxnLst/>
              <a:rect l="l" t="t" r="r" b="b"/>
              <a:pathLst>
                <a:path w="1343" h="4380" extrusionOk="0">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5" name="Google Shape;15905;p78"/>
            <p:cNvSpPr/>
            <p:nvPr/>
          </p:nvSpPr>
          <p:spPr>
            <a:xfrm>
              <a:off x="4023208" y="3614656"/>
              <a:ext cx="30269" cy="114887"/>
            </a:xfrm>
            <a:custGeom>
              <a:avLst/>
              <a:gdLst/>
              <a:ahLst/>
              <a:cxnLst/>
              <a:rect l="l" t="t" r="r" b="b"/>
              <a:pathLst>
                <a:path w="1154" h="4380" extrusionOk="0">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6" name="Google Shape;15906;p78"/>
            <p:cNvSpPr/>
            <p:nvPr/>
          </p:nvSpPr>
          <p:spPr>
            <a:xfrm>
              <a:off x="4003641" y="3723642"/>
              <a:ext cx="74362" cy="11777"/>
            </a:xfrm>
            <a:custGeom>
              <a:avLst/>
              <a:gdLst/>
              <a:ahLst/>
              <a:cxnLst/>
              <a:rect l="l" t="t" r="r" b="b"/>
              <a:pathLst>
                <a:path w="2835" h="449" extrusionOk="0">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07" name="Google Shape;15907;p78"/>
          <p:cNvGrpSpPr/>
          <p:nvPr/>
        </p:nvGrpSpPr>
        <p:grpSpPr>
          <a:xfrm>
            <a:off x="5229788" y="1512217"/>
            <a:ext cx="370132" cy="370132"/>
            <a:chOff x="5229788" y="1512217"/>
            <a:chExt cx="370132" cy="370132"/>
          </a:xfrm>
        </p:grpSpPr>
        <p:sp>
          <p:nvSpPr>
            <p:cNvPr id="15908" name="Google Shape;15908;p78"/>
            <p:cNvSpPr/>
            <p:nvPr/>
          </p:nvSpPr>
          <p:spPr>
            <a:xfrm>
              <a:off x="5468639"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78"/>
            <p:cNvSpPr/>
            <p:nvPr/>
          </p:nvSpPr>
          <p:spPr>
            <a:xfrm>
              <a:off x="5492482"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78"/>
            <p:cNvSpPr/>
            <p:nvPr/>
          </p:nvSpPr>
          <p:spPr>
            <a:xfrm>
              <a:off x="5229788" y="1512217"/>
              <a:ext cx="131465" cy="131281"/>
            </a:xfrm>
            <a:custGeom>
              <a:avLst/>
              <a:gdLst/>
              <a:ahLst/>
              <a:cxnLst/>
              <a:rect l="l" t="t" r="r" b="b"/>
              <a:pathLst>
                <a:path w="5012" h="5005" extrusionOk="0">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78"/>
            <p:cNvSpPr/>
            <p:nvPr/>
          </p:nvSpPr>
          <p:spPr>
            <a:xfrm>
              <a:off x="5253789" y="1536034"/>
              <a:ext cx="83438" cy="83621"/>
            </a:xfrm>
            <a:custGeom>
              <a:avLst/>
              <a:gdLst/>
              <a:ahLst/>
              <a:cxnLst/>
              <a:rect l="l" t="t" r="r" b="b"/>
              <a:pathLst>
                <a:path w="3181" h="3188" extrusionOk="0">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78"/>
            <p:cNvSpPr/>
            <p:nvPr/>
          </p:nvSpPr>
          <p:spPr>
            <a:xfrm>
              <a:off x="5241697" y="1547942"/>
              <a:ext cx="346315" cy="334406"/>
            </a:xfrm>
            <a:custGeom>
              <a:avLst/>
              <a:gdLst/>
              <a:ahLst/>
              <a:cxnLst/>
              <a:rect l="l" t="t" r="r" b="b"/>
              <a:pathLst>
                <a:path w="13203" h="12749" extrusionOk="0">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3" name="Google Shape;15913;p78"/>
            <p:cNvSpPr/>
            <p:nvPr/>
          </p:nvSpPr>
          <p:spPr>
            <a:xfrm>
              <a:off x="5370119" y="1786819"/>
              <a:ext cx="89471" cy="71687"/>
            </a:xfrm>
            <a:custGeom>
              <a:avLst/>
              <a:gdLst/>
              <a:ahLst/>
              <a:cxnLst/>
              <a:rect l="l" t="t" r="r" b="b"/>
              <a:pathLst>
                <a:path w="3411" h="2733" extrusionOk="0">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4" name="Google Shape;15914;p78"/>
            <p:cNvSpPr/>
            <p:nvPr/>
          </p:nvSpPr>
          <p:spPr>
            <a:xfrm>
              <a:off x="5241880" y="1552034"/>
              <a:ext cx="165065" cy="330131"/>
            </a:xfrm>
            <a:custGeom>
              <a:avLst/>
              <a:gdLst/>
              <a:ahLst/>
              <a:cxnLst/>
              <a:rect l="l" t="t" r="r" b="b"/>
              <a:pathLst>
                <a:path w="6293" h="12586" extrusionOk="0">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78"/>
            <p:cNvSpPr/>
            <p:nvPr/>
          </p:nvSpPr>
          <p:spPr>
            <a:xfrm>
              <a:off x="532529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78"/>
            <p:cNvSpPr/>
            <p:nvPr/>
          </p:nvSpPr>
          <p:spPr>
            <a:xfrm>
              <a:off x="534325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78"/>
            <p:cNvSpPr/>
            <p:nvPr/>
          </p:nvSpPr>
          <p:spPr>
            <a:xfrm>
              <a:off x="5337200" y="1697164"/>
              <a:ext cx="11961" cy="11961"/>
            </a:xfrm>
            <a:custGeom>
              <a:avLst/>
              <a:gdLst/>
              <a:ahLst/>
              <a:cxnLst/>
              <a:rect l="l" t="t" r="r" b="b"/>
              <a:pathLst>
                <a:path w="456" h="456" extrusionOk="0">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78"/>
            <p:cNvSpPr/>
            <p:nvPr/>
          </p:nvSpPr>
          <p:spPr>
            <a:xfrm>
              <a:off x="5468639" y="1691315"/>
              <a:ext cx="35778" cy="41811"/>
            </a:xfrm>
            <a:custGeom>
              <a:avLst/>
              <a:gdLst/>
              <a:ahLst/>
              <a:cxnLst/>
              <a:rect l="l" t="t" r="r" b="b"/>
              <a:pathLst>
                <a:path w="1364" h="1594" extrusionOk="0">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78"/>
            <p:cNvSpPr/>
            <p:nvPr/>
          </p:nvSpPr>
          <p:spPr>
            <a:xfrm>
              <a:off x="5486423" y="1691315"/>
              <a:ext cx="17994" cy="29771"/>
            </a:xfrm>
            <a:custGeom>
              <a:avLst/>
              <a:gdLst/>
              <a:ahLst/>
              <a:cxnLst/>
              <a:rect l="l" t="t" r="r" b="b"/>
              <a:pathLst>
                <a:path w="686" h="1135" extrusionOk="0">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0" name="Google Shape;15920;p78"/>
            <p:cNvSpPr/>
            <p:nvPr/>
          </p:nvSpPr>
          <p:spPr>
            <a:xfrm>
              <a:off x="5480573" y="1697164"/>
              <a:ext cx="11935" cy="11961"/>
            </a:xfrm>
            <a:custGeom>
              <a:avLst/>
              <a:gdLst/>
              <a:ahLst/>
              <a:cxnLst/>
              <a:rect l="l" t="t" r="r" b="b"/>
              <a:pathLst>
                <a:path w="455" h="456" extrusionOk="0">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1" name="Google Shape;15921;p78"/>
            <p:cNvSpPr/>
            <p:nvPr/>
          </p:nvSpPr>
          <p:spPr>
            <a:xfrm>
              <a:off x="5355168" y="1780759"/>
              <a:ext cx="119373" cy="47870"/>
            </a:xfrm>
            <a:custGeom>
              <a:avLst/>
              <a:gdLst/>
              <a:ahLst/>
              <a:cxnLst/>
              <a:rect l="l" t="t" r="r" b="b"/>
              <a:pathLst>
                <a:path w="4551" h="1825" extrusionOk="0">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78"/>
            <p:cNvSpPr/>
            <p:nvPr/>
          </p:nvSpPr>
          <p:spPr>
            <a:xfrm>
              <a:off x="5385044" y="1762976"/>
              <a:ext cx="59804" cy="41653"/>
            </a:xfrm>
            <a:custGeom>
              <a:avLst/>
              <a:gdLst/>
              <a:ahLst/>
              <a:cxnLst/>
              <a:rect l="l" t="t" r="r" b="b"/>
              <a:pathLst>
                <a:path w="2280" h="1588" extrusionOk="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78"/>
            <p:cNvSpPr/>
            <p:nvPr/>
          </p:nvSpPr>
          <p:spPr>
            <a:xfrm>
              <a:off x="5354276" y="1798543"/>
              <a:ext cx="121340" cy="32761"/>
            </a:xfrm>
            <a:custGeom>
              <a:avLst/>
              <a:gdLst/>
              <a:ahLst/>
              <a:cxnLst/>
              <a:rect l="l" t="t" r="r" b="b"/>
              <a:pathLst>
                <a:path w="4626" h="1249" extrusionOk="0">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78"/>
            <p:cNvSpPr/>
            <p:nvPr/>
          </p:nvSpPr>
          <p:spPr>
            <a:xfrm>
              <a:off x="5385044" y="1765992"/>
              <a:ext cx="49470" cy="38820"/>
            </a:xfrm>
            <a:custGeom>
              <a:avLst/>
              <a:gdLst/>
              <a:ahLst/>
              <a:cxnLst/>
              <a:rect l="l" t="t" r="r" b="b"/>
              <a:pathLst>
                <a:path w="1886" h="1480" extrusionOk="0">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5" name="Google Shape;15925;p78"/>
          <p:cNvGrpSpPr/>
          <p:nvPr/>
        </p:nvGrpSpPr>
        <p:grpSpPr>
          <a:xfrm>
            <a:off x="6041869" y="3365392"/>
            <a:ext cx="373882" cy="370053"/>
            <a:chOff x="6041869" y="3365392"/>
            <a:chExt cx="373882" cy="370053"/>
          </a:xfrm>
        </p:grpSpPr>
        <p:sp>
          <p:nvSpPr>
            <p:cNvPr id="15926" name="Google Shape;15926;p78"/>
            <p:cNvSpPr/>
            <p:nvPr/>
          </p:nvSpPr>
          <p:spPr>
            <a:xfrm>
              <a:off x="6082080" y="3626355"/>
              <a:ext cx="70795" cy="68854"/>
            </a:xfrm>
            <a:custGeom>
              <a:avLst/>
              <a:gdLst/>
              <a:ahLst/>
              <a:cxnLst/>
              <a:rect l="l" t="t" r="r" b="b"/>
              <a:pathLst>
                <a:path w="2699" h="2625" extrusionOk="0">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78"/>
            <p:cNvSpPr/>
            <p:nvPr/>
          </p:nvSpPr>
          <p:spPr>
            <a:xfrm>
              <a:off x="6304746" y="3405603"/>
              <a:ext cx="70821" cy="68723"/>
            </a:xfrm>
            <a:custGeom>
              <a:avLst/>
              <a:gdLst/>
              <a:ahLst/>
              <a:cxnLst/>
              <a:rect l="l" t="t" r="r" b="b"/>
              <a:pathLst>
                <a:path w="2700" h="2620" extrusionOk="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78"/>
            <p:cNvSpPr/>
            <p:nvPr/>
          </p:nvSpPr>
          <p:spPr>
            <a:xfrm>
              <a:off x="6180128" y="3388344"/>
              <a:ext cx="97418" cy="52171"/>
            </a:xfrm>
            <a:custGeom>
              <a:avLst/>
              <a:gdLst/>
              <a:ahLst/>
              <a:cxnLst/>
              <a:rect l="l" t="t" r="r" b="b"/>
              <a:pathLst>
                <a:path w="3714" h="1989" extrusionOk="0">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78"/>
            <p:cNvSpPr/>
            <p:nvPr/>
          </p:nvSpPr>
          <p:spPr>
            <a:xfrm>
              <a:off x="6180075" y="3660375"/>
              <a:ext cx="96946" cy="52093"/>
            </a:xfrm>
            <a:custGeom>
              <a:avLst/>
              <a:gdLst/>
              <a:ahLst/>
              <a:cxnLst/>
              <a:rect l="l" t="t" r="r" b="b"/>
              <a:pathLst>
                <a:path w="3696" h="1986" extrusionOk="0">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78"/>
            <p:cNvSpPr/>
            <p:nvPr/>
          </p:nvSpPr>
          <p:spPr>
            <a:xfrm>
              <a:off x="6338190" y="3503939"/>
              <a:ext cx="55109" cy="92749"/>
            </a:xfrm>
            <a:custGeom>
              <a:avLst/>
              <a:gdLst/>
              <a:ahLst/>
              <a:cxnLst/>
              <a:rect l="l" t="t" r="r" b="b"/>
              <a:pathLst>
                <a:path w="2101" h="3536" extrusionOk="0">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1" name="Google Shape;15931;p78"/>
            <p:cNvSpPr/>
            <p:nvPr/>
          </p:nvSpPr>
          <p:spPr>
            <a:xfrm>
              <a:off x="6064506" y="3503939"/>
              <a:ext cx="55109" cy="92749"/>
            </a:xfrm>
            <a:custGeom>
              <a:avLst/>
              <a:gdLst/>
              <a:ahLst/>
              <a:cxnLst/>
              <a:rect l="l" t="t" r="r" b="b"/>
              <a:pathLst>
                <a:path w="2101" h="3536" extrusionOk="0">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2" name="Google Shape;15932;p78"/>
            <p:cNvSpPr/>
            <p:nvPr/>
          </p:nvSpPr>
          <p:spPr>
            <a:xfrm>
              <a:off x="6304746" y="3626355"/>
              <a:ext cx="70821" cy="68854"/>
            </a:xfrm>
            <a:custGeom>
              <a:avLst/>
              <a:gdLst/>
              <a:ahLst/>
              <a:cxnLst/>
              <a:rect l="l" t="t" r="r" b="b"/>
              <a:pathLst>
                <a:path w="2700" h="2625" extrusionOk="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78"/>
            <p:cNvSpPr/>
            <p:nvPr/>
          </p:nvSpPr>
          <p:spPr>
            <a:xfrm>
              <a:off x="6082080" y="3405603"/>
              <a:ext cx="70795" cy="68723"/>
            </a:xfrm>
            <a:custGeom>
              <a:avLst/>
              <a:gdLst/>
              <a:ahLst/>
              <a:cxnLst/>
              <a:rect l="l" t="t" r="r" b="b"/>
              <a:pathLst>
                <a:path w="2699" h="2620" extrusionOk="0">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78"/>
            <p:cNvSpPr/>
            <p:nvPr/>
          </p:nvSpPr>
          <p:spPr>
            <a:xfrm>
              <a:off x="6041869" y="3365392"/>
              <a:ext cx="373882" cy="370053"/>
            </a:xfrm>
            <a:custGeom>
              <a:avLst/>
              <a:gdLst/>
              <a:ahLst/>
              <a:cxnLst/>
              <a:rect l="l" t="t" r="r" b="b"/>
              <a:pathLst>
                <a:path w="14254" h="14108" extrusionOk="0">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78"/>
            <p:cNvSpPr/>
            <p:nvPr/>
          </p:nvSpPr>
          <p:spPr>
            <a:xfrm>
              <a:off x="6141832" y="3463755"/>
              <a:ext cx="173957" cy="173302"/>
            </a:xfrm>
            <a:custGeom>
              <a:avLst/>
              <a:gdLst/>
              <a:ahLst/>
              <a:cxnLst/>
              <a:rect l="l" t="t" r="r" b="b"/>
              <a:pathLst>
                <a:path w="6632" h="6607" extrusionOk="0">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6" name="Google Shape;15936;p78"/>
          <p:cNvGrpSpPr/>
          <p:nvPr/>
        </p:nvGrpSpPr>
        <p:grpSpPr>
          <a:xfrm>
            <a:off x="4684309" y="2087493"/>
            <a:ext cx="374748" cy="279140"/>
            <a:chOff x="4684309" y="2087493"/>
            <a:chExt cx="374748" cy="279140"/>
          </a:xfrm>
        </p:grpSpPr>
        <p:sp>
          <p:nvSpPr>
            <p:cNvPr id="15937" name="Google Shape;15937;p78"/>
            <p:cNvSpPr/>
            <p:nvPr/>
          </p:nvSpPr>
          <p:spPr>
            <a:xfrm>
              <a:off x="4994977" y="2140268"/>
              <a:ext cx="64080" cy="144029"/>
            </a:xfrm>
            <a:custGeom>
              <a:avLst/>
              <a:gdLst/>
              <a:ahLst/>
              <a:cxnLst/>
              <a:rect l="l" t="t" r="r" b="b"/>
              <a:pathLst>
                <a:path w="2443" h="5491" extrusionOk="0">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8" name="Google Shape;15938;p78"/>
            <p:cNvSpPr/>
            <p:nvPr/>
          </p:nvSpPr>
          <p:spPr>
            <a:xfrm>
              <a:off x="4684309" y="2118707"/>
              <a:ext cx="342931" cy="247926"/>
            </a:xfrm>
            <a:custGeom>
              <a:avLst/>
              <a:gdLst/>
              <a:ahLst/>
              <a:cxnLst/>
              <a:rect l="l" t="t" r="r" b="b"/>
              <a:pathLst>
                <a:path w="13074" h="9452" extrusionOk="0">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78"/>
            <p:cNvSpPr/>
            <p:nvPr/>
          </p:nvSpPr>
          <p:spPr>
            <a:xfrm>
              <a:off x="4716494" y="2087493"/>
              <a:ext cx="48762" cy="52198"/>
            </a:xfrm>
            <a:custGeom>
              <a:avLst/>
              <a:gdLst/>
              <a:ahLst/>
              <a:cxnLst/>
              <a:rect l="l" t="t" r="r" b="b"/>
              <a:pathLst>
                <a:path w="1859" h="1990" extrusionOk="0">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78"/>
            <p:cNvSpPr/>
            <p:nvPr/>
          </p:nvSpPr>
          <p:spPr>
            <a:xfrm>
              <a:off x="4759721" y="2118681"/>
              <a:ext cx="36827" cy="23948"/>
            </a:xfrm>
            <a:custGeom>
              <a:avLst/>
              <a:gdLst/>
              <a:ahLst/>
              <a:cxnLst/>
              <a:rect l="l" t="t" r="r" b="b"/>
              <a:pathLst>
                <a:path w="1404" h="913" extrusionOk="0">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78"/>
            <p:cNvSpPr/>
            <p:nvPr/>
          </p:nvSpPr>
          <p:spPr>
            <a:xfrm>
              <a:off x="4778554" y="2342973"/>
              <a:ext cx="43620" cy="23502"/>
            </a:xfrm>
            <a:custGeom>
              <a:avLst/>
              <a:gdLst/>
              <a:ahLst/>
              <a:cxnLst/>
              <a:rect l="l" t="t" r="r" b="b"/>
              <a:pathLst>
                <a:path w="1663" h="896" extrusionOk="0">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78"/>
            <p:cNvSpPr/>
            <p:nvPr/>
          </p:nvSpPr>
          <p:spPr>
            <a:xfrm>
              <a:off x="4979895" y="2341714"/>
              <a:ext cx="40211" cy="24761"/>
            </a:xfrm>
            <a:custGeom>
              <a:avLst/>
              <a:gdLst/>
              <a:ahLst/>
              <a:cxnLst/>
              <a:rect l="l" t="t" r="r" b="b"/>
              <a:pathLst>
                <a:path w="1533" h="944" extrusionOk="0">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3" name="Google Shape;15943;p78"/>
            <p:cNvSpPr/>
            <p:nvPr/>
          </p:nvSpPr>
          <p:spPr>
            <a:xfrm>
              <a:off x="4731969" y="2155140"/>
              <a:ext cx="11751" cy="11777"/>
            </a:xfrm>
            <a:custGeom>
              <a:avLst/>
              <a:gdLst/>
              <a:ahLst/>
              <a:cxnLst/>
              <a:rect l="l" t="t" r="r" b="b"/>
              <a:pathLst>
                <a:path w="448" h="449" extrusionOk="0">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4" name="Google Shape;15944;p78"/>
            <p:cNvSpPr/>
            <p:nvPr/>
          </p:nvSpPr>
          <p:spPr>
            <a:xfrm>
              <a:off x="4741569" y="2191311"/>
              <a:ext cx="64578" cy="74493"/>
            </a:xfrm>
            <a:custGeom>
              <a:avLst/>
              <a:gdLst/>
              <a:ahLst/>
              <a:cxnLst/>
              <a:rect l="l" t="t" r="r" b="b"/>
              <a:pathLst>
                <a:path w="2462" h="2840" extrusionOk="0">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5" name="Google Shape;15945;p78"/>
            <p:cNvSpPr/>
            <p:nvPr/>
          </p:nvSpPr>
          <p:spPr>
            <a:xfrm>
              <a:off x="4837073" y="2244716"/>
              <a:ext cx="143924" cy="39581"/>
            </a:xfrm>
            <a:custGeom>
              <a:avLst/>
              <a:gdLst/>
              <a:ahLst/>
              <a:cxnLst/>
              <a:rect l="l" t="t" r="r" b="b"/>
              <a:pathLst>
                <a:path w="5487" h="1509" extrusionOk="0">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78"/>
            <p:cNvSpPr/>
            <p:nvPr/>
          </p:nvSpPr>
          <p:spPr>
            <a:xfrm>
              <a:off x="4684309" y="2161199"/>
              <a:ext cx="47503" cy="48237"/>
            </a:xfrm>
            <a:custGeom>
              <a:avLst/>
              <a:gdLst/>
              <a:ahLst/>
              <a:cxnLst/>
              <a:rect l="l" t="t" r="r" b="b"/>
              <a:pathLst>
                <a:path w="1811" h="1839" extrusionOk="0">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78"/>
            <p:cNvSpPr/>
            <p:nvPr/>
          </p:nvSpPr>
          <p:spPr>
            <a:xfrm>
              <a:off x="4716494" y="2087913"/>
              <a:ext cx="44670" cy="51935"/>
            </a:xfrm>
            <a:custGeom>
              <a:avLst/>
              <a:gdLst/>
              <a:ahLst/>
              <a:cxnLst/>
              <a:rect l="l" t="t" r="r" b="b"/>
              <a:pathLst>
                <a:path w="1703" h="1980" extrusionOk="0">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78"/>
            <p:cNvSpPr/>
            <p:nvPr/>
          </p:nvSpPr>
          <p:spPr>
            <a:xfrm>
              <a:off x="4684309" y="2177200"/>
              <a:ext cx="10518" cy="17102"/>
            </a:xfrm>
            <a:custGeom>
              <a:avLst/>
              <a:gdLst/>
              <a:ahLst/>
              <a:cxnLst/>
              <a:rect l="l" t="t" r="r" b="b"/>
              <a:pathLst>
                <a:path w="401" h="652" extrusionOk="0">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9" name="Google Shape;15949;p78"/>
          <p:cNvGrpSpPr/>
          <p:nvPr/>
        </p:nvGrpSpPr>
        <p:grpSpPr>
          <a:xfrm>
            <a:off x="7521110" y="2906131"/>
            <a:ext cx="175400" cy="370053"/>
            <a:chOff x="7521110" y="2906131"/>
            <a:chExt cx="175400" cy="370053"/>
          </a:xfrm>
        </p:grpSpPr>
        <p:sp>
          <p:nvSpPr>
            <p:cNvPr id="15950" name="Google Shape;15950;p78"/>
            <p:cNvSpPr/>
            <p:nvPr/>
          </p:nvSpPr>
          <p:spPr>
            <a:xfrm>
              <a:off x="7590646" y="3215698"/>
              <a:ext cx="36302" cy="54453"/>
            </a:xfrm>
            <a:custGeom>
              <a:avLst/>
              <a:gdLst/>
              <a:ahLst/>
              <a:cxnLst/>
              <a:rect l="l" t="t" r="r" b="b"/>
              <a:pathLst>
                <a:path w="1384" h="2076" extrusionOk="0">
                  <a:moveTo>
                    <a:pt x="1" y="0"/>
                  </a:moveTo>
                  <a:lnTo>
                    <a:pt x="1" y="2075"/>
                  </a:lnTo>
                  <a:lnTo>
                    <a:pt x="1384" y="2075"/>
                  </a:lnTo>
                  <a:lnTo>
                    <a:pt x="138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78"/>
            <p:cNvSpPr/>
            <p:nvPr/>
          </p:nvSpPr>
          <p:spPr>
            <a:xfrm>
              <a:off x="7608797" y="3233823"/>
              <a:ext cx="18151" cy="36329"/>
            </a:xfrm>
            <a:custGeom>
              <a:avLst/>
              <a:gdLst/>
              <a:ahLst/>
              <a:cxnLst/>
              <a:rect l="l" t="t" r="r" b="b"/>
              <a:pathLst>
                <a:path w="692" h="1385" extrusionOk="0">
                  <a:moveTo>
                    <a:pt x="231" y="1"/>
                  </a:moveTo>
                  <a:cubicBezTo>
                    <a:pt x="102" y="1"/>
                    <a:pt x="0" y="103"/>
                    <a:pt x="0" y="231"/>
                  </a:cubicBezTo>
                  <a:lnTo>
                    <a:pt x="0" y="1384"/>
                  </a:lnTo>
                  <a:lnTo>
                    <a:pt x="692" y="1384"/>
                  </a:lnTo>
                  <a:lnTo>
                    <a:pt x="69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78"/>
            <p:cNvSpPr/>
            <p:nvPr/>
          </p:nvSpPr>
          <p:spPr>
            <a:xfrm>
              <a:off x="7570554" y="3264066"/>
              <a:ext cx="76513" cy="12118"/>
            </a:xfrm>
            <a:custGeom>
              <a:avLst/>
              <a:gdLst/>
              <a:ahLst/>
              <a:cxnLst/>
              <a:rect l="l" t="t" r="r" b="b"/>
              <a:pathLst>
                <a:path w="2917" h="462" extrusionOk="0">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78"/>
            <p:cNvSpPr/>
            <p:nvPr/>
          </p:nvSpPr>
          <p:spPr>
            <a:xfrm>
              <a:off x="7526094" y="3064351"/>
              <a:ext cx="165433" cy="109038"/>
            </a:xfrm>
            <a:custGeom>
              <a:avLst/>
              <a:gdLst/>
              <a:ahLst/>
              <a:cxnLst/>
              <a:rect l="l" t="t" r="r" b="b"/>
              <a:pathLst>
                <a:path w="6307" h="4157" extrusionOk="0">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78"/>
            <p:cNvSpPr/>
            <p:nvPr/>
          </p:nvSpPr>
          <p:spPr>
            <a:xfrm>
              <a:off x="7521110" y="3173363"/>
              <a:ext cx="175400" cy="48394"/>
            </a:xfrm>
            <a:custGeom>
              <a:avLst/>
              <a:gdLst/>
              <a:ahLst/>
              <a:cxnLst/>
              <a:rect l="l" t="t" r="r" b="b"/>
              <a:pathLst>
                <a:path w="6687" h="1845" extrusionOk="0">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78"/>
            <p:cNvSpPr/>
            <p:nvPr/>
          </p:nvSpPr>
          <p:spPr>
            <a:xfrm>
              <a:off x="7521110" y="3173363"/>
              <a:ext cx="156541" cy="48421"/>
            </a:xfrm>
            <a:custGeom>
              <a:avLst/>
              <a:gdLst/>
              <a:ahLst/>
              <a:cxnLst/>
              <a:rect l="l" t="t" r="r" b="b"/>
              <a:pathLst>
                <a:path w="5968" h="1846" extrusionOk="0">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6" name="Google Shape;15956;p78"/>
            <p:cNvSpPr/>
            <p:nvPr/>
          </p:nvSpPr>
          <p:spPr>
            <a:xfrm>
              <a:off x="7526094" y="3064351"/>
              <a:ext cx="135189" cy="109038"/>
            </a:xfrm>
            <a:custGeom>
              <a:avLst/>
              <a:gdLst/>
              <a:ahLst/>
              <a:cxnLst/>
              <a:rect l="l" t="t" r="r" b="b"/>
              <a:pathLst>
                <a:path w="5154" h="4157" extrusionOk="0">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7" name="Google Shape;15957;p78"/>
            <p:cNvSpPr/>
            <p:nvPr/>
          </p:nvSpPr>
          <p:spPr>
            <a:xfrm>
              <a:off x="7537635" y="2906131"/>
              <a:ext cx="142140" cy="182587"/>
            </a:xfrm>
            <a:custGeom>
              <a:avLst/>
              <a:gdLst/>
              <a:ahLst/>
              <a:cxnLst/>
              <a:rect l="l" t="t" r="r" b="b"/>
              <a:pathLst>
                <a:path w="5419" h="6961" extrusionOk="0">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78"/>
            <p:cNvSpPr/>
            <p:nvPr/>
          </p:nvSpPr>
          <p:spPr>
            <a:xfrm>
              <a:off x="7537635" y="2906210"/>
              <a:ext cx="71188" cy="182508"/>
            </a:xfrm>
            <a:custGeom>
              <a:avLst/>
              <a:gdLst/>
              <a:ahLst/>
              <a:cxnLst/>
              <a:rect l="l" t="t" r="r" b="b"/>
              <a:pathLst>
                <a:path w="2714" h="6958" extrusionOk="0">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59" name="Google Shape;15959;p78"/>
          <p:cNvGrpSpPr/>
          <p:nvPr/>
        </p:nvGrpSpPr>
        <p:grpSpPr>
          <a:xfrm>
            <a:off x="3586925" y="1523286"/>
            <a:ext cx="371023" cy="347915"/>
            <a:chOff x="3586925" y="1523286"/>
            <a:chExt cx="371023" cy="347915"/>
          </a:xfrm>
        </p:grpSpPr>
        <p:sp>
          <p:nvSpPr>
            <p:cNvPr id="15960" name="Google Shape;15960;p78"/>
            <p:cNvSpPr/>
            <p:nvPr/>
          </p:nvSpPr>
          <p:spPr>
            <a:xfrm>
              <a:off x="3732580" y="1530158"/>
              <a:ext cx="225211" cy="212935"/>
            </a:xfrm>
            <a:custGeom>
              <a:avLst/>
              <a:gdLst/>
              <a:ahLst/>
              <a:cxnLst/>
              <a:rect l="l" t="t" r="r" b="b"/>
              <a:pathLst>
                <a:path w="8586" h="8118" extrusionOk="0">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78"/>
            <p:cNvSpPr/>
            <p:nvPr/>
          </p:nvSpPr>
          <p:spPr>
            <a:xfrm>
              <a:off x="3732580" y="1530263"/>
              <a:ext cx="138573" cy="126560"/>
            </a:xfrm>
            <a:custGeom>
              <a:avLst/>
              <a:gdLst/>
              <a:ahLst/>
              <a:cxnLst/>
              <a:rect l="l" t="t" r="r" b="b"/>
              <a:pathLst>
                <a:path w="5283" h="4825" extrusionOk="0">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2" name="Google Shape;15962;p78"/>
            <p:cNvSpPr/>
            <p:nvPr/>
          </p:nvSpPr>
          <p:spPr>
            <a:xfrm>
              <a:off x="3881094" y="1554185"/>
              <a:ext cx="38453" cy="145498"/>
            </a:xfrm>
            <a:custGeom>
              <a:avLst/>
              <a:gdLst/>
              <a:ahLst/>
              <a:cxnLst/>
              <a:rect l="l" t="t" r="r" b="b"/>
              <a:pathLst>
                <a:path w="1466" h="5547" extrusionOk="0">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3" name="Google Shape;15963;p78"/>
            <p:cNvSpPr/>
            <p:nvPr/>
          </p:nvSpPr>
          <p:spPr>
            <a:xfrm>
              <a:off x="3910262" y="1590828"/>
              <a:ext cx="43070" cy="130730"/>
            </a:xfrm>
            <a:custGeom>
              <a:avLst/>
              <a:gdLst/>
              <a:ahLst/>
              <a:cxnLst/>
              <a:rect l="l" t="t" r="r" b="b"/>
              <a:pathLst>
                <a:path w="1642" h="4984" extrusionOk="0">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78"/>
            <p:cNvSpPr/>
            <p:nvPr/>
          </p:nvSpPr>
          <p:spPr>
            <a:xfrm>
              <a:off x="3586925" y="1573569"/>
              <a:ext cx="370866" cy="297527"/>
            </a:xfrm>
            <a:custGeom>
              <a:avLst/>
              <a:gdLst/>
              <a:ahLst/>
              <a:cxnLst/>
              <a:rect l="l" t="t" r="r" b="b"/>
              <a:pathLst>
                <a:path w="14139" h="11343" extrusionOk="0">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5" name="Google Shape;15965;p78"/>
            <p:cNvSpPr/>
            <p:nvPr/>
          </p:nvSpPr>
          <p:spPr>
            <a:xfrm>
              <a:off x="3586925" y="1687381"/>
              <a:ext cx="144973" cy="109536"/>
            </a:xfrm>
            <a:custGeom>
              <a:avLst/>
              <a:gdLst/>
              <a:ahLst/>
              <a:cxnLst/>
              <a:rect l="l" t="t" r="r" b="b"/>
              <a:pathLst>
                <a:path w="5527" h="4176" extrusionOk="0">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6" name="Google Shape;15966;p78"/>
            <p:cNvSpPr/>
            <p:nvPr/>
          </p:nvSpPr>
          <p:spPr>
            <a:xfrm>
              <a:off x="3601692" y="1735224"/>
              <a:ext cx="26886" cy="21377"/>
            </a:xfrm>
            <a:custGeom>
              <a:avLst/>
              <a:gdLst/>
              <a:ahLst/>
              <a:cxnLst/>
              <a:rect l="l" t="t" r="r" b="b"/>
              <a:pathLst>
                <a:path w="1025" h="815" extrusionOk="0">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78"/>
            <p:cNvSpPr/>
            <p:nvPr/>
          </p:nvSpPr>
          <p:spPr>
            <a:xfrm>
              <a:off x="3775807" y="1523286"/>
              <a:ext cx="44670" cy="70585"/>
            </a:xfrm>
            <a:custGeom>
              <a:avLst/>
              <a:gdLst/>
              <a:ahLst/>
              <a:cxnLst/>
              <a:rect l="l" t="t" r="r" b="b"/>
              <a:pathLst>
                <a:path w="1703" h="2691" extrusionOk="0">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78"/>
            <p:cNvSpPr/>
            <p:nvPr/>
          </p:nvSpPr>
          <p:spPr>
            <a:xfrm>
              <a:off x="3635477" y="1755054"/>
              <a:ext cx="49837" cy="33574"/>
            </a:xfrm>
            <a:custGeom>
              <a:avLst/>
              <a:gdLst/>
              <a:ahLst/>
              <a:cxnLst/>
              <a:rect l="l" t="t" r="r" b="b"/>
              <a:pathLst>
                <a:path w="1900" h="1280" extrusionOk="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78"/>
            <p:cNvSpPr/>
            <p:nvPr/>
          </p:nvSpPr>
          <p:spPr>
            <a:xfrm>
              <a:off x="3656120" y="1655905"/>
              <a:ext cx="139098" cy="103189"/>
            </a:xfrm>
            <a:custGeom>
              <a:avLst/>
              <a:gdLst/>
              <a:ahLst/>
              <a:cxnLst/>
              <a:rect l="l" t="t" r="r" b="b"/>
              <a:pathLst>
                <a:path w="5303" h="3934" extrusionOk="0">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78"/>
            <p:cNvSpPr/>
            <p:nvPr/>
          </p:nvSpPr>
          <p:spPr>
            <a:xfrm>
              <a:off x="3742915" y="1626737"/>
              <a:ext cx="35751" cy="41837"/>
            </a:xfrm>
            <a:custGeom>
              <a:avLst/>
              <a:gdLst/>
              <a:ahLst/>
              <a:cxnLst/>
              <a:rect l="l" t="t" r="r" b="b"/>
              <a:pathLst>
                <a:path w="1363" h="1595" extrusionOk="0">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78"/>
            <p:cNvSpPr/>
            <p:nvPr/>
          </p:nvSpPr>
          <p:spPr>
            <a:xfrm>
              <a:off x="3760856" y="1626737"/>
              <a:ext cx="17810" cy="29771"/>
            </a:xfrm>
            <a:custGeom>
              <a:avLst/>
              <a:gdLst/>
              <a:ahLst/>
              <a:cxnLst/>
              <a:rect l="l" t="t" r="r" b="b"/>
              <a:pathLst>
                <a:path w="679" h="1135" extrusionOk="0">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78"/>
            <p:cNvSpPr/>
            <p:nvPr/>
          </p:nvSpPr>
          <p:spPr>
            <a:xfrm>
              <a:off x="3754823" y="1632612"/>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78"/>
            <p:cNvSpPr/>
            <p:nvPr/>
          </p:nvSpPr>
          <p:spPr>
            <a:xfrm>
              <a:off x="3807283" y="1622252"/>
              <a:ext cx="57654" cy="131150"/>
            </a:xfrm>
            <a:custGeom>
              <a:avLst/>
              <a:gdLst/>
              <a:ahLst/>
              <a:cxnLst/>
              <a:rect l="l" t="t" r="r" b="b"/>
              <a:pathLst>
                <a:path w="2198" h="5000" extrusionOk="0">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4" name="Google Shape;15974;p78"/>
            <p:cNvSpPr/>
            <p:nvPr/>
          </p:nvSpPr>
          <p:spPr>
            <a:xfrm>
              <a:off x="3801958" y="1653859"/>
              <a:ext cx="32027" cy="90467"/>
            </a:xfrm>
            <a:custGeom>
              <a:avLst/>
              <a:gdLst/>
              <a:ahLst/>
              <a:cxnLst/>
              <a:rect l="l" t="t" r="r" b="b"/>
              <a:pathLst>
                <a:path w="1221" h="3449" extrusionOk="0">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5" name="Google Shape;15975;p78"/>
            <p:cNvSpPr/>
            <p:nvPr/>
          </p:nvSpPr>
          <p:spPr>
            <a:xfrm>
              <a:off x="3817434" y="1617845"/>
              <a:ext cx="96605" cy="162233"/>
            </a:xfrm>
            <a:custGeom>
              <a:avLst/>
              <a:gdLst/>
              <a:ahLst/>
              <a:cxnLst/>
              <a:rect l="l" t="t" r="r" b="b"/>
              <a:pathLst>
                <a:path w="3683" h="6185" extrusionOk="0">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78"/>
            <p:cNvSpPr/>
            <p:nvPr/>
          </p:nvSpPr>
          <p:spPr>
            <a:xfrm>
              <a:off x="3830943" y="1657872"/>
              <a:ext cx="113130" cy="152265"/>
            </a:xfrm>
            <a:custGeom>
              <a:avLst/>
              <a:gdLst/>
              <a:ahLst/>
              <a:cxnLst/>
              <a:rect l="l" t="t" r="r" b="b"/>
              <a:pathLst>
                <a:path w="4313" h="5805" extrusionOk="0">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7" name="Google Shape;15977;p78"/>
            <p:cNvSpPr/>
            <p:nvPr/>
          </p:nvSpPr>
          <p:spPr>
            <a:xfrm>
              <a:off x="3843743" y="1701624"/>
              <a:ext cx="114048" cy="138914"/>
            </a:xfrm>
            <a:custGeom>
              <a:avLst/>
              <a:gdLst/>
              <a:ahLst/>
              <a:cxnLst/>
              <a:rect l="l" t="t" r="r" b="b"/>
              <a:pathLst>
                <a:path w="4348" h="5296" extrusionOk="0">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8" name="Google Shape;15978;p78"/>
            <p:cNvSpPr/>
            <p:nvPr/>
          </p:nvSpPr>
          <p:spPr>
            <a:xfrm>
              <a:off x="3856018" y="1769926"/>
              <a:ext cx="101930" cy="101274"/>
            </a:xfrm>
            <a:custGeom>
              <a:avLst/>
              <a:gdLst/>
              <a:ahLst/>
              <a:cxnLst/>
              <a:rect l="l" t="t" r="r" b="b"/>
              <a:pathLst>
                <a:path w="3886" h="3861" extrusionOk="0">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9" name="Google Shape;15979;p78"/>
          <p:cNvGrpSpPr/>
          <p:nvPr/>
        </p:nvGrpSpPr>
        <p:grpSpPr>
          <a:xfrm>
            <a:off x="6876009" y="2475461"/>
            <a:ext cx="370158" cy="285120"/>
            <a:chOff x="6876009" y="2475461"/>
            <a:chExt cx="370158" cy="285120"/>
          </a:xfrm>
        </p:grpSpPr>
        <p:sp>
          <p:nvSpPr>
            <p:cNvPr id="15980" name="Google Shape;15980;p78"/>
            <p:cNvSpPr/>
            <p:nvPr/>
          </p:nvSpPr>
          <p:spPr>
            <a:xfrm>
              <a:off x="6876009" y="2510688"/>
              <a:ext cx="370158" cy="241001"/>
            </a:xfrm>
            <a:custGeom>
              <a:avLst/>
              <a:gdLst/>
              <a:ahLst/>
              <a:cxnLst/>
              <a:rect l="l" t="t" r="r" b="b"/>
              <a:pathLst>
                <a:path w="14112" h="9188" extrusionOk="0">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1" name="Google Shape;15981;p78"/>
            <p:cNvSpPr/>
            <p:nvPr/>
          </p:nvSpPr>
          <p:spPr>
            <a:xfrm>
              <a:off x="6876009" y="2600132"/>
              <a:ext cx="158324" cy="151452"/>
            </a:xfrm>
            <a:custGeom>
              <a:avLst/>
              <a:gdLst/>
              <a:ahLst/>
              <a:cxnLst/>
              <a:rect l="l" t="t" r="r" b="b"/>
              <a:pathLst>
                <a:path w="6036" h="5774" extrusionOk="0">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2" name="Google Shape;15982;p78"/>
            <p:cNvSpPr/>
            <p:nvPr/>
          </p:nvSpPr>
          <p:spPr>
            <a:xfrm>
              <a:off x="6876193" y="2630008"/>
              <a:ext cx="222352" cy="121655"/>
            </a:xfrm>
            <a:custGeom>
              <a:avLst/>
              <a:gdLst/>
              <a:ahLst/>
              <a:cxnLst/>
              <a:rect l="l" t="t" r="r" b="b"/>
              <a:pathLst>
                <a:path w="8477" h="4638" extrusionOk="0">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78"/>
            <p:cNvSpPr/>
            <p:nvPr/>
          </p:nvSpPr>
          <p:spPr>
            <a:xfrm>
              <a:off x="6904128" y="2629851"/>
              <a:ext cx="194417" cy="119347"/>
            </a:xfrm>
            <a:custGeom>
              <a:avLst/>
              <a:gdLst/>
              <a:ahLst/>
              <a:cxnLst/>
              <a:rect l="l" t="t" r="r" b="b"/>
              <a:pathLst>
                <a:path w="7412" h="4550" extrusionOk="0">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78"/>
            <p:cNvSpPr/>
            <p:nvPr/>
          </p:nvSpPr>
          <p:spPr>
            <a:xfrm>
              <a:off x="7043199" y="2618100"/>
              <a:ext cx="23869" cy="23869"/>
            </a:xfrm>
            <a:custGeom>
              <a:avLst/>
              <a:gdLst/>
              <a:ahLst/>
              <a:cxnLst/>
              <a:rect l="l" t="t" r="r" b="b"/>
              <a:pathLst>
                <a:path w="910" h="910" extrusionOk="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5" name="Google Shape;15985;p78"/>
            <p:cNvSpPr/>
            <p:nvPr/>
          </p:nvSpPr>
          <p:spPr>
            <a:xfrm>
              <a:off x="7072210" y="2697524"/>
              <a:ext cx="58152" cy="63057"/>
            </a:xfrm>
            <a:custGeom>
              <a:avLst/>
              <a:gdLst/>
              <a:ahLst/>
              <a:cxnLst/>
              <a:rect l="l" t="t" r="r" b="b"/>
              <a:pathLst>
                <a:path w="2217" h="2404" extrusionOk="0">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6" name="Google Shape;15986;p78"/>
            <p:cNvSpPr/>
            <p:nvPr/>
          </p:nvSpPr>
          <p:spPr>
            <a:xfrm>
              <a:off x="6876009" y="2624159"/>
              <a:ext cx="151216" cy="11935"/>
            </a:xfrm>
            <a:custGeom>
              <a:avLst/>
              <a:gdLst/>
              <a:ahLst/>
              <a:cxnLst/>
              <a:rect l="l" t="t" r="r" b="b"/>
              <a:pathLst>
                <a:path w="5765" h="455" extrusionOk="0">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7" name="Google Shape;15987;p78"/>
            <p:cNvSpPr/>
            <p:nvPr/>
          </p:nvSpPr>
          <p:spPr>
            <a:xfrm>
              <a:off x="7051934" y="2621483"/>
              <a:ext cx="12118" cy="11935"/>
            </a:xfrm>
            <a:custGeom>
              <a:avLst/>
              <a:gdLst/>
              <a:ahLst/>
              <a:cxnLst/>
              <a:rect l="l" t="t" r="r" b="b"/>
              <a:pathLst>
                <a:path w="462" h="455" extrusionOk="0">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8" name="Google Shape;15988;p78"/>
            <p:cNvSpPr/>
            <p:nvPr/>
          </p:nvSpPr>
          <p:spPr>
            <a:xfrm>
              <a:off x="7096551" y="2475461"/>
              <a:ext cx="72421" cy="94480"/>
            </a:xfrm>
            <a:custGeom>
              <a:avLst/>
              <a:gdLst/>
              <a:ahLst/>
              <a:cxnLst/>
              <a:rect l="l" t="t" r="r" b="b"/>
              <a:pathLst>
                <a:path w="2761" h="3602" extrusionOk="0">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9" name="Google Shape;15989;p78"/>
          <p:cNvGrpSpPr/>
          <p:nvPr/>
        </p:nvGrpSpPr>
        <p:grpSpPr>
          <a:xfrm>
            <a:off x="6328222" y="2445847"/>
            <a:ext cx="370158" cy="344269"/>
            <a:chOff x="6328222" y="2445847"/>
            <a:chExt cx="370158" cy="344269"/>
          </a:xfrm>
        </p:grpSpPr>
        <p:sp>
          <p:nvSpPr>
            <p:cNvPr id="15990" name="Google Shape;15990;p78"/>
            <p:cNvSpPr/>
            <p:nvPr/>
          </p:nvSpPr>
          <p:spPr>
            <a:xfrm>
              <a:off x="6556423" y="2453585"/>
              <a:ext cx="128081" cy="56237"/>
            </a:xfrm>
            <a:custGeom>
              <a:avLst/>
              <a:gdLst/>
              <a:ahLst/>
              <a:cxnLst/>
              <a:rect l="l" t="t" r="r" b="b"/>
              <a:pathLst>
                <a:path w="4883" h="2144" extrusionOk="0">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78"/>
            <p:cNvSpPr/>
            <p:nvPr/>
          </p:nvSpPr>
          <p:spPr>
            <a:xfrm>
              <a:off x="6328222" y="2445847"/>
              <a:ext cx="370158" cy="344269"/>
            </a:xfrm>
            <a:custGeom>
              <a:avLst/>
              <a:gdLst/>
              <a:ahLst/>
              <a:cxnLst/>
              <a:rect l="l" t="t" r="r" b="b"/>
              <a:pathLst>
                <a:path w="14112" h="13125" extrusionOk="0">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78"/>
            <p:cNvSpPr/>
            <p:nvPr/>
          </p:nvSpPr>
          <p:spPr>
            <a:xfrm>
              <a:off x="6328222" y="2465546"/>
              <a:ext cx="367115" cy="303219"/>
            </a:xfrm>
            <a:custGeom>
              <a:avLst/>
              <a:gdLst/>
              <a:ahLst/>
              <a:cxnLst/>
              <a:rect l="l" t="t" r="r" b="b"/>
              <a:pathLst>
                <a:path w="13996" h="11560" extrusionOk="0">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3" name="Google Shape;15993;p78"/>
            <p:cNvSpPr/>
            <p:nvPr/>
          </p:nvSpPr>
          <p:spPr>
            <a:xfrm>
              <a:off x="6441877" y="2460536"/>
              <a:ext cx="23843" cy="23843"/>
            </a:xfrm>
            <a:custGeom>
              <a:avLst/>
              <a:gdLst/>
              <a:ahLst/>
              <a:cxnLst/>
              <a:rect l="l" t="t" r="r" b="b"/>
              <a:pathLst>
                <a:path w="909" h="909" extrusionOk="0">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4" name="Google Shape;15994;p78"/>
            <p:cNvSpPr/>
            <p:nvPr/>
          </p:nvSpPr>
          <p:spPr>
            <a:xfrm>
              <a:off x="6511071" y="2472051"/>
              <a:ext cx="30978" cy="38820"/>
            </a:xfrm>
            <a:custGeom>
              <a:avLst/>
              <a:gdLst/>
              <a:ahLst/>
              <a:cxnLst/>
              <a:rect l="l" t="t" r="r" b="b"/>
              <a:pathLst>
                <a:path w="1181" h="1480" extrusionOk="0">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78"/>
            <p:cNvSpPr/>
            <p:nvPr/>
          </p:nvSpPr>
          <p:spPr>
            <a:xfrm>
              <a:off x="6537905" y="2480261"/>
              <a:ext cx="24945" cy="34702"/>
            </a:xfrm>
            <a:custGeom>
              <a:avLst/>
              <a:gdLst/>
              <a:ahLst/>
              <a:cxnLst/>
              <a:rect l="l" t="t" r="r" b="b"/>
              <a:pathLst>
                <a:path w="951" h="1323" extrusionOk="0">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78"/>
            <p:cNvSpPr/>
            <p:nvPr/>
          </p:nvSpPr>
          <p:spPr>
            <a:xfrm>
              <a:off x="6561407" y="2488655"/>
              <a:ext cx="22610" cy="29876"/>
            </a:xfrm>
            <a:custGeom>
              <a:avLst/>
              <a:gdLst/>
              <a:ahLst/>
              <a:cxnLst/>
              <a:rect l="l" t="t" r="r" b="b"/>
              <a:pathLst>
                <a:path w="862" h="1139" extrusionOk="0">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7" name="Google Shape;15997;p78"/>
            <p:cNvSpPr/>
            <p:nvPr/>
          </p:nvSpPr>
          <p:spPr>
            <a:xfrm>
              <a:off x="6388866" y="2518242"/>
              <a:ext cx="86244" cy="15240"/>
            </a:xfrm>
            <a:custGeom>
              <a:avLst/>
              <a:gdLst/>
              <a:ahLst/>
              <a:cxnLst/>
              <a:rect l="l" t="t" r="r" b="b"/>
              <a:pathLst>
                <a:path w="3288" h="581" extrusionOk="0">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8" name="Google Shape;15998;p78"/>
          <p:cNvGrpSpPr/>
          <p:nvPr/>
        </p:nvGrpSpPr>
        <p:grpSpPr>
          <a:xfrm>
            <a:off x="5249540" y="2432942"/>
            <a:ext cx="351639" cy="370184"/>
            <a:chOff x="5249540" y="2432942"/>
            <a:chExt cx="351639" cy="370184"/>
          </a:xfrm>
        </p:grpSpPr>
        <p:sp>
          <p:nvSpPr>
            <p:cNvPr id="15999" name="Google Shape;15999;p78"/>
            <p:cNvSpPr/>
            <p:nvPr/>
          </p:nvSpPr>
          <p:spPr>
            <a:xfrm>
              <a:off x="5268556" y="2532721"/>
              <a:ext cx="131281" cy="68854"/>
            </a:xfrm>
            <a:custGeom>
              <a:avLst/>
              <a:gdLst/>
              <a:ahLst/>
              <a:cxnLst/>
              <a:rect l="l" t="t" r="r" b="b"/>
              <a:pathLst>
                <a:path w="5005" h="2625" extrusionOk="0">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78"/>
            <p:cNvSpPr/>
            <p:nvPr/>
          </p:nvSpPr>
          <p:spPr>
            <a:xfrm>
              <a:off x="5476482" y="2439054"/>
              <a:ext cx="96946" cy="67726"/>
            </a:xfrm>
            <a:custGeom>
              <a:avLst/>
              <a:gdLst/>
              <a:ahLst/>
              <a:cxnLst/>
              <a:rect l="l" t="t" r="r" b="b"/>
              <a:pathLst>
                <a:path w="3696" h="2582" extrusionOk="0">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78"/>
            <p:cNvSpPr/>
            <p:nvPr/>
          </p:nvSpPr>
          <p:spPr>
            <a:xfrm>
              <a:off x="5249540" y="2432942"/>
              <a:ext cx="342931" cy="370184"/>
            </a:xfrm>
            <a:custGeom>
              <a:avLst/>
              <a:gdLst/>
              <a:ahLst/>
              <a:cxnLst/>
              <a:rect l="l" t="t" r="r" b="b"/>
              <a:pathLst>
                <a:path w="13074" h="14113" extrusionOk="0">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78"/>
            <p:cNvSpPr/>
            <p:nvPr/>
          </p:nvSpPr>
          <p:spPr>
            <a:xfrm>
              <a:off x="5249540" y="2484196"/>
              <a:ext cx="351639" cy="318931"/>
            </a:xfrm>
            <a:custGeom>
              <a:avLst/>
              <a:gdLst/>
              <a:ahLst/>
              <a:cxnLst/>
              <a:rect l="l" t="t" r="r" b="b"/>
              <a:pathLst>
                <a:path w="13406" h="12159" extrusionOk="0">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3" name="Google Shape;16003;p78"/>
            <p:cNvSpPr/>
            <p:nvPr/>
          </p:nvSpPr>
          <p:spPr>
            <a:xfrm>
              <a:off x="5369227" y="2515540"/>
              <a:ext cx="191820" cy="234549"/>
            </a:xfrm>
            <a:custGeom>
              <a:avLst/>
              <a:gdLst/>
              <a:ahLst/>
              <a:cxnLst/>
              <a:rect l="l" t="t" r="r" b="b"/>
              <a:pathLst>
                <a:path w="7313" h="8942" extrusionOk="0">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4" name="Google Shape;16004;p78"/>
            <p:cNvSpPr/>
            <p:nvPr/>
          </p:nvSpPr>
          <p:spPr>
            <a:xfrm>
              <a:off x="5352335" y="2493245"/>
              <a:ext cx="24027" cy="30086"/>
            </a:xfrm>
            <a:custGeom>
              <a:avLst/>
              <a:gdLst/>
              <a:ahLst/>
              <a:cxnLst/>
              <a:rect l="l" t="t" r="r" b="b"/>
              <a:pathLst>
                <a:path w="916" h="1147" extrusionOk="0">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5" name="Google Shape;16005;p78"/>
            <p:cNvSpPr/>
            <p:nvPr/>
          </p:nvSpPr>
          <p:spPr>
            <a:xfrm>
              <a:off x="5358184" y="2499304"/>
              <a:ext cx="12118" cy="11935"/>
            </a:xfrm>
            <a:custGeom>
              <a:avLst/>
              <a:gdLst/>
              <a:ahLst/>
              <a:cxnLst/>
              <a:rect l="l" t="t" r="r" b="b"/>
              <a:pathLst>
                <a:path w="462" h="455" extrusionOk="0">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6" name="Google Shape;16006;p78"/>
          <p:cNvGrpSpPr/>
          <p:nvPr/>
        </p:nvGrpSpPr>
        <p:grpSpPr>
          <a:xfrm>
            <a:off x="4137047" y="2482176"/>
            <a:ext cx="371102" cy="271585"/>
            <a:chOff x="4137047" y="2482176"/>
            <a:chExt cx="371102" cy="271585"/>
          </a:xfrm>
        </p:grpSpPr>
        <p:sp>
          <p:nvSpPr>
            <p:cNvPr id="16007" name="Google Shape;16007;p78"/>
            <p:cNvSpPr/>
            <p:nvPr/>
          </p:nvSpPr>
          <p:spPr>
            <a:xfrm>
              <a:off x="4264367" y="2702062"/>
              <a:ext cx="108540" cy="51699"/>
            </a:xfrm>
            <a:custGeom>
              <a:avLst/>
              <a:gdLst/>
              <a:ahLst/>
              <a:cxnLst/>
              <a:rect l="l" t="t" r="r" b="b"/>
              <a:pathLst>
                <a:path w="4138" h="1971" extrusionOk="0">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78"/>
            <p:cNvSpPr/>
            <p:nvPr/>
          </p:nvSpPr>
          <p:spPr>
            <a:xfrm>
              <a:off x="4240026" y="2482176"/>
              <a:ext cx="181958" cy="104841"/>
            </a:xfrm>
            <a:custGeom>
              <a:avLst/>
              <a:gdLst/>
              <a:ahLst/>
              <a:cxnLst/>
              <a:rect l="l" t="t" r="r" b="b"/>
              <a:pathLst>
                <a:path w="6937" h="3997" extrusionOk="0">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9" name="Google Shape;16009;p78"/>
            <p:cNvSpPr/>
            <p:nvPr/>
          </p:nvSpPr>
          <p:spPr>
            <a:xfrm>
              <a:off x="4415924" y="2545049"/>
              <a:ext cx="92225" cy="168528"/>
            </a:xfrm>
            <a:custGeom>
              <a:avLst/>
              <a:gdLst/>
              <a:ahLst/>
              <a:cxnLst/>
              <a:rect l="l" t="t" r="r" b="b"/>
              <a:pathLst>
                <a:path w="3516" h="6425" extrusionOk="0">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0" name="Google Shape;16010;p78"/>
            <p:cNvSpPr/>
            <p:nvPr/>
          </p:nvSpPr>
          <p:spPr>
            <a:xfrm>
              <a:off x="4137047" y="2520104"/>
              <a:ext cx="315363" cy="218443"/>
            </a:xfrm>
            <a:custGeom>
              <a:avLst/>
              <a:gdLst/>
              <a:ahLst/>
              <a:cxnLst/>
              <a:rect l="l" t="t" r="r" b="b"/>
              <a:pathLst>
                <a:path w="12023" h="8328" extrusionOk="0">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1" name="Google Shape;16011;p78"/>
            <p:cNvSpPr/>
            <p:nvPr/>
          </p:nvSpPr>
          <p:spPr>
            <a:xfrm>
              <a:off x="4148955" y="2618283"/>
              <a:ext cx="303455" cy="120265"/>
            </a:xfrm>
            <a:custGeom>
              <a:avLst/>
              <a:gdLst/>
              <a:ahLst/>
              <a:cxnLst/>
              <a:rect l="l" t="t" r="r" b="b"/>
              <a:pathLst>
                <a:path w="11569" h="4585" extrusionOk="0">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78"/>
            <p:cNvSpPr/>
            <p:nvPr/>
          </p:nvSpPr>
          <p:spPr>
            <a:xfrm>
              <a:off x="4137047" y="2520996"/>
              <a:ext cx="151714" cy="216817"/>
            </a:xfrm>
            <a:custGeom>
              <a:avLst/>
              <a:gdLst/>
              <a:ahLst/>
              <a:cxnLst/>
              <a:rect l="l" t="t" r="r" b="b"/>
              <a:pathLst>
                <a:path w="5784" h="8266" extrusionOk="0">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78"/>
            <p:cNvSpPr/>
            <p:nvPr/>
          </p:nvSpPr>
          <p:spPr>
            <a:xfrm>
              <a:off x="4148771" y="2649759"/>
              <a:ext cx="131281" cy="88054"/>
            </a:xfrm>
            <a:custGeom>
              <a:avLst/>
              <a:gdLst/>
              <a:ahLst/>
              <a:cxnLst/>
              <a:rect l="l" t="t" r="r" b="b"/>
              <a:pathLst>
                <a:path w="5005" h="3357" extrusionOk="0">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78"/>
            <p:cNvSpPr/>
            <p:nvPr/>
          </p:nvSpPr>
          <p:spPr>
            <a:xfrm>
              <a:off x="4315411" y="2615608"/>
              <a:ext cx="77588" cy="55109"/>
            </a:xfrm>
            <a:custGeom>
              <a:avLst/>
              <a:gdLst/>
              <a:ahLst/>
              <a:cxnLst/>
              <a:rect l="l" t="t" r="r" b="b"/>
              <a:pathLst>
                <a:path w="2958" h="2101" extrusionOk="0">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5" name="Google Shape;16015;p78"/>
            <p:cNvSpPr/>
            <p:nvPr/>
          </p:nvSpPr>
          <p:spPr>
            <a:xfrm>
              <a:off x="4173323" y="2580748"/>
              <a:ext cx="24394" cy="30453"/>
            </a:xfrm>
            <a:custGeom>
              <a:avLst/>
              <a:gdLst/>
              <a:ahLst/>
              <a:cxnLst/>
              <a:rect l="l" t="t" r="r" b="b"/>
              <a:pathLst>
                <a:path w="930" h="1161" extrusionOk="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6" name="Google Shape;16016;p78"/>
            <p:cNvSpPr/>
            <p:nvPr/>
          </p:nvSpPr>
          <p:spPr>
            <a:xfrm>
              <a:off x="4179356" y="2586807"/>
              <a:ext cx="12118" cy="12302"/>
            </a:xfrm>
            <a:custGeom>
              <a:avLst/>
              <a:gdLst/>
              <a:ahLst/>
              <a:cxnLst/>
              <a:rect l="l" t="t" r="r" b="b"/>
              <a:pathLst>
                <a:path w="462" h="469" extrusionOk="0">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78"/>
            <p:cNvSpPr/>
            <p:nvPr/>
          </p:nvSpPr>
          <p:spPr>
            <a:xfrm>
              <a:off x="4334978" y="2629300"/>
              <a:ext cx="52145" cy="16918"/>
            </a:xfrm>
            <a:custGeom>
              <a:avLst/>
              <a:gdLst/>
              <a:ahLst/>
              <a:cxnLst/>
              <a:rect l="l" t="t" r="r" b="b"/>
              <a:pathLst>
                <a:path w="1988" h="645" extrusionOk="0">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8" name="Google Shape;16018;p78"/>
          <p:cNvGrpSpPr/>
          <p:nvPr/>
        </p:nvGrpSpPr>
        <p:grpSpPr>
          <a:xfrm>
            <a:off x="4686434" y="2432916"/>
            <a:ext cx="367377" cy="370079"/>
            <a:chOff x="4686434" y="2432916"/>
            <a:chExt cx="367377" cy="370079"/>
          </a:xfrm>
        </p:grpSpPr>
        <p:sp>
          <p:nvSpPr>
            <p:cNvPr id="16019" name="Google Shape;16019;p78"/>
            <p:cNvSpPr/>
            <p:nvPr/>
          </p:nvSpPr>
          <p:spPr>
            <a:xfrm>
              <a:off x="4795105" y="2432916"/>
              <a:ext cx="175426" cy="76198"/>
            </a:xfrm>
            <a:custGeom>
              <a:avLst/>
              <a:gdLst/>
              <a:ahLst/>
              <a:cxnLst/>
              <a:rect l="l" t="t" r="r" b="b"/>
              <a:pathLst>
                <a:path w="6688" h="2905" extrusionOk="0">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0" name="Google Shape;16020;p78"/>
            <p:cNvSpPr/>
            <p:nvPr/>
          </p:nvSpPr>
          <p:spPr>
            <a:xfrm>
              <a:off x="4795105" y="2726771"/>
              <a:ext cx="175374" cy="76224"/>
            </a:xfrm>
            <a:custGeom>
              <a:avLst/>
              <a:gdLst/>
              <a:ahLst/>
              <a:cxnLst/>
              <a:rect l="l" t="t" r="r" b="b"/>
              <a:pathLst>
                <a:path w="6686" h="2906" extrusionOk="0">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1" name="Google Shape;16021;p78"/>
            <p:cNvSpPr/>
            <p:nvPr/>
          </p:nvSpPr>
          <p:spPr>
            <a:xfrm>
              <a:off x="4686434" y="2485428"/>
              <a:ext cx="367377" cy="265028"/>
            </a:xfrm>
            <a:custGeom>
              <a:avLst/>
              <a:gdLst/>
              <a:ahLst/>
              <a:cxnLst/>
              <a:rect l="l" t="t" r="r" b="b"/>
              <a:pathLst>
                <a:path w="14006" h="10104" extrusionOk="0">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2" name="Google Shape;16022;p78"/>
            <p:cNvSpPr/>
            <p:nvPr/>
          </p:nvSpPr>
          <p:spPr>
            <a:xfrm>
              <a:off x="4686434" y="2517980"/>
              <a:ext cx="238719" cy="232476"/>
            </a:xfrm>
            <a:custGeom>
              <a:avLst/>
              <a:gdLst/>
              <a:ahLst/>
              <a:cxnLst/>
              <a:rect l="l" t="t" r="r" b="b"/>
              <a:pathLst>
                <a:path w="9101" h="8863" extrusionOk="0">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78"/>
            <p:cNvSpPr/>
            <p:nvPr/>
          </p:nvSpPr>
          <p:spPr>
            <a:xfrm>
              <a:off x="4725386" y="2593916"/>
              <a:ext cx="30086" cy="30086"/>
            </a:xfrm>
            <a:custGeom>
              <a:avLst/>
              <a:gdLst/>
              <a:ahLst/>
              <a:cxnLst/>
              <a:rect l="l" t="t" r="r" b="b"/>
              <a:pathLst>
                <a:path w="1147" h="1147" extrusionOk="0">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78"/>
            <p:cNvSpPr/>
            <p:nvPr/>
          </p:nvSpPr>
          <p:spPr>
            <a:xfrm>
              <a:off x="4737478" y="2599949"/>
              <a:ext cx="12118" cy="11961"/>
            </a:xfrm>
            <a:custGeom>
              <a:avLst/>
              <a:gdLst/>
              <a:ahLst/>
              <a:cxnLst/>
              <a:rect l="l" t="t" r="r" b="b"/>
              <a:pathLst>
                <a:path w="462" h="456" extrusionOk="0">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78"/>
            <p:cNvSpPr/>
            <p:nvPr/>
          </p:nvSpPr>
          <p:spPr>
            <a:xfrm>
              <a:off x="4772862" y="2488261"/>
              <a:ext cx="51253" cy="259336"/>
            </a:xfrm>
            <a:custGeom>
              <a:avLst/>
              <a:gdLst/>
              <a:ahLst/>
              <a:cxnLst/>
              <a:rect l="l" t="t" r="r" b="b"/>
              <a:pathLst>
                <a:path w="1954" h="9887" extrusionOk="0">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78"/>
            <p:cNvSpPr/>
            <p:nvPr/>
          </p:nvSpPr>
          <p:spPr>
            <a:xfrm>
              <a:off x="4772862" y="2606900"/>
              <a:ext cx="51253" cy="140698"/>
            </a:xfrm>
            <a:custGeom>
              <a:avLst/>
              <a:gdLst/>
              <a:ahLst/>
              <a:cxnLst/>
              <a:rect l="l" t="t" r="r" b="b"/>
              <a:pathLst>
                <a:path w="1954" h="5364" extrusionOk="0">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78"/>
            <p:cNvSpPr/>
            <p:nvPr/>
          </p:nvSpPr>
          <p:spPr>
            <a:xfrm>
              <a:off x="4847381" y="2485769"/>
              <a:ext cx="47529" cy="264503"/>
            </a:xfrm>
            <a:custGeom>
              <a:avLst/>
              <a:gdLst/>
              <a:ahLst/>
              <a:cxnLst/>
              <a:rect l="l" t="t" r="r" b="b"/>
              <a:pathLst>
                <a:path w="1812" h="10084" extrusionOk="0">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78"/>
            <p:cNvSpPr/>
            <p:nvPr/>
          </p:nvSpPr>
          <p:spPr>
            <a:xfrm>
              <a:off x="4853440" y="2704528"/>
              <a:ext cx="41470" cy="45745"/>
            </a:xfrm>
            <a:custGeom>
              <a:avLst/>
              <a:gdLst/>
              <a:ahLst/>
              <a:cxnLst/>
              <a:rect l="l" t="t" r="r" b="b"/>
              <a:pathLst>
                <a:path w="1581" h="1744" extrusionOk="0">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9" name="Google Shape;16029;p78"/>
            <p:cNvSpPr/>
            <p:nvPr/>
          </p:nvSpPr>
          <p:spPr>
            <a:xfrm>
              <a:off x="4915868" y="2510845"/>
              <a:ext cx="46611" cy="214168"/>
            </a:xfrm>
            <a:custGeom>
              <a:avLst/>
              <a:gdLst/>
              <a:ahLst/>
              <a:cxnLst/>
              <a:rect l="l" t="t" r="r" b="b"/>
              <a:pathLst>
                <a:path w="1777" h="8165" extrusionOk="0">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0" name="Google Shape;16030;p78"/>
          <p:cNvGrpSpPr/>
          <p:nvPr/>
        </p:nvGrpSpPr>
        <p:grpSpPr>
          <a:xfrm>
            <a:off x="6328222" y="2056306"/>
            <a:ext cx="372099" cy="293986"/>
            <a:chOff x="6328222" y="2056306"/>
            <a:chExt cx="372099" cy="293986"/>
          </a:xfrm>
        </p:grpSpPr>
        <p:sp>
          <p:nvSpPr>
            <p:cNvPr id="16031" name="Google Shape;16031;p78"/>
            <p:cNvSpPr/>
            <p:nvPr/>
          </p:nvSpPr>
          <p:spPr>
            <a:xfrm>
              <a:off x="6581656" y="2179875"/>
              <a:ext cx="58021" cy="170416"/>
            </a:xfrm>
            <a:custGeom>
              <a:avLst/>
              <a:gdLst/>
              <a:ahLst/>
              <a:cxnLst/>
              <a:rect l="l" t="t" r="r" b="b"/>
              <a:pathLst>
                <a:path w="2212" h="6497" extrusionOk="0">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2" name="Google Shape;16032;p78"/>
            <p:cNvSpPr/>
            <p:nvPr/>
          </p:nvSpPr>
          <p:spPr>
            <a:xfrm>
              <a:off x="6488461" y="2209227"/>
              <a:ext cx="51253" cy="141065"/>
            </a:xfrm>
            <a:custGeom>
              <a:avLst/>
              <a:gdLst/>
              <a:ahLst/>
              <a:cxnLst/>
              <a:rect l="l" t="t" r="r" b="b"/>
              <a:pathLst>
                <a:path w="1954" h="5378" extrusionOk="0">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3" name="Google Shape;16033;p78"/>
            <p:cNvSpPr/>
            <p:nvPr/>
          </p:nvSpPr>
          <p:spPr>
            <a:xfrm>
              <a:off x="6642720" y="2150524"/>
              <a:ext cx="57601" cy="88238"/>
            </a:xfrm>
            <a:custGeom>
              <a:avLst/>
              <a:gdLst/>
              <a:ahLst/>
              <a:cxnLst/>
              <a:rect l="l" t="t" r="r" b="b"/>
              <a:pathLst>
                <a:path w="2196" h="3364" extrusionOk="0">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4" name="Google Shape;16034;p78"/>
            <p:cNvSpPr/>
            <p:nvPr/>
          </p:nvSpPr>
          <p:spPr>
            <a:xfrm>
              <a:off x="6328222" y="2056620"/>
              <a:ext cx="352190" cy="293671"/>
            </a:xfrm>
            <a:custGeom>
              <a:avLst/>
              <a:gdLst/>
              <a:ahLst/>
              <a:cxnLst/>
              <a:rect l="l" t="t" r="r" b="b"/>
              <a:pathLst>
                <a:path w="13427" h="11196" extrusionOk="0">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78"/>
            <p:cNvSpPr/>
            <p:nvPr/>
          </p:nvSpPr>
          <p:spPr>
            <a:xfrm>
              <a:off x="6371633" y="2068896"/>
              <a:ext cx="18151" cy="11751"/>
            </a:xfrm>
            <a:custGeom>
              <a:avLst/>
              <a:gdLst/>
              <a:ahLst/>
              <a:cxnLst/>
              <a:rect l="l" t="t" r="r" b="b"/>
              <a:pathLst>
                <a:path w="692" h="448" extrusionOk="0">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78"/>
            <p:cNvSpPr/>
            <p:nvPr/>
          </p:nvSpPr>
          <p:spPr>
            <a:xfrm>
              <a:off x="6396158" y="2056306"/>
              <a:ext cx="25102" cy="18702"/>
            </a:xfrm>
            <a:custGeom>
              <a:avLst/>
              <a:gdLst/>
              <a:ahLst/>
              <a:cxnLst/>
              <a:rect l="l" t="t" r="r" b="b"/>
              <a:pathLst>
                <a:path w="957" h="713" extrusionOk="0">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78"/>
            <p:cNvSpPr/>
            <p:nvPr/>
          </p:nvSpPr>
          <p:spPr>
            <a:xfrm>
              <a:off x="6380682" y="2097697"/>
              <a:ext cx="88605" cy="117589"/>
            </a:xfrm>
            <a:custGeom>
              <a:avLst/>
              <a:gdLst/>
              <a:ahLst/>
              <a:cxnLst/>
              <a:rect l="l" t="t" r="r" b="b"/>
              <a:pathLst>
                <a:path w="3378" h="4483" extrusionOk="0">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8" name="Google Shape;16038;p78"/>
            <p:cNvSpPr/>
            <p:nvPr/>
          </p:nvSpPr>
          <p:spPr>
            <a:xfrm>
              <a:off x="6328406" y="2070496"/>
              <a:ext cx="23318" cy="27227"/>
            </a:xfrm>
            <a:custGeom>
              <a:avLst/>
              <a:gdLst/>
              <a:ahLst/>
              <a:cxnLst/>
              <a:rect l="l" t="t" r="r" b="b"/>
              <a:pathLst>
                <a:path w="889" h="1038" extrusionOk="0">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9" name="Google Shape;16039;p78"/>
            <p:cNvSpPr/>
            <p:nvPr/>
          </p:nvSpPr>
          <p:spPr>
            <a:xfrm>
              <a:off x="6495937" y="2180347"/>
              <a:ext cx="120448" cy="41889"/>
            </a:xfrm>
            <a:custGeom>
              <a:avLst/>
              <a:gdLst/>
              <a:ahLst/>
              <a:cxnLst/>
              <a:rect l="l" t="t" r="r" b="b"/>
              <a:pathLst>
                <a:path w="4592" h="1597" extrusionOk="0">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40" name="Google Shape;16040;p78"/>
          <p:cNvGrpSpPr/>
          <p:nvPr/>
        </p:nvGrpSpPr>
        <p:grpSpPr>
          <a:xfrm>
            <a:off x="5789327" y="2432968"/>
            <a:ext cx="352531" cy="370132"/>
            <a:chOff x="5789327" y="2432968"/>
            <a:chExt cx="352531" cy="370132"/>
          </a:xfrm>
        </p:grpSpPr>
        <p:sp>
          <p:nvSpPr>
            <p:cNvPr id="16041" name="Google Shape;16041;p78"/>
            <p:cNvSpPr/>
            <p:nvPr/>
          </p:nvSpPr>
          <p:spPr>
            <a:xfrm>
              <a:off x="5794651" y="2568132"/>
              <a:ext cx="341882" cy="228935"/>
            </a:xfrm>
            <a:custGeom>
              <a:avLst/>
              <a:gdLst/>
              <a:ahLst/>
              <a:cxnLst/>
              <a:rect l="l" t="t" r="r" b="b"/>
              <a:pathLst>
                <a:path w="13034" h="8728" extrusionOk="0">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78"/>
            <p:cNvSpPr/>
            <p:nvPr/>
          </p:nvSpPr>
          <p:spPr>
            <a:xfrm>
              <a:off x="5998826" y="2544656"/>
              <a:ext cx="143032" cy="117405"/>
            </a:xfrm>
            <a:custGeom>
              <a:avLst/>
              <a:gdLst/>
              <a:ahLst/>
              <a:cxnLst/>
              <a:rect l="l" t="t" r="r" b="b"/>
              <a:pathLst>
                <a:path w="5453" h="4476" extrusionOk="0">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3" name="Google Shape;16043;p78"/>
            <p:cNvSpPr/>
            <p:nvPr/>
          </p:nvSpPr>
          <p:spPr>
            <a:xfrm>
              <a:off x="5846062" y="2667360"/>
              <a:ext cx="238877" cy="135740"/>
            </a:xfrm>
            <a:custGeom>
              <a:avLst/>
              <a:gdLst/>
              <a:ahLst/>
              <a:cxnLst/>
              <a:rect l="l" t="t" r="r" b="b"/>
              <a:pathLst>
                <a:path w="9107" h="5175" extrusionOk="0">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4" name="Google Shape;16044;p78"/>
            <p:cNvSpPr/>
            <p:nvPr/>
          </p:nvSpPr>
          <p:spPr>
            <a:xfrm>
              <a:off x="5898339" y="2432968"/>
              <a:ext cx="134481" cy="211492"/>
            </a:xfrm>
            <a:custGeom>
              <a:avLst/>
              <a:gdLst/>
              <a:ahLst/>
              <a:cxnLst/>
              <a:rect l="l" t="t" r="r" b="b"/>
              <a:pathLst>
                <a:path w="5127" h="8063" extrusionOk="0">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78"/>
            <p:cNvSpPr/>
            <p:nvPr/>
          </p:nvSpPr>
          <p:spPr>
            <a:xfrm>
              <a:off x="5898522" y="2433309"/>
              <a:ext cx="59962" cy="175925"/>
            </a:xfrm>
            <a:custGeom>
              <a:avLst/>
              <a:gdLst/>
              <a:ahLst/>
              <a:cxnLst/>
              <a:rect l="l" t="t" r="r" b="b"/>
              <a:pathLst>
                <a:path w="2286" h="6707" extrusionOk="0">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78"/>
            <p:cNvSpPr/>
            <p:nvPr/>
          </p:nvSpPr>
          <p:spPr>
            <a:xfrm>
              <a:off x="5804960" y="2667045"/>
              <a:ext cx="141065" cy="88920"/>
            </a:xfrm>
            <a:custGeom>
              <a:avLst/>
              <a:gdLst/>
              <a:ahLst/>
              <a:cxnLst/>
              <a:rect l="l" t="t" r="r" b="b"/>
              <a:pathLst>
                <a:path w="5378" h="3390" extrusionOk="0">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78"/>
            <p:cNvSpPr/>
            <p:nvPr/>
          </p:nvSpPr>
          <p:spPr>
            <a:xfrm>
              <a:off x="5912739" y="2597483"/>
              <a:ext cx="29378" cy="23502"/>
            </a:xfrm>
            <a:custGeom>
              <a:avLst/>
              <a:gdLst/>
              <a:ahLst/>
              <a:cxnLst/>
              <a:rect l="l" t="t" r="r" b="b"/>
              <a:pathLst>
                <a:path w="1120" h="896" extrusionOk="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8" name="Google Shape;16048;p78"/>
            <p:cNvSpPr/>
            <p:nvPr/>
          </p:nvSpPr>
          <p:spPr>
            <a:xfrm>
              <a:off x="5989042" y="2597483"/>
              <a:ext cx="29378" cy="23502"/>
            </a:xfrm>
            <a:custGeom>
              <a:avLst/>
              <a:gdLst/>
              <a:ahLst/>
              <a:cxnLst/>
              <a:rect l="l" t="t" r="r" b="b"/>
              <a:pathLst>
                <a:path w="1120" h="896" extrusionOk="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9" name="Google Shape;16049;p78"/>
            <p:cNvSpPr/>
            <p:nvPr/>
          </p:nvSpPr>
          <p:spPr>
            <a:xfrm>
              <a:off x="5789327" y="2544656"/>
              <a:ext cx="142849" cy="117405"/>
            </a:xfrm>
            <a:custGeom>
              <a:avLst/>
              <a:gdLst/>
              <a:ahLst/>
              <a:cxnLst/>
              <a:rect l="l" t="t" r="r" b="b"/>
              <a:pathLst>
                <a:path w="5446" h="4476" extrusionOk="0">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0" name="Google Shape;16050;p78"/>
            <p:cNvSpPr/>
            <p:nvPr/>
          </p:nvSpPr>
          <p:spPr>
            <a:xfrm>
              <a:off x="5985134" y="2666940"/>
              <a:ext cx="141065" cy="89025"/>
            </a:xfrm>
            <a:custGeom>
              <a:avLst/>
              <a:gdLst/>
              <a:ahLst/>
              <a:cxnLst/>
              <a:rect l="l" t="t" r="r" b="b"/>
              <a:pathLst>
                <a:path w="5378" h="3394" extrusionOk="0">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1" name="Google Shape;16051;p78"/>
          <p:cNvGrpSpPr/>
          <p:nvPr/>
        </p:nvGrpSpPr>
        <p:grpSpPr>
          <a:xfrm>
            <a:off x="874612" y="1980134"/>
            <a:ext cx="322314" cy="370158"/>
            <a:chOff x="874612" y="1980134"/>
            <a:chExt cx="322314" cy="370158"/>
          </a:xfrm>
        </p:grpSpPr>
        <p:sp>
          <p:nvSpPr>
            <p:cNvPr id="16052" name="Google Shape;16052;p78"/>
            <p:cNvSpPr/>
            <p:nvPr/>
          </p:nvSpPr>
          <p:spPr>
            <a:xfrm>
              <a:off x="1067586" y="1980134"/>
              <a:ext cx="129340" cy="193709"/>
            </a:xfrm>
            <a:custGeom>
              <a:avLst/>
              <a:gdLst/>
              <a:ahLst/>
              <a:cxnLst/>
              <a:rect l="l" t="t" r="r" b="b"/>
              <a:pathLst>
                <a:path w="4931" h="7385" extrusionOk="0">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3" name="Google Shape;16053;p78"/>
            <p:cNvSpPr/>
            <p:nvPr/>
          </p:nvSpPr>
          <p:spPr>
            <a:xfrm>
              <a:off x="1095521" y="1980317"/>
              <a:ext cx="101405" cy="193525"/>
            </a:xfrm>
            <a:custGeom>
              <a:avLst/>
              <a:gdLst/>
              <a:ahLst/>
              <a:cxnLst/>
              <a:rect l="l" t="t" r="r" b="b"/>
              <a:pathLst>
                <a:path w="3866" h="7378" extrusionOk="0">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4" name="Google Shape;16054;p78"/>
            <p:cNvSpPr/>
            <p:nvPr/>
          </p:nvSpPr>
          <p:spPr>
            <a:xfrm>
              <a:off x="874612" y="1980134"/>
              <a:ext cx="129681" cy="193709"/>
            </a:xfrm>
            <a:custGeom>
              <a:avLst/>
              <a:gdLst/>
              <a:ahLst/>
              <a:cxnLst/>
              <a:rect l="l" t="t" r="r" b="b"/>
              <a:pathLst>
                <a:path w="4944" h="7385" extrusionOk="0">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5" name="Google Shape;16055;p78"/>
            <p:cNvSpPr/>
            <p:nvPr/>
          </p:nvSpPr>
          <p:spPr>
            <a:xfrm>
              <a:off x="874612" y="1980317"/>
              <a:ext cx="101589" cy="193525"/>
            </a:xfrm>
            <a:custGeom>
              <a:avLst/>
              <a:gdLst/>
              <a:ahLst/>
              <a:cxnLst/>
              <a:rect l="l" t="t" r="r" b="b"/>
              <a:pathLst>
                <a:path w="3873" h="7378" extrusionOk="0">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6" name="Google Shape;16056;p78"/>
            <p:cNvSpPr/>
            <p:nvPr/>
          </p:nvSpPr>
          <p:spPr>
            <a:xfrm>
              <a:off x="922455" y="2123481"/>
              <a:ext cx="226785" cy="226811"/>
            </a:xfrm>
            <a:custGeom>
              <a:avLst/>
              <a:gdLst/>
              <a:ahLst/>
              <a:cxnLst/>
              <a:rect l="l" t="t" r="r" b="b"/>
              <a:pathLst>
                <a:path w="8646" h="8647" extrusionOk="0">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7" name="Google Shape;16057;p78"/>
            <p:cNvSpPr/>
            <p:nvPr/>
          </p:nvSpPr>
          <p:spPr>
            <a:xfrm>
              <a:off x="922455" y="2123664"/>
              <a:ext cx="106205" cy="222876"/>
            </a:xfrm>
            <a:custGeom>
              <a:avLst/>
              <a:gdLst/>
              <a:ahLst/>
              <a:cxnLst/>
              <a:rect l="l" t="t" r="r" b="b"/>
              <a:pathLst>
                <a:path w="4049" h="8497" extrusionOk="0">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78"/>
            <p:cNvSpPr/>
            <p:nvPr/>
          </p:nvSpPr>
          <p:spPr>
            <a:xfrm>
              <a:off x="964082" y="2219010"/>
              <a:ext cx="35935" cy="41627"/>
            </a:xfrm>
            <a:custGeom>
              <a:avLst/>
              <a:gdLst/>
              <a:ahLst/>
              <a:cxnLst/>
              <a:rect l="l" t="t" r="r" b="b"/>
              <a:pathLst>
                <a:path w="1370" h="1587" extrusionOk="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78"/>
            <p:cNvSpPr/>
            <p:nvPr/>
          </p:nvSpPr>
          <p:spPr>
            <a:xfrm>
              <a:off x="982050" y="2218984"/>
              <a:ext cx="17968" cy="29797"/>
            </a:xfrm>
            <a:custGeom>
              <a:avLst/>
              <a:gdLst/>
              <a:ahLst/>
              <a:cxnLst/>
              <a:rect l="l" t="t" r="r" b="b"/>
              <a:pathLst>
                <a:path w="685" h="1136" extrusionOk="0">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0" name="Google Shape;16060;p78"/>
            <p:cNvSpPr/>
            <p:nvPr/>
          </p:nvSpPr>
          <p:spPr>
            <a:xfrm>
              <a:off x="976174" y="2224860"/>
              <a:ext cx="11935" cy="11961"/>
            </a:xfrm>
            <a:custGeom>
              <a:avLst/>
              <a:gdLst/>
              <a:ahLst/>
              <a:cxnLst/>
              <a:rect l="l" t="t" r="r" b="b"/>
              <a:pathLst>
                <a:path w="455" h="456" extrusionOk="0">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1" name="Google Shape;16061;p78"/>
            <p:cNvSpPr/>
            <p:nvPr/>
          </p:nvSpPr>
          <p:spPr>
            <a:xfrm>
              <a:off x="1071678" y="2219010"/>
              <a:ext cx="35778" cy="41627"/>
            </a:xfrm>
            <a:custGeom>
              <a:avLst/>
              <a:gdLst/>
              <a:ahLst/>
              <a:cxnLst/>
              <a:rect l="l" t="t" r="r" b="b"/>
              <a:pathLst>
                <a:path w="1364" h="1587" extrusionOk="0">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78"/>
            <p:cNvSpPr/>
            <p:nvPr/>
          </p:nvSpPr>
          <p:spPr>
            <a:xfrm>
              <a:off x="1089462" y="2218984"/>
              <a:ext cx="17994" cy="29797"/>
            </a:xfrm>
            <a:custGeom>
              <a:avLst/>
              <a:gdLst/>
              <a:ahLst/>
              <a:cxnLst/>
              <a:rect l="l" t="t" r="r" b="b"/>
              <a:pathLst>
                <a:path w="686" h="1136" extrusionOk="0">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78"/>
            <p:cNvSpPr/>
            <p:nvPr/>
          </p:nvSpPr>
          <p:spPr>
            <a:xfrm>
              <a:off x="1083586" y="2224860"/>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78"/>
            <p:cNvSpPr/>
            <p:nvPr/>
          </p:nvSpPr>
          <p:spPr>
            <a:xfrm>
              <a:off x="949682" y="2219010"/>
              <a:ext cx="172357" cy="131281"/>
            </a:xfrm>
            <a:custGeom>
              <a:avLst/>
              <a:gdLst/>
              <a:ahLst/>
              <a:cxnLst/>
              <a:rect l="l" t="t" r="r" b="b"/>
              <a:pathLst>
                <a:path w="6571" h="5005" extrusionOk="0">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78"/>
            <p:cNvSpPr/>
            <p:nvPr/>
          </p:nvSpPr>
          <p:spPr>
            <a:xfrm>
              <a:off x="985984" y="2318238"/>
              <a:ext cx="99700" cy="24027"/>
            </a:xfrm>
            <a:custGeom>
              <a:avLst/>
              <a:gdLst/>
              <a:ahLst/>
              <a:cxnLst/>
              <a:rect l="l" t="t" r="r" b="b"/>
              <a:pathLst>
                <a:path w="3801" h="916" extrusionOk="0">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6" name="Google Shape;16066;p78"/>
            <p:cNvSpPr/>
            <p:nvPr/>
          </p:nvSpPr>
          <p:spPr>
            <a:xfrm>
              <a:off x="1008726" y="2278579"/>
              <a:ext cx="54270" cy="41784"/>
            </a:xfrm>
            <a:custGeom>
              <a:avLst/>
              <a:gdLst/>
              <a:ahLst/>
              <a:cxnLst/>
              <a:rect l="l" t="t" r="r" b="b"/>
              <a:pathLst>
                <a:path w="2069" h="1593" extrusionOk="0">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7" name="Google Shape;16067;p78"/>
            <p:cNvSpPr/>
            <p:nvPr/>
          </p:nvSpPr>
          <p:spPr>
            <a:xfrm>
              <a:off x="1008726" y="2279811"/>
              <a:ext cx="36827" cy="40552"/>
            </a:xfrm>
            <a:custGeom>
              <a:avLst/>
              <a:gdLst/>
              <a:ahLst/>
              <a:cxnLst/>
              <a:rect l="l" t="t" r="r" b="b"/>
              <a:pathLst>
                <a:path w="1404" h="1546" extrusionOk="0">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78"/>
            <p:cNvSpPr/>
            <p:nvPr/>
          </p:nvSpPr>
          <p:spPr>
            <a:xfrm>
              <a:off x="950023" y="2286395"/>
              <a:ext cx="51070" cy="59962"/>
            </a:xfrm>
            <a:custGeom>
              <a:avLst/>
              <a:gdLst/>
              <a:ahLst/>
              <a:cxnLst/>
              <a:rect l="l" t="t" r="r" b="b"/>
              <a:pathLst>
                <a:path w="1947" h="2286" extrusionOk="0">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9" name="Google Shape;16069;p78"/>
          <p:cNvGrpSpPr/>
          <p:nvPr/>
        </p:nvGrpSpPr>
        <p:grpSpPr>
          <a:xfrm>
            <a:off x="3039662" y="2514780"/>
            <a:ext cx="374223" cy="329764"/>
            <a:chOff x="3039662" y="2514780"/>
            <a:chExt cx="374223" cy="329764"/>
          </a:xfrm>
        </p:grpSpPr>
        <p:sp>
          <p:nvSpPr>
            <p:cNvPr id="16070" name="Google Shape;16070;p78"/>
            <p:cNvSpPr/>
            <p:nvPr/>
          </p:nvSpPr>
          <p:spPr>
            <a:xfrm>
              <a:off x="3270171" y="2554964"/>
              <a:ext cx="64395" cy="72762"/>
            </a:xfrm>
            <a:custGeom>
              <a:avLst/>
              <a:gdLst/>
              <a:ahLst/>
              <a:cxnLst/>
              <a:rect l="l" t="t" r="r" b="b"/>
              <a:pathLst>
                <a:path w="2455" h="2774" extrusionOk="0">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78"/>
            <p:cNvSpPr/>
            <p:nvPr/>
          </p:nvSpPr>
          <p:spPr>
            <a:xfrm>
              <a:off x="3245804" y="2514780"/>
              <a:ext cx="97838" cy="179571"/>
            </a:xfrm>
            <a:custGeom>
              <a:avLst/>
              <a:gdLst/>
              <a:ahLst/>
              <a:cxnLst/>
              <a:rect l="l" t="t" r="r" b="b"/>
              <a:pathLst>
                <a:path w="3730" h="6846" extrusionOk="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2" name="Google Shape;16072;p78"/>
            <p:cNvSpPr/>
            <p:nvPr/>
          </p:nvSpPr>
          <p:spPr>
            <a:xfrm>
              <a:off x="3119165" y="2554964"/>
              <a:ext cx="64395" cy="72762"/>
            </a:xfrm>
            <a:custGeom>
              <a:avLst/>
              <a:gdLst/>
              <a:ahLst/>
              <a:cxnLst/>
              <a:rect l="l" t="t" r="r" b="b"/>
              <a:pathLst>
                <a:path w="2455" h="2774" extrusionOk="0">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3" name="Google Shape;16073;p78"/>
            <p:cNvSpPr/>
            <p:nvPr/>
          </p:nvSpPr>
          <p:spPr>
            <a:xfrm>
              <a:off x="3254512" y="2624867"/>
              <a:ext cx="17627" cy="28827"/>
            </a:xfrm>
            <a:custGeom>
              <a:avLst/>
              <a:gdLst/>
              <a:ahLst/>
              <a:cxnLst/>
              <a:rect l="l" t="t" r="r" b="b"/>
              <a:pathLst>
                <a:path w="672" h="1099" extrusionOk="0">
                  <a:moveTo>
                    <a:pt x="217" y="0"/>
                  </a:moveTo>
                  <a:lnTo>
                    <a:pt x="0" y="1099"/>
                  </a:lnTo>
                  <a:lnTo>
                    <a:pt x="448" y="1099"/>
                  </a:lnTo>
                  <a:lnTo>
                    <a:pt x="67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4" name="Google Shape;16074;p78"/>
            <p:cNvSpPr/>
            <p:nvPr/>
          </p:nvSpPr>
          <p:spPr>
            <a:xfrm>
              <a:off x="3255745" y="2607424"/>
              <a:ext cx="23161" cy="23161"/>
            </a:xfrm>
            <a:custGeom>
              <a:avLst/>
              <a:gdLst/>
              <a:ahLst/>
              <a:cxnLst/>
              <a:rect l="l" t="t" r="r" b="b"/>
              <a:pathLst>
                <a:path w="883" h="883" extrusionOk="0">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78"/>
            <p:cNvSpPr/>
            <p:nvPr/>
          </p:nvSpPr>
          <p:spPr>
            <a:xfrm>
              <a:off x="3181593" y="2624867"/>
              <a:ext cx="17627" cy="28827"/>
            </a:xfrm>
            <a:custGeom>
              <a:avLst/>
              <a:gdLst/>
              <a:ahLst/>
              <a:cxnLst/>
              <a:rect l="l" t="t" r="r" b="b"/>
              <a:pathLst>
                <a:path w="672" h="1099" extrusionOk="0">
                  <a:moveTo>
                    <a:pt x="0" y="0"/>
                  </a:moveTo>
                  <a:lnTo>
                    <a:pt x="224" y="1099"/>
                  </a:lnTo>
                  <a:lnTo>
                    <a:pt x="672" y="1099"/>
                  </a:lnTo>
                  <a:lnTo>
                    <a:pt x="4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78"/>
            <p:cNvSpPr/>
            <p:nvPr/>
          </p:nvSpPr>
          <p:spPr>
            <a:xfrm>
              <a:off x="3288480" y="2694219"/>
              <a:ext cx="125406" cy="52145"/>
            </a:xfrm>
            <a:custGeom>
              <a:avLst/>
              <a:gdLst/>
              <a:ahLst/>
              <a:cxnLst/>
              <a:rect l="l" t="t" r="r" b="b"/>
              <a:pathLst>
                <a:path w="4781" h="1988" extrusionOk="0">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7" name="Google Shape;16077;p78"/>
            <p:cNvSpPr/>
            <p:nvPr/>
          </p:nvSpPr>
          <p:spPr>
            <a:xfrm>
              <a:off x="3276204" y="2705813"/>
              <a:ext cx="118140" cy="78952"/>
            </a:xfrm>
            <a:custGeom>
              <a:avLst/>
              <a:gdLst/>
              <a:ahLst/>
              <a:cxnLst/>
              <a:rect l="l" t="t" r="r" b="b"/>
              <a:pathLst>
                <a:path w="4504" h="3010" extrusionOk="0">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8" name="Google Shape;16078;p78"/>
            <p:cNvSpPr/>
            <p:nvPr/>
          </p:nvSpPr>
          <p:spPr>
            <a:xfrm>
              <a:off x="3265240" y="2711793"/>
              <a:ext cx="104186" cy="103399"/>
            </a:xfrm>
            <a:custGeom>
              <a:avLst/>
              <a:gdLst/>
              <a:ahLst/>
              <a:cxnLst/>
              <a:rect l="l" t="t" r="r" b="b"/>
              <a:pathLst>
                <a:path w="3972" h="3942" extrusionOk="0">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78"/>
            <p:cNvSpPr/>
            <p:nvPr/>
          </p:nvSpPr>
          <p:spPr>
            <a:xfrm>
              <a:off x="3247430" y="2717223"/>
              <a:ext cx="88920" cy="127320"/>
            </a:xfrm>
            <a:custGeom>
              <a:avLst/>
              <a:gdLst/>
              <a:ahLst/>
              <a:cxnLst/>
              <a:rect l="l" t="t" r="r" b="b"/>
              <a:pathLst>
                <a:path w="3390" h="4854" extrusionOk="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78"/>
            <p:cNvSpPr/>
            <p:nvPr/>
          </p:nvSpPr>
          <p:spPr>
            <a:xfrm>
              <a:off x="3039662" y="2694219"/>
              <a:ext cx="125406" cy="52145"/>
            </a:xfrm>
            <a:custGeom>
              <a:avLst/>
              <a:gdLst/>
              <a:ahLst/>
              <a:cxnLst/>
              <a:rect l="l" t="t" r="r" b="b"/>
              <a:pathLst>
                <a:path w="4781" h="1988" extrusionOk="0">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78"/>
            <p:cNvSpPr/>
            <p:nvPr/>
          </p:nvSpPr>
          <p:spPr>
            <a:xfrm>
              <a:off x="3059230" y="2705813"/>
              <a:ext cx="118297" cy="78952"/>
            </a:xfrm>
            <a:custGeom>
              <a:avLst/>
              <a:gdLst/>
              <a:ahLst/>
              <a:cxnLst/>
              <a:rect l="l" t="t" r="r" b="b"/>
              <a:pathLst>
                <a:path w="4510" h="3010" extrusionOk="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2" name="Google Shape;16082;p78"/>
            <p:cNvSpPr/>
            <p:nvPr/>
          </p:nvSpPr>
          <p:spPr>
            <a:xfrm>
              <a:off x="3084306" y="2711793"/>
              <a:ext cx="104186" cy="103399"/>
            </a:xfrm>
            <a:custGeom>
              <a:avLst/>
              <a:gdLst/>
              <a:ahLst/>
              <a:cxnLst/>
              <a:rect l="l" t="t" r="r" b="b"/>
              <a:pathLst>
                <a:path w="3972" h="3942" extrusionOk="0">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3" name="Google Shape;16083;p78"/>
            <p:cNvSpPr/>
            <p:nvPr/>
          </p:nvSpPr>
          <p:spPr>
            <a:xfrm>
              <a:off x="3117198" y="2717223"/>
              <a:ext cx="88972" cy="127320"/>
            </a:xfrm>
            <a:custGeom>
              <a:avLst/>
              <a:gdLst/>
              <a:ahLst/>
              <a:cxnLst/>
              <a:rect l="l" t="t" r="r" b="b"/>
              <a:pathLst>
                <a:path w="3392" h="4854" extrusionOk="0">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78"/>
            <p:cNvSpPr/>
            <p:nvPr/>
          </p:nvSpPr>
          <p:spPr>
            <a:xfrm>
              <a:off x="3145841" y="2642100"/>
              <a:ext cx="161865" cy="121524"/>
            </a:xfrm>
            <a:custGeom>
              <a:avLst/>
              <a:gdLst/>
              <a:ahLst/>
              <a:cxnLst/>
              <a:rect l="l" t="t" r="r" b="b"/>
              <a:pathLst>
                <a:path w="6171" h="4633" extrusionOk="0">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78"/>
            <p:cNvSpPr/>
            <p:nvPr/>
          </p:nvSpPr>
          <p:spPr>
            <a:xfrm>
              <a:off x="3109906" y="2514780"/>
              <a:ext cx="97864" cy="179571"/>
            </a:xfrm>
            <a:custGeom>
              <a:avLst/>
              <a:gdLst/>
              <a:ahLst/>
              <a:cxnLst/>
              <a:rect l="l" t="t" r="r" b="b"/>
              <a:pathLst>
                <a:path w="3731" h="6846" extrusionOk="0">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78"/>
            <p:cNvSpPr/>
            <p:nvPr/>
          </p:nvSpPr>
          <p:spPr>
            <a:xfrm>
              <a:off x="3174825" y="2607424"/>
              <a:ext cx="23161" cy="23161"/>
            </a:xfrm>
            <a:custGeom>
              <a:avLst/>
              <a:gdLst/>
              <a:ahLst/>
              <a:cxnLst/>
              <a:rect l="l" t="t" r="r" b="b"/>
              <a:pathLst>
                <a:path w="883" h="883" extrusionOk="0">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78"/>
            <p:cNvSpPr/>
            <p:nvPr/>
          </p:nvSpPr>
          <p:spPr>
            <a:xfrm>
              <a:off x="3145841" y="2642651"/>
              <a:ext cx="79529" cy="120973"/>
            </a:xfrm>
            <a:custGeom>
              <a:avLst/>
              <a:gdLst/>
              <a:ahLst/>
              <a:cxnLst/>
              <a:rect l="l" t="t" r="r" b="b"/>
              <a:pathLst>
                <a:path w="3032" h="4612" extrusionOk="0">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8" name="Google Shape;16088;p78"/>
          <p:cNvGrpSpPr/>
          <p:nvPr/>
        </p:nvGrpSpPr>
        <p:grpSpPr>
          <a:xfrm>
            <a:off x="1946369" y="2563122"/>
            <a:ext cx="374066" cy="233395"/>
            <a:chOff x="1946369" y="2563122"/>
            <a:chExt cx="374066" cy="233395"/>
          </a:xfrm>
        </p:grpSpPr>
        <p:sp>
          <p:nvSpPr>
            <p:cNvPr id="16089" name="Google Shape;16089;p78"/>
            <p:cNvSpPr/>
            <p:nvPr/>
          </p:nvSpPr>
          <p:spPr>
            <a:xfrm>
              <a:off x="1946369" y="2563148"/>
              <a:ext cx="334223" cy="215401"/>
            </a:xfrm>
            <a:custGeom>
              <a:avLst/>
              <a:gdLst/>
              <a:ahLst/>
              <a:cxnLst/>
              <a:rect l="l" t="t" r="r" b="b"/>
              <a:pathLst>
                <a:path w="12742" h="8212" extrusionOk="0">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78"/>
            <p:cNvSpPr/>
            <p:nvPr/>
          </p:nvSpPr>
          <p:spPr>
            <a:xfrm>
              <a:off x="1995656" y="2698836"/>
              <a:ext cx="107254" cy="97497"/>
            </a:xfrm>
            <a:custGeom>
              <a:avLst/>
              <a:gdLst/>
              <a:ahLst/>
              <a:cxnLst/>
              <a:rect l="l" t="t" r="r" b="b"/>
              <a:pathLst>
                <a:path w="4089" h="3717" extrusionOk="0">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78"/>
            <p:cNvSpPr/>
            <p:nvPr/>
          </p:nvSpPr>
          <p:spPr>
            <a:xfrm>
              <a:off x="2186846" y="2736738"/>
              <a:ext cx="57811" cy="59778"/>
            </a:xfrm>
            <a:custGeom>
              <a:avLst/>
              <a:gdLst/>
              <a:ahLst/>
              <a:cxnLst/>
              <a:rect l="l" t="t" r="r" b="b"/>
              <a:pathLst>
                <a:path w="2204" h="2279" extrusionOk="0">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78"/>
            <p:cNvSpPr/>
            <p:nvPr/>
          </p:nvSpPr>
          <p:spPr>
            <a:xfrm>
              <a:off x="1974645" y="2580433"/>
              <a:ext cx="14977" cy="20433"/>
            </a:xfrm>
            <a:custGeom>
              <a:avLst/>
              <a:gdLst/>
              <a:ahLst/>
              <a:cxnLst/>
              <a:rect l="l" t="t" r="r" b="b"/>
              <a:pathLst>
                <a:path w="571" h="779" extrusionOk="0">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3" name="Google Shape;16093;p78"/>
            <p:cNvSpPr/>
            <p:nvPr/>
          </p:nvSpPr>
          <p:spPr>
            <a:xfrm>
              <a:off x="1952429" y="2612408"/>
              <a:ext cx="38506" cy="16918"/>
            </a:xfrm>
            <a:custGeom>
              <a:avLst/>
              <a:gdLst/>
              <a:ahLst/>
              <a:cxnLst/>
              <a:rect l="l" t="t" r="r" b="b"/>
              <a:pathLst>
                <a:path w="1468" h="645" extrusionOk="0">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4" name="Google Shape;16094;p78"/>
            <p:cNvSpPr/>
            <p:nvPr/>
          </p:nvSpPr>
          <p:spPr>
            <a:xfrm>
              <a:off x="1978029" y="2563122"/>
              <a:ext cx="51962" cy="90048"/>
            </a:xfrm>
            <a:custGeom>
              <a:avLst/>
              <a:gdLst/>
              <a:ahLst/>
              <a:cxnLst/>
              <a:rect l="l" t="t" r="r" b="b"/>
              <a:pathLst>
                <a:path w="1981" h="3433" extrusionOk="0">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78"/>
            <p:cNvSpPr/>
            <p:nvPr/>
          </p:nvSpPr>
          <p:spPr>
            <a:xfrm>
              <a:off x="2029781" y="2601417"/>
              <a:ext cx="290655" cy="147098"/>
            </a:xfrm>
            <a:custGeom>
              <a:avLst/>
              <a:gdLst/>
              <a:ahLst/>
              <a:cxnLst/>
              <a:rect l="l" t="t" r="r" b="b"/>
              <a:pathLst>
                <a:path w="11081" h="5608" extrusionOk="0">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78"/>
            <p:cNvSpPr/>
            <p:nvPr/>
          </p:nvSpPr>
          <p:spPr>
            <a:xfrm>
              <a:off x="2029781" y="2604932"/>
              <a:ext cx="286379" cy="143635"/>
            </a:xfrm>
            <a:custGeom>
              <a:avLst/>
              <a:gdLst/>
              <a:ahLst/>
              <a:cxnLst/>
              <a:rect l="l" t="t" r="r" b="b"/>
              <a:pathLst>
                <a:path w="10918" h="5476" extrusionOk="0">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97" name="Google Shape;16097;p78"/>
          <p:cNvGrpSpPr/>
          <p:nvPr/>
        </p:nvGrpSpPr>
        <p:grpSpPr>
          <a:xfrm>
            <a:off x="4135263" y="2906184"/>
            <a:ext cx="374040" cy="370184"/>
            <a:chOff x="4135263" y="2906184"/>
            <a:chExt cx="374040" cy="370184"/>
          </a:xfrm>
        </p:grpSpPr>
        <p:sp>
          <p:nvSpPr>
            <p:cNvPr id="16098" name="Google Shape;16098;p78"/>
            <p:cNvSpPr/>
            <p:nvPr/>
          </p:nvSpPr>
          <p:spPr>
            <a:xfrm>
              <a:off x="4165139" y="2935037"/>
              <a:ext cx="314288" cy="312347"/>
            </a:xfrm>
            <a:custGeom>
              <a:avLst/>
              <a:gdLst/>
              <a:ahLst/>
              <a:cxnLst/>
              <a:rect l="l" t="t" r="r" b="b"/>
              <a:pathLst>
                <a:path w="11982" h="11908" extrusionOk="0">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78"/>
            <p:cNvSpPr/>
            <p:nvPr/>
          </p:nvSpPr>
          <p:spPr>
            <a:xfrm>
              <a:off x="4228799" y="2998802"/>
              <a:ext cx="187151" cy="184895"/>
            </a:xfrm>
            <a:custGeom>
              <a:avLst/>
              <a:gdLst/>
              <a:ahLst/>
              <a:cxnLst/>
              <a:rect l="l" t="t" r="r" b="b"/>
              <a:pathLst>
                <a:path w="7135" h="7049" extrusionOk="0">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78"/>
            <p:cNvSpPr/>
            <p:nvPr/>
          </p:nvSpPr>
          <p:spPr>
            <a:xfrm>
              <a:off x="4135263" y="2906184"/>
              <a:ext cx="374040" cy="370184"/>
            </a:xfrm>
            <a:custGeom>
              <a:avLst/>
              <a:gdLst/>
              <a:ahLst/>
              <a:cxnLst/>
              <a:rect l="l" t="t" r="r" b="b"/>
              <a:pathLst>
                <a:path w="14260" h="14113" extrusionOk="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1" name="Google Shape;16101;p78"/>
          <p:cNvGrpSpPr/>
          <p:nvPr/>
        </p:nvGrpSpPr>
        <p:grpSpPr>
          <a:xfrm>
            <a:off x="4683601" y="2906184"/>
            <a:ext cx="372676" cy="370184"/>
            <a:chOff x="4683601" y="2906184"/>
            <a:chExt cx="372676" cy="370184"/>
          </a:xfrm>
        </p:grpSpPr>
        <p:sp>
          <p:nvSpPr>
            <p:cNvPr id="16102" name="Google Shape;16102;p78"/>
            <p:cNvSpPr/>
            <p:nvPr/>
          </p:nvSpPr>
          <p:spPr>
            <a:xfrm>
              <a:off x="4846516" y="3004205"/>
              <a:ext cx="20538" cy="69588"/>
            </a:xfrm>
            <a:custGeom>
              <a:avLst/>
              <a:gdLst/>
              <a:ahLst/>
              <a:cxnLst/>
              <a:rect l="l" t="t" r="r" b="b"/>
              <a:pathLst>
                <a:path w="783" h="2653" extrusionOk="0">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3" name="Google Shape;16103;p78"/>
            <p:cNvSpPr/>
            <p:nvPr/>
          </p:nvSpPr>
          <p:spPr>
            <a:xfrm>
              <a:off x="4875133" y="3004415"/>
              <a:ext cx="18361" cy="69378"/>
            </a:xfrm>
            <a:custGeom>
              <a:avLst/>
              <a:gdLst/>
              <a:ahLst/>
              <a:cxnLst/>
              <a:rect l="l" t="t" r="r" b="b"/>
              <a:pathLst>
                <a:path w="700" h="2645" extrusionOk="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4" name="Google Shape;16104;p78"/>
            <p:cNvSpPr/>
            <p:nvPr/>
          </p:nvSpPr>
          <p:spPr>
            <a:xfrm>
              <a:off x="4846857" y="3027524"/>
              <a:ext cx="46270" cy="46270"/>
            </a:xfrm>
            <a:custGeom>
              <a:avLst/>
              <a:gdLst/>
              <a:ahLst/>
              <a:cxnLst/>
              <a:rect l="l" t="t" r="r" b="b"/>
              <a:pathLst>
                <a:path w="1764" h="1764" extrusionOk="0">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5" name="Google Shape;16105;p78"/>
            <p:cNvSpPr/>
            <p:nvPr/>
          </p:nvSpPr>
          <p:spPr>
            <a:xfrm>
              <a:off x="4683601" y="2906184"/>
              <a:ext cx="372676" cy="370184"/>
            </a:xfrm>
            <a:custGeom>
              <a:avLst/>
              <a:gdLst/>
              <a:ahLst/>
              <a:cxnLst/>
              <a:rect l="l" t="t" r="r" b="b"/>
              <a:pathLst>
                <a:path w="14208" h="14113" extrusionOk="0">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6" name="Google Shape;16106;p78"/>
            <p:cNvSpPr/>
            <p:nvPr/>
          </p:nvSpPr>
          <p:spPr>
            <a:xfrm>
              <a:off x="4818056" y="3102751"/>
              <a:ext cx="104054" cy="104081"/>
            </a:xfrm>
            <a:custGeom>
              <a:avLst/>
              <a:gdLst/>
              <a:ahLst/>
              <a:cxnLst/>
              <a:rect l="l" t="t" r="r" b="b"/>
              <a:pathLst>
                <a:path w="3967" h="3968" extrusionOk="0">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7" name="Google Shape;16107;p78"/>
            <p:cNvSpPr/>
            <p:nvPr/>
          </p:nvSpPr>
          <p:spPr>
            <a:xfrm>
              <a:off x="4817872" y="3102935"/>
              <a:ext cx="54086" cy="103897"/>
            </a:xfrm>
            <a:custGeom>
              <a:avLst/>
              <a:gdLst/>
              <a:ahLst/>
              <a:cxnLst/>
              <a:rect l="l" t="t" r="r" b="b"/>
              <a:pathLst>
                <a:path w="2062" h="3961" extrusionOk="0">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8" name="Google Shape;16108;p78"/>
          <p:cNvGrpSpPr/>
          <p:nvPr/>
        </p:nvGrpSpPr>
        <p:grpSpPr>
          <a:xfrm>
            <a:off x="870808" y="2906053"/>
            <a:ext cx="329134" cy="370132"/>
            <a:chOff x="870808" y="2906053"/>
            <a:chExt cx="329134" cy="370132"/>
          </a:xfrm>
        </p:grpSpPr>
        <p:sp>
          <p:nvSpPr>
            <p:cNvPr id="16109" name="Google Shape;16109;p78"/>
            <p:cNvSpPr/>
            <p:nvPr/>
          </p:nvSpPr>
          <p:spPr>
            <a:xfrm>
              <a:off x="907530" y="3114004"/>
              <a:ext cx="113943" cy="162180"/>
            </a:xfrm>
            <a:custGeom>
              <a:avLst/>
              <a:gdLst/>
              <a:ahLst/>
              <a:cxnLst/>
              <a:rect l="l" t="t" r="r" b="b"/>
              <a:pathLst>
                <a:path w="4344" h="6183" extrusionOk="0">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78"/>
            <p:cNvSpPr/>
            <p:nvPr/>
          </p:nvSpPr>
          <p:spPr>
            <a:xfrm>
              <a:off x="1050169" y="3114030"/>
              <a:ext cx="113838" cy="162154"/>
            </a:xfrm>
            <a:custGeom>
              <a:avLst/>
              <a:gdLst/>
              <a:ahLst/>
              <a:cxnLst/>
              <a:rect l="l" t="t" r="r" b="b"/>
              <a:pathLst>
                <a:path w="4340" h="6182" extrusionOk="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78"/>
            <p:cNvSpPr/>
            <p:nvPr/>
          </p:nvSpPr>
          <p:spPr>
            <a:xfrm>
              <a:off x="870808" y="3073951"/>
              <a:ext cx="329134" cy="52250"/>
            </a:xfrm>
            <a:custGeom>
              <a:avLst/>
              <a:gdLst/>
              <a:ahLst/>
              <a:cxnLst/>
              <a:rect l="l" t="t" r="r" b="b"/>
              <a:pathLst>
                <a:path w="12548" h="1992" extrusionOk="0">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78"/>
            <p:cNvSpPr/>
            <p:nvPr/>
          </p:nvSpPr>
          <p:spPr>
            <a:xfrm>
              <a:off x="889038" y="2975536"/>
              <a:ext cx="293828" cy="86690"/>
            </a:xfrm>
            <a:custGeom>
              <a:avLst/>
              <a:gdLst/>
              <a:ahLst/>
              <a:cxnLst/>
              <a:rect l="l" t="t" r="r" b="b"/>
              <a:pathLst>
                <a:path w="11202" h="3305" extrusionOk="0">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78"/>
            <p:cNvSpPr/>
            <p:nvPr/>
          </p:nvSpPr>
          <p:spPr>
            <a:xfrm>
              <a:off x="983807" y="3021832"/>
              <a:ext cx="104081" cy="225368"/>
            </a:xfrm>
            <a:custGeom>
              <a:avLst/>
              <a:gdLst/>
              <a:ahLst/>
              <a:cxnLst/>
              <a:rect l="l" t="t" r="r" b="b"/>
              <a:pathLst>
                <a:path w="3968" h="8592" extrusionOk="0">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78"/>
            <p:cNvSpPr/>
            <p:nvPr/>
          </p:nvSpPr>
          <p:spPr>
            <a:xfrm>
              <a:off x="1042326" y="3108968"/>
              <a:ext cx="210" cy="26"/>
            </a:xfrm>
            <a:custGeom>
              <a:avLst/>
              <a:gdLst/>
              <a:ahLst/>
              <a:cxnLst/>
              <a:rect l="l" t="t" r="r" b="b"/>
              <a:pathLst>
                <a:path w="8" h="1" extrusionOk="0">
                  <a:moveTo>
                    <a:pt x="1" y="1"/>
                  </a:moveTo>
                  <a:lnTo>
                    <a:pt x="1" y="1"/>
                  </a:lnTo>
                  <a:cubicBezTo>
                    <a:pt x="8" y="1"/>
                    <a:pt x="8" y="1"/>
                    <a:pt x="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5" name="Google Shape;16115;p78"/>
            <p:cNvSpPr/>
            <p:nvPr/>
          </p:nvSpPr>
          <p:spPr>
            <a:xfrm>
              <a:off x="983650" y="3021648"/>
              <a:ext cx="70270" cy="225552"/>
            </a:xfrm>
            <a:custGeom>
              <a:avLst/>
              <a:gdLst/>
              <a:ahLst/>
              <a:cxnLst/>
              <a:rect l="l" t="t" r="r" b="b"/>
              <a:pathLst>
                <a:path w="2679" h="8599" extrusionOk="0">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6" name="Google Shape;16116;p78"/>
            <p:cNvSpPr/>
            <p:nvPr/>
          </p:nvSpPr>
          <p:spPr>
            <a:xfrm>
              <a:off x="983807" y="3151120"/>
              <a:ext cx="104081" cy="26728"/>
            </a:xfrm>
            <a:custGeom>
              <a:avLst/>
              <a:gdLst/>
              <a:ahLst/>
              <a:cxnLst/>
              <a:rect l="l" t="t" r="r" b="b"/>
              <a:pathLst>
                <a:path w="3968" h="1019" extrusionOk="0">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78"/>
            <p:cNvSpPr/>
            <p:nvPr/>
          </p:nvSpPr>
          <p:spPr>
            <a:xfrm>
              <a:off x="988633" y="3194347"/>
              <a:ext cx="94271" cy="24053"/>
            </a:xfrm>
            <a:custGeom>
              <a:avLst/>
              <a:gdLst/>
              <a:ahLst/>
              <a:cxnLst/>
              <a:rect l="l" t="t" r="r" b="b"/>
              <a:pathLst>
                <a:path w="3594" h="917" extrusionOk="0">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78"/>
            <p:cNvSpPr/>
            <p:nvPr/>
          </p:nvSpPr>
          <p:spPr>
            <a:xfrm>
              <a:off x="1024201" y="3151120"/>
              <a:ext cx="63503" cy="26728"/>
            </a:xfrm>
            <a:custGeom>
              <a:avLst/>
              <a:gdLst/>
              <a:ahLst/>
              <a:cxnLst/>
              <a:rect l="l" t="t" r="r" b="b"/>
              <a:pathLst>
                <a:path w="2421" h="1019" extrusionOk="0">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9" name="Google Shape;16119;p78"/>
            <p:cNvSpPr/>
            <p:nvPr/>
          </p:nvSpPr>
          <p:spPr>
            <a:xfrm>
              <a:off x="985066" y="3150962"/>
              <a:ext cx="26" cy="26"/>
            </a:xfrm>
            <a:custGeom>
              <a:avLst/>
              <a:gdLst/>
              <a:ahLst/>
              <a:cxnLst/>
              <a:rect l="l" t="t" r="r" b="b"/>
              <a:pathLst>
                <a:path w="1" h="1" extrusionOk="0">
                  <a:moveTo>
                    <a:pt x="0" y="0"/>
                  </a:moveTo>
                  <a:lnTo>
                    <a:pt x="0"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0" name="Google Shape;16120;p78"/>
            <p:cNvSpPr/>
            <p:nvPr/>
          </p:nvSpPr>
          <p:spPr>
            <a:xfrm>
              <a:off x="984174" y="3157362"/>
              <a:ext cx="26" cy="26"/>
            </a:xfrm>
            <a:custGeom>
              <a:avLst/>
              <a:gdLst/>
              <a:ahLst/>
              <a:cxnLst/>
              <a:rect l="l" t="t" r="r" b="b"/>
              <a:pathLst>
                <a:path w="1" h="1" extrusionOk="0">
                  <a:moveTo>
                    <a:pt x="0" y="0"/>
                  </a:move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78"/>
            <p:cNvSpPr/>
            <p:nvPr/>
          </p:nvSpPr>
          <p:spPr>
            <a:xfrm>
              <a:off x="991834" y="3202714"/>
              <a:ext cx="367" cy="734"/>
            </a:xfrm>
            <a:custGeom>
              <a:avLst/>
              <a:gdLst/>
              <a:ahLst/>
              <a:cxnLst/>
              <a:rect l="l" t="t" r="r" b="b"/>
              <a:pathLst>
                <a:path w="14" h="28" extrusionOk="0">
                  <a:moveTo>
                    <a:pt x="0" y="0"/>
                  </a:moveTo>
                  <a:lnTo>
                    <a:pt x="14" y="27"/>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78"/>
            <p:cNvSpPr/>
            <p:nvPr/>
          </p:nvSpPr>
          <p:spPr>
            <a:xfrm>
              <a:off x="1029159" y="3194347"/>
              <a:ext cx="53745" cy="24053"/>
            </a:xfrm>
            <a:custGeom>
              <a:avLst/>
              <a:gdLst/>
              <a:ahLst/>
              <a:cxnLst/>
              <a:rect l="l" t="t" r="r" b="b"/>
              <a:pathLst>
                <a:path w="2049" h="917" extrusionOk="0">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78"/>
            <p:cNvSpPr/>
            <p:nvPr/>
          </p:nvSpPr>
          <p:spPr>
            <a:xfrm>
              <a:off x="935282" y="2906053"/>
              <a:ext cx="201341" cy="63686"/>
            </a:xfrm>
            <a:custGeom>
              <a:avLst/>
              <a:gdLst/>
              <a:ahLst/>
              <a:cxnLst/>
              <a:rect l="l" t="t" r="r" b="b"/>
              <a:pathLst>
                <a:path w="7676" h="2428" extrusionOk="0">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4" name="Google Shape;16124;p78"/>
            <p:cNvSpPr/>
            <p:nvPr/>
          </p:nvSpPr>
          <p:spPr>
            <a:xfrm>
              <a:off x="1001066" y="2958172"/>
              <a:ext cx="69405" cy="69378"/>
            </a:xfrm>
            <a:custGeom>
              <a:avLst/>
              <a:gdLst/>
              <a:ahLst/>
              <a:cxnLst/>
              <a:rect l="l" t="t" r="r" b="b"/>
              <a:pathLst>
                <a:path w="2646" h="2645" extrusionOk="0">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5" name="Google Shape;16125;p78"/>
            <p:cNvSpPr/>
            <p:nvPr/>
          </p:nvSpPr>
          <p:spPr>
            <a:xfrm>
              <a:off x="1001066" y="2958172"/>
              <a:ext cx="37378" cy="69378"/>
            </a:xfrm>
            <a:custGeom>
              <a:avLst/>
              <a:gdLst/>
              <a:ahLst/>
              <a:cxnLst/>
              <a:rect l="l" t="t" r="r" b="b"/>
              <a:pathLst>
                <a:path w="1425" h="2645" extrusionOk="0">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78"/>
            <p:cNvSpPr/>
            <p:nvPr/>
          </p:nvSpPr>
          <p:spPr>
            <a:xfrm>
              <a:off x="1001066"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78"/>
            <p:cNvSpPr/>
            <p:nvPr/>
          </p:nvSpPr>
          <p:spPr>
            <a:xfrm>
              <a:off x="1047310"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28" name="Google Shape;16128;p78"/>
          <p:cNvGrpSpPr/>
          <p:nvPr/>
        </p:nvGrpSpPr>
        <p:grpSpPr>
          <a:xfrm>
            <a:off x="1943878" y="2909069"/>
            <a:ext cx="374774" cy="364282"/>
            <a:chOff x="1943878" y="2909069"/>
            <a:chExt cx="374774" cy="364282"/>
          </a:xfrm>
        </p:grpSpPr>
        <p:sp>
          <p:nvSpPr>
            <p:cNvPr id="16129" name="Google Shape;16129;p78"/>
            <p:cNvSpPr/>
            <p:nvPr/>
          </p:nvSpPr>
          <p:spPr>
            <a:xfrm>
              <a:off x="2142911" y="2909069"/>
              <a:ext cx="65470" cy="50178"/>
            </a:xfrm>
            <a:custGeom>
              <a:avLst/>
              <a:gdLst/>
              <a:ahLst/>
              <a:cxnLst/>
              <a:rect l="l" t="t" r="r" b="b"/>
              <a:pathLst>
                <a:path w="2496" h="1913" extrusionOk="0">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0" name="Google Shape;16130;p78"/>
            <p:cNvSpPr/>
            <p:nvPr/>
          </p:nvSpPr>
          <p:spPr>
            <a:xfrm>
              <a:off x="2193063" y="2938316"/>
              <a:ext cx="90231" cy="51699"/>
            </a:xfrm>
            <a:custGeom>
              <a:avLst/>
              <a:gdLst/>
              <a:ahLst/>
              <a:cxnLst/>
              <a:rect l="l" t="t" r="r" b="b"/>
              <a:pathLst>
                <a:path w="3440" h="1971" extrusionOk="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1" name="Google Shape;16131;p78"/>
            <p:cNvSpPr/>
            <p:nvPr/>
          </p:nvSpPr>
          <p:spPr>
            <a:xfrm>
              <a:off x="2239306" y="3065216"/>
              <a:ext cx="79346" cy="75096"/>
            </a:xfrm>
            <a:custGeom>
              <a:avLst/>
              <a:gdLst/>
              <a:ahLst/>
              <a:cxnLst/>
              <a:rect l="l" t="t" r="r" b="b"/>
              <a:pathLst>
                <a:path w="3025" h="2863" extrusionOk="0">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2" name="Google Shape;16132;p78"/>
            <p:cNvSpPr/>
            <p:nvPr/>
          </p:nvSpPr>
          <p:spPr>
            <a:xfrm>
              <a:off x="2232696" y="3151723"/>
              <a:ext cx="43096" cy="98494"/>
            </a:xfrm>
            <a:custGeom>
              <a:avLst/>
              <a:gdLst/>
              <a:ahLst/>
              <a:cxnLst/>
              <a:rect l="l" t="t" r="r" b="b"/>
              <a:pathLst>
                <a:path w="1643" h="3755" extrusionOk="0">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3" name="Google Shape;16133;p78"/>
            <p:cNvSpPr/>
            <p:nvPr/>
          </p:nvSpPr>
          <p:spPr>
            <a:xfrm>
              <a:off x="2054149" y="2909069"/>
              <a:ext cx="65654" cy="50178"/>
            </a:xfrm>
            <a:custGeom>
              <a:avLst/>
              <a:gdLst/>
              <a:ahLst/>
              <a:cxnLst/>
              <a:rect l="l" t="t" r="r" b="b"/>
              <a:pathLst>
                <a:path w="2503" h="1913" extrusionOk="0">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78"/>
            <p:cNvSpPr/>
            <p:nvPr/>
          </p:nvSpPr>
          <p:spPr>
            <a:xfrm>
              <a:off x="1978344" y="2937634"/>
              <a:ext cx="91307" cy="52381"/>
            </a:xfrm>
            <a:custGeom>
              <a:avLst/>
              <a:gdLst/>
              <a:ahLst/>
              <a:cxnLst/>
              <a:rect l="l" t="t" r="r" b="b"/>
              <a:pathLst>
                <a:path w="3481" h="1997" extrusionOk="0">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78"/>
            <p:cNvSpPr/>
            <p:nvPr/>
          </p:nvSpPr>
          <p:spPr>
            <a:xfrm>
              <a:off x="1943878" y="3065216"/>
              <a:ext cx="79529" cy="75096"/>
            </a:xfrm>
            <a:custGeom>
              <a:avLst/>
              <a:gdLst/>
              <a:ahLst/>
              <a:cxnLst/>
              <a:rect l="l" t="t" r="r" b="b"/>
              <a:pathLst>
                <a:path w="3032" h="2863" extrusionOk="0">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78"/>
            <p:cNvSpPr/>
            <p:nvPr/>
          </p:nvSpPr>
          <p:spPr>
            <a:xfrm>
              <a:off x="1986737" y="3151723"/>
              <a:ext cx="43122" cy="98494"/>
            </a:xfrm>
            <a:custGeom>
              <a:avLst/>
              <a:gdLst/>
              <a:ahLst/>
              <a:cxnLst/>
              <a:rect l="l" t="t" r="r" b="b"/>
              <a:pathLst>
                <a:path w="1644" h="3755" extrusionOk="0">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7" name="Google Shape;16137;p78"/>
            <p:cNvSpPr/>
            <p:nvPr/>
          </p:nvSpPr>
          <p:spPr>
            <a:xfrm>
              <a:off x="2003813" y="3007432"/>
              <a:ext cx="254903" cy="265920"/>
            </a:xfrm>
            <a:custGeom>
              <a:avLst/>
              <a:gdLst/>
              <a:ahLst/>
              <a:cxnLst/>
              <a:rect l="l" t="t" r="r" b="b"/>
              <a:pathLst>
                <a:path w="9718" h="10138" extrusionOk="0">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8" name="Google Shape;16138;p78"/>
            <p:cNvSpPr/>
            <p:nvPr/>
          </p:nvSpPr>
          <p:spPr>
            <a:xfrm>
              <a:off x="2125468" y="3007432"/>
              <a:ext cx="11594" cy="248529"/>
            </a:xfrm>
            <a:custGeom>
              <a:avLst/>
              <a:gdLst/>
              <a:ahLst/>
              <a:cxnLst/>
              <a:rect l="l" t="t" r="r" b="b"/>
              <a:pathLst>
                <a:path w="442" h="9475" extrusionOk="0">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9" name="Google Shape;16139;p78"/>
            <p:cNvSpPr/>
            <p:nvPr/>
          </p:nvSpPr>
          <p:spPr>
            <a:xfrm>
              <a:off x="2003813" y="3007432"/>
              <a:ext cx="129865" cy="265736"/>
            </a:xfrm>
            <a:custGeom>
              <a:avLst/>
              <a:gdLst/>
              <a:ahLst/>
              <a:cxnLst/>
              <a:rect l="l" t="t" r="r" b="b"/>
              <a:pathLst>
                <a:path w="4951" h="10131" extrusionOk="0">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0" name="Google Shape;16140;p78"/>
            <p:cNvSpPr/>
            <p:nvPr/>
          </p:nvSpPr>
          <p:spPr>
            <a:xfrm>
              <a:off x="2044732" y="2937896"/>
              <a:ext cx="173433" cy="92487"/>
            </a:xfrm>
            <a:custGeom>
              <a:avLst/>
              <a:gdLst/>
              <a:ahLst/>
              <a:cxnLst/>
              <a:rect l="l" t="t" r="r" b="b"/>
              <a:pathLst>
                <a:path w="6612" h="3526" extrusionOk="0">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1" name="Google Shape;16141;p78"/>
            <p:cNvSpPr/>
            <p:nvPr/>
          </p:nvSpPr>
          <p:spPr>
            <a:xfrm>
              <a:off x="2044548" y="2937896"/>
              <a:ext cx="99805" cy="91962"/>
            </a:xfrm>
            <a:custGeom>
              <a:avLst/>
              <a:gdLst/>
              <a:ahLst/>
              <a:cxnLst/>
              <a:rect l="l" t="t" r="r" b="b"/>
              <a:pathLst>
                <a:path w="3805" h="3506" extrusionOk="0">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78"/>
            <p:cNvSpPr/>
            <p:nvPr/>
          </p:nvSpPr>
          <p:spPr>
            <a:xfrm>
              <a:off x="2153219" y="2943404"/>
              <a:ext cx="47162" cy="35070"/>
            </a:xfrm>
            <a:custGeom>
              <a:avLst/>
              <a:gdLst/>
              <a:ahLst/>
              <a:cxnLst/>
              <a:rect l="l" t="t" r="r" b="b"/>
              <a:pathLst>
                <a:path w="1798" h="1337" extrusionOk="0">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78"/>
            <p:cNvSpPr/>
            <p:nvPr/>
          </p:nvSpPr>
          <p:spPr>
            <a:xfrm>
              <a:off x="2062332" y="2943404"/>
              <a:ext cx="47162" cy="35070"/>
            </a:xfrm>
            <a:custGeom>
              <a:avLst/>
              <a:gdLst/>
              <a:ahLst/>
              <a:cxnLst/>
              <a:rect l="l" t="t" r="r" b="b"/>
              <a:pathLst>
                <a:path w="1798" h="1337" extrusionOk="0">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4" name="Google Shape;16144;p78"/>
            <p:cNvSpPr/>
            <p:nvPr/>
          </p:nvSpPr>
          <p:spPr>
            <a:xfrm>
              <a:off x="2061991" y="3123027"/>
              <a:ext cx="40394" cy="40394"/>
            </a:xfrm>
            <a:custGeom>
              <a:avLst/>
              <a:gdLst/>
              <a:ahLst/>
              <a:cxnLst/>
              <a:rect l="l" t="t" r="r" b="b"/>
              <a:pathLst>
                <a:path w="1540" h="1540" extrusionOk="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5" name="Google Shape;16145;p78"/>
            <p:cNvSpPr/>
            <p:nvPr/>
          </p:nvSpPr>
          <p:spPr>
            <a:xfrm>
              <a:off x="2039407" y="3209665"/>
              <a:ext cx="38794" cy="34519"/>
            </a:xfrm>
            <a:custGeom>
              <a:avLst/>
              <a:gdLst/>
              <a:ahLst/>
              <a:cxnLst/>
              <a:rect l="l" t="t" r="r" b="b"/>
              <a:pathLst>
                <a:path w="1479" h="1316" extrusionOk="0">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78"/>
            <p:cNvSpPr/>
            <p:nvPr/>
          </p:nvSpPr>
          <p:spPr>
            <a:xfrm>
              <a:off x="2015748" y="3065216"/>
              <a:ext cx="28827" cy="28853"/>
            </a:xfrm>
            <a:custGeom>
              <a:avLst/>
              <a:gdLst/>
              <a:ahLst/>
              <a:cxnLst/>
              <a:rect l="l" t="t" r="r" b="b"/>
              <a:pathLst>
                <a:path w="1099" h="1100" extrusionOk="0">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78"/>
            <p:cNvSpPr/>
            <p:nvPr/>
          </p:nvSpPr>
          <p:spPr>
            <a:xfrm>
              <a:off x="2160170" y="3123027"/>
              <a:ext cx="40578" cy="40394"/>
            </a:xfrm>
            <a:custGeom>
              <a:avLst/>
              <a:gdLst/>
              <a:ahLst/>
              <a:cxnLst/>
              <a:rect l="l" t="t" r="r" b="b"/>
              <a:pathLst>
                <a:path w="1547" h="1540" extrusionOk="0">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78"/>
            <p:cNvSpPr/>
            <p:nvPr/>
          </p:nvSpPr>
          <p:spPr>
            <a:xfrm>
              <a:off x="2184354" y="3209665"/>
              <a:ext cx="38794" cy="34519"/>
            </a:xfrm>
            <a:custGeom>
              <a:avLst/>
              <a:gdLst/>
              <a:ahLst/>
              <a:cxnLst/>
              <a:rect l="l" t="t" r="r" b="b"/>
              <a:pathLst>
                <a:path w="1479" h="1316" extrusionOk="0">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9" name="Google Shape;16149;p78"/>
            <p:cNvSpPr/>
            <p:nvPr/>
          </p:nvSpPr>
          <p:spPr>
            <a:xfrm>
              <a:off x="2218138" y="3065216"/>
              <a:ext cx="28853" cy="28853"/>
            </a:xfrm>
            <a:custGeom>
              <a:avLst/>
              <a:gdLst/>
              <a:ahLst/>
              <a:cxnLst/>
              <a:rect l="l" t="t" r="r" b="b"/>
              <a:pathLst>
                <a:path w="1100" h="1100" extrusionOk="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50" name="Google Shape;16150;p78"/>
          <p:cNvGrpSpPr/>
          <p:nvPr/>
        </p:nvGrpSpPr>
        <p:grpSpPr>
          <a:xfrm>
            <a:off x="1128072" y="3365261"/>
            <a:ext cx="328872" cy="370158"/>
            <a:chOff x="1128072" y="3365261"/>
            <a:chExt cx="328872" cy="370158"/>
          </a:xfrm>
        </p:grpSpPr>
        <p:sp>
          <p:nvSpPr>
            <p:cNvPr id="16151" name="Google Shape;16151;p78"/>
            <p:cNvSpPr/>
            <p:nvPr/>
          </p:nvSpPr>
          <p:spPr>
            <a:xfrm>
              <a:off x="1128072" y="3641306"/>
              <a:ext cx="23502" cy="11935"/>
            </a:xfrm>
            <a:custGeom>
              <a:avLst/>
              <a:gdLst/>
              <a:ahLst/>
              <a:cxnLst/>
              <a:rect l="l" t="t" r="r" b="b"/>
              <a:pathLst>
                <a:path w="896" h="455" extrusionOk="0">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78"/>
            <p:cNvSpPr/>
            <p:nvPr/>
          </p:nvSpPr>
          <p:spPr>
            <a:xfrm>
              <a:off x="1128072" y="3600203"/>
              <a:ext cx="23502" cy="11777"/>
            </a:xfrm>
            <a:custGeom>
              <a:avLst/>
              <a:gdLst/>
              <a:ahLst/>
              <a:cxnLst/>
              <a:rect l="l" t="t" r="r" b="b"/>
              <a:pathLst>
                <a:path w="896" h="449" extrusionOk="0">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78"/>
            <p:cNvSpPr/>
            <p:nvPr/>
          </p:nvSpPr>
          <p:spPr>
            <a:xfrm>
              <a:off x="1186749" y="3600203"/>
              <a:ext cx="23502" cy="11961"/>
            </a:xfrm>
            <a:custGeom>
              <a:avLst/>
              <a:gdLst/>
              <a:ahLst/>
              <a:cxnLst/>
              <a:rect l="l" t="t" r="r" b="b"/>
              <a:pathLst>
                <a:path w="896" h="456" extrusionOk="0">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78"/>
            <p:cNvSpPr/>
            <p:nvPr/>
          </p:nvSpPr>
          <p:spPr>
            <a:xfrm>
              <a:off x="1128072" y="3559127"/>
              <a:ext cx="23502" cy="11777"/>
            </a:xfrm>
            <a:custGeom>
              <a:avLst/>
              <a:gdLst/>
              <a:ahLst/>
              <a:cxnLst/>
              <a:rect l="l" t="t" r="r" b="b"/>
              <a:pathLst>
                <a:path w="896" h="449" extrusionOk="0">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78"/>
            <p:cNvSpPr/>
            <p:nvPr/>
          </p:nvSpPr>
          <p:spPr>
            <a:xfrm>
              <a:off x="1186749" y="3559127"/>
              <a:ext cx="23502" cy="11777"/>
            </a:xfrm>
            <a:custGeom>
              <a:avLst/>
              <a:gdLst/>
              <a:ahLst/>
              <a:cxnLst/>
              <a:rect l="l" t="t" r="r" b="b"/>
              <a:pathLst>
                <a:path w="896" h="449" extrusionOk="0">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78"/>
            <p:cNvSpPr/>
            <p:nvPr/>
          </p:nvSpPr>
          <p:spPr>
            <a:xfrm>
              <a:off x="1128072" y="3518051"/>
              <a:ext cx="23502" cy="11751"/>
            </a:xfrm>
            <a:custGeom>
              <a:avLst/>
              <a:gdLst/>
              <a:ahLst/>
              <a:cxnLst/>
              <a:rect l="l" t="t" r="r" b="b"/>
              <a:pathLst>
                <a:path w="896" h="448" extrusionOk="0">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7" name="Google Shape;16157;p78"/>
            <p:cNvSpPr/>
            <p:nvPr/>
          </p:nvSpPr>
          <p:spPr>
            <a:xfrm>
              <a:off x="1186749" y="3518051"/>
              <a:ext cx="23502" cy="11751"/>
            </a:xfrm>
            <a:custGeom>
              <a:avLst/>
              <a:gdLst/>
              <a:ahLst/>
              <a:cxnLst/>
              <a:rect l="l" t="t" r="r" b="b"/>
              <a:pathLst>
                <a:path w="896" h="448" extrusionOk="0">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8" name="Google Shape;16158;p78"/>
            <p:cNvSpPr/>
            <p:nvPr/>
          </p:nvSpPr>
          <p:spPr>
            <a:xfrm>
              <a:off x="1163273" y="3476975"/>
              <a:ext cx="11777" cy="23502"/>
            </a:xfrm>
            <a:custGeom>
              <a:avLst/>
              <a:gdLst/>
              <a:ahLst/>
              <a:cxnLst/>
              <a:rect l="l" t="t" r="r" b="b"/>
              <a:pathLst>
                <a:path w="449" h="896" extrusionOk="0">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78"/>
            <p:cNvSpPr/>
            <p:nvPr/>
          </p:nvSpPr>
          <p:spPr>
            <a:xfrm>
              <a:off x="1374739" y="3512176"/>
              <a:ext cx="23502" cy="11777"/>
            </a:xfrm>
            <a:custGeom>
              <a:avLst/>
              <a:gdLst/>
              <a:ahLst/>
              <a:cxnLst/>
              <a:rect l="l" t="t" r="r" b="b"/>
              <a:pathLst>
                <a:path w="896" h="449" extrusionOk="0">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78"/>
            <p:cNvSpPr/>
            <p:nvPr/>
          </p:nvSpPr>
          <p:spPr>
            <a:xfrm>
              <a:off x="1433442" y="3512176"/>
              <a:ext cx="23502" cy="11777"/>
            </a:xfrm>
            <a:custGeom>
              <a:avLst/>
              <a:gdLst/>
              <a:ahLst/>
              <a:cxnLst/>
              <a:rect l="l" t="t" r="r" b="b"/>
              <a:pathLst>
                <a:path w="896" h="449" extrusionOk="0">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1" name="Google Shape;16161;p78"/>
            <p:cNvSpPr/>
            <p:nvPr/>
          </p:nvSpPr>
          <p:spPr>
            <a:xfrm>
              <a:off x="1433442" y="3553252"/>
              <a:ext cx="23502" cy="11777"/>
            </a:xfrm>
            <a:custGeom>
              <a:avLst/>
              <a:gdLst/>
              <a:ahLst/>
              <a:cxnLst/>
              <a:rect l="l" t="t" r="r" b="b"/>
              <a:pathLst>
                <a:path w="896" h="449" extrusionOk="0">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2" name="Google Shape;16162;p78"/>
            <p:cNvSpPr/>
            <p:nvPr/>
          </p:nvSpPr>
          <p:spPr>
            <a:xfrm>
              <a:off x="1374739" y="3471099"/>
              <a:ext cx="23502" cy="11751"/>
            </a:xfrm>
            <a:custGeom>
              <a:avLst/>
              <a:gdLst/>
              <a:ahLst/>
              <a:cxnLst/>
              <a:rect l="l" t="t" r="r" b="b"/>
              <a:pathLst>
                <a:path w="896" h="448" extrusionOk="0">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78"/>
            <p:cNvSpPr/>
            <p:nvPr/>
          </p:nvSpPr>
          <p:spPr>
            <a:xfrm>
              <a:off x="1433442" y="3471099"/>
              <a:ext cx="23502" cy="11751"/>
            </a:xfrm>
            <a:custGeom>
              <a:avLst/>
              <a:gdLst/>
              <a:ahLst/>
              <a:cxnLst/>
              <a:rect l="l" t="t" r="r" b="b"/>
              <a:pathLst>
                <a:path w="896" h="448" extrusionOk="0">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78"/>
            <p:cNvSpPr/>
            <p:nvPr/>
          </p:nvSpPr>
          <p:spPr>
            <a:xfrm>
              <a:off x="1409966" y="3429997"/>
              <a:ext cx="11751" cy="23502"/>
            </a:xfrm>
            <a:custGeom>
              <a:avLst/>
              <a:gdLst/>
              <a:ahLst/>
              <a:cxnLst/>
              <a:rect l="l" t="t" r="r" b="b"/>
              <a:pathLst>
                <a:path w="448" h="896" extrusionOk="0">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5" name="Google Shape;16165;p78"/>
            <p:cNvSpPr/>
            <p:nvPr/>
          </p:nvSpPr>
          <p:spPr>
            <a:xfrm>
              <a:off x="1210225" y="3582603"/>
              <a:ext cx="29378" cy="11777"/>
            </a:xfrm>
            <a:custGeom>
              <a:avLst/>
              <a:gdLst/>
              <a:ahLst/>
              <a:cxnLst/>
              <a:rect l="l" t="t" r="r" b="b"/>
              <a:pathLst>
                <a:path w="1120" h="449" extrusionOk="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6" name="Google Shape;16166;p78"/>
            <p:cNvSpPr/>
            <p:nvPr/>
          </p:nvSpPr>
          <p:spPr>
            <a:xfrm>
              <a:off x="1210225" y="3535651"/>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78"/>
            <p:cNvSpPr/>
            <p:nvPr/>
          </p:nvSpPr>
          <p:spPr>
            <a:xfrm>
              <a:off x="1345230" y="367669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78"/>
            <p:cNvSpPr/>
            <p:nvPr/>
          </p:nvSpPr>
          <p:spPr>
            <a:xfrm>
              <a:off x="1345230" y="3629738"/>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78"/>
            <p:cNvSpPr/>
            <p:nvPr/>
          </p:nvSpPr>
          <p:spPr>
            <a:xfrm>
              <a:off x="1210225" y="3488700"/>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78"/>
            <p:cNvSpPr/>
            <p:nvPr/>
          </p:nvSpPr>
          <p:spPr>
            <a:xfrm>
              <a:off x="1345230" y="348870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78"/>
            <p:cNvSpPr/>
            <p:nvPr/>
          </p:nvSpPr>
          <p:spPr>
            <a:xfrm>
              <a:off x="1210225" y="3441748"/>
              <a:ext cx="29378" cy="11751"/>
            </a:xfrm>
            <a:custGeom>
              <a:avLst/>
              <a:gdLst/>
              <a:ahLst/>
              <a:cxnLst/>
              <a:rect l="l" t="t" r="r" b="b"/>
              <a:pathLst>
                <a:path w="1120" h="448" extrusionOk="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2" name="Google Shape;16172;p78"/>
            <p:cNvSpPr/>
            <p:nvPr/>
          </p:nvSpPr>
          <p:spPr>
            <a:xfrm>
              <a:off x="1286528" y="3365261"/>
              <a:ext cx="11777" cy="29561"/>
            </a:xfrm>
            <a:custGeom>
              <a:avLst/>
              <a:gdLst/>
              <a:ahLst/>
              <a:cxnLst/>
              <a:rect l="l" t="t" r="r" b="b"/>
              <a:pathLst>
                <a:path w="449" h="1127" extrusionOk="0">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3" name="Google Shape;16173;p78"/>
            <p:cNvSpPr/>
            <p:nvPr/>
          </p:nvSpPr>
          <p:spPr>
            <a:xfrm>
              <a:off x="1233359" y="3388685"/>
              <a:ext cx="26335" cy="26046"/>
            </a:xfrm>
            <a:custGeom>
              <a:avLst/>
              <a:gdLst/>
              <a:ahLst/>
              <a:cxnLst/>
              <a:rect l="l" t="t" r="r" b="b"/>
              <a:pathLst>
                <a:path w="1004" h="993" extrusionOk="0">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78"/>
            <p:cNvSpPr/>
            <p:nvPr/>
          </p:nvSpPr>
          <p:spPr>
            <a:xfrm>
              <a:off x="1325296" y="3388685"/>
              <a:ext cx="26361" cy="26046"/>
            </a:xfrm>
            <a:custGeom>
              <a:avLst/>
              <a:gdLst/>
              <a:ahLst/>
              <a:cxnLst/>
              <a:rect l="l" t="t" r="r" b="b"/>
              <a:pathLst>
                <a:path w="1005" h="993" extrusionOk="0">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5" name="Google Shape;16175;p78"/>
            <p:cNvSpPr/>
            <p:nvPr/>
          </p:nvSpPr>
          <p:spPr>
            <a:xfrm>
              <a:off x="1345230" y="3441748"/>
              <a:ext cx="29535" cy="11751"/>
            </a:xfrm>
            <a:custGeom>
              <a:avLst/>
              <a:gdLst/>
              <a:ahLst/>
              <a:cxnLst/>
              <a:rect l="l" t="t" r="r" b="b"/>
              <a:pathLst>
                <a:path w="1126" h="448" extrusionOk="0">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78"/>
            <p:cNvSpPr/>
            <p:nvPr/>
          </p:nvSpPr>
          <p:spPr>
            <a:xfrm>
              <a:off x="1233700" y="3388816"/>
              <a:ext cx="205643" cy="346603"/>
            </a:xfrm>
            <a:custGeom>
              <a:avLst/>
              <a:gdLst/>
              <a:ahLst/>
              <a:cxnLst/>
              <a:rect l="l" t="t" r="r" b="b"/>
              <a:pathLst>
                <a:path w="7840" h="13214" extrusionOk="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78"/>
            <p:cNvSpPr/>
            <p:nvPr/>
          </p:nvSpPr>
          <p:spPr>
            <a:xfrm>
              <a:off x="1145489" y="3388816"/>
              <a:ext cx="164724" cy="346603"/>
            </a:xfrm>
            <a:custGeom>
              <a:avLst/>
              <a:gdLst/>
              <a:ahLst/>
              <a:cxnLst/>
              <a:rect l="l" t="t" r="r" b="b"/>
              <a:pathLst>
                <a:path w="6280" h="13214" extrusionOk="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78"/>
            <p:cNvSpPr/>
            <p:nvPr/>
          </p:nvSpPr>
          <p:spPr>
            <a:xfrm>
              <a:off x="1175024" y="3495283"/>
              <a:ext cx="29351" cy="140173"/>
            </a:xfrm>
            <a:custGeom>
              <a:avLst/>
              <a:gdLst/>
              <a:ahLst/>
              <a:cxnLst/>
              <a:rect l="l" t="t" r="r" b="b"/>
              <a:pathLst>
                <a:path w="1119" h="5344" extrusionOk="0">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78"/>
            <p:cNvSpPr/>
            <p:nvPr/>
          </p:nvSpPr>
          <p:spPr>
            <a:xfrm>
              <a:off x="1286528" y="3435872"/>
              <a:ext cx="11777" cy="17627"/>
            </a:xfrm>
            <a:custGeom>
              <a:avLst/>
              <a:gdLst/>
              <a:ahLst/>
              <a:cxnLst/>
              <a:rect l="l" t="t" r="r" b="b"/>
              <a:pathLst>
                <a:path w="449" h="672" extrusionOk="0">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78"/>
            <p:cNvSpPr/>
            <p:nvPr/>
          </p:nvSpPr>
          <p:spPr>
            <a:xfrm>
              <a:off x="1286528" y="3482824"/>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78"/>
            <p:cNvSpPr/>
            <p:nvPr/>
          </p:nvSpPr>
          <p:spPr>
            <a:xfrm>
              <a:off x="1163273" y="3518051"/>
              <a:ext cx="11777" cy="17627"/>
            </a:xfrm>
            <a:custGeom>
              <a:avLst/>
              <a:gdLst/>
              <a:ahLst/>
              <a:cxnLst/>
              <a:rect l="l" t="t" r="r" b="b"/>
              <a:pathLst>
                <a:path w="449" h="672" extrusionOk="0">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78"/>
            <p:cNvSpPr/>
            <p:nvPr/>
          </p:nvSpPr>
          <p:spPr>
            <a:xfrm>
              <a:off x="1163273" y="355912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3" name="Google Shape;16183;p78"/>
            <p:cNvSpPr/>
            <p:nvPr/>
          </p:nvSpPr>
          <p:spPr>
            <a:xfrm>
              <a:off x="1163273" y="360038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4" name="Google Shape;16184;p78"/>
            <p:cNvSpPr/>
            <p:nvPr/>
          </p:nvSpPr>
          <p:spPr>
            <a:xfrm>
              <a:off x="1165109" y="3637581"/>
              <a:ext cx="19882" cy="16368"/>
            </a:xfrm>
            <a:custGeom>
              <a:avLst/>
              <a:gdLst/>
              <a:ahLst/>
              <a:cxnLst/>
              <a:rect l="l" t="t" r="r" b="b"/>
              <a:pathLst>
                <a:path w="758" h="624" extrusionOk="0">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5" name="Google Shape;16185;p78"/>
            <p:cNvSpPr/>
            <p:nvPr/>
          </p:nvSpPr>
          <p:spPr>
            <a:xfrm>
              <a:off x="1196532" y="3653214"/>
              <a:ext cx="21377" cy="11777"/>
            </a:xfrm>
            <a:custGeom>
              <a:avLst/>
              <a:gdLst/>
              <a:ahLst/>
              <a:cxnLst/>
              <a:rect l="l" t="t" r="r" b="b"/>
              <a:pathLst>
                <a:path w="815" h="449" extrusionOk="0">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78"/>
            <p:cNvSpPr/>
            <p:nvPr/>
          </p:nvSpPr>
          <p:spPr>
            <a:xfrm>
              <a:off x="1286528" y="3529776"/>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78"/>
            <p:cNvSpPr/>
            <p:nvPr/>
          </p:nvSpPr>
          <p:spPr>
            <a:xfrm>
              <a:off x="1286528" y="3576728"/>
              <a:ext cx="11777" cy="17653"/>
            </a:xfrm>
            <a:custGeom>
              <a:avLst/>
              <a:gdLst/>
              <a:ahLst/>
              <a:cxnLst/>
              <a:rect l="l" t="t" r="r" b="b"/>
              <a:pathLst>
                <a:path w="449" h="673" extrusionOk="0">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78"/>
            <p:cNvSpPr/>
            <p:nvPr/>
          </p:nvSpPr>
          <p:spPr>
            <a:xfrm>
              <a:off x="1286528" y="3623863"/>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9" name="Google Shape;16189;p78"/>
            <p:cNvSpPr/>
            <p:nvPr/>
          </p:nvSpPr>
          <p:spPr>
            <a:xfrm>
              <a:off x="1286528" y="3670815"/>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0" name="Google Shape;16190;p78"/>
            <p:cNvSpPr/>
            <p:nvPr/>
          </p:nvSpPr>
          <p:spPr>
            <a:xfrm>
              <a:off x="1380615" y="3448332"/>
              <a:ext cx="29378" cy="93221"/>
            </a:xfrm>
            <a:custGeom>
              <a:avLst/>
              <a:gdLst/>
              <a:ahLst/>
              <a:cxnLst/>
              <a:rect l="l" t="t" r="r" b="b"/>
              <a:pathLst>
                <a:path w="1120" h="3554" extrusionOk="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78"/>
            <p:cNvSpPr/>
            <p:nvPr/>
          </p:nvSpPr>
          <p:spPr>
            <a:xfrm>
              <a:off x="1409966" y="3471099"/>
              <a:ext cx="11751" cy="17627"/>
            </a:xfrm>
            <a:custGeom>
              <a:avLst/>
              <a:gdLst/>
              <a:ahLst/>
              <a:cxnLst/>
              <a:rect l="l" t="t" r="r" b="b"/>
              <a:pathLst>
                <a:path w="448" h="672" extrusionOk="0">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78"/>
            <p:cNvSpPr/>
            <p:nvPr/>
          </p:nvSpPr>
          <p:spPr>
            <a:xfrm>
              <a:off x="1409966" y="3512176"/>
              <a:ext cx="11751" cy="17627"/>
            </a:xfrm>
            <a:custGeom>
              <a:avLst/>
              <a:gdLst/>
              <a:ahLst/>
              <a:cxnLst/>
              <a:rect l="l" t="t" r="r" b="b"/>
              <a:pathLst>
                <a:path w="448" h="672" extrusionOk="0">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3" name="Google Shape;16193;p78"/>
            <p:cNvSpPr/>
            <p:nvPr/>
          </p:nvSpPr>
          <p:spPr>
            <a:xfrm>
              <a:off x="1368706" y="3559127"/>
              <a:ext cx="19594" cy="11777"/>
            </a:xfrm>
            <a:custGeom>
              <a:avLst/>
              <a:gdLst/>
              <a:ahLst/>
              <a:cxnLst/>
              <a:rect l="l" t="t" r="r" b="b"/>
              <a:pathLst>
                <a:path w="747" h="449" extrusionOk="0">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4" name="Google Shape;16194;p78"/>
            <p:cNvSpPr/>
            <p:nvPr/>
          </p:nvSpPr>
          <p:spPr>
            <a:xfrm>
              <a:off x="1399815" y="3547691"/>
              <a:ext cx="19017" cy="16053"/>
            </a:xfrm>
            <a:custGeom>
              <a:avLst/>
              <a:gdLst/>
              <a:ahLst/>
              <a:cxnLst/>
              <a:rect l="l" t="t" r="r" b="b"/>
              <a:pathLst>
                <a:path w="725" h="612" extrusionOk="0">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95" name="Google Shape;16195;p78"/>
          <p:cNvGrpSpPr/>
          <p:nvPr/>
        </p:nvGrpSpPr>
        <p:grpSpPr>
          <a:xfrm>
            <a:off x="5776868" y="1515181"/>
            <a:ext cx="370866" cy="364151"/>
            <a:chOff x="5776868" y="1515181"/>
            <a:chExt cx="370866" cy="364151"/>
          </a:xfrm>
        </p:grpSpPr>
        <p:sp>
          <p:nvSpPr>
            <p:cNvPr id="16196" name="Google Shape;16196;p78"/>
            <p:cNvSpPr/>
            <p:nvPr/>
          </p:nvSpPr>
          <p:spPr>
            <a:xfrm>
              <a:off x="5776868" y="1515181"/>
              <a:ext cx="176213" cy="156147"/>
            </a:xfrm>
            <a:custGeom>
              <a:avLst/>
              <a:gdLst/>
              <a:ahLst/>
              <a:cxnLst/>
              <a:rect l="l" t="t" r="r" b="b"/>
              <a:pathLst>
                <a:path w="6718" h="5953" extrusionOk="0">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78"/>
            <p:cNvSpPr/>
            <p:nvPr/>
          </p:nvSpPr>
          <p:spPr>
            <a:xfrm>
              <a:off x="5971494" y="1515181"/>
              <a:ext cx="176239" cy="156147"/>
            </a:xfrm>
            <a:custGeom>
              <a:avLst/>
              <a:gdLst/>
              <a:ahLst/>
              <a:cxnLst/>
              <a:rect l="l" t="t" r="r" b="b"/>
              <a:pathLst>
                <a:path w="6719" h="5953" extrusionOk="0">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78"/>
            <p:cNvSpPr/>
            <p:nvPr/>
          </p:nvSpPr>
          <p:spPr>
            <a:xfrm>
              <a:off x="5818180" y="1637360"/>
              <a:ext cx="97969" cy="62873"/>
            </a:xfrm>
            <a:custGeom>
              <a:avLst/>
              <a:gdLst/>
              <a:ahLst/>
              <a:cxnLst/>
              <a:rect l="l" t="t" r="r" b="b"/>
              <a:pathLst>
                <a:path w="3735" h="2397" extrusionOk="0">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78"/>
            <p:cNvSpPr/>
            <p:nvPr/>
          </p:nvSpPr>
          <p:spPr>
            <a:xfrm>
              <a:off x="5821327" y="1637360"/>
              <a:ext cx="94821" cy="52906"/>
            </a:xfrm>
            <a:custGeom>
              <a:avLst/>
              <a:gdLst/>
              <a:ahLst/>
              <a:cxnLst/>
              <a:rect l="l" t="t" r="r" b="b"/>
              <a:pathLst>
                <a:path w="3615" h="2017" extrusionOk="0">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0" name="Google Shape;16200;p78"/>
            <p:cNvSpPr/>
            <p:nvPr/>
          </p:nvSpPr>
          <p:spPr>
            <a:xfrm>
              <a:off x="6008610" y="1637360"/>
              <a:ext cx="97812" cy="62873"/>
            </a:xfrm>
            <a:custGeom>
              <a:avLst/>
              <a:gdLst/>
              <a:ahLst/>
              <a:cxnLst/>
              <a:rect l="l" t="t" r="r" b="b"/>
              <a:pathLst>
                <a:path w="3729" h="2397" extrusionOk="0">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1" name="Google Shape;16201;p78"/>
            <p:cNvSpPr/>
            <p:nvPr/>
          </p:nvSpPr>
          <p:spPr>
            <a:xfrm>
              <a:off x="6008610" y="1637360"/>
              <a:ext cx="94664" cy="52906"/>
            </a:xfrm>
            <a:custGeom>
              <a:avLst/>
              <a:gdLst/>
              <a:ahLst/>
              <a:cxnLst/>
              <a:rect l="l" t="t" r="r" b="b"/>
              <a:pathLst>
                <a:path w="3609" h="2017" extrusionOk="0">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78"/>
            <p:cNvSpPr/>
            <p:nvPr/>
          </p:nvSpPr>
          <p:spPr>
            <a:xfrm>
              <a:off x="5927690" y="1844603"/>
              <a:ext cx="69378" cy="34729"/>
            </a:xfrm>
            <a:custGeom>
              <a:avLst/>
              <a:gdLst/>
              <a:ahLst/>
              <a:cxnLst/>
              <a:rect l="l" t="t" r="r" b="b"/>
              <a:pathLst>
                <a:path w="2645" h="1324" extrusionOk="0">
                  <a:moveTo>
                    <a:pt x="1" y="1"/>
                  </a:moveTo>
                  <a:cubicBezTo>
                    <a:pt x="1" y="733"/>
                    <a:pt x="319" y="1323"/>
                    <a:pt x="1323" y="1323"/>
                  </a:cubicBezTo>
                  <a:cubicBezTo>
                    <a:pt x="2326" y="1323"/>
                    <a:pt x="2645" y="733"/>
                    <a:pt x="264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78"/>
            <p:cNvSpPr/>
            <p:nvPr/>
          </p:nvSpPr>
          <p:spPr>
            <a:xfrm>
              <a:off x="5875571" y="1653964"/>
              <a:ext cx="173433" cy="167557"/>
            </a:xfrm>
            <a:custGeom>
              <a:avLst/>
              <a:gdLst/>
              <a:ahLst/>
              <a:cxnLst/>
              <a:rect l="l" t="t" r="r" b="b"/>
              <a:pathLst>
                <a:path w="6612" h="6388" extrusionOk="0">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4" name="Google Shape;16204;p78"/>
            <p:cNvSpPr/>
            <p:nvPr/>
          </p:nvSpPr>
          <p:spPr>
            <a:xfrm>
              <a:off x="5875571" y="1653964"/>
              <a:ext cx="88264" cy="167557"/>
            </a:xfrm>
            <a:custGeom>
              <a:avLst/>
              <a:gdLst/>
              <a:ahLst/>
              <a:cxnLst/>
              <a:rect l="l" t="t" r="r" b="b"/>
              <a:pathLst>
                <a:path w="3365" h="6388" extrusionOk="0">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5" name="Google Shape;16205;p78"/>
            <p:cNvSpPr/>
            <p:nvPr/>
          </p:nvSpPr>
          <p:spPr>
            <a:xfrm>
              <a:off x="5898706" y="1729008"/>
              <a:ext cx="23135" cy="29010"/>
            </a:xfrm>
            <a:custGeom>
              <a:avLst/>
              <a:gdLst/>
              <a:ahLst/>
              <a:cxnLst/>
              <a:rect l="l" t="t" r="r" b="b"/>
              <a:pathLst>
                <a:path w="882" h="1106" extrusionOk="0">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78"/>
            <p:cNvSpPr/>
            <p:nvPr/>
          </p:nvSpPr>
          <p:spPr>
            <a:xfrm>
              <a:off x="6002734" y="1729008"/>
              <a:ext cx="23161" cy="29010"/>
            </a:xfrm>
            <a:custGeom>
              <a:avLst/>
              <a:gdLst/>
              <a:ahLst/>
              <a:cxnLst/>
              <a:rect l="l" t="t" r="r" b="b"/>
              <a:pathLst>
                <a:path w="883" h="1106" extrusionOk="0">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78"/>
            <p:cNvSpPr/>
            <p:nvPr/>
          </p:nvSpPr>
          <p:spPr>
            <a:xfrm>
              <a:off x="5913814" y="1781127"/>
              <a:ext cx="96972" cy="75070"/>
            </a:xfrm>
            <a:custGeom>
              <a:avLst/>
              <a:gdLst/>
              <a:ahLst/>
              <a:cxnLst/>
              <a:rect l="l" t="t" r="r" b="b"/>
              <a:pathLst>
                <a:path w="3697" h="2862" extrusionOk="0">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78"/>
            <p:cNvSpPr/>
            <p:nvPr/>
          </p:nvSpPr>
          <p:spPr>
            <a:xfrm>
              <a:off x="5904581" y="1734883"/>
              <a:ext cx="11567" cy="11594"/>
            </a:xfrm>
            <a:custGeom>
              <a:avLst/>
              <a:gdLst/>
              <a:ahLst/>
              <a:cxnLst/>
              <a:rect l="l" t="t" r="r" b="b"/>
              <a:pathLst>
                <a:path w="441" h="442" extrusionOk="0">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9" name="Google Shape;16209;p78"/>
            <p:cNvSpPr/>
            <p:nvPr/>
          </p:nvSpPr>
          <p:spPr>
            <a:xfrm>
              <a:off x="6008610" y="1734883"/>
              <a:ext cx="11594" cy="11594"/>
            </a:xfrm>
            <a:custGeom>
              <a:avLst/>
              <a:gdLst/>
              <a:ahLst/>
              <a:cxnLst/>
              <a:rect l="l" t="t" r="r" b="b"/>
              <a:pathLst>
                <a:path w="442" h="442" extrusionOk="0">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0" name="Google Shape;16210;p78"/>
            <p:cNvSpPr/>
            <p:nvPr/>
          </p:nvSpPr>
          <p:spPr>
            <a:xfrm>
              <a:off x="5913998" y="1785376"/>
              <a:ext cx="80238" cy="70821"/>
            </a:xfrm>
            <a:custGeom>
              <a:avLst/>
              <a:gdLst/>
              <a:ahLst/>
              <a:cxnLst/>
              <a:rect l="l" t="t" r="r" b="b"/>
              <a:pathLst>
                <a:path w="3059" h="2700" extrusionOk="0">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78"/>
            <p:cNvSpPr/>
            <p:nvPr/>
          </p:nvSpPr>
          <p:spPr>
            <a:xfrm>
              <a:off x="5939257" y="1809927"/>
              <a:ext cx="46270" cy="29010"/>
            </a:xfrm>
            <a:custGeom>
              <a:avLst/>
              <a:gdLst/>
              <a:ahLst/>
              <a:cxnLst/>
              <a:rect l="l" t="t" r="r" b="b"/>
              <a:pathLst>
                <a:path w="1764" h="1106" extrusionOk="0">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78"/>
            <p:cNvSpPr/>
            <p:nvPr/>
          </p:nvSpPr>
          <p:spPr>
            <a:xfrm>
              <a:off x="5939074" y="1811527"/>
              <a:ext cx="30794" cy="44670"/>
            </a:xfrm>
            <a:custGeom>
              <a:avLst/>
              <a:gdLst/>
              <a:ahLst/>
              <a:cxnLst/>
              <a:rect l="l" t="t" r="r" b="b"/>
              <a:pathLst>
                <a:path w="1174" h="1703" extrusionOk="0">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3" name="Google Shape;16213;p78"/>
          <p:cNvGrpSpPr/>
          <p:nvPr/>
        </p:nvGrpSpPr>
        <p:grpSpPr>
          <a:xfrm>
            <a:off x="3577849" y="2432942"/>
            <a:ext cx="393660" cy="370079"/>
            <a:chOff x="3577849" y="2432942"/>
            <a:chExt cx="393660" cy="370079"/>
          </a:xfrm>
        </p:grpSpPr>
        <p:sp>
          <p:nvSpPr>
            <p:cNvPr id="16214" name="Google Shape;16214;p78"/>
            <p:cNvSpPr/>
            <p:nvPr/>
          </p:nvSpPr>
          <p:spPr>
            <a:xfrm>
              <a:off x="3803558" y="2571279"/>
              <a:ext cx="167951" cy="223007"/>
            </a:xfrm>
            <a:custGeom>
              <a:avLst/>
              <a:gdLst/>
              <a:ahLst/>
              <a:cxnLst/>
              <a:rect l="l" t="t" r="r" b="b"/>
              <a:pathLst>
                <a:path w="6403" h="8502" extrusionOk="0">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78"/>
            <p:cNvSpPr/>
            <p:nvPr/>
          </p:nvSpPr>
          <p:spPr>
            <a:xfrm>
              <a:off x="3805867" y="2590348"/>
              <a:ext cx="145813" cy="180567"/>
            </a:xfrm>
            <a:custGeom>
              <a:avLst/>
              <a:gdLst/>
              <a:ahLst/>
              <a:cxnLst/>
              <a:rect l="l" t="t" r="r" b="b"/>
              <a:pathLst>
                <a:path w="5559" h="6884" extrusionOk="0">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78"/>
            <p:cNvSpPr/>
            <p:nvPr/>
          </p:nvSpPr>
          <p:spPr>
            <a:xfrm>
              <a:off x="3809591" y="2603568"/>
              <a:ext cx="117694" cy="135111"/>
            </a:xfrm>
            <a:custGeom>
              <a:avLst/>
              <a:gdLst/>
              <a:ahLst/>
              <a:cxnLst/>
              <a:rect l="l" t="t" r="r" b="b"/>
              <a:pathLst>
                <a:path w="4487" h="5151" extrusionOk="0">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78"/>
            <p:cNvSpPr/>
            <p:nvPr/>
          </p:nvSpPr>
          <p:spPr>
            <a:xfrm>
              <a:off x="3584066" y="2432942"/>
              <a:ext cx="62637" cy="48945"/>
            </a:xfrm>
            <a:custGeom>
              <a:avLst/>
              <a:gdLst/>
              <a:ahLst/>
              <a:cxnLst/>
              <a:rect l="l" t="t" r="r" b="b"/>
              <a:pathLst>
                <a:path w="2388" h="1866" extrusionOk="0">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78"/>
            <p:cNvSpPr/>
            <p:nvPr/>
          </p:nvSpPr>
          <p:spPr>
            <a:xfrm>
              <a:off x="3577849" y="2441887"/>
              <a:ext cx="117064" cy="105445"/>
            </a:xfrm>
            <a:custGeom>
              <a:avLst/>
              <a:gdLst/>
              <a:ahLst/>
              <a:cxnLst/>
              <a:rect l="l" t="t" r="r" b="b"/>
              <a:pathLst>
                <a:path w="4463" h="4020" extrusionOk="0">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9" name="Google Shape;16219;p78"/>
            <p:cNvSpPr/>
            <p:nvPr/>
          </p:nvSpPr>
          <p:spPr>
            <a:xfrm>
              <a:off x="3580000" y="2457310"/>
              <a:ext cx="65470" cy="90021"/>
            </a:xfrm>
            <a:custGeom>
              <a:avLst/>
              <a:gdLst/>
              <a:ahLst/>
              <a:cxnLst/>
              <a:rect l="l" t="t" r="r" b="b"/>
              <a:pathLst>
                <a:path w="2496" h="3432" extrusionOk="0">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0" name="Google Shape;16220;p78"/>
            <p:cNvSpPr/>
            <p:nvPr/>
          </p:nvSpPr>
          <p:spPr>
            <a:xfrm>
              <a:off x="3581417" y="2460562"/>
              <a:ext cx="173066" cy="174272"/>
            </a:xfrm>
            <a:custGeom>
              <a:avLst/>
              <a:gdLst/>
              <a:ahLst/>
              <a:cxnLst/>
              <a:rect l="l" t="t" r="r" b="b"/>
              <a:pathLst>
                <a:path w="6598" h="6644" extrusionOk="0">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78"/>
            <p:cNvSpPr/>
            <p:nvPr/>
          </p:nvSpPr>
          <p:spPr>
            <a:xfrm>
              <a:off x="3590125" y="2505704"/>
              <a:ext cx="95530" cy="129130"/>
            </a:xfrm>
            <a:custGeom>
              <a:avLst/>
              <a:gdLst/>
              <a:ahLst/>
              <a:cxnLst/>
              <a:rect l="l" t="t" r="r" b="b"/>
              <a:pathLst>
                <a:path w="3642" h="4923" extrusionOk="0">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78"/>
            <p:cNvSpPr/>
            <p:nvPr/>
          </p:nvSpPr>
          <p:spPr>
            <a:xfrm>
              <a:off x="3617509" y="2486661"/>
              <a:ext cx="253670" cy="316360"/>
            </a:xfrm>
            <a:custGeom>
              <a:avLst/>
              <a:gdLst/>
              <a:ahLst/>
              <a:cxnLst/>
              <a:rect l="l" t="t" r="r" b="b"/>
              <a:pathLst>
                <a:path w="9671" h="12061" extrusionOk="0">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78"/>
            <p:cNvSpPr/>
            <p:nvPr/>
          </p:nvSpPr>
          <p:spPr>
            <a:xfrm>
              <a:off x="3627476" y="2566873"/>
              <a:ext cx="236227" cy="236149"/>
            </a:xfrm>
            <a:custGeom>
              <a:avLst/>
              <a:gdLst/>
              <a:ahLst/>
              <a:cxnLst/>
              <a:rect l="l" t="t" r="r" b="b"/>
              <a:pathLst>
                <a:path w="9006" h="9003" extrusionOk="0">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4" name="Google Shape;16224;p78"/>
          <p:cNvGrpSpPr/>
          <p:nvPr/>
        </p:nvGrpSpPr>
        <p:grpSpPr>
          <a:xfrm>
            <a:off x="2493999" y="2927037"/>
            <a:ext cx="370132" cy="328164"/>
            <a:chOff x="2493999" y="2927037"/>
            <a:chExt cx="370132" cy="328164"/>
          </a:xfrm>
        </p:grpSpPr>
        <p:sp>
          <p:nvSpPr>
            <p:cNvPr id="16225" name="Google Shape;16225;p78"/>
            <p:cNvSpPr/>
            <p:nvPr/>
          </p:nvSpPr>
          <p:spPr>
            <a:xfrm>
              <a:off x="2538826" y="2932807"/>
              <a:ext cx="27804" cy="89759"/>
            </a:xfrm>
            <a:custGeom>
              <a:avLst/>
              <a:gdLst/>
              <a:ahLst/>
              <a:cxnLst/>
              <a:rect l="l" t="t" r="r" b="b"/>
              <a:pathLst>
                <a:path w="1060" h="3422" extrusionOk="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6" name="Google Shape;16226;p78"/>
            <p:cNvSpPr/>
            <p:nvPr/>
          </p:nvSpPr>
          <p:spPr>
            <a:xfrm>
              <a:off x="2505173" y="2932965"/>
              <a:ext cx="27804" cy="89602"/>
            </a:xfrm>
            <a:custGeom>
              <a:avLst/>
              <a:gdLst/>
              <a:ahLst/>
              <a:cxnLst/>
              <a:rect l="l" t="t" r="r" b="b"/>
              <a:pathLst>
                <a:path w="1060" h="3416" extrusionOk="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78"/>
            <p:cNvSpPr/>
            <p:nvPr/>
          </p:nvSpPr>
          <p:spPr>
            <a:xfrm>
              <a:off x="2493999" y="3004573"/>
              <a:ext cx="362682" cy="250628"/>
            </a:xfrm>
            <a:custGeom>
              <a:avLst/>
              <a:gdLst/>
              <a:ahLst/>
              <a:cxnLst/>
              <a:rect l="l" t="t" r="r" b="b"/>
              <a:pathLst>
                <a:path w="1382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78"/>
            <p:cNvSpPr/>
            <p:nvPr/>
          </p:nvSpPr>
          <p:spPr>
            <a:xfrm>
              <a:off x="2547718" y="2927037"/>
              <a:ext cx="23843" cy="23869"/>
            </a:xfrm>
            <a:custGeom>
              <a:avLst/>
              <a:gdLst/>
              <a:ahLst/>
              <a:cxnLst/>
              <a:rect l="l" t="t" r="r" b="b"/>
              <a:pathLst>
                <a:path w="909" h="910" extrusionOk="0">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9" name="Google Shape;16229;p78"/>
            <p:cNvSpPr/>
            <p:nvPr/>
          </p:nvSpPr>
          <p:spPr>
            <a:xfrm>
              <a:off x="2557135" y="2932204"/>
              <a:ext cx="10177" cy="10151"/>
            </a:xfrm>
            <a:custGeom>
              <a:avLst/>
              <a:gdLst/>
              <a:ahLst/>
              <a:cxnLst/>
              <a:rect l="l" t="t" r="r" b="b"/>
              <a:pathLst>
                <a:path w="388" h="387" extrusionOk="0">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0" name="Google Shape;16230;p78"/>
            <p:cNvSpPr/>
            <p:nvPr/>
          </p:nvSpPr>
          <p:spPr>
            <a:xfrm>
              <a:off x="2500032" y="2927037"/>
              <a:ext cx="23869" cy="23869"/>
            </a:xfrm>
            <a:custGeom>
              <a:avLst/>
              <a:gdLst/>
              <a:ahLst/>
              <a:cxnLst/>
              <a:rect l="l" t="t" r="r" b="b"/>
              <a:pathLst>
                <a:path w="910" h="910" extrusionOk="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78"/>
            <p:cNvSpPr/>
            <p:nvPr/>
          </p:nvSpPr>
          <p:spPr>
            <a:xfrm>
              <a:off x="2508583" y="2932204"/>
              <a:ext cx="10151" cy="10151"/>
            </a:xfrm>
            <a:custGeom>
              <a:avLst/>
              <a:gdLst/>
              <a:ahLst/>
              <a:cxnLst/>
              <a:rect l="l" t="t" r="r" b="b"/>
              <a:pathLst>
                <a:path w="387" h="387" extrusionOk="0">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78"/>
            <p:cNvSpPr/>
            <p:nvPr/>
          </p:nvSpPr>
          <p:spPr>
            <a:xfrm>
              <a:off x="2493999" y="3004573"/>
              <a:ext cx="342223" cy="250628"/>
            </a:xfrm>
            <a:custGeom>
              <a:avLst/>
              <a:gdLst/>
              <a:ahLst/>
              <a:cxnLst/>
              <a:rect l="l" t="t" r="r" b="b"/>
              <a:pathLst>
                <a:path w="1304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78"/>
            <p:cNvSpPr/>
            <p:nvPr/>
          </p:nvSpPr>
          <p:spPr>
            <a:xfrm>
              <a:off x="2576519" y="2987497"/>
              <a:ext cx="287612" cy="244044"/>
            </a:xfrm>
            <a:custGeom>
              <a:avLst/>
              <a:gdLst/>
              <a:ahLst/>
              <a:cxnLst/>
              <a:rect l="l" t="t" r="r" b="b"/>
              <a:pathLst>
                <a:path w="10965" h="9304" extrusionOk="0">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78"/>
            <p:cNvSpPr/>
            <p:nvPr/>
          </p:nvSpPr>
          <p:spPr>
            <a:xfrm>
              <a:off x="2576519" y="2987497"/>
              <a:ext cx="227860" cy="211676"/>
            </a:xfrm>
            <a:custGeom>
              <a:avLst/>
              <a:gdLst/>
              <a:ahLst/>
              <a:cxnLst/>
              <a:rect l="l" t="t" r="r" b="b"/>
              <a:pathLst>
                <a:path w="8687" h="8070" extrusionOk="0">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5" name="Google Shape;16235;p78"/>
            <p:cNvSpPr/>
            <p:nvPr/>
          </p:nvSpPr>
          <p:spPr>
            <a:xfrm>
              <a:off x="2651930" y="3069308"/>
              <a:ext cx="146573" cy="122940"/>
            </a:xfrm>
            <a:custGeom>
              <a:avLst/>
              <a:gdLst/>
              <a:ahLst/>
              <a:cxnLst/>
              <a:rect l="l" t="t" r="r" b="b"/>
              <a:pathLst>
                <a:path w="5588" h="4687" extrusionOk="0">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6" name="Google Shape;16236;p78"/>
            <p:cNvSpPr/>
            <p:nvPr/>
          </p:nvSpPr>
          <p:spPr>
            <a:xfrm>
              <a:off x="2517842" y="3062200"/>
              <a:ext cx="19935" cy="14610"/>
            </a:xfrm>
            <a:custGeom>
              <a:avLst/>
              <a:gdLst/>
              <a:ahLst/>
              <a:cxnLst/>
              <a:rect l="l" t="t" r="r" b="b"/>
              <a:pathLst>
                <a:path w="760" h="557" extrusionOk="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7" name="Google Shape;16237;p78"/>
          <p:cNvGrpSpPr/>
          <p:nvPr/>
        </p:nvGrpSpPr>
        <p:grpSpPr>
          <a:xfrm>
            <a:off x="3589417" y="2950696"/>
            <a:ext cx="370315" cy="281028"/>
            <a:chOff x="3589417" y="2950696"/>
            <a:chExt cx="370315" cy="281028"/>
          </a:xfrm>
        </p:grpSpPr>
        <p:sp>
          <p:nvSpPr>
            <p:cNvPr id="16238" name="Google Shape;16238;p78"/>
            <p:cNvSpPr/>
            <p:nvPr/>
          </p:nvSpPr>
          <p:spPr>
            <a:xfrm>
              <a:off x="3719098" y="2969083"/>
              <a:ext cx="110612" cy="83018"/>
            </a:xfrm>
            <a:custGeom>
              <a:avLst/>
              <a:gdLst/>
              <a:ahLst/>
              <a:cxnLst/>
              <a:rect l="l" t="t" r="r" b="b"/>
              <a:pathLst>
                <a:path w="4217" h="3165" extrusionOk="0">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9" name="Google Shape;16239;p78"/>
            <p:cNvSpPr/>
            <p:nvPr/>
          </p:nvSpPr>
          <p:spPr>
            <a:xfrm>
              <a:off x="3589417" y="2950696"/>
              <a:ext cx="370315" cy="137865"/>
            </a:xfrm>
            <a:custGeom>
              <a:avLst/>
              <a:gdLst/>
              <a:ahLst/>
              <a:cxnLst/>
              <a:rect l="l" t="t" r="r" b="b"/>
              <a:pathLst>
                <a:path w="14118" h="5256" extrusionOk="0">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78"/>
            <p:cNvSpPr/>
            <p:nvPr/>
          </p:nvSpPr>
          <p:spPr>
            <a:xfrm>
              <a:off x="3774574" y="3080535"/>
              <a:ext cx="162206" cy="151190"/>
            </a:xfrm>
            <a:custGeom>
              <a:avLst/>
              <a:gdLst/>
              <a:ahLst/>
              <a:cxnLst/>
              <a:rect l="l" t="t" r="r" b="b"/>
              <a:pathLst>
                <a:path w="6184" h="5764" extrusionOk="0">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1" name="Google Shape;16241;p78"/>
            <p:cNvSpPr/>
            <p:nvPr/>
          </p:nvSpPr>
          <p:spPr>
            <a:xfrm>
              <a:off x="3786483" y="3097191"/>
              <a:ext cx="129157" cy="122809"/>
            </a:xfrm>
            <a:custGeom>
              <a:avLst/>
              <a:gdLst/>
              <a:ahLst/>
              <a:cxnLst/>
              <a:rect l="l" t="t" r="r" b="b"/>
              <a:pathLst>
                <a:path w="4924" h="4682" extrusionOk="0">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2" name="Google Shape;16242;p78"/>
            <p:cNvSpPr/>
            <p:nvPr/>
          </p:nvSpPr>
          <p:spPr>
            <a:xfrm>
              <a:off x="3801591" y="2978054"/>
              <a:ext cx="130757" cy="98415"/>
            </a:xfrm>
            <a:custGeom>
              <a:avLst/>
              <a:gdLst/>
              <a:ahLst/>
              <a:cxnLst/>
              <a:rect l="l" t="t" r="r" b="b"/>
              <a:pathLst>
                <a:path w="4985" h="3752" extrusionOk="0">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78"/>
            <p:cNvSpPr/>
            <p:nvPr/>
          </p:nvSpPr>
          <p:spPr>
            <a:xfrm>
              <a:off x="3803558" y="2978054"/>
              <a:ext cx="127556" cy="90415"/>
            </a:xfrm>
            <a:custGeom>
              <a:avLst/>
              <a:gdLst/>
              <a:ahLst/>
              <a:cxnLst/>
              <a:rect l="l" t="t" r="r" b="b"/>
              <a:pathLst>
                <a:path w="4863" h="3447" extrusionOk="0">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78"/>
            <p:cNvSpPr/>
            <p:nvPr/>
          </p:nvSpPr>
          <p:spPr>
            <a:xfrm>
              <a:off x="3926813" y="2960637"/>
              <a:ext cx="20302" cy="20486"/>
            </a:xfrm>
            <a:custGeom>
              <a:avLst/>
              <a:gdLst/>
              <a:ahLst/>
              <a:cxnLst/>
              <a:rect l="l" t="t" r="r" b="b"/>
              <a:pathLst>
                <a:path w="774" h="781" extrusionOk="0">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78"/>
            <p:cNvSpPr/>
            <p:nvPr/>
          </p:nvSpPr>
          <p:spPr>
            <a:xfrm>
              <a:off x="3786483" y="3099919"/>
              <a:ext cx="127373" cy="111530"/>
            </a:xfrm>
            <a:custGeom>
              <a:avLst/>
              <a:gdLst/>
              <a:ahLst/>
              <a:cxnLst/>
              <a:rect l="l" t="t" r="r" b="b"/>
              <a:pathLst>
                <a:path w="4856" h="4252" extrusionOk="0">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78"/>
            <p:cNvSpPr/>
            <p:nvPr/>
          </p:nvSpPr>
          <p:spPr>
            <a:xfrm>
              <a:off x="3859979" y="3157887"/>
              <a:ext cx="51909" cy="38978"/>
            </a:xfrm>
            <a:custGeom>
              <a:avLst/>
              <a:gdLst/>
              <a:ahLst/>
              <a:cxnLst/>
              <a:rect l="l" t="t" r="r" b="b"/>
              <a:pathLst>
                <a:path w="1979" h="1486" extrusionOk="0">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78"/>
            <p:cNvSpPr/>
            <p:nvPr/>
          </p:nvSpPr>
          <p:spPr>
            <a:xfrm>
              <a:off x="3811191" y="3046200"/>
              <a:ext cx="113340" cy="30269"/>
            </a:xfrm>
            <a:custGeom>
              <a:avLst/>
              <a:gdLst/>
              <a:ahLst/>
              <a:cxnLst/>
              <a:rect l="l" t="t" r="r" b="b"/>
              <a:pathLst>
                <a:path w="4321" h="1154" extrusionOk="0">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8" name="Google Shape;16248;p78"/>
            <p:cNvSpPr/>
            <p:nvPr/>
          </p:nvSpPr>
          <p:spPr>
            <a:xfrm>
              <a:off x="3612368" y="3080535"/>
              <a:ext cx="162233" cy="151190"/>
            </a:xfrm>
            <a:custGeom>
              <a:avLst/>
              <a:gdLst/>
              <a:ahLst/>
              <a:cxnLst/>
              <a:rect l="l" t="t" r="r" b="b"/>
              <a:pathLst>
                <a:path w="6185" h="5764" extrusionOk="0">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9" name="Google Shape;16249;p78"/>
            <p:cNvSpPr/>
            <p:nvPr/>
          </p:nvSpPr>
          <p:spPr>
            <a:xfrm>
              <a:off x="3633509" y="3097296"/>
              <a:ext cx="129157" cy="122704"/>
            </a:xfrm>
            <a:custGeom>
              <a:avLst/>
              <a:gdLst/>
              <a:ahLst/>
              <a:cxnLst/>
              <a:rect l="l" t="t" r="r" b="b"/>
              <a:pathLst>
                <a:path w="4924" h="4678" extrusionOk="0">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78"/>
            <p:cNvSpPr/>
            <p:nvPr/>
          </p:nvSpPr>
          <p:spPr>
            <a:xfrm>
              <a:off x="3616801" y="2978054"/>
              <a:ext cx="130757" cy="98415"/>
            </a:xfrm>
            <a:custGeom>
              <a:avLst/>
              <a:gdLst/>
              <a:ahLst/>
              <a:cxnLst/>
              <a:rect l="l" t="t" r="r" b="b"/>
              <a:pathLst>
                <a:path w="4985" h="3752" extrusionOk="0">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78"/>
            <p:cNvSpPr/>
            <p:nvPr/>
          </p:nvSpPr>
          <p:spPr>
            <a:xfrm>
              <a:off x="3618060" y="2978054"/>
              <a:ext cx="127373" cy="90415"/>
            </a:xfrm>
            <a:custGeom>
              <a:avLst/>
              <a:gdLst/>
              <a:ahLst/>
              <a:cxnLst/>
              <a:rect l="l" t="t" r="r" b="b"/>
              <a:pathLst>
                <a:path w="4856" h="3447" extrusionOk="0">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78"/>
            <p:cNvSpPr/>
            <p:nvPr/>
          </p:nvSpPr>
          <p:spPr>
            <a:xfrm>
              <a:off x="3768699" y="3136142"/>
              <a:ext cx="11935" cy="65339"/>
            </a:xfrm>
            <a:custGeom>
              <a:avLst/>
              <a:gdLst/>
              <a:ahLst/>
              <a:cxnLst/>
              <a:rect l="l" t="t" r="r" b="b"/>
              <a:pathLst>
                <a:path w="455" h="2491" extrusionOk="0">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78"/>
            <p:cNvSpPr/>
            <p:nvPr/>
          </p:nvSpPr>
          <p:spPr>
            <a:xfrm>
              <a:off x="3602033" y="2960637"/>
              <a:ext cx="20302" cy="20486"/>
            </a:xfrm>
            <a:custGeom>
              <a:avLst/>
              <a:gdLst/>
              <a:ahLst/>
              <a:cxnLst/>
              <a:rect l="l" t="t" r="r" b="b"/>
              <a:pathLst>
                <a:path w="774" h="781" extrusionOk="0">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78"/>
            <p:cNvSpPr/>
            <p:nvPr/>
          </p:nvSpPr>
          <p:spPr>
            <a:xfrm>
              <a:off x="3635293" y="3099919"/>
              <a:ext cx="127373" cy="111530"/>
            </a:xfrm>
            <a:custGeom>
              <a:avLst/>
              <a:gdLst/>
              <a:ahLst/>
              <a:cxnLst/>
              <a:rect l="l" t="t" r="r" b="b"/>
              <a:pathLst>
                <a:path w="4856" h="4252" extrusionOk="0">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78"/>
            <p:cNvSpPr/>
            <p:nvPr/>
          </p:nvSpPr>
          <p:spPr>
            <a:xfrm>
              <a:off x="3756764" y="3070043"/>
              <a:ext cx="35778" cy="77746"/>
            </a:xfrm>
            <a:custGeom>
              <a:avLst/>
              <a:gdLst/>
              <a:ahLst/>
              <a:cxnLst/>
              <a:rect l="l" t="t" r="r" b="b"/>
              <a:pathLst>
                <a:path w="1364" h="2964" extrusionOk="0">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6" name="Google Shape;16256;p78"/>
            <p:cNvSpPr/>
            <p:nvPr/>
          </p:nvSpPr>
          <p:spPr>
            <a:xfrm>
              <a:off x="3637260" y="3157887"/>
              <a:ext cx="51909" cy="38978"/>
            </a:xfrm>
            <a:custGeom>
              <a:avLst/>
              <a:gdLst/>
              <a:ahLst/>
              <a:cxnLst/>
              <a:rect l="l" t="t" r="r" b="b"/>
              <a:pathLst>
                <a:path w="1979" h="1486" extrusionOk="0">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7" name="Google Shape;16257;p78"/>
            <p:cNvSpPr/>
            <p:nvPr/>
          </p:nvSpPr>
          <p:spPr>
            <a:xfrm>
              <a:off x="3624617" y="3046200"/>
              <a:ext cx="113156" cy="30269"/>
            </a:xfrm>
            <a:custGeom>
              <a:avLst/>
              <a:gdLst/>
              <a:ahLst/>
              <a:cxnLst/>
              <a:rect l="l" t="t" r="r" b="b"/>
              <a:pathLst>
                <a:path w="4314" h="1154" extrusionOk="0">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8" name="Google Shape;16258;p78"/>
          <p:cNvGrpSpPr/>
          <p:nvPr/>
        </p:nvGrpSpPr>
        <p:grpSpPr>
          <a:xfrm>
            <a:off x="3032711" y="2911718"/>
            <a:ext cx="396125" cy="359062"/>
            <a:chOff x="3032711" y="2911718"/>
            <a:chExt cx="396125" cy="359062"/>
          </a:xfrm>
        </p:grpSpPr>
        <p:sp>
          <p:nvSpPr>
            <p:cNvPr id="16259" name="Google Shape;16259;p78"/>
            <p:cNvSpPr/>
            <p:nvPr/>
          </p:nvSpPr>
          <p:spPr>
            <a:xfrm>
              <a:off x="3075781" y="2911718"/>
              <a:ext cx="25810" cy="46821"/>
            </a:xfrm>
            <a:custGeom>
              <a:avLst/>
              <a:gdLst/>
              <a:ahLst/>
              <a:cxnLst/>
              <a:rect l="l" t="t" r="r" b="b"/>
              <a:pathLst>
                <a:path w="984" h="1785" extrusionOk="0">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78"/>
            <p:cNvSpPr/>
            <p:nvPr/>
          </p:nvSpPr>
          <p:spPr>
            <a:xfrm>
              <a:off x="3051098" y="2926066"/>
              <a:ext cx="35542" cy="32473"/>
            </a:xfrm>
            <a:custGeom>
              <a:avLst/>
              <a:gdLst/>
              <a:ahLst/>
              <a:cxnLst/>
              <a:rect l="l" t="t" r="r" b="b"/>
              <a:pathLst>
                <a:path w="1355" h="1238" extrusionOk="0">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78"/>
            <p:cNvSpPr/>
            <p:nvPr/>
          </p:nvSpPr>
          <p:spPr>
            <a:xfrm>
              <a:off x="3168897" y="3190622"/>
              <a:ext cx="35122" cy="32289"/>
            </a:xfrm>
            <a:custGeom>
              <a:avLst/>
              <a:gdLst/>
              <a:ahLst/>
              <a:cxnLst/>
              <a:rect l="l" t="t" r="r" b="b"/>
              <a:pathLst>
                <a:path w="1339" h="1231" extrusionOk="0">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78"/>
            <p:cNvSpPr/>
            <p:nvPr/>
          </p:nvSpPr>
          <p:spPr>
            <a:xfrm>
              <a:off x="3277280" y="3245941"/>
              <a:ext cx="29719" cy="24840"/>
            </a:xfrm>
            <a:custGeom>
              <a:avLst/>
              <a:gdLst/>
              <a:ahLst/>
              <a:cxnLst/>
              <a:rect l="l" t="t" r="r" b="b"/>
              <a:pathLst>
                <a:path w="1133" h="947" extrusionOk="0">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78"/>
            <p:cNvSpPr/>
            <p:nvPr/>
          </p:nvSpPr>
          <p:spPr>
            <a:xfrm>
              <a:off x="3367799" y="3209822"/>
              <a:ext cx="28564" cy="26728"/>
            </a:xfrm>
            <a:custGeom>
              <a:avLst/>
              <a:gdLst/>
              <a:ahLst/>
              <a:cxnLst/>
              <a:rect l="l" t="t" r="r" b="b"/>
              <a:pathLst>
                <a:path w="1089" h="1019" extrusionOk="0">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78"/>
            <p:cNvSpPr/>
            <p:nvPr/>
          </p:nvSpPr>
          <p:spPr>
            <a:xfrm>
              <a:off x="3155441" y="3089059"/>
              <a:ext cx="28486" cy="30978"/>
            </a:xfrm>
            <a:custGeom>
              <a:avLst/>
              <a:gdLst/>
              <a:ahLst/>
              <a:cxnLst/>
              <a:rect l="l" t="t" r="r" b="b"/>
              <a:pathLst>
                <a:path w="1086" h="1181" extrusionOk="0">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5" name="Google Shape;16265;p78"/>
            <p:cNvSpPr/>
            <p:nvPr/>
          </p:nvSpPr>
          <p:spPr>
            <a:xfrm>
              <a:off x="3096581" y="2941280"/>
              <a:ext cx="332255" cy="310432"/>
            </a:xfrm>
            <a:custGeom>
              <a:avLst/>
              <a:gdLst/>
              <a:ahLst/>
              <a:cxnLst/>
              <a:rect l="l" t="t" r="r" b="b"/>
              <a:pathLst>
                <a:path w="12667" h="11835" extrusionOk="0">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6" name="Google Shape;16266;p78"/>
            <p:cNvSpPr/>
            <p:nvPr/>
          </p:nvSpPr>
          <p:spPr>
            <a:xfrm>
              <a:off x="3109067" y="2981464"/>
              <a:ext cx="301986" cy="270117"/>
            </a:xfrm>
            <a:custGeom>
              <a:avLst/>
              <a:gdLst/>
              <a:ahLst/>
              <a:cxnLst/>
              <a:rect l="l" t="t" r="r" b="b"/>
              <a:pathLst>
                <a:path w="11513" h="10298" extrusionOk="0">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78"/>
            <p:cNvSpPr/>
            <p:nvPr/>
          </p:nvSpPr>
          <p:spPr>
            <a:xfrm>
              <a:off x="3041787" y="2947312"/>
              <a:ext cx="95530" cy="95530"/>
            </a:xfrm>
            <a:custGeom>
              <a:avLst/>
              <a:gdLst/>
              <a:ahLst/>
              <a:cxnLst/>
              <a:rect l="l" t="t" r="r" b="b"/>
              <a:pathLst>
                <a:path w="3642" h="3642" extrusionOk="0">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78"/>
            <p:cNvSpPr/>
            <p:nvPr/>
          </p:nvSpPr>
          <p:spPr>
            <a:xfrm>
              <a:off x="3032711" y="2952637"/>
              <a:ext cx="99281" cy="90284"/>
            </a:xfrm>
            <a:custGeom>
              <a:avLst/>
              <a:gdLst/>
              <a:ahLst/>
              <a:cxnLst/>
              <a:rect l="l" t="t" r="r" b="b"/>
              <a:pathLst>
                <a:path w="3785" h="3442" extrusionOk="0">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78"/>
            <p:cNvSpPr/>
            <p:nvPr/>
          </p:nvSpPr>
          <p:spPr>
            <a:xfrm>
              <a:off x="3071663" y="2971156"/>
              <a:ext cx="23869" cy="24027"/>
            </a:xfrm>
            <a:custGeom>
              <a:avLst/>
              <a:gdLst/>
              <a:ahLst/>
              <a:cxnLst/>
              <a:rect l="l" t="t" r="r" b="b"/>
              <a:pathLst>
                <a:path w="910" h="916" extrusionOk="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78"/>
            <p:cNvSpPr/>
            <p:nvPr/>
          </p:nvSpPr>
          <p:spPr>
            <a:xfrm>
              <a:off x="3083597" y="2971156"/>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1" name="Google Shape;16271;p78"/>
          <p:cNvGrpSpPr/>
          <p:nvPr/>
        </p:nvGrpSpPr>
        <p:grpSpPr>
          <a:xfrm>
            <a:off x="7417764" y="1513397"/>
            <a:ext cx="373174" cy="367692"/>
            <a:chOff x="7417764" y="1513397"/>
            <a:chExt cx="373174" cy="367692"/>
          </a:xfrm>
        </p:grpSpPr>
        <p:sp>
          <p:nvSpPr>
            <p:cNvPr id="16272" name="Google Shape;16272;p78"/>
            <p:cNvSpPr/>
            <p:nvPr/>
          </p:nvSpPr>
          <p:spPr>
            <a:xfrm>
              <a:off x="7659841" y="1513397"/>
              <a:ext cx="131098" cy="139517"/>
            </a:xfrm>
            <a:custGeom>
              <a:avLst/>
              <a:gdLst/>
              <a:ahLst/>
              <a:cxnLst/>
              <a:rect l="l" t="t" r="r" b="b"/>
              <a:pathLst>
                <a:path w="4998" h="5319" extrusionOk="0">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78"/>
            <p:cNvSpPr/>
            <p:nvPr/>
          </p:nvSpPr>
          <p:spPr>
            <a:xfrm>
              <a:off x="7693441" y="1515941"/>
              <a:ext cx="96421" cy="136973"/>
            </a:xfrm>
            <a:custGeom>
              <a:avLst/>
              <a:gdLst/>
              <a:ahLst/>
              <a:cxnLst/>
              <a:rect l="l" t="t" r="r" b="b"/>
              <a:pathLst>
                <a:path w="3676" h="5222" extrusionOk="0">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78"/>
            <p:cNvSpPr/>
            <p:nvPr/>
          </p:nvSpPr>
          <p:spPr>
            <a:xfrm>
              <a:off x="7417764" y="1513397"/>
              <a:ext cx="131281" cy="139517"/>
            </a:xfrm>
            <a:custGeom>
              <a:avLst/>
              <a:gdLst/>
              <a:ahLst/>
              <a:cxnLst/>
              <a:rect l="l" t="t" r="r" b="b"/>
              <a:pathLst>
                <a:path w="5005" h="5319" extrusionOk="0">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5" name="Google Shape;16275;p78"/>
            <p:cNvSpPr/>
            <p:nvPr/>
          </p:nvSpPr>
          <p:spPr>
            <a:xfrm>
              <a:off x="7419023" y="1515941"/>
              <a:ext cx="96421" cy="136973"/>
            </a:xfrm>
            <a:custGeom>
              <a:avLst/>
              <a:gdLst/>
              <a:ahLst/>
              <a:cxnLst/>
              <a:rect l="l" t="t" r="r" b="b"/>
              <a:pathLst>
                <a:path w="3676" h="5222" extrusionOk="0">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6" name="Google Shape;16276;p78"/>
            <p:cNvSpPr/>
            <p:nvPr/>
          </p:nvSpPr>
          <p:spPr>
            <a:xfrm>
              <a:off x="7447115" y="1547942"/>
              <a:ext cx="314655" cy="333147"/>
            </a:xfrm>
            <a:custGeom>
              <a:avLst/>
              <a:gdLst/>
              <a:ahLst/>
              <a:cxnLst/>
              <a:rect l="l" t="t" r="r" b="b"/>
              <a:pathLst>
                <a:path w="11996" h="12701" extrusionOk="0">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78"/>
            <p:cNvSpPr/>
            <p:nvPr/>
          </p:nvSpPr>
          <p:spPr>
            <a:xfrm>
              <a:off x="7447115" y="1550617"/>
              <a:ext cx="134298" cy="324622"/>
            </a:xfrm>
            <a:custGeom>
              <a:avLst/>
              <a:gdLst/>
              <a:ahLst/>
              <a:cxnLst/>
              <a:rect l="l" t="t" r="r" b="b"/>
              <a:pathLst>
                <a:path w="5120" h="12376" extrusionOk="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8" name="Google Shape;16278;p78"/>
            <p:cNvSpPr/>
            <p:nvPr/>
          </p:nvSpPr>
          <p:spPr>
            <a:xfrm>
              <a:off x="7518094" y="1665164"/>
              <a:ext cx="37011" cy="43227"/>
            </a:xfrm>
            <a:custGeom>
              <a:avLst/>
              <a:gdLst/>
              <a:ahLst/>
              <a:cxnLst/>
              <a:rect l="l" t="t" r="r" b="b"/>
              <a:pathLst>
                <a:path w="1411" h="1648" extrusionOk="0">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9" name="Google Shape;16279;p78"/>
            <p:cNvSpPr/>
            <p:nvPr/>
          </p:nvSpPr>
          <p:spPr>
            <a:xfrm>
              <a:off x="7536586" y="1665164"/>
              <a:ext cx="18518" cy="30925"/>
            </a:xfrm>
            <a:custGeom>
              <a:avLst/>
              <a:gdLst/>
              <a:ahLst/>
              <a:cxnLst/>
              <a:rect l="l" t="t" r="r" b="b"/>
              <a:pathLst>
                <a:path w="706" h="1179" extrusionOk="0">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0" name="Google Shape;16280;p78"/>
            <p:cNvSpPr/>
            <p:nvPr/>
          </p:nvSpPr>
          <p:spPr>
            <a:xfrm>
              <a:off x="7530343"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78"/>
            <p:cNvSpPr/>
            <p:nvPr/>
          </p:nvSpPr>
          <p:spPr>
            <a:xfrm>
              <a:off x="7653781" y="1665164"/>
              <a:ext cx="37037" cy="43227"/>
            </a:xfrm>
            <a:custGeom>
              <a:avLst/>
              <a:gdLst/>
              <a:ahLst/>
              <a:cxnLst/>
              <a:rect l="l" t="t" r="r" b="b"/>
              <a:pathLst>
                <a:path w="1412" h="1648" extrusionOk="0">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78"/>
            <p:cNvSpPr/>
            <p:nvPr/>
          </p:nvSpPr>
          <p:spPr>
            <a:xfrm>
              <a:off x="7672274" y="1665164"/>
              <a:ext cx="18545" cy="30925"/>
            </a:xfrm>
            <a:custGeom>
              <a:avLst/>
              <a:gdLst/>
              <a:ahLst/>
              <a:cxnLst/>
              <a:rect l="l" t="t" r="r" b="b"/>
              <a:pathLst>
                <a:path w="707" h="1179" extrusionOk="0">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78"/>
            <p:cNvSpPr/>
            <p:nvPr/>
          </p:nvSpPr>
          <p:spPr>
            <a:xfrm>
              <a:off x="7666057"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4" name="Google Shape;16284;p78"/>
            <p:cNvSpPr/>
            <p:nvPr/>
          </p:nvSpPr>
          <p:spPr>
            <a:xfrm>
              <a:off x="7432479" y="1722922"/>
              <a:ext cx="110350" cy="98782"/>
            </a:xfrm>
            <a:custGeom>
              <a:avLst/>
              <a:gdLst/>
              <a:ahLst/>
              <a:cxnLst/>
              <a:rect l="l" t="t" r="r" b="b"/>
              <a:pathLst>
                <a:path w="4207" h="3766" extrusionOk="0">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5" name="Google Shape;16285;p78"/>
            <p:cNvSpPr/>
            <p:nvPr/>
          </p:nvSpPr>
          <p:spPr>
            <a:xfrm>
              <a:off x="7432531" y="1723132"/>
              <a:ext cx="102664" cy="98572"/>
            </a:xfrm>
            <a:custGeom>
              <a:avLst/>
              <a:gdLst/>
              <a:ahLst/>
              <a:cxnLst/>
              <a:rect l="l" t="t" r="r" b="b"/>
              <a:pathLst>
                <a:path w="3914" h="3758" extrusionOk="0">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78"/>
            <p:cNvSpPr/>
            <p:nvPr/>
          </p:nvSpPr>
          <p:spPr>
            <a:xfrm>
              <a:off x="7666057" y="1722922"/>
              <a:ext cx="110350" cy="98782"/>
            </a:xfrm>
            <a:custGeom>
              <a:avLst/>
              <a:gdLst/>
              <a:ahLst/>
              <a:cxnLst/>
              <a:rect l="l" t="t" r="r" b="b"/>
              <a:pathLst>
                <a:path w="4207" h="3766" extrusionOk="0">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78"/>
            <p:cNvSpPr/>
            <p:nvPr/>
          </p:nvSpPr>
          <p:spPr>
            <a:xfrm>
              <a:off x="7673716" y="1723132"/>
              <a:ext cx="102638" cy="98572"/>
            </a:xfrm>
            <a:custGeom>
              <a:avLst/>
              <a:gdLst/>
              <a:ahLst/>
              <a:cxnLst/>
              <a:rect l="l" t="t" r="r" b="b"/>
              <a:pathLst>
                <a:path w="3913" h="3758" extrusionOk="0">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78"/>
            <p:cNvSpPr/>
            <p:nvPr/>
          </p:nvSpPr>
          <p:spPr>
            <a:xfrm>
              <a:off x="7527327" y="1740208"/>
              <a:ext cx="154232" cy="104999"/>
            </a:xfrm>
            <a:custGeom>
              <a:avLst/>
              <a:gdLst/>
              <a:ahLst/>
              <a:cxnLst/>
              <a:rect l="l" t="t" r="r" b="b"/>
              <a:pathLst>
                <a:path w="5880" h="4003" extrusionOk="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9" name="Google Shape;16289;p78"/>
            <p:cNvSpPr/>
            <p:nvPr/>
          </p:nvSpPr>
          <p:spPr>
            <a:xfrm>
              <a:off x="7561294" y="1788602"/>
              <a:ext cx="31869" cy="33181"/>
            </a:xfrm>
            <a:custGeom>
              <a:avLst/>
              <a:gdLst/>
              <a:ahLst/>
              <a:cxnLst/>
              <a:rect l="l" t="t" r="r" b="b"/>
              <a:pathLst>
                <a:path w="1215" h="1265" extrusionOk="0">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0" name="Google Shape;16290;p78"/>
            <p:cNvSpPr/>
            <p:nvPr/>
          </p:nvSpPr>
          <p:spPr>
            <a:xfrm>
              <a:off x="7615538" y="1788602"/>
              <a:ext cx="32053" cy="33181"/>
            </a:xfrm>
            <a:custGeom>
              <a:avLst/>
              <a:gdLst/>
              <a:ahLst/>
              <a:cxnLst/>
              <a:rect l="l" t="t" r="r" b="b"/>
              <a:pathLst>
                <a:path w="1222" h="1265" extrusionOk="0">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91" name="Google Shape;16291;p78"/>
          <p:cNvGrpSpPr/>
          <p:nvPr/>
        </p:nvGrpSpPr>
        <p:grpSpPr>
          <a:xfrm>
            <a:off x="6871944" y="1514368"/>
            <a:ext cx="370132" cy="365672"/>
            <a:chOff x="6871944" y="1514368"/>
            <a:chExt cx="370132" cy="365672"/>
          </a:xfrm>
        </p:grpSpPr>
        <p:sp>
          <p:nvSpPr>
            <p:cNvPr id="16292" name="Google Shape;16292;p78"/>
            <p:cNvSpPr/>
            <p:nvPr/>
          </p:nvSpPr>
          <p:spPr>
            <a:xfrm>
              <a:off x="7098702" y="1514368"/>
              <a:ext cx="119845" cy="138888"/>
            </a:xfrm>
            <a:custGeom>
              <a:avLst/>
              <a:gdLst/>
              <a:ahLst/>
              <a:cxnLst/>
              <a:rect l="l" t="t" r="r" b="b"/>
              <a:pathLst>
                <a:path w="4569" h="5295" extrusionOk="0">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78"/>
            <p:cNvSpPr/>
            <p:nvPr/>
          </p:nvSpPr>
          <p:spPr>
            <a:xfrm>
              <a:off x="7133903" y="1535561"/>
              <a:ext cx="73969" cy="122153"/>
            </a:xfrm>
            <a:custGeom>
              <a:avLst/>
              <a:gdLst/>
              <a:ahLst/>
              <a:cxnLst/>
              <a:rect l="l" t="t" r="r" b="b"/>
              <a:pathLst>
                <a:path w="2820" h="4657" extrusionOk="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78"/>
            <p:cNvSpPr/>
            <p:nvPr/>
          </p:nvSpPr>
          <p:spPr>
            <a:xfrm>
              <a:off x="6895656" y="1514368"/>
              <a:ext cx="119661" cy="138888"/>
            </a:xfrm>
            <a:custGeom>
              <a:avLst/>
              <a:gdLst/>
              <a:ahLst/>
              <a:cxnLst/>
              <a:rect l="l" t="t" r="r" b="b"/>
              <a:pathLst>
                <a:path w="4562" h="5295" extrusionOk="0">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78"/>
            <p:cNvSpPr/>
            <p:nvPr/>
          </p:nvSpPr>
          <p:spPr>
            <a:xfrm>
              <a:off x="6906174" y="1535561"/>
              <a:ext cx="74100" cy="122153"/>
            </a:xfrm>
            <a:custGeom>
              <a:avLst/>
              <a:gdLst/>
              <a:ahLst/>
              <a:cxnLst/>
              <a:rect l="l" t="t" r="r" b="b"/>
              <a:pathLst>
                <a:path w="2825" h="4657" extrusionOk="0">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78"/>
            <p:cNvSpPr/>
            <p:nvPr/>
          </p:nvSpPr>
          <p:spPr>
            <a:xfrm>
              <a:off x="7021140" y="1832354"/>
              <a:ext cx="71713" cy="47686"/>
            </a:xfrm>
            <a:custGeom>
              <a:avLst/>
              <a:gdLst/>
              <a:ahLst/>
              <a:cxnLst/>
              <a:rect l="l" t="t" r="r" b="b"/>
              <a:pathLst>
                <a:path w="2734" h="1818" extrusionOk="0">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78"/>
            <p:cNvSpPr/>
            <p:nvPr/>
          </p:nvSpPr>
          <p:spPr>
            <a:xfrm>
              <a:off x="6871944" y="1581569"/>
              <a:ext cx="370132" cy="257028"/>
            </a:xfrm>
            <a:custGeom>
              <a:avLst/>
              <a:gdLst/>
              <a:ahLst/>
              <a:cxnLst/>
              <a:rect l="l" t="t" r="r" b="b"/>
              <a:pathLst>
                <a:path w="14111" h="9799"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78"/>
            <p:cNvSpPr/>
            <p:nvPr/>
          </p:nvSpPr>
          <p:spPr>
            <a:xfrm>
              <a:off x="6997323" y="1742700"/>
              <a:ext cx="119373" cy="116540"/>
            </a:xfrm>
            <a:custGeom>
              <a:avLst/>
              <a:gdLst/>
              <a:ahLst/>
              <a:cxnLst/>
              <a:rect l="l" t="t" r="r" b="b"/>
              <a:pathLst>
                <a:path w="4551" h="4443" extrusionOk="0">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9" name="Google Shape;16299;p78"/>
            <p:cNvSpPr/>
            <p:nvPr/>
          </p:nvSpPr>
          <p:spPr>
            <a:xfrm>
              <a:off x="6871944" y="1670541"/>
              <a:ext cx="155282" cy="168056"/>
            </a:xfrm>
            <a:custGeom>
              <a:avLst/>
              <a:gdLst/>
              <a:ahLst/>
              <a:cxnLst/>
              <a:rect l="l" t="t" r="r" b="b"/>
              <a:pathLst>
                <a:path w="5920" h="6407" extrusionOk="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0" name="Google Shape;16300;p78"/>
            <p:cNvSpPr/>
            <p:nvPr/>
          </p:nvSpPr>
          <p:spPr>
            <a:xfrm>
              <a:off x="7086951" y="1670541"/>
              <a:ext cx="155124" cy="168056"/>
            </a:xfrm>
            <a:custGeom>
              <a:avLst/>
              <a:gdLst/>
              <a:ahLst/>
              <a:cxnLst/>
              <a:rect l="l" t="t" r="r" b="b"/>
              <a:pathLst>
                <a:path w="5914" h="6407" extrusionOk="0">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1" name="Google Shape;16301;p78"/>
            <p:cNvSpPr/>
            <p:nvPr/>
          </p:nvSpPr>
          <p:spPr>
            <a:xfrm>
              <a:off x="6961572"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78"/>
            <p:cNvSpPr/>
            <p:nvPr/>
          </p:nvSpPr>
          <p:spPr>
            <a:xfrm>
              <a:off x="6979356" y="1695040"/>
              <a:ext cx="24027" cy="41811"/>
            </a:xfrm>
            <a:custGeom>
              <a:avLst/>
              <a:gdLst/>
              <a:ahLst/>
              <a:cxnLst/>
              <a:rect l="l" t="t" r="r" b="b"/>
              <a:pathLst>
                <a:path w="916" h="1594" extrusionOk="0">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78"/>
            <p:cNvSpPr/>
            <p:nvPr/>
          </p:nvSpPr>
          <p:spPr>
            <a:xfrm>
              <a:off x="6973480" y="1700915"/>
              <a:ext cx="17994" cy="17994"/>
            </a:xfrm>
            <a:custGeom>
              <a:avLst/>
              <a:gdLst/>
              <a:ahLst/>
              <a:cxnLst/>
              <a:rect l="l" t="t" r="r" b="b"/>
              <a:pathLst>
                <a:path w="686" h="686" extrusionOk="0">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4" name="Google Shape;16304;p78"/>
            <p:cNvSpPr/>
            <p:nvPr/>
          </p:nvSpPr>
          <p:spPr>
            <a:xfrm>
              <a:off x="7110794"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5" name="Google Shape;16305;p78"/>
            <p:cNvSpPr/>
            <p:nvPr/>
          </p:nvSpPr>
          <p:spPr>
            <a:xfrm>
              <a:off x="7128578" y="1695040"/>
              <a:ext cx="24027" cy="41811"/>
            </a:xfrm>
            <a:custGeom>
              <a:avLst/>
              <a:gdLst/>
              <a:ahLst/>
              <a:cxnLst/>
              <a:rect l="l" t="t" r="r" b="b"/>
              <a:pathLst>
                <a:path w="916" h="1594" extrusionOk="0">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78"/>
            <p:cNvSpPr/>
            <p:nvPr/>
          </p:nvSpPr>
          <p:spPr>
            <a:xfrm>
              <a:off x="7122703" y="1700915"/>
              <a:ext cx="17810" cy="17994"/>
            </a:xfrm>
            <a:custGeom>
              <a:avLst/>
              <a:gdLst/>
              <a:ahLst/>
              <a:cxnLst/>
              <a:rect l="l" t="t" r="r" b="b"/>
              <a:pathLst>
                <a:path w="679" h="686" extrusionOk="0">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78"/>
            <p:cNvSpPr/>
            <p:nvPr/>
          </p:nvSpPr>
          <p:spPr>
            <a:xfrm>
              <a:off x="7026491" y="1796602"/>
              <a:ext cx="60486" cy="59411"/>
            </a:xfrm>
            <a:custGeom>
              <a:avLst/>
              <a:gdLst/>
              <a:ahLst/>
              <a:cxnLst/>
              <a:rect l="l" t="t" r="r" b="b"/>
              <a:pathLst>
                <a:path w="2306" h="2265" extrusionOk="0">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78"/>
            <p:cNvSpPr/>
            <p:nvPr/>
          </p:nvSpPr>
          <p:spPr>
            <a:xfrm>
              <a:off x="6871944" y="1581569"/>
              <a:ext cx="185158" cy="232660"/>
            </a:xfrm>
            <a:custGeom>
              <a:avLst/>
              <a:gdLst/>
              <a:ahLst/>
              <a:cxnLst/>
              <a:rect l="l" t="t" r="r" b="b"/>
              <a:pathLst>
                <a:path w="7059" h="8870"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78"/>
            <p:cNvSpPr/>
            <p:nvPr/>
          </p:nvSpPr>
          <p:spPr>
            <a:xfrm>
              <a:off x="6871944" y="1675289"/>
              <a:ext cx="84670" cy="138940"/>
            </a:xfrm>
            <a:custGeom>
              <a:avLst/>
              <a:gdLst/>
              <a:ahLst/>
              <a:cxnLst/>
              <a:rect l="l" t="t" r="r" b="b"/>
              <a:pathLst>
                <a:path w="3228" h="5297" extrusionOk="0">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0" name="Google Shape;16310;p78"/>
          <p:cNvGrpSpPr/>
          <p:nvPr/>
        </p:nvGrpSpPr>
        <p:grpSpPr>
          <a:xfrm>
            <a:off x="6561931" y="3365261"/>
            <a:ext cx="400375" cy="370184"/>
            <a:chOff x="6561931" y="3365261"/>
            <a:chExt cx="400375" cy="370184"/>
          </a:xfrm>
        </p:grpSpPr>
        <p:sp>
          <p:nvSpPr>
            <p:cNvPr id="16311" name="Google Shape;16311;p78"/>
            <p:cNvSpPr/>
            <p:nvPr/>
          </p:nvSpPr>
          <p:spPr>
            <a:xfrm>
              <a:off x="6592332" y="3365261"/>
              <a:ext cx="369974" cy="370158"/>
            </a:xfrm>
            <a:custGeom>
              <a:avLst/>
              <a:gdLst/>
              <a:ahLst/>
              <a:cxnLst/>
              <a:rect l="l" t="t" r="r" b="b"/>
              <a:pathLst>
                <a:path w="14105" h="14112" extrusionOk="0">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78"/>
            <p:cNvSpPr/>
            <p:nvPr/>
          </p:nvSpPr>
          <p:spPr>
            <a:xfrm>
              <a:off x="6561931" y="3392672"/>
              <a:ext cx="372991" cy="342774"/>
            </a:xfrm>
            <a:custGeom>
              <a:avLst/>
              <a:gdLst/>
              <a:ahLst/>
              <a:cxnLst/>
              <a:rect l="l" t="t" r="r" b="b"/>
              <a:pathLst>
                <a:path w="14220" h="13068" extrusionOk="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78"/>
            <p:cNvSpPr/>
            <p:nvPr/>
          </p:nvSpPr>
          <p:spPr>
            <a:xfrm>
              <a:off x="6756506" y="3585882"/>
              <a:ext cx="52539" cy="31083"/>
            </a:xfrm>
            <a:custGeom>
              <a:avLst/>
              <a:gdLst/>
              <a:ahLst/>
              <a:cxnLst/>
              <a:rect l="l" t="t" r="r" b="b"/>
              <a:pathLst>
                <a:path w="2003" h="1185" extrusionOk="0">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4" name="Google Shape;16314;p78"/>
            <p:cNvSpPr/>
            <p:nvPr/>
          </p:nvSpPr>
          <p:spPr>
            <a:xfrm>
              <a:off x="6853609" y="3448830"/>
              <a:ext cx="27882" cy="35096"/>
            </a:xfrm>
            <a:custGeom>
              <a:avLst/>
              <a:gdLst/>
              <a:ahLst/>
              <a:cxnLst/>
              <a:rect l="l" t="t" r="r" b="b"/>
              <a:pathLst>
                <a:path w="1063" h="1338" extrusionOk="0">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5" name="Google Shape;16315;p78"/>
            <p:cNvSpPr/>
            <p:nvPr/>
          </p:nvSpPr>
          <p:spPr>
            <a:xfrm>
              <a:off x="6816441" y="3525920"/>
              <a:ext cx="19777" cy="30925"/>
            </a:xfrm>
            <a:custGeom>
              <a:avLst/>
              <a:gdLst/>
              <a:ahLst/>
              <a:cxnLst/>
              <a:rect l="l" t="t" r="r" b="b"/>
              <a:pathLst>
                <a:path w="754" h="1179" extrusionOk="0">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6" name="Google Shape;16316;p78"/>
            <p:cNvSpPr/>
            <p:nvPr/>
          </p:nvSpPr>
          <p:spPr>
            <a:xfrm>
              <a:off x="6787457" y="3566891"/>
              <a:ext cx="34519" cy="25548"/>
            </a:xfrm>
            <a:custGeom>
              <a:avLst/>
              <a:gdLst/>
              <a:ahLst/>
              <a:cxnLst/>
              <a:rect l="l" t="t" r="r" b="b"/>
              <a:pathLst>
                <a:path w="1316" h="974" extrusionOk="0">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78"/>
            <p:cNvSpPr/>
            <p:nvPr/>
          </p:nvSpPr>
          <p:spPr>
            <a:xfrm>
              <a:off x="6844376" y="3570249"/>
              <a:ext cx="40027" cy="23450"/>
            </a:xfrm>
            <a:custGeom>
              <a:avLst/>
              <a:gdLst/>
              <a:ahLst/>
              <a:cxnLst/>
              <a:rect l="l" t="t" r="r" b="b"/>
              <a:pathLst>
                <a:path w="1526" h="894" extrusionOk="0">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78"/>
            <p:cNvSpPr/>
            <p:nvPr/>
          </p:nvSpPr>
          <p:spPr>
            <a:xfrm>
              <a:off x="6789791" y="3610381"/>
              <a:ext cx="97287" cy="68854"/>
            </a:xfrm>
            <a:custGeom>
              <a:avLst/>
              <a:gdLst/>
              <a:ahLst/>
              <a:cxnLst/>
              <a:rect l="l" t="t" r="r" b="b"/>
              <a:pathLst>
                <a:path w="3709" h="2625" extrusionOk="0">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9" name="Google Shape;16319;p78"/>
            <p:cNvSpPr/>
            <p:nvPr/>
          </p:nvSpPr>
          <p:spPr>
            <a:xfrm>
              <a:off x="6587716" y="3526576"/>
              <a:ext cx="38978" cy="131124"/>
            </a:xfrm>
            <a:custGeom>
              <a:avLst/>
              <a:gdLst/>
              <a:ahLst/>
              <a:cxnLst/>
              <a:rect l="l" t="t" r="r" b="b"/>
              <a:pathLst>
                <a:path w="1486" h="4999" extrusionOk="0">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0" name="Google Shape;16320;p78"/>
            <p:cNvSpPr/>
            <p:nvPr/>
          </p:nvSpPr>
          <p:spPr>
            <a:xfrm>
              <a:off x="6596975" y="3365314"/>
              <a:ext cx="283520" cy="210207"/>
            </a:xfrm>
            <a:custGeom>
              <a:avLst/>
              <a:gdLst/>
              <a:ahLst/>
              <a:cxnLst/>
              <a:rect l="l" t="t" r="r" b="b"/>
              <a:pathLst>
                <a:path w="10809" h="8014" extrusionOk="0">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78"/>
            <p:cNvSpPr/>
            <p:nvPr/>
          </p:nvSpPr>
          <p:spPr>
            <a:xfrm>
              <a:off x="6596791" y="3393013"/>
              <a:ext cx="83438" cy="136081"/>
            </a:xfrm>
            <a:custGeom>
              <a:avLst/>
              <a:gdLst/>
              <a:ahLst/>
              <a:cxnLst/>
              <a:rect l="l" t="t" r="r" b="b"/>
              <a:pathLst>
                <a:path w="3181" h="5188" extrusionOk="0">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78"/>
            <p:cNvSpPr/>
            <p:nvPr/>
          </p:nvSpPr>
          <p:spPr>
            <a:xfrm>
              <a:off x="6852376" y="3672257"/>
              <a:ext cx="14951" cy="7082"/>
            </a:xfrm>
            <a:custGeom>
              <a:avLst/>
              <a:gdLst/>
              <a:ahLst/>
              <a:cxnLst/>
              <a:rect l="l" t="t" r="r" b="b"/>
              <a:pathLst>
                <a:path w="570" h="270" extrusionOk="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3" name="Google Shape;16323;p78"/>
          <p:cNvGrpSpPr/>
          <p:nvPr/>
        </p:nvGrpSpPr>
        <p:grpSpPr>
          <a:xfrm>
            <a:off x="1942120" y="1985852"/>
            <a:ext cx="378315" cy="358695"/>
            <a:chOff x="1942120" y="1985852"/>
            <a:chExt cx="378315" cy="358695"/>
          </a:xfrm>
        </p:grpSpPr>
        <p:sp>
          <p:nvSpPr>
            <p:cNvPr id="16324" name="Google Shape;16324;p78"/>
            <p:cNvSpPr/>
            <p:nvPr/>
          </p:nvSpPr>
          <p:spPr>
            <a:xfrm>
              <a:off x="2161928" y="1985852"/>
              <a:ext cx="158508" cy="158901"/>
            </a:xfrm>
            <a:custGeom>
              <a:avLst/>
              <a:gdLst/>
              <a:ahLst/>
              <a:cxnLst/>
              <a:rect l="l" t="t" r="r" b="b"/>
              <a:pathLst>
                <a:path w="6043" h="6058" extrusionOk="0">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78"/>
            <p:cNvSpPr/>
            <p:nvPr/>
          </p:nvSpPr>
          <p:spPr>
            <a:xfrm>
              <a:off x="2190571" y="2006888"/>
              <a:ext cx="115648" cy="123570"/>
            </a:xfrm>
            <a:custGeom>
              <a:avLst/>
              <a:gdLst/>
              <a:ahLst/>
              <a:cxnLst/>
              <a:rect l="l" t="t" r="r" b="b"/>
              <a:pathLst>
                <a:path w="4409" h="4711" extrusionOk="0">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78"/>
            <p:cNvSpPr/>
            <p:nvPr/>
          </p:nvSpPr>
          <p:spPr>
            <a:xfrm>
              <a:off x="1942120" y="1986009"/>
              <a:ext cx="158665" cy="158928"/>
            </a:xfrm>
            <a:custGeom>
              <a:avLst/>
              <a:gdLst/>
              <a:ahLst/>
              <a:cxnLst/>
              <a:rect l="l" t="t" r="r" b="b"/>
              <a:pathLst>
                <a:path w="6049" h="6059" extrusionOk="0">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7" name="Google Shape;16327;p78"/>
            <p:cNvSpPr/>
            <p:nvPr/>
          </p:nvSpPr>
          <p:spPr>
            <a:xfrm>
              <a:off x="1956520" y="2007072"/>
              <a:ext cx="115438" cy="123491"/>
            </a:xfrm>
            <a:custGeom>
              <a:avLst/>
              <a:gdLst/>
              <a:ahLst/>
              <a:cxnLst/>
              <a:rect l="l" t="t" r="r" b="b"/>
              <a:pathLst>
                <a:path w="4401" h="4708" extrusionOk="0">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8" name="Google Shape;16328;p78"/>
            <p:cNvSpPr/>
            <p:nvPr/>
          </p:nvSpPr>
          <p:spPr>
            <a:xfrm>
              <a:off x="1986921" y="2043820"/>
              <a:ext cx="289055" cy="300727"/>
            </a:xfrm>
            <a:custGeom>
              <a:avLst/>
              <a:gdLst/>
              <a:ahLst/>
              <a:cxnLst/>
              <a:rect l="l" t="t" r="r" b="b"/>
              <a:pathLst>
                <a:path w="11020" h="11465" extrusionOk="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78"/>
            <p:cNvSpPr/>
            <p:nvPr/>
          </p:nvSpPr>
          <p:spPr>
            <a:xfrm>
              <a:off x="1986737" y="2047178"/>
              <a:ext cx="119215" cy="280687"/>
            </a:xfrm>
            <a:custGeom>
              <a:avLst/>
              <a:gdLst/>
              <a:ahLst/>
              <a:cxnLst/>
              <a:rect l="l" t="t" r="r" b="b"/>
              <a:pathLst>
                <a:path w="4545" h="10701" extrusionOk="0">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0" name="Google Shape;16330;p78"/>
            <p:cNvSpPr/>
            <p:nvPr/>
          </p:nvSpPr>
          <p:spPr>
            <a:xfrm>
              <a:off x="2084916" y="2316822"/>
              <a:ext cx="92697" cy="27725"/>
            </a:xfrm>
            <a:custGeom>
              <a:avLst/>
              <a:gdLst/>
              <a:ahLst/>
              <a:cxnLst/>
              <a:rect l="l" t="t" r="r" b="b"/>
              <a:pathLst>
                <a:path w="3534" h="1057" extrusionOk="0">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1" name="Google Shape;16331;p78"/>
            <p:cNvSpPr/>
            <p:nvPr/>
          </p:nvSpPr>
          <p:spPr>
            <a:xfrm>
              <a:off x="2102359" y="2257778"/>
              <a:ext cx="57995" cy="48762"/>
            </a:xfrm>
            <a:custGeom>
              <a:avLst/>
              <a:gdLst/>
              <a:ahLst/>
              <a:cxnLst/>
              <a:rect l="l" t="t" r="r" b="b"/>
              <a:pathLst>
                <a:path w="2211" h="1859" extrusionOk="0">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2" name="Google Shape;16332;p78"/>
            <p:cNvSpPr/>
            <p:nvPr/>
          </p:nvSpPr>
          <p:spPr>
            <a:xfrm>
              <a:off x="2081611" y="2309714"/>
              <a:ext cx="99202" cy="23135"/>
            </a:xfrm>
            <a:custGeom>
              <a:avLst/>
              <a:gdLst/>
              <a:ahLst/>
              <a:cxnLst/>
              <a:rect l="l" t="t" r="r" b="b"/>
              <a:pathLst>
                <a:path w="3782" h="882" extrusionOk="0">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3" name="Google Shape;16333;p78"/>
            <p:cNvSpPr/>
            <p:nvPr/>
          </p:nvSpPr>
          <p:spPr>
            <a:xfrm>
              <a:off x="2180892" y="2280756"/>
              <a:ext cx="114809" cy="40709"/>
            </a:xfrm>
            <a:custGeom>
              <a:avLst/>
              <a:gdLst/>
              <a:ahLst/>
              <a:cxnLst/>
              <a:rect l="l" t="t" r="r" b="b"/>
              <a:pathLst>
                <a:path w="4377" h="1552" extrusionOk="0">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78"/>
            <p:cNvSpPr/>
            <p:nvPr/>
          </p:nvSpPr>
          <p:spPr>
            <a:xfrm>
              <a:off x="2194846" y="2262841"/>
              <a:ext cx="123806" cy="18072"/>
            </a:xfrm>
            <a:custGeom>
              <a:avLst/>
              <a:gdLst/>
              <a:ahLst/>
              <a:cxnLst/>
              <a:rect l="l" t="t" r="r" b="b"/>
              <a:pathLst>
                <a:path w="4720" h="689" extrusionOk="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78"/>
            <p:cNvSpPr/>
            <p:nvPr/>
          </p:nvSpPr>
          <p:spPr>
            <a:xfrm>
              <a:off x="1967065" y="2280756"/>
              <a:ext cx="114599" cy="40525"/>
            </a:xfrm>
            <a:custGeom>
              <a:avLst/>
              <a:gdLst/>
              <a:ahLst/>
              <a:cxnLst/>
              <a:rect l="l" t="t" r="r" b="b"/>
              <a:pathLst>
                <a:path w="4369" h="1545" extrusionOk="0">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78"/>
            <p:cNvSpPr/>
            <p:nvPr/>
          </p:nvSpPr>
          <p:spPr>
            <a:xfrm>
              <a:off x="1943878" y="2262841"/>
              <a:ext cx="125852" cy="18072"/>
            </a:xfrm>
            <a:custGeom>
              <a:avLst/>
              <a:gdLst/>
              <a:ahLst/>
              <a:cxnLst/>
              <a:rect l="l" t="t" r="r" b="b"/>
              <a:pathLst>
                <a:path w="4798" h="689" extrusionOk="0">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78"/>
            <p:cNvSpPr/>
            <p:nvPr/>
          </p:nvSpPr>
          <p:spPr>
            <a:xfrm>
              <a:off x="2050424" y="2182524"/>
              <a:ext cx="40394" cy="52145"/>
            </a:xfrm>
            <a:custGeom>
              <a:avLst/>
              <a:gdLst/>
              <a:ahLst/>
              <a:cxnLst/>
              <a:rect l="l" t="t" r="r" b="b"/>
              <a:pathLst>
                <a:path w="1540" h="1988" extrusionOk="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8" name="Google Shape;16338;p78"/>
            <p:cNvSpPr/>
            <p:nvPr/>
          </p:nvSpPr>
          <p:spPr>
            <a:xfrm>
              <a:off x="2067683"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9" name="Google Shape;16339;p78"/>
            <p:cNvSpPr/>
            <p:nvPr/>
          </p:nvSpPr>
          <p:spPr>
            <a:xfrm>
              <a:off x="2061991" y="2188216"/>
              <a:ext cx="17259" cy="17469"/>
            </a:xfrm>
            <a:custGeom>
              <a:avLst/>
              <a:gdLst/>
              <a:ahLst/>
              <a:cxnLst/>
              <a:rect l="l" t="t" r="r" b="b"/>
              <a:pathLst>
                <a:path w="658" h="666" extrusionOk="0">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78"/>
            <p:cNvSpPr/>
            <p:nvPr/>
          </p:nvSpPr>
          <p:spPr>
            <a:xfrm>
              <a:off x="2171711" y="2182524"/>
              <a:ext cx="40578" cy="52145"/>
            </a:xfrm>
            <a:custGeom>
              <a:avLst/>
              <a:gdLst/>
              <a:ahLst/>
              <a:cxnLst/>
              <a:rect l="l" t="t" r="r" b="b"/>
              <a:pathLst>
                <a:path w="1547" h="1988" extrusionOk="0">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78"/>
            <p:cNvSpPr/>
            <p:nvPr/>
          </p:nvSpPr>
          <p:spPr>
            <a:xfrm>
              <a:off x="2189154"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2" name="Google Shape;16342;p78"/>
            <p:cNvSpPr/>
            <p:nvPr/>
          </p:nvSpPr>
          <p:spPr>
            <a:xfrm>
              <a:off x="2183279" y="2188216"/>
              <a:ext cx="17469" cy="17469"/>
            </a:xfrm>
            <a:custGeom>
              <a:avLst/>
              <a:gdLst/>
              <a:ahLst/>
              <a:cxnLst/>
              <a:rect l="l" t="t" r="r" b="b"/>
              <a:pathLst>
                <a:path w="666" h="666" extrusionOk="0">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3" name="Google Shape;16343;p78"/>
            <p:cNvSpPr/>
            <p:nvPr/>
          </p:nvSpPr>
          <p:spPr>
            <a:xfrm>
              <a:off x="2102359" y="2258303"/>
              <a:ext cx="38086" cy="48237"/>
            </a:xfrm>
            <a:custGeom>
              <a:avLst/>
              <a:gdLst/>
              <a:ahLst/>
              <a:cxnLst/>
              <a:rect l="l" t="t" r="r" b="b"/>
              <a:pathLst>
                <a:path w="1452" h="1839" extrusionOk="0">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44" name="Google Shape;16344;p78"/>
          <p:cNvGrpSpPr/>
          <p:nvPr/>
        </p:nvGrpSpPr>
        <p:grpSpPr>
          <a:xfrm>
            <a:off x="1401415" y="2429218"/>
            <a:ext cx="364282" cy="374197"/>
            <a:chOff x="1401415" y="2429218"/>
            <a:chExt cx="364282" cy="374197"/>
          </a:xfrm>
        </p:grpSpPr>
        <p:sp>
          <p:nvSpPr>
            <p:cNvPr id="16345" name="Google Shape;16345;p78"/>
            <p:cNvSpPr/>
            <p:nvPr/>
          </p:nvSpPr>
          <p:spPr>
            <a:xfrm>
              <a:off x="1458596" y="2755938"/>
              <a:ext cx="89759" cy="47476"/>
            </a:xfrm>
            <a:custGeom>
              <a:avLst/>
              <a:gdLst/>
              <a:ahLst/>
              <a:cxnLst/>
              <a:rect l="l" t="t" r="r" b="b"/>
              <a:pathLst>
                <a:path w="3422" h="1810" extrusionOk="0">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78"/>
            <p:cNvSpPr/>
            <p:nvPr/>
          </p:nvSpPr>
          <p:spPr>
            <a:xfrm>
              <a:off x="1618757" y="2755938"/>
              <a:ext cx="89759" cy="47476"/>
            </a:xfrm>
            <a:custGeom>
              <a:avLst/>
              <a:gdLst/>
              <a:ahLst/>
              <a:cxnLst/>
              <a:rect l="l" t="t" r="r" b="b"/>
              <a:pathLst>
                <a:path w="3422" h="1810" extrusionOk="0">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78"/>
            <p:cNvSpPr/>
            <p:nvPr/>
          </p:nvSpPr>
          <p:spPr>
            <a:xfrm>
              <a:off x="1442517" y="2491645"/>
              <a:ext cx="282104" cy="287979"/>
            </a:xfrm>
            <a:custGeom>
              <a:avLst/>
              <a:gdLst/>
              <a:ahLst/>
              <a:cxnLst/>
              <a:rect l="l" t="t" r="r" b="b"/>
              <a:pathLst>
                <a:path w="10755" h="10979" extrusionOk="0">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78"/>
            <p:cNvSpPr/>
            <p:nvPr/>
          </p:nvSpPr>
          <p:spPr>
            <a:xfrm>
              <a:off x="1489653" y="2515121"/>
              <a:ext cx="187833" cy="252752"/>
            </a:xfrm>
            <a:custGeom>
              <a:avLst/>
              <a:gdLst/>
              <a:ahLst/>
              <a:cxnLst/>
              <a:rect l="l" t="t" r="r" b="b"/>
              <a:pathLst>
                <a:path w="7161" h="9636" extrusionOk="0">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78"/>
            <p:cNvSpPr/>
            <p:nvPr/>
          </p:nvSpPr>
          <p:spPr>
            <a:xfrm>
              <a:off x="1401415" y="2432968"/>
              <a:ext cx="364282" cy="212384"/>
            </a:xfrm>
            <a:custGeom>
              <a:avLst/>
              <a:gdLst/>
              <a:ahLst/>
              <a:cxnLst/>
              <a:rect l="l" t="t" r="r" b="b"/>
              <a:pathLst>
                <a:path w="13888" h="8097" extrusionOk="0">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78"/>
            <p:cNvSpPr/>
            <p:nvPr/>
          </p:nvSpPr>
          <p:spPr>
            <a:xfrm>
              <a:off x="1407291" y="2429218"/>
              <a:ext cx="352531" cy="209368"/>
            </a:xfrm>
            <a:custGeom>
              <a:avLst/>
              <a:gdLst/>
              <a:ahLst/>
              <a:cxnLst/>
              <a:rect l="l" t="t" r="r" b="b"/>
              <a:pathLst>
                <a:path w="13440" h="7982" extrusionOk="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1" name="Google Shape;16351;p78"/>
            <p:cNvSpPr/>
            <p:nvPr/>
          </p:nvSpPr>
          <p:spPr>
            <a:xfrm>
              <a:off x="1448550" y="2491645"/>
              <a:ext cx="117405" cy="117589"/>
            </a:xfrm>
            <a:custGeom>
              <a:avLst/>
              <a:gdLst/>
              <a:ahLst/>
              <a:cxnLst/>
              <a:rect l="l" t="t" r="r" b="b"/>
              <a:pathLst>
                <a:path w="4476" h="4483" extrusionOk="0">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2" name="Google Shape;16352;p78"/>
            <p:cNvSpPr/>
            <p:nvPr/>
          </p:nvSpPr>
          <p:spPr>
            <a:xfrm>
              <a:off x="1466177" y="2509245"/>
              <a:ext cx="82179" cy="82388"/>
            </a:xfrm>
            <a:custGeom>
              <a:avLst/>
              <a:gdLst/>
              <a:ahLst/>
              <a:cxnLst/>
              <a:rect l="l" t="t" r="r" b="b"/>
              <a:pathLst>
                <a:path w="3133" h="3141" extrusionOk="0">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78"/>
            <p:cNvSpPr/>
            <p:nvPr/>
          </p:nvSpPr>
          <p:spPr>
            <a:xfrm>
              <a:off x="1566664" y="2590453"/>
              <a:ext cx="33627" cy="52486"/>
            </a:xfrm>
            <a:custGeom>
              <a:avLst/>
              <a:gdLst/>
              <a:ahLst/>
              <a:cxnLst/>
              <a:rect l="l" t="t" r="r" b="b"/>
              <a:pathLst>
                <a:path w="1282" h="2001" extrusionOk="0">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4" name="Google Shape;16354;p78"/>
            <p:cNvSpPr/>
            <p:nvPr/>
          </p:nvSpPr>
          <p:spPr>
            <a:xfrm>
              <a:off x="1483777" y="2520996"/>
              <a:ext cx="46978" cy="58886"/>
            </a:xfrm>
            <a:custGeom>
              <a:avLst/>
              <a:gdLst/>
              <a:ahLst/>
              <a:cxnLst/>
              <a:rect l="l" t="t" r="r" b="b"/>
              <a:pathLst>
                <a:path w="1791" h="2245" extrusionOk="0">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5" name="Google Shape;16355;p78"/>
            <p:cNvSpPr/>
            <p:nvPr/>
          </p:nvSpPr>
          <p:spPr>
            <a:xfrm>
              <a:off x="1501378" y="2532721"/>
              <a:ext cx="17627" cy="17653"/>
            </a:xfrm>
            <a:custGeom>
              <a:avLst/>
              <a:gdLst/>
              <a:ahLst/>
              <a:cxnLst/>
              <a:rect l="l" t="t" r="r" b="b"/>
              <a:pathLst>
                <a:path w="672" h="673" extrusionOk="0">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78"/>
            <p:cNvSpPr/>
            <p:nvPr/>
          </p:nvSpPr>
          <p:spPr>
            <a:xfrm>
              <a:off x="1601156" y="2491645"/>
              <a:ext cx="117589" cy="117589"/>
            </a:xfrm>
            <a:custGeom>
              <a:avLst/>
              <a:gdLst/>
              <a:ahLst/>
              <a:cxnLst/>
              <a:rect l="l" t="t" r="r" b="b"/>
              <a:pathLst>
                <a:path w="4483" h="4483" extrusionOk="0">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78"/>
            <p:cNvSpPr/>
            <p:nvPr/>
          </p:nvSpPr>
          <p:spPr>
            <a:xfrm>
              <a:off x="1618757" y="2509245"/>
              <a:ext cx="82388" cy="82388"/>
            </a:xfrm>
            <a:custGeom>
              <a:avLst/>
              <a:gdLst/>
              <a:ahLst/>
              <a:cxnLst/>
              <a:rect l="l" t="t" r="r" b="b"/>
              <a:pathLst>
                <a:path w="3141" h="3141" extrusionOk="0">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78"/>
            <p:cNvSpPr/>
            <p:nvPr/>
          </p:nvSpPr>
          <p:spPr>
            <a:xfrm>
              <a:off x="1636541" y="2520996"/>
              <a:ext cx="46978" cy="58886"/>
            </a:xfrm>
            <a:custGeom>
              <a:avLst/>
              <a:gdLst/>
              <a:ahLst/>
              <a:cxnLst/>
              <a:rect l="l" t="t" r="r" b="b"/>
              <a:pathLst>
                <a:path w="1791" h="2245" extrusionOk="0">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78"/>
            <p:cNvSpPr/>
            <p:nvPr/>
          </p:nvSpPr>
          <p:spPr>
            <a:xfrm>
              <a:off x="1653984" y="2532721"/>
              <a:ext cx="17627" cy="17653"/>
            </a:xfrm>
            <a:custGeom>
              <a:avLst/>
              <a:gdLst/>
              <a:ahLst/>
              <a:cxnLst/>
              <a:rect l="l" t="t" r="r" b="b"/>
              <a:pathLst>
                <a:path w="672" h="673" extrusionOk="0">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0" name="Google Shape;16360;p78"/>
          <p:cNvGrpSpPr/>
          <p:nvPr/>
        </p:nvGrpSpPr>
        <p:grpSpPr>
          <a:xfrm>
            <a:off x="7110427" y="3365261"/>
            <a:ext cx="400401" cy="370184"/>
            <a:chOff x="7110427" y="3365261"/>
            <a:chExt cx="400401" cy="370184"/>
          </a:xfrm>
        </p:grpSpPr>
        <p:sp>
          <p:nvSpPr>
            <p:cNvPr id="16361" name="Google Shape;16361;p78"/>
            <p:cNvSpPr/>
            <p:nvPr/>
          </p:nvSpPr>
          <p:spPr>
            <a:xfrm>
              <a:off x="7140854" y="3365261"/>
              <a:ext cx="369974" cy="370158"/>
            </a:xfrm>
            <a:custGeom>
              <a:avLst/>
              <a:gdLst/>
              <a:ahLst/>
              <a:cxnLst/>
              <a:rect l="l" t="t" r="r" b="b"/>
              <a:pathLst>
                <a:path w="14105" h="14112" extrusionOk="0">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78"/>
            <p:cNvSpPr/>
            <p:nvPr/>
          </p:nvSpPr>
          <p:spPr>
            <a:xfrm>
              <a:off x="7216081" y="3366704"/>
              <a:ext cx="294747" cy="295901"/>
            </a:xfrm>
            <a:custGeom>
              <a:avLst/>
              <a:gdLst/>
              <a:ahLst/>
              <a:cxnLst/>
              <a:rect l="l" t="t" r="r" b="b"/>
              <a:pathLst>
                <a:path w="11237" h="11281" extrusionOk="0">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3" name="Google Shape;16363;p78"/>
            <p:cNvSpPr/>
            <p:nvPr/>
          </p:nvSpPr>
          <p:spPr>
            <a:xfrm>
              <a:off x="7110427" y="3392672"/>
              <a:ext cx="372991" cy="342774"/>
            </a:xfrm>
            <a:custGeom>
              <a:avLst/>
              <a:gdLst/>
              <a:ahLst/>
              <a:cxnLst/>
              <a:rect l="l" t="t" r="r" b="b"/>
              <a:pathLst>
                <a:path w="14220" h="13068" extrusionOk="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4" name="Google Shape;16364;p78"/>
            <p:cNvSpPr/>
            <p:nvPr/>
          </p:nvSpPr>
          <p:spPr>
            <a:xfrm>
              <a:off x="7398563" y="3617646"/>
              <a:ext cx="31424" cy="30427"/>
            </a:xfrm>
            <a:custGeom>
              <a:avLst/>
              <a:gdLst/>
              <a:ahLst/>
              <a:cxnLst/>
              <a:rect l="l" t="t" r="r" b="b"/>
              <a:pathLst>
                <a:path w="1198" h="1160" extrusionOk="0">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78"/>
            <p:cNvSpPr/>
            <p:nvPr/>
          </p:nvSpPr>
          <p:spPr>
            <a:xfrm>
              <a:off x="7268410" y="3369012"/>
              <a:ext cx="20276" cy="26886"/>
            </a:xfrm>
            <a:custGeom>
              <a:avLst/>
              <a:gdLst/>
              <a:ahLst/>
              <a:cxnLst/>
              <a:rect l="l" t="t" r="r" b="b"/>
              <a:pathLst>
                <a:path w="773" h="1025" extrusionOk="0">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6" name="Google Shape;16366;p78"/>
            <p:cNvSpPr/>
            <p:nvPr/>
          </p:nvSpPr>
          <p:spPr>
            <a:xfrm>
              <a:off x="7141562" y="3566236"/>
              <a:ext cx="35778" cy="86638"/>
            </a:xfrm>
            <a:custGeom>
              <a:avLst/>
              <a:gdLst/>
              <a:ahLst/>
              <a:cxnLst/>
              <a:rect l="l" t="t" r="r" b="b"/>
              <a:pathLst>
                <a:path w="1364" h="3303" extrusionOk="0">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7" name="Google Shape;16367;p78"/>
            <p:cNvSpPr/>
            <p:nvPr/>
          </p:nvSpPr>
          <p:spPr>
            <a:xfrm>
              <a:off x="7303060" y="3365261"/>
              <a:ext cx="26178" cy="27043"/>
            </a:xfrm>
            <a:custGeom>
              <a:avLst/>
              <a:gdLst/>
              <a:ahLst/>
              <a:cxnLst/>
              <a:rect l="l" t="t" r="r" b="b"/>
              <a:pathLst>
                <a:path w="998" h="1031" extrusionOk="0">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8" name="Google Shape;16368;p78"/>
          <p:cNvGrpSpPr/>
          <p:nvPr/>
        </p:nvGrpSpPr>
        <p:grpSpPr>
          <a:xfrm>
            <a:off x="7658949" y="3363137"/>
            <a:ext cx="400375" cy="370132"/>
            <a:chOff x="7658949" y="3363137"/>
            <a:chExt cx="400375" cy="370132"/>
          </a:xfrm>
        </p:grpSpPr>
        <p:sp>
          <p:nvSpPr>
            <p:cNvPr id="16369" name="Google Shape;16369;p78"/>
            <p:cNvSpPr/>
            <p:nvPr/>
          </p:nvSpPr>
          <p:spPr>
            <a:xfrm>
              <a:off x="7689192" y="3363137"/>
              <a:ext cx="370132" cy="370132"/>
            </a:xfrm>
            <a:custGeom>
              <a:avLst/>
              <a:gdLst/>
              <a:ahLst/>
              <a:cxnLst/>
              <a:rect l="l" t="t" r="r" b="b"/>
              <a:pathLst>
                <a:path w="14111" h="14111" extrusionOk="0">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78"/>
            <p:cNvSpPr/>
            <p:nvPr/>
          </p:nvSpPr>
          <p:spPr>
            <a:xfrm>
              <a:off x="7658949" y="3390521"/>
              <a:ext cx="372991" cy="342695"/>
            </a:xfrm>
            <a:custGeom>
              <a:avLst/>
              <a:gdLst/>
              <a:ahLst/>
              <a:cxnLst/>
              <a:rect l="l" t="t" r="r" b="b"/>
              <a:pathLst>
                <a:path w="14220" h="13065" extrusionOk="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78"/>
            <p:cNvSpPr/>
            <p:nvPr/>
          </p:nvSpPr>
          <p:spPr>
            <a:xfrm>
              <a:off x="7754111" y="3380029"/>
              <a:ext cx="244569" cy="330000"/>
            </a:xfrm>
            <a:custGeom>
              <a:avLst/>
              <a:gdLst/>
              <a:ahLst/>
              <a:cxnLst/>
              <a:rect l="l" t="t" r="r" b="b"/>
              <a:pathLst>
                <a:path w="9324" h="12581" extrusionOk="0">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78"/>
            <p:cNvSpPr/>
            <p:nvPr/>
          </p:nvSpPr>
          <p:spPr>
            <a:xfrm>
              <a:off x="7754111" y="3390704"/>
              <a:ext cx="23135" cy="30086"/>
            </a:xfrm>
            <a:custGeom>
              <a:avLst/>
              <a:gdLst/>
              <a:ahLst/>
              <a:cxnLst/>
              <a:rect l="l" t="t" r="r" b="b"/>
              <a:pathLst>
                <a:path w="882" h="1147" extrusionOk="0">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3" name="Google Shape;16373;p78"/>
            <p:cNvSpPr/>
            <p:nvPr/>
          </p:nvSpPr>
          <p:spPr>
            <a:xfrm>
              <a:off x="7891766" y="3668690"/>
              <a:ext cx="47162" cy="41470"/>
            </a:xfrm>
            <a:custGeom>
              <a:avLst/>
              <a:gdLst/>
              <a:ahLst/>
              <a:cxnLst/>
              <a:rect l="l" t="t" r="r" b="b"/>
              <a:pathLst>
                <a:path w="1798" h="1581" extrusionOk="0">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4" name="Google Shape;16374;p78"/>
          <p:cNvGrpSpPr/>
          <p:nvPr/>
        </p:nvGrpSpPr>
        <p:grpSpPr>
          <a:xfrm>
            <a:off x="3304481" y="3379389"/>
            <a:ext cx="356623" cy="370105"/>
            <a:chOff x="3307156" y="3365314"/>
            <a:chExt cx="356623" cy="370105"/>
          </a:xfrm>
        </p:grpSpPr>
        <p:sp>
          <p:nvSpPr>
            <p:cNvPr id="16375" name="Google Shape;16375;p78"/>
            <p:cNvSpPr/>
            <p:nvPr/>
          </p:nvSpPr>
          <p:spPr>
            <a:xfrm>
              <a:off x="3534465" y="3485683"/>
              <a:ext cx="129314" cy="71346"/>
            </a:xfrm>
            <a:custGeom>
              <a:avLst/>
              <a:gdLst/>
              <a:ahLst/>
              <a:cxnLst/>
              <a:rect l="l" t="t" r="r" b="b"/>
              <a:pathLst>
                <a:path w="4930" h="2720" extrusionOk="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6" name="Google Shape;16376;p78"/>
            <p:cNvSpPr/>
            <p:nvPr/>
          </p:nvSpPr>
          <p:spPr>
            <a:xfrm>
              <a:off x="3545481" y="3518235"/>
              <a:ext cx="117956" cy="38794"/>
            </a:xfrm>
            <a:custGeom>
              <a:avLst/>
              <a:gdLst/>
              <a:ahLst/>
              <a:cxnLst/>
              <a:rect l="l" t="t" r="r" b="b"/>
              <a:pathLst>
                <a:path w="4497" h="1479" extrusionOk="0">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7" name="Google Shape;16377;p78"/>
            <p:cNvSpPr/>
            <p:nvPr/>
          </p:nvSpPr>
          <p:spPr>
            <a:xfrm>
              <a:off x="3356075" y="3631522"/>
              <a:ext cx="96762" cy="103897"/>
            </a:xfrm>
            <a:custGeom>
              <a:avLst/>
              <a:gdLst/>
              <a:ahLst/>
              <a:cxnLst/>
              <a:rect l="l" t="t" r="r" b="b"/>
              <a:pathLst>
                <a:path w="3689" h="3961" extrusionOk="0">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78"/>
            <p:cNvSpPr/>
            <p:nvPr/>
          </p:nvSpPr>
          <p:spPr>
            <a:xfrm>
              <a:off x="3356075" y="3631522"/>
              <a:ext cx="59778" cy="102638"/>
            </a:xfrm>
            <a:custGeom>
              <a:avLst/>
              <a:gdLst/>
              <a:ahLst/>
              <a:cxnLst/>
              <a:rect l="l" t="t" r="r" b="b"/>
              <a:pathLst>
                <a:path w="2279" h="3913" extrusionOk="0">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78"/>
            <p:cNvSpPr/>
            <p:nvPr/>
          </p:nvSpPr>
          <p:spPr>
            <a:xfrm>
              <a:off x="3478962" y="3563403"/>
              <a:ext cx="101222" cy="161236"/>
            </a:xfrm>
            <a:custGeom>
              <a:avLst/>
              <a:gdLst/>
              <a:ahLst/>
              <a:cxnLst/>
              <a:rect l="l" t="t" r="r" b="b"/>
              <a:pathLst>
                <a:path w="3859" h="6147" extrusionOk="0">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78"/>
            <p:cNvSpPr/>
            <p:nvPr/>
          </p:nvSpPr>
          <p:spPr>
            <a:xfrm>
              <a:off x="3478962" y="3573711"/>
              <a:ext cx="68146" cy="150324"/>
            </a:xfrm>
            <a:custGeom>
              <a:avLst/>
              <a:gdLst/>
              <a:ahLst/>
              <a:cxnLst/>
              <a:rect l="l" t="t" r="r" b="b"/>
              <a:pathLst>
                <a:path w="2598" h="5731" extrusionOk="0">
                  <a:moveTo>
                    <a:pt x="618" y="1"/>
                  </a:moveTo>
                  <a:lnTo>
                    <a:pt x="1" y="4279"/>
                  </a:lnTo>
                  <a:cubicBezTo>
                    <a:pt x="652" y="4889"/>
                    <a:pt x="1581" y="5513"/>
                    <a:pt x="2598" y="5730"/>
                  </a:cubicBezTo>
                  <a:lnTo>
                    <a:pt x="618"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78"/>
            <p:cNvSpPr/>
            <p:nvPr/>
          </p:nvSpPr>
          <p:spPr>
            <a:xfrm>
              <a:off x="3382383" y="3674749"/>
              <a:ext cx="32368" cy="34151"/>
            </a:xfrm>
            <a:custGeom>
              <a:avLst/>
              <a:gdLst/>
              <a:ahLst/>
              <a:cxnLst/>
              <a:rect l="l" t="t" r="r" b="b"/>
              <a:pathLst>
                <a:path w="1234" h="1302" extrusionOk="0">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2" name="Google Shape;16382;p78"/>
            <p:cNvSpPr/>
            <p:nvPr/>
          </p:nvSpPr>
          <p:spPr>
            <a:xfrm>
              <a:off x="3551698" y="3514484"/>
              <a:ext cx="80972" cy="19069"/>
            </a:xfrm>
            <a:custGeom>
              <a:avLst/>
              <a:gdLst/>
              <a:ahLst/>
              <a:cxnLst/>
              <a:rect l="l" t="t" r="r" b="b"/>
              <a:pathLst>
                <a:path w="3087" h="727" extrusionOk="0">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3" name="Google Shape;16383;p78"/>
            <p:cNvSpPr/>
            <p:nvPr/>
          </p:nvSpPr>
          <p:spPr>
            <a:xfrm>
              <a:off x="3490241" y="3574787"/>
              <a:ext cx="49575" cy="107254"/>
            </a:xfrm>
            <a:custGeom>
              <a:avLst/>
              <a:gdLst/>
              <a:ahLst/>
              <a:cxnLst/>
              <a:rect l="l" t="t" r="r" b="b"/>
              <a:pathLst>
                <a:path w="1890" h="4089" extrusionOk="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4" name="Google Shape;16384;p78"/>
            <p:cNvSpPr/>
            <p:nvPr/>
          </p:nvSpPr>
          <p:spPr>
            <a:xfrm>
              <a:off x="3307156" y="3365314"/>
              <a:ext cx="345239" cy="335508"/>
            </a:xfrm>
            <a:custGeom>
              <a:avLst/>
              <a:gdLst/>
              <a:ahLst/>
              <a:cxnLst/>
              <a:rect l="l" t="t" r="r" b="b"/>
              <a:pathLst>
                <a:path w="13162" h="12791" extrusionOk="0">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5" name="Google Shape;16385;p78"/>
            <p:cNvSpPr/>
            <p:nvPr/>
          </p:nvSpPr>
          <p:spPr>
            <a:xfrm>
              <a:off x="3376167" y="3431859"/>
              <a:ext cx="199453" cy="203623"/>
            </a:xfrm>
            <a:custGeom>
              <a:avLst/>
              <a:gdLst/>
              <a:ahLst/>
              <a:cxnLst/>
              <a:rect l="l" t="t" r="r" b="b"/>
              <a:pathLst>
                <a:path w="7604" h="7763" extrusionOk="0">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6" name="Google Shape;16386;p78"/>
            <p:cNvSpPr/>
            <p:nvPr/>
          </p:nvSpPr>
          <p:spPr>
            <a:xfrm>
              <a:off x="3390803" y="3461499"/>
              <a:ext cx="99228" cy="74887"/>
            </a:xfrm>
            <a:custGeom>
              <a:avLst/>
              <a:gdLst/>
              <a:ahLst/>
              <a:cxnLst/>
              <a:rect l="l" t="t" r="r" b="b"/>
              <a:pathLst>
                <a:path w="3783" h="2855" extrusionOk="0">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7" name="Google Shape;16387;p78"/>
            <p:cNvSpPr/>
            <p:nvPr/>
          </p:nvSpPr>
          <p:spPr>
            <a:xfrm>
              <a:off x="3369058" y="3464516"/>
              <a:ext cx="29902" cy="29719"/>
            </a:xfrm>
            <a:custGeom>
              <a:avLst/>
              <a:gdLst/>
              <a:ahLst/>
              <a:cxnLst/>
              <a:rect l="l" t="t" r="r" b="b"/>
              <a:pathLst>
                <a:path w="1140" h="1133" extrusionOk="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8" name="Google Shape;16388;p78"/>
            <p:cNvSpPr/>
            <p:nvPr/>
          </p:nvSpPr>
          <p:spPr>
            <a:xfrm>
              <a:off x="3386475" y="3446732"/>
              <a:ext cx="29902" cy="29902"/>
            </a:xfrm>
            <a:custGeom>
              <a:avLst/>
              <a:gdLst/>
              <a:ahLst/>
              <a:cxnLst/>
              <a:rect l="l" t="t" r="r" b="b"/>
              <a:pathLst>
                <a:path w="1140" h="1140" extrusionOk="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9" name="Google Shape;16389;p78"/>
            <p:cNvSpPr/>
            <p:nvPr/>
          </p:nvSpPr>
          <p:spPr>
            <a:xfrm>
              <a:off x="3390042" y="3471099"/>
              <a:ext cx="29719" cy="29719"/>
            </a:xfrm>
            <a:custGeom>
              <a:avLst/>
              <a:gdLst/>
              <a:ahLst/>
              <a:cxnLst/>
              <a:rect l="l" t="t" r="r" b="b"/>
              <a:pathLst>
                <a:path w="1133" h="1133" extrusionOk="0">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90" name="Google Shape;16390;p78"/>
          <p:cNvGrpSpPr/>
          <p:nvPr/>
        </p:nvGrpSpPr>
        <p:grpSpPr>
          <a:xfrm>
            <a:off x="7422407" y="1980107"/>
            <a:ext cx="372807" cy="370079"/>
            <a:chOff x="7422407" y="1980107"/>
            <a:chExt cx="372807" cy="370079"/>
          </a:xfrm>
        </p:grpSpPr>
        <p:sp>
          <p:nvSpPr>
            <p:cNvPr id="16391" name="Google Shape;16391;p78"/>
            <p:cNvSpPr/>
            <p:nvPr/>
          </p:nvSpPr>
          <p:spPr>
            <a:xfrm>
              <a:off x="7422407" y="2057670"/>
              <a:ext cx="90546" cy="89680"/>
            </a:xfrm>
            <a:custGeom>
              <a:avLst/>
              <a:gdLst/>
              <a:ahLst/>
              <a:cxnLst/>
              <a:rect l="l" t="t" r="r" b="b"/>
              <a:pathLst>
                <a:path w="3452" h="3419" extrusionOk="0">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78"/>
            <p:cNvSpPr/>
            <p:nvPr/>
          </p:nvSpPr>
          <p:spPr>
            <a:xfrm>
              <a:off x="7704668" y="2057670"/>
              <a:ext cx="90546" cy="89680"/>
            </a:xfrm>
            <a:custGeom>
              <a:avLst/>
              <a:gdLst/>
              <a:ahLst/>
              <a:cxnLst/>
              <a:rect l="l" t="t" r="r" b="b"/>
              <a:pathLst>
                <a:path w="3452" h="3419" extrusionOk="0">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78"/>
            <p:cNvSpPr/>
            <p:nvPr/>
          </p:nvSpPr>
          <p:spPr>
            <a:xfrm>
              <a:off x="7469175" y="1981340"/>
              <a:ext cx="278720" cy="350984"/>
            </a:xfrm>
            <a:custGeom>
              <a:avLst/>
              <a:gdLst/>
              <a:ahLst/>
              <a:cxnLst/>
              <a:rect l="l" t="t" r="r" b="b"/>
              <a:pathLst>
                <a:path w="10626" h="13381" extrusionOk="0">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78"/>
            <p:cNvSpPr/>
            <p:nvPr/>
          </p:nvSpPr>
          <p:spPr>
            <a:xfrm>
              <a:off x="7443207" y="1980107"/>
              <a:ext cx="189276" cy="352295"/>
            </a:xfrm>
            <a:custGeom>
              <a:avLst/>
              <a:gdLst/>
              <a:ahLst/>
              <a:cxnLst/>
              <a:rect l="l" t="t" r="r" b="b"/>
              <a:pathLst>
                <a:path w="7216" h="13431" extrusionOk="0">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78"/>
            <p:cNvSpPr/>
            <p:nvPr/>
          </p:nvSpPr>
          <p:spPr>
            <a:xfrm>
              <a:off x="7456007" y="2181790"/>
              <a:ext cx="302038" cy="168370"/>
            </a:xfrm>
            <a:custGeom>
              <a:avLst/>
              <a:gdLst/>
              <a:ahLst/>
              <a:cxnLst/>
              <a:rect l="l" t="t" r="r" b="b"/>
              <a:pathLst>
                <a:path w="11515" h="6419" extrusionOk="0">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78"/>
            <p:cNvSpPr/>
            <p:nvPr/>
          </p:nvSpPr>
          <p:spPr>
            <a:xfrm>
              <a:off x="7757469" y="2189108"/>
              <a:ext cx="210" cy="26"/>
            </a:xfrm>
            <a:custGeom>
              <a:avLst/>
              <a:gdLst/>
              <a:ahLst/>
              <a:cxnLst/>
              <a:rect l="l" t="t" r="r" b="b"/>
              <a:pathLst>
                <a:path w="8" h="1" extrusionOk="0">
                  <a:moveTo>
                    <a:pt x="1" y="1"/>
                  </a:moveTo>
                  <a:lnTo>
                    <a:pt x="1" y="1"/>
                  </a:lnTo>
                  <a:lnTo>
                    <a:pt x="8" y="1"/>
                  </a:ln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78"/>
            <p:cNvSpPr/>
            <p:nvPr/>
          </p:nvSpPr>
          <p:spPr>
            <a:xfrm>
              <a:off x="7578554" y="2076896"/>
              <a:ext cx="59778" cy="57286"/>
            </a:xfrm>
            <a:custGeom>
              <a:avLst/>
              <a:gdLst/>
              <a:ahLst/>
              <a:cxnLst/>
              <a:rect l="l" t="t" r="r" b="b"/>
              <a:pathLst>
                <a:path w="2279" h="2184" extrusionOk="0">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8" name="Google Shape;16398;p78"/>
            <p:cNvSpPr/>
            <p:nvPr/>
          </p:nvSpPr>
          <p:spPr>
            <a:xfrm>
              <a:off x="7542802" y="2051820"/>
              <a:ext cx="23869" cy="29902"/>
            </a:xfrm>
            <a:custGeom>
              <a:avLst/>
              <a:gdLst/>
              <a:ahLst/>
              <a:cxnLst/>
              <a:rect l="l" t="t" r="r" b="b"/>
              <a:pathLst>
                <a:path w="910" h="1140" extrusionOk="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9" name="Google Shape;16399;p78"/>
            <p:cNvSpPr/>
            <p:nvPr/>
          </p:nvSpPr>
          <p:spPr>
            <a:xfrm>
              <a:off x="7650240" y="2051820"/>
              <a:ext cx="23843" cy="29902"/>
            </a:xfrm>
            <a:custGeom>
              <a:avLst/>
              <a:gdLst/>
              <a:ahLst/>
              <a:cxnLst/>
              <a:rect l="l" t="t" r="r" b="b"/>
              <a:pathLst>
                <a:path w="909" h="1140" extrusionOk="0">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78"/>
            <p:cNvSpPr/>
            <p:nvPr/>
          </p:nvSpPr>
          <p:spPr>
            <a:xfrm>
              <a:off x="7582462" y="2100582"/>
              <a:ext cx="51778" cy="22768"/>
            </a:xfrm>
            <a:custGeom>
              <a:avLst/>
              <a:gdLst/>
              <a:ahLst/>
              <a:cxnLst/>
              <a:rect l="l" t="t" r="r" b="b"/>
              <a:pathLst>
                <a:path w="1974" h="868" extrusionOk="0">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78"/>
            <p:cNvSpPr/>
            <p:nvPr/>
          </p:nvSpPr>
          <p:spPr>
            <a:xfrm>
              <a:off x="7548678" y="2057853"/>
              <a:ext cx="11935" cy="11961"/>
            </a:xfrm>
            <a:custGeom>
              <a:avLst/>
              <a:gdLst/>
              <a:ahLst/>
              <a:cxnLst/>
              <a:rect l="l" t="t" r="r" b="b"/>
              <a:pathLst>
                <a:path w="455" h="456" extrusionOk="0">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78"/>
            <p:cNvSpPr/>
            <p:nvPr/>
          </p:nvSpPr>
          <p:spPr>
            <a:xfrm>
              <a:off x="7656273" y="2057853"/>
              <a:ext cx="11935" cy="11961"/>
            </a:xfrm>
            <a:custGeom>
              <a:avLst/>
              <a:gdLst/>
              <a:ahLst/>
              <a:cxnLst/>
              <a:rect l="l" t="t" r="r" b="b"/>
              <a:pathLst>
                <a:path w="455" h="456" extrusionOk="0">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78"/>
            <p:cNvSpPr/>
            <p:nvPr/>
          </p:nvSpPr>
          <p:spPr>
            <a:xfrm>
              <a:off x="7455824" y="2181974"/>
              <a:ext cx="194784" cy="168213"/>
            </a:xfrm>
            <a:custGeom>
              <a:avLst/>
              <a:gdLst/>
              <a:ahLst/>
              <a:cxnLst/>
              <a:rect l="l" t="t" r="r" b="b"/>
              <a:pathLst>
                <a:path w="7426" h="6413" extrusionOk="0">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04" name="Google Shape;16404;p78"/>
          <p:cNvGrpSpPr/>
          <p:nvPr/>
        </p:nvGrpSpPr>
        <p:grpSpPr>
          <a:xfrm>
            <a:off x="6916141" y="2906184"/>
            <a:ext cx="289737" cy="370394"/>
            <a:chOff x="6916141" y="2906184"/>
            <a:chExt cx="289737" cy="370394"/>
          </a:xfrm>
        </p:grpSpPr>
        <p:sp>
          <p:nvSpPr>
            <p:cNvPr id="16405" name="Google Shape;16405;p78"/>
            <p:cNvSpPr/>
            <p:nvPr/>
          </p:nvSpPr>
          <p:spPr>
            <a:xfrm>
              <a:off x="7003199" y="2916073"/>
              <a:ext cx="44827" cy="64159"/>
            </a:xfrm>
            <a:custGeom>
              <a:avLst/>
              <a:gdLst/>
              <a:ahLst/>
              <a:cxnLst/>
              <a:rect l="l" t="t" r="r" b="b"/>
              <a:pathLst>
                <a:path w="1709" h="2446" extrusionOk="0">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78"/>
            <p:cNvSpPr/>
            <p:nvPr/>
          </p:nvSpPr>
          <p:spPr>
            <a:xfrm>
              <a:off x="7073967" y="3099551"/>
              <a:ext cx="44853" cy="64159"/>
            </a:xfrm>
            <a:custGeom>
              <a:avLst/>
              <a:gdLst/>
              <a:ahLst/>
              <a:cxnLst/>
              <a:rect l="l" t="t" r="r" b="b"/>
              <a:pathLst>
                <a:path w="1710" h="2446" extrusionOk="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78"/>
            <p:cNvSpPr/>
            <p:nvPr/>
          </p:nvSpPr>
          <p:spPr>
            <a:xfrm>
              <a:off x="7120762" y="2985530"/>
              <a:ext cx="64945" cy="41496"/>
            </a:xfrm>
            <a:custGeom>
              <a:avLst/>
              <a:gdLst/>
              <a:ahLst/>
              <a:cxnLst/>
              <a:rect l="l" t="t" r="r" b="b"/>
              <a:pathLst>
                <a:path w="2476" h="1582" extrusionOk="0">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78"/>
            <p:cNvSpPr/>
            <p:nvPr/>
          </p:nvSpPr>
          <p:spPr>
            <a:xfrm>
              <a:off x="6936312" y="3052967"/>
              <a:ext cx="65129" cy="41470"/>
            </a:xfrm>
            <a:custGeom>
              <a:avLst/>
              <a:gdLst/>
              <a:ahLst/>
              <a:cxnLst/>
              <a:rect l="l" t="t" r="r" b="b"/>
              <a:pathLst>
                <a:path w="2483" h="1581" extrusionOk="0">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78"/>
            <p:cNvSpPr/>
            <p:nvPr/>
          </p:nvSpPr>
          <p:spPr>
            <a:xfrm>
              <a:off x="7073967" y="2916073"/>
              <a:ext cx="44853" cy="64159"/>
            </a:xfrm>
            <a:custGeom>
              <a:avLst/>
              <a:gdLst/>
              <a:ahLst/>
              <a:cxnLst/>
              <a:rect l="l" t="t" r="r" b="b"/>
              <a:pathLst>
                <a:path w="1710" h="2446" extrusionOk="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78"/>
            <p:cNvSpPr/>
            <p:nvPr/>
          </p:nvSpPr>
          <p:spPr>
            <a:xfrm>
              <a:off x="7003199" y="3099551"/>
              <a:ext cx="44827" cy="64159"/>
            </a:xfrm>
            <a:custGeom>
              <a:avLst/>
              <a:gdLst/>
              <a:ahLst/>
              <a:cxnLst/>
              <a:rect l="l" t="t" r="r" b="b"/>
              <a:pathLst>
                <a:path w="1709" h="2446" extrusionOk="0">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78"/>
            <p:cNvSpPr/>
            <p:nvPr/>
          </p:nvSpPr>
          <p:spPr>
            <a:xfrm>
              <a:off x="7120762" y="3052967"/>
              <a:ext cx="64945" cy="41338"/>
            </a:xfrm>
            <a:custGeom>
              <a:avLst/>
              <a:gdLst/>
              <a:ahLst/>
              <a:cxnLst/>
              <a:rect l="l" t="t" r="r" b="b"/>
              <a:pathLst>
                <a:path w="2476" h="1576" extrusionOk="0">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78"/>
            <p:cNvSpPr/>
            <p:nvPr/>
          </p:nvSpPr>
          <p:spPr>
            <a:xfrm>
              <a:off x="6936496" y="2985477"/>
              <a:ext cx="64945" cy="41548"/>
            </a:xfrm>
            <a:custGeom>
              <a:avLst/>
              <a:gdLst/>
              <a:ahLst/>
              <a:cxnLst/>
              <a:rect l="l" t="t" r="r" b="b"/>
              <a:pathLst>
                <a:path w="2476" h="1584" extrusionOk="0">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78"/>
            <p:cNvSpPr/>
            <p:nvPr/>
          </p:nvSpPr>
          <p:spPr>
            <a:xfrm>
              <a:off x="7022032" y="3104902"/>
              <a:ext cx="77929" cy="171675"/>
            </a:xfrm>
            <a:custGeom>
              <a:avLst/>
              <a:gdLst/>
              <a:ahLst/>
              <a:cxnLst/>
              <a:rect l="l" t="t" r="r" b="b"/>
              <a:pathLst>
                <a:path w="2971" h="6545" extrusionOk="0">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4" name="Google Shape;16414;p78"/>
            <p:cNvSpPr/>
            <p:nvPr/>
          </p:nvSpPr>
          <p:spPr>
            <a:xfrm>
              <a:off x="6916141" y="3148234"/>
              <a:ext cx="121471" cy="83359"/>
            </a:xfrm>
            <a:custGeom>
              <a:avLst/>
              <a:gdLst/>
              <a:ahLst/>
              <a:cxnLst/>
              <a:rect l="l" t="t" r="r" b="b"/>
              <a:pathLst>
                <a:path w="4631" h="3178" extrusionOk="0">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5" name="Google Shape;16415;p78"/>
            <p:cNvSpPr/>
            <p:nvPr/>
          </p:nvSpPr>
          <p:spPr>
            <a:xfrm>
              <a:off x="7084407" y="3148234"/>
              <a:ext cx="121471" cy="83359"/>
            </a:xfrm>
            <a:custGeom>
              <a:avLst/>
              <a:gdLst/>
              <a:ahLst/>
              <a:cxnLst/>
              <a:rect l="l" t="t" r="r" b="b"/>
              <a:pathLst>
                <a:path w="4631" h="3178" extrusionOk="0">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78"/>
            <p:cNvSpPr/>
            <p:nvPr/>
          </p:nvSpPr>
          <p:spPr>
            <a:xfrm>
              <a:off x="7037508" y="2906184"/>
              <a:ext cx="46978" cy="62847"/>
            </a:xfrm>
            <a:custGeom>
              <a:avLst/>
              <a:gdLst/>
              <a:ahLst/>
              <a:cxnLst/>
              <a:rect l="l" t="t" r="r" b="b"/>
              <a:pathLst>
                <a:path w="1791" h="2396" extrusionOk="0">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78"/>
            <p:cNvSpPr/>
            <p:nvPr/>
          </p:nvSpPr>
          <p:spPr>
            <a:xfrm>
              <a:off x="7037508" y="3110752"/>
              <a:ext cx="47162" cy="62900"/>
            </a:xfrm>
            <a:custGeom>
              <a:avLst/>
              <a:gdLst/>
              <a:ahLst/>
              <a:cxnLst/>
              <a:rect l="l" t="t" r="r" b="b"/>
              <a:pathLst>
                <a:path w="1798" h="2398" extrusionOk="0">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8" name="Google Shape;16418;p78"/>
            <p:cNvSpPr/>
            <p:nvPr/>
          </p:nvSpPr>
          <p:spPr>
            <a:xfrm>
              <a:off x="7131962" y="3022225"/>
              <a:ext cx="63345" cy="35463"/>
            </a:xfrm>
            <a:custGeom>
              <a:avLst/>
              <a:gdLst/>
              <a:ahLst/>
              <a:cxnLst/>
              <a:rect l="l" t="t" r="r" b="b"/>
              <a:pathLst>
                <a:path w="2415" h="1352" extrusionOk="0">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9" name="Google Shape;16419;p78"/>
            <p:cNvSpPr/>
            <p:nvPr/>
          </p:nvSpPr>
          <p:spPr>
            <a:xfrm>
              <a:off x="6926896" y="3022199"/>
              <a:ext cx="63345" cy="35489"/>
            </a:xfrm>
            <a:custGeom>
              <a:avLst/>
              <a:gdLst/>
              <a:ahLst/>
              <a:cxnLst/>
              <a:rect l="l" t="t" r="r" b="b"/>
              <a:pathLst>
                <a:path w="2415" h="1353" extrusionOk="0">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78"/>
            <p:cNvSpPr/>
            <p:nvPr/>
          </p:nvSpPr>
          <p:spPr>
            <a:xfrm>
              <a:off x="7100302" y="2944558"/>
              <a:ext cx="56526" cy="56132"/>
            </a:xfrm>
            <a:custGeom>
              <a:avLst/>
              <a:gdLst/>
              <a:ahLst/>
              <a:cxnLst/>
              <a:rect l="l" t="t" r="r" b="b"/>
              <a:pathLst>
                <a:path w="2155" h="2140" extrusionOk="0">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1" name="Google Shape;16421;p78"/>
            <p:cNvSpPr/>
            <p:nvPr/>
          </p:nvSpPr>
          <p:spPr>
            <a:xfrm>
              <a:off x="6965218" y="3079092"/>
              <a:ext cx="56499" cy="56158"/>
            </a:xfrm>
            <a:custGeom>
              <a:avLst/>
              <a:gdLst/>
              <a:ahLst/>
              <a:cxnLst/>
              <a:rect l="l" t="t" r="r" b="b"/>
              <a:pathLst>
                <a:path w="2154" h="2141" extrusionOk="0">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2" name="Google Shape;16422;p78"/>
            <p:cNvSpPr/>
            <p:nvPr/>
          </p:nvSpPr>
          <p:spPr>
            <a:xfrm>
              <a:off x="7100302" y="3079276"/>
              <a:ext cx="56499" cy="56027"/>
            </a:xfrm>
            <a:custGeom>
              <a:avLst/>
              <a:gdLst/>
              <a:ahLst/>
              <a:cxnLst/>
              <a:rect l="l" t="t" r="r" b="b"/>
              <a:pathLst>
                <a:path w="2154" h="2136" extrusionOk="0">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78"/>
            <p:cNvSpPr/>
            <p:nvPr/>
          </p:nvSpPr>
          <p:spPr>
            <a:xfrm>
              <a:off x="6965218" y="2944558"/>
              <a:ext cx="56499" cy="56132"/>
            </a:xfrm>
            <a:custGeom>
              <a:avLst/>
              <a:gdLst/>
              <a:ahLst/>
              <a:cxnLst/>
              <a:rect l="l" t="t" r="r" b="b"/>
              <a:pathLst>
                <a:path w="2154" h="2140" extrusionOk="0">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78"/>
            <p:cNvSpPr/>
            <p:nvPr/>
          </p:nvSpPr>
          <p:spPr>
            <a:xfrm>
              <a:off x="6984156" y="2963129"/>
              <a:ext cx="153708" cy="153524"/>
            </a:xfrm>
            <a:custGeom>
              <a:avLst/>
              <a:gdLst/>
              <a:ahLst/>
              <a:cxnLst/>
              <a:rect l="l" t="t" r="r" b="b"/>
              <a:pathLst>
                <a:path w="5860" h="5853" extrusionOk="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78"/>
            <p:cNvSpPr/>
            <p:nvPr/>
          </p:nvSpPr>
          <p:spPr>
            <a:xfrm>
              <a:off x="7001940" y="2980756"/>
              <a:ext cx="118114" cy="118297"/>
            </a:xfrm>
            <a:custGeom>
              <a:avLst/>
              <a:gdLst/>
              <a:ahLst/>
              <a:cxnLst/>
              <a:rect l="l" t="t" r="r" b="b"/>
              <a:pathLst>
                <a:path w="4503" h="4510" extrusionOk="0">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26" name="Google Shape;16426;p78"/>
          <p:cNvGrpSpPr/>
          <p:nvPr/>
        </p:nvGrpSpPr>
        <p:grpSpPr>
          <a:xfrm>
            <a:off x="7970194" y="2013577"/>
            <a:ext cx="372676" cy="331731"/>
            <a:chOff x="7970194" y="2013577"/>
            <a:chExt cx="372676" cy="331731"/>
          </a:xfrm>
        </p:grpSpPr>
        <p:sp>
          <p:nvSpPr>
            <p:cNvPr id="16427" name="Google Shape;16427;p78"/>
            <p:cNvSpPr/>
            <p:nvPr/>
          </p:nvSpPr>
          <p:spPr>
            <a:xfrm>
              <a:off x="8092032" y="2284533"/>
              <a:ext cx="102454" cy="60775"/>
            </a:xfrm>
            <a:custGeom>
              <a:avLst/>
              <a:gdLst/>
              <a:ahLst/>
              <a:cxnLst/>
              <a:rect l="l" t="t" r="r" b="b"/>
              <a:pathLst>
                <a:path w="3906" h="2317" extrusionOk="0">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78"/>
            <p:cNvSpPr/>
            <p:nvPr/>
          </p:nvSpPr>
          <p:spPr>
            <a:xfrm>
              <a:off x="8116741" y="2284533"/>
              <a:ext cx="77746" cy="60775"/>
            </a:xfrm>
            <a:custGeom>
              <a:avLst/>
              <a:gdLst/>
              <a:ahLst/>
              <a:cxnLst/>
              <a:rect l="l" t="t" r="r" b="b"/>
              <a:pathLst>
                <a:path w="2964" h="2317" extrusionOk="0">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78"/>
            <p:cNvSpPr/>
            <p:nvPr/>
          </p:nvSpPr>
          <p:spPr>
            <a:xfrm>
              <a:off x="7970194" y="2104805"/>
              <a:ext cx="38086" cy="48578"/>
            </a:xfrm>
            <a:custGeom>
              <a:avLst/>
              <a:gdLst/>
              <a:ahLst/>
              <a:cxnLst/>
              <a:rect l="l" t="t" r="r" b="b"/>
              <a:pathLst>
                <a:path w="1452" h="1852" extrusionOk="0">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0" name="Google Shape;16430;p78"/>
            <p:cNvSpPr/>
            <p:nvPr/>
          </p:nvSpPr>
          <p:spPr>
            <a:xfrm>
              <a:off x="7984961" y="2013577"/>
              <a:ext cx="357908" cy="288687"/>
            </a:xfrm>
            <a:custGeom>
              <a:avLst/>
              <a:gdLst/>
              <a:ahLst/>
              <a:cxnLst/>
              <a:rect l="l" t="t" r="r" b="b"/>
              <a:pathLst>
                <a:path w="13645" h="11006" extrusionOk="0">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1" name="Google Shape;16431;p78"/>
            <p:cNvSpPr/>
            <p:nvPr/>
          </p:nvSpPr>
          <p:spPr>
            <a:xfrm>
              <a:off x="7984961" y="2013577"/>
              <a:ext cx="244385" cy="288687"/>
            </a:xfrm>
            <a:custGeom>
              <a:avLst/>
              <a:gdLst/>
              <a:ahLst/>
              <a:cxnLst/>
              <a:rect l="l" t="t" r="r" b="b"/>
              <a:pathLst>
                <a:path w="9317" h="11006" extrusionOk="0">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78"/>
            <p:cNvSpPr/>
            <p:nvPr/>
          </p:nvSpPr>
          <p:spPr>
            <a:xfrm>
              <a:off x="8083875" y="2093447"/>
              <a:ext cx="208974" cy="129786"/>
            </a:xfrm>
            <a:custGeom>
              <a:avLst/>
              <a:gdLst/>
              <a:ahLst/>
              <a:cxnLst/>
              <a:rect l="l" t="t" r="r" b="b"/>
              <a:pathLst>
                <a:path w="7967" h="4948" extrusionOk="0">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78"/>
            <p:cNvSpPr/>
            <p:nvPr/>
          </p:nvSpPr>
          <p:spPr>
            <a:xfrm>
              <a:off x="8108505" y="2142707"/>
              <a:ext cx="184292" cy="80552"/>
            </a:xfrm>
            <a:custGeom>
              <a:avLst/>
              <a:gdLst/>
              <a:ahLst/>
              <a:cxnLst/>
              <a:rect l="l" t="t" r="r" b="b"/>
              <a:pathLst>
                <a:path w="7026" h="3071" extrusionOk="0">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78"/>
            <p:cNvSpPr/>
            <p:nvPr/>
          </p:nvSpPr>
          <p:spPr>
            <a:xfrm>
              <a:off x="8032805" y="2087388"/>
              <a:ext cx="36827" cy="42886"/>
            </a:xfrm>
            <a:custGeom>
              <a:avLst/>
              <a:gdLst/>
              <a:ahLst/>
              <a:cxnLst/>
              <a:rect l="l" t="t" r="r" b="b"/>
              <a:pathLst>
                <a:path w="1404" h="1635" extrusionOk="0">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78"/>
            <p:cNvSpPr/>
            <p:nvPr/>
          </p:nvSpPr>
          <p:spPr>
            <a:xfrm>
              <a:off x="8051297" y="2087388"/>
              <a:ext cx="18518" cy="30742"/>
            </a:xfrm>
            <a:custGeom>
              <a:avLst/>
              <a:gdLst/>
              <a:ahLst/>
              <a:cxnLst/>
              <a:rect l="l" t="t" r="r" b="b"/>
              <a:pathLst>
                <a:path w="706" h="1172" extrusionOk="0">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78"/>
            <p:cNvSpPr/>
            <p:nvPr/>
          </p:nvSpPr>
          <p:spPr>
            <a:xfrm>
              <a:off x="8045081" y="2093421"/>
              <a:ext cx="12276" cy="12302"/>
            </a:xfrm>
            <a:custGeom>
              <a:avLst/>
              <a:gdLst/>
              <a:ahLst/>
              <a:cxnLst/>
              <a:rect l="l" t="t" r="r" b="b"/>
              <a:pathLst>
                <a:path w="468" h="469" extrusionOk="0">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7" name="Google Shape;16437;p78"/>
          <p:cNvGrpSpPr/>
          <p:nvPr/>
        </p:nvGrpSpPr>
        <p:grpSpPr>
          <a:xfrm>
            <a:off x="1416733" y="1512190"/>
            <a:ext cx="332964" cy="370158"/>
            <a:chOff x="1416733" y="1512190"/>
            <a:chExt cx="332964" cy="370158"/>
          </a:xfrm>
        </p:grpSpPr>
        <p:sp>
          <p:nvSpPr>
            <p:cNvPr id="16438" name="Google Shape;16438;p78"/>
            <p:cNvSpPr/>
            <p:nvPr/>
          </p:nvSpPr>
          <p:spPr>
            <a:xfrm>
              <a:off x="1416733" y="1637596"/>
              <a:ext cx="106913" cy="144134"/>
            </a:xfrm>
            <a:custGeom>
              <a:avLst/>
              <a:gdLst/>
              <a:ahLst/>
              <a:cxnLst/>
              <a:rect l="l" t="t" r="r" b="b"/>
              <a:pathLst>
                <a:path w="4076" h="5495" extrusionOk="0">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78"/>
            <p:cNvSpPr/>
            <p:nvPr/>
          </p:nvSpPr>
          <p:spPr>
            <a:xfrm>
              <a:off x="1642967" y="1637596"/>
              <a:ext cx="106730" cy="144134"/>
            </a:xfrm>
            <a:custGeom>
              <a:avLst/>
              <a:gdLst/>
              <a:ahLst/>
              <a:cxnLst/>
              <a:rect l="l" t="t" r="r" b="b"/>
              <a:pathLst>
                <a:path w="4069" h="5495" extrusionOk="0">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78"/>
            <p:cNvSpPr/>
            <p:nvPr/>
          </p:nvSpPr>
          <p:spPr>
            <a:xfrm>
              <a:off x="1463685" y="1643472"/>
              <a:ext cx="238877" cy="238877"/>
            </a:xfrm>
            <a:custGeom>
              <a:avLst/>
              <a:gdLst/>
              <a:ahLst/>
              <a:cxnLst/>
              <a:rect l="l" t="t" r="r" b="b"/>
              <a:pathLst>
                <a:path w="9107" h="9107" extrusionOk="0">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78"/>
            <p:cNvSpPr/>
            <p:nvPr/>
          </p:nvSpPr>
          <p:spPr>
            <a:xfrm>
              <a:off x="1506178" y="1643472"/>
              <a:ext cx="154049" cy="47765"/>
            </a:xfrm>
            <a:custGeom>
              <a:avLst/>
              <a:gdLst/>
              <a:ahLst/>
              <a:cxnLst/>
              <a:rect l="l" t="t" r="r" b="b"/>
              <a:pathLst>
                <a:path w="5873" h="1821" extrusionOk="0">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2" name="Google Shape;16442;p78"/>
            <p:cNvSpPr/>
            <p:nvPr/>
          </p:nvSpPr>
          <p:spPr>
            <a:xfrm>
              <a:off x="1499594" y="1643472"/>
              <a:ext cx="167216" cy="196909"/>
            </a:xfrm>
            <a:custGeom>
              <a:avLst/>
              <a:gdLst/>
              <a:ahLst/>
              <a:cxnLst/>
              <a:rect l="l" t="t" r="r" b="b"/>
              <a:pathLst>
                <a:path w="6375" h="7507" extrusionOk="0">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3" name="Google Shape;16443;p78"/>
            <p:cNvSpPr/>
            <p:nvPr/>
          </p:nvSpPr>
          <p:spPr>
            <a:xfrm>
              <a:off x="1518637" y="1643472"/>
              <a:ext cx="129157" cy="47765"/>
            </a:xfrm>
            <a:custGeom>
              <a:avLst/>
              <a:gdLst/>
              <a:ahLst/>
              <a:cxnLst/>
              <a:rect l="l" t="t" r="r" b="b"/>
              <a:pathLst>
                <a:path w="4924" h="1821" extrusionOk="0">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4" name="Google Shape;16444;p78"/>
            <p:cNvSpPr/>
            <p:nvPr/>
          </p:nvSpPr>
          <p:spPr>
            <a:xfrm>
              <a:off x="1493745" y="1858295"/>
              <a:ext cx="71687" cy="23869"/>
            </a:xfrm>
            <a:custGeom>
              <a:avLst/>
              <a:gdLst/>
              <a:ahLst/>
              <a:cxnLst/>
              <a:rect l="l" t="t" r="r" b="b"/>
              <a:pathLst>
                <a:path w="2733" h="910" extrusionOk="0">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78"/>
            <p:cNvSpPr/>
            <p:nvPr/>
          </p:nvSpPr>
          <p:spPr>
            <a:xfrm>
              <a:off x="1493745" y="1858295"/>
              <a:ext cx="47686" cy="23869"/>
            </a:xfrm>
            <a:custGeom>
              <a:avLst/>
              <a:gdLst/>
              <a:ahLst/>
              <a:cxnLst/>
              <a:rect l="l" t="t" r="r" b="b"/>
              <a:pathLst>
                <a:path w="1818" h="910" extrusionOk="0">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78"/>
            <p:cNvSpPr/>
            <p:nvPr/>
          </p:nvSpPr>
          <p:spPr>
            <a:xfrm>
              <a:off x="1601156" y="1858295"/>
              <a:ext cx="71713" cy="23869"/>
            </a:xfrm>
            <a:custGeom>
              <a:avLst/>
              <a:gdLst/>
              <a:ahLst/>
              <a:cxnLst/>
              <a:rect l="l" t="t" r="r" b="b"/>
              <a:pathLst>
                <a:path w="2734" h="910" extrusionOk="0">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7" name="Google Shape;16447;p78"/>
            <p:cNvSpPr/>
            <p:nvPr/>
          </p:nvSpPr>
          <p:spPr>
            <a:xfrm>
              <a:off x="1601156" y="1858295"/>
              <a:ext cx="47870" cy="23869"/>
            </a:xfrm>
            <a:custGeom>
              <a:avLst/>
              <a:gdLst/>
              <a:ahLst/>
              <a:cxnLst/>
              <a:rect l="l" t="t" r="r" b="b"/>
              <a:pathLst>
                <a:path w="1825" h="910" extrusionOk="0">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8" name="Google Shape;16448;p78"/>
            <p:cNvSpPr/>
            <p:nvPr/>
          </p:nvSpPr>
          <p:spPr>
            <a:xfrm>
              <a:off x="1499594" y="1512217"/>
              <a:ext cx="167216" cy="167190"/>
            </a:xfrm>
            <a:custGeom>
              <a:avLst/>
              <a:gdLst/>
              <a:ahLst/>
              <a:cxnLst/>
              <a:rect l="l" t="t" r="r" b="b"/>
              <a:pathLst>
                <a:path w="6375" h="6374" extrusionOk="0">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78"/>
            <p:cNvSpPr/>
            <p:nvPr/>
          </p:nvSpPr>
          <p:spPr>
            <a:xfrm>
              <a:off x="1566480" y="1620415"/>
              <a:ext cx="33286" cy="32263"/>
            </a:xfrm>
            <a:custGeom>
              <a:avLst/>
              <a:gdLst/>
              <a:ahLst/>
              <a:cxnLst/>
              <a:rect l="l" t="t" r="r" b="b"/>
              <a:pathLst>
                <a:path w="1269" h="1230" extrusionOk="0">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78"/>
            <p:cNvSpPr/>
            <p:nvPr/>
          </p:nvSpPr>
          <p:spPr>
            <a:xfrm>
              <a:off x="1499253" y="1512190"/>
              <a:ext cx="98913" cy="167190"/>
            </a:xfrm>
            <a:custGeom>
              <a:avLst/>
              <a:gdLst/>
              <a:ahLst/>
              <a:cxnLst/>
              <a:rect l="l" t="t" r="r" b="b"/>
              <a:pathLst>
                <a:path w="3771" h="6374" extrusionOk="0">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1" name="Google Shape;16451;p78"/>
            <p:cNvSpPr/>
            <p:nvPr/>
          </p:nvSpPr>
          <p:spPr>
            <a:xfrm>
              <a:off x="1499594" y="1512217"/>
              <a:ext cx="167216" cy="86638"/>
            </a:xfrm>
            <a:custGeom>
              <a:avLst/>
              <a:gdLst/>
              <a:ahLst/>
              <a:cxnLst/>
              <a:rect l="l" t="t" r="r" b="b"/>
              <a:pathLst>
                <a:path w="6375" h="3303" extrusionOk="0">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2" name="Google Shape;16452;p78"/>
            <p:cNvSpPr/>
            <p:nvPr/>
          </p:nvSpPr>
          <p:spPr>
            <a:xfrm>
              <a:off x="1499594" y="1512217"/>
              <a:ext cx="98572" cy="86638"/>
            </a:xfrm>
            <a:custGeom>
              <a:avLst/>
              <a:gdLst/>
              <a:ahLst/>
              <a:cxnLst/>
              <a:rect l="l" t="t" r="r" b="b"/>
              <a:pathLst>
                <a:path w="3758" h="3303" extrusionOk="0">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78"/>
            <p:cNvSpPr/>
            <p:nvPr/>
          </p:nvSpPr>
          <p:spPr>
            <a:xfrm>
              <a:off x="1535529" y="1583877"/>
              <a:ext cx="23869" cy="29745"/>
            </a:xfrm>
            <a:custGeom>
              <a:avLst/>
              <a:gdLst/>
              <a:ahLst/>
              <a:cxnLst/>
              <a:rect l="l" t="t" r="r" b="b"/>
              <a:pathLst>
                <a:path w="910" h="1134" extrusionOk="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78"/>
            <p:cNvSpPr/>
            <p:nvPr/>
          </p:nvSpPr>
          <p:spPr>
            <a:xfrm>
              <a:off x="1541404" y="1589753"/>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78"/>
            <p:cNvSpPr/>
            <p:nvPr/>
          </p:nvSpPr>
          <p:spPr>
            <a:xfrm>
              <a:off x="1607032" y="1583877"/>
              <a:ext cx="23843" cy="29719"/>
            </a:xfrm>
            <a:custGeom>
              <a:avLst/>
              <a:gdLst/>
              <a:ahLst/>
              <a:cxnLst/>
              <a:rect l="l" t="t" r="r" b="b"/>
              <a:pathLst>
                <a:path w="909" h="1133" extrusionOk="0">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78"/>
            <p:cNvSpPr/>
            <p:nvPr/>
          </p:nvSpPr>
          <p:spPr>
            <a:xfrm>
              <a:off x="1613065" y="1589753"/>
              <a:ext cx="11961" cy="11935"/>
            </a:xfrm>
            <a:custGeom>
              <a:avLst/>
              <a:gdLst/>
              <a:ahLst/>
              <a:cxnLst/>
              <a:rect l="l" t="t" r="r" b="b"/>
              <a:pathLst>
                <a:path w="456" h="455" extrusionOk="0">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7" name="Google Shape;16457;p78"/>
          <p:cNvGrpSpPr/>
          <p:nvPr/>
        </p:nvGrpSpPr>
        <p:grpSpPr>
          <a:xfrm>
            <a:off x="5246366" y="2906105"/>
            <a:ext cx="342852" cy="370079"/>
            <a:chOff x="5246366" y="2906105"/>
            <a:chExt cx="342852" cy="370079"/>
          </a:xfrm>
        </p:grpSpPr>
        <p:sp>
          <p:nvSpPr>
            <p:cNvPr id="16458" name="Google Shape;16458;p78"/>
            <p:cNvSpPr/>
            <p:nvPr/>
          </p:nvSpPr>
          <p:spPr>
            <a:xfrm>
              <a:off x="5410172" y="3089033"/>
              <a:ext cx="179046" cy="163701"/>
            </a:xfrm>
            <a:custGeom>
              <a:avLst/>
              <a:gdLst/>
              <a:ahLst/>
              <a:cxnLst/>
              <a:rect l="l" t="t" r="r" b="b"/>
              <a:pathLst>
                <a:path w="6826" h="6241" extrusionOk="0">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9" name="Google Shape;16459;p78"/>
            <p:cNvSpPr/>
            <p:nvPr/>
          </p:nvSpPr>
          <p:spPr>
            <a:xfrm>
              <a:off x="5405687" y="3137611"/>
              <a:ext cx="24210" cy="138573"/>
            </a:xfrm>
            <a:custGeom>
              <a:avLst/>
              <a:gdLst/>
              <a:ahLst/>
              <a:cxnLst/>
              <a:rect l="l" t="t" r="r" b="b"/>
              <a:pathLst>
                <a:path w="923" h="5283" extrusionOk="0">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78"/>
            <p:cNvSpPr/>
            <p:nvPr/>
          </p:nvSpPr>
          <p:spPr>
            <a:xfrm>
              <a:off x="5381660" y="2906105"/>
              <a:ext cx="72237" cy="87110"/>
            </a:xfrm>
            <a:custGeom>
              <a:avLst/>
              <a:gdLst/>
              <a:ahLst/>
              <a:cxnLst/>
              <a:rect l="l" t="t" r="r" b="b"/>
              <a:pathLst>
                <a:path w="2754" h="3321" extrusionOk="0">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78"/>
            <p:cNvSpPr/>
            <p:nvPr/>
          </p:nvSpPr>
          <p:spPr>
            <a:xfrm>
              <a:off x="5343076" y="2934093"/>
              <a:ext cx="168108" cy="215820"/>
            </a:xfrm>
            <a:custGeom>
              <a:avLst/>
              <a:gdLst/>
              <a:ahLst/>
              <a:cxnLst/>
              <a:rect l="l" t="t" r="r" b="b"/>
              <a:pathLst>
                <a:path w="6409" h="8228" extrusionOk="0">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78"/>
            <p:cNvSpPr/>
            <p:nvPr/>
          </p:nvSpPr>
          <p:spPr>
            <a:xfrm>
              <a:off x="5324584" y="2934093"/>
              <a:ext cx="168108" cy="215820"/>
            </a:xfrm>
            <a:custGeom>
              <a:avLst/>
              <a:gdLst/>
              <a:ahLst/>
              <a:cxnLst/>
              <a:rect l="l" t="t" r="r" b="b"/>
              <a:pathLst>
                <a:path w="6409" h="8228" extrusionOk="0">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78"/>
            <p:cNvSpPr/>
            <p:nvPr/>
          </p:nvSpPr>
          <p:spPr>
            <a:xfrm>
              <a:off x="5246366" y="3089033"/>
              <a:ext cx="179046" cy="163701"/>
            </a:xfrm>
            <a:custGeom>
              <a:avLst/>
              <a:gdLst/>
              <a:ahLst/>
              <a:cxnLst/>
              <a:rect l="l" t="t" r="r" b="b"/>
              <a:pathLst>
                <a:path w="6826" h="6241" extrusionOk="0">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64" name="Google Shape;16464;p78"/>
          <p:cNvGrpSpPr/>
          <p:nvPr/>
        </p:nvGrpSpPr>
        <p:grpSpPr>
          <a:xfrm>
            <a:off x="849667" y="2434883"/>
            <a:ext cx="371259" cy="366249"/>
            <a:chOff x="849667" y="2434883"/>
            <a:chExt cx="371259" cy="366249"/>
          </a:xfrm>
        </p:grpSpPr>
        <p:sp>
          <p:nvSpPr>
            <p:cNvPr id="16465" name="Google Shape;16465;p78"/>
            <p:cNvSpPr/>
            <p:nvPr/>
          </p:nvSpPr>
          <p:spPr>
            <a:xfrm>
              <a:off x="956607" y="2434883"/>
              <a:ext cx="258628" cy="145367"/>
            </a:xfrm>
            <a:custGeom>
              <a:avLst/>
              <a:gdLst/>
              <a:ahLst/>
              <a:cxnLst/>
              <a:rect l="l" t="t" r="r" b="b"/>
              <a:pathLst>
                <a:path w="9860" h="5542" extrusionOk="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78"/>
            <p:cNvSpPr/>
            <p:nvPr/>
          </p:nvSpPr>
          <p:spPr>
            <a:xfrm>
              <a:off x="1078078" y="2454661"/>
              <a:ext cx="393" cy="210"/>
            </a:xfrm>
            <a:custGeom>
              <a:avLst/>
              <a:gdLst/>
              <a:ahLst/>
              <a:cxnLst/>
              <a:rect l="l" t="t" r="r" b="b"/>
              <a:pathLst>
                <a:path w="15" h="8" extrusionOk="0">
                  <a:moveTo>
                    <a:pt x="1" y="7"/>
                  </a:moveTo>
                  <a:lnTo>
                    <a:pt x="14" y="0"/>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78"/>
            <p:cNvSpPr/>
            <p:nvPr/>
          </p:nvSpPr>
          <p:spPr>
            <a:xfrm>
              <a:off x="956790" y="2434883"/>
              <a:ext cx="121314" cy="145183"/>
            </a:xfrm>
            <a:custGeom>
              <a:avLst/>
              <a:gdLst/>
              <a:ahLst/>
              <a:cxnLst/>
              <a:rect l="l" t="t" r="r" b="b"/>
              <a:pathLst>
                <a:path w="4625" h="5535" extrusionOk="0">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78"/>
            <p:cNvSpPr/>
            <p:nvPr/>
          </p:nvSpPr>
          <p:spPr>
            <a:xfrm>
              <a:off x="869287" y="2681944"/>
              <a:ext cx="100854" cy="95372"/>
            </a:xfrm>
            <a:custGeom>
              <a:avLst/>
              <a:gdLst/>
              <a:ahLst/>
              <a:cxnLst/>
              <a:rect l="l" t="t" r="r" b="b"/>
              <a:pathLst>
                <a:path w="3845" h="3636" extrusionOk="0">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78"/>
            <p:cNvSpPr/>
            <p:nvPr/>
          </p:nvSpPr>
          <p:spPr>
            <a:xfrm>
              <a:off x="880828" y="2681944"/>
              <a:ext cx="89313" cy="95372"/>
            </a:xfrm>
            <a:custGeom>
              <a:avLst/>
              <a:gdLst/>
              <a:ahLst/>
              <a:cxnLst/>
              <a:rect l="l" t="t" r="r" b="b"/>
              <a:pathLst>
                <a:path w="3405" h="3636" extrusionOk="0">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78"/>
            <p:cNvSpPr/>
            <p:nvPr/>
          </p:nvSpPr>
          <p:spPr>
            <a:xfrm>
              <a:off x="946456" y="2490674"/>
              <a:ext cx="274471" cy="310458"/>
            </a:xfrm>
            <a:custGeom>
              <a:avLst/>
              <a:gdLst/>
              <a:ahLst/>
              <a:cxnLst/>
              <a:rect l="l" t="t" r="r" b="b"/>
              <a:pathLst>
                <a:path w="10464" h="11836" extrusionOk="0">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78"/>
            <p:cNvSpPr/>
            <p:nvPr/>
          </p:nvSpPr>
          <p:spPr>
            <a:xfrm>
              <a:off x="946456" y="2490753"/>
              <a:ext cx="172908" cy="310380"/>
            </a:xfrm>
            <a:custGeom>
              <a:avLst/>
              <a:gdLst/>
              <a:ahLst/>
              <a:cxnLst/>
              <a:rect l="l" t="t" r="r" b="b"/>
              <a:pathLst>
                <a:path w="6592" h="11833" extrusionOk="0">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78"/>
            <p:cNvSpPr/>
            <p:nvPr/>
          </p:nvSpPr>
          <p:spPr>
            <a:xfrm>
              <a:off x="850952" y="2598506"/>
              <a:ext cx="156200" cy="100592"/>
            </a:xfrm>
            <a:custGeom>
              <a:avLst/>
              <a:gdLst/>
              <a:ahLst/>
              <a:cxnLst/>
              <a:rect l="l" t="t" r="r" b="b"/>
              <a:pathLst>
                <a:path w="5955" h="3835" extrusionOk="0">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78"/>
            <p:cNvSpPr/>
            <p:nvPr/>
          </p:nvSpPr>
          <p:spPr>
            <a:xfrm>
              <a:off x="855936" y="2664160"/>
              <a:ext cx="131281" cy="34938"/>
            </a:xfrm>
            <a:custGeom>
              <a:avLst/>
              <a:gdLst/>
              <a:ahLst/>
              <a:cxnLst/>
              <a:rect l="l" t="t" r="r" b="b"/>
              <a:pathLst>
                <a:path w="5005" h="1332" extrusionOk="0">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78"/>
            <p:cNvSpPr/>
            <p:nvPr/>
          </p:nvSpPr>
          <p:spPr>
            <a:xfrm>
              <a:off x="1011926" y="2574164"/>
              <a:ext cx="41811" cy="53745"/>
            </a:xfrm>
            <a:custGeom>
              <a:avLst/>
              <a:gdLst/>
              <a:ahLst/>
              <a:cxnLst/>
              <a:rect l="l" t="t" r="r" b="b"/>
              <a:pathLst>
                <a:path w="1594" h="2049" extrusionOk="0">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5" name="Google Shape;16475;p78"/>
            <p:cNvSpPr/>
            <p:nvPr/>
          </p:nvSpPr>
          <p:spPr>
            <a:xfrm>
              <a:off x="1029893" y="2574164"/>
              <a:ext cx="23843" cy="41837"/>
            </a:xfrm>
            <a:custGeom>
              <a:avLst/>
              <a:gdLst/>
              <a:ahLst/>
              <a:cxnLst/>
              <a:rect l="l" t="t" r="r" b="b"/>
              <a:pathLst>
                <a:path w="909" h="1595" extrusionOk="0">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6" name="Google Shape;16476;p78"/>
            <p:cNvSpPr/>
            <p:nvPr/>
          </p:nvSpPr>
          <p:spPr>
            <a:xfrm>
              <a:off x="1023834" y="2580224"/>
              <a:ext cx="17994" cy="17994"/>
            </a:xfrm>
            <a:custGeom>
              <a:avLst/>
              <a:gdLst/>
              <a:ahLst/>
              <a:cxnLst/>
              <a:rect l="l" t="t" r="r" b="b"/>
              <a:pathLst>
                <a:path w="686" h="686" extrusionOk="0">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78"/>
            <p:cNvSpPr/>
            <p:nvPr/>
          </p:nvSpPr>
          <p:spPr>
            <a:xfrm>
              <a:off x="849667" y="2658127"/>
              <a:ext cx="121733" cy="30138"/>
            </a:xfrm>
            <a:custGeom>
              <a:avLst/>
              <a:gdLst/>
              <a:ahLst/>
              <a:cxnLst/>
              <a:rect l="l" t="t" r="r" b="b"/>
              <a:pathLst>
                <a:path w="4641" h="1149" extrusionOk="0">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78" name="Google Shape;16478;p78"/>
          <p:cNvGrpSpPr/>
          <p:nvPr/>
        </p:nvGrpSpPr>
        <p:grpSpPr>
          <a:xfrm>
            <a:off x="4417026" y="3365366"/>
            <a:ext cx="332728" cy="370053"/>
            <a:chOff x="4417026" y="3365366"/>
            <a:chExt cx="332728" cy="370053"/>
          </a:xfrm>
        </p:grpSpPr>
        <p:sp>
          <p:nvSpPr>
            <p:cNvPr id="16479" name="Google Shape;16479;p78"/>
            <p:cNvSpPr/>
            <p:nvPr/>
          </p:nvSpPr>
          <p:spPr>
            <a:xfrm>
              <a:off x="4486352" y="3547402"/>
              <a:ext cx="194050" cy="188017"/>
            </a:xfrm>
            <a:custGeom>
              <a:avLst/>
              <a:gdLst/>
              <a:ahLst/>
              <a:cxnLst/>
              <a:rect l="l" t="t" r="r" b="b"/>
              <a:pathLst>
                <a:path w="7398" h="7168" extrusionOk="0">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78"/>
            <p:cNvSpPr/>
            <p:nvPr/>
          </p:nvSpPr>
          <p:spPr>
            <a:xfrm>
              <a:off x="4572071" y="3656598"/>
              <a:ext cx="22610" cy="30269"/>
            </a:xfrm>
            <a:custGeom>
              <a:avLst/>
              <a:gdLst/>
              <a:ahLst/>
              <a:cxnLst/>
              <a:rect l="l" t="t" r="r" b="b"/>
              <a:pathLst>
                <a:path w="862" h="1154" extrusionOk="0">
                  <a:moveTo>
                    <a:pt x="170" y="0"/>
                  </a:moveTo>
                  <a:lnTo>
                    <a:pt x="0" y="1153"/>
                  </a:lnTo>
                  <a:lnTo>
                    <a:pt x="862" y="1153"/>
                  </a:lnTo>
                  <a:lnTo>
                    <a:pt x="69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1" name="Google Shape;16481;p78"/>
            <p:cNvSpPr/>
            <p:nvPr/>
          </p:nvSpPr>
          <p:spPr>
            <a:xfrm>
              <a:off x="4583271" y="3619482"/>
              <a:ext cx="147465" cy="43175"/>
            </a:xfrm>
            <a:custGeom>
              <a:avLst/>
              <a:gdLst/>
              <a:ahLst/>
              <a:cxnLst/>
              <a:rect l="l" t="t" r="r" b="b"/>
              <a:pathLst>
                <a:path w="5622" h="1646" extrusionOk="0">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78"/>
            <p:cNvSpPr/>
            <p:nvPr/>
          </p:nvSpPr>
          <p:spPr>
            <a:xfrm>
              <a:off x="4583271" y="3555455"/>
              <a:ext cx="166482" cy="95110"/>
            </a:xfrm>
            <a:custGeom>
              <a:avLst/>
              <a:gdLst/>
              <a:ahLst/>
              <a:cxnLst/>
              <a:rect l="l" t="t" r="r" b="b"/>
              <a:pathLst>
                <a:path w="6347" h="3626" extrusionOk="0">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3" name="Google Shape;16483;p78"/>
            <p:cNvSpPr/>
            <p:nvPr/>
          </p:nvSpPr>
          <p:spPr>
            <a:xfrm>
              <a:off x="4436016" y="3619482"/>
              <a:ext cx="147465" cy="43175"/>
            </a:xfrm>
            <a:custGeom>
              <a:avLst/>
              <a:gdLst/>
              <a:ahLst/>
              <a:cxnLst/>
              <a:rect l="l" t="t" r="r" b="b"/>
              <a:pathLst>
                <a:path w="5622" h="1646" extrusionOk="0">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4" name="Google Shape;16484;p78"/>
            <p:cNvSpPr/>
            <p:nvPr/>
          </p:nvSpPr>
          <p:spPr>
            <a:xfrm>
              <a:off x="4430928" y="3444082"/>
              <a:ext cx="46191" cy="45535"/>
            </a:xfrm>
            <a:custGeom>
              <a:avLst/>
              <a:gdLst/>
              <a:ahLst/>
              <a:cxnLst/>
              <a:rect l="l" t="t" r="r" b="b"/>
              <a:pathLst>
                <a:path w="1761" h="1736" extrusionOk="0">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78"/>
            <p:cNvSpPr/>
            <p:nvPr/>
          </p:nvSpPr>
          <p:spPr>
            <a:xfrm>
              <a:off x="4464135" y="3435899"/>
              <a:ext cx="92487" cy="118874"/>
            </a:xfrm>
            <a:custGeom>
              <a:avLst/>
              <a:gdLst/>
              <a:ahLst/>
              <a:cxnLst/>
              <a:rect l="l" t="t" r="r" b="b"/>
              <a:pathLst>
                <a:path w="3526" h="4532" extrusionOk="0">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78"/>
            <p:cNvSpPr/>
            <p:nvPr/>
          </p:nvSpPr>
          <p:spPr>
            <a:xfrm>
              <a:off x="4422481" y="3476791"/>
              <a:ext cx="121681" cy="88867"/>
            </a:xfrm>
            <a:custGeom>
              <a:avLst/>
              <a:gdLst/>
              <a:ahLst/>
              <a:cxnLst/>
              <a:rect l="l" t="t" r="r" b="b"/>
              <a:pathLst>
                <a:path w="4639" h="3388" extrusionOk="0">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78"/>
            <p:cNvSpPr/>
            <p:nvPr/>
          </p:nvSpPr>
          <p:spPr>
            <a:xfrm>
              <a:off x="4689818" y="3444082"/>
              <a:ext cx="46007" cy="45535"/>
            </a:xfrm>
            <a:custGeom>
              <a:avLst/>
              <a:gdLst/>
              <a:ahLst/>
              <a:cxnLst/>
              <a:rect l="l" t="t" r="r" b="b"/>
              <a:pathLst>
                <a:path w="1754" h="1736" extrusionOk="0">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78"/>
            <p:cNvSpPr/>
            <p:nvPr/>
          </p:nvSpPr>
          <p:spPr>
            <a:xfrm>
              <a:off x="4610131" y="3435899"/>
              <a:ext cx="92487" cy="118874"/>
            </a:xfrm>
            <a:custGeom>
              <a:avLst/>
              <a:gdLst/>
              <a:ahLst/>
              <a:cxnLst/>
              <a:rect l="l" t="t" r="r" b="b"/>
              <a:pathLst>
                <a:path w="3526" h="4532" extrusionOk="0">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78"/>
            <p:cNvSpPr/>
            <p:nvPr/>
          </p:nvSpPr>
          <p:spPr>
            <a:xfrm>
              <a:off x="4622590" y="3476791"/>
              <a:ext cx="121681" cy="88867"/>
            </a:xfrm>
            <a:custGeom>
              <a:avLst/>
              <a:gdLst/>
              <a:ahLst/>
              <a:cxnLst/>
              <a:rect l="l" t="t" r="r" b="b"/>
              <a:pathLst>
                <a:path w="4639" h="3388" extrusionOk="0">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78"/>
            <p:cNvSpPr/>
            <p:nvPr/>
          </p:nvSpPr>
          <p:spPr>
            <a:xfrm>
              <a:off x="4560687" y="3365366"/>
              <a:ext cx="45378" cy="62532"/>
            </a:xfrm>
            <a:custGeom>
              <a:avLst/>
              <a:gdLst/>
              <a:ahLst/>
              <a:cxnLst/>
              <a:rect l="l" t="t" r="r" b="b"/>
              <a:pathLst>
                <a:path w="1730" h="2384" extrusionOk="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78"/>
            <p:cNvSpPr/>
            <p:nvPr/>
          </p:nvSpPr>
          <p:spPr>
            <a:xfrm>
              <a:off x="4551271" y="3382730"/>
              <a:ext cx="86638" cy="128343"/>
            </a:xfrm>
            <a:custGeom>
              <a:avLst/>
              <a:gdLst/>
              <a:ahLst/>
              <a:cxnLst/>
              <a:rect l="l" t="t" r="r" b="b"/>
              <a:pathLst>
                <a:path w="3303" h="4893" extrusionOk="0">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78"/>
            <p:cNvSpPr/>
            <p:nvPr/>
          </p:nvSpPr>
          <p:spPr>
            <a:xfrm>
              <a:off x="4528844" y="3382730"/>
              <a:ext cx="86638" cy="128343"/>
            </a:xfrm>
            <a:custGeom>
              <a:avLst/>
              <a:gdLst/>
              <a:ahLst/>
              <a:cxnLst/>
              <a:rect l="l" t="t" r="r" b="b"/>
              <a:pathLst>
                <a:path w="3303" h="4893" extrusionOk="0">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78"/>
            <p:cNvSpPr/>
            <p:nvPr/>
          </p:nvSpPr>
          <p:spPr>
            <a:xfrm>
              <a:off x="4417026" y="3555455"/>
              <a:ext cx="166456" cy="95110"/>
            </a:xfrm>
            <a:custGeom>
              <a:avLst/>
              <a:gdLst/>
              <a:ahLst/>
              <a:cxnLst/>
              <a:rect l="l" t="t" r="r" b="b"/>
              <a:pathLst>
                <a:path w="6346" h="3626" extrusionOk="0">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78"/>
            <p:cNvSpPr/>
            <p:nvPr/>
          </p:nvSpPr>
          <p:spPr>
            <a:xfrm>
              <a:off x="4560687" y="3478968"/>
              <a:ext cx="45378" cy="62401"/>
            </a:xfrm>
            <a:custGeom>
              <a:avLst/>
              <a:gdLst/>
              <a:ahLst/>
              <a:cxnLst/>
              <a:rect l="l" t="t" r="r" b="b"/>
              <a:pathLst>
                <a:path w="1730" h="2379" extrusionOk="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78"/>
            <p:cNvSpPr/>
            <p:nvPr/>
          </p:nvSpPr>
          <p:spPr>
            <a:xfrm>
              <a:off x="4551271" y="3496306"/>
              <a:ext cx="86638" cy="128422"/>
            </a:xfrm>
            <a:custGeom>
              <a:avLst/>
              <a:gdLst/>
              <a:ahLst/>
              <a:cxnLst/>
              <a:rect l="l" t="t" r="r" b="b"/>
              <a:pathLst>
                <a:path w="3303" h="4896" extrusionOk="0">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78"/>
            <p:cNvSpPr/>
            <p:nvPr/>
          </p:nvSpPr>
          <p:spPr>
            <a:xfrm>
              <a:off x="4528844" y="3496306"/>
              <a:ext cx="86638" cy="128422"/>
            </a:xfrm>
            <a:custGeom>
              <a:avLst/>
              <a:gdLst/>
              <a:ahLst/>
              <a:cxnLst/>
              <a:rect l="l" t="t" r="r" b="b"/>
              <a:pathLst>
                <a:path w="3303" h="4896" extrusionOk="0">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97" name="Google Shape;16497;p78"/>
          <p:cNvGrpSpPr/>
          <p:nvPr/>
        </p:nvGrpSpPr>
        <p:grpSpPr>
          <a:xfrm>
            <a:off x="2497068" y="1980186"/>
            <a:ext cx="363994" cy="370105"/>
            <a:chOff x="2497068" y="1980186"/>
            <a:chExt cx="363994" cy="370105"/>
          </a:xfrm>
        </p:grpSpPr>
        <p:sp>
          <p:nvSpPr>
            <p:cNvPr id="16498" name="Google Shape;16498;p78"/>
            <p:cNvSpPr/>
            <p:nvPr/>
          </p:nvSpPr>
          <p:spPr>
            <a:xfrm>
              <a:off x="2702974" y="1980186"/>
              <a:ext cx="131832" cy="172488"/>
            </a:xfrm>
            <a:custGeom>
              <a:avLst/>
              <a:gdLst/>
              <a:ahLst/>
              <a:cxnLst/>
              <a:rect l="l" t="t" r="r" b="b"/>
              <a:pathLst>
                <a:path w="5026" h="6576" extrusionOk="0">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9" name="Google Shape;16499;p78"/>
            <p:cNvSpPr/>
            <p:nvPr/>
          </p:nvSpPr>
          <p:spPr>
            <a:xfrm>
              <a:off x="2742634" y="2020292"/>
              <a:ext cx="80238" cy="125274"/>
            </a:xfrm>
            <a:custGeom>
              <a:avLst/>
              <a:gdLst/>
              <a:ahLst/>
              <a:cxnLst/>
              <a:rect l="l" t="t" r="r" b="b"/>
              <a:pathLst>
                <a:path w="3059" h="4776" extrusionOk="0">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0" name="Google Shape;16500;p78"/>
            <p:cNvSpPr/>
            <p:nvPr/>
          </p:nvSpPr>
          <p:spPr>
            <a:xfrm>
              <a:off x="2523351" y="1980186"/>
              <a:ext cx="131806" cy="172488"/>
            </a:xfrm>
            <a:custGeom>
              <a:avLst/>
              <a:gdLst/>
              <a:ahLst/>
              <a:cxnLst/>
              <a:rect l="l" t="t" r="r" b="b"/>
              <a:pathLst>
                <a:path w="5025" h="6576" extrusionOk="0">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78"/>
            <p:cNvSpPr/>
            <p:nvPr/>
          </p:nvSpPr>
          <p:spPr>
            <a:xfrm>
              <a:off x="2535443" y="2020292"/>
              <a:ext cx="80238" cy="125274"/>
            </a:xfrm>
            <a:custGeom>
              <a:avLst/>
              <a:gdLst/>
              <a:ahLst/>
              <a:cxnLst/>
              <a:rect l="l" t="t" r="r" b="b"/>
              <a:pathLst>
                <a:path w="3059" h="4776" extrusionOk="0">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78"/>
            <p:cNvSpPr/>
            <p:nvPr/>
          </p:nvSpPr>
          <p:spPr>
            <a:xfrm>
              <a:off x="2511416" y="2032961"/>
              <a:ext cx="335298" cy="317331"/>
            </a:xfrm>
            <a:custGeom>
              <a:avLst/>
              <a:gdLst/>
              <a:ahLst/>
              <a:cxnLst/>
              <a:rect l="l" t="t" r="r" b="b"/>
              <a:pathLst>
                <a:path w="12783" h="12098" extrusionOk="0">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78"/>
            <p:cNvSpPr/>
            <p:nvPr/>
          </p:nvSpPr>
          <p:spPr>
            <a:xfrm>
              <a:off x="2655130" y="2278395"/>
              <a:ext cx="47870" cy="47870"/>
            </a:xfrm>
            <a:custGeom>
              <a:avLst/>
              <a:gdLst/>
              <a:ahLst/>
              <a:cxnLst/>
              <a:rect l="l" t="t" r="r" b="b"/>
              <a:pathLst>
                <a:path w="1825" h="1825" extrusionOk="0">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78"/>
            <p:cNvSpPr/>
            <p:nvPr/>
          </p:nvSpPr>
          <p:spPr>
            <a:xfrm>
              <a:off x="2656914" y="2228610"/>
              <a:ext cx="44302" cy="30112"/>
            </a:xfrm>
            <a:custGeom>
              <a:avLst/>
              <a:gdLst/>
              <a:ahLst/>
              <a:cxnLst/>
              <a:rect l="l" t="t" r="r" b="b"/>
              <a:pathLst>
                <a:path w="1689" h="1148" extrusionOk="0">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78"/>
            <p:cNvSpPr/>
            <p:nvPr/>
          </p:nvSpPr>
          <p:spPr>
            <a:xfrm>
              <a:off x="2737204" y="2253555"/>
              <a:ext cx="111792" cy="42834"/>
            </a:xfrm>
            <a:custGeom>
              <a:avLst/>
              <a:gdLst/>
              <a:ahLst/>
              <a:cxnLst/>
              <a:rect l="l" t="t" r="r" b="b"/>
              <a:pathLst>
                <a:path w="4262" h="1633" extrusionOk="0">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78"/>
            <p:cNvSpPr/>
            <p:nvPr/>
          </p:nvSpPr>
          <p:spPr>
            <a:xfrm>
              <a:off x="2747670" y="2234879"/>
              <a:ext cx="113392" cy="19541"/>
            </a:xfrm>
            <a:custGeom>
              <a:avLst/>
              <a:gdLst/>
              <a:ahLst/>
              <a:cxnLst/>
              <a:rect l="l" t="t" r="r" b="b"/>
              <a:pathLst>
                <a:path w="4323" h="745" extrusionOk="0">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78"/>
            <p:cNvSpPr/>
            <p:nvPr/>
          </p:nvSpPr>
          <p:spPr>
            <a:xfrm>
              <a:off x="2511416" y="2035086"/>
              <a:ext cx="236595" cy="315206"/>
            </a:xfrm>
            <a:custGeom>
              <a:avLst/>
              <a:gdLst/>
              <a:ahLst/>
              <a:cxnLst/>
              <a:rect l="l" t="t" r="r" b="b"/>
              <a:pathLst>
                <a:path w="9020" h="12017" extrusionOk="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78"/>
            <p:cNvSpPr/>
            <p:nvPr/>
          </p:nvSpPr>
          <p:spPr>
            <a:xfrm>
              <a:off x="2508924" y="2253713"/>
              <a:ext cx="111950" cy="42676"/>
            </a:xfrm>
            <a:custGeom>
              <a:avLst/>
              <a:gdLst/>
              <a:ahLst/>
              <a:cxnLst/>
              <a:rect l="l" t="t" r="r" b="b"/>
              <a:pathLst>
                <a:path w="4268" h="1627" extrusionOk="0">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78"/>
            <p:cNvSpPr/>
            <p:nvPr/>
          </p:nvSpPr>
          <p:spPr>
            <a:xfrm>
              <a:off x="2497068" y="2234801"/>
              <a:ext cx="113392" cy="19620"/>
            </a:xfrm>
            <a:custGeom>
              <a:avLst/>
              <a:gdLst/>
              <a:ahLst/>
              <a:cxnLst/>
              <a:rect l="l" t="t" r="r" b="b"/>
              <a:pathLst>
                <a:path w="4323" h="748" extrusionOk="0">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78"/>
            <p:cNvSpPr/>
            <p:nvPr/>
          </p:nvSpPr>
          <p:spPr>
            <a:xfrm>
              <a:off x="2589319" y="2158524"/>
              <a:ext cx="41837" cy="54086"/>
            </a:xfrm>
            <a:custGeom>
              <a:avLst/>
              <a:gdLst/>
              <a:ahLst/>
              <a:cxnLst/>
              <a:rect l="l" t="t" r="r" b="b"/>
              <a:pathLst>
                <a:path w="1595" h="2062" extrusionOk="0">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78"/>
            <p:cNvSpPr/>
            <p:nvPr/>
          </p:nvSpPr>
          <p:spPr>
            <a:xfrm>
              <a:off x="2606946" y="2158708"/>
              <a:ext cx="24551" cy="42361"/>
            </a:xfrm>
            <a:custGeom>
              <a:avLst/>
              <a:gdLst/>
              <a:ahLst/>
              <a:cxnLst/>
              <a:rect l="l" t="t" r="r" b="b"/>
              <a:pathLst>
                <a:path w="936" h="1615" extrusionOk="0">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78"/>
            <p:cNvSpPr/>
            <p:nvPr/>
          </p:nvSpPr>
          <p:spPr>
            <a:xfrm>
              <a:off x="2601254" y="2164583"/>
              <a:ext cx="17968" cy="17968"/>
            </a:xfrm>
            <a:custGeom>
              <a:avLst/>
              <a:gdLst/>
              <a:ahLst/>
              <a:cxnLst/>
              <a:rect l="l" t="t" r="r" b="b"/>
              <a:pathLst>
                <a:path w="685" h="685" extrusionOk="0">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78"/>
            <p:cNvSpPr/>
            <p:nvPr/>
          </p:nvSpPr>
          <p:spPr>
            <a:xfrm>
              <a:off x="2727000" y="2158524"/>
              <a:ext cx="41994" cy="54086"/>
            </a:xfrm>
            <a:custGeom>
              <a:avLst/>
              <a:gdLst/>
              <a:ahLst/>
              <a:cxnLst/>
              <a:rect l="l" t="t" r="r" b="b"/>
              <a:pathLst>
                <a:path w="1601" h="2062" extrusionOk="0">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4" name="Google Shape;16514;p78"/>
            <p:cNvSpPr/>
            <p:nvPr/>
          </p:nvSpPr>
          <p:spPr>
            <a:xfrm>
              <a:off x="2744601" y="2158708"/>
              <a:ext cx="24578" cy="42361"/>
            </a:xfrm>
            <a:custGeom>
              <a:avLst/>
              <a:gdLst/>
              <a:ahLst/>
              <a:cxnLst/>
              <a:rect l="l" t="t" r="r" b="b"/>
              <a:pathLst>
                <a:path w="937" h="1615" extrusionOk="0">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5" name="Google Shape;16515;p78"/>
            <p:cNvSpPr/>
            <p:nvPr/>
          </p:nvSpPr>
          <p:spPr>
            <a:xfrm>
              <a:off x="2738909" y="2164583"/>
              <a:ext cx="17994" cy="17968"/>
            </a:xfrm>
            <a:custGeom>
              <a:avLst/>
              <a:gdLst/>
              <a:ahLst/>
              <a:cxnLst/>
              <a:rect l="l" t="t" r="r" b="b"/>
              <a:pathLst>
                <a:path w="686" h="685" extrusionOk="0">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78"/>
            <p:cNvSpPr/>
            <p:nvPr/>
          </p:nvSpPr>
          <p:spPr>
            <a:xfrm>
              <a:off x="2656914" y="2228768"/>
              <a:ext cx="26886" cy="29981"/>
            </a:xfrm>
            <a:custGeom>
              <a:avLst/>
              <a:gdLst/>
              <a:ahLst/>
              <a:cxnLst/>
              <a:rect l="l" t="t" r="r" b="b"/>
              <a:pathLst>
                <a:path w="1025" h="1143" extrusionOk="0">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78"/>
            <p:cNvSpPr/>
            <p:nvPr/>
          </p:nvSpPr>
          <p:spPr>
            <a:xfrm>
              <a:off x="2655130" y="2278395"/>
              <a:ext cx="47870" cy="35909"/>
            </a:xfrm>
            <a:custGeom>
              <a:avLst/>
              <a:gdLst/>
              <a:ahLst/>
              <a:cxnLst/>
              <a:rect l="l" t="t" r="r" b="b"/>
              <a:pathLst>
                <a:path w="1825" h="1369" extrusionOk="0">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78"/>
            <p:cNvSpPr/>
            <p:nvPr/>
          </p:nvSpPr>
          <p:spPr>
            <a:xfrm>
              <a:off x="2616572" y="2275142"/>
              <a:ext cx="124986" cy="21246"/>
            </a:xfrm>
            <a:custGeom>
              <a:avLst/>
              <a:gdLst/>
              <a:ahLst/>
              <a:cxnLst/>
              <a:rect l="l" t="t" r="r" b="b"/>
              <a:pathLst>
                <a:path w="4765" h="810" extrusionOk="0">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19" name="Google Shape;16519;p78"/>
          <p:cNvGrpSpPr/>
          <p:nvPr/>
        </p:nvGrpSpPr>
        <p:grpSpPr>
          <a:xfrm>
            <a:off x="5820278" y="2906158"/>
            <a:ext cx="294904" cy="370027"/>
            <a:chOff x="5820278" y="2906158"/>
            <a:chExt cx="294904" cy="370027"/>
          </a:xfrm>
        </p:grpSpPr>
        <p:sp>
          <p:nvSpPr>
            <p:cNvPr id="16520" name="Google Shape;16520;p78"/>
            <p:cNvSpPr/>
            <p:nvPr/>
          </p:nvSpPr>
          <p:spPr>
            <a:xfrm>
              <a:off x="5893198" y="2987339"/>
              <a:ext cx="193158" cy="168790"/>
            </a:xfrm>
            <a:custGeom>
              <a:avLst/>
              <a:gdLst/>
              <a:ahLst/>
              <a:cxnLst/>
              <a:rect l="l" t="t" r="r" b="b"/>
              <a:pathLst>
                <a:path w="7364" h="6435" extrusionOk="0">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78"/>
            <p:cNvSpPr/>
            <p:nvPr/>
          </p:nvSpPr>
          <p:spPr>
            <a:xfrm>
              <a:off x="5885906" y="2906158"/>
              <a:ext cx="229276" cy="237880"/>
            </a:xfrm>
            <a:custGeom>
              <a:avLst/>
              <a:gdLst/>
              <a:ahLst/>
              <a:cxnLst/>
              <a:rect l="l" t="t" r="r" b="b"/>
              <a:pathLst>
                <a:path w="8741" h="9069" extrusionOk="0">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78"/>
            <p:cNvSpPr/>
            <p:nvPr/>
          </p:nvSpPr>
          <p:spPr>
            <a:xfrm>
              <a:off x="5836987" y="2915154"/>
              <a:ext cx="61562" cy="295061"/>
            </a:xfrm>
            <a:custGeom>
              <a:avLst/>
              <a:gdLst/>
              <a:ahLst/>
              <a:cxnLst/>
              <a:rect l="l" t="t" r="r" b="b"/>
              <a:pathLst>
                <a:path w="2347" h="11249" extrusionOk="0">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3" name="Google Shape;16523;p78"/>
            <p:cNvSpPr/>
            <p:nvPr/>
          </p:nvSpPr>
          <p:spPr>
            <a:xfrm>
              <a:off x="5880555" y="3094358"/>
              <a:ext cx="187990" cy="175951"/>
            </a:xfrm>
            <a:custGeom>
              <a:avLst/>
              <a:gdLst/>
              <a:ahLst/>
              <a:cxnLst/>
              <a:rect l="l" t="t" r="r" b="b"/>
              <a:pathLst>
                <a:path w="7167" h="6708" extrusionOk="0">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4" name="Google Shape;16524;p78"/>
            <p:cNvSpPr/>
            <p:nvPr/>
          </p:nvSpPr>
          <p:spPr>
            <a:xfrm>
              <a:off x="5820278" y="2986343"/>
              <a:ext cx="94979" cy="289842"/>
            </a:xfrm>
            <a:custGeom>
              <a:avLst/>
              <a:gdLst/>
              <a:ahLst/>
              <a:cxnLst/>
              <a:rect l="l" t="t" r="r" b="b"/>
              <a:pathLst>
                <a:path w="3621" h="11050" extrusionOk="0">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78"/>
            <p:cNvSpPr/>
            <p:nvPr/>
          </p:nvSpPr>
          <p:spPr>
            <a:xfrm>
              <a:off x="5951166" y="2917804"/>
              <a:ext cx="156541" cy="130179"/>
            </a:xfrm>
            <a:custGeom>
              <a:avLst/>
              <a:gdLst/>
              <a:ahLst/>
              <a:cxnLst/>
              <a:rect l="l" t="t" r="r" b="b"/>
              <a:pathLst>
                <a:path w="5968" h="4963" extrusionOk="0">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78"/>
            <p:cNvSpPr/>
            <p:nvPr/>
          </p:nvSpPr>
          <p:spPr>
            <a:xfrm>
              <a:off x="5937290" y="2999589"/>
              <a:ext cx="141249" cy="156541"/>
            </a:xfrm>
            <a:custGeom>
              <a:avLst/>
              <a:gdLst/>
              <a:ahLst/>
              <a:cxnLst/>
              <a:rect l="l" t="t" r="r" b="b"/>
              <a:pathLst>
                <a:path w="5385" h="5968" extrusionOk="0">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7" name="Google Shape;16527;p78"/>
          <p:cNvGrpSpPr/>
          <p:nvPr/>
        </p:nvGrpSpPr>
        <p:grpSpPr>
          <a:xfrm>
            <a:off x="4946819" y="3383229"/>
            <a:ext cx="370132" cy="334223"/>
            <a:chOff x="4946819" y="3383229"/>
            <a:chExt cx="370132" cy="334223"/>
          </a:xfrm>
        </p:grpSpPr>
        <p:sp>
          <p:nvSpPr>
            <p:cNvPr id="16528" name="Google Shape;16528;p78"/>
            <p:cNvSpPr/>
            <p:nvPr/>
          </p:nvSpPr>
          <p:spPr>
            <a:xfrm>
              <a:off x="4946819" y="3383229"/>
              <a:ext cx="370132" cy="179125"/>
            </a:xfrm>
            <a:custGeom>
              <a:avLst/>
              <a:gdLst/>
              <a:ahLst/>
              <a:cxnLst/>
              <a:rect l="l" t="t" r="r" b="b"/>
              <a:pathLst>
                <a:path w="14111" h="6829" extrusionOk="0">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78"/>
            <p:cNvSpPr/>
            <p:nvPr/>
          </p:nvSpPr>
          <p:spPr>
            <a:xfrm>
              <a:off x="4946819" y="3383229"/>
              <a:ext cx="200817" cy="179125"/>
            </a:xfrm>
            <a:custGeom>
              <a:avLst/>
              <a:gdLst/>
              <a:ahLst/>
              <a:cxnLst/>
              <a:rect l="l" t="t" r="r" b="b"/>
              <a:pathLst>
                <a:path w="7656" h="6829" extrusionOk="0">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78"/>
            <p:cNvSpPr/>
            <p:nvPr/>
          </p:nvSpPr>
          <p:spPr>
            <a:xfrm>
              <a:off x="5063149" y="3562327"/>
              <a:ext cx="137314" cy="155124"/>
            </a:xfrm>
            <a:custGeom>
              <a:avLst/>
              <a:gdLst/>
              <a:ahLst/>
              <a:cxnLst/>
              <a:rect l="l" t="t" r="r" b="b"/>
              <a:pathLst>
                <a:path w="5235" h="5914" extrusionOk="0">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78"/>
            <p:cNvSpPr/>
            <p:nvPr/>
          </p:nvSpPr>
          <p:spPr>
            <a:xfrm>
              <a:off x="5063149" y="3562327"/>
              <a:ext cx="122206" cy="155124"/>
            </a:xfrm>
            <a:custGeom>
              <a:avLst/>
              <a:gdLst/>
              <a:ahLst/>
              <a:cxnLst/>
              <a:rect l="l" t="t" r="r" b="b"/>
              <a:pathLst>
                <a:path w="4659" h="5914" extrusionOk="0">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78"/>
            <p:cNvSpPr/>
            <p:nvPr/>
          </p:nvSpPr>
          <p:spPr>
            <a:xfrm>
              <a:off x="5048382" y="3425039"/>
              <a:ext cx="95530" cy="83595"/>
            </a:xfrm>
            <a:custGeom>
              <a:avLst/>
              <a:gdLst/>
              <a:ahLst/>
              <a:cxnLst/>
              <a:rect l="l" t="t" r="r" b="b"/>
              <a:pathLst>
                <a:path w="3642" h="3187" extrusionOk="0">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78"/>
            <p:cNvSpPr/>
            <p:nvPr/>
          </p:nvSpPr>
          <p:spPr>
            <a:xfrm>
              <a:off x="5197604" y="3396580"/>
              <a:ext cx="82362" cy="64237"/>
            </a:xfrm>
            <a:custGeom>
              <a:avLst/>
              <a:gdLst/>
              <a:ahLst/>
              <a:cxnLst/>
              <a:rect l="l" t="t" r="r" b="b"/>
              <a:pathLst>
                <a:path w="3140" h="2449" extrusionOk="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78"/>
            <p:cNvSpPr/>
            <p:nvPr/>
          </p:nvSpPr>
          <p:spPr>
            <a:xfrm>
              <a:off x="5157394" y="3496700"/>
              <a:ext cx="115989" cy="65654"/>
            </a:xfrm>
            <a:custGeom>
              <a:avLst/>
              <a:gdLst/>
              <a:ahLst/>
              <a:cxnLst/>
              <a:rect l="l" t="t" r="r" b="b"/>
              <a:pathLst>
                <a:path w="4422" h="2503" extrusionOk="0">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78"/>
            <p:cNvSpPr/>
            <p:nvPr/>
          </p:nvSpPr>
          <p:spPr>
            <a:xfrm>
              <a:off x="4947344" y="3455807"/>
              <a:ext cx="58545" cy="70690"/>
            </a:xfrm>
            <a:custGeom>
              <a:avLst/>
              <a:gdLst/>
              <a:ahLst/>
              <a:cxnLst/>
              <a:rect l="l" t="t" r="r" b="b"/>
              <a:pathLst>
                <a:path w="2232" h="2695" extrusionOk="0">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6" name="Google Shape;16536;p78"/>
            <p:cNvSpPr/>
            <p:nvPr/>
          </p:nvSpPr>
          <p:spPr>
            <a:xfrm>
              <a:off x="5048198" y="3425564"/>
              <a:ext cx="41102" cy="71529"/>
            </a:xfrm>
            <a:custGeom>
              <a:avLst/>
              <a:gdLst/>
              <a:ahLst/>
              <a:cxnLst/>
              <a:rect l="l" t="t" r="r" b="b"/>
              <a:pathLst>
                <a:path w="1567" h="2727" extrusionOk="0">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37" name="Google Shape;16537;p78"/>
          <p:cNvGrpSpPr/>
          <p:nvPr/>
        </p:nvGrpSpPr>
        <p:grpSpPr>
          <a:xfrm>
            <a:off x="3038403" y="1539234"/>
            <a:ext cx="375482" cy="316072"/>
            <a:chOff x="3038403" y="1539234"/>
            <a:chExt cx="375482" cy="316072"/>
          </a:xfrm>
        </p:grpSpPr>
        <p:sp>
          <p:nvSpPr>
            <p:cNvPr id="16538" name="Google Shape;16538;p78"/>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39" name="Google Shape;16539;p78"/>
            <p:cNvGrpSpPr/>
            <p:nvPr/>
          </p:nvGrpSpPr>
          <p:grpSpPr>
            <a:xfrm>
              <a:off x="3038403" y="1539234"/>
              <a:ext cx="375482" cy="316072"/>
              <a:chOff x="3038403" y="1539234"/>
              <a:chExt cx="375482" cy="316072"/>
            </a:xfrm>
          </p:grpSpPr>
          <p:sp>
            <p:nvSpPr>
              <p:cNvPr id="16540" name="Google Shape;16540;p78"/>
              <p:cNvSpPr/>
              <p:nvPr/>
            </p:nvSpPr>
            <p:spPr>
              <a:xfrm>
                <a:off x="3038403" y="1585792"/>
                <a:ext cx="72788" cy="58414"/>
              </a:xfrm>
              <a:custGeom>
                <a:avLst/>
                <a:gdLst/>
                <a:ahLst/>
                <a:cxnLst/>
                <a:rect l="l" t="t" r="r" b="b"/>
                <a:pathLst>
                  <a:path w="2775" h="2227" extrusionOk="0">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1" name="Google Shape;16541;p78"/>
              <p:cNvSpPr/>
              <p:nvPr/>
            </p:nvSpPr>
            <p:spPr>
              <a:xfrm>
                <a:off x="3169317" y="1683420"/>
                <a:ext cx="244569" cy="169105"/>
              </a:xfrm>
              <a:custGeom>
                <a:avLst/>
                <a:gdLst/>
                <a:ahLst/>
                <a:cxnLst/>
                <a:rect l="l" t="t" r="r" b="b"/>
                <a:pathLst>
                  <a:path w="9324" h="6447" extrusionOk="0">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78"/>
              <p:cNvSpPr/>
              <p:nvPr/>
            </p:nvSpPr>
            <p:spPr>
              <a:xfrm>
                <a:off x="3194760" y="1700076"/>
                <a:ext cx="197800" cy="103294"/>
              </a:xfrm>
              <a:custGeom>
                <a:avLst/>
                <a:gdLst/>
                <a:ahLst/>
                <a:cxnLst/>
                <a:rect l="l" t="t" r="r" b="b"/>
                <a:pathLst>
                  <a:path w="7541" h="3938" extrusionOk="0">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78"/>
              <p:cNvSpPr/>
              <p:nvPr/>
            </p:nvSpPr>
            <p:spPr>
              <a:xfrm>
                <a:off x="3077905" y="1539234"/>
                <a:ext cx="153367" cy="300963"/>
              </a:xfrm>
              <a:custGeom>
                <a:avLst/>
                <a:gdLst/>
                <a:ahLst/>
                <a:cxnLst/>
                <a:rect l="l" t="t" r="r" b="b"/>
                <a:pathLst>
                  <a:path w="5847" h="11474" extrusionOk="0">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78"/>
              <p:cNvSpPr/>
              <p:nvPr/>
            </p:nvSpPr>
            <p:spPr>
              <a:xfrm>
                <a:off x="3049315" y="1658633"/>
                <a:ext cx="284464" cy="196673"/>
              </a:xfrm>
              <a:custGeom>
                <a:avLst/>
                <a:gdLst/>
                <a:ahLst/>
                <a:cxnLst/>
                <a:rect l="l" t="t" r="r" b="b"/>
                <a:pathLst>
                  <a:path w="10845" h="7498" extrusionOk="0">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5" name="Google Shape;16545;p78"/>
              <p:cNvSpPr/>
              <p:nvPr/>
            </p:nvSpPr>
            <p:spPr>
              <a:xfrm>
                <a:off x="3058207" y="1663013"/>
                <a:ext cx="272976" cy="192292"/>
              </a:xfrm>
              <a:custGeom>
                <a:avLst/>
                <a:gdLst/>
                <a:ahLst/>
                <a:cxnLst/>
                <a:rect l="l" t="t" r="r" b="b"/>
                <a:pathLst>
                  <a:path w="10407" h="7331" extrusionOk="0">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6" name="Google Shape;16546;p78"/>
              <p:cNvSpPr/>
              <p:nvPr/>
            </p:nvSpPr>
            <p:spPr>
              <a:xfrm>
                <a:off x="3107598" y="1603261"/>
                <a:ext cx="85405" cy="219309"/>
              </a:xfrm>
              <a:custGeom>
                <a:avLst/>
                <a:gdLst/>
                <a:ahLst/>
                <a:cxnLst/>
                <a:rect l="l" t="t" r="r" b="b"/>
                <a:pathLst>
                  <a:path w="3256" h="8361" extrusionOk="0">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7" name="Google Shape;16547;p78"/>
              <p:cNvSpPr/>
              <p:nvPr/>
            </p:nvSpPr>
            <p:spPr>
              <a:xfrm>
                <a:off x="3093381" y="1585556"/>
                <a:ext cx="94271" cy="32289"/>
              </a:xfrm>
              <a:custGeom>
                <a:avLst/>
                <a:gdLst/>
                <a:ahLst/>
                <a:cxnLst/>
                <a:rect l="l" t="t" r="r" b="b"/>
                <a:pathLst>
                  <a:path w="3594" h="1231" extrusionOk="0">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78"/>
              <p:cNvSpPr/>
              <p:nvPr/>
            </p:nvSpPr>
            <p:spPr>
              <a:xfrm>
                <a:off x="3137133" y="1559824"/>
                <a:ext cx="14767" cy="20512"/>
              </a:xfrm>
              <a:custGeom>
                <a:avLst/>
                <a:gdLst/>
                <a:ahLst/>
                <a:cxnLst/>
                <a:rect l="l" t="t" r="r" b="b"/>
                <a:pathLst>
                  <a:path w="563" h="782" extrusionOk="0">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549" name="Google Shape;16549;p78"/>
          <p:cNvGrpSpPr/>
          <p:nvPr/>
        </p:nvGrpSpPr>
        <p:grpSpPr>
          <a:xfrm>
            <a:off x="6332865" y="2906131"/>
            <a:ext cx="360846" cy="370184"/>
            <a:chOff x="6332865" y="2906131"/>
            <a:chExt cx="360846" cy="370184"/>
          </a:xfrm>
        </p:grpSpPr>
        <p:sp>
          <p:nvSpPr>
            <p:cNvPr id="16550" name="Google Shape;16550;p78"/>
            <p:cNvSpPr/>
            <p:nvPr/>
          </p:nvSpPr>
          <p:spPr>
            <a:xfrm>
              <a:off x="6332865" y="2906131"/>
              <a:ext cx="360846" cy="327508"/>
            </a:xfrm>
            <a:custGeom>
              <a:avLst/>
              <a:gdLst/>
              <a:ahLst/>
              <a:cxnLst/>
              <a:rect l="l" t="t" r="r" b="b"/>
              <a:pathLst>
                <a:path w="13757" h="12486" extrusionOk="0">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1" name="Google Shape;16551;p78"/>
            <p:cNvSpPr/>
            <p:nvPr/>
          </p:nvSpPr>
          <p:spPr>
            <a:xfrm>
              <a:off x="6636005" y="3022855"/>
              <a:ext cx="21089" cy="18466"/>
            </a:xfrm>
            <a:custGeom>
              <a:avLst/>
              <a:gdLst/>
              <a:ahLst/>
              <a:cxnLst/>
              <a:rect l="l" t="t" r="r" b="b"/>
              <a:pathLst>
                <a:path w="804" h="704" extrusionOk="0">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2" name="Google Shape;16552;p78"/>
            <p:cNvSpPr/>
            <p:nvPr/>
          </p:nvSpPr>
          <p:spPr>
            <a:xfrm>
              <a:off x="6391594" y="2960034"/>
              <a:ext cx="243546" cy="316281"/>
            </a:xfrm>
            <a:custGeom>
              <a:avLst/>
              <a:gdLst/>
              <a:ahLst/>
              <a:cxnLst/>
              <a:rect l="l" t="t" r="r" b="b"/>
              <a:pathLst>
                <a:path w="9285" h="12058" extrusionOk="0">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78"/>
            <p:cNvSpPr/>
            <p:nvPr/>
          </p:nvSpPr>
          <p:spPr>
            <a:xfrm>
              <a:off x="6624333" y="3184510"/>
              <a:ext cx="22820" cy="12879"/>
            </a:xfrm>
            <a:custGeom>
              <a:avLst/>
              <a:gdLst/>
              <a:ahLst/>
              <a:cxnLst/>
              <a:rect l="l" t="t" r="r" b="b"/>
              <a:pathLst>
                <a:path w="870" h="491" extrusionOk="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78"/>
            <p:cNvSpPr/>
            <p:nvPr/>
          </p:nvSpPr>
          <p:spPr>
            <a:xfrm>
              <a:off x="6367593" y="3022750"/>
              <a:ext cx="21115" cy="18387"/>
            </a:xfrm>
            <a:custGeom>
              <a:avLst/>
              <a:gdLst/>
              <a:ahLst/>
              <a:cxnLst/>
              <a:rect l="l" t="t" r="r" b="b"/>
              <a:pathLst>
                <a:path w="805" h="701" extrusionOk="0">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78"/>
            <p:cNvSpPr/>
            <p:nvPr/>
          </p:nvSpPr>
          <p:spPr>
            <a:xfrm>
              <a:off x="6379633" y="3184563"/>
              <a:ext cx="22794" cy="12826"/>
            </a:xfrm>
            <a:custGeom>
              <a:avLst/>
              <a:gdLst/>
              <a:ahLst/>
              <a:cxnLst/>
              <a:rect l="l" t="t" r="r" b="b"/>
              <a:pathLst>
                <a:path w="869" h="489" extrusionOk="0">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78"/>
            <p:cNvSpPr/>
            <p:nvPr/>
          </p:nvSpPr>
          <p:spPr>
            <a:xfrm>
              <a:off x="6507321" y="2948257"/>
              <a:ext cx="11935" cy="17941"/>
            </a:xfrm>
            <a:custGeom>
              <a:avLst/>
              <a:gdLst/>
              <a:ahLst/>
              <a:cxnLst/>
              <a:rect l="l" t="t" r="r" b="b"/>
              <a:pathLst>
                <a:path w="455" h="684" extrusionOk="0">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78"/>
            <p:cNvSpPr/>
            <p:nvPr/>
          </p:nvSpPr>
          <p:spPr>
            <a:xfrm>
              <a:off x="6417142" y="3001923"/>
              <a:ext cx="72001" cy="84985"/>
            </a:xfrm>
            <a:custGeom>
              <a:avLst/>
              <a:gdLst/>
              <a:ahLst/>
              <a:cxnLst/>
              <a:rect l="l" t="t" r="r" b="b"/>
              <a:pathLst>
                <a:path w="2745" h="3240" extrusionOk="0">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78"/>
            <p:cNvSpPr/>
            <p:nvPr/>
          </p:nvSpPr>
          <p:spPr>
            <a:xfrm>
              <a:off x="6358990" y="3090659"/>
              <a:ext cx="102481" cy="86113"/>
            </a:xfrm>
            <a:custGeom>
              <a:avLst/>
              <a:gdLst/>
              <a:ahLst/>
              <a:cxnLst/>
              <a:rect l="l" t="t" r="r" b="b"/>
              <a:pathLst>
                <a:path w="3907" h="3283" extrusionOk="0">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78"/>
            <p:cNvSpPr/>
            <p:nvPr/>
          </p:nvSpPr>
          <p:spPr>
            <a:xfrm>
              <a:off x="6565131" y="3090659"/>
              <a:ext cx="102481" cy="86113"/>
            </a:xfrm>
            <a:custGeom>
              <a:avLst/>
              <a:gdLst/>
              <a:ahLst/>
              <a:cxnLst/>
              <a:rect l="l" t="t" r="r" b="b"/>
              <a:pathLst>
                <a:path w="3907" h="3283" extrusionOk="0">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78"/>
            <p:cNvSpPr/>
            <p:nvPr/>
          </p:nvSpPr>
          <p:spPr>
            <a:xfrm>
              <a:off x="6537459" y="3001740"/>
              <a:ext cx="72342" cy="85038"/>
            </a:xfrm>
            <a:custGeom>
              <a:avLst/>
              <a:gdLst/>
              <a:ahLst/>
              <a:cxnLst/>
              <a:rect l="l" t="t" r="r" b="b"/>
              <a:pathLst>
                <a:path w="2758" h="3242" extrusionOk="0">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61" name="Google Shape;16561;p78"/>
          <p:cNvGrpSpPr/>
          <p:nvPr/>
        </p:nvGrpSpPr>
        <p:grpSpPr>
          <a:xfrm>
            <a:off x="4135079" y="1518066"/>
            <a:ext cx="370132" cy="358223"/>
            <a:chOff x="4135079" y="1518066"/>
            <a:chExt cx="370132" cy="358223"/>
          </a:xfrm>
        </p:grpSpPr>
        <p:sp>
          <p:nvSpPr>
            <p:cNvPr id="16562" name="Google Shape;16562;p78"/>
            <p:cNvSpPr/>
            <p:nvPr/>
          </p:nvSpPr>
          <p:spPr>
            <a:xfrm>
              <a:off x="4135079" y="1625688"/>
              <a:ext cx="95530" cy="95530"/>
            </a:xfrm>
            <a:custGeom>
              <a:avLst/>
              <a:gdLst/>
              <a:ahLst/>
              <a:cxnLst/>
              <a:rect l="l" t="t" r="r" b="b"/>
              <a:pathLst>
                <a:path w="3642" h="3642" extrusionOk="0">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3" name="Google Shape;16563;p78"/>
            <p:cNvSpPr/>
            <p:nvPr/>
          </p:nvSpPr>
          <p:spPr>
            <a:xfrm>
              <a:off x="4153047" y="1643472"/>
              <a:ext cx="59595" cy="59778"/>
            </a:xfrm>
            <a:custGeom>
              <a:avLst/>
              <a:gdLst/>
              <a:ahLst/>
              <a:cxnLst/>
              <a:rect l="l" t="t" r="r" b="b"/>
              <a:pathLst>
                <a:path w="2272" h="2279" extrusionOk="0">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4" name="Google Shape;16564;p78"/>
            <p:cNvSpPr/>
            <p:nvPr/>
          </p:nvSpPr>
          <p:spPr>
            <a:xfrm>
              <a:off x="4409681" y="1625688"/>
              <a:ext cx="95530" cy="95530"/>
            </a:xfrm>
            <a:custGeom>
              <a:avLst/>
              <a:gdLst/>
              <a:ahLst/>
              <a:cxnLst/>
              <a:rect l="l" t="t" r="r" b="b"/>
              <a:pathLst>
                <a:path w="3642" h="3642" extrusionOk="0">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5" name="Google Shape;16565;p78"/>
            <p:cNvSpPr/>
            <p:nvPr/>
          </p:nvSpPr>
          <p:spPr>
            <a:xfrm>
              <a:off x="4427649" y="1643472"/>
              <a:ext cx="59621" cy="59778"/>
            </a:xfrm>
            <a:custGeom>
              <a:avLst/>
              <a:gdLst/>
              <a:ahLst/>
              <a:cxnLst/>
              <a:rect l="l" t="t" r="r" b="b"/>
              <a:pathLst>
                <a:path w="2273" h="2279" extrusionOk="0">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78"/>
            <p:cNvSpPr/>
            <p:nvPr/>
          </p:nvSpPr>
          <p:spPr>
            <a:xfrm>
              <a:off x="4170831" y="1518250"/>
              <a:ext cx="298471" cy="358040"/>
            </a:xfrm>
            <a:custGeom>
              <a:avLst/>
              <a:gdLst/>
              <a:ahLst/>
              <a:cxnLst/>
              <a:rect l="l" t="t" r="r" b="b"/>
              <a:pathLst>
                <a:path w="11379" h="13650" extrusionOk="0">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78"/>
            <p:cNvSpPr/>
            <p:nvPr/>
          </p:nvSpPr>
          <p:spPr>
            <a:xfrm>
              <a:off x="4170831" y="1518066"/>
              <a:ext cx="166665" cy="352374"/>
            </a:xfrm>
            <a:custGeom>
              <a:avLst/>
              <a:gdLst/>
              <a:ahLst/>
              <a:cxnLst/>
              <a:rect l="l" t="t" r="r" b="b"/>
              <a:pathLst>
                <a:path w="6354" h="13434" extrusionOk="0">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78"/>
            <p:cNvSpPr/>
            <p:nvPr/>
          </p:nvSpPr>
          <p:spPr>
            <a:xfrm>
              <a:off x="4212615" y="1636914"/>
              <a:ext cx="214719" cy="215558"/>
            </a:xfrm>
            <a:custGeom>
              <a:avLst/>
              <a:gdLst/>
              <a:ahLst/>
              <a:cxnLst/>
              <a:rect l="l" t="t" r="r" b="b"/>
              <a:pathLst>
                <a:path w="8186" h="8218" extrusionOk="0">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78"/>
            <p:cNvSpPr/>
            <p:nvPr/>
          </p:nvSpPr>
          <p:spPr>
            <a:xfrm>
              <a:off x="4204274" y="1638121"/>
              <a:ext cx="60119" cy="179308"/>
            </a:xfrm>
            <a:custGeom>
              <a:avLst/>
              <a:gdLst/>
              <a:ahLst/>
              <a:cxnLst/>
              <a:rect l="l" t="t" r="r" b="b"/>
              <a:pathLst>
                <a:path w="2292" h="6836" extrusionOk="0">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78"/>
            <p:cNvSpPr/>
            <p:nvPr/>
          </p:nvSpPr>
          <p:spPr>
            <a:xfrm>
              <a:off x="4287948" y="1733126"/>
              <a:ext cx="28564" cy="17968"/>
            </a:xfrm>
            <a:custGeom>
              <a:avLst/>
              <a:gdLst/>
              <a:ahLst/>
              <a:cxnLst/>
              <a:rect l="l" t="t" r="r" b="b"/>
              <a:pathLst>
                <a:path w="1089" h="685" extrusionOk="0">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78"/>
            <p:cNvSpPr/>
            <p:nvPr/>
          </p:nvSpPr>
          <p:spPr>
            <a:xfrm>
              <a:off x="4323673" y="1733126"/>
              <a:ext cx="28696" cy="17784"/>
            </a:xfrm>
            <a:custGeom>
              <a:avLst/>
              <a:gdLst/>
              <a:ahLst/>
              <a:cxnLst/>
              <a:rect l="l" t="t" r="r" b="b"/>
              <a:pathLst>
                <a:path w="1094" h="678" extrusionOk="0">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2" name="Google Shape;16572;p78"/>
            <p:cNvSpPr/>
            <p:nvPr/>
          </p:nvSpPr>
          <p:spPr>
            <a:xfrm>
              <a:off x="4260459" y="1774884"/>
              <a:ext cx="119373" cy="53745"/>
            </a:xfrm>
            <a:custGeom>
              <a:avLst/>
              <a:gdLst/>
              <a:ahLst/>
              <a:cxnLst/>
              <a:rect l="l" t="t" r="r" b="b"/>
              <a:pathLst>
                <a:path w="4551" h="2049" extrusionOk="0">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3" name="Google Shape;16573;p78"/>
            <p:cNvSpPr/>
            <p:nvPr/>
          </p:nvSpPr>
          <p:spPr>
            <a:xfrm>
              <a:off x="4285718" y="1792773"/>
              <a:ext cx="68670" cy="35778"/>
            </a:xfrm>
            <a:custGeom>
              <a:avLst/>
              <a:gdLst/>
              <a:ahLst/>
              <a:cxnLst/>
              <a:rect l="l" t="t" r="r" b="b"/>
              <a:pathLst>
                <a:path w="2618" h="1364" extrusionOk="0">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4" name="Google Shape;16574;p78"/>
            <p:cNvSpPr/>
            <p:nvPr/>
          </p:nvSpPr>
          <p:spPr>
            <a:xfrm>
              <a:off x="4248550" y="1667472"/>
              <a:ext cx="35778" cy="41811"/>
            </a:xfrm>
            <a:custGeom>
              <a:avLst/>
              <a:gdLst/>
              <a:ahLst/>
              <a:cxnLst/>
              <a:rect l="l" t="t" r="r" b="b"/>
              <a:pathLst>
                <a:path w="1364" h="1594" extrusionOk="0">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78"/>
            <p:cNvSpPr/>
            <p:nvPr/>
          </p:nvSpPr>
          <p:spPr>
            <a:xfrm>
              <a:off x="4266334" y="1667472"/>
              <a:ext cx="17994" cy="29771"/>
            </a:xfrm>
            <a:custGeom>
              <a:avLst/>
              <a:gdLst/>
              <a:ahLst/>
              <a:cxnLst/>
              <a:rect l="l" t="t" r="r" b="b"/>
              <a:pathLst>
                <a:path w="686" h="1135" extrusionOk="0">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78"/>
            <p:cNvSpPr/>
            <p:nvPr/>
          </p:nvSpPr>
          <p:spPr>
            <a:xfrm>
              <a:off x="4260459" y="1673348"/>
              <a:ext cx="11961" cy="11935"/>
            </a:xfrm>
            <a:custGeom>
              <a:avLst/>
              <a:gdLst/>
              <a:ahLst/>
              <a:cxnLst/>
              <a:rect l="l" t="t" r="r" b="b"/>
              <a:pathLst>
                <a:path w="456" h="455" extrusionOk="0">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7" name="Google Shape;16577;p78"/>
            <p:cNvSpPr/>
            <p:nvPr/>
          </p:nvSpPr>
          <p:spPr>
            <a:xfrm>
              <a:off x="4355962" y="1667472"/>
              <a:ext cx="35778" cy="41811"/>
            </a:xfrm>
            <a:custGeom>
              <a:avLst/>
              <a:gdLst/>
              <a:ahLst/>
              <a:cxnLst/>
              <a:rect l="l" t="t" r="r" b="b"/>
              <a:pathLst>
                <a:path w="1364" h="1594" extrusionOk="0">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8" name="Google Shape;16578;p78"/>
            <p:cNvSpPr/>
            <p:nvPr/>
          </p:nvSpPr>
          <p:spPr>
            <a:xfrm>
              <a:off x="4373772" y="1667472"/>
              <a:ext cx="17968" cy="29771"/>
            </a:xfrm>
            <a:custGeom>
              <a:avLst/>
              <a:gdLst/>
              <a:ahLst/>
              <a:cxnLst/>
              <a:rect l="l" t="t" r="r" b="b"/>
              <a:pathLst>
                <a:path w="685" h="1135" extrusionOk="0">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78"/>
            <p:cNvSpPr/>
            <p:nvPr/>
          </p:nvSpPr>
          <p:spPr>
            <a:xfrm>
              <a:off x="4367897" y="1673348"/>
              <a:ext cx="11935" cy="11935"/>
            </a:xfrm>
            <a:custGeom>
              <a:avLst/>
              <a:gdLst/>
              <a:ahLst/>
              <a:cxnLst/>
              <a:rect l="l" t="t" r="r" b="b"/>
              <a:pathLst>
                <a:path w="455" h="455" extrusionOk="0">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78"/>
            <p:cNvSpPr/>
            <p:nvPr/>
          </p:nvSpPr>
          <p:spPr>
            <a:xfrm>
              <a:off x="4314178" y="1810688"/>
              <a:ext cx="11935" cy="17941"/>
            </a:xfrm>
            <a:custGeom>
              <a:avLst/>
              <a:gdLst/>
              <a:ahLst/>
              <a:cxnLst/>
              <a:rect l="l" t="t" r="r" b="b"/>
              <a:pathLst>
                <a:path w="455" h="684" extrusionOk="0">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81" name="Google Shape;16581;p78"/>
          <p:cNvGrpSpPr/>
          <p:nvPr/>
        </p:nvGrpSpPr>
        <p:grpSpPr>
          <a:xfrm>
            <a:off x="6878869" y="1980134"/>
            <a:ext cx="361240" cy="370158"/>
            <a:chOff x="6878869" y="1980134"/>
            <a:chExt cx="361240" cy="370158"/>
          </a:xfrm>
        </p:grpSpPr>
        <p:sp>
          <p:nvSpPr>
            <p:cNvPr id="16582" name="Google Shape;16582;p78"/>
            <p:cNvSpPr/>
            <p:nvPr/>
          </p:nvSpPr>
          <p:spPr>
            <a:xfrm>
              <a:off x="6878869" y="2012869"/>
              <a:ext cx="67437" cy="32027"/>
            </a:xfrm>
            <a:custGeom>
              <a:avLst/>
              <a:gdLst/>
              <a:ahLst/>
              <a:cxnLst/>
              <a:rect l="l" t="t" r="r" b="b"/>
              <a:pathLst>
                <a:path w="2571" h="1221" extrusionOk="0">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78"/>
            <p:cNvSpPr/>
            <p:nvPr/>
          </p:nvSpPr>
          <p:spPr>
            <a:xfrm>
              <a:off x="6882777" y="2032961"/>
              <a:ext cx="63529" cy="11777"/>
            </a:xfrm>
            <a:custGeom>
              <a:avLst/>
              <a:gdLst/>
              <a:ahLst/>
              <a:cxnLst/>
              <a:rect l="l" t="t" r="r" b="b"/>
              <a:pathLst>
                <a:path w="2422" h="449" extrusionOk="0">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4" name="Google Shape;16584;p78"/>
            <p:cNvSpPr/>
            <p:nvPr/>
          </p:nvSpPr>
          <p:spPr>
            <a:xfrm>
              <a:off x="6992339" y="2273962"/>
              <a:ext cx="91989" cy="76329"/>
            </a:xfrm>
            <a:custGeom>
              <a:avLst/>
              <a:gdLst/>
              <a:ahLst/>
              <a:cxnLst/>
              <a:rect l="l" t="t" r="r" b="b"/>
              <a:pathLst>
                <a:path w="3507" h="2910" extrusionOk="0">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5" name="Google Shape;16585;p78"/>
            <p:cNvSpPr/>
            <p:nvPr/>
          </p:nvSpPr>
          <p:spPr>
            <a:xfrm>
              <a:off x="7015815" y="2273962"/>
              <a:ext cx="68670" cy="76329"/>
            </a:xfrm>
            <a:custGeom>
              <a:avLst/>
              <a:gdLst/>
              <a:ahLst/>
              <a:cxnLst/>
              <a:rect l="l" t="t" r="r" b="b"/>
              <a:pathLst>
                <a:path w="2618" h="2910" extrusionOk="0">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78"/>
            <p:cNvSpPr/>
            <p:nvPr/>
          </p:nvSpPr>
          <p:spPr>
            <a:xfrm>
              <a:off x="6923696" y="1980134"/>
              <a:ext cx="316412" cy="317147"/>
            </a:xfrm>
            <a:custGeom>
              <a:avLst/>
              <a:gdLst/>
              <a:ahLst/>
              <a:cxnLst/>
              <a:rect l="l" t="t" r="r" b="b"/>
              <a:pathLst>
                <a:path w="12063" h="12091" extrusionOk="0">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78"/>
            <p:cNvSpPr/>
            <p:nvPr/>
          </p:nvSpPr>
          <p:spPr>
            <a:xfrm>
              <a:off x="6923853" y="1987085"/>
              <a:ext cx="305239" cy="310380"/>
            </a:xfrm>
            <a:custGeom>
              <a:avLst/>
              <a:gdLst/>
              <a:ahLst/>
              <a:cxnLst/>
              <a:rect l="l" t="t" r="r" b="b"/>
              <a:pathLst>
                <a:path w="11637" h="11833" extrusionOk="0">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78"/>
            <p:cNvSpPr/>
            <p:nvPr/>
          </p:nvSpPr>
          <p:spPr>
            <a:xfrm>
              <a:off x="6923853" y="2087388"/>
              <a:ext cx="316255" cy="210076"/>
            </a:xfrm>
            <a:custGeom>
              <a:avLst/>
              <a:gdLst/>
              <a:ahLst/>
              <a:cxnLst/>
              <a:rect l="l" t="t" r="r" b="b"/>
              <a:pathLst>
                <a:path w="12057" h="8009" extrusionOk="0">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78"/>
            <p:cNvSpPr/>
            <p:nvPr/>
          </p:nvSpPr>
          <p:spPr>
            <a:xfrm>
              <a:off x="6923853" y="2087388"/>
              <a:ext cx="305239" cy="210076"/>
            </a:xfrm>
            <a:custGeom>
              <a:avLst/>
              <a:gdLst/>
              <a:ahLst/>
              <a:cxnLst/>
              <a:rect l="l" t="t" r="r" b="b"/>
              <a:pathLst>
                <a:path w="11637" h="8009" extrusionOk="0">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78"/>
            <p:cNvSpPr/>
            <p:nvPr/>
          </p:nvSpPr>
          <p:spPr>
            <a:xfrm>
              <a:off x="6941296" y="2121356"/>
              <a:ext cx="298812" cy="176108"/>
            </a:xfrm>
            <a:custGeom>
              <a:avLst/>
              <a:gdLst/>
              <a:ahLst/>
              <a:cxnLst/>
              <a:rect l="l" t="t" r="r" b="b"/>
              <a:pathLst>
                <a:path w="11392" h="6714" extrusionOk="0">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78"/>
            <p:cNvSpPr/>
            <p:nvPr/>
          </p:nvSpPr>
          <p:spPr>
            <a:xfrm>
              <a:off x="6953388" y="2121172"/>
              <a:ext cx="286720" cy="152632"/>
            </a:xfrm>
            <a:custGeom>
              <a:avLst/>
              <a:gdLst/>
              <a:ahLst/>
              <a:cxnLst/>
              <a:rect l="l" t="t" r="r" b="b"/>
              <a:pathLst>
                <a:path w="10931" h="5819" extrusionOk="0">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78"/>
            <p:cNvSpPr/>
            <p:nvPr/>
          </p:nvSpPr>
          <p:spPr>
            <a:xfrm>
              <a:off x="6953204" y="2003610"/>
              <a:ext cx="23502" cy="23502"/>
            </a:xfrm>
            <a:custGeom>
              <a:avLst/>
              <a:gdLst/>
              <a:ahLst/>
              <a:cxnLst/>
              <a:rect l="l" t="t" r="r" b="b"/>
              <a:pathLst>
                <a:path w="896" h="896" extrusionOk="0">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3" name="Google Shape;16593;p78"/>
            <p:cNvSpPr/>
            <p:nvPr/>
          </p:nvSpPr>
          <p:spPr>
            <a:xfrm>
              <a:off x="6971696" y="2121146"/>
              <a:ext cx="218811" cy="95503"/>
            </a:xfrm>
            <a:custGeom>
              <a:avLst/>
              <a:gdLst/>
              <a:ahLst/>
              <a:cxnLst/>
              <a:rect l="l" t="t" r="r" b="b"/>
              <a:pathLst>
                <a:path w="8342" h="3641" extrusionOk="0">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4" name="Google Shape;16594;p78"/>
            <p:cNvSpPr/>
            <p:nvPr/>
          </p:nvSpPr>
          <p:spPr>
            <a:xfrm>
              <a:off x="6964955" y="2003610"/>
              <a:ext cx="11751" cy="11777"/>
            </a:xfrm>
            <a:custGeom>
              <a:avLst/>
              <a:gdLst/>
              <a:ahLst/>
              <a:cxnLst/>
              <a:rect l="l" t="t" r="r" b="b"/>
              <a:pathLst>
                <a:path w="448" h="449" extrusionOk="0">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5" name="Google Shape;16595;p78"/>
          <p:cNvGrpSpPr/>
          <p:nvPr/>
        </p:nvGrpSpPr>
        <p:grpSpPr>
          <a:xfrm>
            <a:off x="2493999" y="2550033"/>
            <a:ext cx="370132" cy="259467"/>
            <a:chOff x="2493999" y="2550033"/>
            <a:chExt cx="370132" cy="259467"/>
          </a:xfrm>
        </p:grpSpPr>
        <p:sp>
          <p:nvSpPr>
            <p:cNvPr id="16596" name="Google Shape;16596;p78"/>
            <p:cNvSpPr/>
            <p:nvPr/>
          </p:nvSpPr>
          <p:spPr>
            <a:xfrm>
              <a:off x="2493999" y="2660251"/>
              <a:ext cx="370132" cy="149249"/>
            </a:xfrm>
            <a:custGeom>
              <a:avLst/>
              <a:gdLst/>
              <a:ahLst/>
              <a:cxnLst/>
              <a:rect l="l" t="t" r="r" b="b"/>
              <a:pathLst>
                <a:path w="14111" h="5690" extrusionOk="0">
                  <a:moveTo>
                    <a:pt x="0" y="1"/>
                  </a:moveTo>
                  <a:cubicBezTo>
                    <a:pt x="0" y="1947"/>
                    <a:pt x="3872" y="5690"/>
                    <a:pt x="7059" y="5690"/>
                  </a:cubicBezTo>
                  <a:cubicBezTo>
                    <a:pt x="10239" y="5690"/>
                    <a:pt x="14111" y="1953"/>
                    <a:pt x="1411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7" name="Google Shape;16597;p78"/>
            <p:cNvSpPr/>
            <p:nvPr/>
          </p:nvSpPr>
          <p:spPr>
            <a:xfrm>
              <a:off x="2493999" y="2660251"/>
              <a:ext cx="139649" cy="140724"/>
            </a:xfrm>
            <a:custGeom>
              <a:avLst/>
              <a:gdLst/>
              <a:ahLst/>
              <a:cxnLst/>
              <a:rect l="l" t="t" r="r" b="b"/>
              <a:pathLst>
                <a:path w="5324" h="5365" extrusionOk="0">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78"/>
            <p:cNvSpPr/>
            <p:nvPr/>
          </p:nvSpPr>
          <p:spPr>
            <a:xfrm>
              <a:off x="2493999" y="2660251"/>
              <a:ext cx="370132" cy="101405"/>
            </a:xfrm>
            <a:custGeom>
              <a:avLst/>
              <a:gdLst/>
              <a:ahLst/>
              <a:cxnLst/>
              <a:rect l="l" t="t" r="r" b="b"/>
              <a:pathLst>
                <a:path w="14111" h="3866" extrusionOk="0">
                  <a:moveTo>
                    <a:pt x="0" y="1"/>
                  </a:moveTo>
                  <a:cubicBezTo>
                    <a:pt x="0" y="1031"/>
                    <a:pt x="4781" y="3866"/>
                    <a:pt x="7059" y="3866"/>
                  </a:cubicBezTo>
                  <a:cubicBezTo>
                    <a:pt x="9331" y="3866"/>
                    <a:pt x="14111" y="1031"/>
                    <a:pt x="141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78"/>
            <p:cNvSpPr/>
            <p:nvPr/>
          </p:nvSpPr>
          <p:spPr>
            <a:xfrm>
              <a:off x="2493999" y="2550033"/>
              <a:ext cx="370132" cy="152055"/>
            </a:xfrm>
            <a:custGeom>
              <a:avLst/>
              <a:gdLst/>
              <a:ahLst/>
              <a:cxnLst/>
              <a:rect l="l" t="t" r="r" b="b"/>
              <a:pathLst>
                <a:path w="14111" h="5797" extrusionOk="0">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78"/>
            <p:cNvSpPr/>
            <p:nvPr/>
          </p:nvSpPr>
          <p:spPr>
            <a:xfrm>
              <a:off x="2493999" y="2550033"/>
              <a:ext cx="158665" cy="141012"/>
            </a:xfrm>
            <a:custGeom>
              <a:avLst/>
              <a:gdLst/>
              <a:ahLst/>
              <a:cxnLst/>
              <a:rect l="l" t="t" r="r" b="b"/>
              <a:pathLst>
                <a:path w="6049" h="5376" extrusionOk="0">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1" name="Google Shape;16601;p78"/>
            <p:cNvSpPr/>
            <p:nvPr/>
          </p:nvSpPr>
          <p:spPr>
            <a:xfrm>
              <a:off x="2505908" y="2558689"/>
              <a:ext cx="95530" cy="95556"/>
            </a:xfrm>
            <a:custGeom>
              <a:avLst/>
              <a:gdLst/>
              <a:ahLst/>
              <a:cxnLst/>
              <a:rect l="l" t="t" r="r" b="b"/>
              <a:pathLst>
                <a:path w="3642" h="3643" extrusionOk="0">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2" name="Google Shape;16602;p78"/>
            <p:cNvSpPr/>
            <p:nvPr/>
          </p:nvSpPr>
          <p:spPr>
            <a:xfrm>
              <a:off x="2497567" y="2564932"/>
              <a:ext cx="97654" cy="89392"/>
            </a:xfrm>
            <a:custGeom>
              <a:avLst/>
              <a:gdLst/>
              <a:ahLst/>
              <a:cxnLst/>
              <a:rect l="l" t="t" r="r" b="b"/>
              <a:pathLst>
                <a:path w="3723" h="3408" extrusionOk="0">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78"/>
            <p:cNvSpPr/>
            <p:nvPr/>
          </p:nvSpPr>
          <p:spPr>
            <a:xfrm>
              <a:off x="2756693" y="2558689"/>
              <a:ext cx="95530" cy="95556"/>
            </a:xfrm>
            <a:custGeom>
              <a:avLst/>
              <a:gdLst/>
              <a:ahLst/>
              <a:cxnLst/>
              <a:rect l="l" t="t" r="r" b="b"/>
              <a:pathLst>
                <a:path w="3642" h="3643" extrusionOk="0">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78"/>
            <p:cNvSpPr/>
            <p:nvPr/>
          </p:nvSpPr>
          <p:spPr>
            <a:xfrm>
              <a:off x="2748325" y="2564932"/>
              <a:ext cx="97681" cy="89392"/>
            </a:xfrm>
            <a:custGeom>
              <a:avLst/>
              <a:gdLst/>
              <a:ahLst/>
              <a:cxnLst/>
              <a:rect l="l" t="t" r="r" b="b"/>
              <a:pathLst>
                <a:path w="3724" h="3408" extrusionOk="0">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78"/>
            <p:cNvSpPr/>
            <p:nvPr/>
          </p:nvSpPr>
          <p:spPr>
            <a:xfrm>
              <a:off x="2523875" y="2576840"/>
              <a:ext cx="35778" cy="53745"/>
            </a:xfrm>
            <a:custGeom>
              <a:avLst/>
              <a:gdLst/>
              <a:ahLst/>
              <a:cxnLst/>
              <a:rect l="l" t="t" r="r" b="b"/>
              <a:pathLst>
                <a:path w="1364" h="2049" extrusionOk="0">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6" name="Google Shape;16606;p78"/>
            <p:cNvSpPr/>
            <p:nvPr/>
          </p:nvSpPr>
          <p:spPr>
            <a:xfrm>
              <a:off x="2647130" y="2648212"/>
              <a:ext cx="22558" cy="17941"/>
            </a:xfrm>
            <a:custGeom>
              <a:avLst/>
              <a:gdLst/>
              <a:ahLst/>
              <a:cxnLst/>
              <a:rect l="l" t="t" r="r" b="b"/>
              <a:pathLst>
                <a:path w="860" h="684" extrusionOk="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78"/>
            <p:cNvSpPr/>
            <p:nvPr/>
          </p:nvSpPr>
          <p:spPr>
            <a:xfrm>
              <a:off x="2688495" y="2648212"/>
              <a:ext cx="22505" cy="17941"/>
            </a:xfrm>
            <a:custGeom>
              <a:avLst/>
              <a:gdLst/>
              <a:ahLst/>
              <a:cxnLst/>
              <a:rect l="l" t="t" r="r" b="b"/>
              <a:pathLst>
                <a:path w="858" h="684" extrusionOk="0">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8" name="Google Shape;16608;p78"/>
            <p:cNvSpPr/>
            <p:nvPr/>
          </p:nvSpPr>
          <p:spPr>
            <a:xfrm>
              <a:off x="2541843" y="2576656"/>
              <a:ext cx="17810" cy="35830"/>
            </a:xfrm>
            <a:custGeom>
              <a:avLst/>
              <a:gdLst/>
              <a:ahLst/>
              <a:cxnLst/>
              <a:rect l="l" t="t" r="r" b="b"/>
              <a:pathLst>
                <a:path w="679" h="1366" extrusionOk="0">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9" name="Google Shape;16609;p78"/>
            <p:cNvSpPr/>
            <p:nvPr/>
          </p:nvSpPr>
          <p:spPr>
            <a:xfrm>
              <a:off x="2535784" y="2588591"/>
              <a:ext cx="11961" cy="11935"/>
            </a:xfrm>
            <a:custGeom>
              <a:avLst/>
              <a:gdLst/>
              <a:ahLst/>
              <a:cxnLst/>
              <a:rect l="l" t="t" r="r" b="b"/>
              <a:pathLst>
                <a:path w="456" h="455" extrusionOk="0">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0" name="Google Shape;16610;p78"/>
            <p:cNvSpPr/>
            <p:nvPr/>
          </p:nvSpPr>
          <p:spPr>
            <a:xfrm>
              <a:off x="2798477" y="2576840"/>
              <a:ext cx="35778" cy="53745"/>
            </a:xfrm>
            <a:custGeom>
              <a:avLst/>
              <a:gdLst/>
              <a:ahLst/>
              <a:cxnLst/>
              <a:rect l="l" t="t" r="r" b="b"/>
              <a:pathLst>
                <a:path w="1364" h="2049" extrusionOk="0">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1" name="Google Shape;16611;p78"/>
            <p:cNvSpPr/>
            <p:nvPr/>
          </p:nvSpPr>
          <p:spPr>
            <a:xfrm>
              <a:off x="2816261" y="2576656"/>
              <a:ext cx="17994" cy="35830"/>
            </a:xfrm>
            <a:custGeom>
              <a:avLst/>
              <a:gdLst/>
              <a:ahLst/>
              <a:cxnLst/>
              <a:rect l="l" t="t" r="r" b="b"/>
              <a:pathLst>
                <a:path w="686" h="1366" extrusionOk="0">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78"/>
            <p:cNvSpPr/>
            <p:nvPr/>
          </p:nvSpPr>
          <p:spPr>
            <a:xfrm>
              <a:off x="2810412" y="2588591"/>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78"/>
            <p:cNvSpPr/>
            <p:nvPr/>
          </p:nvSpPr>
          <p:spPr>
            <a:xfrm>
              <a:off x="2609595" y="2725879"/>
              <a:ext cx="138940" cy="35778"/>
            </a:xfrm>
            <a:custGeom>
              <a:avLst/>
              <a:gdLst/>
              <a:ahLst/>
              <a:cxnLst/>
              <a:rect l="l" t="t" r="r" b="b"/>
              <a:pathLst>
                <a:path w="5297" h="1364" extrusionOk="0">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78"/>
            <p:cNvSpPr/>
            <p:nvPr/>
          </p:nvSpPr>
          <p:spPr>
            <a:xfrm>
              <a:off x="2656730" y="2727662"/>
              <a:ext cx="91805" cy="33994"/>
            </a:xfrm>
            <a:custGeom>
              <a:avLst/>
              <a:gdLst/>
              <a:ahLst/>
              <a:cxnLst/>
              <a:rect l="l" t="t" r="r" b="b"/>
              <a:pathLst>
                <a:path w="3500" h="1296" extrusionOk="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15" name="Google Shape;16615;p78"/>
          <p:cNvGrpSpPr/>
          <p:nvPr/>
        </p:nvGrpSpPr>
        <p:grpSpPr>
          <a:xfrm>
            <a:off x="1699703" y="3365261"/>
            <a:ext cx="281054" cy="370158"/>
            <a:chOff x="1699703" y="3365261"/>
            <a:chExt cx="281054" cy="370158"/>
          </a:xfrm>
        </p:grpSpPr>
        <p:sp>
          <p:nvSpPr>
            <p:cNvPr id="16616" name="Google Shape;16616;p78"/>
            <p:cNvSpPr/>
            <p:nvPr/>
          </p:nvSpPr>
          <p:spPr>
            <a:xfrm>
              <a:off x="1737474" y="3471362"/>
              <a:ext cx="227781" cy="108435"/>
            </a:xfrm>
            <a:custGeom>
              <a:avLst/>
              <a:gdLst/>
              <a:ahLst/>
              <a:cxnLst/>
              <a:rect l="l" t="t" r="r" b="b"/>
              <a:pathLst>
                <a:path w="8684" h="4134" extrusionOk="0">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78"/>
            <p:cNvSpPr/>
            <p:nvPr/>
          </p:nvSpPr>
          <p:spPr>
            <a:xfrm>
              <a:off x="1743271" y="3393301"/>
              <a:ext cx="237486" cy="103425"/>
            </a:xfrm>
            <a:custGeom>
              <a:avLst/>
              <a:gdLst/>
              <a:ahLst/>
              <a:cxnLst/>
              <a:rect l="l" t="t" r="r" b="b"/>
              <a:pathLst>
                <a:path w="9054" h="3943" extrusionOk="0">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78"/>
            <p:cNvSpPr/>
            <p:nvPr/>
          </p:nvSpPr>
          <p:spPr>
            <a:xfrm>
              <a:off x="1709644" y="3365261"/>
              <a:ext cx="47686" cy="370158"/>
            </a:xfrm>
            <a:custGeom>
              <a:avLst/>
              <a:gdLst/>
              <a:ahLst/>
              <a:cxnLst/>
              <a:rect l="l" t="t" r="r" b="b"/>
              <a:pathLst>
                <a:path w="1818" h="14112" extrusionOk="0">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78"/>
            <p:cNvSpPr/>
            <p:nvPr/>
          </p:nvSpPr>
          <p:spPr>
            <a:xfrm>
              <a:off x="1709644" y="3365261"/>
              <a:ext cx="25653" cy="370158"/>
            </a:xfrm>
            <a:custGeom>
              <a:avLst/>
              <a:gdLst/>
              <a:ahLst/>
              <a:cxnLst/>
              <a:rect l="l" t="t" r="r" b="b"/>
              <a:pathLst>
                <a:path w="978" h="14112" extrusionOk="0">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78"/>
            <p:cNvSpPr/>
            <p:nvPr/>
          </p:nvSpPr>
          <p:spPr>
            <a:xfrm>
              <a:off x="1789881" y="3484660"/>
              <a:ext cx="38243" cy="70218"/>
            </a:xfrm>
            <a:custGeom>
              <a:avLst/>
              <a:gdLst/>
              <a:ahLst/>
              <a:cxnLst/>
              <a:rect l="l" t="t" r="r" b="b"/>
              <a:pathLst>
                <a:path w="1458" h="2677" extrusionOk="0">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78"/>
            <p:cNvSpPr/>
            <p:nvPr/>
          </p:nvSpPr>
          <p:spPr>
            <a:xfrm>
              <a:off x="1805147" y="3536228"/>
              <a:ext cx="122232" cy="130389"/>
            </a:xfrm>
            <a:custGeom>
              <a:avLst/>
              <a:gdLst/>
              <a:ahLst/>
              <a:cxnLst/>
              <a:rect l="l" t="t" r="r" b="b"/>
              <a:pathLst>
                <a:path w="4660" h="4971" extrusionOk="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78"/>
            <p:cNvSpPr/>
            <p:nvPr/>
          </p:nvSpPr>
          <p:spPr>
            <a:xfrm>
              <a:off x="1703611" y="3472699"/>
              <a:ext cx="59778" cy="24027"/>
            </a:xfrm>
            <a:custGeom>
              <a:avLst/>
              <a:gdLst/>
              <a:ahLst/>
              <a:cxnLst/>
              <a:rect l="l" t="t" r="r" b="b"/>
              <a:pathLst>
                <a:path w="2279" h="916" extrusionOk="0">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78"/>
            <p:cNvSpPr/>
            <p:nvPr/>
          </p:nvSpPr>
          <p:spPr>
            <a:xfrm>
              <a:off x="1699703" y="3472699"/>
              <a:ext cx="33810" cy="24027"/>
            </a:xfrm>
            <a:custGeom>
              <a:avLst/>
              <a:gdLst/>
              <a:ahLst/>
              <a:cxnLst/>
              <a:rect l="l" t="t" r="r" b="b"/>
              <a:pathLst>
                <a:path w="1289" h="916" extrusionOk="0">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78"/>
            <p:cNvSpPr/>
            <p:nvPr/>
          </p:nvSpPr>
          <p:spPr>
            <a:xfrm>
              <a:off x="1703611" y="3604138"/>
              <a:ext cx="59778" cy="23843"/>
            </a:xfrm>
            <a:custGeom>
              <a:avLst/>
              <a:gdLst/>
              <a:ahLst/>
              <a:cxnLst/>
              <a:rect l="l" t="t" r="r" b="b"/>
              <a:pathLst>
                <a:path w="2279" h="909" extrusionOk="0">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5" name="Google Shape;16625;p78"/>
            <p:cNvSpPr/>
            <p:nvPr/>
          </p:nvSpPr>
          <p:spPr>
            <a:xfrm>
              <a:off x="1699703" y="3604138"/>
              <a:ext cx="33810" cy="23843"/>
            </a:xfrm>
            <a:custGeom>
              <a:avLst/>
              <a:gdLst/>
              <a:ahLst/>
              <a:cxnLst/>
              <a:rect l="l" t="t" r="r" b="b"/>
              <a:pathLst>
                <a:path w="1289" h="909" extrusionOk="0">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78"/>
            <p:cNvSpPr/>
            <p:nvPr/>
          </p:nvSpPr>
          <p:spPr>
            <a:xfrm>
              <a:off x="1801606" y="3393222"/>
              <a:ext cx="177341" cy="55844"/>
            </a:xfrm>
            <a:custGeom>
              <a:avLst/>
              <a:gdLst/>
              <a:ahLst/>
              <a:cxnLst/>
              <a:rect l="l" t="t" r="r" b="b"/>
              <a:pathLst>
                <a:path w="6761" h="2129" extrusionOk="0">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78"/>
            <p:cNvSpPr/>
            <p:nvPr/>
          </p:nvSpPr>
          <p:spPr>
            <a:xfrm>
              <a:off x="1822957" y="3484319"/>
              <a:ext cx="141590" cy="95582"/>
            </a:xfrm>
            <a:custGeom>
              <a:avLst/>
              <a:gdLst/>
              <a:ahLst/>
              <a:cxnLst/>
              <a:rect l="l" t="t" r="r" b="b"/>
              <a:pathLst>
                <a:path w="5398" h="3644" extrusionOk="0">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78"/>
            <p:cNvSpPr/>
            <p:nvPr/>
          </p:nvSpPr>
          <p:spPr>
            <a:xfrm>
              <a:off x="1805147" y="3536228"/>
              <a:ext cx="98572" cy="130389"/>
            </a:xfrm>
            <a:custGeom>
              <a:avLst/>
              <a:gdLst/>
              <a:ahLst/>
              <a:cxnLst/>
              <a:rect l="l" t="t" r="r" b="b"/>
              <a:pathLst>
                <a:path w="3758" h="4971" extrusionOk="0">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29" name="Google Shape;16629;p78"/>
          <p:cNvGrpSpPr/>
          <p:nvPr/>
        </p:nvGrpSpPr>
        <p:grpSpPr>
          <a:xfrm>
            <a:off x="7966810" y="1519430"/>
            <a:ext cx="369974" cy="355626"/>
            <a:chOff x="7966810" y="1519430"/>
            <a:chExt cx="369974" cy="355626"/>
          </a:xfrm>
        </p:grpSpPr>
        <p:sp>
          <p:nvSpPr>
            <p:cNvPr id="16630" name="Google Shape;16630;p78"/>
            <p:cNvSpPr/>
            <p:nvPr/>
          </p:nvSpPr>
          <p:spPr>
            <a:xfrm>
              <a:off x="8205503" y="1519430"/>
              <a:ext cx="131281" cy="122992"/>
            </a:xfrm>
            <a:custGeom>
              <a:avLst/>
              <a:gdLst/>
              <a:ahLst/>
              <a:cxnLst/>
              <a:rect l="l" t="t" r="r" b="b"/>
              <a:pathLst>
                <a:path w="5005" h="4689" extrusionOk="0">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78"/>
            <p:cNvSpPr/>
            <p:nvPr/>
          </p:nvSpPr>
          <p:spPr>
            <a:xfrm>
              <a:off x="8230763" y="1530132"/>
              <a:ext cx="105130" cy="112291"/>
            </a:xfrm>
            <a:custGeom>
              <a:avLst/>
              <a:gdLst/>
              <a:ahLst/>
              <a:cxnLst/>
              <a:rect l="l" t="t" r="r" b="b"/>
              <a:pathLst>
                <a:path w="4008" h="4281" extrusionOk="0">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2" name="Google Shape;16632;p78"/>
            <p:cNvSpPr/>
            <p:nvPr/>
          </p:nvSpPr>
          <p:spPr>
            <a:xfrm>
              <a:off x="7966810" y="1519430"/>
              <a:ext cx="131281" cy="122992"/>
            </a:xfrm>
            <a:custGeom>
              <a:avLst/>
              <a:gdLst/>
              <a:ahLst/>
              <a:cxnLst/>
              <a:rect l="l" t="t" r="r" b="b"/>
              <a:pathLst>
                <a:path w="5005" h="4689" extrusionOk="0">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3" name="Google Shape;16633;p78"/>
            <p:cNvSpPr/>
            <p:nvPr/>
          </p:nvSpPr>
          <p:spPr>
            <a:xfrm>
              <a:off x="7967886" y="1530132"/>
              <a:ext cx="104946" cy="112291"/>
            </a:xfrm>
            <a:custGeom>
              <a:avLst/>
              <a:gdLst/>
              <a:ahLst/>
              <a:cxnLst/>
              <a:rect l="l" t="t" r="r" b="b"/>
              <a:pathLst>
                <a:path w="4001" h="4281" extrusionOk="0">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78"/>
            <p:cNvSpPr/>
            <p:nvPr/>
          </p:nvSpPr>
          <p:spPr>
            <a:xfrm>
              <a:off x="8002562" y="1564677"/>
              <a:ext cx="298471" cy="310380"/>
            </a:xfrm>
            <a:custGeom>
              <a:avLst/>
              <a:gdLst/>
              <a:ahLst/>
              <a:cxnLst/>
              <a:rect l="l" t="t" r="r" b="b"/>
              <a:pathLst>
                <a:path w="11379" h="11833" extrusionOk="0">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78"/>
            <p:cNvSpPr/>
            <p:nvPr/>
          </p:nvSpPr>
          <p:spPr>
            <a:xfrm>
              <a:off x="8100741" y="1803527"/>
              <a:ext cx="102481" cy="35778"/>
            </a:xfrm>
            <a:custGeom>
              <a:avLst/>
              <a:gdLst/>
              <a:ahLst/>
              <a:cxnLst/>
              <a:rect l="l" t="t" r="r" b="b"/>
              <a:pathLst>
                <a:path w="3907" h="1364" extrusionOk="0">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78"/>
            <p:cNvSpPr/>
            <p:nvPr/>
          </p:nvSpPr>
          <p:spPr>
            <a:xfrm>
              <a:off x="8084924" y="1714948"/>
              <a:ext cx="133930" cy="94507"/>
            </a:xfrm>
            <a:custGeom>
              <a:avLst/>
              <a:gdLst/>
              <a:ahLst/>
              <a:cxnLst/>
              <a:rect l="l" t="t" r="r" b="b"/>
              <a:pathLst>
                <a:path w="5106" h="3603" extrusionOk="0">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78"/>
            <p:cNvSpPr/>
            <p:nvPr/>
          </p:nvSpPr>
          <p:spPr>
            <a:xfrm>
              <a:off x="8002562" y="1564677"/>
              <a:ext cx="149249" cy="309855"/>
            </a:xfrm>
            <a:custGeom>
              <a:avLst/>
              <a:gdLst/>
              <a:ahLst/>
              <a:cxnLst/>
              <a:rect l="l" t="t" r="r" b="b"/>
              <a:pathLst>
                <a:path w="5690" h="11813" extrusionOk="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8" name="Google Shape;16638;p78"/>
            <p:cNvSpPr/>
            <p:nvPr/>
          </p:nvSpPr>
          <p:spPr>
            <a:xfrm>
              <a:off x="8112492" y="1755684"/>
              <a:ext cx="29010" cy="28486"/>
            </a:xfrm>
            <a:custGeom>
              <a:avLst/>
              <a:gdLst/>
              <a:ahLst/>
              <a:cxnLst/>
              <a:rect l="l" t="t" r="r" b="b"/>
              <a:pathLst>
                <a:path w="1106" h="1086" extrusionOk="0">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9" name="Google Shape;16639;p78"/>
            <p:cNvSpPr/>
            <p:nvPr/>
          </p:nvSpPr>
          <p:spPr>
            <a:xfrm>
              <a:off x="8161935" y="1755788"/>
              <a:ext cx="29194" cy="28538"/>
            </a:xfrm>
            <a:custGeom>
              <a:avLst/>
              <a:gdLst/>
              <a:ahLst/>
              <a:cxnLst/>
              <a:rect l="l" t="t" r="r" b="b"/>
              <a:pathLst>
                <a:path w="1113" h="1088" extrusionOk="0">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0" name="Google Shape;16640;p78"/>
            <p:cNvSpPr/>
            <p:nvPr/>
          </p:nvSpPr>
          <p:spPr>
            <a:xfrm>
              <a:off x="8068189" y="1666213"/>
              <a:ext cx="35778" cy="41837"/>
            </a:xfrm>
            <a:custGeom>
              <a:avLst/>
              <a:gdLst/>
              <a:ahLst/>
              <a:cxnLst/>
              <a:rect l="l" t="t" r="r" b="b"/>
              <a:pathLst>
                <a:path w="1364" h="1595" extrusionOk="0">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78"/>
            <p:cNvSpPr/>
            <p:nvPr/>
          </p:nvSpPr>
          <p:spPr>
            <a:xfrm>
              <a:off x="8086157" y="1666213"/>
              <a:ext cx="17810" cy="29797"/>
            </a:xfrm>
            <a:custGeom>
              <a:avLst/>
              <a:gdLst/>
              <a:ahLst/>
              <a:cxnLst/>
              <a:rect l="l" t="t" r="r" b="b"/>
              <a:pathLst>
                <a:path w="679" h="1136" extrusionOk="0">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78"/>
            <p:cNvSpPr/>
            <p:nvPr/>
          </p:nvSpPr>
          <p:spPr>
            <a:xfrm>
              <a:off x="8080098" y="1672089"/>
              <a:ext cx="11961" cy="11961"/>
            </a:xfrm>
            <a:custGeom>
              <a:avLst/>
              <a:gdLst/>
              <a:ahLst/>
              <a:cxnLst/>
              <a:rect l="l" t="t" r="r" b="b"/>
              <a:pathLst>
                <a:path w="456" h="456" extrusionOk="0">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78"/>
            <p:cNvSpPr/>
            <p:nvPr/>
          </p:nvSpPr>
          <p:spPr>
            <a:xfrm>
              <a:off x="8199628" y="1666213"/>
              <a:ext cx="35778" cy="41837"/>
            </a:xfrm>
            <a:custGeom>
              <a:avLst/>
              <a:gdLst/>
              <a:ahLst/>
              <a:cxnLst/>
              <a:rect l="l" t="t" r="r" b="b"/>
              <a:pathLst>
                <a:path w="1364" h="1595" extrusionOk="0">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78"/>
            <p:cNvSpPr/>
            <p:nvPr/>
          </p:nvSpPr>
          <p:spPr>
            <a:xfrm>
              <a:off x="8217412" y="1666213"/>
              <a:ext cx="17994" cy="29797"/>
            </a:xfrm>
            <a:custGeom>
              <a:avLst/>
              <a:gdLst/>
              <a:ahLst/>
              <a:cxnLst/>
              <a:rect l="l" t="t" r="r" b="b"/>
              <a:pathLst>
                <a:path w="686" h="1136" extrusionOk="0">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5" name="Google Shape;16645;p78"/>
            <p:cNvSpPr/>
            <p:nvPr/>
          </p:nvSpPr>
          <p:spPr>
            <a:xfrm>
              <a:off x="8211536" y="1672089"/>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6" name="Google Shape;16646;p78"/>
          <p:cNvGrpSpPr/>
          <p:nvPr/>
        </p:nvGrpSpPr>
        <p:grpSpPr>
          <a:xfrm>
            <a:off x="2792628" y="3365340"/>
            <a:ext cx="290445" cy="370079"/>
            <a:chOff x="2792628" y="3365340"/>
            <a:chExt cx="290445" cy="370079"/>
          </a:xfrm>
        </p:grpSpPr>
        <p:sp>
          <p:nvSpPr>
            <p:cNvPr id="16647" name="Google Shape;16647;p78"/>
            <p:cNvSpPr/>
            <p:nvPr/>
          </p:nvSpPr>
          <p:spPr>
            <a:xfrm>
              <a:off x="2792628" y="3365366"/>
              <a:ext cx="290445" cy="287769"/>
            </a:xfrm>
            <a:custGeom>
              <a:avLst/>
              <a:gdLst/>
              <a:ahLst/>
              <a:cxnLst/>
              <a:rect l="l" t="t" r="r" b="b"/>
              <a:pathLst>
                <a:path w="11073" h="10971" extrusionOk="0">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78"/>
            <p:cNvSpPr/>
            <p:nvPr/>
          </p:nvSpPr>
          <p:spPr>
            <a:xfrm>
              <a:off x="2792628" y="3502025"/>
              <a:ext cx="145314" cy="89156"/>
            </a:xfrm>
            <a:custGeom>
              <a:avLst/>
              <a:gdLst/>
              <a:ahLst/>
              <a:cxnLst/>
              <a:rect l="l" t="t" r="r" b="b"/>
              <a:pathLst>
                <a:path w="5540" h="3399" extrusionOk="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78"/>
            <p:cNvSpPr/>
            <p:nvPr/>
          </p:nvSpPr>
          <p:spPr>
            <a:xfrm>
              <a:off x="2937916" y="3427348"/>
              <a:ext cx="145157" cy="88946"/>
            </a:xfrm>
            <a:custGeom>
              <a:avLst/>
              <a:gdLst/>
              <a:ahLst/>
              <a:cxnLst/>
              <a:rect l="l" t="t" r="r" b="b"/>
              <a:pathLst>
                <a:path w="5534" h="3391" extrusionOk="0">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78"/>
            <p:cNvSpPr/>
            <p:nvPr/>
          </p:nvSpPr>
          <p:spPr>
            <a:xfrm>
              <a:off x="2856105" y="3365340"/>
              <a:ext cx="108356" cy="143845"/>
            </a:xfrm>
            <a:custGeom>
              <a:avLst/>
              <a:gdLst/>
              <a:ahLst/>
              <a:cxnLst/>
              <a:rect l="l" t="t" r="r" b="b"/>
              <a:pathLst>
                <a:path w="4131" h="5484" extrusionOk="0">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78"/>
            <p:cNvSpPr/>
            <p:nvPr/>
          </p:nvSpPr>
          <p:spPr>
            <a:xfrm>
              <a:off x="2911424" y="3509159"/>
              <a:ext cx="108173" cy="143845"/>
            </a:xfrm>
            <a:custGeom>
              <a:avLst/>
              <a:gdLst/>
              <a:ahLst/>
              <a:cxnLst/>
              <a:rect l="l" t="t" r="r" b="b"/>
              <a:pathLst>
                <a:path w="4124" h="5484" extrusionOk="0">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78"/>
            <p:cNvSpPr/>
            <p:nvPr/>
          </p:nvSpPr>
          <p:spPr>
            <a:xfrm>
              <a:off x="2830504" y="3566708"/>
              <a:ext cx="25181" cy="17889"/>
            </a:xfrm>
            <a:custGeom>
              <a:avLst/>
              <a:gdLst/>
              <a:ahLst/>
              <a:cxnLst/>
              <a:rect l="l" t="t" r="r" b="b"/>
              <a:pathLst>
                <a:path w="960" h="682" extrusionOk="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3" name="Google Shape;16653;p78"/>
            <p:cNvSpPr/>
            <p:nvPr/>
          </p:nvSpPr>
          <p:spPr>
            <a:xfrm>
              <a:off x="2857547" y="3525002"/>
              <a:ext cx="57890" cy="40735"/>
            </a:xfrm>
            <a:custGeom>
              <a:avLst/>
              <a:gdLst/>
              <a:ahLst/>
              <a:cxnLst/>
              <a:rect l="l" t="t" r="r" b="b"/>
              <a:pathLst>
                <a:path w="2207" h="1553" extrusionOk="0">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4" name="Google Shape;16654;p78"/>
            <p:cNvSpPr/>
            <p:nvPr/>
          </p:nvSpPr>
          <p:spPr>
            <a:xfrm>
              <a:off x="3020095" y="3433407"/>
              <a:ext cx="26256" cy="18492"/>
            </a:xfrm>
            <a:custGeom>
              <a:avLst/>
              <a:gdLst/>
              <a:ahLst/>
              <a:cxnLst/>
              <a:rect l="l" t="t" r="r" b="b"/>
              <a:pathLst>
                <a:path w="1001" h="705" extrusionOk="0">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5" name="Google Shape;16655;p78"/>
            <p:cNvSpPr/>
            <p:nvPr/>
          </p:nvSpPr>
          <p:spPr>
            <a:xfrm>
              <a:off x="2961392" y="3452529"/>
              <a:ext cx="57837" cy="40657"/>
            </a:xfrm>
            <a:custGeom>
              <a:avLst/>
              <a:gdLst/>
              <a:ahLst/>
              <a:cxnLst/>
              <a:rect l="l" t="t" r="r" b="b"/>
              <a:pathLst>
                <a:path w="2205" h="1550" extrusionOk="0">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78"/>
            <p:cNvSpPr/>
            <p:nvPr/>
          </p:nvSpPr>
          <p:spPr>
            <a:xfrm>
              <a:off x="2860878" y="3404292"/>
              <a:ext cx="21404" cy="20591"/>
            </a:xfrm>
            <a:custGeom>
              <a:avLst/>
              <a:gdLst/>
              <a:ahLst/>
              <a:cxnLst/>
              <a:rect l="l" t="t" r="r" b="b"/>
              <a:pathLst>
                <a:path w="816" h="785" extrusionOk="0">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78"/>
            <p:cNvSpPr/>
            <p:nvPr/>
          </p:nvSpPr>
          <p:spPr>
            <a:xfrm>
              <a:off x="2879790" y="3431466"/>
              <a:ext cx="43568" cy="52093"/>
            </a:xfrm>
            <a:custGeom>
              <a:avLst/>
              <a:gdLst/>
              <a:ahLst/>
              <a:cxnLst/>
              <a:rect l="l" t="t" r="r" b="b"/>
              <a:pathLst>
                <a:path w="1661" h="1986" extrusionOk="0">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78"/>
            <p:cNvSpPr/>
            <p:nvPr/>
          </p:nvSpPr>
          <p:spPr>
            <a:xfrm>
              <a:off x="2993445" y="3593856"/>
              <a:ext cx="21509" cy="20617"/>
            </a:xfrm>
            <a:custGeom>
              <a:avLst/>
              <a:gdLst/>
              <a:ahLst/>
              <a:cxnLst/>
              <a:rect l="l" t="t" r="r" b="b"/>
              <a:pathLst>
                <a:path w="820" h="786" extrusionOk="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78"/>
            <p:cNvSpPr/>
            <p:nvPr/>
          </p:nvSpPr>
          <p:spPr>
            <a:xfrm>
              <a:off x="2952500" y="3535258"/>
              <a:ext cx="43620" cy="52171"/>
            </a:xfrm>
            <a:custGeom>
              <a:avLst/>
              <a:gdLst/>
              <a:ahLst/>
              <a:cxnLst/>
              <a:rect l="l" t="t" r="r" b="b"/>
              <a:pathLst>
                <a:path w="1663" h="1989" extrusionOk="0">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78"/>
            <p:cNvSpPr/>
            <p:nvPr/>
          </p:nvSpPr>
          <p:spPr>
            <a:xfrm>
              <a:off x="2912315" y="3503284"/>
              <a:ext cx="41470" cy="232136"/>
            </a:xfrm>
            <a:custGeom>
              <a:avLst/>
              <a:gdLst/>
              <a:ahLst/>
              <a:cxnLst/>
              <a:rect l="l" t="t" r="r" b="b"/>
              <a:pathLst>
                <a:path w="1581" h="8850" extrusionOk="0">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1" name="Google Shape;16661;p78"/>
          <p:cNvGrpSpPr/>
          <p:nvPr/>
        </p:nvGrpSpPr>
        <p:grpSpPr>
          <a:xfrm>
            <a:off x="1389585" y="1988317"/>
            <a:ext cx="388125" cy="353790"/>
            <a:chOff x="1389585" y="1988317"/>
            <a:chExt cx="388125" cy="353790"/>
          </a:xfrm>
        </p:grpSpPr>
        <p:sp>
          <p:nvSpPr>
            <p:cNvPr id="16662" name="Google Shape;16662;p78"/>
            <p:cNvSpPr/>
            <p:nvPr/>
          </p:nvSpPr>
          <p:spPr>
            <a:xfrm>
              <a:off x="1673551" y="2066221"/>
              <a:ext cx="104159" cy="74546"/>
            </a:xfrm>
            <a:custGeom>
              <a:avLst/>
              <a:gdLst/>
              <a:ahLst/>
              <a:cxnLst/>
              <a:rect l="l" t="t" r="r" b="b"/>
              <a:pathLst>
                <a:path w="3971" h="2842" extrusionOk="0">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78"/>
            <p:cNvSpPr/>
            <p:nvPr/>
          </p:nvSpPr>
          <p:spPr>
            <a:xfrm>
              <a:off x="1691519" y="2074745"/>
              <a:ext cx="77510" cy="66021"/>
            </a:xfrm>
            <a:custGeom>
              <a:avLst/>
              <a:gdLst/>
              <a:ahLst/>
              <a:cxnLst/>
              <a:rect l="l" t="t" r="r" b="b"/>
              <a:pathLst>
                <a:path w="2955" h="2517" extrusionOk="0">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78"/>
            <p:cNvSpPr/>
            <p:nvPr/>
          </p:nvSpPr>
          <p:spPr>
            <a:xfrm>
              <a:off x="1389585" y="2066221"/>
              <a:ext cx="104002" cy="74546"/>
            </a:xfrm>
            <a:custGeom>
              <a:avLst/>
              <a:gdLst/>
              <a:ahLst/>
              <a:cxnLst/>
              <a:rect l="l" t="t" r="r" b="b"/>
              <a:pathLst>
                <a:path w="3965" h="2842" extrusionOk="0">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5" name="Google Shape;16665;p78"/>
            <p:cNvSpPr/>
            <p:nvPr/>
          </p:nvSpPr>
          <p:spPr>
            <a:xfrm>
              <a:off x="1398267" y="2074745"/>
              <a:ext cx="77352" cy="66021"/>
            </a:xfrm>
            <a:custGeom>
              <a:avLst/>
              <a:gdLst/>
              <a:ahLst/>
              <a:cxnLst/>
              <a:rect l="l" t="t" r="r" b="b"/>
              <a:pathLst>
                <a:path w="2949" h="2517" extrusionOk="0">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6" name="Google Shape;16666;p78"/>
            <p:cNvSpPr/>
            <p:nvPr/>
          </p:nvSpPr>
          <p:spPr>
            <a:xfrm>
              <a:off x="1655584" y="1988317"/>
              <a:ext cx="89838" cy="101930"/>
            </a:xfrm>
            <a:custGeom>
              <a:avLst/>
              <a:gdLst/>
              <a:ahLst/>
              <a:cxnLst/>
              <a:rect l="l" t="t" r="r" b="b"/>
              <a:pathLst>
                <a:path w="3425" h="3886" extrusionOk="0">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78"/>
            <p:cNvSpPr/>
            <p:nvPr/>
          </p:nvSpPr>
          <p:spPr>
            <a:xfrm>
              <a:off x="1670168" y="1988317"/>
              <a:ext cx="75254" cy="101930"/>
            </a:xfrm>
            <a:custGeom>
              <a:avLst/>
              <a:gdLst/>
              <a:ahLst/>
              <a:cxnLst/>
              <a:rect l="l" t="t" r="r" b="b"/>
              <a:pathLst>
                <a:path w="2869" h="3886" extrusionOk="0">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78"/>
            <p:cNvSpPr/>
            <p:nvPr/>
          </p:nvSpPr>
          <p:spPr>
            <a:xfrm>
              <a:off x="1421691" y="1988317"/>
              <a:ext cx="90021" cy="101930"/>
            </a:xfrm>
            <a:custGeom>
              <a:avLst/>
              <a:gdLst/>
              <a:ahLst/>
              <a:cxnLst/>
              <a:rect l="l" t="t" r="r" b="b"/>
              <a:pathLst>
                <a:path w="3432" h="3886" extrusionOk="0">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9" name="Google Shape;16669;p78"/>
            <p:cNvSpPr/>
            <p:nvPr/>
          </p:nvSpPr>
          <p:spPr>
            <a:xfrm>
              <a:off x="1421691" y="1988317"/>
              <a:ext cx="75280" cy="101930"/>
            </a:xfrm>
            <a:custGeom>
              <a:avLst/>
              <a:gdLst/>
              <a:ahLst/>
              <a:cxnLst/>
              <a:rect l="l" t="t" r="r" b="b"/>
              <a:pathLst>
                <a:path w="2870" h="3886" extrusionOk="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0" name="Google Shape;16670;p78"/>
            <p:cNvSpPr/>
            <p:nvPr/>
          </p:nvSpPr>
          <p:spPr>
            <a:xfrm>
              <a:off x="1461193" y="2012502"/>
              <a:ext cx="244726" cy="295088"/>
            </a:xfrm>
            <a:custGeom>
              <a:avLst/>
              <a:gdLst/>
              <a:ahLst/>
              <a:cxnLst/>
              <a:rect l="l" t="t" r="r" b="b"/>
              <a:pathLst>
                <a:path w="9330" h="11250" extrusionOk="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78"/>
            <p:cNvSpPr/>
            <p:nvPr/>
          </p:nvSpPr>
          <p:spPr>
            <a:xfrm>
              <a:off x="1461901" y="2012869"/>
              <a:ext cx="111346" cy="294720"/>
            </a:xfrm>
            <a:custGeom>
              <a:avLst/>
              <a:gdLst/>
              <a:ahLst/>
              <a:cxnLst/>
              <a:rect l="l" t="t" r="r" b="b"/>
              <a:pathLst>
                <a:path w="4245" h="11236" extrusionOk="0">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2" name="Google Shape;16672;p78"/>
            <p:cNvSpPr/>
            <p:nvPr/>
          </p:nvSpPr>
          <p:spPr>
            <a:xfrm>
              <a:off x="1526270" y="2270054"/>
              <a:ext cx="114573" cy="72054"/>
            </a:xfrm>
            <a:custGeom>
              <a:avLst/>
              <a:gdLst/>
              <a:ahLst/>
              <a:cxnLst/>
              <a:rect l="l" t="t" r="r" b="b"/>
              <a:pathLst>
                <a:path w="4368" h="2747" extrusionOk="0">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3" name="Google Shape;16673;p78"/>
            <p:cNvSpPr/>
            <p:nvPr/>
          </p:nvSpPr>
          <p:spPr>
            <a:xfrm>
              <a:off x="1526270" y="2270211"/>
              <a:ext cx="75437" cy="71896"/>
            </a:xfrm>
            <a:custGeom>
              <a:avLst/>
              <a:gdLst/>
              <a:ahLst/>
              <a:cxnLst/>
              <a:rect l="l" t="t" r="r" b="b"/>
              <a:pathLst>
                <a:path w="2876" h="2741" extrusionOk="0">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78"/>
            <p:cNvSpPr/>
            <p:nvPr/>
          </p:nvSpPr>
          <p:spPr>
            <a:xfrm>
              <a:off x="1547621" y="2287628"/>
              <a:ext cx="19463" cy="24420"/>
            </a:xfrm>
            <a:custGeom>
              <a:avLst/>
              <a:gdLst/>
              <a:ahLst/>
              <a:cxnLst/>
              <a:rect l="l" t="t" r="r" b="b"/>
              <a:pathLst>
                <a:path w="742" h="931" extrusionOk="0">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78"/>
            <p:cNvSpPr/>
            <p:nvPr/>
          </p:nvSpPr>
          <p:spPr>
            <a:xfrm>
              <a:off x="1600029" y="2287628"/>
              <a:ext cx="19463" cy="24420"/>
            </a:xfrm>
            <a:custGeom>
              <a:avLst/>
              <a:gdLst/>
              <a:ahLst/>
              <a:cxnLst/>
              <a:rect l="l" t="t" r="r" b="b"/>
              <a:pathLst>
                <a:path w="742" h="931" extrusionOk="0">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78"/>
            <p:cNvSpPr/>
            <p:nvPr/>
          </p:nvSpPr>
          <p:spPr>
            <a:xfrm>
              <a:off x="1499594" y="2126156"/>
              <a:ext cx="35961" cy="41994"/>
            </a:xfrm>
            <a:custGeom>
              <a:avLst/>
              <a:gdLst/>
              <a:ahLst/>
              <a:cxnLst/>
              <a:rect l="l" t="t" r="r" b="b"/>
              <a:pathLst>
                <a:path w="1371" h="1601" extrusionOk="0">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78"/>
            <p:cNvSpPr/>
            <p:nvPr/>
          </p:nvSpPr>
          <p:spPr>
            <a:xfrm>
              <a:off x="1517561" y="2126156"/>
              <a:ext cx="17994" cy="30086"/>
            </a:xfrm>
            <a:custGeom>
              <a:avLst/>
              <a:gdLst/>
              <a:ahLst/>
              <a:cxnLst/>
              <a:rect l="l" t="t" r="r" b="b"/>
              <a:pathLst>
                <a:path w="686" h="1147" extrusionOk="0">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8" name="Google Shape;16678;p78"/>
            <p:cNvSpPr/>
            <p:nvPr/>
          </p:nvSpPr>
          <p:spPr>
            <a:xfrm>
              <a:off x="1511686" y="2132215"/>
              <a:ext cx="11961" cy="11935"/>
            </a:xfrm>
            <a:custGeom>
              <a:avLst/>
              <a:gdLst/>
              <a:ahLst/>
              <a:cxnLst/>
              <a:rect l="l" t="t" r="r" b="b"/>
              <a:pathLst>
                <a:path w="456" h="455" extrusionOk="0">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9" name="Google Shape;16679;p78"/>
            <p:cNvSpPr/>
            <p:nvPr/>
          </p:nvSpPr>
          <p:spPr>
            <a:xfrm>
              <a:off x="1631583" y="2126156"/>
              <a:ext cx="35935" cy="41994"/>
            </a:xfrm>
            <a:custGeom>
              <a:avLst/>
              <a:gdLst/>
              <a:ahLst/>
              <a:cxnLst/>
              <a:rect l="l" t="t" r="r" b="b"/>
              <a:pathLst>
                <a:path w="1370" h="1601" extrusionOk="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78"/>
            <p:cNvSpPr/>
            <p:nvPr/>
          </p:nvSpPr>
          <p:spPr>
            <a:xfrm>
              <a:off x="1649525" y="2126156"/>
              <a:ext cx="17994" cy="30086"/>
            </a:xfrm>
            <a:custGeom>
              <a:avLst/>
              <a:gdLst/>
              <a:ahLst/>
              <a:cxnLst/>
              <a:rect l="l" t="t" r="r" b="b"/>
              <a:pathLst>
                <a:path w="686" h="1147" extrusionOk="0">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78"/>
            <p:cNvSpPr/>
            <p:nvPr/>
          </p:nvSpPr>
          <p:spPr>
            <a:xfrm>
              <a:off x="1643492" y="2132215"/>
              <a:ext cx="12118" cy="11935"/>
            </a:xfrm>
            <a:custGeom>
              <a:avLst/>
              <a:gdLst/>
              <a:ahLst/>
              <a:cxnLst/>
              <a:rect l="l" t="t" r="r" b="b"/>
              <a:pathLst>
                <a:path w="462" h="455" extrusionOk="0">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78"/>
            <p:cNvSpPr/>
            <p:nvPr/>
          </p:nvSpPr>
          <p:spPr>
            <a:xfrm>
              <a:off x="1483410" y="2012370"/>
              <a:ext cx="190876" cy="73077"/>
            </a:xfrm>
            <a:custGeom>
              <a:avLst/>
              <a:gdLst/>
              <a:ahLst/>
              <a:cxnLst/>
              <a:rect l="l" t="t" r="r" b="b"/>
              <a:pathLst>
                <a:path w="7277" h="2786" extrusionOk="0">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78"/>
            <p:cNvSpPr/>
            <p:nvPr/>
          </p:nvSpPr>
          <p:spPr>
            <a:xfrm>
              <a:off x="1483410" y="2012869"/>
              <a:ext cx="89838" cy="60460"/>
            </a:xfrm>
            <a:custGeom>
              <a:avLst/>
              <a:gdLst/>
              <a:ahLst/>
              <a:cxnLst/>
              <a:rect l="l" t="t" r="r" b="b"/>
              <a:pathLst>
                <a:path w="3425" h="2305" extrusionOk="0">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4" name="Google Shape;16684;p78"/>
          <p:cNvGrpSpPr/>
          <p:nvPr/>
        </p:nvGrpSpPr>
        <p:grpSpPr>
          <a:xfrm>
            <a:off x="2492924" y="1512190"/>
            <a:ext cx="370158" cy="370158"/>
            <a:chOff x="2492924" y="1512190"/>
            <a:chExt cx="370158" cy="370158"/>
          </a:xfrm>
        </p:grpSpPr>
        <p:sp>
          <p:nvSpPr>
            <p:cNvPr id="16685" name="Google Shape;16685;p78"/>
            <p:cNvSpPr/>
            <p:nvPr/>
          </p:nvSpPr>
          <p:spPr>
            <a:xfrm>
              <a:off x="2492924" y="1512190"/>
              <a:ext cx="370158" cy="370158"/>
            </a:xfrm>
            <a:custGeom>
              <a:avLst/>
              <a:gdLst/>
              <a:ahLst/>
              <a:cxnLst/>
              <a:rect l="l" t="t" r="r" b="b"/>
              <a:pathLst>
                <a:path w="14112" h="14112" extrusionOk="0">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6" name="Google Shape;16686;p78"/>
            <p:cNvSpPr/>
            <p:nvPr/>
          </p:nvSpPr>
          <p:spPr>
            <a:xfrm>
              <a:off x="2492924" y="1512190"/>
              <a:ext cx="185000" cy="369974"/>
            </a:xfrm>
            <a:custGeom>
              <a:avLst/>
              <a:gdLst/>
              <a:ahLst/>
              <a:cxnLst/>
              <a:rect l="l" t="t" r="r" b="b"/>
              <a:pathLst>
                <a:path w="7053" h="14105" extrusionOk="0">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78"/>
            <p:cNvSpPr/>
            <p:nvPr/>
          </p:nvSpPr>
          <p:spPr>
            <a:xfrm>
              <a:off x="2725033" y="1548047"/>
              <a:ext cx="91307" cy="91175"/>
            </a:xfrm>
            <a:custGeom>
              <a:avLst/>
              <a:gdLst/>
              <a:ahLst/>
              <a:cxnLst/>
              <a:rect l="l" t="t" r="r" b="b"/>
              <a:pathLst>
                <a:path w="3481" h="3476" extrusionOk="0">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78"/>
            <p:cNvSpPr/>
            <p:nvPr/>
          </p:nvSpPr>
          <p:spPr>
            <a:xfrm>
              <a:off x="2740509" y="1563732"/>
              <a:ext cx="66782" cy="71739"/>
            </a:xfrm>
            <a:custGeom>
              <a:avLst/>
              <a:gdLst/>
              <a:ahLst/>
              <a:cxnLst/>
              <a:rect l="l" t="t" r="r" b="b"/>
              <a:pathLst>
                <a:path w="2546" h="2735" extrusionOk="0">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78"/>
            <p:cNvSpPr/>
            <p:nvPr/>
          </p:nvSpPr>
          <p:spPr>
            <a:xfrm>
              <a:off x="2539666" y="1548047"/>
              <a:ext cx="91307" cy="91175"/>
            </a:xfrm>
            <a:custGeom>
              <a:avLst/>
              <a:gdLst/>
              <a:ahLst/>
              <a:cxnLst/>
              <a:rect l="l" t="t" r="r" b="b"/>
              <a:pathLst>
                <a:path w="3481" h="3476" extrusionOk="0">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78"/>
            <p:cNvSpPr/>
            <p:nvPr/>
          </p:nvSpPr>
          <p:spPr>
            <a:xfrm>
              <a:off x="2548532" y="1563732"/>
              <a:ext cx="66782" cy="71739"/>
            </a:xfrm>
            <a:custGeom>
              <a:avLst/>
              <a:gdLst/>
              <a:ahLst/>
              <a:cxnLst/>
              <a:rect l="l" t="t" r="r" b="b"/>
              <a:pathLst>
                <a:path w="2546" h="2735" extrusionOk="0">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78"/>
            <p:cNvSpPr/>
            <p:nvPr/>
          </p:nvSpPr>
          <p:spPr>
            <a:xfrm>
              <a:off x="2540767" y="1577975"/>
              <a:ext cx="274471" cy="250654"/>
            </a:xfrm>
            <a:custGeom>
              <a:avLst/>
              <a:gdLst/>
              <a:ahLst/>
              <a:cxnLst/>
              <a:rect l="l" t="t" r="r" b="b"/>
              <a:pathLst>
                <a:path w="10464" h="9556" extrusionOk="0">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78"/>
            <p:cNvSpPr/>
            <p:nvPr/>
          </p:nvSpPr>
          <p:spPr>
            <a:xfrm>
              <a:off x="2540767" y="1577949"/>
              <a:ext cx="87530" cy="229513"/>
            </a:xfrm>
            <a:custGeom>
              <a:avLst/>
              <a:gdLst/>
              <a:ahLst/>
              <a:cxnLst/>
              <a:rect l="l" t="t" r="r" b="b"/>
              <a:pathLst>
                <a:path w="3337" h="8750" extrusionOk="0">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78"/>
            <p:cNvSpPr/>
            <p:nvPr/>
          </p:nvSpPr>
          <p:spPr>
            <a:xfrm>
              <a:off x="2544676" y="1735067"/>
              <a:ext cx="266471" cy="93562"/>
            </a:xfrm>
            <a:custGeom>
              <a:avLst/>
              <a:gdLst/>
              <a:ahLst/>
              <a:cxnLst/>
              <a:rect l="l" t="t" r="r" b="b"/>
              <a:pathLst>
                <a:path w="10159" h="3567" extrusionOk="0">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78"/>
            <p:cNvSpPr/>
            <p:nvPr/>
          </p:nvSpPr>
          <p:spPr>
            <a:xfrm>
              <a:off x="2628454" y="1810478"/>
              <a:ext cx="99097" cy="41994"/>
            </a:xfrm>
            <a:custGeom>
              <a:avLst/>
              <a:gdLst/>
              <a:ahLst/>
              <a:cxnLst/>
              <a:rect l="l" t="t" r="r" b="b"/>
              <a:pathLst>
                <a:path w="3778" h="1601" extrusionOk="0">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78"/>
            <p:cNvSpPr/>
            <p:nvPr/>
          </p:nvSpPr>
          <p:spPr>
            <a:xfrm>
              <a:off x="2606395" y="1762976"/>
              <a:ext cx="143216" cy="59621"/>
            </a:xfrm>
            <a:custGeom>
              <a:avLst/>
              <a:gdLst/>
              <a:ahLst/>
              <a:cxnLst/>
              <a:rect l="l" t="t" r="r" b="b"/>
              <a:pathLst>
                <a:path w="5460" h="2273" extrusionOk="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78"/>
            <p:cNvSpPr/>
            <p:nvPr/>
          </p:nvSpPr>
          <p:spPr>
            <a:xfrm>
              <a:off x="2601778" y="1776353"/>
              <a:ext cx="152265" cy="51935"/>
            </a:xfrm>
            <a:custGeom>
              <a:avLst/>
              <a:gdLst/>
              <a:ahLst/>
              <a:cxnLst/>
              <a:rect l="l" t="t" r="r" b="b"/>
              <a:pathLst>
                <a:path w="5805" h="1980" extrusionOk="0">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78"/>
            <p:cNvSpPr/>
            <p:nvPr/>
          </p:nvSpPr>
          <p:spPr>
            <a:xfrm>
              <a:off x="2640022" y="1759434"/>
              <a:ext cx="75778" cy="31633"/>
            </a:xfrm>
            <a:custGeom>
              <a:avLst/>
              <a:gdLst/>
              <a:ahLst/>
              <a:cxnLst/>
              <a:rect l="l" t="t" r="r" b="b"/>
              <a:pathLst>
                <a:path w="2889" h="1206" extrusionOk="0">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8" name="Google Shape;16698;p78"/>
            <p:cNvSpPr/>
            <p:nvPr/>
          </p:nvSpPr>
          <p:spPr>
            <a:xfrm>
              <a:off x="2672022" y="1606697"/>
              <a:ext cx="11961" cy="60801"/>
            </a:xfrm>
            <a:custGeom>
              <a:avLst/>
              <a:gdLst/>
              <a:ahLst/>
              <a:cxnLst/>
              <a:rect l="l" t="t" r="r" b="b"/>
              <a:pathLst>
                <a:path w="456" h="2318" extrusionOk="0">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9" name="Google Shape;16699;p78"/>
            <p:cNvSpPr/>
            <p:nvPr/>
          </p:nvSpPr>
          <p:spPr>
            <a:xfrm>
              <a:off x="2600362" y="1685256"/>
              <a:ext cx="35778" cy="41811"/>
            </a:xfrm>
            <a:custGeom>
              <a:avLst/>
              <a:gdLst/>
              <a:ahLst/>
              <a:cxnLst/>
              <a:rect l="l" t="t" r="r" b="b"/>
              <a:pathLst>
                <a:path w="1364" h="1594" extrusionOk="0">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78"/>
            <p:cNvSpPr/>
            <p:nvPr/>
          </p:nvSpPr>
          <p:spPr>
            <a:xfrm>
              <a:off x="2618330" y="1685256"/>
              <a:ext cx="17810" cy="29955"/>
            </a:xfrm>
            <a:custGeom>
              <a:avLst/>
              <a:gdLst/>
              <a:ahLst/>
              <a:cxnLst/>
              <a:rect l="l" t="t" r="r" b="b"/>
              <a:pathLst>
                <a:path w="679" h="1142" extrusionOk="0">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78"/>
            <p:cNvSpPr/>
            <p:nvPr/>
          </p:nvSpPr>
          <p:spPr>
            <a:xfrm>
              <a:off x="2612270" y="1691315"/>
              <a:ext cx="11935" cy="11935"/>
            </a:xfrm>
            <a:custGeom>
              <a:avLst/>
              <a:gdLst/>
              <a:ahLst/>
              <a:cxnLst/>
              <a:rect l="l" t="t" r="r" b="b"/>
              <a:pathLst>
                <a:path w="455" h="455" extrusionOk="0">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2" name="Google Shape;16702;p78"/>
            <p:cNvSpPr/>
            <p:nvPr/>
          </p:nvSpPr>
          <p:spPr>
            <a:xfrm>
              <a:off x="2719709" y="1685256"/>
              <a:ext cx="35935" cy="41811"/>
            </a:xfrm>
            <a:custGeom>
              <a:avLst/>
              <a:gdLst/>
              <a:ahLst/>
              <a:cxnLst/>
              <a:rect l="l" t="t" r="r" b="b"/>
              <a:pathLst>
                <a:path w="1370" h="1594" extrusionOk="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3" name="Google Shape;16703;p78"/>
            <p:cNvSpPr/>
            <p:nvPr/>
          </p:nvSpPr>
          <p:spPr>
            <a:xfrm>
              <a:off x="2737650" y="1685256"/>
              <a:ext cx="17994" cy="29955"/>
            </a:xfrm>
            <a:custGeom>
              <a:avLst/>
              <a:gdLst/>
              <a:ahLst/>
              <a:cxnLst/>
              <a:rect l="l" t="t" r="r" b="b"/>
              <a:pathLst>
                <a:path w="686" h="1142" extrusionOk="0">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78"/>
            <p:cNvSpPr/>
            <p:nvPr/>
          </p:nvSpPr>
          <p:spPr>
            <a:xfrm>
              <a:off x="2731617" y="1691315"/>
              <a:ext cx="11935" cy="11935"/>
            </a:xfrm>
            <a:custGeom>
              <a:avLst/>
              <a:gdLst/>
              <a:ahLst/>
              <a:cxnLst/>
              <a:rect l="l" t="t" r="r" b="b"/>
              <a:pathLst>
                <a:path w="455" h="455" extrusionOk="0">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78"/>
            <p:cNvSpPr/>
            <p:nvPr/>
          </p:nvSpPr>
          <p:spPr>
            <a:xfrm>
              <a:off x="2640022" y="1759434"/>
              <a:ext cx="48762" cy="31528"/>
            </a:xfrm>
            <a:custGeom>
              <a:avLst/>
              <a:gdLst/>
              <a:ahLst/>
              <a:cxnLst/>
              <a:rect l="l" t="t" r="r" b="b"/>
              <a:pathLst>
                <a:path w="1859" h="1202" extrusionOk="0">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6" name="Google Shape;16706;p78"/>
            <p:cNvSpPr/>
            <p:nvPr/>
          </p:nvSpPr>
          <p:spPr>
            <a:xfrm>
              <a:off x="2544859" y="1735067"/>
              <a:ext cx="39345" cy="72578"/>
            </a:xfrm>
            <a:custGeom>
              <a:avLst/>
              <a:gdLst/>
              <a:ahLst/>
              <a:cxnLst/>
              <a:rect l="l" t="t" r="r" b="b"/>
              <a:pathLst>
                <a:path w="1500" h="2767" extrusionOk="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7" name="Google Shape;16707;p78"/>
          <p:cNvGrpSpPr/>
          <p:nvPr/>
        </p:nvGrpSpPr>
        <p:grpSpPr>
          <a:xfrm>
            <a:off x="1933569" y="1512243"/>
            <a:ext cx="393975" cy="370105"/>
            <a:chOff x="1933569" y="1512243"/>
            <a:chExt cx="393975" cy="370105"/>
          </a:xfrm>
        </p:grpSpPr>
        <p:sp>
          <p:nvSpPr>
            <p:cNvPr id="16708" name="Google Shape;16708;p78"/>
            <p:cNvSpPr/>
            <p:nvPr/>
          </p:nvSpPr>
          <p:spPr>
            <a:xfrm>
              <a:off x="2184354" y="1512243"/>
              <a:ext cx="113943" cy="113471"/>
            </a:xfrm>
            <a:custGeom>
              <a:avLst/>
              <a:gdLst/>
              <a:ahLst/>
              <a:cxnLst/>
              <a:rect l="l" t="t" r="r" b="b"/>
              <a:pathLst>
                <a:path w="4344" h="4326" extrusionOk="0">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78"/>
            <p:cNvSpPr/>
            <p:nvPr/>
          </p:nvSpPr>
          <p:spPr>
            <a:xfrm>
              <a:off x="2203214" y="1527273"/>
              <a:ext cx="86979" cy="92749"/>
            </a:xfrm>
            <a:custGeom>
              <a:avLst/>
              <a:gdLst/>
              <a:ahLst/>
              <a:cxnLst/>
              <a:rect l="l" t="t" r="r" b="b"/>
              <a:pathLst>
                <a:path w="3316" h="3536" extrusionOk="0">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0" name="Google Shape;16710;p78"/>
            <p:cNvSpPr/>
            <p:nvPr/>
          </p:nvSpPr>
          <p:spPr>
            <a:xfrm>
              <a:off x="1962999" y="1512243"/>
              <a:ext cx="113943" cy="113471"/>
            </a:xfrm>
            <a:custGeom>
              <a:avLst/>
              <a:gdLst/>
              <a:ahLst/>
              <a:cxnLst/>
              <a:rect l="l" t="t" r="r" b="b"/>
              <a:pathLst>
                <a:path w="4344" h="4326" extrusionOk="0">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1" name="Google Shape;16711;p78"/>
            <p:cNvSpPr/>
            <p:nvPr/>
          </p:nvSpPr>
          <p:spPr>
            <a:xfrm>
              <a:off x="1970947" y="1527273"/>
              <a:ext cx="87162" cy="92749"/>
            </a:xfrm>
            <a:custGeom>
              <a:avLst/>
              <a:gdLst/>
              <a:ahLst/>
              <a:cxnLst/>
              <a:rect l="l" t="t" r="r" b="b"/>
              <a:pathLst>
                <a:path w="3323" h="3536" extrusionOk="0">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2" name="Google Shape;16712;p78"/>
            <p:cNvSpPr/>
            <p:nvPr/>
          </p:nvSpPr>
          <p:spPr>
            <a:xfrm>
              <a:off x="1933569" y="1542093"/>
              <a:ext cx="393975" cy="328347"/>
            </a:xfrm>
            <a:custGeom>
              <a:avLst/>
              <a:gdLst/>
              <a:ahLst/>
              <a:cxnLst/>
              <a:rect l="l" t="t" r="r" b="b"/>
              <a:pathLst>
                <a:path w="15020" h="12518" extrusionOk="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3" name="Google Shape;16713;p78"/>
            <p:cNvSpPr/>
            <p:nvPr/>
          </p:nvSpPr>
          <p:spPr>
            <a:xfrm>
              <a:off x="1939445" y="1551876"/>
              <a:ext cx="190508" cy="318563"/>
            </a:xfrm>
            <a:custGeom>
              <a:avLst/>
              <a:gdLst/>
              <a:ahLst/>
              <a:cxnLst/>
              <a:rect l="l" t="t" r="r" b="b"/>
              <a:pathLst>
                <a:path w="7263" h="12145" extrusionOk="0">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78"/>
            <p:cNvSpPr/>
            <p:nvPr/>
          </p:nvSpPr>
          <p:spPr>
            <a:xfrm>
              <a:off x="2199122" y="1856538"/>
              <a:ext cx="23135" cy="13902"/>
            </a:xfrm>
            <a:custGeom>
              <a:avLst/>
              <a:gdLst/>
              <a:ahLst/>
              <a:cxnLst/>
              <a:rect l="l" t="t" r="r" b="b"/>
              <a:pathLst>
                <a:path w="882" h="530" extrusionOk="0">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5" name="Google Shape;16715;p78"/>
            <p:cNvSpPr/>
            <p:nvPr/>
          </p:nvSpPr>
          <p:spPr>
            <a:xfrm>
              <a:off x="1950461" y="1650921"/>
              <a:ext cx="120448" cy="219519"/>
            </a:xfrm>
            <a:custGeom>
              <a:avLst/>
              <a:gdLst/>
              <a:ahLst/>
              <a:cxnLst/>
              <a:rect l="l" t="t" r="r" b="b"/>
              <a:pathLst>
                <a:path w="4592" h="8369" extrusionOk="0">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6" name="Google Shape;16716;p78"/>
            <p:cNvSpPr/>
            <p:nvPr/>
          </p:nvSpPr>
          <p:spPr>
            <a:xfrm>
              <a:off x="2190230" y="1650921"/>
              <a:ext cx="120422" cy="219519"/>
            </a:xfrm>
            <a:custGeom>
              <a:avLst/>
              <a:gdLst/>
              <a:ahLst/>
              <a:cxnLst/>
              <a:rect l="l" t="t" r="r" b="b"/>
              <a:pathLst>
                <a:path w="4591" h="8369" extrusionOk="0">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78"/>
            <p:cNvSpPr/>
            <p:nvPr/>
          </p:nvSpPr>
          <p:spPr>
            <a:xfrm>
              <a:off x="2071408" y="1828603"/>
              <a:ext cx="118114" cy="53745"/>
            </a:xfrm>
            <a:custGeom>
              <a:avLst/>
              <a:gdLst/>
              <a:ahLst/>
              <a:cxnLst/>
              <a:rect l="l" t="t" r="r" b="b"/>
              <a:pathLst>
                <a:path w="4503" h="2049" extrusionOk="0">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8" name="Google Shape;16718;p78"/>
            <p:cNvSpPr/>
            <p:nvPr/>
          </p:nvSpPr>
          <p:spPr>
            <a:xfrm>
              <a:off x="2023040" y="1755395"/>
              <a:ext cx="25627" cy="20958"/>
            </a:xfrm>
            <a:custGeom>
              <a:avLst/>
              <a:gdLst/>
              <a:ahLst/>
              <a:cxnLst/>
              <a:rect l="l" t="t" r="r" b="b"/>
              <a:pathLst>
                <a:path w="977" h="799" extrusionOk="0">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9" name="Google Shape;16719;p78"/>
            <p:cNvSpPr/>
            <p:nvPr/>
          </p:nvSpPr>
          <p:spPr>
            <a:xfrm>
              <a:off x="1986213" y="1706188"/>
              <a:ext cx="35778" cy="47922"/>
            </a:xfrm>
            <a:custGeom>
              <a:avLst/>
              <a:gdLst/>
              <a:ahLst/>
              <a:cxnLst/>
              <a:rect l="l" t="t" r="r" b="b"/>
              <a:pathLst>
                <a:path w="1364" h="1827" extrusionOk="0">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0" name="Google Shape;16720;p78"/>
            <p:cNvSpPr/>
            <p:nvPr/>
          </p:nvSpPr>
          <p:spPr>
            <a:xfrm>
              <a:off x="2206571" y="1755474"/>
              <a:ext cx="25653" cy="20879"/>
            </a:xfrm>
            <a:custGeom>
              <a:avLst/>
              <a:gdLst/>
              <a:ahLst/>
              <a:cxnLst/>
              <a:rect l="l" t="t" r="r" b="b"/>
              <a:pathLst>
                <a:path w="978" h="796" extrusionOk="0">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78"/>
            <p:cNvSpPr/>
            <p:nvPr/>
          </p:nvSpPr>
          <p:spPr>
            <a:xfrm>
              <a:off x="2233090" y="1706188"/>
              <a:ext cx="35778" cy="47922"/>
            </a:xfrm>
            <a:custGeom>
              <a:avLst/>
              <a:gdLst/>
              <a:ahLst/>
              <a:cxnLst/>
              <a:rect l="l" t="t" r="r" b="b"/>
              <a:pathLst>
                <a:path w="1364" h="1827" extrusionOk="0">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78"/>
            <p:cNvSpPr/>
            <p:nvPr/>
          </p:nvSpPr>
          <p:spPr>
            <a:xfrm>
              <a:off x="2042765" y="1585031"/>
              <a:ext cx="33758" cy="22164"/>
            </a:xfrm>
            <a:custGeom>
              <a:avLst/>
              <a:gdLst/>
              <a:ahLst/>
              <a:cxnLst/>
              <a:rect l="l" t="t" r="r" b="b"/>
              <a:pathLst>
                <a:path w="1287" h="845" extrusionOk="0">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3" name="Google Shape;16723;p78"/>
            <p:cNvSpPr/>
            <p:nvPr/>
          </p:nvSpPr>
          <p:spPr>
            <a:xfrm>
              <a:off x="2078201" y="1600297"/>
              <a:ext cx="104395" cy="23082"/>
            </a:xfrm>
            <a:custGeom>
              <a:avLst/>
              <a:gdLst/>
              <a:ahLst/>
              <a:cxnLst/>
              <a:rect l="l" t="t" r="r" b="b"/>
              <a:pathLst>
                <a:path w="3980" h="880" extrusionOk="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4" name="Google Shape;16724;p78"/>
            <p:cNvSpPr/>
            <p:nvPr/>
          </p:nvSpPr>
          <p:spPr>
            <a:xfrm>
              <a:off x="2184590" y="1585031"/>
              <a:ext cx="33942" cy="22164"/>
            </a:xfrm>
            <a:custGeom>
              <a:avLst/>
              <a:gdLst/>
              <a:ahLst/>
              <a:cxnLst/>
              <a:rect l="l" t="t" r="r" b="b"/>
              <a:pathLst>
                <a:path w="1294" h="845" extrusionOk="0">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5" name="Google Shape;16725;p78"/>
            <p:cNvSpPr/>
            <p:nvPr/>
          </p:nvSpPr>
          <p:spPr>
            <a:xfrm>
              <a:off x="2075264" y="1568952"/>
              <a:ext cx="110717" cy="23922"/>
            </a:xfrm>
            <a:custGeom>
              <a:avLst/>
              <a:gdLst/>
              <a:ahLst/>
              <a:cxnLst/>
              <a:rect l="l" t="t" r="r" b="b"/>
              <a:pathLst>
                <a:path w="4221" h="912" extrusionOk="0">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78"/>
            <p:cNvSpPr/>
            <p:nvPr/>
          </p:nvSpPr>
          <p:spPr>
            <a:xfrm>
              <a:off x="2035132"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78"/>
            <p:cNvSpPr/>
            <p:nvPr/>
          </p:nvSpPr>
          <p:spPr>
            <a:xfrm>
              <a:off x="2052916"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78"/>
            <p:cNvSpPr/>
            <p:nvPr/>
          </p:nvSpPr>
          <p:spPr>
            <a:xfrm>
              <a:off x="2047040"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78"/>
            <p:cNvSpPr/>
            <p:nvPr/>
          </p:nvSpPr>
          <p:spPr>
            <a:xfrm>
              <a:off x="2184354"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0" name="Google Shape;16730;p78"/>
            <p:cNvSpPr/>
            <p:nvPr/>
          </p:nvSpPr>
          <p:spPr>
            <a:xfrm>
              <a:off x="2202138"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1" name="Google Shape;16731;p78"/>
            <p:cNvSpPr/>
            <p:nvPr/>
          </p:nvSpPr>
          <p:spPr>
            <a:xfrm>
              <a:off x="2196263"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78"/>
            <p:cNvSpPr/>
            <p:nvPr/>
          </p:nvSpPr>
          <p:spPr>
            <a:xfrm>
              <a:off x="2047040" y="1774884"/>
              <a:ext cx="167216" cy="71529"/>
            </a:xfrm>
            <a:custGeom>
              <a:avLst/>
              <a:gdLst/>
              <a:ahLst/>
              <a:cxnLst/>
              <a:rect l="l" t="t" r="r" b="b"/>
              <a:pathLst>
                <a:path w="6375" h="2727" extrusionOk="0">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78"/>
            <p:cNvSpPr/>
            <p:nvPr/>
          </p:nvSpPr>
          <p:spPr>
            <a:xfrm>
              <a:off x="2085467" y="1771343"/>
              <a:ext cx="90205" cy="37588"/>
            </a:xfrm>
            <a:custGeom>
              <a:avLst/>
              <a:gdLst/>
              <a:ahLst/>
              <a:cxnLst/>
              <a:rect l="l" t="t" r="r" b="b"/>
              <a:pathLst>
                <a:path w="3439" h="1433" extrusionOk="0">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78"/>
            <p:cNvSpPr/>
            <p:nvPr/>
          </p:nvSpPr>
          <p:spPr>
            <a:xfrm>
              <a:off x="2085467" y="1771526"/>
              <a:ext cx="48762" cy="37404"/>
            </a:xfrm>
            <a:custGeom>
              <a:avLst/>
              <a:gdLst/>
              <a:ahLst/>
              <a:cxnLst/>
              <a:rect l="l" t="t" r="r" b="b"/>
              <a:pathLst>
                <a:path w="1859" h="1426" extrusionOk="0">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78"/>
            <p:cNvSpPr/>
            <p:nvPr/>
          </p:nvSpPr>
          <p:spPr>
            <a:xfrm>
              <a:off x="2041007" y="1792720"/>
              <a:ext cx="179125" cy="59752"/>
            </a:xfrm>
            <a:custGeom>
              <a:avLst/>
              <a:gdLst/>
              <a:ahLst/>
              <a:cxnLst/>
              <a:rect l="l" t="t" r="r" b="b"/>
              <a:pathLst>
                <a:path w="6829" h="2278" extrusionOk="0">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6" name="Google Shape;16736;p78"/>
          <p:cNvGrpSpPr/>
          <p:nvPr/>
        </p:nvGrpSpPr>
        <p:grpSpPr>
          <a:xfrm>
            <a:off x="2236106" y="3365392"/>
            <a:ext cx="306471" cy="370000"/>
            <a:chOff x="2236106" y="3365392"/>
            <a:chExt cx="306471" cy="370000"/>
          </a:xfrm>
        </p:grpSpPr>
        <p:sp>
          <p:nvSpPr>
            <p:cNvPr id="16737" name="Google Shape;16737;p78"/>
            <p:cNvSpPr/>
            <p:nvPr/>
          </p:nvSpPr>
          <p:spPr>
            <a:xfrm>
              <a:off x="2413788" y="3588085"/>
              <a:ext cx="128789" cy="88107"/>
            </a:xfrm>
            <a:custGeom>
              <a:avLst/>
              <a:gdLst/>
              <a:ahLst/>
              <a:cxnLst/>
              <a:rect l="l" t="t" r="r" b="b"/>
              <a:pathLst>
                <a:path w="4910" h="3359" extrusionOk="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8" name="Google Shape;16738;p78"/>
            <p:cNvSpPr/>
            <p:nvPr/>
          </p:nvSpPr>
          <p:spPr>
            <a:xfrm>
              <a:off x="2413604" y="3588085"/>
              <a:ext cx="127740" cy="67831"/>
            </a:xfrm>
            <a:custGeom>
              <a:avLst/>
              <a:gdLst/>
              <a:ahLst/>
              <a:cxnLst/>
              <a:rect l="l" t="t" r="r" b="b"/>
              <a:pathLst>
                <a:path w="4870" h="2586" extrusionOk="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78"/>
            <p:cNvSpPr/>
            <p:nvPr/>
          </p:nvSpPr>
          <p:spPr>
            <a:xfrm>
              <a:off x="2350469" y="3365471"/>
              <a:ext cx="64945" cy="86559"/>
            </a:xfrm>
            <a:custGeom>
              <a:avLst/>
              <a:gdLst/>
              <a:ahLst/>
              <a:cxnLst/>
              <a:rect l="l" t="t" r="r" b="b"/>
              <a:pathLst>
                <a:path w="2476" h="3300" extrusionOk="0">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78"/>
            <p:cNvSpPr/>
            <p:nvPr/>
          </p:nvSpPr>
          <p:spPr>
            <a:xfrm>
              <a:off x="2368436" y="3365392"/>
              <a:ext cx="46978" cy="86166"/>
            </a:xfrm>
            <a:custGeom>
              <a:avLst/>
              <a:gdLst/>
              <a:ahLst/>
              <a:cxnLst/>
              <a:rect l="l" t="t" r="r" b="b"/>
              <a:pathLst>
                <a:path w="1791" h="3285" extrusionOk="0">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78"/>
            <p:cNvSpPr/>
            <p:nvPr/>
          </p:nvSpPr>
          <p:spPr>
            <a:xfrm>
              <a:off x="2236106" y="3542156"/>
              <a:ext cx="145157" cy="92618"/>
            </a:xfrm>
            <a:custGeom>
              <a:avLst/>
              <a:gdLst/>
              <a:ahLst/>
              <a:cxnLst/>
              <a:rect l="l" t="t" r="r" b="b"/>
              <a:pathLst>
                <a:path w="5534" h="3531" extrusionOk="0">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78"/>
            <p:cNvSpPr/>
            <p:nvPr/>
          </p:nvSpPr>
          <p:spPr>
            <a:xfrm>
              <a:off x="2236814" y="3542156"/>
              <a:ext cx="144449" cy="63608"/>
            </a:xfrm>
            <a:custGeom>
              <a:avLst/>
              <a:gdLst/>
              <a:ahLst/>
              <a:cxnLst/>
              <a:rect l="l" t="t" r="r" b="b"/>
              <a:pathLst>
                <a:path w="5507" h="2425" extrusionOk="0">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78"/>
            <p:cNvSpPr/>
            <p:nvPr/>
          </p:nvSpPr>
          <p:spPr>
            <a:xfrm>
              <a:off x="2298717" y="3457171"/>
              <a:ext cx="81654" cy="61693"/>
            </a:xfrm>
            <a:custGeom>
              <a:avLst/>
              <a:gdLst/>
              <a:ahLst/>
              <a:cxnLst/>
              <a:rect l="l" t="t" r="r" b="b"/>
              <a:pathLst>
                <a:path w="3113" h="2352" extrusionOk="0">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78"/>
            <p:cNvSpPr/>
            <p:nvPr/>
          </p:nvSpPr>
          <p:spPr>
            <a:xfrm>
              <a:off x="2299609" y="3457171"/>
              <a:ext cx="80762" cy="51647"/>
            </a:xfrm>
            <a:custGeom>
              <a:avLst/>
              <a:gdLst/>
              <a:ahLst/>
              <a:cxnLst/>
              <a:rect l="l" t="t" r="r" b="b"/>
              <a:pathLst>
                <a:path w="3079" h="1969" extrusionOk="0">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78"/>
            <p:cNvSpPr/>
            <p:nvPr/>
          </p:nvSpPr>
          <p:spPr>
            <a:xfrm>
              <a:off x="2421080" y="3480857"/>
              <a:ext cx="85929" cy="59044"/>
            </a:xfrm>
            <a:custGeom>
              <a:avLst/>
              <a:gdLst/>
              <a:ahLst/>
              <a:cxnLst/>
              <a:rect l="l" t="t" r="r" b="b"/>
              <a:pathLst>
                <a:path w="3276" h="2251" extrusionOk="0">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78"/>
            <p:cNvSpPr/>
            <p:nvPr/>
          </p:nvSpPr>
          <p:spPr>
            <a:xfrm>
              <a:off x="2421080" y="3480857"/>
              <a:ext cx="85221" cy="47345"/>
            </a:xfrm>
            <a:custGeom>
              <a:avLst/>
              <a:gdLst/>
              <a:ahLst/>
              <a:cxnLst/>
              <a:rect l="l" t="t" r="r" b="b"/>
              <a:pathLst>
                <a:path w="3249" h="1805" extrusionOk="0">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7" name="Google Shape;16747;p78"/>
            <p:cNvSpPr/>
            <p:nvPr/>
          </p:nvSpPr>
          <p:spPr>
            <a:xfrm>
              <a:off x="2379269" y="3608807"/>
              <a:ext cx="129340" cy="76093"/>
            </a:xfrm>
            <a:custGeom>
              <a:avLst/>
              <a:gdLst/>
              <a:ahLst/>
              <a:cxnLst/>
              <a:rect l="l" t="t" r="r" b="b"/>
              <a:pathLst>
                <a:path w="4931" h="2901" extrusionOk="0">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8" name="Google Shape;16748;p78"/>
            <p:cNvSpPr/>
            <p:nvPr/>
          </p:nvSpPr>
          <p:spPr>
            <a:xfrm>
              <a:off x="2274035" y="3568019"/>
              <a:ext cx="22400" cy="12485"/>
            </a:xfrm>
            <a:custGeom>
              <a:avLst/>
              <a:gdLst/>
              <a:ahLst/>
              <a:cxnLst/>
              <a:rect l="l" t="t" r="r" b="b"/>
              <a:pathLst>
                <a:path w="854" h="476" extrusionOk="0">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78"/>
            <p:cNvSpPr/>
            <p:nvPr/>
          </p:nvSpPr>
          <p:spPr>
            <a:xfrm>
              <a:off x="2450012" y="3500398"/>
              <a:ext cx="20722" cy="13823"/>
            </a:xfrm>
            <a:custGeom>
              <a:avLst/>
              <a:gdLst/>
              <a:ahLst/>
              <a:cxnLst/>
              <a:rect l="l" t="t" r="r" b="b"/>
              <a:pathLst>
                <a:path w="790" h="527" extrusionOk="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78"/>
            <p:cNvSpPr/>
            <p:nvPr/>
          </p:nvSpPr>
          <p:spPr>
            <a:xfrm>
              <a:off x="2303675" y="3396003"/>
              <a:ext cx="142088" cy="339390"/>
            </a:xfrm>
            <a:custGeom>
              <a:avLst/>
              <a:gdLst/>
              <a:ahLst/>
              <a:cxnLst/>
              <a:rect l="l" t="t" r="r" b="b"/>
              <a:pathLst>
                <a:path w="5417" h="12939" extrusionOk="0">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1" name="Google Shape;16751;p78"/>
          <p:cNvGrpSpPr/>
          <p:nvPr/>
        </p:nvGrpSpPr>
        <p:grpSpPr>
          <a:xfrm>
            <a:off x="5492823" y="3385563"/>
            <a:ext cx="375325" cy="329606"/>
            <a:chOff x="5492823" y="3385563"/>
            <a:chExt cx="375325" cy="329606"/>
          </a:xfrm>
        </p:grpSpPr>
        <p:sp>
          <p:nvSpPr>
            <p:cNvPr id="16752" name="Google Shape;16752;p78"/>
            <p:cNvSpPr/>
            <p:nvPr/>
          </p:nvSpPr>
          <p:spPr>
            <a:xfrm>
              <a:off x="5531617" y="3399019"/>
              <a:ext cx="53719" cy="53404"/>
            </a:xfrm>
            <a:custGeom>
              <a:avLst/>
              <a:gdLst/>
              <a:ahLst/>
              <a:cxnLst/>
              <a:rect l="l" t="t" r="r" b="b"/>
              <a:pathLst>
                <a:path w="2048" h="2036" extrusionOk="0">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3" name="Google Shape;16753;p78"/>
            <p:cNvSpPr/>
            <p:nvPr/>
          </p:nvSpPr>
          <p:spPr>
            <a:xfrm>
              <a:off x="5492823" y="3446417"/>
              <a:ext cx="50729" cy="42388"/>
            </a:xfrm>
            <a:custGeom>
              <a:avLst/>
              <a:gdLst/>
              <a:ahLst/>
              <a:cxnLst/>
              <a:rect l="l" t="t" r="r" b="b"/>
              <a:pathLst>
                <a:path w="1934" h="1616" extrusionOk="0">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4" name="Google Shape;16754;p78"/>
            <p:cNvSpPr/>
            <p:nvPr/>
          </p:nvSpPr>
          <p:spPr>
            <a:xfrm>
              <a:off x="5654321" y="3412318"/>
              <a:ext cx="43437" cy="47660"/>
            </a:xfrm>
            <a:custGeom>
              <a:avLst/>
              <a:gdLst/>
              <a:ahLst/>
              <a:cxnLst/>
              <a:rect l="l" t="t" r="r" b="b"/>
              <a:pathLst>
                <a:path w="1656" h="1817" extrusionOk="0">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78"/>
            <p:cNvSpPr/>
            <p:nvPr/>
          </p:nvSpPr>
          <p:spPr>
            <a:xfrm>
              <a:off x="5541742" y="3464332"/>
              <a:ext cx="135373" cy="89182"/>
            </a:xfrm>
            <a:custGeom>
              <a:avLst/>
              <a:gdLst/>
              <a:ahLst/>
              <a:cxnLst/>
              <a:rect l="l" t="t" r="r" b="b"/>
              <a:pathLst>
                <a:path w="5161" h="3400" extrusionOk="0">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6" name="Google Shape;16756;p78"/>
            <p:cNvSpPr/>
            <p:nvPr/>
          </p:nvSpPr>
          <p:spPr>
            <a:xfrm>
              <a:off x="5596877" y="3385563"/>
              <a:ext cx="46270" cy="57470"/>
            </a:xfrm>
            <a:custGeom>
              <a:avLst/>
              <a:gdLst/>
              <a:ahLst/>
              <a:cxnLst/>
              <a:rect l="l" t="t" r="r" b="b"/>
              <a:pathLst>
                <a:path w="1764" h="2191" extrusionOk="0">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7" name="Google Shape;16757;p78"/>
            <p:cNvSpPr/>
            <p:nvPr/>
          </p:nvSpPr>
          <p:spPr>
            <a:xfrm>
              <a:off x="5542109" y="3467532"/>
              <a:ext cx="50519" cy="85956"/>
            </a:xfrm>
            <a:custGeom>
              <a:avLst/>
              <a:gdLst/>
              <a:ahLst/>
              <a:cxnLst/>
              <a:rect l="l" t="t" r="r" b="b"/>
              <a:pathLst>
                <a:path w="1926" h="3277" extrusionOk="0">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78"/>
            <p:cNvSpPr/>
            <p:nvPr/>
          </p:nvSpPr>
          <p:spPr>
            <a:xfrm>
              <a:off x="5492823" y="3450273"/>
              <a:ext cx="46821" cy="38532"/>
            </a:xfrm>
            <a:custGeom>
              <a:avLst/>
              <a:gdLst/>
              <a:ahLst/>
              <a:cxnLst/>
              <a:rect l="l" t="t" r="r" b="b"/>
              <a:pathLst>
                <a:path w="1785" h="1469" extrusionOk="0">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78"/>
            <p:cNvSpPr/>
            <p:nvPr/>
          </p:nvSpPr>
          <p:spPr>
            <a:xfrm>
              <a:off x="5531774" y="3399596"/>
              <a:ext cx="44486" cy="52827"/>
            </a:xfrm>
            <a:custGeom>
              <a:avLst/>
              <a:gdLst/>
              <a:ahLst/>
              <a:cxnLst/>
              <a:rect l="l" t="t" r="r" b="b"/>
              <a:pathLst>
                <a:path w="1696" h="2014" extrusionOk="0">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0" name="Google Shape;16760;p78"/>
            <p:cNvSpPr/>
            <p:nvPr/>
          </p:nvSpPr>
          <p:spPr>
            <a:xfrm>
              <a:off x="5597244" y="3385563"/>
              <a:ext cx="34886" cy="55686"/>
            </a:xfrm>
            <a:custGeom>
              <a:avLst/>
              <a:gdLst/>
              <a:ahLst/>
              <a:cxnLst/>
              <a:rect l="l" t="t" r="r" b="b"/>
              <a:pathLst>
                <a:path w="1330" h="2123" extrusionOk="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1" name="Google Shape;16761;p78"/>
            <p:cNvSpPr/>
            <p:nvPr/>
          </p:nvSpPr>
          <p:spPr>
            <a:xfrm>
              <a:off x="5654872" y="3412292"/>
              <a:ext cx="38086" cy="42807"/>
            </a:xfrm>
            <a:custGeom>
              <a:avLst/>
              <a:gdLst/>
              <a:ahLst/>
              <a:cxnLst/>
              <a:rect l="l" t="t" r="r" b="b"/>
              <a:pathLst>
                <a:path w="1452" h="1632" extrusionOk="0">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2" name="Google Shape;16762;p78"/>
            <p:cNvSpPr/>
            <p:nvPr/>
          </p:nvSpPr>
          <p:spPr>
            <a:xfrm>
              <a:off x="5730624" y="3541868"/>
              <a:ext cx="43070" cy="57863"/>
            </a:xfrm>
            <a:custGeom>
              <a:avLst/>
              <a:gdLst/>
              <a:ahLst/>
              <a:cxnLst/>
              <a:rect l="l" t="t" r="r" b="b"/>
              <a:pathLst>
                <a:path w="1642" h="2206" extrusionOk="0">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3" name="Google Shape;16763;p78"/>
            <p:cNvSpPr/>
            <p:nvPr/>
          </p:nvSpPr>
          <p:spPr>
            <a:xfrm>
              <a:off x="5672472" y="3557868"/>
              <a:ext cx="41102" cy="49260"/>
            </a:xfrm>
            <a:custGeom>
              <a:avLst/>
              <a:gdLst/>
              <a:ahLst/>
              <a:cxnLst/>
              <a:rect l="l" t="t" r="r" b="b"/>
              <a:pathLst>
                <a:path w="1567" h="1878" extrusionOk="0">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4" name="Google Shape;16764;p78"/>
            <p:cNvSpPr/>
            <p:nvPr/>
          </p:nvSpPr>
          <p:spPr>
            <a:xfrm>
              <a:off x="5815111" y="3621974"/>
              <a:ext cx="53037" cy="39712"/>
            </a:xfrm>
            <a:custGeom>
              <a:avLst/>
              <a:gdLst/>
              <a:ahLst/>
              <a:cxnLst/>
              <a:rect l="l" t="t" r="r" b="b"/>
              <a:pathLst>
                <a:path w="2022" h="1514" extrusionOk="0">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5" name="Google Shape;16765;p78"/>
            <p:cNvSpPr/>
            <p:nvPr/>
          </p:nvSpPr>
          <p:spPr>
            <a:xfrm>
              <a:off x="5673180" y="3620138"/>
              <a:ext cx="136265" cy="95031"/>
            </a:xfrm>
            <a:custGeom>
              <a:avLst/>
              <a:gdLst/>
              <a:ahLst/>
              <a:cxnLst/>
              <a:rect l="l" t="t" r="r" b="b"/>
              <a:pathLst>
                <a:path w="5195" h="3623" extrusionOk="0">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6" name="Google Shape;16766;p78"/>
            <p:cNvSpPr/>
            <p:nvPr/>
          </p:nvSpPr>
          <p:spPr>
            <a:xfrm>
              <a:off x="5779884" y="3567363"/>
              <a:ext cx="56237" cy="51280"/>
            </a:xfrm>
            <a:custGeom>
              <a:avLst/>
              <a:gdLst/>
              <a:ahLst/>
              <a:cxnLst/>
              <a:rect l="l" t="t" r="r" b="b"/>
              <a:pathLst>
                <a:path w="2144" h="1955" extrusionOk="0">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7" name="Google Shape;16767;p78"/>
            <p:cNvSpPr/>
            <p:nvPr/>
          </p:nvSpPr>
          <p:spPr>
            <a:xfrm>
              <a:off x="5676380" y="3620243"/>
              <a:ext cx="79897" cy="70349"/>
            </a:xfrm>
            <a:custGeom>
              <a:avLst/>
              <a:gdLst/>
              <a:ahLst/>
              <a:cxnLst/>
              <a:rect l="l" t="t" r="r" b="b"/>
              <a:pathLst>
                <a:path w="3046" h="2682" extrusionOk="0">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8" name="Google Shape;16768;p78"/>
            <p:cNvSpPr/>
            <p:nvPr/>
          </p:nvSpPr>
          <p:spPr>
            <a:xfrm>
              <a:off x="5672289" y="3558052"/>
              <a:ext cx="33286" cy="49076"/>
            </a:xfrm>
            <a:custGeom>
              <a:avLst/>
              <a:gdLst/>
              <a:ahLst/>
              <a:cxnLst/>
              <a:rect l="l" t="t" r="r" b="b"/>
              <a:pathLst>
                <a:path w="1269" h="1871" extrusionOk="0">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9" name="Google Shape;16769;p78"/>
            <p:cNvSpPr/>
            <p:nvPr/>
          </p:nvSpPr>
          <p:spPr>
            <a:xfrm>
              <a:off x="5730624" y="3541868"/>
              <a:ext cx="28486" cy="57837"/>
            </a:xfrm>
            <a:custGeom>
              <a:avLst/>
              <a:gdLst/>
              <a:ahLst/>
              <a:cxnLst/>
              <a:rect l="l" t="t" r="r" b="b"/>
              <a:pathLst>
                <a:path w="1086" h="2205" extrusionOk="0">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0" name="Google Shape;16770;p78"/>
            <p:cNvSpPr/>
            <p:nvPr/>
          </p:nvSpPr>
          <p:spPr>
            <a:xfrm>
              <a:off x="5781484" y="3567363"/>
              <a:ext cx="51070" cy="44093"/>
            </a:xfrm>
            <a:custGeom>
              <a:avLst/>
              <a:gdLst/>
              <a:ahLst/>
              <a:cxnLst/>
              <a:rect l="l" t="t" r="r" b="b"/>
              <a:pathLst>
                <a:path w="1947" h="1681" extrusionOk="0">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1" name="Google Shape;16771;p78"/>
            <p:cNvSpPr/>
            <p:nvPr/>
          </p:nvSpPr>
          <p:spPr>
            <a:xfrm>
              <a:off x="5818836" y="3622027"/>
              <a:ext cx="46978" cy="28197"/>
            </a:xfrm>
            <a:custGeom>
              <a:avLst/>
              <a:gdLst/>
              <a:ahLst/>
              <a:cxnLst/>
              <a:rect l="l" t="t" r="r" b="b"/>
              <a:pathLst>
                <a:path w="1791" h="1075" extrusionOk="0">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72" name="Google Shape;16772;p78"/>
          <p:cNvGrpSpPr/>
          <p:nvPr/>
        </p:nvGrpSpPr>
        <p:grpSpPr>
          <a:xfrm>
            <a:off x="3041787" y="2001118"/>
            <a:ext cx="370158" cy="328164"/>
            <a:chOff x="3041787" y="2001118"/>
            <a:chExt cx="370158" cy="328164"/>
          </a:xfrm>
        </p:grpSpPr>
        <p:sp>
          <p:nvSpPr>
            <p:cNvPr id="16773" name="Google Shape;16773;p78"/>
            <p:cNvSpPr/>
            <p:nvPr/>
          </p:nvSpPr>
          <p:spPr>
            <a:xfrm>
              <a:off x="3087689" y="2006993"/>
              <a:ext cx="278536" cy="258628"/>
            </a:xfrm>
            <a:custGeom>
              <a:avLst/>
              <a:gdLst/>
              <a:ahLst/>
              <a:cxnLst/>
              <a:rect l="l" t="t" r="r" b="b"/>
              <a:pathLst>
                <a:path w="10619" h="9860" extrusionOk="0">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4" name="Google Shape;16774;p78"/>
            <p:cNvSpPr/>
            <p:nvPr/>
          </p:nvSpPr>
          <p:spPr>
            <a:xfrm>
              <a:off x="3298631" y="2001118"/>
              <a:ext cx="113314" cy="184082"/>
            </a:xfrm>
            <a:custGeom>
              <a:avLst/>
              <a:gdLst/>
              <a:ahLst/>
              <a:cxnLst/>
              <a:rect l="l" t="t" r="r" b="b"/>
              <a:pathLst>
                <a:path w="4320" h="7018" extrusionOk="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5" name="Google Shape;16775;p78"/>
            <p:cNvSpPr/>
            <p:nvPr/>
          </p:nvSpPr>
          <p:spPr>
            <a:xfrm>
              <a:off x="3143166" y="2114431"/>
              <a:ext cx="41837" cy="53719"/>
            </a:xfrm>
            <a:custGeom>
              <a:avLst/>
              <a:gdLst/>
              <a:ahLst/>
              <a:cxnLst/>
              <a:rect l="l" t="t" r="r" b="b"/>
              <a:pathLst>
                <a:path w="1595" h="2048" extrusionOk="0">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6" name="Google Shape;16776;p78"/>
            <p:cNvSpPr/>
            <p:nvPr/>
          </p:nvSpPr>
          <p:spPr>
            <a:xfrm>
              <a:off x="3161133" y="2114431"/>
              <a:ext cx="23869" cy="41811"/>
            </a:xfrm>
            <a:custGeom>
              <a:avLst/>
              <a:gdLst/>
              <a:ahLst/>
              <a:cxnLst/>
              <a:rect l="l" t="t" r="r" b="b"/>
              <a:pathLst>
                <a:path w="910" h="1594" extrusionOk="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7" name="Google Shape;16777;p78"/>
            <p:cNvSpPr/>
            <p:nvPr/>
          </p:nvSpPr>
          <p:spPr>
            <a:xfrm>
              <a:off x="3155258" y="2120464"/>
              <a:ext cx="17810" cy="17810"/>
            </a:xfrm>
            <a:custGeom>
              <a:avLst/>
              <a:gdLst/>
              <a:ahLst/>
              <a:cxnLst/>
              <a:rect l="l" t="t" r="r" b="b"/>
              <a:pathLst>
                <a:path w="679" h="679" extrusionOk="0">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8" name="Google Shape;16778;p78"/>
            <p:cNvSpPr/>
            <p:nvPr/>
          </p:nvSpPr>
          <p:spPr>
            <a:xfrm>
              <a:off x="3268571" y="2114431"/>
              <a:ext cx="41811" cy="53719"/>
            </a:xfrm>
            <a:custGeom>
              <a:avLst/>
              <a:gdLst/>
              <a:ahLst/>
              <a:cxnLst/>
              <a:rect l="l" t="t" r="r" b="b"/>
              <a:pathLst>
                <a:path w="1594" h="2048" extrusionOk="0">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9" name="Google Shape;16779;p78"/>
            <p:cNvSpPr/>
            <p:nvPr/>
          </p:nvSpPr>
          <p:spPr>
            <a:xfrm>
              <a:off x="3286513" y="2114431"/>
              <a:ext cx="23869" cy="41811"/>
            </a:xfrm>
            <a:custGeom>
              <a:avLst/>
              <a:gdLst/>
              <a:ahLst/>
              <a:cxnLst/>
              <a:rect l="l" t="t" r="r" b="b"/>
              <a:pathLst>
                <a:path w="910" h="1594" extrusionOk="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0" name="Google Shape;16780;p78"/>
            <p:cNvSpPr/>
            <p:nvPr/>
          </p:nvSpPr>
          <p:spPr>
            <a:xfrm>
              <a:off x="3280480" y="2120464"/>
              <a:ext cx="17994" cy="17810"/>
            </a:xfrm>
            <a:custGeom>
              <a:avLst/>
              <a:gdLst/>
              <a:ahLst/>
              <a:cxnLst/>
              <a:rect l="l" t="t" r="r" b="b"/>
              <a:pathLst>
                <a:path w="686" h="679" extrusionOk="0">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1" name="Google Shape;16781;p78"/>
            <p:cNvSpPr/>
            <p:nvPr/>
          </p:nvSpPr>
          <p:spPr>
            <a:xfrm>
              <a:off x="3298447" y="2011741"/>
              <a:ext cx="98730" cy="173459"/>
            </a:xfrm>
            <a:custGeom>
              <a:avLst/>
              <a:gdLst/>
              <a:ahLst/>
              <a:cxnLst/>
              <a:rect l="l" t="t" r="r" b="b"/>
              <a:pathLst>
                <a:path w="3764" h="6613" extrusionOk="0">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2" name="Google Shape;16782;p78"/>
            <p:cNvSpPr/>
            <p:nvPr/>
          </p:nvSpPr>
          <p:spPr>
            <a:xfrm>
              <a:off x="3087506" y="2013052"/>
              <a:ext cx="98730" cy="252569"/>
            </a:xfrm>
            <a:custGeom>
              <a:avLst/>
              <a:gdLst/>
              <a:ahLst/>
              <a:cxnLst/>
              <a:rect l="l" t="t" r="r" b="b"/>
              <a:pathLst>
                <a:path w="3764" h="9629" extrusionOk="0">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3" name="Google Shape;16783;p78"/>
            <p:cNvSpPr/>
            <p:nvPr/>
          </p:nvSpPr>
          <p:spPr>
            <a:xfrm>
              <a:off x="3041787" y="2001118"/>
              <a:ext cx="113497" cy="184082"/>
            </a:xfrm>
            <a:custGeom>
              <a:avLst/>
              <a:gdLst/>
              <a:ahLst/>
              <a:cxnLst/>
              <a:rect l="l" t="t" r="r" b="b"/>
              <a:pathLst>
                <a:path w="4327" h="7018" extrusionOk="0">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4" name="Google Shape;16784;p78"/>
            <p:cNvSpPr/>
            <p:nvPr/>
          </p:nvSpPr>
          <p:spPr>
            <a:xfrm>
              <a:off x="3041787" y="2001118"/>
              <a:ext cx="111373" cy="122232"/>
            </a:xfrm>
            <a:custGeom>
              <a:avLst/>
              <a:gdLst/>
              <a:ahLst/>
              <a:cxnLst/>
              <a:rect l="l" t="t" r="r" b="b"/>
              <a:pathLst>
                <a:path w="4246" h="4660" extrusionOk="0">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5" name="Google Shape;16785;p78"/>
            <p:cNvSpPr/>
            <p:nvPr/>
          </p:nvSpPr>
          <p:spPr>
            <a:xfrm>
              <a:off x="3161133" y="2221843"/>
              <a:ext cx="131281" cy="95530"/>
            </a:xfrm>
            <a:custGeom>
              <a:avLst/>
              <a:gdLst/>
              <a:ahLst/>
              <a:cxnLst/>
              <a:rect l="l" t="t" r="r" b="b"/>
              <a:pathLst>
                <a:path w="5005" h="3642" extrusionOk="0">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6" name="Google Shape;16786;p78"/>
            <p:cNvSpPr/>
            <p:nvPr/>
          </p:nvSpPr>
          <p:spPr>
            <a:xfrm>
              <a:off x="3196885" y="2269687"/>
              <a:ext cx="59778" cy="59595"/>
            </a:xfrm>
            <a:custGeom>
              <a:avLst/>
              <a:gdLst/>
              <a:ahLst/>
              <a:cxnLst/>
              <a:rect l="l" t="t" r="r" b="b"/>
              <a:pathLst>
                <a:path w="2279" h="2272" extrusionOk="0">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7" name="Google Shape;16787;p78"/>
            <p:cNvSpPr/>
            <p:nvPr/>
          </p:nvSpPr>
          <p:spPr>
            <a:xfrm>
              <a:off x="3196885" y="2269687"/>
              <a:ext cx="59778" cy="29850"/>
            </a:xfrm>
            <a:custGeom>
              <a:avLst/>
              <a:gdLst/>
              <a:ahLst/>
              <a:cxnLst/>
              <a:rect l="l" t="t" r="r" b="b"/>
              <a:pathLst>
                <a:path w="2279" h="1138" extrusionOk="0">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8" name="Google Shape;16788;p78"/>
            <p:cNvSpPr/>
            <p:nvPr/>
          </p:nvSpPr>
          <p:spPr>
            <a:xfrm>
              <a:off x="3143166" y="2215968"/>
              <a:ext cx="167216" cy="65680"/>
            </a:xfrm>
            <a:custGeom>
              <a:avLst/>
              <a:gdLst/>
              <a:ahLst/>
              <a:cxnLst/>
              <a:rect l="l" t="t" r="r" b="b"/>
              <a:pathLst>
                <a:path w="6375" h="2504" extrusionOk="0">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9" name="Google Shape;16789;p78"/>
            <p:cNvSpPr/>
            <p:nvPr/>
          </p:nvSpPr>
          <p:spPr>
            <a:xfrm>
              <a:off x="3191009" y="2192151"/>
              <a:ext cx="71713" cy="50362"/>
            </a:xfrm>
            <a:custGeom>
              <a:avLst/>
              <a:gdLst/>
              <a:ahLst/>
              <a:cxnLst/>
              <a:rect l="l" t="t" r="r" b="b"/>
              <a:pathLst>
                <a:path w="2734" h="1920" extrusionOk="0">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0" name="Google Shape;16790;p78"/>
            <p:cNvSpPr/>
            <p:nvPr/>
          </p:nvSpPr>
          <p:spPr>
            <a:xfrm>
              <a:off x="3190826" y="2193908"/>
              <a:ext cx="53221" cy="48604"/>
            </a:xfrm>
            <a:custGeom>
              <a:avLst/>
              <a:gdLst/>
              <a:ahLst/>
              <a:cxnLst/>
              <a:rect l="l" t="t" r="r" b="b"/>
              <a:pathLst>
                <a:path w="2029" h="1853" extrusionOk="0">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91" name="Google Shape;16791;p78"/>
          <p:cNvGrpSpPr/>
          <p:nvPr/>
        </p:nvGrpSpPr>
        <p:grpSpPr>
          <a:xfrm>
            <a:off x="5779884" y="2039125"/>
            <a:ext cx="372309" cy="328216"/>
            <a:chOff x="5779884" y="2039125"/>
            <a:chExt cx="372309" cy="328216"/>
          </a:xfrm>
        </p:grpSpPr>
        <p:sp>
          <p:nvSpPr>
            <p:cNvPr id="16792" name="Google Shape;16792;p78"/>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3" name="Google Shape;16793;p78"/>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4" name="Google Shape;16794;p78"/>
            <p:cNvSpPr/>
            <p:nvPr/>
          </p:nvSpPr>
          <p:spPr>
            <a:xfrm>
              <a:off x="6095221" y="2136097"/>
              <a:ext cx="56972" cy="134088"/>
            </a:xfrm>
            <a:custGeom>
              <a:avLst/>
              <a:gdLst/>
              <a:ahLst/>
              <a:cxnLst/>
              <a:rect l="l" t="t" r="r" b="b"/>
              <a:pathLst>
                <a:path w="2172" h="5112" extrusionOk="0">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5" name="Google Shape;16795;p78"/>
            <p:cNvSpPr/>
            <p:nvPr/>
          </p:nvSpPr>
          <p:spPr>
            <a:xfrm>
              <a:off x="5801419" y="2039125"/>
              <a:ext cx="156882" cy="90441"/>
            </a:xfrm>
            <a:custGeom>
              <a:avLst/>
              <a:gdLst/>
              <a:ahLst/>
              <a:cxnLst/>
              <a:rect l="l" t="t" r="r" b="b"/>
              <a:pathLst>
                <a:path w="5981" h="3448" extrusionOk="0">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6" name="Google Shape;16796;p78"/>
            <p:cNvSpPr/>
            <p:nvPr/>
          </p:nvSpPr>
          <p:spPr>
            <a:xfrm>
              <a:off x="5779884" y="2058666"/>
              <a:ext cx="331731" cy="308675"/>
            </a:xfrm>
            <a:custGeom>
              <a:avLst/>
              <a:gdLst/>
              <a:ahLst/>
              <a:cxnLst/>
              <a:rect l="l" t="t" r="r" b="b"/>
              <a:pathLst>
                <a:path w="12647" h="11768" extrusionOk="0">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7" name="Google Shape;16797;p78"/>
            <p:cNvSpPr/>
            <p:nvPr/>
          </p:nvSpPr>
          <p:spPr>
            <a:xfrm>
              <a:off x="5818757" y="2041250"/>
              <a:ext cx="35515" cy="28250"/>
            </a:xfrm>
            <a:custGeom>
              <a:avLst/>
              <a:gdLst/>
              <a:ahLst/>
              <a:cxnLst/>
              <a:rect l="l" t="t" r="r" b="b"/>
              <a:pathLst>
                <a:path w="1354" h="1077" extrusionOk="0">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8" name="Google Shape;16798;p78"/>
            <p:cNvSpPr/>
            <p:nvPr/>
          </p:nvSpPr>
          <p:spPr>
            <a:xfrm>
              <a:off x="5821695" y="2081513"/>
              <a:ext cx="16027" cy="12118"/>
            </a:xfrm>
            <a:custGeom>
              <a:avLst/>
              <a:gdLst/>
              <a:ahLst/>
              <a:cxnLst/>
              <a:rect l="l" t="t" r="r" b="b"/>
              <a:pathLst>
                <a:path w="611" h="462" extrusionOk="0">
                  <a:moveTo>
                    <a:pt x="305" y="1"/>
                  </a:moveTo>
                  <a:cubicBezTo>
                    <a:pt x="0" y="1"/>
                    <a:pt x="0" y="462"/>
                    <a:pt x="305" y="462"/>
                  </a:cubicBezTo>
                  <a:cubicBezTo>
                    <a:pt x="611" y="462"/>
                    <a:pt x="611" y="1"/>
                    <a:pt x="30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9" name="Google Shape;16799;p78"/>
            <p:cNvSpPr/>
            <p:nvPr/>
          </p:nvSpPr>
          <p:spPr>
            <a:xfrm>
              <a:off x="5844987" y="2093710"/>
              <a:ext cx="48945" cy="110717"/>
            </a:xfrm>
            <a:custGeom>
              <a:avLst/>
              <a:gdLst/>
              <a:ahLst/>
              <a:cxnLst/>
              <a:rect l="l" t="t" r="r" b="b"/>
              <a:pathLst>
                <a:path w="1866" h="4221" extrusionOk="0">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0" name="Google Shape;16800;p78"/>
            <p:cNvSpPr/>
            <p:nvPr/>
          </p:nvSpPr>
          <p:spPr>
            <a:xfrm>
              <a:off x="5927690" y="2196374"/>
              <a:ext cx="105864" cy="35253"/>
            </a:xfrm>
            <a:custGeom>
              <a:avLst/>
              <a:gdLst/>
              <a:ahLst/>
              <a:cxnLst/>
              <a:rect l="l" t="t" r="r" b="b"/>
              <a:pathLst>
                <a:path w="4036" h="1344" extrusionOk="0">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1" name="Google Shape;16801;p78"/>
            <p:cNvSpPr/>
            <p:nvPr/>
          </p:nvSpPr>
          <p:spPr>
            <a:xfrm>
              <a:off x="5779884" y="2098956"/>
              <a:ext cx="42886" cy="34833"/>
            </a:xfrm>
            <a:custGeom>
              <a:avLst/>
              <a:gdLst/>
              <a:ahLst/>
              <a:cxnLst/>
              <a:rect l="l" t="t" r="r" b="b"/>
              <a:pathLst>
                <a:path w="1635" h="1328" extrusionOk="0">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2" name="Google Shape;16802;p78"/>
            <p:cNvSpPr/>
            <p:nvPr/>
          </p:nvSpPr>
          <p:spPr>
            <a:xfrm>
              <a:off x="5780959" y="2120884"/>
              <a:ext cx="9102" cy="7790"/>
            </a:xfrm>
            <a:custGeom>
              <a:avLst/>
              <a:gdLst/>
              <a:ahLst/>
              <a:cxnLst/>
              <a:rect l="l" t="t" r="r" b="b"/>
              <a:pathLst>
                <a:path w="347" h="297" extrusionOk="0">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3" name="Google Shape;16803;p78"/>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4" name="Google Shape;16804;p78"/>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808"/>
        <p:cNvGrpSpPr/>
        <p:nvPr/>
      </p:nvGrpSpPr>
      <p:grpSpPr>
        <a:xfrm>
          <a:off x="0" y="0"/>
          <a:ext cx="0" cy="0"/>
          <a:chOff x="0" y="0"/>
          <a:chExt cx="0" cy="0"/>
        </a:xfrm>
      </p:grpSpPr>
      <p:sp>
        <p:nvSpPr>
          <p:cNvPr id="16809" name="Google Shape;16809;p79"/>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grpSp>
        <p:nvGrpSpPr>
          <p:cNvPr id="16810" name="Google Shape;16810;p79"/>
          <p:cNvGrpSpPr/>
          <p:nvPr/>
        </p:nvGrpSpPr>
        <p:grpSpPr>
          <a:xfrm>
            <a:off x="878066" y="1981993"/>
            <a:ext cx="354610" cy="372358"/>
            <a:chOff x="878066" y="1981993"/>
            <a:chExt cx="354610" cy="372358"/>
          </a:xfrm>
        </p:grpSpPr>
        <p:sp>
          <p:nvSpPr>
            <p:cNvPr id="16811" name="Google Shape;16811;p79"/>
            <p:cNvSpPr/>
            <p:nvPr/>
          </p:nvSpPr>
          <p:spPr>
            <a:xfrm>
              <a:off x="1002194" y="1982386"/>
              <a:ext cx="230482" cy="176742"/>
            </a:xfrm>
            <a:custGeom>
              <a:avLst/>
              <a:gdLst/>
              <a:ahLst/>
              <a:cxnLst/>
              <a:rect l="l" t="t" r="r" b="b"/>
              <a:pathLst>
                <a:path w="8792" h="6742" extrusionOk="0">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2" name="Google Shape;16812;p79"/>
            <p:cNvSpPr/>
            <p:nvPr/>
          </p:nvSpPr>
          <p:spPr>
            <a:xfrm>
              <a:off x="1038895" y="1981993"/>
              <a:ext cx="163136" cy="177135"/>
            </a:xfrm>
            <a:custGeom>
              <a:avLst/>
              <a:gdLst/>
              <a:ahLst/>
              <a:cxnLst/>
              <a:rect l="l" t="t" r="r" b="b"/>
              <a:pathLst>
                <a:path w="6223" h="6757" extrusionOk="0">
                  <a:moveTo>
                    <a:pt x="4836" y="1"/>
                  </a:moveTo>
                  <a:lnTo>
                    <a:pt x="0" y="6756"/>
                  </a:lnTo>
                  <a:lnTo>
                    <a:pt x="1401" y="6756"/>
                  </a:lnTo>
                  <a:lnTo>
                    <a:pt x="6222"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3" name="Google Shape;16813;p79"/>
            <p:cNvSpPr/>
            <p:nvPr/>
          </p:nvSpPr>
          <p:spPr>
            <a:xfrm>
              <a:off x="1075596" y="1982386"/>
              <a:ext cx="156687" cy="176742"/>
            </a:xfrm>
            <a:custGeom>
              <a:avLst/>
              <a:gdLst/>
              <a:ahLst/>
              <a:cxnLst/>
              <a:rect l="l" t="t" r="r" b="b"/>
              <a:pathLst>
                <a:path w="5977" h="6742" extrusionOk="0">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4" name="Google Shape;16814;p79"/>
            <p:cNvSpPr/>
            <p:nvPr/>
          </p:nvSpPr>
          <p:spPr>
            <a:xfrm>
              <a:off x="878145" y="1982281"/>
              <a:ext cx="230404" cy="176846"/>
            </a:xfrm>
            <a:custGeom>
              <a:avLst/>
              <a:gdLst/>
              <a:ahLst/>
              <a:cxnLst/>
              <a:rect l="l" t="t" r="r" b="b"/>
              <a:pathLst>
                <a:path w="8789" h="6746" extrusionOk="0">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5" name="Google Shape;16815;p79"/>
            <p:cNvSpPr/>
            <p:nvPr/>
          </p:nvSpPr>
          <p:spPr>
            <a:xfrm>
              <a:off x="910599" y="1981993"/>
              <a:ext cx="163136" cy="177135"/>
            </a:xfrm>
            <a:custGeom>
              <a:avLst/>
              <a:gdLst/>
              <a:ahLst/>
              <a:cxnLst/>
              <a:rect l="l" t="t" r="r" b="b"/>
              <a:pathLst>
                <a:path w="6223" h="6757" extrusionOk="0">
                  <a:moveTo>
                    <a:pt x="1" y="1"/>
                  </a:moveTo>
                  <a:lnTo>
                    <a:pt x="4837" y="6756"/>
                  </a:lnTo>
                  <a:lnTo>
                    <a:pt x="6222" y="6756"/>
                  </a:lnTo>
                  <a:lnTo>
                    <a:pt x="1401"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6" name="Google Shape;16816;p79"/>
            <p:cNvSpPr/>
            <p:nvPr/>
          </p:nvSpPr>
          <p:spPr>
            <a:xfrm>
              <a:off x="878066" y="1982386"/>
              <a:ext cx="159335" cy="177109"/>
            </a:xfrm>
            <a:custGeom>
              <a:avLst/>
              <a:gdLst/>
              <a:ahLst/>
              <a:cxnLst/>
              <a:rect l="l" t="t" r="r" b="b"/>
              <a:pathLst>
                <a:path w="6078" h="6756" extrusionOk="0">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7" name="Google Shape;16817;p79"/>
            <p:cNvSpPr/>
            <p:nvPr/>
          </p:nvSpPr>
          <p:spPr>
            <a:xfrm>
              <a:off x="1092243" y="2108008"/>
              <a:ext cx="36360" cy="51119"/>
            </a:xfrm>
            <a:custGeom>
              <a:avLst/>
              <a:gdLst/>
              <a:ahLst/>
              <a:cxnLst/>
              <a:rect l="l" t="t" r="r" b="b"/>
              <a:pathLst>
                <a:path w="1387" h="1950" extrusionOk="0">
                  <a:moveTo>
                    <a:pt x="751" y="1"/>
                  </a:moveTo>
                  <a:lnTo>
                    <a:pt x="1" y="1069"/>
                  </a:lnTo>
                  <a:lnTo>
                    <a:pt x="622" y="1949"/>
                  </a:lnTo>
                  <a:lnTo>
                    <a:pt x="1156" y="1228"/>
                  </a:lnTo>
                  <a:lnTo>
                    <a:pt x="1387" y="881"/>
                  </a:lnTo>
                  <a:lnTo>
                    <a:pt x="751"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8" name="Google Shape;16818;p79"/>
            <p:cNvSpPr/>
            <p:nvPr/>
          </p:nvSpPr>
          <p:spPr>
            <a:xfrm>
              <a:off x="1073709" y="2082658"/>
              <a:ext cx="38248" cy="53374"/>
            </a:xfrm>
            <a:custGeom>
              <a:avLst/>
              <a:gdLst/>
              <a:ahLst/>
              <a:cxnLst/>
              <a:rect l="l" t="t" r="r" b="b"/>
              <a:pathLst>
                <a:path w="1459" h="2036" extrusionOk="0">
                  <a:moveTo>
                    <a:pt x="766" y="0"/>
                  </a:moveTo>
                  <a:lnTo>
                    <a:pt x="0" y="1054"/>
                  </a:lnTo>
                  <a:lnTo>
                    <a:pt x="708" y="2036"/>
                  </a:lnTo>
                  <a:lnTo>
                    <a:pt x="1458" y="968"/>
                  </a:lnTo>
                  <a:lnTo>
                    <a:pt x="76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9" name="Google Shape;16819;p79"/>
            <p:cNvSpPr/>
            <p:nvPr/>
          </p:nvSpPr>
          <p:spPr>
            <a:xfrm>
              <a:off x="1055542" y="2056915"/>
              <a:ext cx="38248" cy="53400"/>
            </a:xfrm>
            <a:custGeom>
              <a:avLst/>
              <a:gdLst/>
              <a:ahLst/>
              <a:cxnLst/>
              <a:rect l="l" t="t" r="r" b="b"/>
              <a:pathLst>
                <a:path w="1459" h="2037" extrusionOk="0">
                  <a:moveTo>
                    <a:pt x="751" y="1"/>
                  </a:moveTo>
                  <a:lnTo>
                    <a:pt x="1" y="1055"/>
                  </a:lnTo>
                  <a:lnTo>
                    <a:pt x="693" y="2036"/>
                  </a:lnTo>
                  <a:lnTo>
                    <a:pt x="1459" y="982"/>
                  </a:lnTo>
                  <a:lnTo>
                    <a:pt x="751"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0" name="Google Shape;16820;p79"/>
            <p:cNvSpPr/>
            <p:nvPr/>
          </p:nvSpPr>
          <p:spPr>
            <a:xfrm>
              <a:off x="940117" y="2129583"/>
              <a:ext cx="230482" cy="224636"/>
            </a:xfrm>
            <a:custGeom>
              <a:avLst/>
              <a:gdLst/>
              <a:ahLst/>
              <a:cxnLst/>
              <a:rect l="l" t="t" r="r" b="b"/>
              <a:pathLst>
                <a:path w="8792" h="8569" extrusionOk="0">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1" name="Google Shape;16821;p79"/>
            <p:cNvSpPr/>
            <p:nvPr/>
          </p:nvSpPr>
          <p:spPr>
            <a:xfrm>
              <a:off x="1038502" y="2129478"/>
              <a:ext cx="132097" cy="224872"/>
            </a:xfrm>
            <a:custGeom>
              <a:avLst/>
              <a:gdLst/>
              <a:ahLst/>
              <a:cxnLst/>
              <a:rect l="l" t="t" r="r" b="b"/>
              <a:pathLst>
                <a:path w="5039" h="8578" extrusionOk="0">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2" name="Google Shape;16822;p79"/>
            <p:cNvSpPr/>
            <p:nvPr/>
          </p:nvSpPr>
          <p:spPr>
            <a:xfrm>
              <a:off x="970395" y="2156821"/>
              <a:ext cx="169952" cy="169559"/>
            </a:xfrm>
            <a:custGeom>
              <a:avLst/>
              <a:gdLst/>
              <a:ahLst/>
              <a:cxnLst/>
              <a:rect l="l" t="t" r="r" b="b"/>
              <a:pathLst>
                <a:path w="6483" h="6468" extrusionOk="0">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3" name="Google Shape;16823;p79"/>
            <p:cNvSpPr/>
            <p:nvPr/>
          </p:nvSpPr>
          <p:spPr>
            <a:xfrm>
              <a:off x="1038502" y="2156821"/>
              <a:ext cx="106380" cy="169716"/>
            </a:xfrm>
            <a:custGeom>
              <a:avLst/>
              <a:gdLst/>
              <a:ahLst/>
              <a:cxnLst/>
              <a:rect l="l" t="t" r="r" b="b"/>
              <a:pathLst>
                <a:path w="4058" h="6474" extrusionOk="0">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4" name="Google Shape;16824;p79"/>
            <p:cNvSpPr/>
            <p:nvPr/>
          </p:nvSpPr>
          <p:spPr>
            <a:xfrm>
              <a:off x="1038502" y="2203641"/>
              <a:ext cx="20841" cy="76207"/>
            </a:xfrm>
            <a:custGeom>
              <a:avLst/>
              <a:gdLst/>
              <a:ahLst/>
              <a:cxnLst/>
              <a:rect l="l" t="t" r="r" b="b"/>
              <a:pathLst>
                <a:path w="795" h="2907" extrusionOk="0">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25" name="Google Shape;16825;p79"/>
          <p:cNvGrpSpPr/>
          <p:nvPr/>
        </p:nvGrpSpPr>
        <p:grpSpPr>
          <a:xfrm>
            <a:off x="1345794" y="1982386"/>
            <a:ext cx="371650" cy="371624"/>
            <a:chOff x="1345794" y="1982386"/>
            <a:chExt cx="371650" cy="371624"/>
          </a:xfrm>
        </p:grpSpPr>
        <p:sp>
          <p:nvSpPr>
            <p:cNvPr id="16826" name="Google Shape;16826;p79"/>
            <p:cNvSpPr/>
            <p:nvPr/>
          </p:nvSpPr>
          <p:spPr>
            <a:xfrm>
              <a:off x="1345794" y="2140567"/>
              <a:ext cx="111676" cy="123001"/>
            </a:xfrm>
            <a:custGeom>
              <a:avLst/>
              <a:gdLst/>
              <a:ahLst/>
              <a:cxnLst/>
              <a:rect l="l" t="t" r="r" b="b"/>
              <a:pathLst>
                <a:path w="4260" h="4692" extrusionOk="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7" name="Google Shape;16827;p79"/>
            <p:cNvSpPr/>
            <p:nvPr/>
          </p:nvSpPr>
          <p:spPr>
            <a:xfrm>
              <a:off x="1345794" y="2172445"/>
              <a:ext cx="31065" cy="91490"/>
            </a:xfrm>
            <a:custGeom>
              <a:avLst/>
              <a:gdLst/>
              <a:ahLst/>
              <a:cxnLst/>
              <a:rect l="l" t="t" r="r" b="b"/>
              <a:pathLst>
                <a:path w="1185" h="3490" extrusionOk="0">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8" name="Google Shape;16828;p79"/>
            <p:cNvSpPr/>
            <p:nvPr/>
          </p:nvSpPr>
          <p:spPr>
            <a:xfrm>
              <a:off x="1368496" y="2140934"/>
              <a:ext cx="14418" cy="50752"/>
            </a:xfrm>
            <a:custGeom>
              <a:avLst/>
              <a:gdLst/>
              <a:ahLst/>
              <a:cxnLst/>
              <a:rect l="l" t="t" r="r" b="b"/>
              <a:pathLst>
                <a:path w="550" h="1936" extrusionOk="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9" name="Google Shape;16829;p79"/>
            <p:cNvSpPr/>
            <p:nvPr/>
          </p:nvSpPr>
          <p:spPr>
            <a:xfrm>
              <a:off x="1392509" y="2146675"/>
              <a:ext cx="8939" cy="46165"/>
            </a:xfrm>
            <a:custGeom>
              <a:avLst/>
              <a:gdLst/>
              <a:ahLst/>
              <a:cxnLst/>
              <a:rect l="l" t="t" r="r" b="b"/>
              <a:pathLst>
                <a:path w="341" h="1761" extrusionOk="0">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0" name="Google Shape;16830;p79"/>
            <p:cNvSpPr/>
            <p:nvPr/>
          </p:nvSpPr>
          <p:spPr>
            <a:xfrm>
              <a:off x="1412092" y="2150608"/>
              <a:ext cx="9804" cy="46007"/>
            </a:xfrm>
            <a:custGeom>
              <a:avLst/>
              <a:gdLst/>
              <a:ahLst/>
              <a:cxnLst/>
              <a:rect l="l" t="t" r="r" b="b"/>
              <a:pathLst>
                <a:path w="374" h="1755" extrusionOk="0">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1" name="Google Shape;16831;p79"/>
            <p:cNvSpPr/>
            <p:nvPr/>
          </p:nvSpPr>
          <p:spPr>
            <a:xfrm>
              <a:off x="1434348" y="2154933"/>
              <a:ext cx="7209" cy="42442"/>
            </a:xfrm>
            <a:custGeom>
              <a:avLst/>
              <a:gdLst/>
              <a:ahLst/>
              <a:cxnLst/>
              <a:rect l="l" t="t" r="r" b="b"/>
              <a:pathLst>
                <a:path w="275" h="1619" extrusionOk="0">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2" name="Google Shape;16832;p79"/>
            <p:cNvSpPr/>
            <p:nvPr/>
          </p:nvSpPr>
          <p:spPr>
            <a:xfrm>
              <a:off x="1427926" y="1982386"/>
              <a:ext cx="46558" cy="32192"/>
            </a:xfrm>
            <a:custGeom>
              <a:avLst/>
              <a:gdLst/>
              <a:ahLst/>
              <a:cxnLst/>
              <a:rect l="l" t="t" r="r" b="b"/>
              <a:pathLst>
                <a:path w="1776" h="1228" extrusionOk="0">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3" name="Google Shape;16833;p79"/>
            <p:cNvSpPr/>
            <p:nvPr/>
          </p:nvSpPr>
          <p:spPr>
            <a:xfrm>
              <a:off x="1429420" y="1983120"/>
              <a:ext cx="38248" cy="31065"/>
            </a:xfrm>
            <a:custGeom>
              <a:avLst/>
              <a:gdLst/>
              <a:ahLst/>
              <a:cxnLst/>
              <a:rect l="l" t="t" r="r" b="b"/>
              <a:pathLst>
                <a:path w="1459" h="1185" extrusionOk="0">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4" name="Google Shape;16834;p79"/>
            <p:cNvSpPr/>
            <p:nvPr/>
          </p:nvSpPr>
          <p:spPr>
            <a:xfrm>
              <a:off x="1458178" y="1984640"/>
              <a:ext cx="65511" cy="52640"/>
            </a:xfrm>
            <a:custGeom>
              <a:avLst/>
              <a:gdLst/>
              <a:ahLst/>
              <a:cxnLst/>
              <a:rect l="l" t="t" r="r" b="b"/>
              <a:pathLst>
                <a:path w="2499" h="2008" extrusionOk="0">
                  <a:moveTo>
                    <a:pt x="521" y="1"/>
                  </a:moveTo>
                  <a:lnTo>
                    <a:pt x="1" y="1098"/>
                  </a:lnTo>
                  <a:lnTo>
                    <a:pt x="2181" y="2007"/>
                  </a:lnTo>
                  <a:lnTo>
                    <a:pt x="2498" y="824"/>
                  </a:lnTo>
                  <a:lnTo>
                    <a:pt x="521"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5" name="Google Shape;16835;p79"/>
            <p:cNvSpPr/>
            <p:nvPr/>
          </p:nvSpPr>
          <p:spPr>
            <a:xfrm>
              <a:off x="1590249" y="2037621"/>
              <a:ext cx="35233" cy="40528"/>
            </a:xfrm>
            <a:custGeom>
              <a:avLst/>
              <a:gdLst/>
              <a:ahLst/>
              <a:cxnLst/>
              <a:rect l="l" t="t" r="r" b="b"/>
              <a:pathLst>
                <a:path w="1344" h="1546" extrusionOk="0">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6" name="Google Shape;16836;p79"/>
            <p:cNvSpPr/>
            <p:nvPr/>
          </p:nvSpPr>
          <p:spPr>
            <a:xfrm>
              <a:off x="1593657" y="2037621"/>
              <a:ext cx="31825" cy="25769"/>
            </a:xfrm>
            <a:custGeom>
              <a:avLst/>
              <a:gdLst/>
              <a:ahLst/>
              <a:cxnLst/>
              <a:rect l="l" t="t" r="r" b="b"/>
              <a:pathLst>
                <a:path w="1214" h="983" extrusionOk="0">
                  <a:moveTo>
                    <a:pt x="160" y="1"/>
                  </a:moveTo>
                  <a:lnTo>
                    <a:pt x="1" y="578"/>
                  </a:lnTo>
                  <a:lnTo>
                    <a:pt x="954" y="982"/>
                  </a:lnTo>
                  <a:lnTo>
                    <a:pt x="1184" y="491"/>
                  </a:lnTo>
                  <a:lnTo>
                    <a:pt x="1213" y="434"/>
                  </a:lnTo>
                  <a:lnTo>
                    <a:pt x="16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7" name="Google Shape;16837;p79"/>
            <p:cNvSpPr/>
            <p:nvPr/>
          </p:nvSpPr>
          <p:spPr>
            <a:xfrm>
              <a:off x="1465387" y="1984640"/>
              <a:ext cx="58302" cy="36727"/>
            </a:xfrm>
            <a:custGeom>
              <a:avLst/>
              <a:gdLst/>
              <a:ahLst/>
              <a:cxnLst/>
              <a:rect l="l" t="t" r="r" b="b"/>
              <a:pathLst>
                <a:path w="2224" h="1401" extrusionOk="0">
                  <a:moveTo>
                    <a:pt x="246" y="1"/>
                  </a:moveTo>
                  <a:lnTo>
                    <a:pt x="0" y="520"/>
                  </a:lnTo>
                  <a:lnTo>
                    <a:pt x="2064" y="1401"/>
                  </a:lnTo>
                  <a:lnTo>
                    <a:pt x="2223" y="824"/>
                  </a:lnTo>
                  <a:lnTo>
                    <a:pt x="24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8" name="Google Shape;16838;p79"/>
            <p:cNvSpPr/>
            <p:nvPr/>
          </p:nvSpPr>
          <p:spPr>
            <a:xfrm>
              <a:off x="1605768" y="2108401"/>
              <a:ext cx="111676" cy="123001"/>
            </a:xfrm>
            <a:custGeom>
              <a:avLst/>
              <a:gdLst/>
              <a:ahLst/>
              <a:cxnLst/>
              <a:rect l="l" t="t" r="r" b="b"/>
              <a:pathLst>
                <a:path w="4260" h="4692" extrusionOk="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9" name="Google Shape;16839;p79"/>
            <p:cNvSpPr/>
            <p:nvPr/>
          </p:nvSpPr>
          <p:spPr>
            <a:xfrm>
              <a:off x="1605768" y="2139886"/>
              <a:ext cx="31432" cy="91517"/>
            </a:xfrm>
            <a:custGeom>
              <a:avLst/>
              <a:gdLst/>
              <a:ahLst/>
              <a:cxnLst/>
              <a:rect l="l" t="t" r="r" b="b"/>
              <a:pathLst>
                <a:path w="1199" h="3491" extrusionOk="0">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0" name="Google Shape;16840;p79"/>
            <p:cNvSpPr/>
            <p:nvPr/>
          </p:nvSpPr>
          <p:spPr>
            <a:xfrm>
              <a:off x="1482400" y="1991483"/>
              <a:ext cx="123394" cy="138887"/>
            </a:xfrm>
            <a:custGeom>
              <a:avLst/>
              <a:gdLst/>
              <a:ahLst/>
              <a:cxnLst/>
              <a:rect l="l" t="t" r="r" b="b"/>
              <a:pathLst>
                <a:path w="4707" h="5298" extrusionOk="0">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1" name="Google Shape;16841;p79"/>
            <p:cNvSpPr/>
            <p:nvPr/>
          </p:nvSpPr>
          <p:spPr>
            <a:xfrm>
              <a:off x="1482794" y="2027030"/>
              <a:ext cx="26503" cy="102946"/>
            </a:xfrm>
            <a:custGeom>
              <a:avLst/>
              <a:gdLst/>
              <a:ahLst/>
              <a:cxnLst/>
              <a:rect l="l" t="t" r="r" b="b"/>
              <a:pathLst>
                <a:path w="1011" h="3927" extrusionOk="0">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2" name="Google Shape;16842;p79"/>
            <p:cNvSpPr/>
            <p:nvPr/>
          </p:nvSpPr>
          <p:spPr>
            <a:xfrm>
              <a:off x="1610303" y="2048212"/>
              <a:ext cx="34473" cy="36413"/>
            </a:xfrm>
            <a:custGeom>
              <a:avLst/>
              <a:gdLst/>
              <a:ahLst/>
              <a:cxnLst/>
              <a:rect l="l" t="t" r="r" b="b"/>
              <a:pathLst>
                <a:path w="1315" h="1389" extrusionOk="0">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3" name="Google Shape;16843;p79"/>
            <p:cNvSpPr/>
            <p:nvPr/>
          </p:nvSpPr>
          <p:spPr>
            <a:xfrm>
              <a:off x="1489216" y="2157214"/>
              <a:ext cx="92355" cy="196796"/>
            </a:xfrm>
            <a:custGeom>
              <a:avLst/>
              <a:gdLst/>
              <a:ahLst/>
              <a:cxnLst/>
              <a:rect l="l" t="t" r="r" b="b"/>
              <a:pathLst>
                <a:path w="3523" h="7507" extrusionOk="0">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4" name="Google Shape;16844;p79"/>
            <p:cNvSpPr/>
            <p:nvPr/>
          </p:nvSpPr>
          <p:spPr>
            <a:xfrm>
              <a:off x="1621681" y="2257879"/>
              <a:ext cx="91962" cy="96130"/>
            </a:xfrm>
            <a:custGeom>
              <a:avLst/>
              <a:gdLst/>
              <a:ahLst/>
              <a:cxnLst/>
              <a:rect l="l" t="t" r="r" b="b"/>
              <a:pathLst>
                <a:path w="3508" h="3667" extrusionOk="0">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5" name="Google Shape;16845;p79"/>
            <p:cNvSpPr/>
            <p:nvPr/>
          </p:nvSpPr>
          <p:spPr>
            <a:xfrm>
              <a:off x="1509664" y="2157214"/>
              <a:ext cx="71908" cy="196796"/>
            </a:xfrm>
            <a:custGeom>
              <a:avLst/>
              <a:gdLst/>
              <a:ahLst/>
              <a:cxnLst/>
              <a:rect l="l" t="t" r="r" b="b"/>
              <a:pathLst>
                <a:path w="2743" h="7507" extrusionOk="0">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6" name="Google Shape;16846;p79"/>
            <p:cNvSpPr/>
            <p:nvPr/>
          </p:nvSpPr>
          <p:spPr>
            <a:xfrm>
              <a:off x="1639822" y="2257879"/>
              <a:ext cx="73821" cy="96130"/>
            </a:xfrm>
            <a:custGeom>
              <a:avLst/>
              <a:gdLst/>
              <a:ahLst/>
              <a:cxnLst/>
              <a:rect l="l" t="t" r="r" b="b"/>
              <a:pathLst>
                <a:path w="2816" h="3667" extrusionOk="0">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7" name="Google Shape;16847;p79"/>
            <p:cNvSpPr/>
            <p:nvPr/>
          </p:nvSpPr>
          <p:spPr>
            <a:xfrm>
              <a:off x="1360920" y="2290779"/>
              <a:ext cx="92749" cy="63231"/>
            </a:xfrm>
            <a:custGeom>
              <a:avLst/>
              <a:gdLst/>
              <a:ahLst/>
              <a:cxnLst/>
              <a:rect l="l" t="t" r="r" b="b"/>
              <a:pathLst>
                <a:path w="3538" h="2412" extrusionOk="0">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8" name="Google Shape;16848;p79"/>
            <p:cNvSpPr/>
            <p:nvPr/>
          </p:nvSpPr>
          <p:spPr>
            <a:xfrm>
              <a:off x="1381368" y="2290779"/>
              <a:ext cx="72301" cy="63231"/>
            </a:xfrm>
            <a:custGeom>
              <a:avLst/>
              <a:gdLst/>
              <a:ahLst/>
              <a:cxnLst/>
              <a:rect l="l" t="t" r="r" b="b"/>
              <a:pathLst>
                <a:path w="2758" h="2412" extrusionOk="0">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9" name="Google Shape;16849;p79"/>
            <p:cNvSpPr/>
            <p:nvPr/>
          </p:nvSpPr>
          <p:spPr>
            <a:xfrm>
              <a:off x="1489216" y="2126542"/>
              <a:ext cx="92749" cy="34473"/>
            </a:xfrm>
            <a:custGeom>
              <a:avLst/>
              <a:gdLst/>
              <a:ahLst/>
              <a:cxnLst/>
              <a:rect l="l" t="t" r="r" b="b"/>
              <a:pathLst>
                <a:path w="3538" h="1315" extrusionOk="0">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0" name="Google Shape;16850;p79"/>
            <p:cNvSpPr/>
            <p:nvPr/>
          </p:nvSpPr>
          <p:spPr>
            <a:xfrm>
              <a:off x="1509664" y="2126542"/>
              <a:ext cx="72301" cy="34473"/>
            </a:xfrm>
            <a:custGeom>
              <a:avLst/>
              <a:gdLst/>
              <a:ahLst/>
              <a:cxnLst/>
              <a:rect l="l" t="t" r="r" b="b"/>
              <a:pathLst>
                <a:path w="2758" h="1315" extrusionOk="0">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1" name="Google Shape;16851;p79"/>
            <p:cNvSpPr/>
            <p:nvPr/>
          </p:nvSpPr>
          <p:spPr>
            <a:xfrm>
              <a:off x="1511919" y="1991089"/>
              <a:ext cx="26897" cy="47528"/>
            </a:xfrm>
            <a:custGeom>
              <a:avLst/>
              <a:gdLst/>
              <a:ahLst/>
              <a:cxnLst/>
              <a:rect l="l" t="t" r="r" b="b"/>
              <a:pathLst>
                <a:path w="1026" h="1813" extrusionOk="0">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2" name="Google Shape;16852;p79"/>
            <p:cNvSpPr/>
            <p:nvPr/>
          </p:nvSpPr>
          <p:spPr>
            <a:xfrm>
              <a:off x="1535774" y="2000841"/>
              <a:ext cx="19320" cy="44225"/>
            </a:xfrm>
            <a:custGeom>
              <a:avLst/>
              <a:gdLst/>
              <a:ahLst/>
              <a:cxnLst/>
              <a:rect l="l" t="t" r="r" b="b"/>
              <a:pathLst>
                <a:path w="737" h="1687" extrusionOk="0">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3" name="Google Shape;16853;p79"/>
            <p:cNvSpPr/>
            <p:nvPr/>
          </p:nvSpPr>
          <p:spPr>
            <a:xfrm>
              <a:off x="1554675" y="2009623"/>
              <a:ext cx="19714" cy="44146"/>
            </a:xfrm>
            <a:custGeom>
              <a:avLst/>
              <a:gdLst/>
              <a:ahLst/>
              <a:cxnLst/>
              <a:rect l="l" t="t" r="r" b="b"/>
              <a:pathLst>
                <a:path w="752" h="1684" extrusionOk="0">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4" name="Google Shape;16854;p79"/>
            <p:cNvSpPr/>
            <p:nvPr/>
          </p:nvSpPr>
          <p:spPr>
            <a:xfrm>
              <a:off x="1575123" y="2019087"/>
              <a:ext cx="17433" cy="40345"/>
            </a:xfrm>
            <a:custGeom>
              <a:avLst/>
              <a:gdLst/>
              <a:ahLst/>
              <a:cxnLst/>
              <a:rect l="l" t="t" r="r" b="b"/>
              <a:pathLst>
                <a:path w="665" h="1539" extrusionOk="0">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5" name="Google Shape;16855;p79"/>
            <p:cNvSpPr/>
            <p:nvPr/>
          </p:nvSpPr>
          <p:spPr>
            <a:xfrm>
              <a:off x="1628864" y="2108008"/>
              <a:ext cx="14025" cy="51145"/>
            </a:xfrm>
            <a:custGeom>
              <a:avLst/>
              <a:gdLst/>
              <a:ahLst/>
              <a:cxnLst/>
              <a:rect l="l" t="t" r="r" b="b"/>
              <a:pathLst>
                <a:path w="535" h="1951" extrusionOk="0">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6" name="Google Shape;16856;p79"/>
            <p:cNvSpPr/>
            <p:nvPr/>
          </p:nvSpPr>
          <p:spPr>
            <a:xfrm>
              <a:off x="1652798" y="2114116"/>
              <a:ext cx="8625" cy="46165"/>
            </a:xfrm>
            <a:custGeom>
              <a:avLst/>
              <a:gdLst/>
              <a:ahLst/>
              <a:cxnLst/>
              <a:rect l="l" t="t" r="r" b="b"/>
              <a:pathLst>
                <a:path w="329" h="1761" extrusionOk="0">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7" name="Google Shape;16857;p79"/>
            <p:cNvSpPr/>
            <p:nvPr/>
          </p:nvSpPr>
          <p:spPr>
            <a:xfrm>
              <a:off x="1672459" y="2118049"/>
              <a:ext cx="9411" cy="46034"/>
            </a:xfrm>
            <a:custGeom>
              <a:avLst/>
              <a:gdLst/>
              <a:ahLst/>
              <a:cxnLst/>
              <a:rect l="l" t="t" r="r" b="b"/>
              <a:pathLst>
                <a:path w="359" h="1756" extrusionOk="0">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8" name="Google Shape;16858;p79"/>
            <p:cNvSpPr/>
            <p:nvPr/>
          </p:nvSpPr>
          <p:spPr>
            <a:xfrm>
              <a:off x="1694323" y="2122400"/>
              <a:ext cx="7209" cy="42416"/>
            </a:xfrm>
            <a:custGeom>
              <a:avLst/>
              <a:gdLst/>
              <a:ahLst/>
              <a:cxnLst/>
              <a:rect l="l" t="t" r="r" b="b"/>
              <a:pathLst>
                <a:path w="275" h="1618" extrusionOk="0">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9" name="Google Shape;16859;p79"/>
            <p:cNvSpPr/>
            <p:nvPr/>
          </p:nvSpPr>
          <p:spPr>
            <a:xfrm>
              <a:off x="1621288" y="2227208"/>
              <a:ext cx="92749" cy="34840"/>
            </a:xfrm>
            <a:custGeom>
              <a:avLst/>
              <a:gdLst/>
              <a:ahLst/>
              <a:cxnLst/>
              <a:rect l="l" t="t" r="r" b="b"/>
              <a:pathLst>
                <a:path w="3538" h="1329" extrusionOk="0">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0" name="Google Shape;16860;p79"/>
            <p:cNvSpPr/>
            <p:nvPr/>
          </p:nvSpPr>
          <p:spPr>
            <a:xfrm>
              <a:off x="1639822" y="2227208"/>
              <a:ext cx="74215" cy="34840"/>
            </a:xfrm>
            <a:custGeom>
              <a:avLst/>
              <a:gdLst/>
              <a:ahLst/>
              <a:cxnLst/>
              <a:rect l="l" t="t" r="r" b="b"/>
              <a:pathLst>
                <a:path w="2831" h="1329" extrusionOk="0">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1" name="Google Shape;16861;p79"/>
            <p:cNvSpPr/>
            <p:nvPr/>
          </p:nvSpPr>
          <p:spPr>
            <a:xfrm>
              <a:off x="1360920" y="2260134"/>
              <a:ext cx="92749" cy="34473"/>
            </a:xfrm>
            <a:custGeom>
              <a:avLst/>
              <a:gdLst/>
              <a:ahLst/>
              <a:cxnLst/>
              <a:rect l="l" t="t" r="r" b="b"/>
              <a:pathLst>
                <a:path w="3538" h="1315" extrusionOk="0">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2" name="Google Shape;16862;p79"/>
            <p:cNvSpPr/>
            <p:nvPr/>
          </p:nvSpPr>
          <p:spPr>
            <a:xfrm>
              <a:off x="1381368" y="2260134"/>
              <a:ext cx="72301" cy="34473"/>
            </a:xfrm>
            <a:custGeom>
              <a:avLst/>
              <a:gdLst/>
              <a:ahLst/>
              <a:cxnLst/>
              <a:rect l="l" t="t" r="r" b="b"/>
              <a:pathLst>
                <a:path w="2758" h="1315" extrusionOk="0">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63" name="Google Shape;16863;p79"/>
          <p:cNvGrpSpPr/>
          <p:nvPr/>
        </p:nvGrpSpPr>
        <p:grpSpPr>
          <a:xfrm>
            <a:off x="1821465" y="1981993"/>
            <a:ext cx="372410" cy="372410"/>
            <a:chOff x="1821465" y="1981993"/>
            <a:chExt cx="372410" cy="372410"/>
          </a:xfrm>
        </p:grpSpPr>
        <p:sp>
          <p:nvSpPr>
            <p:cNvPr id="16864" name="Google Shape;16864;p79"/>
            <p:cNvSpPr/>
            <p:nvPr/>
          </p:nvSpPr>
          <p:spPr>
            <a:xfrm>
              <a:off x="1821858" y="1981993"/>
              <a:ext cx="282336" cy="186205"/>
            </a:xfrm>
            <a:custGeom>
              <a:avLst/>
              <a:gdLst/>
              <a:ahLst/>
              <a:cxnLst/>
              <a:rect l="l" t="t" r="r" b="b"/>
              <a:pathLst>
                <a:path w="10770" h="7103" extrusionOk="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5" name="Google Shape;16865;p79"/>
            <p:cNvSpPr/>
            <p:nvPr/>
          </p:nvSpPr>
          <p:spPr>
            <a:xfrm>
              <a:off x="2007670" y="1981993"/>
              <a:ext cx="186205" cy="282336"/>
            </a:xfrm>
            <a:custGeom>
              <a:avLst/>
              <a:gdLst/>
              <a:ahLst/>
              <a:cxnLst/>
              <a:rect l="l" t="t" r="r" b="b"/>
              <a:pathLst>
                <a:path w="7103" h="10770" extrusionOk="0">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6" name="Google Shape;16866;p79"/>
            <p:cNvSpPr/>
            <p:nvPr/>
          </p:nvSpPr>
          <p:spPr>
            <a:xfrm>
              <a:off x="1911540" y="2167805"/>
              <a:ext cx="282336" cy="186598"/>
            </a:xfrm>
            <a:custGeom>
              <a:avLst/>
              <a:gdLst/>
              <a:ahLst/>
              <a:cxnLst/>
              <a:rect l="l" t="t" r="r" b="b"/>
              <a:pathLst>
                <a:path w="10770" h="7118" extrusionOk="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7" name="Google Shape;16867;p79"/>
            <p:cNvSpPr/>
            <p:nvPr/>
          </p:nvSpPr>
          <p:spPr>
            <a:xfrm>
              <a:off x="1821465" y="2072067"/>
              <a:ext cx="186598" cy="281942"/>
            </a:xfrm>
            <a:custGeom>
              <a:avLst/>
              <a:gdLst/>
              <a:ahLst/>
              <a:cxnLst/>
              <a:rect l="l" t="t" r="r" b="b"/>
              <a:pathLst>
                <a:path w="7118" h="10755" extrusionOk="0">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8" name="Google Shape;16868;p79"/>
            <p:cNvSpPr/>
            <p:nvPr/>
          </p:nvSpPr>
          <p:spPr>
            <a:xfrm>
              <a:off x="1821858" y="2167805"/>
              <a:ext cx="42023" cy="186205"/>
            </a:xfrm>
            <a:custGeom>
              <a:avLst/>
              <a:gdLst/>
              <a:ahLst/>
              <a:cxnLst/>
              <a:rect l="l" t="t" r="r" b="b"/>
              <a:pathLst>
                <a:path w="1603" h="7103" extrusionOk="0">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9" name="Google Shape;16869;p79"/>
            <p:cNvSpPr/>
            <p:nvPr/>
          </p:nvSpPr>
          <p:spPr>
            <a:xfrm>
              <a:off x="1869989" y="2072303"/>
              <a:ext cx="51041" cy="95894"/>
            </a:xfrm>
            <a:custGeom>
              <a:avLst/>
              <a:gdLst/>
              <a:ahLst/>
              <a:cxnLst/>
              <a:rect l="l" t="t" r="r" b="b"/>
              <a:pathLst>
                <a:path w="1947" h="3658" extrusionOk="0">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0" name="Google Shape;16870;p79"/>
            <p:cNvSpPr/>
            <p:nvPr/>
          </p:nvSpPr>
          <p:spPr>
            <a:xfrm>
              <a:off x="1821858" y="1981993"/>
              <a:ext cx="42023" cy="186205"/>
            </a:xfrm>
            <a:custGeom>
              <a:avLst/>
              <a:gdLst/>
              <a:ahLst/>
              <a:cxnLst/>
              <a:rect l="l" t="t" r="r" b="b"/>
              <a:pathLst>
                <a:path w="1603" h="7103" extrusionOk="0">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1" name="Google Shape;16871;p79"/>
            <p:cNvSpPr/>
            <p:nvPr/>
          </p:nvSpPr>
          <p:spPr>
            <a:xfrm>
              <a:off x="2076904" y="2041658"/>
              <a:ext cx="45064" cy="66560"/>
            </a:xfrm>
            <a:custGeom>
              <a:avLst/>
              <a:gdLst/>
              <a:ahLst/>
              <a:cxnLst/>
              <a:rect l="l" t="t" r="r" b="b"/>
              <a:pathLst>
                <a:path w="1719" h="2539" extrusionOk="0">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2" name="Google Shape;16872;p79"/>
            <p:cNvSpPr/>
            <p:nvPr/>
          </p:nvSpPr>
          <p:spPr>
            <a:xfrm>
              <a:off x="2008037" y="1981993"/>
              <a:ext cx="23882" cy="78357"/>
            </a:xfrm>
            <a:custGeom>
              <a:avLst/>
              <a:gdLst/>
              <a:ahLst/>
              <a:cxnLst/>
              <a:rect l="l" t="t" r="r" b="b"/>
              <a:pathLst>
                <a:path w="911" h="2989" extrusionOk="0">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3" name="Google Shape;16873;p79"/>
            <p:cNvSpPr/>
            <p:nvPr/>
          </p:nvSpPr>
          <p:spPr>
            <a:xfrm>
              <a:off x="2008037" y="2090234"/>
              <a:ext cx="23882" cy="77963"/>
            </a:xfrm>
            <a:custGeom>
              <a:avLst/>
              <a:gdLst/>
              <a:ahLst/>
              <a:cxnLst/>
              <a:rect l="l" t="t" r="r" b="b"/>
              <a:pathLst>
                <a:path w="911" h="2974" extrusionOk="0">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4" name="Google Shape;16874;p79"/>
            <p:cNvSpPr/>
            <p:nvPr/>
          </p:nvSpPr>
          <p:spPr>
            <a:xfrm>
              <a:off x="2058737" y="2168172"/>
              <a:ext cx="48105" cy="95973"/>
            </a:xfrm>
            <a:custGeom>
              <a:avLst/>
              <a:gdLst/>
              <a:ahLst/>
              <a:cxnLst/>
              <a:rect l="l" t="t" r="r" b="b"/>
              <a:pathLst>
                <a:path w="1835" h="3661" extrusionOk="0">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5" name="Google Shape;16875;p79"/>
            <p:cNvSpPr/>
            <p:nvPr/>
          </p:nvSpPr>
          <p:spPr>
            <a:xfrm>
              <a:off x="1995926" y="2167805"/>
              <a:ext cx="23882" cy="78357"/>
            </a:xfrm>
            <a:custGeom>
              <a:avLst/>
              <a:gdLst/>
              <a:ahLst/>
              <a:cxnLst/>
              <a:rect l="l" t="t" r="r" b="b"/>
              <a:pathLst>
                <a:path w="911" h="2989" extrusionOk="0">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6" name="Google Shape;16876;p79"/>
            <p:cNvSpPr/>
            <p:nvPr/>
          </p:nvSpPr>
          <p:spPr>
            <a:xfrm>
              <a:off x="1905484" y="2228152"/>
              <a:ext cx="45431" cy="66586"/>
            </a:xfrm>
            <a:custGeom>
              <a:avLst/>
              <a:gdLst/>
              <a:ahLst/>
              <a:cxnLst/>
              <a:rect l="l" t="t" r="r" b="b"/>
              <a:pathLst>
                <a:path w="1733" h="2540" extrusionOk="0">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7" name="Google Shape;16877;p79"/>
            <p:cNvSpPr/>
            <p:nvPr/>
          </p:nvSpPr>
          <p:spPr>
            <a:xfrm>
              <a:off x="1995926" y="2276020"/>
              <a:ext cx="29938" cy="77990"/>
            </a:xfrm>
            <a:custGeom>
              <a:avLst/>
              <a:gdLst/>
              <a:ahLst/>
              <a:cxnLst/>
              <a:rect l="l" t="t" r="r" b="b"/>
              <a:pathLst>
                <a:path w="1142" h="2975" extrusionOk="0">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78" name="Google Shape;16878;p79"/>
          <p:cNvGrpSpPr/>
          <p:nvPr/>
        </p:nvGrpSpPr>
        <p:grpSpPr>
          <a:xfrm>
            <a:off x="2276348" y="1981809"/>
            <a:ext cx="415901" cy="372699"/>
            <a:chOff x="2276348" y="1981809"/>
            <a:chExt cx="415901" cy="372699"/>
          </a:xfrm>
        </p:grpSpPr>
        <p:sp>
          <p:nvSpPr>
            <p:cNvPr id="16879" name="Google Shape;16879;p79"/>
            <p:cNvSpPr/>
            <p:nvPr/>
          </p:nvSpPr>
          <p:spPr>
            <a:xfrm>
              <a:off x="2350510" y="2034606"/>
              <a:ext cx="267209" cy="267183"/>
            </a:xfrm>
            <a:custGeom>
              <a:avLst/>
              <a:gdLst/>
              <a:ahLst/>
              <a:cxnLst/>
              <a:rect l="l" t="t" r="r" b="b"/>
              <a:pathLst>
                <a:path w="10193" h="10192" extrusionOk="0">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0" name="Google Shape;16880;p79"/>
            <p:cNvSpPr/>
            <p:nvPr/>
          </p:nvSpPr>
          <p:spPr>
            <a:xfrm>
              <a:off x="2324033" y="2037254"/>
              <a:ext cx="254312" cy="264614"/>
            </a:xfrm>
            <a:custGeom>
              <a:avLst/>
              <a:gdLst/>
              <a:ahLst/>
              <a:cxnLst/>
              <a:rect l="l" t="t" r="r" b="b"/>
              <a:pathLst>
                <a:path w="9701" h="10094" extrusionOk="0">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1" name="Google Shape;16881;p79"/>
            <p:cNvSpPr/>
            <p:nvPr/>
          </p:nvSpPr>
          <p:spPr>
            <a:xfrm>
              <a:off x="2405771" y="2035734"/>
              <a:ext cx="211948" cy="264169"/>
            </a:xfrm>
            <a:custGeom>
              <a:avLst/>
              <a:gdLst/>
              <a:ahLst/>
              <a:cxnLst/>
              <a:rect l="l" t="t" r="r" b="b"/>
              <a:pathLst>
                <a:path w="8085" h="10077" extrusionOk="0">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2" name="Google Shape;16882;p79"/>
            <p:cNvSpPr/>
            <p:nvPr/>
          </p:nvSpPr>
          <p:spPr>
            <a:xfrm>
              <a:off x="2437177" y="2084939"/>
              <a:ext cx="17066" cy="27264"/>
            </a:xfrm>
            <a:custGeom>
              <a:avLst/>
              <a:gdLst/>
              <a:ahLst/>
              <a:cxnLst/>
              <a:rect l="l" t="t" r="r" b="b"/>
              <a:pathLst>
                <a:path w="651" h="1040" extrusionOk="0">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3" name="Google Shape;16883;p79"/>
            <p:cNvSpPr/>
            <p:nvPr/>
          </p:nvSpPr>
          <p:spPr>
            <a:xfrm>
              <a:off x="2405771" y="2174621"/>
              <a:ext cx="153279" cy="125281"/>
            </a:xfrm>
            <a:custGeom>
              <a:avLst/>
              <a:gdLst/>
              <a:ahLst/>
              <a:cxnLst/>
              <a:rect l="l" t="t" r="r" b="b"/>
              <a:pathLst>
                <a:path w="5847" h="4779" extrusionOk="0">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4" name="Google Shape;16884;p79"/>
            <p:cNvSpPr/>
            <p:nvPr/>
          </p:nvSpPr>
          <p:spPr>
            <a:xfrm>
              <a:off x="2329827" y="2084651"/>
              <a:ext cx="362422" cy="269857"/>
            </a:xfrm>
            <a:custGeom>
              <a:avLst/>
              <a:gdLst/>
              <a:ahLst/>
              <a:cxnLst/>
              <a:rect l="l" t="t" r="r" b="b"/>
              <a:pathLst>
                <a:path w="13825" h="10294" extrusionOk="0">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5" name="Google Shape;16885;p79"/>
            <p:cNvSpPr/>
            <p:nvPr/>
          </p:nvSpPr>
          <p:spPr>
            <a:xfrm>
              <a:off x="2276348" y="1981809"/>
              <a:ext cx="361793" cy="268704"/>
            </a:xfrm>
            <a:custGeom>
              <a:avLst/>
              <a:gdLst/>
              <a:ahLst/>
              <a:cxnLst/>
              <a:rect l="l" t="t" r="r" b="b"/>
              <a:pathLst>
                <a:path w="13801" h="10250" extrusionOk="0">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6" name="Google Shape;16886;p79"/>
          <p:cNvGrpSpPr/>
          <p:nvPr/>
        </p:nvGrpSpPr>
        <p:grpSpPr>
          <a:xfrm>
            <a:off x="2774354" y="2009990"/>
            <a:ext cx="372017" cy="316310"/>
            <a:chOff x="2774354" y="2009990"/>
            <a:chExt cx="372017" cy="316310"/>
          </a:xfrm>
        </p:grpSpPr>
        <p:sp>
          <p:nvSpPr>
            <p:cNvPr id="16887" name="Google Shape;16887;p79"/>
            <p:cNvSpPr/>
            <p:nvPr/>
          </p:nvSpPr>
          <p:spPr>
            <a:xfrm>
              <a:off x="2948055" y="2090995"/>
              <a:ext cx="191134" cy="174094"/>
            </a:xfrm>
            <a:custGeom>
              <a:avLst/>
              <a:gdLst/>
              <a:ahLst/>
              <a:cxnLst/>
              <a:rect l="l" t="t" r="r" b="b"/>
              <a:pathLst>
                <a:path w="7291" h="6641" extrusionOk="0">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8" name="Google Shape;16888;p79"/>
            <p:cNvSpPr/>
            <p:nvPr/>
          </p:nvSpPr>
          <p:spPr>
            <a:xfrm>
              <a:off x="3033568" y="2009990"/>
              <a:ext cx="112803" cy="206889"/>
            </a:xfrm>
            <a:custGeom>
              <a:avLst/>
              <a:gdLst/>
              <a:ahLst/>
              <a:cxnLst/>
              <a:rect l="l" t="t" r="r" b="b"/>
              <a:pathLst>
                <a:path w="4303" h="7892" extrusionOk="0">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9" name="Google Shape;16889;p79"/>
            <p:cNvSpPr/>
            <p:nvPr/>
          </p:nvSpPr>
          <p:spPr>
            <a:xfrm>
              <a:off x="3110404" y="2165524"/>
              <a:ext cx="35600" cy="51355"/>
            </a:xfrm>
            <a:custGeom>
              <a:avLst/>
              <a:gdLst/>
              <a:ahLst/>
              <a:cxnLst/>
              <a:rect l="l" t="t" r="r" b="b"/>
              <a:pathLst>
                <a:path w="1358" h="1959" extrusionOk="0">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0" name="Google Shape;16890;p79"/>
            <p:cNvSpPr/>
            <p:nvPr/>
          </p:nvSpPr>
          <p:spPr>
            <a:xfrm>
              <a:off x="2960533" y="2148510"/>
              <a:ext cx="145336" cy="96733"/>
            </a:xfrm>
            <a:custGeom>
              <a:avLst/>
              <a:gdLst/>
              <a:ahLst/>
              <a:cxnLst/>
              <a:rect l="l" t="t" r="r" b="b"/>
              <a:pathLst>
                <a:path w="5544" h="3690" extrusionOk="0">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1" name="Google Shape;16891;p79"/>
            <p:cNvSpPr/>
            <p:nvPr/>
          </p:nvSpPr>
          <p:spPr>
            <a:xfrm>
              <a:off x="3017315" y="2196930"/>
              <a:ext cx="85540" cy="48419"/>
            </a:xfrm>
            <a:custGeom>
              <a:avLst/>
              <a:gdLst/>
              <a:ahLst/>
              <a:cxnLst/>
              <a:rect l="l" t="t" r="r" b="b"/>
              <a:pathLst>
                <a:path w="3263" h="1847" extrusionOk="0">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2" name="Google Shape;16892;p79"/>
            <p:cNvSpPr/>
            <p:nvPr/>
          </p:nvSpPr>
          <p:spPr>
            <a:xfrm>
              <a:off x="2933663" y="2173467"/>
              <a:ext cx="145336" cy="96733"/>
            </a:xfrm>
            <a:custGeom>
              <a:avLst/>
              <a:gdLst/>
              <a:ahLst/>
              <a:cxnLst/>
              <a:rect l="l" t="t" r="r" b="b"/>
              <a:pathLst>
                <a:path w="5544" h="3690" extrusionOk="0">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3" name="Google Shape;16893;p79"/>
            <p:cNvSpPr/>
            <p:nvPr/>
          </p:nvSpPr>
          <p:spPr>
            <a:xfrm>
              <a:off x="2999515" y="2228361"/>
              <a:ext cx="76102" cy="41603"/>
            </a:xfrm>
            <a:custGeom>
              <a:avLst/>
              <a:gdLst/>
              <a:ahLst/>
              <a:cxnLst/>
              <a:rect l="l" t="t" r="r" b="b"/>
              <a:pathLst>
                <a:path w="2903" h="1587" extrusionOk="0">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4" name="Google Shape;16894;p79"/>
            <p:cNvSpPr/>
            <p:nvPr/>
          </p:nvSpPr>
          <p:spPr>
            <a:xfrm>
              <a:off x="2906425" y="2198450"/>
              <a:ext cx="145729" cy="96733"/>
            </a:xfrm>
            <a:custGeom>
              <a:avLst/>
              <a:gdLst/>
              <a:ahLst/>
              <a:cxnLst/>
              <a:rect l="l" t="t" r="r" b="b"/>
              <a:pathLst>
                <a:path w="5559" h="3690" extrusionOk="0">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5" name="Google Shape;16895;p79"/>
            <p:cNvSpPr/>
            <p:nvPr/>
          </p:nvSpPr>
          <p:spPr>
            <a:xfrm>
              <a:off x="2982108" y="2259007"/>
              <a:ext cx="66245" cy="36150"/>
            </a:xfrm>
            <a:custGeom>
              <a:avLst/>
              <a:gdLst/>
              <a:ahLst/>
              <a:cxnLst/>
              <a:rect l="l" t="t" r="r" b="b"/>
              <a:pathLst>
                <a:path w="2527" h="1379" extrusionOk="0">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6" name="Google Shape;16896;p79"/>
            <p:cNvSpPr/>
            <p:nvPr/>
          </p:nvSpPr>
          <p:spPr>
            <a:xfrm>
              <a:off x="2879555" y="2223800"/>
              <a:ext cx="145729" cy="96655"/>
            </a:xfrm>
            <a:custGeom>
              <a:avLst/>
              <a:gdLst/>
              <a:ahLst/>
              <a:cxnLst/>
              <a:rect l="l" t="t" r="r" b="b"/>
              <a:pathLst>
                <a:path w="5559" h="3687" extrusionOk="0">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7" name="Google Shape;16897;p79"/>
            <p:cNvSpPr/>
            <p:nvPr/>
          </p:nvSpPr>
          <p:spPr>
            <a:xfrm>
              <a:off x="2964701" y="2288132"/>
              <a:ext cx="56782" cy="32323"/>
            </a:xfrm>
            <a:custGeom>
              <a:avLst/>
              <a:gdLst/>
              <a:ahLst/>
              <a:cxnLst/>
              <a:rect l="l" t="t" r="r" b="b"/>
              <a:pathLst>
                <a:path w="2166" h="1233" extrusionOk="0">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8" name="Google Shape;16898;p79"/>
            <p:cNvSpPr/>
            <p:nvPr/>
          </p:nvSpPr>
          <p:spPr>
            <a:xfrm>
              <a:off x="2791761" y="2103080"/>
              <a:ext cx="185445" cy="168064"/>
            </a:xfrm>
            <a:custGeom>
              <a:avLst/>
              <a:gdLst/>
              <a:ahLst/>
              <a:cxnLst/>
              <a:rect l="l" t="t" r="r" b="b"/>
              <a:pathLst>
                <a:path w="7074" h="6411" extrusionOk="0">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9" name="Google Shape;16899;p79"/>
            <p:cNvSpPr/>
            <p:nvPr/>
          </p:nvSpPr>
          <p:spPr>
            <a:xfrm>
              <a:off x="2774354" y="2035734"/>
              <a:ext cx="114691" cy="198316"/>
            </a:xfrm>
            <a:custGeom>
              <a:avLst/>
              <a:gdLst/>
              <a:ahLst/>
              <a:cxnLst/>
              <a:rect l="l" t="t" r="r" b="b"/>
              <a:pathLst>
                <a:path w="4375" h="7565" extrusionOk="0">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0" name="Google Shape;16900;p79"/>
            <p:cNvSpPr/>
            <p:nvPr/>
          </p:nvSpPr>
          <p:spPr>
            <a:xfrm>
              <a:off x="2774354" y="2035734"/>
              <a:ext cx="88580" cy="185445"/>
            </a:xfrm>
            <a:custGeom>
              <a:avLst/>
              <a:gdLst/>
              <a:ahLst/>
              <a:cxnLst/>
              <a:rect l="l" t="t" r="r" b="b"/>
              <a:pathLst>
                <a:path w="3379" h="7074" extrusionOk="0">
                  <a:moveTo>
                    <a:pt x="0" y="0"/>
                  </a:moveTo>
                  <a:lnTo>
                    <a:pt x="0" y="6785"/>
                  </a:lnTo>
                  <a:lnTo>
                    <a:pt x="506" y="7074"/>
                  </a:lnTo>
                  <a:lnTo>
                    <a:pt x="3378" y="1949"/>
                  </a:lnTo>
                  <a:lnTo>
                    <a:pt x="0"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1" name="Google Shape;16901;p79"/>
            <p:cNvSpPr/>
            <p:nvPr/>
          </p:nvSpPr>
          <p:spPr>
            <a:xfrm>
              <a:off x="2774354" y="2175381"/>
              <a:ext cx="54894" cy="58669"/>
            </a:xfrm>
            <a:custGeom>
              <a:avLst/>
              <a:gdLst/>
              <a:ahLst/>
              <a:cxnLst/>
              <a:rect l="l" t="t" r="r" b="b"/>
              <a:pathLst>
                <a:path w="2094" h="2238" extrusionOk="0">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2" name="Google Shape;16902;p79"/>
            <p:cNvSpPr/>
            <p:nvPr/>
          </p:nvSpPr>
          <p:spPr>
            <a:xfrm>
              <a:off x="2774354" y="2175381"/>
              <a:ext cx="28784" cy="45798"/>
            </a:xfrm>
            <a:custGeom>
              <a:avLst/>
              <a:gdLst/>
              <a:ahLst/>
              <a:cxnLst/>
              <a:rect l="l" t="t" r="r" b="b"/>
              <a:pathLst>
                <a:path w="1098" h="1747" extrusionOk="0">
                  <a:moveTo>
                    <a:pt x="0" y="0"/>
                  </a:moveTo>
                  <a:lnTo>
                    <a:pt x="0" y="1458"/>
                  </a:lnTo>
                  <a:lnTo>
                    <a:pt x="506" y="1747"/>
                  </a:lnTo>
                  <a:lnTo>
                    <a:pt x="1098" y="664"/>
                  </a:lnTo>
                  <a:lnTo>
                    <a:pt x="0" y="0"/>
                  </a:ln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3" name="Google Shape;16903;p79"/>
            <p:cNvSpPr/>
            <p:nvPr/>
          </p:nvSpPr>
          <p:spPr>
            <a:xfrm>
              <a:off x="2829983" y="2199105"/>
              <a:ext cx="78357" cy="62811"/>
            </a:xfrm>
            <a:custGeom>
              <a:avLst/>
              <a:gdLst/>
              <a:ahLst/>
              <a:cxnLst/>
              <a:rect l="l" t="t" r="r" b="b"/>
              <a:pathLst>
                <a:path w="2989" h="2396" extrusionOk="0">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4" name="Google Shape;16904;p79"/>
            <p:cNvSpPr/>
            <p:nvPr/>
          </p:nvSpPr>
          <p:spPr>
            <a:xfrm>
              <a:off x="2833390" y="2200337"/>
              <a:ext cx="74949" cy="61579"/>
            </a:xfrm>
            <a:custGeom>
              <a:avLst/>
              <a:gdLst/>
              <a:ahLst/>
              <a:cxnLst/>
              <a:rect l="l" t="t" r="r" b="b"/>
              <a:pathLst>
                <a:path w="2859" h="2349" extrusionOk="0">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5" name="Google Shape;16905;p79"/>
            <p:cNvSpPr/>
            <p:nvPr/>
          </p:nvSpPr>
          <p:spPr>
            <a:xfrm>
              <a:off x="2859868" y="2226815"/>
              <a:ext cx="69653" cy="56546"/>
            </a:xfrm>
            <a:custGeom>
              <a:avLst/>
              <a:gdLst/>
              <a:ahLst/>
              <a:cxnLst/>
              <a:rect l="l" t="t" r="r" b="b"/>
              <a:pathLst>
                <a:path w="2657" h="2157" extrusionOk="0">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6" name="Google Shape;16906;p79"/>
            <p:cNvSpPr/>
            <p:nvPr/>
          </p:nvSpPr>
          <p:spPr>
            <a:xfrm>
              <a:off x="2863669" y="2227968"/>
              <a:ext cx="65852" cy="55392"/>
            </a:xfrm>
            <a:custGeom>
              <a:avLst/>
              <a:gdLst/>
              <a:ahLst/>
              <a:cxnLst/>
              <a:rect l="l" t="t" r="r" b="b"/>
              <a:pathLst>
                <a:path w="2512" h="2113" extrusionOk="0">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7" name="Google Shape;16907;p79"/>
            <p:cNvSpPr/>
            <p:nvPr/>
          </p:nvSpPr>
          <p:spPr>
            <a:xfrm>
              <a:off x="2889779" y="2254734"/>
              <a:ext cx="60950" cy="50097"/>
            </a:xfrm>
            <a:custGeom>
              <a:avLst/>
              <a:gdLst/>
              <a:ahLst/>
              <a:cxnLst/>
              <a:rect l="l" t="t" r="r" b="b"/>
              <a:pathLst>
                <a:path w="2325" h="1911" extrusionOk="0">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8" name="Google Shape;16908;p79"/>
            <p:cNvSpPr/>
            <p:nvPr/>
          </p:nvSpPr>
          <p:spPr>
            <a:xfrm>
              <a:off x="2893187" y="2255599"/>
              <a:ext cx="57542" cy="49468"/>
            </a:xfrm>
            <a:custGeom>
              <a:avLst/>
              <a:gdLst/>
              <a:ahLst/>
              <a:cxnLst/>
              <a:rect l="l" t="t" r="r" b="b"/>
              <a:pathLst>
                <a:path w="2195" h="1887" extrusionOk="0">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9" name="Google Shape;16909;p79"/>
            <p:cNvSpPr/>
            <p:nvPr/>
          </p:nvSpPr>
          <p:spPr>
            <a:xfrm>
              <a:off x="2919664" y="2281971"/>
              <a:ext cx="52246" cy="44277"/>
            </a:xfrm>
            <a:custGeom>
              <a:avLst/>
              <a:gdLst/>
              <a:ahLst/>
              <a:cxnLst/>
              <a:rect l="l" t="t" r="r" b="b"/>
              <a:pathLst>
                <a:path w="1993" h="1689" extrusionOk="0">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0" name="Google Shape;16910;p79"/>
            <p:cNvSpPr/>
            <p:nvPr/>
          </p:nvSpPr>
          <p:spPr>
            <a:xfrm>
              <a:off x="2923072" y="2283229"/>
              <a:ext cx="48839" cy="43071"/>
            </a:xfrm>
            <a:custGeom>
              <a:avLst/>
              <a:gdLst/>
              <a:ahLst/>
              <a:cxnLst/>
              <a:rect l="l" t="t" r="r" b="b"/>
              <a:pathLst>
                <a:path w="1863" h="1643" extrusionOk="0">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1" name="Google Shape;16911;p79"/>
            <p:cNvSpPr/>
            <p:nvPr/>
          </p:nvSpPr>
          <p:spPr>
            <a:xfrm>
              <a:off x="2925353" y="2108768"/>
              <a:ext cx="75709" cy="116211"/>
            </a:xfrm>
            <a:custGeom>
              <a:avLst/>
              <a:gdLst/>
              <a:ahLst/>
              <a:cxnLst/>
              <a:rect l="l" t="t" r="r" b="b"/>
              <a:pathLst>
                <a:path w="2888" h="4433" extrusionOk="0">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2" name="Google Shape;16912;p79"/>
            <p:cNvSpPr/>
            <p:nvPr/>
          </p:nvSpPr>
          <p:spPr>
            <a:xfrm>
              <a:off x="2925353" y="2108768"/>
              <a:ext cx="32192" cy="116211"/>
            </a:xfrm>
            <a:custGeom>
              <a:avLst/>
              <a:gdLst/>
              <a:ahLst/>
              <a:cxnLst/>
              <a:rect l="l" t="t" r="r" b="b"/>
              <a:pathLst>
                <a:path w="1228" h="4433" extrusionOk="0">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13" name="Google Shape;16913;p79"/>
          <p:cNvGrpSpPr/>
          <p:nvPr/>
        </p:nvGrpSpPr>
        <p:grpSpPr>
          <a:xfrm>
            <a:off x="3722682" y="1981993"/>
            <a:ext cx="375818" cy="372043"/>
            <a:chOff x="3722682" y="1981993"/>
            <a:chExt cx="375818" cy="372043"/>
          </a:xfrm>
        </p:grpSpPr>
        <p:sp>
          <p:nvSpPr>
            <p:cNvPr id="16914" name="Google Shape;16914;p79"/>
            <p:cNvSpPr/>
            <p:nvPr/>
          </p:nvSpPr>
          <p:spPr>
            <a:xfrm>
              <a:off x="3876695" y="1981993"/>
              <a:ext cx="71934" cy="72301"/>
            </a:xfrm>
            <a:custGeom>
              <a:avLst/>
              <a:gdLst/>
              <a:ahLst/>
              <a:cxnLst/>
              <a:rect l="l" t="t" r="r" b="b"/>
              <a:pathLst>
                <a:path w="2744" h="2758" extrusionOk="0">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5" name="Google Shape;16915;p79"/>
            <p:cNvSpPr/>
            <p:nvPr/>
          </p:nvSpPr>
          <p:spPr>
            <a:xfrm>
              <a:off x="3755582" y="2204217"/>
              <a:ext cx="146516" cy="102448"/>
            </a:xfrm>
            <a:custGeom>
              <a:avLst/>
              <a:gdLst/>
              <a:ahLst/>
              <a:cxnLst/>
              <a:rect l="l" t="t" r="r" b="b"/>
              <a:pathLst>
                <a:path w="5589" h="3908" extrusionOk="0">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6" name="Google Shape;16916;p79"/>
            <p:cNvSpPr/>
            <p:nvPr/>
          </p:nvSpPr>
          <p:spPr>
            <a:xfrm>
              <a:off x="3848697" y="2066195"/>
              <a:ext cx="129817" cy="66403"/>
            </a:xfrm>
            <a:custGeom>
              <a:avLst/>
              <a:gdLst/>
              <a:ahLst/>
              <a:cxnLst/>
              <a:rect l="l" t="t" r="r" b="b"/>
              <a:pathLst>
                <a:path w="4952" h="2533" extrusionOk="0">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7" name="Google Shape;16917;p79"/>
            <p:cNvSpPr/>
            <p:nvPr/>
          </p:nvSpPr>
          <p:spPr>
            <a:xfrm>
              <a:off x="3923227" y="2204217"/>
              <a:ext cx="146909" cy="102370"/>
            </a:xfrm>
            <a:custGeom>
              <a:avLst/>
              <a:gdLst/>
              <a:ahLst/>
              <a:cxnLst/>
              <a:rect l="l" t="t" r="r" b="b"/>
              <a:pathLst>
                <a:path w="5604" h="3905" extrusionOk="0">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8" name="Google Shape;16918;p79"/>
            <p:cNvSpPr/>
            <p:nvPr/>
          </p:nvSpPr>
          <p:spPr>
            <a:xfrm>
              <a:off x="3868752" y="1983513"/>
              <a:ext cx="71934" cy="70781"/>
            </a:xfrm>
            <a:custGeom>
              <a:avLst/>
              <a:gdLst/>
              <a:ahLst/>
              <a:cxnLst/>
              <a:rect l="l" t="t" r="r" b="b"/>
              <a:pathLst>
                <a:path w="2744" h="2700" extrusionOk="0">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9" name="Google Shape;16919;p79"/>
            <p:cNvSpPr/>
            <p:nvPr/>
          </p:nvSpPr>
          <p:spPr>
            <a:xfrm>
              <a:off x="3804814" y="2143949"/>
              <a:ext cx="47711" cy="48105"/>
            </a:xfrm>
            <a:custGeom>
              <a:avLst/>
              <a:gdLst/>
              <a:ahLst/>
              <a:cxnLst/>
              <a:rect l="l" t="t" r="r" b="b"/>
              <a:pathLst>
                <a:path w="1820" h="1835" extrusionOk="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0" name="Google Shape;16920;p79"/>
            <p:cNvSpPr/>
            <p:nvPr/>
          </p:nvSpPr>
          <p:spPr>
            <a:xfrm>
              <a:off x="3799125" y="2145102"/>
              <a:ext cx="48078" cy="47056"/>
            </a:xfrm>
            <a:custGeom>
              <a:avLst/>
              <a:gdLst/>
              <a:ahLst/>
              <a:cxnLst/>
              <a:rect l="l" t="t" r="r" b="b"/>
              <a:pathLst>
                <a:path w="1834" h="1795" extrusionOk="0">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1" name="Google Shape;16921;p79"/>
            <p:cNvSpPr/>
            <p:nvPr/>
          </p:nvSpPr>
          <p:spPr>
            <a:xfrm>
              <a:off x="3972458" y="2143949"/>
              <a:ext cx="48078" cy="48105"/>
            </a:xfrm>
            <a:custGeom>
              <a:avLst/>
              <a:gdLst/>
              <a:ahLst/>
              <a:cxnLst/>
              <a:rect l="l" t="t" r="r" b="b"/>
              <a:pathLst>
                <a:path w="1834" h="1835" extrusionOk="0">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2" name="Google Shape;16922;p79"/>
            <p:cNvSpPr/>
            <p:nvPr/>
          </p:nvSpPr>
          <p:spPr>
            <a:xfrm>
              <a:off x="3967163" y="2145102"/>
              <a:ext cx="48078" cy="47056"/>
            </a:xfrm>
            <a:custGeom>
              <a:avLst/>
              <a:gdLst/>
              <a:ahLst/>
              <a:cxnLst/>
              <a:rect l="l" t="t" r="r" b="b"/>
              <a:pathLst>
                <a:path w="1834" h="1795" extrusionOk="0">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3" name="Google Shape;16923;p79"/>
            <p:cNvSpPr/>
            <p:nvPr/>
          </p:nvSpPr>
          <p:spPr>
            <a:xfrm>
              <a:off x="3726850" y="2318043"/>
              <a:ext cx="35967" cy="35967"/>
            </a:xfrm>
            <a:custGeom>
              <a:avLst/>
              <a:gdLst/>
              <a:ahLst/>
              <a:cxnLst/>
              <a:rect l="l" t="t" r="r" b="b"/>
              <a:pathLst>
                <a:path w="1372" h="1372" extrusionOk="0">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4" name="Google Shape;16924;p79"/>
            <p:cNvSpPr/>
            <p:nvPr/>
          </p:nvSpPr>
          <p:spPr>
            <a:xfrm>
              <a:off x="3722682" y="2318803"/>
              <a:ext cx="35993" cy="35233"/>
            </a:xfrm>
            <a:custGeom>
              <a:avLst/>
              <a:gdLst/>
              <a:ahLst/>
              <a:cxnLst/>
              <a:rect l="l" t="t" r="r" b="b"/>
              <a:pathLst>
                <a:path w="1373" h="1344" extrusionOk="0">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5" name="Google Shape;16925;p79"/>
            <p:cNvSpPr/>
            <p:nvPr/>
          </p:nvSpPr>
          <p:spPr>
            <a:xfrm>
              <a:off x="3894495" y="2318043"/>
              <a:ext cx="35967" cy="35967"/>
            </a:xfrm>
            <a:custGeom>
              <a:avLst/>
              <a:gdLst/>
              <a:ahLst/>
              <a:cxnLst/>
              <a:rect l="l" t="t" r="r" b="b"/>
              <a:pathLst>
                <a:path w="1372" h="1372" extrusionOk="0">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6" name="Google Shape;16926;p79"/>
            <p:cNvSpPr/>
            <p:nvPr/>
          </p:nvSpPr>
          <p:spPr>
            <a:xfrm>
              <a:off x="3890327" y="2318803"/>
              <a:ext cx="35967" cy="35233"/>
            </a:xfrm>
            <a:custGeom>
              <a:avLst/>
              <a:gdLst/>
              <a:ahLst/>
              <a:cxnLst/>
              <a:rect l="l" t="t" r="r" b="b"/>
              <a:pathLst>
                <a:path w="1372" h="1344" extrusionOk="0">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7" name="Google Shape;16927;p79"/>
            <p:cNvSpPr/>
            <p:nvPr/>
          </p:nvSpPr>
          <p:spPr>
            <a:xfrm>
              <a:off x="4062507" y="2318043"/>
              <a:ext cx="35993" cy="35967"/>
            </a:xfrm>
            <a:custGeom>
              <a:avLst/>
              <a:gdLst/>
              <a:ahLst/>
              <a:cxnLst/>
              <a:rect l="l" t="t" r="r" b="b"/>
              <a:pathLst>
                <a:path w="1373" h="1372" extrusionOk="0">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8" name="Google Shape;16928;p79"/>
            <p:cNvSpPr/>
            <p:nvPr/>
          </p:nvSpPr>
          <p:spPr>
            <a:xfrm>
              <a:off x="4058339" y="2318803"/>
              <a:ext cx="35993" cy="35233"/>
            </a:xfrm>
            <a:custGeom>
              <a:avLst/>
              <a:gdLst/>
              <a:ahLst/>
              <a:cxnLst/>
              <a:rect l="l" t="t" r="r" b="b"/>
              <a:pathLst>
                <a:path w="1373" h="1344" extrusionOk="0">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29" name="Google Shape;16929;p79"/>
          <p:cNvGrpSpPr/>
          <p:nvPr/>
        </p:nvGrpSpPr>
        <p:grpSpPr>
          <a:xfrm>
            <a:off x="4201394" y="1981809"/>
            <a:ext cx="373538" cy="372305"/>
            <a:chOff x="4201394" y="1981809"/>
            <a:chExt cx="373538" cy="372305"/>
          </a:xfrm>
        </p:grpSpPr>
        <p:sp>
          <p:nvSpPr>
            <p:cNvPr id="16930" name="Google Shape;16930;p79"/>
            <p:cNvSpPr/>
            <p:nvPr/>
          </p:nvSpPr>
          <p:spPr>
            <a:xfrm>
              <a:off x="4308876" y="2188619"/>
              <a:ext cx="59429" cy="59823"/>
            </a:xfrm>
            <a:custGeom>
              <a:avLst/>
              <a:gdLst/>
              <a:ahLst/>
              <a:cxnLst/>
              <a:rect l="l" t="t" r="r" b="b"/>
              <a:pathLst>
                <a:path w="2267" h="2282" extrusionOk="0">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1" name="Google Shape;16931;p79"/>
            <p:cNvSpPr/>
            <p:nvPr/>
          </p:nvSpPr>
          <p:spPr>
            <a:xfrm>
              <a:off x="4309243" y="2188619"/>
              <a:ext cx="48078" cy="59823"/>
            </a:xfrm>
            <a:custGeom>
              <a:avLst/>
              <a:gdLst/>
              <a:ahLst/>
              <a:cxnLst/>
              <a:rect l="l" t="t" r="r" b="b"/>
              <a:pathLst>
                <a:path w="1834" h="2282" extrusionOk="0">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2" name="Google Shape;16932;p79"/>
            <p:cNvSpPr/>
            <p:nvPr/>
          </p:nvSpPr>
          <p:spPr>
            <a:xfrm>
              <a:off x="4303580" y="1981809"/>
              <a:ext cx="271351" cy="259030"/>
            </a:xfrm>
            <a:custGeom>
              <a:avLst/>
              <a:gdLst/>
              <a:ahLst/>
              <a:cxnLst/>
              <a:rect l="l" t="t" r="r" b="b"/>
              <a:pathLst>
                <a:path w="10351" h="9881" extrusionOk="0">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3" name="Google Shape;16933;p79"/>
            <p:cNvSpPr/>
            <p:nvPr/>
          </p:nvSpPr>
          <p:spPr>
            <a:xfrm>
              <a:off x="4298652" y="1982281"/>
              <a:ext cx="158208" cy="258296"/>
            </a:xfrm>
            <a:custGeom>
              <a:avLst/>
              <a:gdLst/>
              <a:ahLst/>
              <a:cxnLst/>
              <a:rect l="l" t="t" r="r" b="b"/>
              <a:pathLst>
                <a:path w="6035" h="9853" extrusionOk="0">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4" name="Google Shape;16934;p79"/>
            <p:cNvSpPr/>
            <p:nvPr/>
          </p:nvSpPr>
          <p:spPr>
            <a:xfrm>
              <a:off x="4341041" y="2006504"/>
              <a:ext cx="219498" cy="209746"/>
            </a:xfrm>
            <a:custGeom>
              <a:avLst/>
              <a:gdLst/>
              <a:ahLst/>
              <a:cxnLst/>
              <a:rect l="l" t="t" r="r" b="b"/>
              <a:pathLst>
                <a:path w="8373" h="8001" extrusionOk="0">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5" name="Google Shape;16935;p79"/>
            <p:cNvSpPr/>
            <p:nvPr/>
          </p:nvSpPr>
          <p:spPr>
            <a:xfrm>
              <a:off x="4331945" y="2006845"/>
              <a:ext cx="124914" cy="209169"/>
            </a:xfrm>
            <a:custGeom>
              <a:avLst/>
              <a:gdLst/>
              <a:ahLst/>
              <a:cxnLst/>
              <a:rect l="l" t="t" r="r" b="b"/>
              <a:pathLst>
                <a:path w="4765" h="7979" extrusionOk="0">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6" name="Google Shape;16936;p79"/>
            <p:cNvSpPr/>
            <p:nvPr/>
          </p:nvSpPr>
          <p:spPr>
            <a:xfrm>
              <a:off x="4417091" y="2048212"/>
              <a:ext cx="57175" cy="57175"/>
            </a:xfrm>
            <a:custGeom>
              <a:avLst/>
              <a:gdLst/>
              <a:ahLst/>
              <a:cxnLst/>
              <a:rect l="l" t="t" r="r" b="b"/>
              <a:pathLst>
                <a:path w="2181" h="2181" extrusionOk="0">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7" name="Google Shape;16937;p79"/>
            <p:cNvSpPr/>
            <p:nvPr/>
          </p:nvSpPr>
          <p:spPr>
            <a:xfrm>
              <a:off x="4417851" y="2048369"/>
              <a:ext cx="39008" cy="56834"/>
            </a:xfrm>
            <a:custGeom>
              <a:avLst/>
              <a:gdLst/>
              <a:ahLst/>
              <a:cxnLst/>
              <a:rect l="l" t="t" r="r" b="b"/>
              <a:pathLst>
                <a:path w="1488" h="2168" extrusionOk="0">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8" name="Google Shape;16938;p79"/>
            <p:cNvSpPr/>
            <p:nvPr/>
          </p:nvSpPr>
          <p:spPr>
            <a:xfrm>
              <a:off x="4398557" y="2105361"/>
              <a:ext cx="93876" cy="59823"/>
            </a:xfrm>
            <a:custGeom>
              <a:avLst/>
              <a:gdLst/>
              <a:ahLst/>
              <a:cxnLst/>
              <a:rect l="l" t="t" r="r" b="b"/>
              <a:pathLst>
                <a:path w="3581" h="2282" extrusionOk="0">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9" name="Google Shape;16939;p79"/>
            <p:cNvSpPr/>
            <p:nvPr/>
          </p:nvSpPr>
          <p:spPr>
            <a:xfrm>
              <a:off x="4398924" y="2105361"/>
              <a:ext cx="53007" cy="59823"/>
            </a:xfrm>
            <a:custGeom>
              <a:avLst/>
              <a:gdLst/>
              <a:ahLst/>
              <a:cxnLst/>
              <a:rect l="l" t="t" r="r" b="b"/>
              <a:pathLst>
                <a:path w="2022" h="2282" extrusionOk="0">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0" name="Google Shape;16940;p79"/>
            <p:cNvSpPr/>
            <p:nvPr/>
          </p:nvSpPr>
          <p:spPr>
            <a:xfrm>
              <a:off x="4416331" y="2128639"/>
              <a:ext cx="12138" cy="36544"/>
            </a:xfrm>
            <a:custGeom>
              <a:avLst/>
              <a:gdLst/>
              <a:ahLst/>
              <a:cxnLst/>
              <a:rect l="l" t="t" r="r" b="b"/>
              <a:pathLst>
                <a:path w="463" h="1394" extrusionOk="0">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1" name="Google Shape;16941;p79"/>
            <p:cNvSpPr/>
            <p:nvPr/>
          </p:nvSpPr>
          <p:spPr>
            <a:xfrm>
              <a:off x="4462889" y="2128639"/>
              <a:ext cx="12138" cy="36544"/>
            </a:xfrm>
            <a:custGeom>
              <a:avLst/>
              <a:gdLst/>
              <a:ahLst/>
              <a:cxnLst/>
              <a:rect l="l" t="t" r="r" b="b"/>
              <a:pathLst>
                <a:path w="463" h="1394" extrusionOk="0">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2" name="Google Shape;16942;p79"/>
            <p:cNvSpPr/>
            <p:nvPr/>
          </p:nvSpPr>
          <p:spPr>
            <a:xfrm>
              <a:off x="4201394" y="2221441"/>
              <a:ext cx="135872" cy="132674"/>
            </a:xfrm>
            <a:custGeom>
              <a:avLst/>
              <a:gdLst/>
              <a:ahLst/>
              <a:cxnLst/>
              <a:rect l="l" t="t" r="r" b="b"/>
              <a:pathLst>
                <a:path w="5183" h="5061" extrusionOk="0">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3" name="Google Shape;16943;p79"/>
            <p:cNvSpPr/>
            <p:nvPr/>
          </p:nvSpPr>
          <p:spPr>
            <a:xfrm>
              <a:off x="4201394" y="2221441"/>
              <a:ext cx="118859" cy="132674"/>
            </a:xfrm>
            <a:custGeom>
              <a:avLst/>
              <a:gdLst/>
              <a:ahLst/>
              <a:cxnLst/>
              <a:rect l="l" t="t" r="r" b="b"/>
              <a:pathLst>
                <a:path w="4534" h="5061" extrusionOk="0">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4" name="Google Shape;16944;p79"/>
            <p:cNvSpPr/>
            <p:nvPr/>
          </p:nvSpPr>
          <p:spPr>
            <a:xfrm>
              <a:off x="4287668" y="2221441"/>
              <a:ext cx="49599" cy="47816"/>
            </a:xfrm>
            <a:custGeom>
              <a:avLst/>
              <a:gdLst/>
              <a:ahLst/>
              <a:cxnLst/>
              <a:rect l="l" t="t" r="r" b="b"/>
              <a:pathLst>
                <a:path w="1892" h="1824" extrusionOk="0">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5" name="Google Shape;16945;p79"/>
            <p:cNvSpPr/>
            <p:nvPr/>
          </p:nvSpPr>
          <p:spPr>
            <a:xfrm>
              <a:off x="4287668" y="2221545"/>
              <a:ext cx="32585" cy="26136"/>
            </a:xfrm>
            <a:custGeom>
              <a:avLst/>
              <a:gdLst/>
              <a:ahLst/>
              <a:cxnLst/>
              <a:rect l="l" t="t" r="r" b="b"/>
              <a:pathLst>
                <a:path w="1243" h="997" extrusionOk="0">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46" name="Google Shape;16946;p79"/>
          <p:cNvGrpSpPr/>
          <p:nvPr/>
        </p:nvGrpSpPr>
        <p:grpSpPr>
          <a:xfrm>
            <a:off x="4659658" y="1500266"/>
            <a:ext cx="422743" cy="377784"/>
            <a:chOff x="4659658" y="1500266"/>
            <a:chExt cx="422743" cy="377784"/>
          </a:xfrm>
        </p:grpSpPr>
        <p:sp>
          <p:nvSpPr>
            <p:cNvPr id="16947" name="Google Shape;16947;p79"/>
            <p:cNvSpPr/>
            <p:nvPr/>
          </p:nvSpPr>
          <p:spPr>
            <a:xfrm>
              <a:off x="4786067" y="1537727"/>
              <a:ext cx="129056" cy="128689"/>
            </a:xfrm>
            <a:custGeom>
              <a:avLst/>
              <a:gdLst/>
              <a:ahLst/>
              <a:cxnLst/>
              <a:rect l="l" t="t" r="r" b="b"/>
              <a:pathLst>
                <a:path w="4923" h="4909" extrusionOk="0">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8" name="Google Shape;16948;p79"/>
            <p:cNvSpPr/>
            <p:nvPr/>
          </p:nvSpPr>
          <p:spPr>
            <a:xfrm>
              <a:off x="4783419" y="1537544"/>
              <a:ext cx="75316" cy="128873"/>
            </a:xfrm>
            <a:custGeom>
              <a:avLst/>
              <a:gdLst/>
              <a:ahLst/>
              <a:cxnLst/>
              <a:rect l="l" t="t" r="r" b="b"/>
              <a:pathLst>
                <a:path w="2873" h="4916" extrusionOk="0">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9" name="Google Shape;16949;p79"/>
            <p:cNvSpPr/>
            <p:nvPr/>
          </p:nvSpPr>
          <p:spPr>
            <a:xfrm>
              <a:off x="4806489" y="1558175"/>
              <a:ext cx="87820" cy="87820"/>
            </a:xfrm>
            <a:custGeom>
              <a:avLst/>
              <a:gdLst/>
              <a:ahLst/>
              <a:cxnLst/>
              <a:rect l="l" t="t" r="r" b="b"/>
              <a:pathLst>
                <a:path w="3350" h="3350" extrusionOk="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0" name="Google Shape;16950;p79"/>
            <p:cNvSpPr/>
            <p:nvPr/>
          </p:nvSpPr>
          <p:spPr>
            <a:xfrm>
              <a:off x="4806489" y="1558096"/>
              <a:ext cx="52246" cy="87951"/>
            </a:xfrm>
            <a:custGeom>
              <a:avLst/>
              <a:gdLst/>
              <a:ahLst/>
              <a:cxnLst/>
              <a:rect l="l" t="t" r="r" b="b"/>
              <a:pathLst>
                <a:path w="1993" h="3355" extrusionOk="0">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1" name="Google Shape;16951;p79"/>
            <p:cNvSpPr/>
            <p:nvPr/>
          </p:nvSpPr>
          <p:spPr>
            <a:xfrm>
              <a:off x="4832599" y="1572541"/>
              <a:ext cx="34473" cy="60190"/>
            </a:xfrm>
            <a:custGeom>
              <a:avLst/>
              <a:gdLst/>
              <a:ahLst/>
              <a:cxnLst/>
              <a:rect l="l" t="t" r="r" b="b"/>
              <a:pathLst>
                <a:path w="1315" h="2296" extrusionOk="0">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2" name="Google Shape;16952;p79"/>
            <p:cNvSpPr/>
            <p:nvPr/>
          </p:nvSpPr>
          <p:spPr>
            <a:xfrm>
              <a:off x="4885973" y="1500266"/>
              <a:ext cx="129056" cy="128689"/>
            </a:xfrm>
            <a:custGeom>
              <a:avLst/>
              <a:gdLst/>
              <a:ahLst/>
              <a:cxnLst/>
              <a:rect l="l" t="t" r="r" b="b"/>
              <a:pathLst>
                <a:path w="4923" h="4909" extrusionOk="0">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3" name="Google Shape;16953;p79"/>
            <p:cNvSpPr/>
            <p:nvPr/>
          </p:nvSpPr>
          <p:spPr>
            <a:xfrm>
              <a:off x="4883325" y="1500449"/>
              <a:ext cx="75316" cy="128506"/>
            </a:xfrm>
            <a:custGeom>
              <a:avLst/>
              <a:gdLst/>
              <a:ahLst/>
              <a:cxnLst/>
              <a:rect l="l" t="t" r="r" b="b"/>
              <a:pathLst>
                <a:path w="2873" h="4902" extrusionOk="0">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4" name="Google Shape;16954;p79"/>
            <p:cNvSpPr/>
            <p:nvPr/>
          </p:nvSpPr>
          <p:spPr>
            <a:xfrm>
              <a:off x="4906787" y="1521081"/>
              <a:ext cx="87427" cy="87427"/>
            </a:xfrm>
            <a:custGeom>
              <a:avLst/>
              <a:gdLst/>
              <a:ahLst/>
              <a:cxnLst/>
              <a:rect l="l" t="t" r="r" b="b"/>
              <a:pathLst>
                <a:path w="3335" h="3335" extrusionOk="0">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5" name="Google Shape;16955;p79"/>
            <p:cNvSpPr/>
            <p:nvPr/>
          </p:nvSpPr>
          <p:spPr>
            <a:xfrm>
              <a:off x="4906394" y="1521002"/>
              <a:ext cx="52246" cy="87584"/>
            </a:xfrm>
            <a:custGeom>
              <a:avLst/>
              <a:gdLst/>
              <a:ahLst/>
              <a:cxnLst/>
              <a:rect l="l" t="t" r="r" b="b"/>
              <a:pathLst>
                <a:path w="1993" h="3341" extrusionOk="0">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6" name="Google Shape;16956;p79"/>
            <p:cNvSpPr/>
            <p:nvPr/>
          </p:nvSpPr>
          <p:spPr>
            <a:xfrm>
              <a:off x="4932504" y="1535079"/>
              <a:ext cx="34840" cy="60190"/>
            </a:xfrm>
            <a:custGeom>
              <a:avLst/>
              <a:gdLst/>
              <a:ahLst/>
              <a:cxnLst/>
              <a:rect l="l" t="t" r="r" b="b"/>
              <a:pathLst>
                <a:path w="1329" h="2296" extrusionOk="0">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7" name="Google Shape;16957;p79"/>
            <p:cNvSpPr/>
            <p:nvPr/>
          </p:nvSpPr>
          <p:spPr>
            <a:xfrm>
              <a:off x="4659658" y="1714836"/>
              <a:ext cx="144969" cy="163215"/>
            </a:xfrm>
            <a:custGeom>
              <a:avLst/>
              <a:gdLst/>
              <a:ahLst/>
              <a:cxnLst/>
              <a:rect l="l" t="t" r="r" b="b"/>
              <a:pathLst>
                <a:path w="5530" h="6226" extrusionOk="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8" name="Google Shape;16958;p79"/>
            <p:cNvSpPr/>
            <p:nvPr/>
          </p:nvSpPr>
          <p:spPr>
            <a:xfrm>
              <a:off x="4699400" y="1824939"/>
              <a:ext cx="105227" cy="52928"/>
            </a:xfrm>
            <a:custGeom>
              <a:avLst/>
              <a:gdLst/>
              <a:ahLst/>
              <a:cxnLst/>
              <a:rect l="l" t="t" r="r" b="b"/>
              <a:pathLst>
                <a:path w="4014" h="2019" extrusionOk="0">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9" name="Google Shape;16959;p79"/>
            <p:cNvSpPr/>
            <p:nvPr/>
          </p:nvSpPr>
          <p:spPr>
            <a:xfrm>
              <a:off x="4800066" y="1641276"/>
              <a:ext cx="282336" cy="173858"/>
            </a:xfrm>
            <a:custGeom>
              <a:avLst/>
              <a:gdLst/>
              <a:ahLst/>
              <a:cxnLst/>
              <a:rect l="l" t="t" r="r" b="b"/>
              <a:pathLst>
                <a:path w="10770" h="6632" extrusionOk="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0" name="Google Shape;16960;p79"/>
            <p:cNvSpPr/>
            <p:nvPr/>
          </p:nvSpPr>
          <p:spPr>
            <a:xfrm>
              <a:off x="4800066" y="1707260"/>
              <a:ext cx="57175" cy="107875"/>
            </a:xfrm>
            <a:custGeom>
              <a:avLst/>
              <a:gdLst/>
              <a:ahLst/>
              <a:cxnLst/>
              <a:rect l="l" t="t" r="r" b="b"/>
              <a:pathLst>
                <a:path w="2181" h="4115" extrusionOk="0">
                  <a:moveTo>
                    <a:pt x="751" y="1"/>
                  </a:moveTo>
                  <a:lnTo>
                    <a:pt x="0" y="318"/>
                  </a:lnTo>
                  <a:lnTo>
                    <a:pt x="1430" y="4115"/>
                  </a:lnTo>
                  <a:lnTo>
                    <a:pt x="2180" y="3812"/>
                  </a:lnTo>
                  <a:lnTo>
                    <a:pt x="751" y="1"/>
                  </a:ln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1" name="Google Shape;16961;p79"/>
            <p:cNvSpPr/>
            <p:nvPr/>
          </p:nvSpPr>
          <p:spPr>
            <a:xfrm>
              <a:off x="4874228" y="1692501"/>
              <a:ext cx="81004" cy="51827"/>
            </a:xfrm>
            <a:custGeom>
              <a:avLst/>
              <a:gdLst/>
              <a:ahLst/>
              <a:cxnLst/>
              <a:rect l="l" t="t" r="r" b="b"/>
              <a:pathLst>
                <a:path w="3090" h="1977" extrusionOk="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2" name="Google Shape;16962;p79"/>
            <p:cNvSpPr/>
            <p:nvPr/>
          </p:nvSpPr>
          <p:spPr>
            <a:xfrm>
              <a:off x="4754662" y="1702200"/>
              <a:ext cx="88187" cy="142085"/>
            </a:xfrm>
            <a:custGeom>
              <a:avLst/>
              <a:gdLst/>
              <a:ahLst/>
              <a:cxnLst/>
              <a:rect l="l" t="t" r="r" b="b"/>
              <a:pathLst>
                <a:path w="3364" h="5420" extrusionOk="0">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3" name="Google Shape;16963;p79"/>
            <p:cNvSpPr/>
            <p:nvPr/>
          </p:nvSpPr>
          <p:spPr>
            <a:xfrm>
              <a:off x="4795898" y="1809446"/>
              <a:ext cx="46951" cy="35207"/>
            </a:xfrm>
            <a:custGeom>
              <a:avLst/>
              <a:gdLst/>
              <a:ahLst/>
              <a:cxnLst/>
              <a:rect l="l" t="t" r="r" b="b"/>
              <a:pathLst>
                <a:path w="1791" h="1343" extrusionOk="0">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64" name="Google Shape;16964;p79"/>
          <p:cNvGrpSpPr/>
          <p:nvPr/>
        </p:nvGrpSpPr>
        <p:grpSpPr>
          <a:xfrm>
            <a:off x="5211406" y="1513504"/>
            <a:ext cx="260394" cy="351202"/>
            <a:chOff x="5211406" y="1513504"/>
            <a:chExt cx="260394" cy="351202"/>
          </a:xfrm>
        </p:grpSpPr>
        <p:sp>
          <p:nvSpPr>
            <p:cNvPr id="16965" name="Google Shape;16965;p79"/>
            <p:cNvSpPr/>
            <p:nvPr/>
          </p:nvSpPr>
          <p:spPr>
            <a:xfrm>
              <a:off x="5294297" y="1582765"/>
              <a:ext cx="33686" cy="74582"/>
            </a:xfrm>
            <a:custGeom>
              <a:avLst/>
              <a:gdLst/>
              <a:ahLst/>
              <a:cxnLst/>
              <a:rect l="l" t="t" r="r" b="b"/>
              <a:pathLst>
                <a:path w="1285" h="2845" extrusionOk="0">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6" name="Google Shape;16966;p79"/>
            <p:cNvSpPr/>
            <p:nvPr/>
          </p:nvSpPr>
          <p:spPr>
            <a:xfrm>
              <a:off x="5307903" y="1575949"/>
              <a:ext cx="81398" cy="81398"/>
            </a:xfrm>
            <a:custGeom>
              <a:avLst/>
              <a:gdLst/>
              <a:ahLst/>
              <a:cxnLst/>
              <a:rect l="l" t="t" r="r" b="b"/>
              <a:pathLst>
                <a:path w="3105" h="3105" extrusionOk="0">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7" name="Google Shape;16967;p79"/>
            <p:cNvSpPr/>
            <p:nvPr/>
          </p:nvSpPr>
          <p:spPr>
            <a:xfrm>
              <a:off x="5321168" y="1677741"/>
              <a:ext cx="40895" cy="30305"/>
            </a:xfrm>
            <a:custGeom>
              <a:avLst/>
              <a:gdLst/>
              <a:ahLst/>
              <a:cxnLst/>
              <a:rect l="l" t="t" r="r" b="b"/>
              <a:pathLst>
                <a:path w="1560" h="1156" extrusionOk="0">
                  <a:moveTo>
                    <a:pt x="0" y="1"/>
                  </a:moveTo>
                  <a:lnTo>
                    <a:pt x="0" y="1155"/>
                  </a:lnTo>
                  <a:lnTo>
                    <a:pt x="1559" y="1155"/>
                  </a:lnTo>
                  <a:lnTo>
                    <a:pt x="155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8" name="Google Shape;16968;p79"/>
            <p:cNvSpPr/>
            <p:nvPr/>
          </p:nvSpPr>
          <p:spPr>
            <a:xfrm>
              <a:off x="5321168" y="1677741"/>
              <a:ext cx="40895" cy="16489"/>
            </a:xfrm>
            <a:custGeom>
              <a:avLst/>
              <a:gdLst/>
              <a:ahLst/>
              <a:cxnLst/>
              <a:rect l="l" t="t" r="r" b="b"/>
              <a:pathLst>
                <a:path w="1560" h="629" extrusionOk="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9" name="Google Shape;16969;p79"/>
            <p:cNvSpPr/>
            <p:nvPr/>
          </p:nvSpPr>
          <p:spPr>
            <a:xfrm>
              <a:off x="5273850" y="1694021"/>
              <a:ext cx="135872" cy="57542"/>
            </a:xfrm>
            <a:custGeom>
              <a:avLst/>
              <a:gdLst/>
              <a:ahLst/>
              <a:cxnLst/>
              <a:rect l="l" t="t" r="r" b="b"/>
              <a:pathLst>
                <a:path w="5183" h="2195" extrusionOk="0">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0" name="Google Shape;16970;p79"/>
            <p:cNvSpPr/>
            <p:nvPr/>
          </p:nvSpPr>
          <p:spPr>
            <a:xfrm>
              <a:off x="5334773" y="1708020"/>
              <a:ext cx="13658" cy="54527"/>
            </a:xfrm>
            <a:custGeom>
              <a:avLst/>
              <a:gdLst/>
              <a:ahLst/>
              <a:cxnLst/>
              <a:rect l="l" t="t" r="r" b="b"/>
              <a:pathLst>
                <a:path w="521" h="2080" extrusionOk="0">
                  <a:moveTo>
                    <a:pt x="131" y="0"/>
                  </a:moveTo>
                  <a:lnTo>
                    <a:pt x="1" y="2079"/>
                  </a:lnTo>
                  <a:lnTo>
                    <a:pt x="520" y="2079"/>
                  </a:lnTo>
                  <a:lnTo>
                    <a:pt x="39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1" name="Google Shape;16971;p79"/>
            <p:cNvSpPr/>
            <p:nvPr/>
          </p:nvSpPr>
          <p:spPr>
            <a:xfrm>
              <a:off x="5301113" y="1610002"/>
              <a:ext cx="81371" cy="74582"/>
            </a:xfrm>
            <a:custGeom>
              <a:avLst/>
              <a:gdLst/>
              <a:ahLst/>
              <a:cxnLst/>
              <a:rect l="l" t="t" r="r" b="b"/>
              <a:pathLst>
                <a:path w="3104" h="2845" extrusionOk="0">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2" name="Google Shape;16972;p79"/>
            <p:cNvSpPr/>
            <p:nvPr/>
          </p:nvSpPr>
          <p:spPr>
            <a:xfrm>
              <a:off x="5300720" y="1610002"/>
              <a:ext cx="81398" cy="72694"/>
            </a:xfrm>
            <a:custGeom>
              <a:avLst/>
              <a:gdLst/>
              <a:ahLst/>
              <a:cxnLst/>
              <a:rect l="l" t="t" r="r" b="b"/>
              <a:pathLst>
                <a:path w="3105" h="2773" extrusionOk="0">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3" name="Google Shape;16973;p79"/>
            <p:cNvSpPr/>
            <p:nvPr/>
          </p:nvSpPr>
          <p:spPr>
            <a:xfrm>
              <a:off x="5334773" y="1707653"/>
              <a:ext cx="13658" cy="13632"/>
            </a:xfrm>
            <a:custGeom>
              <a:avLst/>
              <a:gdLst/>
              <a:ahLst/>
              <a:cxnLst/>
              <a:rect l="l" t="t" r="r" b="b"/>
              <a:pathLst>
                <a:path w="521" h="520" extrusionOk="0">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4" name="Google Shape;16974;p79"/>
            <p:cNvSpPr/>
            <p:nvPr/>
          </p:nvSpPr>
          <p:spPr>
            <a:xfrm>
              <a:off x="5313959" y="1688778"/>
              <a:ext cx="27657" cy="28758"/>
            </a:xfrm>
            <a:custGeom>
              <a:avLst/>
              <a:gdLst/>
              <a:ahLst/>
              <a:cxnLst/>
              <a:rect l="l" t="t" r="r" b="b"/>
              <a:pathLst>
                <a:path w="1055" h="1097" extrusionOk="0">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5" name="Google Shape;16975;p79"/>
            <p:cNvSpPr/>
            <p:nvPr/>
          </p:nvSpPr>
          <p:spPr>
            <a:xfrm>
              <a:off x="5341589" y="1688778"/>
              <a:ext cx="28024" cy="28758"/>
            </a:xfrm>
            <a:custGeom>
              <a:avLst/>
              <a:gdLst/>
              <a:ahLst/>
              <a:cxnLst/>
              <a:rect l="l" t="t" r="r" b="b"/>
              <a:pathLst>
                <a:path w="1069" h="1097" extrusionOk="0">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6" name="Google Shape;16976;p79"/>
            <p:cNvSpPr/>
            <p:nvPr/>
          </p:nvSpPr>
          <p:spPr>
            <a:xfrm>
              <a:off x="5211406" y="1513504"/>
              <a:ext cx="260394" cy="351202"/>
            </a:xfrm>
            <a:custGeom>
              <a:avLst/>
              <a:gdLst/>
              <a:ahLst/>
              <a:cxnLst/>
              <a:rect l="l" t="t" r="r" b="b"/>
              <a:pathLst>
                <a:path w="9933" h="13397"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7" name="Google Shape;16977;p79"/>
            <p:cNvSpPr/>
            <p:nvPr/>
          </p:nvSpPr>
          <p:spPr>
            <a:xfrm>
              <a:off x="5211406" y="1513504"/>
              <a:ext cx="252450" cy="350835"/>
            </a:xfrm>
            <a:custGeom>
              <a:avLst/>
              <a:gdLst/>
              <a:ahLst/>
              <a:cxnLst/>
              <a:rect l="l" t="t" r="r" b="b"/>
              <a:pathLst>
                <a:path w="9630" h="13383"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8" name="Google Shape;16978;p79"/>
          <p:cNvGrpSpPr/>
          <p:nvPr/>
        </p:nvGrpSpPr>
        <p:grpSpPr>
          <a:xfrm>
            <a:off x="5632602" y="1513216"/>
            <a:ext cx="366722" cy="351779"/>
            <a:chOff x="5632602" y="1513216"/>
            <a:chExt cx="366722" cy="351779"/>
          </a:xfrm>
        </p:grpSpPr>
        <p:sp>
          <p:nvSpPr>
            <p:cNvPr id="16979" name="Google Shape;16979;p79"/>
            <p:cNvSpPr/>
            <p:nvPr/>
          </p:nvSpPr>
          <p:spPr>
            <a:xfrm>
              <a:off x="5750674" y="1724299"/>
              <a:ext cx="9857" cy="20448"/>
            </a:xfrm>
            <a:custGeom>
              <a:avLst/>
              <a:gdLst/>
              <a:ahLst/>
              <a:cxnLst/>
              <a:rect l="l" t="t" r="r" b="b"/>
              <a:pathLst>
                <a:path w="376" h="780" extrusionOk="0">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0" name="Google Shape;16980;p79"/>
            <p:cNvSpPr/>
            <p:nvPr/>
          </p:nvSpPr>
          <p:spPr>
            <a:xfrm>
              <a:off x="5760505" y="1536207"/>
              <a:ext cx="238819" cy="251297"/>
            </a:xfrm>
            <a:custGeom>
              <a:avLst/>
              <a:gdLst/>
              <a:ahLst/>
              <a:cxnLst/>
              <a:rect l="l" t="t" r="r" b="b"/>
              <a:pathLst>
                <a:path w="9110" h="9586" extrusionOk="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1" name="Google Shape;16981;p79"/>
            <p:cNvSpPr/>
            <p:nvPr/>
          </p:nvSpPr>
          <p:spPr>
            <a:xfrm>
              <a:off x="5738170" y="1513216"/>
              <a:ext cx="252057" cy="243747"/>
            </a:xfrm>
            <a:custGeom>
              <a:avLst/>
              <a:gdLst/>
              <a:ahLst/>
              <a:cxnLst/>
              <a:rect l="l" t="t" r="r" b="b"/>
              <a:pathLst>
                <a:path w="9615" h="9298" extrusionOk="0">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2" name="Google Shape;16982;p79"/>
            <p:cNvSpPr/>
            <p:nvPr/>
          </p:nvSpPr>
          <p:spPr>
            <a:xfrm>
              <a:off x="5867226" y="1633464"/>
              <a:ext cx="24616" cy="58695"/>
            </a:xfrm>
            <a:custGeom>
              <a:avLst/>
              <a:gdLst/>
              <a:ahLst/>
              <a:cxnLst/>
              <a:rect l="l" t="t" r="r" b="b"/>
              <a:pathLst>
                <a:path w="939" h="2239" extrusionOk="0">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3" name="Google Shape;16983;p79"/>
            <p:cNvSpPr/>
            <p:nvPr/>
          </p:nvSpPr>
          <p:spPr>
            <a:xfrm>
              <a:off x="5663247" y="1786350"/>
              <a:ext cx="162743" cy="78645"/>
            </a:xfrm>
            <a:custGeom>
              <a:avLst/>
              <a:gdLst/>
              <a:ahLst/>
              <a:cxnLst/>
              <a:rect l="l" t="t" r="r" b="b"/>
              <a:pathLst>
                <a:path w="6208" h="3000" extrusionOk="0">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4" name="Google Shape;16984;p79"/>
            <p:cNvSpPr/>
            <p:nvPr/>
          </p:nvSpPr>
          <p:spPr>
            <a:xfrm>
              <a:off x="5786248" y="1740946"/>
              <a:ext cx="88947" cy="49808"/>
            </a:xfrm>
            <a:custGeom>
              <a:avLst/>
              <a:gdLst/>
              <a:ahLst/>
              <a:cxnLst/>
              <a:rect l="l" t="t" r="r" b="b"/>
              <a:pathLst>
                <a:path w="3393" h="1900" extrusionOk="0">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5" name="Google Shape;16985;p79"/>
            <p:cNvSpPr/>
            <p:nvPr/>
          </p:nvSpPr>
          <p:spPr>
            <a:xfrm>
              <a:off x="5632602" y="1610474"/>
              <a:ext cx="253184" cy="243773"/>
            </a:xfrm>
            <a:custGeom>
              <a:avLst/>
              <a:gdLst/>
              <a:ahLst/>
              <a:cxnLst/>
              <a:rect l="l" t="t" r="r" b="b"/>
              <a:pathLst>
                <a:path w="9658" h="9299" extrusionOk="0">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6" name="Google Shape;16986;p79"/>
            <p:cNvSpPr/>
            <p:nvPr/>
          </p:nvSpPr>
          <p:spPr>
            <a:xfrm>
              <a:off x="5776784" y="1764775"/>
              <a:ext cx="39375" cy="23882"/>
            </a:xfrm>
            <a:custGeom>
              <a:avLst/>
              <a:gdLst/>
              <a:ahLst/>
              <a:cxnLst/>
              <a:rect l="l" t="t" r="r" b="b"/>
              <a:pathLst>
                <a:path w="1502" h="911" extrusionOk="0">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87" name="Google Shape;16987;p79"/>
          <p:cNvGrpSpPr/>
          <p:nvPr/>
        </p:nvGrpSpPr>
        <p:grpSpPr>
          <a:xfrm>
            <a:off x="6089372" y="1527136"/>
            <a:ext cx="401902" cy="323965"/>
            <a:chOff x="6089372" y="1527136"/>
            <a:chExt cx="401902" cy="323965"/>
          </a:xfrm>
        </p:grpSpPr>
        <p:sp>
          <p:nvSpPr>
            <p:cNvPr id="16988" name="Google Shape;16988;p79"/>
            <p:cNvSpPr/>
            <p:nvPr/>
          </p:nvSpPr>
          <p:spPr>
            <a:xfrm>
              <a:off x="6089372" y="1552853"/>
              <a:ext cx="401902" cy="298248"/>
            </a:xfrm>
            <a:custGeom>
              <a:avLst/>
              <a:gdLst/>
              <a:ahLst/>
              <a:cxnLst/>
              <a:rect l="l" t="t" r="r" b="b"/>
              <a:pathLst>
                <a:path w="15331" h="11377" extrusionOk="0">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9" name="Google Shape;16989;p79"/>
            <p:cNvSpPr/>
            <p:nvPr/>
          </p:nvSpPr>
          <p:spPr>
            <a:xfrm>
              <a:off x="6089372" y="1552853"/>
              <a:ext cx="401902" cy="39008"/>
            </a:xfrm>
            <a:custGeom>
              <a:avLst/>
              <a:gdLst/>
              <a:ahLst/>
              <a:cxnLst/>
              <a:rect l="l" t="t" r="r" b="b"/>
              <a:pathLst>
                <a:path w="15331" h="1488" extrusionOk="0">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0" name="Google Shape;16990;p79"/>
            <p:cNvSpPr/>
            <p:nvPr/>
          </p:nvSpPr>
          <p:spPr>
            <a:xfrm>
              <a:off x="6115089" y="1552853"/>
              <a:ext cx="51879" cy="26136"/>
            </a:xfrm>
            <a:custGeom>
              <a:avLst/>
              <a:gdLst/>
              <a:ahLst/>
              <a:cxnLst/>
              <a:rect l="l" t="t" r="r" b="b"/>
              <a:pathLst>
                <a:path w="1979" h="997" extrusionOk="0">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1" name="Google Shape;16991;p79"/>
            <p:cNvSpPr/>
            <p:nvPr/>
          </p:nvSpPr>
          <p:spPr>
            <a:xfrm>
              <a:off x="6413285" y="1552853"/>
              <a:ext cx="52246" cy="26136"/>
            </a:xfrm>
            <a:custGeom>
              <a:avLst/>
              <a:gdLst/>
              <a:ahLst/>
              <a:cxnLst/>
              <a:rect l="l" t="t" r="r" b="b"/>
              <a:pathLst>
                <a:path w="1993" h="997" extrusionOk="0">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2" name="Google Shape;16992;p79"/>
            <p:cNvSpPr/>
            <p:nvPr/>
          </p:nvSpPr>
          <p:spPr>
            <a:xfrm>
              <a:off x="6128328" y="1527136"/>
              <a:ext cx="25769" cy="39008"/>
            </a:xfrm>
            <a:custGeom>
              <a:avLst/>
              <a:gdLst/>
              <a:ahLst/>
              <a:cxnLst/>
              <a:rect l="l" t="t" r="r" b="b"/>
              <a:pathLst>
                <a:path w="983" h="1488" extrusionOk="0">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3" name="Google Shape;16993;p79"/>
            <p:cNvSpPr/>
            <p:nvPr/>
          </p:nvSpPr>
          <p:spPr>
            <a:xfrm>
              <a:off x="6128328" y="1527136"/>
              <a:ext cx="26136" cy="19320"/>
            </a:xfrm>
            <a:custGeom>
              <a:avLst/>
              <a:gdLst/>
              <a:ahLst/>
              <a:cxnLst/>
              <a:rect l="l" t="t" r="r" b="b"/>
              <a:pathLst>
                <a:path w="997" h="737" extrusionOk="0">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4" name="Google Shape;16994;p79"/>
            <p:cNvSpPr/>
            <p:nvPr/>
          </p:nvSpPr>
          <p:spPr>
            <a:xfrm>
              <a:off x="6426549" y="1527136"/>
              <a:ext cx="26136" cy="39008"/>
            </a:xfrm>
            <a:custGeom>
              <a:avLst/>
              <a:gdLst/>
              <a:ahLst/>
              <a:cxnLst/>
              <a:rect l="l" t="t" r="r" b="b"/>
              <a:pathLst>
                <a:path w="997" h="1488" extrusionOk="0">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5" name="Google Shape;16995;p79"/>
            <p:cNvSpPr/>
            <p:nvPr/>
          </p:nvSpPr>
          <p:spPr>
            <a:xfrm>
              <a:off x="6426156" y="1527136"/>
              <a:ext cx="26136" cy="19320"/>
            </a:xfrm>
            <a:custGeom>
              <a:avLst/>
              <a:gdLst/>
              <a:ahLst/>
              <a:cxnLst/>
              <a:rect l="l" t="t" r="r" b="b"/>
              <a:pathLst>
                <a:path w="997" h="737" extrusionOk="0">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6" name="Google Shape;16996;p79"/>
            <p:cNvSpPr/>
            <p:nvPr/>
          </p:nvSpPr>
          <p:spPr>
            <a:xfrm>
              <a:off x="6089372" y="1591835"/>
              <a:ext cx="401902" cy="12898"/>
            </a:xfrm>
            <a:custGeom>
              <a:avLst/>
              <a:gdLst/>
              <a:ahLst/>
              <a:cxnLst/>
              <a:rect l="l" t="t" r="r" b="b"/>
              <a:pathLst>
                <a:path w="15331" h="492" extrusionOk="0">
                  <a:moveTo>
                    <a:pt x="0" y="1"/>
                  </a:moveTo>
                  <a:lnTo>
                    <a:pt x="0" y="492"/>
                  </a:lnTo>
                  <a:lnTo>
                    <a:pt x="15331" y="492"/>
                  </a:lnTo>
                  <a:lnTo>
                    <a:pt x="15331"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7" name="Google Shape;16997;p79"/>
            <p:cNvSpPr/>
            <p:nvPr/>
          </p:nvSpPr>
          <p:spPr>
            <a:xfrm>
              <a:off x="6128328" y="1630450"/>
              <a:ext cx="51879" cy="26136"/>
            </a:xfrm>
            <a:custGeom>
              <a:avLst/>
              <a:gdLst/>
              <a:ahLst/>
              <a:cxnLst/>
              <a:rect l="l" t="t" r="r" b="b"/>
              <a:pathLst>
                <a:path w="1979" h="997" extrusionOk="0">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8" name="Google Shape;16998;p79"/>
            <p:cNvSpPr/>
            <p:nvPr/>
          </p:nvSpPr>
          <p:spPr>
            <a:xfrm>
              <a:off x="6128328" y="1682670"/>
              <a:ext cx="51879" cy="25743"/>
            </a:xfrm>
            <a:custGeom>
              <a:avLst/>
              <a:gdLst/>
              <a:ahLst/>
              <a:cxnLst/>
              <a:rect l="l" t="t" r="r" b="b"/>
              <a:pathLst>
                <a:path w="1979" h="982" extrusionOk="0">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9" name="Google Shape;16999;p79"/>
            <p:cNvSpPr/>
            <p:nvPr/>
          </p:nvSpPr>
          <p:spPr>
            <a:xfrm>
              <a:off x="6128328" y="1734497"/>
              <a:ext cx="51512" cy="26136"/>
            </a:xfrm>
            <a:custGeom>
              <a:avLst/>
              <a:gdLst/>
              <a:ahLst/>
              <a:cxnLst/>
              <a:rect l="l" t="t" r="r" b="b"/>
              <a:pathLst>
                <a:path w="1965" h="997" extrusionOk="0">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0" name="Google Shape;17000;p79"/>
            <p:cNvSpPr/>
            <p:nvPr/>
          </p:nvSpPr>
          <p:spPr>
            <a:xfrm>
              <a:off x="6219163" y="1734497"/>
              <a:ext cx="51486" cy="26136"/>
            </a:xfrm>
            <a:custGeom>
              <a:avLst/>
              <a:gdLst/>
              <a:ahLst/>
              <a:cxnLst/>
              <a:rect l="l" t="t" r="r" b="b"/>
              <a:pathLst>
                <a:path w="1964" h="997" extrusionOk="0">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1" name="Google Shape;17001;p79"/>
            <p:cNvSpPr/>
            <p:nvPr/>
          </p:nvSpPr>
          <p:spPr>
            <a:xfrm>
              <a:off x="6309604" y="1734497"/>
              <a:ext cx="51879" cy="26136"/>
            </a:xfrm>
            <a:custGeom>
              <a:avLst/>
              <a:gdLst/>
              <a:ahLst/>
              <a:cxnLst/>
              <a:rect l="l" t="t" r="r" b="b"/>
              <a:pathLst>
                <a:path w="1979" h="997" extrusionOk="0">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2" name="Google Shape;17002;p79"/>
            <p:cNvSpPr/>
            <p:nvPr/>
          </p:nvSpPr>
          <p:spPr>
            <a:xfrm>
              <a:off x="6219163" y="1682670"/>
              <a:ext cx="51486" cy="25743"/>
            </a:xfrm>
            <a:custGeom>
              <a:avLst/>
              <a:gdLst/>
              <a:ahLst/>
              <a:cxnLst/>
              <a:rect l="l" t="t" r="r" b="b"/>
              <a:pathLst>
                <a:path w="1964" h="982" extrusionOk="0">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3" name="Google Shape;17003;p79"/>
            <p:cNvSpPr/>
            <p:nvPr/>
          </p:nvSpPr>
          <p:spPr>
            <a:xfrm>
              <a:off x="6128328" y="1786350"/>
              <a:ext cx="51512" cy="25769"/>
            </a:xfrm>
            <a:custGeom>
              <a:avLst/>
              <a:gdLst/>
              <a:ahLst/>
              <a:cxnLst/>
              <a:rect l="l" t="t" r="r" b="b"/>
              <a:pathLst>
                <a:path w="1965" h="983" extrusionOk="0">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4" name="Google Shape;17004;p79"/>
            <p:cNvSpPr/>
            <p:nvPr/>
          </p:nvSpPr>
          <p:spPr>
            <a:xfrm>
              <a:off x="6219163" y="1630450"/>
              <a:ext cx="51879" cy="26136"/>
            </a:xfrm>
            <a:custGeom>
              <a:avLst/>
              <a:gdLst/>
              <a:ahLst/>
              <a:cxnLst/>
              <a:rect l="l" t="t" r="r" b="b"/>
              <a:pathLst>
                <a:path w="1979" h="997" extrusionOk="0">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5" name="Google Shape;17005;p79"/>
            <p:cNvSpPr/>
            <p:nvPr/>
          </p:nvSpPr>
          <p:spPr>
            <a:xfrm>
              <a:off x="6219163" y="1786350"/>
              <a:ext cx="51486" cy="25769"/>
            </a:xfrm>
            <a:custGeom>
              <a:avLst/>
              <a:gdLst/>
              <a:ahLst/>
              <a:cxnLst/>
              <a:rect l="l" t="t" r="r" b="b"/>
              <a:pathLst>
                <a:path w="1964" h="983" extrusionOk="0">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6" name="Google Shape;17006;p79"/>
            <p:cNvSpPr/>
            <p:nvPr/>
          </p:nvSpPr>
          <p:spPr>
            <a:xfrm>
              <a:off x="6400439" y="1734497"/>
              <a:ext cx="51853" cy="26136"/>
            </a:xfrm>
            <a:custGeom>
              <a:avLst/>
              <a:gdLst/>
              <a:ahLst/>
              <a:cxnLst/>
              <a:rect l="l" t="t" r="r" b="b"/>
              <a:pathLst>
                <a:path w="1978" h="997" extrusionOk="0">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7" name="Google Shape;17007;p79"/>
            <p:cNvSpPr/>
            <p:nvPr/>
          </p:nvSpPr>
          <p:spPr>
            <a:xfrm>
              <a:off x="6400439" y="1630450"/>
              <a:ext cx="52246" cy="26136"/>
            </a:xfrm>
            <a:custGeom>
              <a:avLst/>
              <a:gdLst/>
              <a:ahLst/>
              <a:cxnLst/>
              <a:rect l="l" t="t" r="r" b="b"/>
              <a:pathLst>
                <a:path w="1993" h="997" extrusionOk="0">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8" name="Google Shape;17008;p79"/>
            <p:cNvSpPr/>
            <p:nvPr/>
          </p:nvSpPr>
          <p:spPr>
            <a:xfrm>
              <a:off x="6400439" y="1786350"/>
              <a:ext cx="51853" cy="25769"/>
            </a:xfrm>
            <a:custGeom>
              <a:avLst/>
              <a:gdLst/>
              <a:ahLst/>
              <a:cxnLst/>
              <a:rect l="l" t="t" r="r" b="b"/>
              <a:pathLst>
                <a:path w="1978" h="983" extrusionOk="0">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9" name="Google Shape;17009;p79"/>
            <p:cNvSpPr/>
            <p:nvPr/>
          </p:nvSpPr>
          <p:spPr>
            <a:xfrm>
              <a:off x="6309604" y="1682670"/>
              <a:ext cx="51879" cy="25743"/>
            </a:xfrm>
            <a:custGeom>
              <a:avLst/>
              <a:gdLst/>
              <a:ahLst/>
              <a:cxnLst/>
              <a:rect l="l" t="t" r="r" b="b"/>
              <a:pathLst>
                <a:path w="1979" h="982" extrusionOk="0">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0" name="Google Shape;17010;p79"/>
            <p:cNvSpPr/>
            <p:nvPr/>
          </p:nvSpPr>
          <p:spPr>
            <a:xfrm>
              <a:off x="6309604" y="1630450"/>
              <a:ext cx="52246" cy="26136"/>
            </a:xfrm>
            <a:custGeom>
              <a:avLst/>
              <a:gdLst/>
              <a:ahLst/>
              <a:cxnLst/>
              <a:rect l="l" t="t" r="r" b="b"/>
              <a:pathLst>
                <a:path w="1993" h="997" extrusionOk="0">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1" name="Google Shape;17011;p79"/>
            <p:cNvSpPr/>
            <p:nvPr/>
          </p:nvSpPr>
          <p:spPr>
            <a:xfrm>
              <a:off x="6400439" y="1682670"/>
              <a:ext cx="51853" cy="25743"/>
            </a:xfrm>
            <a:custGeom>
              <a:avLst/>
              <a:gdLst/>
              <a:ahLst/>
              <a:cxnLst/>
              <a:rect l="l" t="t" r="r" b="b"/>
              <a:pathLst>
                <a:path w="1978" h="982" extrusionOk="0">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2" name="Google Shape;17012;p79"/>
            <p:cNvSpPr/>
            <p:nvPr/>
          </p:nvSpPr>
          <p:spPr>
            <a:xfrm>
              <a:off x="6309604" y="1786350"/>
              <a:ext cx="51879" cy="25769"/>
            </a:xfrm>
            <a:custGeom>
              <a:avLst/>
              <a:gdLst/>
              <a:ahLst/>
              <a:cxnLst/>
              <a:rect l="l" t="t" r="r" b="b"/>
              <a:pathLst>
                <a:path w="1979" h="983" extrusionOk="0">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3" name="Google Shape;17013;p79"/>
            <p:cNvSpPr/>
            <p:nvPr/>
          </p:nvSpPr>
          <p:spPr>
            <a:xfrm>
              <a:off x="6397661" y="1676116"/>
              <a:ext cx="57385" cy="39113"/>
            </a:xfrm>
            <a:custGeom>
              <a:avLst/>
              <a:gdLst/>
              <a:ahLst/>
              <a:cxnLst/>
              <a:rect l="l" t="t" r="r" b="b"/>
              <a:pathLst>
                <a:path w="2189" h="1492" extrusionOk="0">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4" name="Google Shape;17014;p79"/>
            <p:cNvSpPr/>
            <p:nvPr/>
          </p:nvSpPr>
          <p:spPr>
            <a:xfrm>
              <a:off x="6216017" y="1676116"/>
              <a:ext cx="57385" cy="39113"/>
            </a:xfrm>
            <a:custGeom>
              <a:avLst/>
              <a:gdLst/>
              <a:ahLst/>
              <a:cxnLst/>
              <a:rect l="l" t="t" r="r" b="b"/>
              <a:pathLst>
                <a:path w="2189" h="1492" extrusionOk="0">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5" name="Google Shape;17015;p79"/>
            <p:cNvSpPr/>
            <p:nvPr/>
          </p:nvSpPr>
          <p:spPr>
            <a:xfrm>
              <a:off x="6306852" y="1727969"/>
              <a:ext cx="57385" cy="39113"/>
            </a:xfrm>
            <a:custGeom>
              <a:avLst/>
              <a:gdLst/>
              <a:ahLst/>
              <a:cxnLst/>
              <a:rect l="l" t="t" r="r" b="b"/>
              <a:pathLst>
                <a:path w="2189" h="1492" extrusionOk="0">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6" name="Google Shape;17016;p79"/>
            <p:cNvSpPr/>
            <p:nvPr/>
          </p:nvSpPr>
          <p:spPr>
            <a:xfrm>
              <a:off x="6125208" y="1779823"/>
              <a:ext cx="57385" cy="39113"/>
            </a:xfrm>
            <a:custGeom>
              <a:avLst/>
              <a:gdLst/>
              <a:ahLst/>
              <a:cxnLst/>
              <a:rect l="l" t="t" r="r" b="b"/>
              <a:pathLst>
                <a:path w="2189" h="1492" extrusionOk="0">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7" name="Google Shape;17017;p79"/>
            <p:cNvSpPr/>
            <p:nvPr/>
          </p:nvSpPr>
          <p:spPr>
            <a:xfrm>
              <a:off x="6306852" y="1624289"/>
              <a:ext cx="57385" cy="39113"/>
            </a:xfrm>
            <a:custGeom>
              <a:avLst/>
              <a:gdLst/>
              <a:ahLst/>
              <a:cxnLst/>
              <a:rect l="l" t="t" r="r" b="b"/>
              <a:pathLst>
                <a:path w="2189" h="1492" extrusionOk="0">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8" name="Google Shape;17018;p79"/>
          <p:cNvGrpSpPr/>
          <p:nvPr/>
        </p:nvGrpSpPr>
        <p:grpSpPr>
          <a:xfrm>
            <a:off x="6579435" y="1527897"/>
            <a:ext cx="370103" cy="322445"/>
            <a:chOff x="6579435" y="1527897"/>
            <a:chExt cx="370103" cy="322445"/>
          </a:xfrm>
        </p:grpSpPr>
        <p:sp>
          <p:nvSpPr>
            <p:cNvPr id="17019" name="Google Shape;17019;p79"/>
            <p:cNvSpPr/>
            <p:nvPr/>
          </p:nvSpPr>
          <p:spPr>
            <a:xfrm>
              <a:off x="6704691" y="1527897"/>
              <a:ext cx="119593" cy="64725"/>
            </a:xfrm>
            <a:custGeom>
              <a:avLst/>
              <a:gdLst/>
              <a:ahLst/>
              <a:cxnLst/>
              <a:rect l="l" t="t" r="r" b="b"/>
              <a:pathLst>
                <a:path w="4562" h="2469" extrusionOk="0">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0" name="Google Shape;17020;p79"/>
            <p:cNvSpPr/>
            <p:nvPr/>
          </p:nvSpPr>
          <p:spPr>
            <a:xfrm>
              <a:off x="6591153" y="1706893"/>
              <a:ext cx="346667" cy="143448"/>
            </a:xfrm>
            <a:custGeom>
              <a:avLst/>
              <a:gdLst/>
              <a:ahLst/>
              <a:cxnLst/>
              <a:rect l="l" t="t" r="r" b="b"/>
              <a:pathLst>
                <a:path w="13224" h="5472" extrusionOk="0">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1" name="Google Shape;17021;p79"/>
            <p:cNvSpPr/>
            <p:nvPr/>
          </p:nvSpPr>
          <p:spPr>
            <a:xfrm>
              <a:off x="6591520" y="1706893"/>
              <a:ext cx="346300" cy="143448"/>
            </a:xfrm>
            <a:custGeom>
              <a:avLst/>
              <a:gdLst/>
              <a:ahLst/>
              <a:cxnLst/>
              <a:rect l="l" t="t" r="r" b="b"/>
              <a:pathLst>
                <a:path w="13210" h="5472" extrusionOk="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2" name="Google Shape;17022;p79"/>
            <p:cNvSpPr/>
            <p:nvPr/>
          </p:nvSpPr>
          <p:spPr>
            <a:xfrm>
              <a:off x="6579435" y="1587693"/>
              <a:ext cx="370103" cy="155167"/>
            </a:xfrm>
            <a:custGeom>
              <a:avLst/>
              <a:gdLst/>
              <a:ahLst/>
              <a:cxnLst/>
              <a:rect l="l" t="t" r="r" b="b"/>
              <a:pathLst>
                <a:path w="14118" h="5919" extrusionOk="0">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3" name="Google Shape;17023;p79"/>
            <p:cNvSpPr/>
            <p:nvPr/>
          </p:nvSpPr>
          <p:spPr>
            <a:xfrm>
              <a:off x="6609320" y="1587693"/>
              <a:ext cx="310700" cy="17800"/>
            </a:xfrm>
            <a:custGeom>
              <a:avLst/>
              <a:gdLst/>
              <a:ahLst/>
              <a:cxnLst/>
              <a:rect l="l" t="t" r="r" b="b"/>
              <a:pathLst>
                <a:path w="11852" h="679" extrusionOk="0">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4" name="Google Shape;17024;p79"/>
            <p:cNvSpPr/>
            <p:nvPr/>
          </p:nvSpPr>
          <p:spPr>
            <a:xfrm>
              <a:off x="6639206" y="1587693"/>
              <a:ext cx="35993" cy="262648"/>
            </a:xfrm>
            <a:custGeom>
              <a:avLst/>
              <a:gdLst/>
              <a:ahLst/>
              <a:cxnLst/>
              <a:rect l="l" t="t" r="r" b="b"/>
              <a:pathLst>
                <a:path w="1373" h="10019" extrusionOk="0">
                  <a:moveTo>
                    <a:pt x="1" y="0"/>
                  </a:moveTo>
                  <a:lnTo>
                    <a:pt x="1"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5" name="Google Shape;17025;p79"/>
            <p:cNvSpPr/>
            <p:nvPr/>
          </p:nvSpPr>
          <p:spPr>
            <a:xfrm>
              <a:off x="6639206" y="1587693"/>
              <a:ext cx="35993" cy="17800"/>
            </a:xfrm>
            <a:custGeom>
              <a:avLst/>
              <a:gdLst/>
              <a:ahLst/>
              <a:cxnLst/>
              <a:rect l="l" t="t" r="r" b="b"/>
              <a:pathLst>
                <a:path w="1373" h="679" extrusionOk="0">
                  <a:moveTo>
                    <a:pt x="1" y="0"/>
                  </a:moveTo>
                  <a:lnTo>
                    <a:pt x="1"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6" name="Google Shape;17026;p79"/>
            <p:cNvSpPr/>
            <p:nvPr/>
          </p:nvSpPr>
          <p:spPr>
            <a:xfrm>
              <a:off x="6639206" y="1760607"/>
              <a:ext cx="35993" cy="18193"/>
            </a:xfrm>
            <a:custGeom>
              <a:avLst/>
              <a:gdLst/>
              <a:ahLst/>
              <a:cxnLst/>
              <a:rect l="l" t="t" r="r" b="b"/>
              <a:pathLst>
                <a:path w="1373" h="694" extrusionOk="0">
                  <a:moveTo>
                    <a:pt x="1" y="1"/>
                  </a:moveTo>
                  <a:lnTo>
                    <a:pt x="1"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7" name="Google Shape;17027;p79"/>
            <p:cNvSpPr/>
            <p:nvPr/>
          </p:nvSpPr>
          <p:spPr>
            <a:xfrm>
              <a:off x="6639206" y="1719004"/>
              <a:ext cx="35993" cy="17800"/>
            </a:xfrm>
            <a:custGeom>
              <a:avLst/>
              <a:gdLst/>
              <a:ahLst/>
              <a:cxnLst/>
              <a:rect l="l" t="t" r="r" b="b"/>
              <a:pathLst>
                <a:path w="1373" h="679" extrusionOk="0">
                  <a:moveTo>
                    <a:pt x="1" y="0"/>
                  </a:moveTo>
                  <a:lnTo>
                    <a:pt x="1"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8" name="Google Shape;17028;p79"/>
            <p:cNvSpPr/>
            <p:nvPr/>
          </p:nvSpPr>
          <p:spPr>
            <a:xfrm>
              <a:off x="6627094" y="1712948"/>
              <a:ext cx="59823" cy="53741"/>
            </a:xfrm>
            <a:custGeom>
              <a:avLst/>
              <a:gdLst/>
              <a:ahLst/>
              <a:cxnLst/>
              <a:rect l="l" t="t" r="r" b="b"/>
              <a:pathLst>
                <a:path w="2282" h="2050" extrusionOk="0">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9" name="Google Shape;17029;p79"/>
            <p:cNvSpPr/>
            <p:nvPr/>
          </p:nvSpPr>
          <p:spPr>
            <a:xfrm>
              <a:off x="6651317" y="1713027"/>
              <a:ext cx="11771" cy="29833"/>
            </a:xfrm>
            <a:custGeom>
              <a:avLst/>
              <a:gdLst/>
              <a:ahLst/>
              <a:cxnLst/>
              <a:rect l="l" t="t" r="r" b="b"/>
              <a:pathLst>
                <a:path w="449" h="1138" extrusionOk="0">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0" name="Google Shape;17030;p79"/>
            <p:cNvSpPr/>
            <p:nvPr/>
          </p:nvSpPr>
          <p:spPr>
            <a:xfrm>
              <a:off x="6639206" y="1826459"/>
              <a:ext cx="35993" cy="23882"/>
            </a:xfrm>
            <a:custGeom>
              <a:avLst/>
              <a:gdLst/>
              <a:ahLst/>
              <a:cxnLst/>
              <a:rect l="l" t="t" r="r" b="b"/>
              <a:pathLst>
                <a:path w="1373" h="911" extrusionOk="0">
                  <a:moveTo>
                    <a:pt x="1" y="1"/>
                  </a:moveTo>
                  <a:lnTo>
                    <a:pt x="1"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1" name="Google Shape;17031;p79"/>
            <p:cNvSpPr/>
            <p:nvPr/>
          </p:nvSpPr>
          <p:spPr>
            <a:xfrm>
              <a:off x="6854169" y="1587693"/>
              <a:ext cx="35967" cy="262648"/>
            </a:xfrm>
            <a:custGeom>
              <a:avLst/>
              <a:gdLst/>
              <a:ahLst/>
              <a:cxnLst/>
              <a:rect l="l" t="t" r="r" b="b"/>
              <a:pathLst>
                <a:path w="1372" h="10019" extrusionOk="0">
                  <a:moveTo>
                    <a:pt x="0" y="0"/>
                  </a:moveTo>
                  <a:lnTo>
                    <a:pt x="0"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2" name="Google Shape;17032;p79"/>
            <p:cNvSpPr/>
            <p:nvPr/>
          </p:nvSpPr>
          <p:spPr>
            <a:xfrm>
              <a:off x="6854169" y="1587693"/>
              <a:ext cx="35967" cy="17800"/>
            </a:xfrm>
            <a:custGeom>
              <a:avLst/>
              <a:gdLst/>
              <a:ahLst/>
              <a:cxnLst/>
              <a:rect l="l" t="t" r="r" b="b"/>
              <a:pathLst>
                <a:path w="1372" h="679" extrusionOk="0">
                  <a:moveTo>
                    <a:pt x="0" y="0"/>
                  </a:moveTo>
                  <a:lnTo>
                    <a:pt x="0"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3" name="Google Shape;17033;p79"/>
            <p:cNvSpPr/>
            <p:nvPr/>
          </p:nvSpPr>
          <p:spPr>
            <a:xfrm>
              <a:off x="6854169" y="1760607"/>
              <a:ext cx="35967" cy="18193"/>
            </a:xfrm>
            <a:custGeom>
              <a:avLst/>
              <a:gdLst/>
              <a:ahLst/>
              <a:cxnLst/>
              <a:rect l="l" t="t" r="r" b="b"/>
              <a:pathLst>
                <a:path w="1372" h="694" extrusionOk="0">
                  <a:moveTo>
                    <a:pt x="0" y="1"/>
                  </a:moveTo>
                  <a:lnTo>
                    <a:pt x="0"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4" name="Google Shape;17034;p79"/>
            <p:cNvSpPr/>
            <p:nvPr/>
          </p:nvSpPr>
          <p:spPr>
            <a:xfrm>
              <a:off x="6854169" y="1719004"/>
              <a:ext cx="35967" cy="17800"/>
            </a:xfrm>
            <a:custGeom>
              <a:avLst/>
              <a:gdLst/>
              <a:ahLst/>
              <a:cxnLst/>
              <a:rect l="l" t="t" r="r" b="b"/>
              <a:pathLst>
                <a:path w="1372" h="679" extrusionOk="0">
                  <a:moveTo>
                    <a:pt x="0" y="0"/>
                  </a:moveTo>
                  <a:lnTo>
                    <a:pt x="0"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5" name="Google Shape;17035;p79"/>
            <p:cNvSpPr/>
            <p:nvPr/>
          </p:nvSpPr>
          <p:spPr>
            <a:xfrm>
              <a:off x="6842057" y="1712948"/>
              <a:ext cx="59823" cy="53741"/>
            </a:xfrm>
            <a:custGeom>
              <a:avLst/>
              <a:gdLst/>
              <a:ahLst/>
              <a:cxnLst/>
              <a:rect l="l" t="t" r="r" b="b"/>
              <a:pathLst>
                <a:path w="2282" h="2050" extrusionOk="0">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6" name="Google Shape;17036;p79"/>
            <p:cNvSpPr/>
            <p:nvPr/>
          </p:nvSpPr>
          <p:spPr>
            <a:xfrm>
              <a:off x="6866280" y="1713027"/>
              <a:ext cx="12138" cy="29833"/>
            </a:xfrm>
            <a:custGeom>
              <a:avLst/>
              <a:gdLst/>
              <a:ahLst/>
              <a:cxnLst/>
              <a:rect l="l" t="t" r="r" b="b"/>
              <a:pathLst>
                <a:path w="463" h="1138" extrusionOk="0">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7" name="Google Shape;17037;p79"/>
            <p:cNvSpPr/>
            <p:nvPr/>
          </p:nvSpPr>
          <p:spPr>
            <a:xfrm>
              <a:off x="6854169" y="1826459"/>
              <a:ext cx="35967" cy="23882"/>
            </a:xfrm>
            <a:custGeom>
              <a:avLst/>
              <a:gdLst/>
              <a:ahLst/>
              <a:cxnLst/>
              <a:rect l="l" t="t" r="r" b="b"/>
              <a:pathLst>
                <a:path w="1372" h="911" extrusionOk="0">
                  <a:moveTo>
                    <a:pt x="0" y="1"/>
                  </a:moveTo>
                  <a:lnTo>
                    <a:pt x="0"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8" name="Google Shape;17038;p79"/>
            <p:cNvSpPr/>
            <p:nvPr/>
          </p:nvSpPr>
          <p:spPr>
            <a:xfrm>
              <a:off x="6734576" y="1695148"/>
              <a:ext cx="59823" cy="23882"/>
            </a:xfrm>
            <a:custGeom>
              <a:avLst/>
              <a:gdLst/>
              <a:ahLst/>
              <a:cxnLst/>
              <a:rect l="l" t="t" r="r" b="b"/>
              <a:pathLst>
                <a:path w="2282" h="911" extrusionOk="0">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9" name="Google Shape;17039;p79"/>
            <p:cNvSpPr/>
            <p:nvPr/>
          </p:nvSpPr>
          <p:spPr>
            <a:xfrm>
              <a:off x="6734576" y="1706893"/>
              <a:ext cx="59823" cy="12138"/>
            </a:xfrm>
            <a:custGeom>
              <a:avLst/>
              <a:gdLst/>
              <a:ahLst/>
              <a:cxnLst/>
              <a:rect l="l" t="t" r="r" b="b"/>
              <a:pathLst>
                <a:path w="2282" h="463" extrusionOk="0">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0" name="Google Shape;17040;p79"/>
          <p:cNvGrpSpPr/>
          <p:nvPr/>
        </p:nvGrpSpPr>
        <p:grpSpPr>
          <a:xfrm>
            <a:off x="6988887" y="1538854"/>
            <a:ext cx="499920" cy="300136"/>
            <a:chOff x="6988887" y="1538854"/>
            <a:chExt cx="499920" cy="300136"/>
          </a:xfrm>
        </p:grpSpPr>
        <p:sp>
          <p:nvSpPr>
            <p:cNvPr id="17041" name="Google Shape;17041;p79"/>
            <p:cNvSpPr/>
            <p:nvPr/>
          </p:nvSpPr>
          <p:spPr>
            <a:xfrm>
              <a:off x="7052826" y="1538854"/>
              <a:ext cx="372777" cy="247155"/>
            </a:xfrm>
            <a:custGeom>
              <a:avLst/>
              <a:gdLst/>
              <a:ahLst/>
              <a:cxnLst/>
              <a:rect l="l" t="t" r="r" b="b"/>
              <a:pathLst>
                <a:path w="14220" h="9428" extrusionOk="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2" name="Google Shape;17042;p79"/>
            <p:cNvSpPr/>
            <p:nvPr/>
          </p:nvSpPr>
          <p:spPr>
            <a:xfrm>
              <a:off x="6988887" y="1773872"/>
              <a:ext cx="499920" cy="33319"/>
            </a:xfrm>
            <a:custGeom>
              <a:avLst/>
              <a:gdLst/>
              <a:ahLst/>
              <a:cxnLst/>
              <a:rect l="l" t="t" r="r" b="b"/>
              <a:pathLst>
                <a:path w="19070" h="1271" extrusionOk="0">
                  <a:moveTo>
                    <a:pt x="2425" y="0"/>
                  </a:moveTo>
                  <a:lnTo>
                    <a:pt x="0" y="924"/>
                  </a:lnTo>
                  <a:lnTo>
                    <a:pt x="0" y="1271"/>
                  </a:lnTo>
                  <a:lnTo>
                    <a:pt x="19069" y="1271"/>
                  </a:lnTo>
                  <a:lnTo>
                    <a:pt x="19069" y="924"/>
                  </a:lnTo>
                  <a:lnTo>
                    <a:pt x="166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3" name="Google Shape;17043;p79"/>
            <p:cNvSpPr/>
            <p:nvPr/>
          </p:nvSpPr>
          <p:spPr>
            <a:xfrm>
              <a:off x="6988887" y="1798095"/>
              <a:ext cx="499920" cy="40895"/>
            </a:xfrm>
            <a:custGeom>
              <a:avLst/>
              <a:gdLst/>
              <a:ahLst/>
              <a:cxnLst/>
              <a:rect l="l" t="t" r="r" b="b"/>
              <a:pathLst>
                <a:path w="19070" h="1560" extrusionOk="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4" name="Google Shape;17044;p79"/>
            <p:cNvSpPr/>
            <p:nvPr/>
          </p:nvSpPr>
          <p:spPr>
            <a:xfrm>
              <a:off x="7149323" y="1798095"/>
              <a:ext cx="180543" cy="29544"/>
            </a:xfrm>
            <a:custGeom>
              <a:avLst/>
              <a:gdLst/>
              <a:ahLst/>
              <a:cxnLst/>
              <a:rect l="l" t="t" r="r" b="b"/>
              <a:pathLst>
                <a:path w="6887" h="1127" extrusionOk="0">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5" name="Google Shape;17045;p79"/>
            <p:cNvSpPr/>
            <p:nvPr/>
          </p:nvSpPr>
          <p:spPr>
            <a:xfrm>
              <a:off x="7052826" y="1562317"/>
              <a:ext cx="372777" cy="188119"/>
            </a:xfrm>
            <a:custGeom>
              <a:avLst/>
              <a:gdLst/>
              <a:ahLst/>
              <a:cxnLst/>
              <a:rect l="l" t="t" r="r" b="b"/>
              <a:pathLst>
                <a:path w="14220" h="7176" extrusionOk="0">
                  <a:moveTo>
                    <a:pt x="1" y="1"/>
                  </a:moveTo>
                  <a:lnTo>
                    <a:pt x="1" y="7175"/>
                  </a:lnTo>
                  <a:lnTo>
                    <a:pt x="14220" y="7175"/>
                  </a:lnTo>
                  <a:lnTo>
                    <a:pt x="14220"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6" name="Google Shape;17046;p79"/>
            <p:cNvSpPr/>
            <p:nvPr/>
          </p:nvSpPr>
          <p:spPr>
            <a:xfrm>
              <a:off x="7052826" y="1562317"/>
              <a:ext cx="139674" cy="188119"/>
            </a:xfrm>
            <a:custGeom>
              <a:avLst/>
              <a:gdLst/>
              <a:ahLst/>
              <a:cxnLst/>
              <a:rect l="l" t="t" r="r" b="b"/>
              <a:pathLst>
                <a:path w="5328" h="7176" extrusionOk="0">
                  <a:moveTo>
                    <a:pt x="1" y="1"/>
                  </a:moveTo>
                  <a:lnTo>
                    <a:pt x="1" y="7175"/>
                  </a:lnTo>
                  <a:lnTo>
                    <a:pt x="5327" y="7175"/>
                  </a:lnTo>
                  <a:lnTo>
                    <a:pt x="53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7" name="Google Shape;17047;p79"/>
            <p:cNvSpPr/>
            <p:nvPr/>
          </p:nvSpPr>
          <p:spPr>
            <a:xfrm>
              <a:off x="7087639" y="1601692"/>
              <a:ext cx="44697" cy="25376"/>
            </a:xfrm>
            <a:custGeom>
              <a:avLst/>
              <a:gdLst/>
              <a:ahLst/>
              <a:cxnLst/>
              <a:rect l="l" t="t" r="r" b="b"/>
              <a:pathLst>
                <a:path w="1705" h="968" extrusionOk="0">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8" name="Google Shape;17048;p79"/>
            <p:cNvSpPr/>
            <p:nvPr/>
          </p:nvSpPr>
          <p:spPr>
            <a:xfrm>
              <a:off x="7077442" y="1642561"/>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9" name="Google Shape;17049;p79"/>
            <p:cNvSpPr/>
            <p:nvPr/>
          </p:nvSpPr>
          <p:spPr>
            <a:xfrm>
              <a:off x="7122846" y="1671686"/>
              <a:ext cx="44670" cy="25769"/>
            </a:xfrm>
            <a:custGeom>
              <a:avLst/>
              <a:gdLst/>
              <a:ahLst/>
              <a:cxnLst/>
              <a:rect l="l" t="t" r="r" b="b"/>
              <a:pathLst>
                <a:path w="1704" h="983" extrusionOk="0">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0" name="Google Shape;17050;p79"/>
            <p:cNvSpPr/>
            <p:nvPr/>
          </p:nvSpPr>
          <p:spPr>
            <a:xfrm>
              <a:off x="7077442" y="1712948"/>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1" name="Google Shape;17051;p79"/>
            <p:cNvSpPr/>
            <p:nvPr/>
          </p:nvSpPr>
          <p:spPr>
            <a:xfrm>
              <a:off x="7228807" y="1623922"/>
              <a:ext cx="51041" cy="79589"/>
            </a:xfrm>
            <a:custGeom>
              <a:avLst/>
              <a:gdLst/>
              <a:ahLst/>
              <a:cxnLst/>
              <a:rect l="l" t="t" r="r" b="b"/>
              <a:pathLst>
                <a:path w="1947" h="3036" extrusionOk="0">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2" name="Google Shape;17052;p79"/>
            <p:cNvSpPr/>
            <p:nvPr/>
          </p:nvSpPr>
          <p:spPr>
            <a:xfrm>
              <a:off x="7342449" y="1624079"/>
              <a:ext cx="50988" cy="79431"/>
            </a:xfrm>
            <a:custGeom>
              <a:avLst/>
              <a:gdLst/>
              <a:ahLst/>
              <a:cxnLst/>
              <a:rect l="l" t="t" r="r" b="b"/>
              <a:pathLst>
                <a:path w="1945" h="3030" extrusionOk="0">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3" name="Google Shape;17053;p79"/>
            <p:cNvSpPr/>
            <p:nvPr/>
          </p:nvSpPr>
          <p:spPr>
            <a:xfrm>
              <a:off x="7287450" y="1614485"/>
              <a:ext cx="48734" cy="98490"/>
            </a:xfrm>
            <a:custGeom>
              <a:avLst/>
              <a:gdLst/>
              <a:ahLst/>
              <a:cxnLst/>
              <a:rect l="l" t="t" r="r" b="b"/>
              <a:pathLst>
                <a:path w="1859" h="3757" extrusionOk="0">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54" name="Google Shape;17054;p79"/>
          <p:cNvGrpSpPr/>
          <p:nvPr/>
        </p:nvGrpSpPr>
        <p:grpSpPr>
          <a:xfrm>
            <a:off x="8050359" y="1520687"/>
            <a:ext cx="279321" cy="336837"/>
            <a:chOff x="8050359" y="1520687"/>
            <a:chExt cx="279321" cy="336837"/>
          </a:xfrm>
        </p:grpSpPr>
        <p:sp>
          <p:nvSpPr>
            <p:cNvPr id="17055" name="Google Shape;17055;p79"/>
            <p:cNvSpPr/>
            <p:nvPr/>
          </p:nvSpPr>
          <p:spPr>
            <a:xfrm>
              <a:off x="8153305" y="1520687"/>
              <a:ext cx="68500" cy="45064"/>
            </a:xfrm>
            <a:custGeom>
              <a:avLst/>
              <a:gdLst/>
              <a:ahLst/>
              <a:cxnLst/>
              <a:rect l="l" t="t" r="r" b="b"/>
              <a:pathLst>
                <a:path w="2613" h="1719" extrusionOk="0">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6" name="Google Shape;17056;p79"/>
            <p:cNvSpPr/>
            <p:nvPr/>
          </p:nvSpPr>
          <p:spPr>
            <a:xfrm>
              <a:off x="8084045" y="1599411"/>
              <a:ext cx="206653" cy="258113"/>
            </a:xfrm>
            <a:custGeom>
              <a:avLst/>
              <a:gdLst/>
              <a:ahLst/>
              <a:cxnLst/>
              <a:rect l="l" t="t" r="r" b="b"/>
              <a:pathLst>
                <a:path w="7883" h="9846" extrusionOk="0">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7" name="Google Shape;17057;p79"/>
            <p:cNvSpPr/>
            <p:nvPr/>
          </p:nvSpPr>
          <p:spPr>
            <a:xfrm>
              <a:off x="8097284" y="1599411"/>
              <a:ext cx="193781" cy="258113"/>
            </a:xfrm>
            <a:custGeom>
              <a:avLst/>
              <a:gdLst/>
              <a:ahLst/>
              <a:cxnLst/>
              <a:rect l="l" t="t" r="r" b="b"/>
              <a:pathLst>
                <a:path w="7392" h="9846" extrusionOk="0">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8" name="Google Shape;17058;p79"/>
            <p:cNvSpPr/>
            <p:nvPr/>
          </p:nvSpPr>
          <p:spPr>
            <a:xfrm>
              <a:off x="8084045" y="1553613"/>
              <a:ext cx="206260" cy="42809"/>
            </a:xfrm>
            <a:custGeom>
              <a:avLst/>
              <a:gdLst/>
              <a:ahLst/>
              <a:cxnLst/>
              <a:rect l="l" t="t" r="r" b="b"/>
              <a:pathLst>
                <a:path w="7868" h="1633" extrusionOk="0">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9" name="Google Shape;17059;p79"/>
            <p:cNvSpPr/>
            <p:nvPr/>
          </p:nvSpPr>
          <p:spPr>
            <a:xfrm>
              <a:off x="8204372" y="1553613"/>
              <a:ext cx="86326" cy="42809"/>
            </a:xfrm>
            <a:custGeom>
              <a:avLst/>
              <a:gdLst/>
              <a:ahLst/>
              <a:cxnLst/>
              <a:rect l="l" t="t" r="r" b="b"/>
              <a:pathLst>
                <a:path w="3293" h="1633" extrusionOk="0">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0" name="Google Shape;17060;p79"/>
            <p:cNvSpPr/>
            <p:nvPr/>
          </p:nvSpPr>
          <p:spPr>
            <a:xfrm>
              <a:off x="8050752" y="1578963"/>
              <a:ext cx="273606" cy="30698"/>
            </a:xfrm>
            <a:custGeom>
              <a:avLst/>
              <a:gdLst/>
              <a:ahLst/>
              <a:cxnLst/>
              <a:rect l="l" t="t" r="r" b="b"/>
              <a:pathLst>
                <a:path w="10437" h="1171" extrusionOk="0">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1" name="Google Shape;17061;p79"/>
            <p:cNvSpPr/>
            <p:nvPr/>
          </p:nvSpPr>
          <p:spPr>
            <a:xfrm>
              <a:off x="8050359" y="1578963"/>
              <a:ext cx="279321" cy="30698"/>
            </a:xfrm>
            <a:custGeom>
              <a:avLst/>
              <a:gdLst/>
              <a:ahLst/>
              <a:cxnLst/>
              <a:rect l="l" t="t" r="r" b="b"/>
              <a:pathLst>
                <a:path w="10655" h="1171" extrusionOk="0">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2" name="Google Shape;17062;p79"/>
            <p:cNvSpPr/>
            <p:nvPr/>
          </p:nvSpPr>
          <p:spPr>
            <a:xfrm>
              <a:off x="8177895" y="1640647"/>
              <a:ext cx="19320" cy="165417"/>
            </a:xfrm>
            <a:custGeom>
              <a:avLst/>
              <a:gdLst/>
              <a:ahLst/>
              <a:cxnLst/>
              <a:rect l="l" t="t" r="r" b="b"/>
              <a:pathLst>
                <a:path w="737" h="6310" extrusionOk="0">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3" name="Google Shape;17063;p79"/>
            <p:cNvSpPr/>
            <p:nvPr/>
          </p:nvSpPr>
          <p:spPr>
            <a:xfrm>
              <a:off x="8231819" y="1640647"/>
              <a:ext cx="23305" cy="165076"/>
            </a:xfrm>
            <a:custGeom>
              <a:avLst/>
              <a:gdLst/>
              <a:ahLst/>
              <a:cxnLst/>
              <a:rect l="l" t="t" r="r" b="b"/>
              <a:pathLst>
                <a:path w="889" h="6297" extrusionOk="0">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4" name="Google Shape;17064;p79"/>
            <p:cNvSpPr/>
            <p:nvPr/>
          </p:nvSpPr>
          <p:spPr>
            <a:xfrm>
              <a:off x="8119986" y="1640647"/>
              <a:ext cx="23305" cy="165076"/>
            </a:xfrm>
            <a:custGeom>
              <a:avLst/>
              <a:gdLst/>
              <a:ahLst/>
              <a:cxnLst/>
              <a:rect l="l" t="t" r="r" b="b"/>
              <a:pathLst>
                <a:path w="889" h="6297" extrusionOk="0">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5" name="Google Shape;17065;p79"/>
            <p:cNvSpPr/>
            <p:nvPr/>
          </p:nvSpPr>
          <p:spPr>
            <a:xfrm>
              <a:off x="8179022" y="1640647"/>
              <a:ext cx="17826" cy="165023"/>
            </a:xfrm>
            <a:custGeom>
              <a:avLst/>
              <a:gdLst/>
              <a:ahLst/>
              <a:cxnLst/>
              <a:rect l="l" t="t" r="r" b="b"/>
              <a:pathLst>
                <a:path w="680" h="6295" extrusionOk="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6" name="Google Shape;17066;p79"/>
            <p:cNvSpPr/>
            <p:nvPr/>
          </p:nvSpPr>
          <p:spPr>
            <a:xfrm>
              <a:off x="8232763" y="1640647"/>
              <a:ext cx="22361" cy="164919"/>
            </a:xfrm>
            <a:custGeom>
              <a:avLst/>
              <a:gdLst/>
              <a:ahLst/>
              <a:cxnLst/>
              <a:rect l="l" t="t" r="r" b="b"/>
              <a:pathLst>
                <a:path w="853" h="6291" extrusionOk="0">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7" name="Google Shape;17067;p79"/>
            <p:cNvSpPr/>
            <p:nvPr/>
          </p:nvSpPr>
          <p:spPr>
            <a:xfrm>
              <a:off x="8124914" y="1640647"/>
              <a:ext cx="18403" cy="164683"/>
            </a:xfrm>
            <a:custGeom>
              <a:avLst/>
              <a:gdLst/>
              <a:ahLst/>
              <a:cxnLst/>
              <a:rect l="l" t="t" r="r" b="b"/>
              <a:pathLst>
                <a:path w="702" h="6282" extrusionOk="0">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68" name="Google Shape;17068;p79"/>
          <p:cNvGrpSpPr/>
          <p:nvPr/>
        </p:nvGrpSpPr>
        <p:grpSpPr>
          <a:xfrm>
            <a:off x="6093907" y="2461832"/>
            <a:ext cx="364441" cy="339091"/>
            <a:chOff x="6093907" y="2461832"/>
            <a:chExt cx="364441" cy="339091"/>
          </a:xfrm>
        </p:grpSpPr>
        <p:sp>
          <p:nvSpPr>
            <p:cNvPr id="17069" name="Google Shape;17069;p79"/>
            <p:cNvSpPr/>
            <p:nvPr/>
          </p:nvSpPr>
          <p:spPr>
            <a:xfrm>
              <a:off x="6094668" y="2515573"/>
              <a:ext cx="283070" cy="233890"/>
            </a:xfrm>
            <a:custGeom>
              <a:avLst/>
              <a:gdLst/>
              <a:ahLst/>
              <a:cxnLst/>
              <a:rect l="l" t="t" r="r" b="b"/>
              <a:pathLst>
                <a:path w="10798" h="8922" extrusionOk="0">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0" name="Google Shape;17070;p79"/>
            <p:cNvSpPr/>
            <p:nvPr/>
          </p:nvSpPr>
          <p:spPr>
            <a:xfrm>
              <a:off x="6234682" y="2576497"/>
              <a:ext cx="143055" cy="172967"/>
            </a:xfrm>
            <a:custGeom>
              <a:avLst/>
              <a:gdLst/>
              <a:ahLst/>
              <a:cxnLst/>
              <a:rect l="l" t="t" r="r" b="b"/>
              <a:pathLst>
                <a:path w="5457" h="6598" extrusionOk="0">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1" name="Google Shape;17071;p79"/>
            <p:cNvSpPr/>
            <p:nvPr/>
          </p:nvSpPr>
          <p:spPr>
            <a:xfrm>
              <a:off x="6094274" y="2515573"/>
              <a:ext cx="283463" cy="65118"/>
            </a:xfrm>
            <a:custGeom>
              <a:avLst/>
              <a:gdLst/>
              <a:ahLst/>
              <a:cxnLst/>
              <a:rect l="l" t="t" r="r" b="b"/>
              <a:pathLst>
                <a:path w="10813" h="2484" extrusionOk="0">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2" name="Google Shape;17072;p79"/>
            <p:cNvSpPr/>
            <p:nvPr/>
          </p:nvSpPr>
          <p:spPr>
            <a:xfrm>
              <a:off x="6094668" y="2612070"/>
              <a:ext cx="283070" cy="137393"/>
            </a:xfrm>
            <a:custGeom>
              <a:avLst/>
              <a:gdLst/>
              <a:ahLst/>
              <a:cxnLst/>
              <a:rect l="l" t="t" r="r" b="b"/>
              <a:pathLst>
                <a:path w="10798" h="5241" extrusionOk="0">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3" name="Google Shape;17073;p79"/>
            <p:cNvSpPr/>
            <p:nvPr/>
          </p:nvSpPr>
          <p:spPr>
            <a:xfrm>
              <a:off x="6234682" y="2612070"/>
              <a:ext cx="143055" cy="137393"/>
            </a:xfrm>
            <a:custGeom>
              <a:avLst/>
              <a:gdLst/>
              <a:ahLst/>
              <a:cxnLst/>
              <a:rect l="l" t="t" r="r" b="b"/>
              <a:pathLst>
                <a:path w="5457" h="5241" extrusionOk="0">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4" name="Google Shape;17074;p79"/>
            <p:cNvSpPr/>
            <p:nvPr/>
          </p:nvSpPr>
          <p:spPr>
            <a:xfrm>
              <a:off x="6093907" y="2612070"/>
              <a:ext cx="283830" cy="66245"/>
            </a:xfrm>
            <a:custGeom>
              <a:avLst/>
              <a:gdLst/>
              <a:ahLst/>
              <a:cxnLst/>
              <a:rect l="l" t="t" r="r" b="b"/>
              <a:pathLst>
                <a:path w="10827" h="2527" extrusionOk="0">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5" name="Google Shape;17075;p79"/>
            <p:cNvSpPr/>
            <p:nvPr/>
          </p:nvSpPr>
          <p:spPr>
            <a:xfrm>
              <a:off x="6094668" y="2461832"/>
              <a:ext cx="283070" cy="107875"/>
            </a:xfrm>
            <a:custGeom>
              <a:avLst/>
              <a:gdLst/>
              <a:ahLst/>
              <a:cxnLst/>
              <a:rect l="l" t="t" r="r" b="b"/>
              <a:pathLst>
                <a:path w="10798" h="4115" extrusionOk="0">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6" name="Google Shape;17076;p79"/>
            <p:cNvSpPr/>
            <p:nvPr/>
          </p:nvSpPr>
          <p:spPr>
            <a:xfrm>
              <a:off x="6247160" y="2587848"/>
              <a:ext cx="211188" cy="213076"/>
            </a:xfrm>
            <a:custGeom>
              <a:avLst/>
              <a:gdLst/>
              <a:ahLst/>
              <a:cxnLst/>
              <a:rect l="l" t="t" r="r" b="b"/>
              <a:pathLst>
                <a:path w="8056" h="8128" extrusionOk="0">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7" name="Google Shape;17077;p79"/>
            <p:cNvSpPr/>
            <p:nvPr/>
          </p:nvSpPr>
          <p:spPr>
            <a:xfrm>
              <a:off x="6300141" y="2654670"/>
              <a:ext cx="91988" cy="78907"/>
            </a:xfrm>
            <a:custGeom>
              <a:avLst/>
              <a:gdLst/>
              <a:ahLst/>
              <a:cxnLst/>
              <a:rect l="l" t="t" r="r" b="b"/>
              <a:pathLst>
                <a:path w="3509" h="3010" extrusionOk="0">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8" name="Google Shape;17078;p79"/>
            <p:cNvSpPr/>
            <p:nvPr/>
          </p:nvSpPr>
          <p:spPr>
            <a:xfrm>
              <a:off x="6324730" y="2666571"/>
              <a:ext cx="55654" cy="55654"/>
            </a:xfrm>
            <a:custGeom>
              <a:avLst/>
              <a:gdLst/>
              <a:ahLst/>
              <a:cxnLst/>
              <a:rect l="l" t="t" r="r" b="b"/>
              <a:pathLst>
                <a:path w="2123" h="2123" extrusionOk="0">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79" name="Google Shape;17079;p79"/>
          <p:cNvGrpSpPr/>
          <p:nvPr/>
        </p:nvGrpSpPr>
        <p:grpSpPr>
          <a:xfrm>
            <a:off x="4676331" y="1980866"/>
            <a:ext cx="377680" cy="377680"/>
            <a:chOff x="4676331" y="1980866"/>
            <a:chExt cx="377680" cy="377680"/>
          </a:xfrm>
        </p:grpSpPr>
        <p:sp>
          <p:nvSpPr>
            <p:cNvPr id="17080" name="Google Shape;17080;p79"/>
            <p:cNvSpPr/>
            <p:nvPr/>
          </p:nvSpPr>
          <p:spPr>
            <a:xfrm>
              <a:off x="4676331" y="1980866"/>
              <a:ext cx="377680" cy="377680"/>
            </a:xfrm>
            <a:custGeom>
              <a:avLst/>
              <a:gdLst/>
              <a:ahLst/>
              <a:cxnLst/>
              <a:rect l="l" t="t" r="r" b="b"/>
              <a:pathLst>
                <a:path w="14407" h="14407" extrusionOk="0">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1" name="Google Shape;17081;p79"/>
            <p:cNvSpPr/>
            <p:nvPr/>
          </p:nvSpPr>
          <p:spPr>
            <a:xfrm>
              <a:off x="5014636" y="1980866"/>
              <a:ext cx="39375" cy="377680"/>
            </a:xfrm>
            <a:custGeom>
              <a:avLst/>
              <a:gdLst/>
              <a:ahLst/>
              <a:cxnLst/>
              <a:rect l="l" t="t" r="r" b="b"/>
              <a:pathLst>
                <a:path w="1502" h="14407" extrusionOk="0">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2" name="Google Shape;17082;p79"/>
            <p:cNvSpPr/>
            <p:nvPr/>
          </p:nvSpPr>
          <p:spPr>
            <a:xfrm>
              <a:off x="4911689" y="2080378"/>
              <a:ext cx="110155" cy="100692"/>
            </a:xfrm>
            <a:custGeom>
              <a:avLst/>
              <a:gdLst/>
              <a:ahLst/>
              <a:cxnLst/>
              <a:rect l="l" t="t" r="r" b="b"/>
              <a:pathLst>
                <a:path w="4202" h="3841" extrusionOk="0">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3" name="Google Shape;17083;p79"/>
            <p:cNvSpPr/>
            <p:nvPr/>
          </p:nvSpPr>
          <p:spPr>
            <a:xfrm>
              <a:off x="4911689" y="2222279"/>
              <a:ext cx="110155" cy="100692"/>
            </a:xfrm>
            <a:custGeom>
              <a:avLst/>
              <a:gdLst/>
              <a:ahLst/>
              <a:cxnLst/>
              <a:rect l="l" t="t" r="r" b="b"/>
              <a:pathLst>
                <a:path w="4202" h="3841" extrusionOk="0">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4" name="Google Shape;17084;p79"/>
            <p:cNvSpPr/>
            <p:nvPr/>
          </p:nvSpPr>
          <p:spPr>
            <a:xfrm>
              <a:off x="4982077" y="2080378"/>
              <a:ext cx="39768" cy="100692"/>
            </a:xfrm>
            <a:custGeom>
              <a:avLst/>
              <a:gdLst/>
              <a:ahLst/>
              <a:cxnLst/>
              <a:rect l="l" t="t" r="r" b="b"/>
              <a:pathLst>
                <a:path w="1517" h="3841" extrusionOk="0">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5" name="Google Shape;17085;p79"/>
            <p:cNvSpPr/>
            <p:nvPr/>
          </p:nvSpPr>
          <p:spPr>
            <a:xfrm>
              <a:off x="4982077" y="2222279"/>
              <a:ext cx="39768" cy="100692"/>
            </a:xfrm>
            <a:custGeom>
              <a:avLst/>
              <a:gdLst/>
              <a:ahLst/>
              <a:cxnLst/>
              <a:rect l="l" t="t" r="r" b="b"/>
              <a:pathLst>
                <a:path w="1517" h="3841" extrusionOk="0">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6" name="Google Shape;17086;p79"/>
            <p:cNvSpPr/>
            <p:nvPr/>
          </p:nvSpPr>
          <p:spPr>
            <a:xfrm>
              <a:off x="4676331" y="1980866"/>
              <a:ext cx="377680" cy="66245"/>
            </a:xfrm>
            <a:custGeom>
              <a:avLst/>
              <a:gdLst/>
              <a:ahLst/>
              <a:cxnLst/>
              <a:rect l="l" t="t" r="r" b="b"/>
              <a:pathLst>
                <a:path w="14407" h="2527" extrusionOk="0">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7" name="Google Shape;17087;p79"/>
            <p:cNvSpPr/>
            <p:nvPr/>
          </p:nvSpPr>
          <p:spPr>
            <a:xfrm>
              <a:off x="5014636" y="1980866"/>
              <a:ext cx="39375" cy="66245"/>
            </a:xfrm>
            <a:custGeom>
              <a:avLst/>
              <a:gdLst/>
              <a:ahLst/>
              <a:cxnLst/>
              <a:rect l="l" t="t" r="r" b="b"/>
              <a:pathLst>
                <a:path w="1502" h="2527" extrusionOk="0">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8" name="Google Shape;17088;p79"/>
            <p:cNvSpPr/>
            <p:nvPr/>
          </p:nvSpPr>
          <p:spPr>
            <a:xfrm>
              <a:off x="4697513"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9" name="Google Shape;17089;p79"/>
            <p:cNvSpPr/>
            <p:nvPr/>
          </p:nvSpPr>
          <p:spPr>
            <a:xfrm>
              <a:off x="4740270" y="2002807"/>
              <a:ext cx="25769" cy="22099"/>
            </a:xfrm>
            <a:custGeom>
              <a:avLst/>
              <a:gdLst/>
              <a:ahLst/>
              <a:cxnLst/>
              <a:rect l="l" t="t" r="r" b="b"/>
              <a:pathLst>
                <a:path w="983" h="843" extrusionOk="0">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0" name="Google Shape;17090;p79"/>
            <p:cNvSpPr/>
            <p:nvPr/>
          </p:nvSpPr>
          <p:spPr>
            <a:xfrm>
              <a:off x="4782659"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1" name="Google Shape;17091;p79"/>
            <p:cNvSpPr/>
            <p:nvPr/>
          </p:nvSpPr>
          <p:spPr>
            <a:xfrm>
              <a:off x="4704696"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2" name="Google Shape;17092;p79"/>
            <p:cNvSpPr/>
            <p:nvPr/>
          </p:nvSpPr>
          <p:spPr>
            <a:xfrm>
              <a:off x="4747452" y="2002807"/>
              <a:ext cx="18586" cy="22099"/>
            </a:xfrm>
            <a:custGeom>
              <a:avLst/>
              <a:gdLst/>
              <a:ahLst/>
              <a:cxnLst/>
              <a:rect l="l" t="t" r="r" b="b"/>
              <a:pathLst>
                <a:path w="709" h="843" extrusionOk="0">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3" name="Google Shape;17093;p79"/>
            <p:cNvSpPr/>
            <p:nvPr/>
          </p:nvSpPr>
          <p:spPr>
            <a:xfrm>
              <a:off x="4789842"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4" name="Google Shape;17094;p79"/>
            <p:cNvSpPr/>
            <p:nvPr/>
          </p:nvSpPr>
          <p:spPr>
            <a:xfrm>
              <a:off x="4701288" y="2080378"/>
              <a:ext cx="179022" cy="242594"/>
            </a:xfrm>
            <a:custGeom>
              <a:avLst/>
              <a:gdLst/>
              <a:ahLst/>
              <a:cxnLst/>
              <a:rect l="l" t="t" r="r" b="b"/>
              <a:pathLst>
                <a:path w="6829" h="9254" extrusionOk="0">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5" name="Google Shape;17095;p79"/>
            <p:cNvSpPr/>
            <p:nvPr/>
          </p:nvSpPr>
          <p:spPr>
            <a:xfrm>
              <a:off x="4839415" y="2080011"/>
              <a:ext cx="40895" cy="242961"/>
            </a:xfrm>
            <a:custGeom>
              <a:avLst/>
              <a:gdLst/>
              <a:ahLst/>
              <a:cxnLst/>
              <a:rect l="l" t="t" r="r" b="b"/>
              <a:pathLst>
                <a:path w="1560" h="9268" extrusionOk="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6" name="Google Shape;17096;p79"/>
            <p:cNvSpPr/>
            <p:nvPr/>
          </p:nvSpPr>
          <p:spPr>
            <a:xfrm>
              <a:off x="4695625" y="2074715"/>
              <a:ext cx="190373" cy="253578"/>
            </a:xfrm>
            <a:custGeom>
              <a:avLst/>
              <a:gdLst/>
              <a:ahLst/>
              <a:cxnLst/>
              <a:rect l="l" t="t" r="r" b="b"/>
              <a:pathLst>
                <a:path w="7262" h="9673" extrusionOk="0">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7" name="Google Shape;17097;p79"/>
            <p:cNvSpPr/>
            <p:nvPr/>
          </p:nvSpPr>
          <p:spPr>
            <a:xfrm>
              <a:off x="4913970" y="2083025"/>
              <a:ext cx="105620" cy="95029"/>
            </a:xfrm>
            <a:custGeom>
              <a:avLst/>
              <a:gdLst/>
              <a:ahLst/>
              <a:cxnLst/>
              <a:rect l="l" t="t" r="r" b="b"/>
              <a:pathLst>
                <a:path w="4029" h="3625" extrusionOk="0">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8" name="Google Shape;17098;p79"/>
            <p:cNvSpPr/>
            <p:nvPr/>
          </p:nvSpPr>
          <p:spPr>
            <a:xfrm>
              <a:off x="4913970" y="2224953"/>
              <a:ext cx="105620" cy="95003"/>
            </a:xfrm>
            <a:custGeom>
              <a:avLst/>
              <a:gdLst/>
              <a:ahLst/>
              <a:cxnLst/>
              <a:rect l="l" t="t" r="r" b="b"/>
              <a:pathLst>
                <a:path w="4029" h="3624" extrusionOk="0">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99" name="Google Shape;17099;p79"/>
          <p:cNvGrpSpPr/>
          <p:nvPr/>
        </p:nvGrpSpPr>
        <p:grpSpPr>
          <a:xfrm>
            <a:off x="7526242" y="1522968"/>
            <a:ext cx="357651" cy="332275"/>
            <a:chOff x="7526242" y="1522968"/>
            <a:chExt cx="357651" cy="332275"/>
          </a:xfrm>
        </p:grpSpPr>
        <p:sp>
          <p:nvSpPr>
            <p:cNvPr id="17100" name="Google Shape;17100;p79"/>
            <p:cNvSpPr/>
            <p:nvPr/>
          </p:nvSpPr>
          <p:spPr>
            <a:xfrm>
              <a:off x="7589814" y="1531304"/>
              <a:ext cx="187726" cy="323939"/>
            </a:xfrm>
            <a:custGeom>
              <a:avLst/>
              <a:gdLst/>
              <a:ahLst/>
              <a:cxnLst/>
              <a:rect l="l" t="t" r="r" b="b"/>
              <a:pathLst>
                <a:path w="7161" h="12357" extrusionOk="0">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1" name="Google Shape;17101;p79"/>
            <p:cNvSpPr/>
            <p:nvPr/>
          </p:nvSpPr>
          <p:spPr>
            <a:xfrm>
              <a:off x="7739292" y="1531304"/>
              <a:ext cx="38248" cy="323939"/>
            </a:xfrm>
            <a:custGeom>
              <a:avLst/>
              <a:gdLst/>
              <a:ahLst/>
              <a:cxnLst/>
              <a:rect l="l" t="t" r="r" b="b"/>
              <a:pathLst>
                <a:path w="1459" h="12357" extrusionOk="0">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2" name="Google Shape;17102;p79"/>
            <p:cNvSpPr/>
            <p:nvPr/>
          </p:nvSpPr>
          <p:spPr>
            <a:xfrm>
              <a:off x="7589814" y="1531304"/>
              <a:ext cx="187726" cy="53741"/>
            </a:xfrm>
            <a:custGeom>
              <a:avLst/>
              <a:gdLst/>
              <a:ahLst/>
              <a:cxnLst/>
              <a:rect l="l" t="t" r="r" b="b"/>
              <a:pathLst>
                <a:path w="7161" h="2050" extrusionOk="0">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3" name="Google Shape;17103;p79"/>
            <p:cNvSpPr/>
            <p:nvPr/>
          </p:nvSpPr>
          <p:spPr>
            <a:xfrm>
              <a:off x="7739292" y="1531304"/>
              <a:ext cx="38248" cy="53741"/>
            </a:xfrm>
            <a:custGeom>
              <a:avLst/>
              <a:gdLst/>
              <a:ahLst/>
              <a:cxnLst/>
              <a:rect l="l" t="t" r="r" b="b"/>
              <a:pathLst>
                <a:path w="1459" h="2050" extrusionOk="0">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4" name="Google Shape;17104;p79"/>
            <p:cNvSpPr/>
            <p:nvPr/>
          </p:nvSpPr>
          <p:spPr>
            <a:xfrm>
              <a:off x="7590207" y="1801476"/>
              <a:ext cx="187726" cy="53767"/>
            </a:xfrm>
            <a:custGeom>
              <a:avLst/>
              <a:gdLst/>
              <a:ahLst/>
              <a:cxnLst/>
              <a:rect l="l" t="t" r="r" b="b"/>
              <a:pathLst>
                <a:path w="7161" h="2051" extrusionOk="0">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5" name="Google Shape;17105;p79"/>
            <p:cNvSpPr/>
            <p:nvPr/>
          </p:nvSpPr>
          <p:spPr>
            <a:xfrm>
              <a:off x="7739292" y="1801476"/>
              <a:ext cx="38248" cy="53767"/>
            </a:xfrm>
            <a:custGeom>
              <a:avLst/>
              <a:gdLst/>
              <a:ahLst/>
              <a:cxnLst/>
              <a:rect l="l" t="t" r="r" b="b"/>
              <a:pathLst>
                <a:path w="1459" h="2051" extrusionOk="0">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6" name="Google Shape;17106;p79"/>
            <p:cNvSpPr/>
            <p:nvPr/>
          </p:nvSpPr>
          <p:spPr>
            <a:xfrm>
              <a:off x="7678001" y="1625521"/>
              <a:ext cx="205893" cy="135112"/>
            </a:xfrm>
            <a:custGeom>
              <a:avLst/>
              <a:gdLst/>
              <a:ahLst/>
              <a:cxnLst/>
              <a:rect l="l" t="t" r="r" b="b"/>
              <a:pathLst>
                <a:path w="7854" h="5154" extrusionOk="0">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7" name="Google Shape;17107;p79"/>
            <p:cNvSpPr/>
            <p:nvPr/>
          </p:nvSpPr>
          <p:spPr>
            <a:xfrm>
              <a:off x="7857364" y="1625521"/>
              <a:ext cx="26530" cy="135112"/>
            </a:xfrm>
            <a:custGeom>
              <a:avLst/>
              <a:gdLst/>
              <a:ahLst/>
              <a:cxnLst/>
              <a:rect l="l" t="t" r="r" b="b"/>
              <a:pathLst>
                <a:path w="1012" h="5154" extrusionOk="0">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8" name="Google Shape;17108;p79"/>
            <p:cNvSpPr/>
            <p:nvPr/>
          </p:nvSpPr>
          <p:spPr>
            <a:xfrm>
              <a:off x="7782809" y="1648223"/>
              <a:ext cx="55287" cy="47266"/>
            </a:xfrm>
            <a:custGeom>
              <a:avLst/>
              <a:gdLst/>
              <a:ahLst/>
              <a:cxnLst/>
              <a:rect l="l" t="t" r="r" b="b"/>
              <a:pathLst>
                <a:path w="2109" h="1803" extrusionOk="0">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9" name="Google Shape;17109;p79"/>
            <p:cNvSpPr/>
            <p:nvPr/>
          </p:nvSpPr>
          <p:spPr>
            <a:xfrm>
              <a:off x="7807425" y="1648223"/>
              <a:ext cx="55261" cy="47266"/>
            </a:xfrm>
            <a:custGeom>
              <a:avLst/>
              <a:gdLst/>
              <a:ahLst/>
              <a:cxnLst/>
              <a:rect l="l" t="t" r="r" b="b"/>
              <a:pathLst>
                <a:path w="2108" h="1803" extrusionOk="0">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0" name="Google Shape;17110;p79"/>
            <p:cNvSpPr/>
            <p:nvPr/>
          </p:nvSpPr>
          <p:spPr>
            <a:xfrm>
              <a:off x="7701464" y="1649351"/>
              <a:ext cx="65852" cy="44697"/>
            </a:xfrm>
            <a:custGeom>
              <a:avLst/>
              <a:gdLst/>
              <a:ahLst/>
              <a:cxnLst/>
              <a:rect l="l" t="t" r="r" b="b"/>
              <a:pathLst>
                <a:path w="2512" h="1705" extrusionOk="0">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1" name="Google Shape;17111;p79"/>
            <p:cNvSpPr/>
            <p:nvPr/>
          </p:nvSpPr>
          <p:spPr>
            <a:xfrm>
              <a:off x="7698056" y="1704245"/>
              <a:ext cx="167278" cy="29544"/>
            </a:xfrm>
            <a:custGeom>
              <a:avLst/>
              <a:gdLst/>
              <a:ahLst/>
              <a:cxnLst/>
              <a:rect l="l" t="t" r="r" b="b"/>
              <a:pathLst>
                <a:path w="6381" h="1127" extrusionOk="0">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2" name="Google Shape;17112;p79"/>
            <p:cNvSpPr/>
            <p:nvPr/>
          </p:nvSpPr>
          <p:spPr>
            <a:xfrm>
              <a:off x="7678001" y="1608298"/>
              <a:ext cx="9857" cy="169742"/>
            </a:xfrm>
            <a:custGeom>
              <a:avLst/>
              <a:gdLst/>
              <a:ahLst/>
              <a:cxnLst/>
              <a:rect l="l" t="t" r="r" b="b"/>
              <a:pathLst>
                <a:path w="376" h="6475" extrusionOk="0">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3" name="Google Shape;17113;p79"/>
            <p:cNvSpPr/>
            <p:nvPr/>
          </p:nvSpPr>
          <p:spPr>
            <a:xfrm>
              <a:off x="7526242" y="1522968"/>
              <a:ext cx="114691" cy="98201"/>
            </a:xfrm>
            <a:custGeom>
              <a:avLst/>
              <a:gdLst/>
              <a:ahLst/>
              <a:cxnLst/>
              <a:rect l="l" t="t" r="r" b="b"/>
              <a:pathLst>
                <a:path w="4375" h="3746" extrusionOk="0">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4" name="Google Shape;17114;p79"/>
            <p:cNvSpPr/>
            <p:nvPr/>
          </p:nvSpPr>
          <p:spPr>
            <a:xfrm>
              <a:off x="7584151" y="1522968"/>
              <a:ext cx="58669" cy="97913"/>
            </a:xfrm>
            <a:custGeom>
              <a:avLst/>
              <a:gdLst/>
              <a:ahLst/>
              <a:cxnLst/>
              <a:rect l="l" t="t" r="r" b="b"/>
              <a:pathLst>
                <a:path w="2238" h="3735" extrusionOk="0">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5" name="Google Shape;17115;p79"/>
            <p:cNvSpPr/>
            <p:nvPr/>
          </p:nvSpPr>
          <p:spPr>
            <a:xfrm>
              <a:off x="7570467" y="1556471"/>
              <a:ext cx="43255" cy="30488"/>
            </a:xfrm>
            <a:custGeom>
              <a:avLst/>
              <a:gdLst/>
              <a:ahLst/>
              <a:cxnLst/>
              <a:rect l="l" t="t" r="r" b="b"/>
              <a:pathLst>
                <a:path w="1650" h="1163" extrusionOk="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16" name="Google Shape;17116;p79"/>
          <p:cNvGrpSpPr/>
          <p:nvPr/>
        </p:nvGrpSpPr>
        <p:grpSpPr>
          <a:xfrm>
            <a:off x="3250786" y="1982386"/>
            <a:ext cx="371650" cy="371624"/>
            <a:chOff x="3250786" y="1982386"/>
            <a:chExt cx="371650" cy="371624"/>
          </a:xfrm>
        </p:grpSpPr>
        <p:sp>
          <p:nvSpPr>
            <p:cNvPr id="17117" name="Google Shape;17117;p79"/>
            <p:cNvSpPr/>
            <p:nvPr/>
          </p:nvSpPr>
          <p:spPr>
            <a:xfrm>
              <a:off x="3358634" y="2006215"/>
              <a:ext cx="179782" cy="164263"/>
            </a:xfrm>
            <a:custGeom>
              <a:avLst/>
              <a:gdLst/>
              <a:ahLst/>
              <a:cxnLst/>
              <a:rect l="l" t="t" r="r" b="b"/>
              <a:pathLst>
                <a:path w="6858" h="6266" extrusionOk="0">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8" name="Google Shape;17118;p79"/>
            <p:cNvSpPr/>
            <p:nvPr/>
          </p:nvSpPr>
          <p:spPr>
            <a:xfrm>
              <a:off x="3358634" y="2006215"/>
              <a:ext cx="167671" cy="119619"/>
            </a:xfrm>
            <a:custGeom>
              <a:avLst/>
              <a:gdLst/>
              <a:ahLst/>
              <a:cxnLst/>
              <a:rect l="l" t="t" r="r" b="b"/>
              <a:pathLst>
                <a:path w="6396" h="4563" extrusionOk="0">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9" name="Google Shape;17119;p79"/>
            <p:cNvSpPr/>
            <p:nvPr/>
          </p:nvSpPr>
          <p:spPr>
            <a:xfrm>
              <a:off x="3251546" y="2150398"/>
              <a:ext cx="131730" cy="131704"/>
            </a:xfrm>
            <a:custGeom>
              <a:avLst/>
              <a:gdLst/>
              <a:ahLst/>
              <a:cxnLst/>
              <a:rect l="l" t="t" r="r" b="b"/>
              <a:pathLst>
                <a:path w="5025" h="5024" extrusionOk="0">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0" name="Google Shape;17120;p79"/>
            <p:cNvSpPr/>
            <p:nvPr/>
          </p:nvSpPr>
          <p:spPr>
            <a:xfrm>
              <a:off x="3287487" y="2150398"/>
              <a:ext cx="95790" cy="131704"/>
            </a:xfrm>
            <a:custGeom>
              <a:avLst/>
              <a:gdLst/>
              <a:ahLst/>
              <a:cxnLst/>
              <a:rect l="l" t="t" r="r" b="b"/>
              <a:pathLst>
                <a:path w="3654" h="5024" extrusionOk="0">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1" name="Google Shape;17121;p79"/>
            <p:cNvSpPr/>
            <p:nvPr/>
          </p:nvSpPr>
          <p:spPr>
            <a:xfrm>
              <a:off x="3251179" y="2249910"/>
              <a:ext cx="131337" cy="104100"/>
            </a:xfrm>
            <a:custGeom>
              <a:avLst/>
              <a:gdLst/>
              <a:ahLst/>
              <a:cxnLst/>
              <a:rect l="l" t="t" r="r" b="b"/>
              <a:pathLst>
                <a:path w="5010" h="3971" extrusionOk="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2" name="Google Shape;17122;p79"/>
            <p:cNvSpPr/>
            <p:nvPr/>
          </p:nvSpPr>
          <p:spPr>
            <a:xfrm>
              <a:off x="3294303" y="2249910"/>
              <a:ext cx="44697" cy="29544"/>
            </a:xfrm>
            <a:custGeom>
              <a:avLst/>
              <a:gdLst/>
              <a:ahLst/>
              <a:cxnLst/>
              <a:rect l="l" t="t" r="r" b="b"/>
              <a:pathLst>
                <a:path w="1705" h="1127" extrusionOk="0">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3" name="Google Shape;17123;p79"/>
            <p:cNvSpPr/>
            <p:nvPr/>
          </p:nvSpPr>
          <p:spPr>
            <a:xfrm>
              <a:off x="3251179" y="2288525"/>
              <a:ext cx="131337" cy="65485"/>
            </a:xfrm>
            <a:custGeom>
              <a:avLst/>
              <a:gdLst/>
              <a:ahLst/>
              <a:cxnLst/>
              <a:rect l="l" t="t" r="r" b="b"/>
              <a:pathLst>
                <a:path w="5010" h="2498" extrusionOk="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4" name="Google Shape;17124;p79"/>
            <p:cNvSpPr/>
            <p:nvPr/>
          </p:nvSpPr>
          <p:spPr>
            <a:xfrm>
              <a:off x="3272728" y="2192604"/>
              <a:ext cx="87820" cy="72091"/>
            </a:xfrm>
            <a:custGeom>
              <a:avLst/>
              <a:gdLst/>
              <a:ahLst/>
              <a:cxnLst/>
              <a:rect l="l" t="t" r="r" b="b"/>
              <a:pathLst>
                <a:path w="3350" h="2750" extrusionOk="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5" name="Google Shape;17125;p79"/>
            <p:cNvSpPr/>
            <p:nvPr/>
          </p:nvSpPr>
          <p:spPr>
            <a:xfrm>
              <a:off x="3272728" y="2192814"/>
              <a:ext cx="87820" cy="71515"/>
            </a:xfrm>
            <a:custGeom>
              <a:avLst/>
              <a:gdLst/>
              <a:ahLst/>
              <a:cxnLst/>
              <a:rect l="l" t="t" r="r" b="b"/>
              <a:pathLst>
                <a:path w="3350" h="2728" extrusionOk="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6" name="Google Shape;17126;p79"/>
            <p:cNvSpPr/>
            <p:nvPr/>
          </p:nvSpPr>
          <p:spPr>
            <a:xfrm>
              <a:off x="3250786" y="2303284"/>
              <a:ext cx="29544" cy="50726"/>
            </a:xfrm>
            <a:custGeom>
              <a:avLst/>
              <a:gdLst/>
              <a:ahLst/>
              <a:cxnLst/>
              <a:rect l="l" t="t" r="r" b="b"/>
              <a:pathLst>
                <a:path w="1127" h="1935" extrusionOk="0">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7" name="Google Shape;17127;p79"/>
            <p:cNvSpPr/>
            <p:nvPr/>
          </p:nvSpPr>
          <p:spPr>
            <a:xfrm>
              <a:off x="3353339" y="2303284"/>
              <a:ext cx="29177" cy="50726"/>
            </a:xfrm>
            <a:custGeom>
              <a:avLst/>
              <a:gdLst/>
              <a:ahLst/>
              <a:cxnLst/>
              <a:rect l="l" t="t" r="r" b="b"/>
              <a:pathLst>
                <a:path w="1113" h="1935" extrusionOk="0">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8" name="Google Shape;17128;p79"/>
            <p:cNvSpPr/>
            <p:nvPr/>
          </p:nvSpPr>
          <p:spPr>
            <a:xfrm>
              <a:off x="3499802" y="2163636"/>
              <a:ext cx="36360" cy="79117"/>
            </a:xfrm>
            <a:custGeom>
              <a:avLst/>
              <a:gdLst/>
              <a:ahLst/>
              <a:cxnLst/>
              <a:rect l="l" t="t" r="r" b="b"/>
              <a:pathLst>
                <a:path w="1387" h="3018" extrusionOk="0">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9" name="Google Shape;17129;p79"/>
            <p:cNvSpPr/>
            <p:nvPr/>
          </p:nvSpPr>
          <p:spPr>
            <a:xfrm>
              <a:off x="3514561" y="2156821"/>
              <a:ext cx="85933" cy="85933"/>
            </a:xfrm>
            <a:custGeom>
              <a:avLst/>
              <a:gdLst/>
              <a:ahLst/>
              <a:cxnLst/>
              <a:rect l="l" t="t" r="r" b="b"/>
              <a:pathLst>
                <a:path w="3278" h="3278" extrusionOk="0">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0" name="Google Shape;17130;p79"/>
            <p:cNvSpPr/>
            <p:nvPr/>
          </p:nvSpPr>
          <p:spPr>
            <a:xfrm>
              <a:off x="3528560" y="2264302"/>
              <a:ext cx="43150" cy="31825"/>
            </a:xfrm>
            <a:custGeom>
              <a:avLst/>
              <a:gdLst/>
              <a:ahLst/>
              <a:cxnLst/>
              <a:rect l="l" t="t" r="r" b="b"/>
              <a:pathLst>
                <a:path w="1646" h="1214" extrusionOk="0">
                  <a:moveTo>
                    <a:pt x="0" y="0"/>
                  </a:moveTo>
                  <a:lnTo>
                    <a:pt x="0" y="1213"/>
                  </a:lnTo>
                  <a:lnTo>
                    <a:pt x="1646" y="1213"/>
                  </a:lnTo>
                  <a:lnTo>
                    <a:pt x="164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1" name="Google Shape;17131;p79"/>
            <p:cNvSpPr/>
            <p:nvPr/>
          </p:nvSpPr>
          <p:spPr>
            <a:xfrm>
              <a:off x="3528560" y="2264302"/>
              <a:ext cx="43150" cy="17538"/>
            </a:xfrm>
            <a:custGeom>
              <a:avLst/>
              <a:gdLst/>
              <a:ahLst/>
              <a:cxnLst/>
              <a:rect l="l" t="t" r="r" b="b"/>
              <a:pathLst>
                <a:path w="1646" h="669" extrusionOk="0">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2" name="Google Shape;17132;p79"/>
            <p:cNvSpPr/>
            <p:nvPr/>
          </p:nvSpPr>
          <p:spPr>
            <a:xfrm>
              <a:off x="3478594" y="2281709"/>
              <a:ext cx="143842" cy="72301"/>
            </a:xfrm>
            <a:custGeom>
              <a:avLst/>
              <a:gdLst/>
              <a:ahLst/>
              <a:cxnLst/>
              <a:rect l="l" t="t" r="r" b="b"/>
              <a:pathLst>
                <a:path w="5487" h="2758" extrusionOk="0">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3" name="Google Shape;17133;p79"/>
            <p:cNvSpPr/>
            <p:nvPr/>
          </p:nvSpPr>
          <p:spPr>
            <a:xfrm>
              <a:off x="3542926" y="2296101"/>
              <a:ext cx="14418" cy="57909"/>
            </a:xfrm>
            <a:custGeom>
              <a:avLst/>
              <a:gdLst/>
              <a:ahLst/>
              <a:cxnLst/>
              <a:rect l="l" t="t" r="r" b="b"/>
              <a:pathLst>
                <a:path w="550" h="2209" extrusionOk="0">
                  <a:moveTo>
                    <a:pt x="145" y="0"/>
                  </a:moveTo>
                  <a:lnTo>
                    <a:pt x="1" y="2209"/>
                  </a:lnTo>
                  <a:lnTo>
                    <a:pt x="549" y="2209"/>
                  </a:lnTo>
                  <a:lnTo>
                    <a:pt x="41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4" name="Google Shape;17134;p79"/>
            <p:cNvSpPr/>
            <p:nvPr/>
          </p:nvSpPr>
          <p:spPr>
            <a:xfrm>
              <a:off x="3507352" y="2192394"/>
              <a:ext cx="85933" cy="79117"/>
            </a:xfrm>
            <a:custGeom>
              <a:avLst/>
              <a:gdLst/>
              <a:ahLst/>
              <a:cxnLst/>
              <a:rect l="l" t="t" r="r" b="b"/>
              <a:pathLst>
                <a:path w="3278" h="3018" extrusionOk="0">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5" name="Google Shape;17135;p79"/>
            <p:cNvSpPr/>
            <p:nvPr/>
          </p:nvSpPr>
          <p:spPr>
            <a:xfrm>
              <a:off x="3506985" y="2192394"/>
              <a:ext cx="86300" cy="77229"/>
            </a:xfrm>
            <a:custGeom>
              <a:avLst/>
              <a:gdLst/>
              <a:ahLst/>
              <a:cxnLst/>
              <a:rect l="l" t="t" r="r" b="b"/>
              <a:pathLst>
                <a:path w="3292" h="2946" extrusionOk="0">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6" name="Google Shape;17136;p79"/>
            <p:cNvSpPr/>
            <p:nvPr/>
          </p:nvSpPr>
          <p:spPr>
            <a:xfrm>
              <a:off x="3478594" y="2299876"/>
              <a:ext cx="28784" cy="54134"/>
            </a:xfrm>
            <a:custGeom>
              <a:avLst/>
              <a:gdLst/>
              <a:ahLst/>
              <a:cxnLst/>
              <a:rect l="l" t="t" r="r" b="b"/>
              <a:pathLst>
                <a:path w="1098" h="2065" extrusionOk="0">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7" name="Google Shape;17137;p79"/>
            <p:cNvSpPr/>
            <p:nvPr/>
          </p:nvSpPr>
          <p:spPr>
            <a:xfrm>
              <a:off x="3593258" y="2299876"/>
              <a:ext cx="28784" cy="54134"/>
            </a:xfrm>
            <a:custGeom>
              <a:avLst/>
              <a:gdLst/>
              <a:ahLst/>
              <a:cxnLst/>
              <a:rect l="l" t="t" r="r" b="b"/>
              <a:pathLst>
                <a:path w="1098" h="2065" extrusionOk="0">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8" name="Google Shape;17138;p79"/>
            <p:cNvSpPr/>
            <p:nvPr/>
          </p:nvSpPr>
          <p:spPr>
            <a:xfrm>
              <a:off x="3542926" y="2296101"/>
              <a:ext cx="14418" cy="14392"/>
            </a:xfrm>
            <a:custGeom>
              <a:avLst/>
              <a:gdLst/>
              <a:ahLst/>
              <a:cxnLst/>
              <a:rect l="l" t="t" r="r" b="b"/>
              <a:pathLst>
                <a:path w="550" h="549" extrusionOk="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9" name="Google Shape;17139;p79"/>
            <p:cNvSpPr/>
            <p:nvPr/>
          </p:nvSpPr>
          <p:spPr>
            <a:xfrm>
              <a:off x="3520984" y="2276125"/>
              <a:ext cx="29544" cy="30226"/>
            </a:xfrm>
            <a:custGeom>
              <a:avLst/>
              <a:gdLst/>
              <a:ahLst/>
              <a:cxnLst/>
              <a:rect l="l" t="t" r="r" b="b"/>
              <a:pathLst>
                <a:path w="1127" h="1153" extrusionOk="0">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0" name="Google Shape;17140;p79"/>
            <p:cNvSpPr/>
            <p:nvPr/>
          </p:nvSpPr>
          <p:spPr>
            <a:xfrm>
              <a:off x="3550502" y="2276125"/>
              <a:ext cx="29177" cy="30226"/>
            </a:xfrm>
            <a:custGeom>
              <a:avLst/>
              <a:gdLst/>
              <a:ahLst/>
              <a:cxnLst/>
              <a:rect l="l" t="t" r="r" b="b"/>
              <a:pathLst>
                <a:path w="1113" h="1153" extrusionOk="0">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1" name="Google Shape;17141;p79"/>
            <p:cNvSpPr/>
            <p:nvPr/>
          </p:nvSpPr>
          <p:spPr>
            <a:xfrm>
              <a:off x="3310582" y="1982386"/>
              <a:ext cx="203612" cy="175169"/>
            </a:xfrm>
            <a:custGeom>
              <a:avLst/>
              <a:gdLst/>
              <a:ahLst/>
              <a:cxnLst/>
              <a:rect l="l" t="t" r="r" b="b"/>
              <a:pathLst>
                <a:path w="7767" h="6682" extrusionOk="0">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2" name="Google Shape;17142;p79"/>
            <p:cNvSpPr/>
            <p:nvPr/>
          </p:nvSpPr>
          <p:spPr>
            <a:xfrm>
              <a:off x="3345396" y="2012192"/>
              <a:ext cx="33844" cy="11875"/>
            </a:xfrm>
            <a:custGeom>
              <a:avLst/>
              <a:gdLst/>
              <a:ahLst/>
              <a:cxnLst/>
              <a:rect l="l" t="t" r="r" b="b"/>
              <a:pathLst>
                <a:path w="1291" h="453" extrusionOk="0">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3" name="Google Shape;17143;p79"/>
            <p:cNvSpPr/>
            <p:nvPr/>
          </p:nvSpPr>
          <p:spPr>
            <a:xfrm>
              <a:off x="3387025" y="2012192"/>
              <a:ext cx="93640" cy="11875"/>
            </a:xfrm>
            <a:custGeom>
              <a:avLst/>
              <a:gdLst/>
              <a:ahLst/>
              <a:cxnLst/>
              <a:rect l="l" t="t" r="r" b="b"/>
              <a:pathLst>
                <a:path w="3572" h="453" extrusionOk="0">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4" name="Google Shape;17144;p79"/>
            <p:cNvSpPr/>
            <p:nvPr/>
          </p:nvSpPr>
          <p:spPr>
            <a:xfrm>
              <a:off x="3344111" y="2042104"/>
              <a:ext cx="136554" cy="11849"/>
            </a:xfrm>
            <a:custGeom>
              <a:avLst/>
              <a:gdLst/>
              <a:ahLst/>
              <a:cxnLst/>
              <a:rect l="l" t="t" r="r" b="b"/>
              <a:pathLst>
                <a:path w="5209" h="452" extrusionOk="0">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5" name="Google Shape;17145;p79"/>
            <p:cNvSpPr/>
            <p:nvPr/>
          </p:nvSpPr>
          <p:spPr>
            <a:xfrm>
              <a:off x="3345396" y="2072041"/>
              <a:ext cx="93640" cy="11797"/>
            </a:xfrm>
            <a:custGeom>
              <a:avLst/>
              <a:gdLst/>
              <a:ahLst/>
              <a:cxnLst/>
              <a:rect l="l" t="t" r="r" b="b"/>
              <a:pathLst>
                <a:path w="3572" h="450" extrusionOk="0">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6" name="Google Shape;17146;p79"/>
            <p:cNvSpPr/>
            <p:nvPr/>
          </p:nvSpPr>
          <p:spPr>
            <a:xfrm>
              <a:off x="3445904" y="2072041"/>
              <a:ext cx="34761" cy="11797"/>
            </a:xfrm>
            <a:custGeom>
              <a:avLst/>
              <a:gdLst/>
              <a:ahLst/>
              <a:cxnLst/>
              <a:rect l="l" t="t" r="r" b="b"/>
              <a:pathLst>
                <a:path w="1326" h="450" extrusionOk="0">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47" name="Google Shape;17147;p79"/>
          <p:cNvGrpSpPr/>
          <p:nvPr/>
        </p:nvGrpSpPr>
        <p:grpSpPr>
          <a:xfrm>
            <a:off x="1342386" y="2916322"/>
            <a:ext cx="373538" cy="331515"/>
            <a:chOff x="1342386" y="2916322"/>
            <a:chExt cx="373538" cy="331515"/>
          </a:xfrm>
        </p:grpSpPr>
        <p:sp>
          <p:nvSpPr>
            <p:cNvPr id="17148" name="Google Shape;17148;p79"/>
            <p:cNvSpPr/>
            <p:nvPr/>
          </p:nvSpPr>
          <p:spPr>
            <a:xfrm>
              <a:off x="1499047" y="2916322"/>
              <a:ext cx="216877" cy="180910"/>
            </a:xfrm>
            <a:custGeom>
              <a:avLst/>
              <a:gdLst/>
              <a:ahLst/>
              <a:cxnLst/>
              <a:rect l="l" t="t" r="r" b="b"/>
              <a:pathLst>
                <a:path w="8273" h="6901" extrusionOk="0">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9" name="Google Shape;17149;p79"/>
            <p:cNvSpPr/>
            <p:nvPr/>
          </p:nvSpPr>
          <p:spPr>
            <a:xfrm>
              <a:off x="1342386" y="3060137"/>
              <a:ext cx="217244" cy="187699"/>
            </a:xfrm>
            <a:custGeom>
              <a:avLst/>
              <a:gdLst/>
              <a:ahLst/>
              <a:cxnLst/>
              <a:rect l="l" t="t" r="r" b="b"/>
              <a:pathLst>
                <a:path w="8287" h="7160" extrusionOk="0">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0" name="Google Shape;17150;p79"/>
            <p:cNvSpPr/>
            <p:nvPr/>
          </p:nvSpPr>
          <p:spPr>
            <a:xfrm>
              <a:off x="1382128" y="3151706"/>
              <a:ext cx="41262" cy="18193"/>
            </a:xfrm>
            <a:custGeom>
              <a:avLst/>
              <a:gdLst/>
              <a:ahLst/>
              <a:cxnLst/>
              <a:rect l="l" t="t" r="r" b="b"/>
              <a:pathLst>
                <a:path w="1574" h="694" extrusionOk="0">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1" name="Google Shape;17151;p79"/>
            <p:cNvSpPr/>
            <p:nvPr/>
          </p:nvSpPr>
          <p:spPr>
            <a:xfrm>
              <a:off x="1360186" y="3066927"/>
              <a:ext cx="29911" cy="66272"/>
            </a:xfrm>
            <a:custGeom>
              <a:avLst/>
              <a:gdLst/>
              <a:ahLst/>
              <a:cxnLst/>
              <a:rect l="l" t="t" r="r" b="b"/>
              <a:pathLst>
                <a:path w="1141" h="2528" extrusionOk="0">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2" name="Google Shape;17152;p79"/>
            <p:cNvSpPr/>
            <p:nvPr/>
          </p:nvSpPr>
          <p:spPr>
            <a:xfrm>
              <a:off x="1372297" y="3060871"/>
              <a:ext cx="72301" cy="72694"/>
            </a:xfrm>
            <a:custGeom>
              <a:avLst/>
              <a:gdLst/>
              <a:ahLst/>
              <a:cxnLst/>
              <a:rect l="l" t="t" r="r" b="b"/>
              <a:pathLst>
                <a:path w="2758" h="2773" extrusionOk="0">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3" name="Google Shape;17153;p79"/>
            <p:cNvSpPr/>
            <p:nvPr/>
          </p:nvSpPr>
          <p:spPr>
            <a:xfrm>
              <a:off x="1366609" y="3091149"/>
              <a:ext cx="72301" cy="66245"/>
            </a:xfrm>
            <a:custGeom>
              <a:avLst/>
              <a:gdLst/>
              <a:ahLst/>
              <a:cxnLst/>
              <a:rect l="l" t="t" r="r" b="b"/>
              <a:pathLst>
                <a:path w="2758" h="2527" extrusionOk="0">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4" name="Google Shape;17154;p79"/>
            <p:cNvSpPr/>
            <p:nvPr/>
          </p:nvSpPr>
          <p:spPr>
            <a:xfrm>
              <a:off x="1366242" y="3091149"/>
              <a:ext cx="72301" cy="64751"/>
            </a:xfrm>
            <a:custGeom>
              <a:avLst/>
              <a:gdLst/>
              <a:ahLst/>
              <a:cxnLst/>
              <a:rect l="l" t="t" r="r" b="b"/>
              <a:pathLst>
                <a:path w="2758" h="2470" extrusionOk="0">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5" name="Google Shape;17155;p79"/>
            <p:cNvSpPr/>
            <p:nvPr/>
          </p:nvSpPr>
          <p:spPr>
            <a:xfrm>
              <a:off x="1342386" y="3086981"/>
              <a:ext cx="198710" cy="160855"/>
            </a:xfrm>
            <a:custGeom>
              <a:avLst/>
              <a:gdLst/>
              <a:ahLst/>
              <a:cxnLst/>
              <a:rect l="l" t="t" r="r" b="b"/>
              <a:pathLst>
                <a:path w="7580" h="6136" extrusionOk="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6" name="Google Shape;17156;p79"/>
            <p:cNvSpPr/>
            <p:nvPr/>
          </p:nvSpPr>
          <p:spPr>
            <a:xfrm>
              <a:off x="1342386" y="3181591"/>
              <a:ext cx="23882" cy="66245"/>
            </a:xfrm>
            <a:custGeom>
              <a:avLst/>
              <a:gdLst/>
              <a:ahLst/>
              <a:cxnLst/>
              <a:rect l="l" t="t" r="r" b="b"/>
              <a:pathLst>
                <a:path w="911" h="2527" extrusionOk="0">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7" name="Google Shape;17157;p79"/>
            <p:cNvSpPr/>
            <p:nvPr/>
          </p:nvSpPr>
          <p:spPr>
            <a:xfrm>
              <a:off x="1438517" y="3086981"/>
              <a:ext cx="102579" cy="129083"/>
            </a:xfrm>
            <a:custGeom>
              <a:avLst/>
              <a:gdLst/>
              <a:ahLst/>
              <a:cxnLst/>
              <a:rect l="l" t="t" r="r" b="b"/>
              <a:pathLst>
                <a:path w="3913" h="4924" extrusionOk="0">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8" name="Google Shape;17158;p79"/>
            <p:cNvSpPr/>
            <p:nvPr/>
          </p:nvSpPr>
          <p:spPr>
            <a:xfrm>
              <a:off x="1515903" y="2943559"/>
              <a:ext cx="178839" cy="114900"/>
            </a:xfrm>
            <a:custGeom>
              <a:avLst/>
              <a:gdLst/>
              <a:ahLst/>
              <a:cxnLst/>
              <a:rect l="l" t="t" r="r" b="b"/>
              <a:pathLst>
                <a:path w="6822" h="4383" extrusionOk="0">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59" name="Google Shape;17159;p79"/>
          <p:cNvGrpSpPr/>
          <p:nvPr/>
        </p:nvGrpSpPr>
        <p:grpSpPr>
          <a:xfrm>
            <a:off x="2294122" y="2946600"/>
            <a:ext cx="373931" cy="271351"/>
            <a:chOff x="2294122" y="2946600"/>
            <a:chExt cx="373931" cy="271351"/>
          </a:xfrm>
        </p:grpSpPr>
        <p:sp>
          <p:nvSpPr>
            <p:cNvPr id="17160" name="Google Shape;17160;p79"/>
            <p:cNvSpPr/>
            <p:nvPr/>
          </p:nvSpPr>
          <p:spPr>
            <a:xfrm>
              <a:off x="2312289" y="2946600"/>
              <a:ext cx="337597" cy="247129"/>
            </a:xfrm>
            <a:custGeom>
              <a:avLst/>
              <a:gdLst/>
              <a:ahLst/>
              <a:cxnLst/>
              <a:rect l="l" t="t" r="r" b="b"/>
              <a:pathLst>
                <a:path w="12878" h="9427" extrusionOk="0">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1" name="Google Shape;17161;p79"/>
            <p:cNvSpPr/>
            <p:nvPr/>
          </p:nvSpPr>
          <p:spPr>
            <a:xfrm>
              <a:off x="2336511" y="2970823"/>
              <a:ext cx="289151" cy="192628"/>
            </a:xfrm>
            <a:custGeom>
              <a:avLst/>
              <a:gdLst/>
              <a:ahLst/>
              <a:cxnLst/>
              <a:rect l="l" t="t" r="r" b="b"/>
              <a:pathLst>
                <a:path w="11030" h="7348" extrusionOk="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2" name="Google Shape;17162;p79"/>
            <p:cNvSpPr/>
            <p:nvPr/>
          </p:nvSpPr>
          <p:spPr>
            <a:xfrm>
              <a:off x="2336511" y="3127483"/>
              <a:ext cx="168798" cy="35967"/>
            </a:xfrm>
            <a:custGeom>
              <a:avLst/>
              <a:gdLst/>
              <a:ahLst/>
              <a:cxnLst/>
              <a:rect l="l" t="t" r="r" b="b"/>
              <a:pathLst>
                <a:path w="6439" h="1372" extrusionOk="0">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3" name="Google Shape;17163;p79"/>
            <p:cNvSpPr/>
            <p:nvPr/>
          </p:nvSpPr>
          <p:spPr>
            <a:xfrm>
              <a:off x="2505284" y="2970823"/>
              <a:ext cx="120379" cy="96130"/>
            </a:xfrm>
            <a:custGeom>
              <a:avLst/>
              <a:gdLst/>
              <a:ahLst/>
              <a:cxnLst/>
              <a:rect l="l" t="t" r="r" b="b"/>
              <a:pathLst>
                <a:path w="4592" h="3667" extrusionOk="0">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4" name="Google Shape;17164;p79"/>
            <p:cNvSpPr/>
            <p:nvPr/>
          </p:nvSpPr>
          <p:spPr>
            <a:xfrm>
              <a:off x="2505284" y="3066927"/>
              <a:ext cx="120379" cy="96524"/>
            </a:xfrm>
            <a:custGeom>
              <a:avLst/>
              <a:gdLst/>
              <a:ahLst/>
              <a:cxnLst/>
              <a:rect l="l" t="t" r="r" b="b"/>
              <a:pathLst>
                <a:path w="4592" h="3682" extrusionOk="0">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5" name="Google Shape;17165;p79"/>
            <p:cNvSpPr/>
            <p:nvPr/>
          </p:nvSpPr>
          <p:spPr>
            <a:xfrm>
              <a:off x="2294122" y="3187647"/>
              <a:ext cx="373931" cy="30305"/>
            </a:xfrm>
            <a:custGeom>
              <a:avLst/>
              <a:gdLst/>
              <a:ahLst/>
              <a:cxnLst/>
              <a:rect l="l" t="t" r="r" b="b"/>
              <a:pathLst>
                <a:path w="14264" h="1156" extrusionOk="0">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6" name="Google Shape;17166;p79"/>
            <p:cNvSpPr/>
            <p:nvPr/>
          </p:nvSpPr>
          <p:spPr>
            <a:xfrm>
              <a:off x="2294122" y="3187647"/>
              <a:ext cx="373931" cy="12138"/>
            </a:xfrm>
            <a:custGeom>
              <a:avLst/>
              <a:gdLst/>
              <a:ahLst/>
              <a:cxnLst/>
              <a:rect l="l" t="t" r="r" b="b"/>
              <a:pathLst>
                <a:path w="14264" h="463" extrusionOk="0">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7" name="Google Shape;17167;p79"/>
            <p:cNvSpPr/>
            <p:nvPr/>
          </p:nvSpPr>
          <p:spPr>
            <a:xfrm>
              <a:off x="2444753" y="3187647"/>
              <a:ext cx="72668" cy="18193"/>
            </a:xfrm>
            <a:custGeom>
              <a:avLst/>
              <a:gdLst/>
              <a:ahLst/>
              <a:cxnLst/>
              <a:rect l="l" t="t" r="r" b="b"/>
              <a:pathLst>
                <a:path w="2772" h="694" extrusionOk="0">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8" name="Google Shape;17168;p79"/>
            <p:cNvSpPr/>
            <p:nvPr/>
          </p:nvSpPr>
          <p:spPr>
            <a:xfrm>
              <a:off x="2535195" y="3043097"/>
              <a:ext cx="60557" cy="24249"/>
            </a:xfrm>
            <a:custGeom>
              <a:avLst/>
              <a:gdLst/>
              <a:ahLst/>
              <a:cxnLst/>
              <a:rect l="l" t="t" r="r" b="b"/>
              <a:pathLst>
                <a:path w="2310" h="925" extrusionOk="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9" name="Google Shape;17169;p79"/>
            <p:cNvSpPr/>
            <p:nvPr/>
          </p:nvSpPr>
          <p:spPr>
            <a:xfrm>
              <a:off x="2553362" y="3024930"/>
              <a:ext cx="24223" cy="30305"/>
            </a:xfrm>
            <a:custGeom>
              <a:avLst/>
              <a:gdLst/>
              <a:ahLst/>
              <a:cxnLst/>
              <a:rect l="l" t="t" r="r" b="b"/>
              <a:pathLst>
                <a:path w="924" h="1156" extrusionOk="0">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0" name="Google Shape;17170;p79"/>
            <p:cNvSpPr/>
            <p:nvPr/>
          </p:nvSpPr>
          <p:spPr>
            <a:xfrm>
              <a:off x="2547306" y="2994652"/>
              <a:ext cx="36334" cy="42416"/>
            </a:xfrm>
            <a:custGeom>
              <a:avLst/>
              <a:gdLst/>
              <a:ahLst/>
              <a:cxnLst/>
              <a:rect l="l" t="t" r="r" b="b"/>
              <a:pathLst>
                <a:path w="1386" h="1618" extrusionOk="0">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1" name="Google Shape;17171;p79"/>
            <p:cNvSpPr/>
            <p:nvPr/>
          </p:nvSpPr>
          <p:spPr>
            <a:xfrm>
              <a:off x="2547306" y="2994652"/>
              <a:ext cx="24249" cy="42337"/>
            </a:xfrm>
            <a:custGeom>
              <a:avLst/>
              <a:gdLst/>
              <a:ahLst/>
              <a:cxnLst/>
              <a:rect l="l" t="t" r="r" b="b"/>
              <a:pathLst>
                <a:path w="925" h="1615" extrusionOk="0">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2" name="Google Shape;17172;p79"/>
            <p:cNvSpPr/>
            <p:nvPr/>
          </p:nvSpPr>
          <p:spPr>
            <a:xfrm>
              <a:off x="2547306" y="2994652"/>
              <a:ext cx="36334" cy="18193"/>
            </a:xfrm>
            <a:custGeom>
              <a:avLst/>
              <a:gdLst/>
              <a:ahLst/>
              <a:cxnLst/>
              <a:rect l="l" t="t" r="r" b="b"/>
              <a:pathLst>
                <a:path w="1386" h="694" extrusionOk="0">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3" name="Google Shape;17173;p79"/>
            <p:cNvSpPr/>
            <p:nvPr/>
          </p:nvSpPr>
          <p:spPr>
            <a:xfrm>
              <a:off x="2547306" y="2994652"/>
              <a:ext cx="24249" cy="15178"/>
            </a:xfrm>
            <a:custGeom>
              <a:avLst/>
              <a:gdLst/>
              <a:ahLst/>
              <a:cxnLst/>
              <a:rect l="l" t="t" r="r" b="b"/>
              <a:pathLst>
                <a:path w="925" h="579" extrusionOk="0">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4" name="Google Shape;17174;p79"/>
            <p:cNvSpPr/>
            <p:nvPr/>
          </p:nvSpPr>
          <p:spPr>
            <a:xfrm>
              <a:off x="2535195" y="3139595"/>
              <a:ext cx="60557" cy="23856"/>
            </a:xfrm>
            <a:custGeom>
              <a:avLst/>
              <a:gdLst/>
              <a:ahLst/>
              <a:cxnLst/>
              <a:rect l="l" t="t" r="r" b="b"/>
              <a:pathLst>
                <a:path w="2310" h="910" extrusionOk="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5" name="Google Shape;17175;p79"/>
            <p:cNvSpPr/>
            <p:nvPr/>
          </p:nvSpPr>
          <p:spPr>
            <a:xfrm>
              <a:off x="2553362" y="3121428"/>
              <a:ext cx="24223" cy="29911"/>
            </a:xfrm>
            <a:custGeom>
              <a:avLst/>
              <a:gdLst/>
              <a:ahLst/>
              <a:cxnLst/>
              <a:rect l="l" t="t" r="r" b="b"/>
              <a:pathLst>
                <a:path w="924" h="1141" extrusionOk="0">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6" name="Google Shape;17176;p79"/>
            <p:cNvSpPr/>
            <p:nvPr/>
          </p:nvSpPr>
          <p:spPr>
            <a:xfrm>
              <a:off x="2547306" y="3091543"/>
              <a:ext cx="36334" cy="42023"/>
            </a:xfrm>
            <a:custGeom>
              <a:avLst/>
              <a:gdLst/>
              <a:ahLst/>
              <a:cxnLst/>
              <a:rect l="l" t="t" r="r" b="b"/>
              <a:pathLst>
                <a:path w="1386" h="1603" extrusionOk="0">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7" name="Google Shape;17177;p79"/>
            <p:cNvSpPr/>
            <p:nvPr/>
          </p:nvSpPr>
          <p:spPr>
            <a:xfrm>
              <a:off x="2547306" y="3091543"/>
              <a:ext cx="24249" cy="42101"/>
            </a:xfrm>
            <a:custGeom>
              <a:avLst/>
              <a:gdLst/>
              <a:ahLst/>
              <a:cxnLst/>
              <a:rect l="l" t="t" r="r" b="b"/>
              <a:pathLst>
                <a:path w="925" h="1606" extrusionOk="0">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8" name="Google Shape;17178;p79"/>
            <p:cNvSpPr/>
            <p:nvPr/>
          </p:nvSpPr>
          <p:spPr>
            <a:xfrm>
              <a:off x="2547306" y="3091149"/>
              <a:ext cx="36334" cy="18193"/>
            </a:xfrm>
            <a:custGeom>
              <a:avLst/>
              <a:gdLst/>
              <a:ahLst/>
              <a:cxnLst/>
              <a:rect l="l" t="t" r="r" b="b"/>
              <a:pathLst>
                <a:path w="1386" h="694" extrusionOk="0">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9" name="Google Shape;17179;p79"/>
            <p:cNvSpPr/>
            <p:nvPr/>
          </p:nvSpPr>
          <p:spPr>
            <a:xfrm>
              <a:off x="2547306" y="3091543"/>
              <a:ext cx="24249" cy="14785"/>
            </a:xfrm>
            <a:custGeom>
              <a:avLst/>
              <a:gdLst/>
              <a:ahLst/>
              <a:cxnLst/>
              <a:rect l="l" t="t" r="r" b="b"/>
              <a:pathLst>
                <a:path w="925" h="564" extrusionOk="0">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0" name="Google Shape;17180;p79"/>
            <p:cNvSpPr/>
            <p:nvPr/>
          </p:nvSpPr>
          <p:spPr>
            <a:xfrm>
              <a:off x="2384563" y="3049153"/>
              <a:ext cx="72327" cy="90075"/>
            </a:xfrm>
            <a:custGeom>
              <a:avLst/>
              <a:gdLst/>
              <a:ahLst/>
              <a:cxnLst/>
              <a:rect l="l" t="t" r="r" b="b"/>
              <a:pathLst>
                <a:path w="2759" h="3436" extrusionOk="0">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1" name="Google Shape;17181;p79"/>
            <p:cNvSpPr/>
            <p:nvPr/>
          </p:nvSpPr>
          <p:spPr>
            <a:xfrm>
              <a:off x="2407659" y="3048760"/>
              <a:ext cx="26503" cy="18115"/>
            </a:xfrm>
            <a:custGeom>
              <a:avLst/>
              <a:gdLst/>
              <a:ahLst/>
              <a:cxnLst/>
              <a:rect l="l" t="t" r="r" b="b"/>
              <a:pathLst>
                <a:path w="1011" h="691" extrusionOk="0">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2" name="Google Shape;17182;p79"/>
            <p:cNvSpPr/>
            <p:nvPr/>
          </p:nvSpPr>
          <p:spPr>
            <a:xfrm>
              <a:off x="2384563" y="3068080"/>
              <a:ext cx="72327" cy="71541"/>
            </a:xfrm>
            <a:custGeom>
              <a:avLst/>
              <a:gdLst/>
              <a:ahLst/>
              <a:cxnLst/>
              <a:rect l="l" t="t" r="r" b="b"/>
              <a:pathLst>
                <a:path w="2759" h="2729" extrusionOk="0">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3" name="Google Shape;17183;p79"/>
            <p:cNvSpPr/>
            <p:nvPr/>
          </p:nvSpPr>
          <p:spPr>
            <a:xfrm>
              <a:off x="2396675" y="3000708"/>
              <a:ext cx="48105" cy="54527"/>
            </a:xfrm>
            <a:custGeom>
              <a:avLst/>
              <a:gdLst/>
              <a:ahLst/>
              <a:cxnLst/>
              <a:rect l="l" t="t" r="r" b="b"/>
              <a:pathLst>
                <a:path w="1835" h="2080" extrusionOk="0">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4" name="Google Shape;17184;p79"/>
            <p:cNvSpPr/>
            <p:nvPr/>
          </p:nvSpPr>
          <p:spPr>
            <a:xfrm>
              <a:off x="2396675" y="3000708"/>
              <a:ext cx="33345" cy="54422"/>
            </a:xfrm>
            <a:custGeom>
              <a:avLst/>
              <a:gdLst/>
              <a:ahLst/>
              <a:cxnLst/>
              <a:rect l="l" t="t" r="r" b="b"/>
              <a:pathLst>
                <a:path w="1272" h="2076" extrusionOk="0">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5" name="Google Shape;17185;p79"/>
            <p:cNvSpPr/>
            <p:nvPr/>
          </p:nvSpPr>
          <p:spPr>
            <a:xfrm>
              <a:off x="2396675" y="3000708"/>
              <a:ext cx="48105" cy="24301"/>
            </a:xfrm>
            <a:custGeom>
              <a:avLst/>
              <a:gdLst/>
              <a:ahLst/>
              <a:cxnLst/>
              <a:rect l="l" t="t" r="r" b="b"/>
              <a:pathLst>
                <a:path w="1835" h="927" extrusionOk="0">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6" name="Google Shape;17186;p79"/>
            <p:cNvSpPr/>
            <p:nvPr/>
          </p:nvSpPr>
          <p:spPr>
            <a:xfrm>
              <a:off x="2396675" y="3000708"/>
              <a:ext cx="33345" cy="21968"/>
            </a:xfrm>
            <a:custGeom>
              <a:avLst/>
              <a:gdLst/>
              <a:ahLst/>
              <a:cxnLst/>
              <a:rect l="l" t="t" r="r" b="b"/>
              <a:pathLst>
                <a:path w="1272" h="838" extrusionOk="0">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7" name="Google Shape;17187;p79"/>
            <p:cNvSpPr/>
            <p:nvPr/>
          </p:nvSpPr>
          <p:spPr>
            <a:xfrm>
              <a:off x="2384563" y="3079038"/>
              <a:ext cx="30305" cy="60583"/>
            </a:xfrm>
            <a:custGeom>
              <a:avLst/>
              <a:gdLst/>
              <a:ahLst/>
              <a:cxnLst/>
              <a:rect l="l" t="t" r="r" b="b"/>
              <a:pathLst>
                <a:path w="1156" h="2311" extrusionOk="0">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8" name="Google Shape;17188;p79"/>
            <p:cNvSpPr/>
            <p:nvPr/>
          </p:nvSpPr>
          <p:spPr>
            <a:xfrm>
              <a:off x="2426953" y="3078671"/>
              <a:ext cx="30305" cy="60557"/>
            </a:xfrm>
            <a:custGeom>
              <a:avLst/>
              <a:gdLst/>
              <a:ahLst/>
              <a:cxnLst/>
              <a:rect l="l" t="t" r="r" b="b"/>
              <a:pathLst>
                <a:path w="1156" h="2310" extrusionOk="0">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9" name="Google Shape;17189;p79"/>
            <p:cNvSpPr/>
            <p:nvPr/>
          </p:nvSpPr>
          <p:spPr>
            <a:xfrm>
              <a:off x="2408786" y="3127483"/>
              <a:ext cx="24249" cy="11744"/>
            </a:xfrm>
            <a:custGeom>
              <a:avLst/>
              <a:gdLst/>
              <a:ahLst/>
              <a:cxnLst/>
              <a:rect l="l" t="t" r="r" b="b"/>
              <a:pathLst>
                <a:path w="925" h="448" extrusionOk="0">
                  <a:moveTo>
                    <a:pt x="1" y="1"/>
                  </a:moveTo>
                  <a:lnTo>
                    <a:pt x="1" y="448"/>
                  </a:lnTo>
                  <a:lnTo>
                    <a:pt x="925" y="448"/>
                  </a:lnTo>
                  <a:lnTo>
                    <a:pt x="92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90" name="Google Shape;17190;p79"/>
          <p:cNvGrpSpPr/>
          <p:nvPr/>
        </p:nvGrpSpPr>
        <p:grpSpPr>
          <a:xfrm>
            <a:off x="2769819" y="2907251"/>
            <a:ext cx="373905" cy="349682"/>
            <a:chOff x="2769819" y="2907251"/>
            <a:chExt cx="373905" cy="349682"/>
          </a:xfrm>
        </p:grpSpPr>
        <p:sp>
          <p:nvSpPr>
            <p:cNvPr id="17191" name="Google Shape;17191;p79"/>
            <p:cNvSpPr/>
            <p:nvPr/>
          </p:nvSpPr>
          <p:spPr>
            <a:xfrm>
              <a:off x="2975292" y="2943559"/>
              <a:ext cx="168431" cy="176532"/>
            </a:xfrm>
            <a:custGeom>
              <a:avLst/>
              <a:gdLst/>
              <a:ahLst/>
              <a:cxnLst/>
              <a:rect l="l" t="t" r="r" b="b"/>
              <a:pathLst>
                <a:path w="6425" h="6734" extrusionOk="0">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2" name="Google Shape;17192;p79"/>
            <p:cNvSpPr/>
            <p:nvPr/>
          </p:nvSpPr>
          <p:spPr>
            <a:xfrm>
              <a:off x="3035456" y="2943559"/>
              <a:ext cx="48105" cy="114691"/>
            </a:xfrm>
            <a:custGeom>
              <a:avLst/>
              <a:gdLst/>
              <a:ahLst/>
              <a:cxnLst/>
              <a:rect l="l" t="t" r="r" b="b"/>
              <a:pathLst>
                <a:path w="1835" h="4375" extrusionOk="0">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3" name="Google Shape;17193;p79"/>
            <p:cNvSpPr/>
            <p:nvPr/>
          </p:nvSpPr>
          <p:spPr>
            <a:xfrm>
              <a:off x="3047567" y="2907251"/>
              <a:ext cx="23882" cy="96524"/>
            </a:xfrm>
            <a:custGeom>
              <a:avLst/>
              <a:gdLst/>
              <a:ahLst/>
              <a:cxnLst/>
              <a:rect l="l" t="t" r="r" b="b"/>
              <a:pathLst>
                <a:path w="911" h="3682" extrusionOk="0">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4" name="Google Shape;17194;p79"/>
            <p:cNvSpPr/>
            <p:nvPr/>
          </p:nvSpPr>
          <p:spPr>
            <a:xfrm>
              <a:off x="3047567" y="3021916"/>
              <a:ext cx="23882" cy="24223"/>
            </a:xfrm>
            <a:custGeom>
              <a:avLst/>
              <a:gdLst/>
              <a:ahLst/>
              <a:cxnLst/>
              <a:rect l="l" t="t" r="r" b="b"/>
              <a:pathLst>
                <a:path w="911" h="924" extrusionOk="0">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5" name="Google Shape;17195;p79"/>
            <p:cNvSpPr/>
            <p:nvPr/>
          </p:nvSpPr>
          <p:spPr>
            <a:xfrm>
              <a:off x="2769819" y="3172521"/>
              <a:ext cx="205132" cy="84412"/>
            </a:xfrm>
            <a:custGeom>
              <a:avLst/>
              <a:gdLst/>
              <a:ahLst/>
              <a:cxnLst/>
              <a:rect l="l" t="t" r="r" b="b"/>
              <a:pathLst>
                <a:path w="7825" h="3220" extrusionOk="0">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6" name="Google Shape;17196;p79"/>
            <p:cNvSpPr/>
            <p:nvPr/>
          </p:nvSpPr>
          <p:spPr>
            <a:xfrm>
              <a:off x="2860628" y="3196743"/>
              <a:ext cx="24249" cy="60190"/>
            </a:xfrm>
            <a:custGeom>
              <a:avLst/>
              <a:gdLst/>
              <a:ahLst/>
              <a:cxnLst/>
              <a:rect l="l" t="t" r="r" b="b"/>
              <a:pathLst>
                <a:path w="925" h="2296" extrusionOk="0">
                  <a:moveTo>
                    <a:pt x="217" y="0"/>
                  </a:moveTo>
                  <a:lnTo>
                    <a:pt x="1" y="2295"/>
                  </a:lnTo>
                  <a:lnTo>
                    <a:pt x="925" y="2295"/>
                  </a:lnTo>
                  <a:lnTo>
                    <a:pt x="694"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7" name="Google Shape;17197;p79"/>
            <p:cNvSpPr/>
            <p:nvPr/>
          </p:nvSpPr>
          <p:spPr>
            <a:xfrm>
              <a:off x="2862148" y="3184632"/>
              <a:ext cx="21208" cy="20448"/>
            </a:xfrm>
            <a:custGeom>
              <a:avLst/>
              <a:gdLst/>
              <a:ahLst/>
              <a:cxnLst/>
              <a:rect l="l" t="t" r="r" b="b"/>
              <a:pathLst>
                <a:path w="809" h="780" extrusionOk="0">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8" name="Google Shape;17198;p79"/>
            <p:cNvSpPr/>
            <p:nvPr/>
          </p:nvSpPr>
          <p:spPr>
            <a:xfrm>
              <a:off x="2938958" y="3197110"/>
              <a:ext cx="35993" cy="59823"/>
            </a:xfrm>
            <a:custGeom>
              <a:avLst/>
              <a:gdLst/>
              <a:ahLst/>
              <a:cxnLst/>
              <a:rect l="l" t="t" r="r" b="b"/>
              <a:pathLst>
                <a:path w="1373" h="2282" extrusionOk="0">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9" name="Google Shape;17199;p79"/>
            <p:cNvSpPr/>
            <p:nvPr/>
          </p:nvSpPr>
          <p:spPr>
            <a:xfrm>
              <a:off x="2806520" y="2985582"/>
              <a:ext cx="132464" cy="96130"/>
            </a:xfrm>
            <a:custGeom>
              <a:avLst/>
              <a:gdLst/>
              <a:ahLst/>
              <a:cxnLst/>
              <a:rect l="l" t="t" r="r" b="b"/>
              <a:pathLst>
                <a:path w="5053" h="3667" extrusionOk="0">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0" name="Google Shape;17200;p79"/>
            <p:cNvSpPr/>
            <p:nvPr/>
          </p:nvSpPr>
          <p:spPr>
            <a:xfrm>
              <a:off x="2836405" y="2985582"/>
              <a:ext cx="102579" cy="96524"/>
            </a:xfrm>
            <a:custGeom>
              <a:avLst/>
              <a:gdLst/>
              <a:ahLst/>
              <a:cxnLst/>
              <a:rect l="l" t="t" r="r" b="b"/>
              <a:pathLst>
                <a:path w="3913" h="3682" extrusionOk="0">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1" name="Google Shape;17201;p79"/>
            <p:cNvSpPr/>
            <p:nvPr/>
          </p:nvSpPr>
          <p:spPr>
            <a:xfrm>
              <a:off x="2836405" y="3130498"/>
              <a:ext cx="72327" cy="54160"/>
            </a:xfrm>
            <a:custGeom>
              <a:avLst/>
              <a:gdLst/>
              <a:ahLst/>
              <a:cxnLst/>
              <a:rect l="l" t="t" r="r" b="b"/>
              <a:pathLst>
                <a:path w="2759" h="2066" extrusionOk="0">
                  <a:moveTo>
                    <a:pt x="1" y="1"/>
                  </a:moveTo>
                  <a:lnTo>
                    <a:pt x="1" y="2065"/>
                  </a:lnTo>
                  <a:lnTo>
                    <a:pt x="2758" y="2065"/>
                  </a:lnTo>
                  <a:lnTo>
                    <a:pt x="275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2" name="Google Shape;17202;p79"/>
            <p:cNvSpPr/>
            <p:nvPr/>
          </p:nvSpPr>
          <p:spPr>
            <a:xfrm>
              <a:off x="2836405" y="3130498"/>
              <a:ext cx="72327" cy="30121"/>
            </a:xfrm>
            <a:custGeom>
              <a:avLst/>
              <a:gdLst/>
              <a:ahLst/>
              <a:cxnLst/>
              <a:rect l="l" t="t" r="r" b="b"/>
              <a:pathLst>
                <a:path w="2759" h="1149" extrusionOk="0">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3" name="Google Shape;17203;p79"/>
            <p:cNvSpPr/>
            <p:nvPr/>
          </p:nvSpPr>
          <p:spPr>
            <a:xfrm>
              <a:off x="2824294" y="3162533"/>
              <a:ext cx="48472" cy="43202"/>
            </a:xfrm>
            <a:custGeom>
              <a:avLst/>
              <a:gdLst/>
              <a:ahLst/>
              <a:cxnLst/>
              <a:rect l="l" t="t" r="r" b="b"/>
              <a:pathLst>
                <a:path w="1849" h="1648" extrusionOk="0">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4" name="Google Shape;17204;p79"/>
            <p:cNvSpPr/>
            <p:nvPr/>
          </p:nvSpPr>
          <p:spPr>
            <a:xfrm>
              <a:off x="2872739" y="3162533"/>
              <a:ext cx="48078" cy="43202"/>
            </a:xfrm>
            <a:custGeom>
              <a:avLst/>
              <a:gdLst/>
              <a:ahLst/>
              <a:cxnLst/>
              <a:rect l="l" t="t" r="r" b="b"/>
              <a:pathLst>
                <a:path w="1834" h="1648" extrusionOk="0">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5" name="Google Shape;17205;p79"/>
            <p:cNvSpPr/>
            <p:nvPr/>
          </p:nvSpPr>
          <p:spPr>
            <a:xfrm>
              <a:off x="2812576" y="3034709"/>
              <a:ext cx="120746" cy="113616"/>
            </a:xfrm>
            <a:custGeom>
              <a:avLst/>
              <a:gdLst/>
              <a:ahLst/>
              <a:cxnLst/>
              <a:rect l="l" t="t" r="r" b="b"/>
              <a:pathLst>
                <a:path w="4606" h="4334" extrusionOk="0">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6" name="Google Shape;17206;p79"/>
            <p:cNvSpPr/>
            <p:nvPr/>
          </p:nvSpPr>
          <p:spPr>
            <a:xfrm>
              <a:off x="2812183" y="3034577"/>
              <a:ext cx="108268" cy="113380"/>
            </a:xfrm>
            <a:custGeom>
              <a:avLst/>
              <a:gdLst/>
              <a:ahLst/>
              <a:cxnLst/>
              <a:rect l="l" t="t" r="r" b="b"/>
              <a:pathLst>
                <a:path w="4130" h="4325" extrusionOk="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7" name="Google Shape;17207;p79"/>
            <p:cNvSpPr/>
            <p:nvPr/>
          </p:nvSpPr>
          <p:spPr>
            <a:xfrm>
              <a:off x="2770186" y="3197110"/>
              <a:ext cx="36360" cy="59823"/>
            </a:xfrm>
            <a:custGeom>
              <a:avLst/>
              <a:gdLst/>
              <a:ahLst/>
              <a:cxnLst/>
              <a:rect l="l" t="t" r="r" b="b"/>
              <a:pathLst>
                <a:path w="1387" h="2282" extrusionOk="0">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08" name="Google Shape;17208;p79"/>
          <p:cNvGrpSpPr/>
          <p:nvPr/>
        </p:nvGrpSpPr>
        <p:grpSpPr>
          <a:xfrm>
            <a:off x="3246251" y="2895245"/>
            <a:ext cx="375792" cy="373800"/>
            <a:chOff x="3246251" y="2895245"/>
            <a:chExt cx="375792" cy="373800"/>
          </a:xfrm>
        </p:grpSpPr>
        <p:sp>
          <p:nvSpPr>
            <p:cNvPr id="17209" name="Google Shape;17209;p79"/>
            <p:cNvSpPr/>
            <p:nvPr/>
          </p:nvSpPr>
          <p:spPr>
            <a:xfrm>
              <a:off x="3246251" y="2960599"/>
              <a:ext cx="308446" cy="308446"/>
            </a:xfrm>
            <a:custGeom>
              <a:avLst/>
              <a:gdLst/>
              <a:ahLst/>
              <a:cxnLst/>
              <a:rect l="l" t="t" r="r" b="b"/>
              <a:pathLst>
                <a:path w="11766" h="11766" extrusionOk="0">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0" name="Google Shape;17210;p79"/>
            <p:cNvSpPr/>
            <p:nvPr/>
          </p:nvSpPr>
          <p:spPr>
            <a:xfrm>
              <a:off x="3400264" y="3108556"/>
              <a:ext cx="154039" cy="12531"/>
            </a:xfrm>
            <a:custGeom>
              <a:avLst/>
              <a:gdLst/>
              <a:ahLst/>
              <a:cxnLst/>
              <a:rect l="l" t="t" r="r" b="b"/>
              <a:pathLst>
                <a:path w="5876" h="478" extrusionOk="0">
                  <a:moveTo>
                    <a:pt x="1" y="1"/>
                  </a:moveTo>
                  <a:lnTo>
                    <a:pt x="1" y="477"/>
                  </a:lnTo>
                  <a:lnTo>
                    <a:pt x="5876" y="477"/>
                  </a:lnTo>
                  <a:lnTo>
                    <a:pt x="5876" y="246"/>
                  </a:lnTo>
                  <a:lnTo>
                    <a:pt x="587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1" name="Google Shape;17211;p79"/>
            <p:cNvSpPr/>
            <p:nvPr/>
          </p:nvSpPr>
          <p:spPr>
            <a:xfrm>
              <a:off x="3529687" y="2895245"/>
              <a:ext cx="92355" cy="89970"/>
            </a:xfrm>
            <a:custGeom>
              <a:avLst/>
              <a:gdLst/>
              <a:ahLst/>
              <a:cxnLst/>
              <a:rect l="l" t="t" r="r" b="b"/>
              <a:pathLst>
                <a:path w="3523" h="3432" extrusionOk="0">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2" name="Google Shape;17212;p79"/>
            <p:cNvSpPr/>
            <p:nvPr/>
          </p:nvSpPr>
          <p:spPr>
            <a:xfrm>
              <a:off x="3529687" y="2895245"/>
              <a:ext cx="62103" cy="89970"/>
            </a:xfrm>
            <a:custGeom>
              <a:avLst/>
              <a:gdLst/>
              <a:ahLst/>
              <a:cxnLst/>
              <a:rect l="l" t="t" r="r" b="b"/>
              <a:pathLst>
                <a:path w="2369" h="3432" extrusionOk="0">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3" name="Google Shape;17213;p79"/>
            <p:cNvSpPr/>
            <p:nvPr/>
          </p:nvSpPr>
          <p:spPr>
            <a:xfrm>
              <a:off x="3283345" y="2997693"/>
              <a:ext cx="234257" cy="234257"/>
            </a:xfrm>
            <a:custGeom>
              <a:avLst/>
              <a:gdLst/>
              <a:ahLst/>
              <a:cxnLst/>
              <a:rect l="l" t="t" r="r" b="b"/>
              <a:pathLst>
                <a:path w="8936" h="8936" extrusionOk="0">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4" name="Google Shape;17214;p79"/>
            <p:cNvSpPr/>
            <p:nvPr/>
          </p:nvSpPr>
          <p:spPr>
            <a:xfrm>
              <a:off x="3400264" y="3108556"/>
              <a:ext cx="117338" cy="12531"/>
            </a:xfrm>
            <a:custGeom>
              <a:avLst/>
              <a:gdLst/>
              <a:ahLst/>
              <a:cxnLst/>
              <a:rect l="l" t="t" r="r" b="b"/>
              <a:pathLst>
                <a:path w="4476" h="478" extrusionOk="0">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5" name="Google Shape;17215;p79"/>
            <p:cNvSpPr/>
            <p:nvPr/>
          </p:nvSpPr>
          <p:spPr>
            <a:xfrm>
              <a:off x="3313990" y="3028338"/>
              <a:ext cx="172573" cy="172967"/>
            </a:xfrm>
            <a:custGeom>
              <a:avLst/>
              <a:gdLst/>
              <a:ahLst/>
              <a:cxnLst/>
              <a:rect l="l" t="t" r="r" b="b"/>
              <a:pathLst>
                <a:path w="6583" h="6598" extrusionOk="0">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6" name="Google Shape;17216;p79"/>
            <p:cNvSpPr/>
            <p:nvPr/>
          </p:nvSpPr>
          <p:spPr>
            <a:xfrm>
              <a:off x="3400264" y="3108556"/>
              <a:ext cx="86693" cy="12531"/>
            </a:xfrm>
            <a:custGeom>
              <a:avLst/>
              <a:gdLst/>
              <a:ahLst/>
              <a:cxnLst/>
              <a:rect l="l" t="t" r="r" b="b"/>
              <a:pathLst>
                <a:path w="3307" h="478" extrusionOk="0">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7" name="Google Shape;17217;p79"/>
            <p:cNvSpPr/>
            <p:nvPr/>
          </p:nvSpPr>
          <p:spPr>
            <a:xfrm>
              <a:off x="3351084" y="3065432"/>
              <a:ext cx="98778" cy="98778"/>
            </a:xfrm>
            <a:custGeom>
              <a:avLst/>
              <a:gdLst/>
              <a:ahLst/>
              <a:cxnLst/>
              <a:rect l="l" t="t" r="r" b="b"/>
              <a:pathLst>
                <a:path w="3768" h="3768" extrusionOk="0">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8" name="Google Shape;17218;p79"/>
            <p:cNvSpPr/>
            <p:nvPr/>
          </p:nvSpPr>
          <p:spPr>
            <a:xfrm>
              <a:off x="3400264" y="3108556"/>
              <a:ext cx="49599" cy="12531"/>
            </a:xfrm>
            <a:custGeom>
              <a:avLst/>
              <a:gdLst/>
              <a:ahLst/>
              <a:cxnLst/>
              <a:rect l="l" t="t" r="r" b="b"/>
              <a:pathLst>
                <a:path w="1892" h="478" extrusionOk="0">
                  <a:moveTo>
                    <a:pt x="1" y="1"/>
                  </a:moveTo>
                  <a:lnTo>
                    <a:pt x="1" y="477"/>
                  </a:lnTo>
                  <a:lnTo>
                    <a:pt x="1877" y="477"/>
                  </a:lnTo>
                  <a:cubicBezTo>
                    <a:pt x="1892" y="318"/>
                    <a:pt x="1892" y="160"/>
                    <a:pt x="187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9" name="Google Shape;17219;p79"/>
            <p:cNvSpPr/>
            <p:nvPr/>
          </p:nvSpPr>
          <p:spPr>
            <a:xfrm>
              <a:off x="3381730" y="3096445"/>
              <a:ext cx="37120" cy="36753"/>
            </a:xfrm>
            <a:custGeom>
              <a:avLst/>
              <a:gdLst/>
              <a:ahLst/>
              <a:cxnLst/>
              <a:rect l="l" t="t" r="r" b="b"/>
              <a:pathLst>
                <a:path w="1416" h="1402" extrusionOk="0">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0" name="Google Shape;17220;p79"/>
            <p:cNvSpPr/>
            <p:nvPr/>
          </p:nvSpPr>
          <p:spPr>
            <a:xfrm>
              <a:off x="3400264" y="3108556"/>
              <a:ext cx="18953" cy="12531"/>
            </a:xfrm>
            <a:custGeom>
              <a:avLst/>
              <a:gdLst/>
              <a:ahLst/>
              <a:cxnLst/>
              <a:rect l="l" t="t" r="r" b="b"/>
              <a:pathLst>
                <a:path w="723" h="478" extrusionOk="0">
                  <a:moveTo>
                    <a:pt x="1" y="1"/>
                  </a:moveTo>
                  <a:lnTo>
                    <a:pt x="1" y="477"/>
                  </a:lnTo>
                  <a:lnTo>
                    <a:pt x="679" y="477"/>
                  </a:lnTo>
                  <a:cubicBezTo>
                    <a:pt x="722" y="318"/>
                    <a:pt x="722" y="160"/>
                    <a:pt x="679"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1" name="Google Shape;17221;p79"/>
            <p:cNvSpPr/>
            <p:nvPr/>
          </p:nvSpPr>
          <p:spPr>
            <a:xfrm>
              <a:off x="3391429" y="3079431"/>
              <a:ext cx="44434" cy="41603"/>
            </a:xfrm>
            <a:custGeom>
              <a:avLst/>
              <a:gdLst/>
              <a:ahLst/>
              <a:cxnLst/>
              <a:rect l="l" t="t" r="r" b="b"/>
              <a:pathLst>
                <a:path w="1695" h="1587" extrusionOk="0">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2" name="Google Shape;17222;p79"/>
            <p:cNvSpPr/>
            <p:nvPr/>
          </p:nvSpPr>
          <p:spPr>
            <a:xfrm>
              <a:off x="3420056" y="2908038"/>
              <a:ext cx="189718" cy="185052"/>
            </a:xfrm>
            <a:custGeom>
              <a:avLst/>
              <a:gdLst/>
              <a:ahLst/>
              <a:cxnLst/>
              <a:rect l="l" t="t" r="r" b="b"/>
              <a:pathLst>
                <a:path w="7237" h="7059" extrusionOk="0">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23" name="Google Shape;17223;p79"/>
          <p:cNvGrpSpPr/>
          <p:nvPr/>
        </p:nvGrpSpPr>
        <p:grpSpPr>
          <a:xfrm>
            <a:off x="3791182" y="2895454"/>
            <a:ext cx="234650" cy="373590"/>
            <a:chOff x="3791182" y="2895454"/>
            <a:chExt cx="234650" cy="373590"/>
          </a:xfrm>
        </p:grpSpPr>
        <p:sp>
          <p:nvSpPr>
            <p:cNvPr id="17224" name="Google Shape;17224;p79"/>
            <p:cNvSpPr/>
            <p:nvPr/>
          </p:nvSpPr>
          <p:spPr>
            <a:xfrm>
              <a:off x="3905479" y="2895454"/>
              <a:ext cx="30278" cy="35652"/>
            </a:xfrm>
            <a:custGeom>
              <a:avLst/>
              <a:gdLst/>
              <a:ahLst/>
              <a:cxnLst/>
              <a:rect l="l" t="t" r="r" b="b"/>
              <a:pathLst>
                <a:path w="1155" h="1360" extrusionOk="0">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5" name="Google Shape;17225;p79"/>
            <p:cNvSpPr/>
            <p:nvPr/>
          </p:nvSpPr>
          <p:spPr>
            <a:xfrm>
              <a:off x="3881623" y="2918969"/>
              <a:ext cx="138520" cy="265689"/>
            </a:xfrm>
            <a:custGeom>
              <a:avLst/>
              <a:gdLst/>
              <a:ahLst/>
              <a:cxnLst/>
              <a:rect l="l" t="t" r="r" b="b"/>
              <a:pathLst>
                <a:path w="5284" h="10135" extrusionOk="0">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6" name="Google Shape;17226;p79"/>
            <p:cNvSpPr/>
            <p:nvPr/>
          </p:nvSpPr>
          <p:spPr>
            <a:xfrm>
              <a:off x="3791182" y="2940885"/>
              <a:ext cx="223299" cy="255491"/>
            </a:xfrm>
            <a:custGeom>
              <a:avLst/>
              <a:gdLst/>
              <a:ahLst/>
              <a:cxnLst/>
              <a:rect l="l" t="t" r="r" b="b"/>
              <a:pathLst>
                <a:path w="8518" h="9746" extrusionOk="0">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7" name="Google Shape;17227;p79"/>
            <p:cNvSpPr/>
            <p:nvPr/>
          </p:nvSpPr>
          <p:spPr>
            <a:xfrm>
              <a:off x="3869145" y="2961726"/>
              <a:ext cx="12138" cy="17826"/>
            </a:xfrm>
            <a:custGeom>
              <a:avLst/>
              <a:gdLst/>
              <a:ahLst/>
              <a:cxnLst/>
              <a:rect l="l" t="t" r="r" b="b"/>
              <a:pathLst>
                <a:path w="463" h="680" extrusionOk="0">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8" name="Google Shape;17228;p79"/>
            <p:cNvSpPr/>
            <p:nvPr/>
          </p:nvSpPr>
          <p:spPr>
            <a:xfrm>
              <a:off x="3793069" y="3004247"/>
              <a:ext cx="155193" cy="186467"/>
            </a:xfrm>
            <a:custGeom>
              <a:avLst/>
              <a:gdLst/>
              <a:ahLst/>
              <a:cxnLst/>
              <a:rect l="l" t="t" r="r" b="b"/>
              <a:pathLst>
                <a:path w="5920" h="7113" extrusionOk="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9" name="Google Shape;17229;p79"/>
            <p:cNvSpPr/>
            <p:nvPr/>
          </p:nvSpPr>
          <p:spPr>
            <a:xfrm>
              <a:off x="3833178" y="3184632"/>
              <a:ext cx="180936" cy="30305"/>
            </a:xfrm>
            <a:custGeom>
              <a:avLst/>
              <a:gdLst/>
              <a:ahLst/>
              <a:cxnLst/>
              <a:rect l="l" t="t" r="r" b="b"/>
              <a:pathLst>
                <a:path w="6902" h="1156" extrusionOk="0">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0" name="Google Shape;17230;p79"/>
            <p:cNvSpPr/>
            <p:nvPr/>
          </p:nvSpPr>
          <p:spPr>
            <a:xfrm>
              <a:off x="3833178" y="3184632"/>
              <a:ext cx="60216" cy="30305"/>
            </a:xfrm>
            <a:custGeom>
              <a:avLst/>
              <a:gdLst/>
              <a:ahLst/>
              <a:cxnLst/>
              <a:rect l="l" t="t" r="r" b="b"/>
              <a:pathLst>
                <a:path w="2297" h="1156" extrusionOk="0">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1" name="Google Shape;17231;p79"/>
            <p:cNvSpPr/>
            <p:nvPr/>
          </p:nvSpPr>
          <p:spPr>
            <a:xfrm>
              <a:off x="3821067" y="3208855"/>
              <a:ext cx="204765" cy="60190"/>
            </a:xfrm>
            <a:custGeom>
              <a:avLst/>
              <a:gdLst/>
              <a:ahLst/>
              <a:cxnLst/>
              <a:rect l="l" t="t" r="r" b="b"/>
              <a:pathLst>
                <a:path w="7811" h="2296" extrusionOk="0">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2" name="Google Shape;17232;p79"/>
            <p:cNvSpPr/>
            <p:nvPr/>
          </p:nvSpPr>
          <p:spPr>
            <a:xfrm>
              <a:off x="3821067" y="3208855"/>
              <a:ext cx="78383" cy="60190"/>
            </a:xfrm>
            <a:custGeom>
              <a:avLst/>
              <a:gdLst/>
              <a:ahLst/>
              <a:cxnLst/>
              <a:rect l="l" t="t" r="r" b="b"/>
              <a:pathLst>
                <a:path w="2990" h="2296" extrusionOk="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33" name="Google Shape;17233;p79"/>
          <p:cNvGrpSpPr/>
          <p:nvPr/>
        </p:nvGrpSpPr>
        <p:grpSpPr>
          <a:xfrm>
            <a:off x="7042995" y="2489463"/>
            <a:ext cx="364441" cy="256225"/>
            <a:chOff x="7042995" y="2489463"/>
            <a:chExt cx="364441" cy="256225"/>
          </a:xfrm>
        </p:grpSpPr>
        <p:sp>
          <p:nvSpPr>
            <p:cNvPr id="17234" name="Google Shape;17234;p79"/>
            <p:cNvSpPr/>
            <p:nvPr/>
          </p:nvSpPr>
          <p:spPr>
            <a:xfrm>
              <a:off x="7042995" y="2526164"/>
              <a:ext cx="364441" cy="219524"/>
            </a:xfrm>
            <a:custGeom>
              <a:avLst/>
              <a:gdLst/>
              <a:ahLst/>
              <a:cxnLst/>
              <a:rect l="l" t="t" r="r" b="b"/>
              <a:pathLst>
                <a:path w="13902" h="8374" extrusionOk="0">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5" name="Google Shape;17235;p79"/>
            <p:cNvSpPr/>
            <p:nvPr/>
          </p:nvSpPr>
          <p:spPr>
            <a:xfrm>
              <a:off x="7042995" y="2526164"/>
              <a:ext cx="200204" cy="219524"/>
            </a:xfrm>
            <a:custGeom>
              <a:avLst/>
              <a:gdLst/>
              <a:ahLst/>
              <a:cxnLst/>
              <a:rect l="l" t="t" r="r" b="b"/>
              <a:pathLst>
                <a:path w="7637" h="8374" extrusionOk="0">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6" name="Google Shape;17236;p79"/>
            <p:cNvSpPr/>
            <p:nvPr/>
          </p:nvSpPr>
          <p:spPr>
            <a:xfrm>
              <a:off x="7120198" y="2557255"/>
              <a:ext cx="183557" cy="157395"/>
            </a:xfrm>
            <a:custGeom>
              <a:avLst/>
              <a:gdLst/>
              <a:ahLst/>
              <a:cxnLst/>
              <a:rect l="l" t="t" r="r" b="b"/>
              <a:pathLst>
                <a:path w="7002" h="6004" extrusionOk="0">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7" name="Google Shape;17237;p79"/>
            <p:cNvSpPr/>
            <p:nvPr/>
          </p:nvSpPr>
          <p:spPr>
            <a:xfrm>
              <a:off x="7146308" y="2557622"/>
              <a:ext cx="93876" cy="157002"/>
            </a:xfrm>
            <a:custGeom>
              <a:avLst/>
              <a:gdLst/>
              <a:ahLst/>
              <a:cxnLst/>
              <a:rect l="l" t="t" r="r" b="b"/>
              <a:pathLst>
                <a:path w="3581" h="5989" extrusionOk="0">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8" name="Google Shape;17238;p79"/>
            <p:cNvSpPr/>
            <p:nvPr/>
          </p:nvSpPr>
          <p:spPr>
            <a:xfrm>
              <a:off x="7172025" y="2596236"/>
              <a:ext cx="92749" cy="79431"/>
            </a:xfrm>
            <a:custGeom>
              <a:avLst/>
              <a:gdLst/>
              <a:ahLst/>
              <a:cxnLst/>
              <a:rect l="l" t="t" r="r" b="b"/>
              <a:pathLst>
                <a:path w="3538" h="3030" extrusionOk="0">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9" name="Google Shape;17239;p79"/>
            <p:cNvSpPr/>
            <p:nvPr/>
          </p:nvSpPr>
          <p:spPr>
            <a:xfrm>
              <a:off x="7185290" y="2596420"/>
              <a:ext cx="55261" cy="79143"/>
            </a:xfrm>
            <a:custGeom>
              <a:avLst/>
              <a:gdLst/>
              <a:ahLst/>
              <a:cxnLst/>
              <a:rect l="l" t="t" r="r" b="b"/>
              <a:pathLst>
                <a:path w="2108" h="3019" extrusionOk="0">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0" name="Google Shape;17240;p79"/>
            <p:cNvSpPr/>
            <p:nvPr/>
          </p:nvSpPr>
          <p:spPr>
            <a:xfrm>
              <a:off x="7338360" y="2541159"/>
              <a:ext cx="35574" cy="24747"/>
            </a:xfrm>
            <a:custGeom>
              <a:avLst/>
              <a:gdLst/>
              <a:ahLst/>
              <a:cxnLst/>
              <a:rect l="l" t="t" r="r" b="b"/>
              <a:pathLst>
                <a:path w="1357" h="944" extrusionOk="0">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1" name="Google Shape;17241;p79"/>
            <p:cNvSpPr/>
            <p:nvPr/>
          </p:nvSpPr>
          <p:spPr>
            <a:xfrm>
              <a:off x="7106567" y="2489463"/>
              <a:ext cx="221648" cy="56415"/>
            </a:xfrm>
            <a:custGeom>
              <a:avLst/>
              <a:gdLst/>
              <a:ahLst/>
              <a:cxnLst/>
              <a:rect l="l" t="t" r="r" b="b"/>
              <a:pathLst>
                <a:path w="8455" h="2152" extrusionOk="0">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2" name="Google Shape;17242;p79"/>
            <p:cNvSpPr/>
            <p:nvPr/>
          </p:nvSpPr>
          <p:spPr>
            <a:xfrm>
              <a:off x="7234863" y="2598884"/>
              <a:ext cx="32192" cy="27211"/>
            </a:xfrm>
            <a:custGeom>
              <a:avLst/>
              <a:gdLst/>
              <a:ahLst/>
              <a:cxnLst/>
              <a:rect l="l" t="t" r="r" b="b"/>
              <a:pathLst>
                <a:path w="1228" h="1038" extrusionOk="0">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43" name="Google Shape;17243;p79"/>
          <p:cNvGrpSpPr/>
          <p:nvPr/>
        </p:nvGrpSpPr>
        <p:grpSpPr>
          <a:xfrm>
            <a:off x="7517172" y="2437007"/>
            <a:ext cx="364284" cy="361243"/>
            <a:chOff x="7517172" y="2437007"/>
            <a:chExt cx="364284" cy="361243"/>
          </a:xfrm>
        </p:grpSpPr>
        <p:sp>
          <p:nvSpPr>
            <p:cNvPr id="17244" name="Google Shape;17244;p79"/>
            <p:cNvSpPr/>
            <p:nvPr/>
          </p:nvSpPr>
          <p:spPr>
            <a:xfrm>
              <a:off x="7517172" y="2548499"/>
              <a:ext cx="164997" cy="78724"/>
            </a:xfrm>
            <a:custGeom>
              <a:avLst/>
              <a:gdLst/>
              <a:ahLst/>
              <a:cxnLst/>
              <a:rect l="l" t="t" r="r" b="b"/>
              <a:pathLst>
                <a:path w="6294" h="3003" extrusionOk="0">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5" name="Google Shape;17245;p79"/>
            <p:cNvSpPr/>
            <p:nvPr/>
          </p:nvSpPr>
          <p:spPr>
            <a:xfrm>
              <a:off x="7690112" y="2635166"/>
              <a:ext cx="79117" cy="163084"/>
            </a:xfrm>
            <a:custGeom>
              <a:avLst/>
              <a:gdLst/>
              <a:ahLst/>
              <a:cxnLst/>
              <a:rect l="l" t="t" r="r" b="b"/>
              <a:pathLst>
                <a:path w="3018" h="6221" extrusionOk="0">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6" name="Google Shape;17246;p79"/>
            <p:cNvSpPr/>
            <p:nvPr/>
          </p:nvSpPr>
          <p:spPr>
            <a:xfrm>
              <a:off x="7517172" y="2552274"/>
              <a:ext cx="118833" cy="69286"/>
            </a:xfrm>
            <a:custGeom>
              <a:avLst/>
              <a:gdLst/>
              <a:ahLst/>
              <a:cxnLst/>
              <a:rect l="l" t="t" r="r" b="b"/>
              <a:pathLst>
                <a:path w="4533" h="2643" extrusionOk="0">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7" name="Google Shape;17247;p79"/>
            <p:cNvSpPr/>
            <p:nvPr/>
          </p:nvSpPr>
          <p:spPr>
            <a:xfrm>
              <a:off x="7690112" y="2699864"/>
              <a:ext cx="23095" cy="98385"/>
            </a:xfrm>
            <a:custGeom>
              <a:avLst/>
              <a:gdLst/>
              <a:ahLst/>
              <a:cxnLst/>
              <a:rect l="l" t="t" r="r" b="b"/>
              <a:pathLst>
                <a:path w="881" h="3753" extrusionOk="0">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8" name="Google Shape;17248;p79"/>
            <p:cNvSpPr/>
            <p:nvPr/>
          </p:nvSpPr>
          <p:spPr>
            <a:xfrm>
              <a:off x="7585646" y="2437138"/>
              <a:ext cx="295128" cy="293608"/>
            </a:xfrm>
            <a:custGeom>
              <a:avLst/>
              <a:gdLst/>
              <a:ahLst/>
              <a:cxnLst/>
              <a:rect l="l" t="t" r="r" b="b"/>
              <a:pathLst>
                <a:path w="11258" h="11200" extrusionOk="0">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9" name="Google Shape;17249;p79"/>
            <p:cNvSpPr/>
            <p:nvPr/>
          </p:nvSpPr>
          <p:spPr>
            <a:xfrm>
              <a:off x="7585646" y="2437400"/>
              <a:ext cx="295495" cy="219341"/>
            </a:xfrm>
            <a:custGeom>
              <a:avLst/>
              <a:gdLst/>
              <a:ahLst/>
              <a:cxnLst/>
              <a:rect l="l" t="t" r="r" b="b"/>
              <a:pathLst>
                <a:path w="11272" h="8367" extrusionOk="0">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0" name="Google Shape;17250;p79"/>
            <p:cNvSpPr/>
            <p:nvPr/>
          </p:nvSpPr>
          <p:spPr>
            <a:xfrm>
              <a:off x="7734757" y="2520868"/>
              <a:ext cx="61710" cy="61710"/>
            </a:xfrm>
            <a:custGeom>
              <a:avLst/>
              <a:gdLst/>
              <a:ahLst/>
              <a:cxnLst/>
              <a:rect l="l" t="t" r="r" b="b"/>
              <a:pathLst>
                <a:path w="2354" h="2354" extrusionOk="0">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1" name="Google Shape;17251;p79"/>
            <p:cNvSpPr/>
            <p:nvPr/>
          </p:nvSpPr>
          <p:spPr>
            <a:xfrm>
              <a:off x="7734757" y="2520790"/>
              <a:ext cx="38248" cy="61867"/>
            </a:xfrm>
            <a:custGeom>
              <a:avLst/>
              <a:gdLst/>
              <a:ahLst/>
              <a:cxnLst/>
              <a:rect l="l" t="t" r="r" b="b"/>
              <a:pathLst>
                <a:path w="1459" h="2360" extrusionOk="0">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2" name="Google Shape;17252;p79"/>
            <p:cNvSpPr/>
            <p:nvPr/>
          </p:nvSpPr>
          <p:spPr>
            <a:xfrm>
              <a:off x="7578096" y="2659362"/>
              <a:ext cx="79484" cy="78750"/>
            </a:xfrm>
            <a:custGeom>
              <a:avLst/>
              <a:gdLst/>
              <a:ahLst/>
              <a:cxnLst/>
              <a:rect l="l" t="t" r="r" b="b"/>
              <a:pathLst>
                <a:path w="3032" h="3004" extrusionOk="0">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3" name="Google Shape;17253;p79"/>
            <p:cNvSpPr/>
            <p:nvPr/>
          </p:nvSpPr>
          <p:spPr>
            <a:xfrm>
              <a:off x="7578096" y="2659755"/>
              <a:ext cx="31039" cy="34473"/>
            </a:xfrm>
            <a:custGeom>
              <a:avLst/>
              <a:gdLst/>
              <a:ahLst/>
              <a:cxnLst/>
              <a:rect l="l" t="t" r="r" b="b"/>
              <a:pathLst>
                <a:path w="1184" h="1315" extrusionOk="0">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4" name="Google Shape;17254;p79"/>
            <p:cNvSpPr/>
            <p:nvPr/>
          </p:nvSpPr>
          <p:spPr>
            <a:xfrm>
              <a:off x="7585646" y="2627196"/>
              <a:ext cx="104493" cy="103549"/>
            </a:xfrm>
            <a:custGeom>
              <a:avLst/>
              <a:gdLst/>
              <a:ahLst/>
              <a:cxnLst/>
              <a:rect l="l" t="t" r="r" b="b"/>
              <a:pathLst>
                <a:path w="3986" h="3950" extrusionOk="0">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5" name="Google Shape;17255;p79"/>
            <p:cNvSpPr/>
            <p:nvPr/>
          </p:nvSpPr>
          <p:spPr>
            <a:xfrm>
              <a:off x="7585646" y="2627196"/>
              <a:ext cx="28050" cy="29544"/>
            </a:xfrm>
            <a:custGeom>
              <a:avLst/>
              <a:gdLst/>
              <a:ahLst/>
              <a:cxnLst/>
              <a:rect l="l" t="t" r="r" b="b"/>
              <a:pathLst>
                <a:path w="1070" h="1127" extrusionOk="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6" name="Google Shape;17256;p79"/>
            <p:cNvSpPr/>
            <p:nvPr/>
          </p:nvSpPr>
          <p:spPr>
            <a:xfrm>
              <a:off x="7539874" y="2697505"/>
              <a:ext cx="32480" cy="29544"/>
            </a:xfrm>
            <a:custGeom>
              <a:avLst/>
              <a:gdLst/>
              <a:ahLst/>
              <a:cxnLst/>
              <a:rect l="l" t="t" r="r" b="b"/>
              <a:pathLst>
                <a:path w="1239" h="1127" extrusionOk="0">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7" name="Google Shape;17257;p79"/>
            <p:cNvSpPr/>
            <p:nvPr/>
          </p:nvSpPr>
          <p:spPr>
            <a:xfrm>
              <a:off x="7558041" y="2715515"/>
              <a:ext cx="32454" cy="29597"/>
            </a:xfrm>
            <a:custGeom>
              <a:avLst/>
              <a:gdLst/>
              <a:ahLst/>
              <a:cxnLst/>
              <a:rect l="l" t="t" r="r" b="b"/>
              <a:pathLst>
                <a:path w="1238" h="1129" extrusionOk="0">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8" name="Google Shape;17258;p79"/>
            <p:cNvSpPr/>
            <p:nvPr/>
          </p:nvSpPr>
          <p:spPr>
            <a:xfrm>
              <a:off x="7593982" y="2751639"/>
              <a:ext cx="32507" cy="29518"/>
            </a:xfrm>
            <a:custGeom>
              <a:avLst/>
              <a:gdLst/>
              <a:ahLst/>
              <a:cxnLst/>
              <a:rect l="l" t="t" r="r" b="b"/>
              <a:pathLst>
                <a:path w="1240" h="1126" extrusionOk="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9" name="Google Shape;17259;p79"/>
            <p:cNvSpPr/>
            <p:nvPr/>
          </p:nvSpPr>
          <p:spPr>
            <a:xfrm>
              <a:off x="7576208" y="2733629"/>
              <a:ext cx="32140" cy="29649"/>
            </a:xfrm>
            <a:custGeom>
              <a:avLst/>
              <a:gdLst/>
              <a:ahLst/>
              <a:cxnLst/>
              <a:rect l="l" t="t" r="r" b="b"/>
              <a:pathLst>
                <a:path w="1226" h="1131" extrusionOk="0">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0" name="Google Shape;17260;p79"/>
            <p:cNvSpPr/>
            <p:nvPr/>
          </p:nvSpPr>
          <p:spPr>
            <a:xfrm>
              <a:off x="7811567" y="2437033"/>
              <a:ext cx="69522" cy="68736"/>
            </a:xfrm>
            <a:custGeom>
              <a:avLst/>
              <a:gdLst/>
              <a:ahLst/>
              <a:cxnLst/>
              <a:rect l="l" t="t" r="r" b="b"/>
              <a:pathLst>
                <a:path w="2652" h="2622" extrusionOk="0">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1" name="Google Shape;17261;p79"/>
            <p:cNvSpPr/>
            <p:nvPr/>
          </p:nvSpPr>
          <p:spPr>
            <a:xfrm>
              <a:off x="7811567" y="2437007"/>
              <a:ext cx="69889" cy="30147"/>
            </a:xfrm>
            <a:custGeom>
              <a:avLst/>
              <a:gdLst/>
              <a:ahLst/>
              <a:cxnLst/>
              <a:rect l="l" t="t" r="r" b="b"/>
              <a:pathLst>
                <a:path w="2666" h="1150" extrusionOk="0">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2" name="Google Shape;17262;p79"/>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3" name="Google Shape;17263;p79"/>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4" name="Google Shape;17264;p79"/>
            <p:cNvSpPr/>
            <p:nvPr/>
          </p:nvSpPr>
          <p:spPr>
            <a:xfrm>
              <a:off x="7600798" y="2589080"/>
              <a:ext cx="126409" cy="126330"/>
            </a:xfrm>
            <a:custGeom>
              <a:avLst/>
              <a:gdLst/>
              <a:ahLst/>
              <a:cxnLst/>
              <a:rect l="l" t="t" r="r" b="b"/>
              <a:pathLst>
                <a:path w="4822" h="4819" extrusionOk="0">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65" name="Google Shape;17265;p79"/>
          <p:cNvGrpSpPr/>
          <p:nvPr/>
        </p:nvGrpSpPr>
        <p:grpSpPr>
          <a:xfrm>
            <a:off x="8006475" y="2436954"/>
            <a:ext cx="335290" cy="361321"/>
            <a:chOff x="8006475" y="2436954"/>
            <a:chExt cx="335290" cy="361321"/>
          </a:xfrm>
        </p:grpSpPr>
        <p:sp>
          <p:nvSpPr>
            <p:cNvPr id="17266" name="Google Shape;17266;p79"/>
            <p:cNvSpPr/>
            <p:nvPr/>
          </p:nvSpPr>
          <p:spPr>
            <a:xfrm>
              <a:off x="8174487" y="2454256"/>
              <a:ext cx="83652" cy="45824"/>
            </a:xfrm>
            <a:custGeom>
              <a:avLst/>
              <a:gdLst/>
              <a:ahLst/>
              <a:cxnLst/>
              <a:rect l="l" t="t" r="r" b="b"/>
              <a:pathLst>
                <a:path w="3191" h="1748" extrusionOk="0">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7" name="Google Shape;17267;p79"/>
            <p:cNvSpPr/>
            <p:nvPr/>
          </p:nvSpPr>
          <p:spPr>
            <a:xfrm>
              <a:off x="8174487" y="2454256"/>
              <a:ext cx="17066" cy="45824"/>
            </a:xfrm>
            <a:custGeom>
              <a:avLst/>
              <a:gdLst/>
              <a:ahLst/>
              <a:cxnLst/>
              <a:rect l="l" t="t" r="r" b="b"/>
              <a:pathLst>
                <a:path w="651" h="1748" extrusionOk="0">
                  <a:moveTo>
                    <a:pt x="1" y="1"/>
                  </a:moveTo>
                  <a:lnTo>
                    <a:pt x="1" y="1748"/>
                  </a:lnTo>
                  <a:lnTo>
                    <a:pt x="650" y="1748"/>
                  </a:lnTo>
                  <a:lnTo>
                    <a:pt x="650"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8" name="Google Shape;17268;p79"/>
            <p:cNvSpPr/>
            <p:nvPr/>
          </p:nvSpPr>
          <p:spPr>
            <a:xfrm>
              <a:off x="8168431" y="2436954"/>
              <a:ext cx="11771" cy="258008"/>
            </a:xfrm>
            <a:custGeom>
              <a:avLst/>
              <a:gdLst/>
              <a:ahLst/>
              <a:cxnLst/>
              <a:rect l="l" t="t" r="r" b="b"/>
              <a:pathLst>
                <a:path w="449" h="9842" extrusionOk="0">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9" name="Google Shape;17269;p79"/>
            <p:cNvSpPr/>
            <p:nvPr/>
          </p:nvSpPr>
          <p:spPr>
            <a:xfrm>
              <a:off x="8076862" y="2643476"/>
              <a:ext cx="45798" cy="103340"/>
            </a:xfrm>
            <a:custGeom>
              <a:avLst/>
              <a:gdLst/>
              <a:ahLst/>
              <a:cxnLst/>
              <a:rect l="l" t="t" r="r" b="b"/>
              <a:pathLst>
                <a:path w="1747" h="3942" extrusionOk="0">
                  <a:moveTo>
                    <a:pt x="0" y="1"/>
                  </a:moveTo>
                  <a:lnTo>
                    <a:pt x="0" y="3942"/>
                  </a:lnTo>
                  <a:lnTo>
                    <a:pt x="1747" y="3942"/>
                  </a:lnTo>
                  <a:lnTo>
                    <a:pt x="1747"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0" name="Google Shape;17270;p79"/>
            <p:cNvSpPr/>
            <p:nvPr/>
          </p:nvSpPr>
          <p:spPr>
            <a:xfrm>
              <a:off x="8065118" y="2534500"/>
              <a:ext cx="122267" cy="120353"/>
            </a:xfrm>
            <a:custGeom>
              <a:avLst/>
              <a:gdLst/>
              <a:ahLst/>
              <a:cxnLst/>
              <a:rect l="l" t="t" r="r" b="b"/>
              <a:pathLst>
                <a:path w="4664" h="4591" extrusionOk="0">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1" name="Google Shape;17271;p79"/>
            <p:cNvSpPr/>
            <p:nvPr/>
          </p:nvSpPr>
          <p:spPr>
            <a:xfrm>
              <a:off x="8099932" y="2654827"/>
              <a:ext cx="5715" cy="91988"/>
            </a:xfrm>
            <a:custGeom>
              <a:avLst/>
              <a:gdLst/>
              <a:ahLst/>
              <a:cxnLst/>
              <a:rect l="l" t="t" r="r" b="b"/>
              <a:pathLst>
                <a:path w="218" h="3509" extrusionOk="0">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2" name="Google Shape;17272;p79"/>
            <p:cNvSpPr/>
            <p:nvPr/>
          </p:nvSpPr>
          <p:spPr>
            <a:xfrm>
              <a:off x="8006475" y="2677450"/>
              <a:ext cx="335290" cy="120825"/>
            </a:xfrm>
            <a:custGeom>
              <a:avLst/>
              <a:gdLst/>
              <a:ahLst/>
              <a:cxnLst/>
              <a:rect l="l" t="t" r="r" b="b"/>
              <a:pathLst>
                <a:path w="12790" h="4609" extrusionOk="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3" name="Google Shape;17273;p79"/>
            <p:cNvSpPr/>
            <p:nvPr/>
          </p:nvSpPr>
          <p:spPr>
            <a:xfrm>
              <a:off x="8200283" y="2711163"/>
              <a:ext cx="56336" cy="40188"/>
            </a:xfrm>
            <a:custGeom>
              <a:avLst/>
              <a:gdLst/>
              <a:ahLst/>
              <a:cxnLst/>
              <a:rect l="l" t="t" r="r" b="b"/>
              <a:pathLst>
                <a:path w="2149" h="1533" extrusionOk="0">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4" name="Google Shape;17274;p79"/>
            <p:cNvSpPr/>
            <p:nvPr/>
          </p:nvSpPr>
          <p:spPr>
            <a:xfrm>
              <a:off x="8177187" y="2694883"/>
              <a:ext cx="22309" cy="15598"/>
            </a:xfrm>
            <a:custGeom>
              <a:avLst/>
              <a:gdLst/>
              <a:ahLst/>
              <a:cxnLst/>
              <a:rect l="l" t="t" r="r" b="b"/>
              <a:pathLst>
                <a:path w="851" h="595" extrusionOk="0">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5" name="Google Shape;17275;p79"/>
            <p:cNvSpPr/>
            <p:nvPr/>
          </p:nvSpPr>
          <p:spPr>
            <a:xfrm>
              <a:off x="8006475" y="2677398"/>
              <a:ext cx="174461" cy="120877"/>
            </a:xfrm>
            <a:custGeom>
              <a:avLst/>
              <a:gdLst/>
              <a:ahLst/>
              <a:cxnLst/>
              <a:rect l="l" t="t" r="r" b="b"/>
              <a:pathLst>
                <a:path w="6655" h="4611" extrusionOk="0">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6" name="Google Shape;17276;p79"/>
            <p:cNvSpPr/>
            <p:nvPr/>
          </p:nvSpPr>
          <p:spPr>
            <a:xfrm>
              <a:off x="8088213" y="2534500"/>
              <a:ext cx="23489" cy="17040"/>
            </a:xfrm>
            <a:custGeom>
              <a:avLst/>
              <a:gdLst/>
              <a:ahLst/>
              <a:cxnLst/>
              <a:rect l="l" t="t" r="r" b="b"/>
              <a:pathLst>
                <a:path w="896" h="650" extrusionOk="0">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7" name="Google Shape;17277;p79"/>
            <p:cNvSpPr/>
            <p:nvPr/>
          </p:nvSpPr>
          <p:spPr>
            <a:xfrm>
              <a:off x="8076862" y="2494391"/>
              <a:ext cx="46191" cy="51486"/>
            </a:xfrm>
            <a:custGeom>
              <a:avLst/>
              <a:gdLst/>
              <a:ahLst/>
              <a:cxnLst/>
              <a:rect l="l" t="t" r="r" b="b"/>
              <a:pathLst>
                <a:path w="1762" h="1964" extrusionOk="0">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8" name="Google Shape;17278;p79"/>
            <p:cNvSpPr/>
            <p:nvPr/>
          </p:nvSpPr>
          <p:spPr>
            <a:xfrm>
              <a:off x="8076548" y="2494391"/>
              <a:ext cx="31746" cy="51644"/>
            </a:xfrm>
            <a:custGeom>
              <a:avLst/>
              <a:gdLst/>
              <a:ahLst/>
              <a:cxnLst/>
              <a:rect l="l" t="t" r="r" b="b"/>
              <a:pathLst>
                <a:path w="1211" h="1970" extrusionOk="0">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9" name="Google Shape;17279;p79"/>
            <p:cNvSpPr/>
            <p:nvPr/>
          </p:nvSpPr>
          <p:spPr>
            <a:xfrm>
              <a:off x="8076862" y="2494391"/>
              <a:ext cx="45798" cy="23095"/>
            </a:xfrm>
            <a:custGeom>
              <a:avLst/>
              <a:gdLst/>
              <a:ahLst/>
              <a:cxnLst/>
              <a:rect l="l" t="t" r="r" b="b"/>
              <a:pathLst>
                <a:path w="1747" h="881" extrusionOk="0">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0" name="Google Shape;17280;p79"/>
            <p:cNvSpPr/>
            <p:nvPr/>
          </p:nvSpPr>
          <p:spPr>
            <a:xfrm>
              <a:off x="8076862" y="2494391"/>
              <a:ext cx="31432" cy="20841"/>
            </a:xfrm>
            <a:custGeom>
              <a:avLst/>
              <a:gdLst/>
              <a:ahLst/>
              <a:cxnLst/>
              <a:rect l="l" t="t" r="r" b="b"/>
              <a:pathLst>
                <a:path w="1199" h="795" extrusionOk="0">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1" name="Google Shape;17281;p79"/>
            <p:cNvSpPr/>
            <p:nvPr/>
          </p:nvSpPr>
          <p:spPr>
            <a:xfrm>
              <a:off x="8065511" y="2553794"/>
              <a:ext cx="112017" cy="89708"/>
            </a:xfrm>
            <a:custGeom>
              <a:avLst/>
              <a:gdLst/>
              <a:ahLst/>
              <a:cxnLst/>
              <a:rect l="l" t="t" r="r" b="b"/>
              <a:pathLst>
                <a:path w="4273" h="3422" extrusionOk="0">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2" name="Google Shape;17282;p79"/>
            <p:cNvSpPr/>
            <p:nvPr/>
          </p:nvSpPr>
          <p:spPr>
            <a:xfrm>
              <a:off x="8122634" y="2560977"/>
              <a:ext cx="54527" cy="43176"/>
            </a:xfrm>
            <a:custGeom>
              <a:avLst/>
              <a:gdLst/>
              <a:ahLst/>
              <a:cxnLst/>
              <a:rect l="l" t="t" r="r" b="b"/>
              <a:pathLst>
                <a:path w="2080" h="1647" extrusionOk="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3" name="Google Shape;17283;p79"/>
            <p:cNvSpPr/>
            <p:nvPr/>
          </p:nvSpPr>
          <p:spPr>
            <a:xfrm>
              <a:off x="8065511" y="2560977"/>
              <a:ext cx="17040" cy="94269"/>
            </a:xfrm>
            <a:custGeom>
              <a:avLst/>
              <a:gdLst/>
              <a:ahLst/>
              <a:cxnLst/>
              <a:rect l="l" t="t" r="r" b="b"/>
              <a:pathLst>
                <a:path w="650" h="3596" extrusionOk="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4" name="Google Shape;17284;p79"/>
            <p:cNvSpPr/>
            <p:nvPr/>
          </p:nvSpPr>
          <p:spPr>
            <a:xfrm>
              <a:off x="8071174" y="2654827"/>
              <a:ext cx="11377" cy="11377"/>
            </a:xfrm>
            <a:custGeom>
              <a:avLst/>
              <a:gdLst/>
              <a:ahLst/>
              <a:cxnLst/>
              <a:rect l="l" t="t" r="r" b="b"/>
              <a:pathLst>
                <a:path w="434" h="434" extrusionOk="0">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85" name="Google Shape;17285;p79"/>
          <p:cNvGrpSpPr/>
          <p:nvPr/>
        </p:nvGrpSpPr>
        <p:grpSpPr>
          <a:xfrm>
            <a:off x="5596661" y="2909139"/>
            <a:ext cx="394326" cy="349682"/>
            <a:chOff x="5596661" y="2909139"/>
            <a:chExt cx="394326" cy="349682"/>
          </a:xfrm>
        </p:grpSpPr>
        <p:sp>
          <p:nvSpPr>
            <p:cNvPr id="17286" name="Google Shape;17286;p79"/>
            <p:cNvSpPr/>
            <p:nvPr/>
          </p:nvSpPr>
          <p:spPr>
            <a:xfrm>
              <a:off x="5762025" y="2909139"/>
              <a:ext cx="228962" cy="190740"/>
            </a:xfrm>
            <a:custGeom>
              <a:avLst/>
              <a:gdLst/>
              <a:ahLst/>
              <a:cxnLst/>
              <a:rect l="l" t="t" r="r" b="b"/>
              <a:pathLst>
                <a:path w="8734" h="7276" extrusionOk="0">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7" name="Google Shape;17287;p79"/>
            <p:cNvSpPr/>
            <p:nvPr/>
          </p:nvSpPr>
          <p:spPr>
            <a:xfrm>
              <a:off x="5597395" y="3061631"/>
              <a:ext cx="113957" cy="114324"/>
            </a:xfrm>
            <a:custGeom>
              <a:avLst/>
              <a:gdLst/>
              <a:ahLst/>
              <a:cxnLst/>
              <a:rect l="l" t="t" r="r" b="b"/>
              <a:pathLst>
                <a:path w="4347" h="4361" extrusionOk="0">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8" name="Google Shape;17288;p79"/>
            <p:cNvSpPr/>
            <p:nvPr/>
          </p:nvSpPr>
          <p:spPr>
            <a:xfrm>
              <a:off x="5628434" y="3061631"/>
              <a:ext cx="82918" cy="114324"/>
            </a:xfrm>
            <a:custGeom>
              <a:avLst/>
              <a:gdLst/>
              <a:ahLst/>
              <a:cxnLst/>
              <a:rect l="l" t="t" r="r" b="b"/>
              <a:pathLst>
                <a:path w="3163" h="4361" extrusionOk="0">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9" name="Google Shape;17289;p79"/>
            <p:cNvSpPr/>
            <p:nvPr/>
          </p:nvSpPr>
          <p:spPr>
            <a:xfrm>
              <a:off x="5596661" y="3067032"/>
              <a:ext cx="216483" cy="191789"/>
            </a:xfrm>
            <a:custGeom>
              <a:avLst/>
              <a:gdLst/>
              <a:ahLst/>
              <a:cxnLst/>
              <a:rect l="l" t="t" r="r" b="b"/>
              <a:pathLst>
                <a:path w="8258" h="7316" extrusionOk="0">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0" name="Google Shape;17290;p79"/>
            <p:cNvSpPr/>
            <p:nvPr/>
          </p:nvSpPr>
          <p:spPr>
            <a:xfrm>
              <a:off x="5596661" y="3095318"/>
              <a:ext cx="197163" cy="163136"/>
            </a:xfrm>
            <a:custGeom>
              <a:avLst/>
              <a:gdLst/>
              <a:ahLst/>
              <a:cxnLst/>
              <a:rect l="l" t="t" r="r" b="b"/>
              <a:pathLst>
                <a:path w="7521" h="6223" extrusionOk="0">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1" name="Google Shape;17291;p79"/>
            <p:cNvSpPr/>
            <p:nvPr/>
          </p:nvSpPr>
          <p:spPr>
            <a:xfrm>
              <a:off x="5633362" y="3150946"/>
              <a:ext cx="41262" cy="22361"/>
            </a:xfrm>
            <a:custGeom>
              <a:avLst/>
              <a:gdLst/>
              <a:ahLst/>
              <a:cxnLst/>
              <a:rect l="l" t="t" r="r" b="b"/>
              <a:pathLst>
                <a:path w="1574" h="853" extrusionOk="0">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2" name="Google Shape;17292;p79"/>
            <p:cNvSpPr/>
            <p:nvPr/>
          </p:nvSpPr>
          <p:spPr>
            <a:xfrm>
              <a:off x="5615562" y="3098149"/>
              <a:ext cx="76469" cy="62654"/>
            </a:xfrm>
            <a:custGeom>
              <a:avLst/>
              <a:gdLst/>
              <a:ahLst/>
              <a:cxnLst/>
              <a:rect l="l" t="t" r="r" b="b"/>
              <a:pathLst>
                <a:path w="2917" h="2390" extrusionOk="0">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3" name="Google Shape;17293;p79"/>
            <p:cNvSpPr/>
            <p:nvPr/>
          </p:nvSpPr>
          <p:spPr>
            <a:xfrm>
              <a:off x="5615562" y="3098149"/>
              <a:ext cx="76469" cy="61894"/>
            </a:xfrm>
            <a:custGeom>
              <a:avLst/>
              <a:gdLst/>
              <a:ahLst/>
              <a:cxnLst/>
              <a:rect l="l" t="t" r="r" b="b"/>
              <a:pathLst>
                <a:path w="2917" h="2361" extrusionOk="0">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4" name="Google Shape;17294;p79"/>
            <p:cNvSpPr/>
            <p:nvPr/>
          </p:nvSpPr>
          <p:spPr>
            <a:xfrm>
              <a:off x="5596661" y="3191815"/>
              <a:ext cx="25743" cy="66639"/>
            </a:xfrm>
            <a:custGeom>
              <a:avLst/>
              <a:gdLst/>
              <a:ahLst/>
              <a:cxnLst/>
              <a:rect l="l" t="t" r="r" b="b"/>
              <a:pathLst>
                <a:path w="982" h="2542" extrusionOk="0">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5" name="Google Shape;17295;p79"/>
            <p:cNvSpPr/>
            <p:nvPr/>
          </p:nvSpPr>
          <p:spPr>
            <a:xfrm>
              <a:off x="5819174" y="2953416"/>
              <a:ext cx="114297" cy="114691"/>
            </a:xfrm>
            <a:custGeom>
              <a:avLst/>
              <a:gdLst/>
              <a:ahLst/>
              <a:cxnLst/>
              <a:rect l="l" t="t" r="r" b="b"/>
              <a:pathLst>
                <a:path w="4360" h="4375" extrusionOk="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6" name="Google Shape;17296;p79"/>
            <p:cNvSpPr/>
            <p:nvPr/>
          </p:nvSpPr>
          <p:spPr>
            <a:xfrm>
              <a:off x="5838075" y="2972710"/>
              <a:ext cx="76469" cy="76076"/>
            </a:xfrm>
            <a:custGeom>
              <a:avLst/>
              <a:gdLst/>
              <a:ahLst/>
              <a:cxnLst/>
              <a:rect l="l" t="t" r="r" b="b"/>
              <a:pathLst>
                <a:path w="2917" h="2902" extrusionOk="0">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7" name="Google Shape;17297;p79"/>
            <p:cNvSpPr/>
            <p:nvPr/>
          </p:nvSpPr>
          <p:spPr>
            <a:xfrm>
              <a:off x="5685582" y="3095318"/>
              <a:ext cx="108242" cy="135872"/>
            </a:xfrm>
            <a:custGeom>
              <a:avLst/>
              <a:gdLst/>
              <a:ahLst/>
              <a:cxnLst/>
              <a:rect l="l" t="t" r="r" b="b"/>
              <a:pathLst>
                <a:path w="4129" h="5183" extrusionOk="0">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8" name="Google Shape;17298;p79"/>
            <p:cNvSpPr/>
            <p:nvPr/>
          </p:nvSpPr>
          <p:spPr>
            <a:xfrm>
              <a:off x="5857396" y="2991637"/>
              <a:ext cx="38248" cy="38248"/>
            </a:xfrm>
            <a:custGeom>
              <a:avLst/>
              <a:gdLst/>
              <a:ahLst/>
              <a:cxnLst/>
              <a:rect l="l" t="t" r="r" b="b"/>
              <a:pathLst>
                <a:path w="1459" h="1459" extrusionOk="0">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9" name="Google Shape;17299;p79"/>
            <p:cNvSpPr/>
            <p:nvPr/>
          </p:nvSpPr>
          <p:spPr>
            <a:xfrm>
              <a:off x="5867986" y="2934384"/>
              <a:ext cx="87532" cy="82630"/>
            </a:xfrm>
            <a:custGeom>
              <a:avLst/>
              <a:gdLst/>
              <a:ahLst/>
              <a:cxnLst/>
              <a:rect l="l" t="t" r="r" b="b"/>
              <a:pathLst>
                <a:path w="3339" h="3152" extrusionOk="0">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0" name="Google Shape;17300;p79"/>
            <p:cNvSpPr/>
            <p:nvPr/>
          </p:nvSpPr>
          <p:spPr>
            <a:xfrm>
              <a:off x="5916799" y="2937241"/>
              <a:ext cx="38248" cy="33214"/>
            </a:xfrm>
            <a:custGeom>
              <a:avLst/>
              <a:gdLst/>
              <a:ahLst/>
              <a:cxnLst/>
              <a:rect l="l" t="t" r="r" b="b"/>
              <a:pathLst>
                <a:path w="1459" h="1267" extrusionOk="0">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1" name="Google Shape;17301;p79"/>
            <p:cNvSpPr/>
            <p:nvPr/>
          </p:nvSpPr>
          <p:spPr>
            <a:xfrm>
              <a:off x="5889430" y="2934384"/>
              <a:ext cx="63729" cy="60635"/>
            </a:xfrm>
            <a:custGeom>
              <a:avLst/>
              <a:gdLst/>
              <a:ahLst/>
              <a:cxnLst/>
              <a:rect l="l" t="t" r="r" b="b"/>
              <a:pathLst>
                <a:path w="2431" h="2313" extrusionOk="0">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02" name="Google Shape;17302;p79"/>
          <p:cNvGrpSpPr/>
          <p:nvPr/>
        </p:nvGrpSpPr>
        <p:grpSpPr>
          <a:xfrm>
            <a:off x="874658" y="2914408"/>
            <a:ext cx="356891" cy="335709"/>
            <a:chOff x="874658" y="2914408"/>
            <a:chExt cx="356891" cy="335709"/>
          </a:xfrm>
        </p:grpSpPr>
        <p:sp>
          <p:nvSpPr>
            <p:cNvPr id="17303" name="Google Shape;17303;p79"/>
            <p:cNvSpPr/>
            <p:nvPr/>
          </p:nvSpPr>
          <p:spPr>
            <a:xfrm>
              <a:off x="909472" y="2994285"/>
              <a:ext cx="287238" cy="177869"/>
            </a:xfrm>
            <a:custGeom>
              <a:avLst/>
              <a:gdLst/>
              <a:ahLst/>
              <a:cxnLst/>
              <a:rect l="l" t="t" r="r" b="b"/>
              <a:pathLst>
                <a:path w="10957" h="6785" extrusionOk="0">
                  <a:moveTo>
                    <a:pt x="0" y="0"/>
                  </a:moveTo>
                  <a:lnTo>
                    <a:pt x="0" y="6785"/>
                  </a:lnTo>
                  <a:lnTo>
                    <a:pt x="10957" y="6785"/>
                  </a:lnTo>
                  <a:lnTo>
                    <a:pt x="10957"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4" name="Google Shape;17304;p79"/>
            <p:cNvSpPr/>
            <p:nvPr/>
          </p:nvSpPr>
          <p:spPr>
            <a:xfrm>
              <a:off x="874658" y="2914408"/>
              <a:ext cx="356891" cy="93902"/>
            </a:xfrm>
            <a:custGeom>
              <a:avLst/>
              <a:gdLst/>
              <a:ahLst/>
              <a:cxnLst/>
              <a:rect l="l" t="t" r="r" b="b"/>
              <a:pathLst>
                <a:path w="13614" h="3582" extrusionOk="0">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5" name="Google Shape;17305;p79"/>
            <p:cNvSpPr/>
            <p:nvPr/>
          </p:nvSpPr>
          <p:spPr>
            <a:xfrm>
              <a:off x="1211442" y="2914434"/>
              <a:ext cx="20107" cy="93876"/>
            </a:xfrm>
            <a:custGeom>
              <a:avLst/>
              <a:gdLst/>
              <a:ahLst/>
              <a:cxnLst/>
              <a:rect l="l" t="t" r="r" b="b"/>
              <a:pathLst>
                <a:path w="767" h="3581" extrusionOk="0">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6" name="Google Shape;17306;p79"/>
            <p:cNvSpPr/>
            <p:nvPr/>
          </p:nvSpPr>
          <p:spPr>
            <a:xfrm>
              <a:off x="874658" y="2914408"/>
              <a:ext cx="20081" cy="93902"/>
            </a:xfrm>
            <a:custGeom>
              <a:avLst/>
              <a:gdLst/>
              <a:ahLst/>
              <a:cxnLst/>
              <a:rect l="l" t="t" r="r" b="b"/>
              <a:pathLst>
                <a:path w="766" h="3582" extrusionOk="0">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7" name="Google Shape;17307;p79"/>
            <p:cNvSpPr/>
            <p:nvPr/>
          </p:nvSpPr>
          <p:spPr>
            <a:xfrm>
              <a:off x="1171333" y="2945079"/>
              <a:ext cx="34080" cy="34079"/>
            </a:xfrm>
            <a:custGeom>
              <a:avLst/>
              <a:gdLst/>
              <a:ahLst/>
              <a:cxnLst/>
              <a:rect l="l" t="t" r="r" b="b"/>
              <a:pathLst>
                <a:path w="1300" h="1300" extrusionOk="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8" name="Google Shape;17308;p79"/>
            <p:cNvSpPr/>
            <p:nvPr/>
          </p:nvSpPr>
          <p:spPr>
            <a:xfrm>
              <a:off x="1113451" y="2945079"/>
              <a:ext cx="34080" cy="34079"/>
            </a:xfrm>
            <a:custGeom>
              <a:avLst/>
              <a:gdLst/>
              <a:ahLst/>
              <a:cxnLst/>
              <a:rect l="l" t="t" r="r" b="b"/>
              <a:pathLst>
                <a:path w="1300" h="1300" extrusionOk="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9" name="Google Shape;17309;p79"/>
            <p:cNvSpPr/>
            <p:nvPr/>
          </p:nvSpPr>
          <p:spPr>
            <a:xfrm>
              <a:off x="898488" y="2956824"/>
              <a:ext cx="197582" cy="10617"/>
            </a:xfrm>
            <a:custGeom>
              <a:avLst/>
              <a:gdLst/>
              <a:ahLst/>
              <a:cxnLst/>
              <a:rect l="l" t="t" r="r" b="b"/>
              <a:pathLst>
                <a:path w="7537" h="405" extrusionOk="0">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0" name="Google Shape;17310;p79"/>
            <p:cNvSpPr/>
            <p:nvPr/>
          </p:nvSpPr>
          <p:spPr>
            <a:xfrm>
              <a:off x="874658" y="303515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1" name="Google Shape;17311;p79"/>
            <p:cNvSpPr/>
            <p:nvPr/>
          </p:nvSpPr>
          <p:spPr>
            <a:xfrm>
              <a:off x="1211442" y="303515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2" name="Google Shape;17312;p79"/>
            <p:cNvSpPr/>
            <p:nvPr/>
          </p:nvSpPr>
          <p:spPr>
            <a:xfrm>
              <a:off x="874658" y="303515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3" name="Google Shape;17313;p79"/>
            <p:cNvSpPr/>
            <p:nvPr/>
          </p:nvSpPr>
          <p:spPr>
            <a:xfrm>
              <a:off x="1171333" y="3066167"/>
              <a:ext cx="34080" cy="34106"/>
            </a:xfrm>
            <a:custGeom>
              <a:avLst/>
              <a:gdLst/>
              <a:ahLst/>
              <a:cxnLst/>
              <a:rect l="l" t="t" r="r" b="b"/>
              <a:pathLst>
                <a:path w="1300" h="1301" extrusionOk="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4" name="Google Shape;17314;p79"/>
            <p:cNvSpPr/>
            <p:nvPr/>
          </p:nvSpPr>
          <p:spPr>
            <a:xfrm>
              <a:off x="1113451" y="3066167"/>
              <a:ext cx="34080" cy="34106"/>
            </a:xfrm>
            <a:custGeom>
              <a:avLst/>
              <a:gdLst/>
              <a:ahLst/>
              <a:cxnLst/>
              <a:rect l="l" t="t" r="r" b="b"/>
              <a:pathLst>
                <a:path w="1300" h="1301" extrusionOk="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5" name="Google Shape;17315;p79"/>
            <p:cNvSpPr/>
            <p:nvPr/>
          </p:nvSpPr>
          <p:spPr>
            <a:xfrm>
              <a:off x="898488" y="3077544"/>
              <a:ext cx="197582" cy="10984"/>
            </a:xfrm>
            <a:custGeom>
              <a:avLst/>
              <a:gdLst/>
              <a:ahLst/>
              <a:cxnLst/>
              <a:rect l="l" t="t" r="r" b="b"/>
              <a:pathLst>
                <a:path w="7537" h="419" extrusionOk="0">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6" name="Google Shape;17316;p79"/>
            <p:cNvSpPr/>
            <p:nvPr/>
          </p:nvSpPr>
          <p:spPr>
            <a:xfrm>
              <a:off x="874658" y="315587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7" name="Google Shape;17317;p79"/>
            <p:cNvSpPr/>
            <p:nvPr/>
          </p:nvSpPr>
          <p:spPr>
            <a:xfrm>
              <a:off x="1211442" y="315587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8" name="Google Shape;17318;p79"/>
            <p:cNvSpPr/>
            <p:nvPr/>
          </p:nvSpPr>
          <p:spPr>
            <a:xfrm>
              <a:off x="874658" y="315587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9" name="Google Shape;17319;p79"/>
            <p:cNvSpPr/>
            <p:nvPr/>
          </p:nvSpPr>
          <p:spPr>
            <a:xfrm>
              <a:off x="1171333" y="3186887"/>
              <a:ext cx="34080" cy="34106"/>
            </a:xfrm>
            <a:custGeom>
              <a:avLst/>
              <a:gdLst/>
              <a:ahLst/>
              <a:cxnLst/>
              <a:rect l="l" t="t" r="r" b="b"/>
              <a:pathLst>
                <a:path w="1300" h="1301" extrusionOk="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0" name="Google Shape;17320;p79"/>
            <p:cNvSpPr/>
            <p:nvPr/>
          </p:nvSpPr>
          <p:spPr>
            <a:xfrm>
              <a:off x="1113451" y="3186887"/>
              <a:ext cx="34080" cy="34106"/>
            </a:xfrm>
            <a:custGeom>
              <a:avLst/>
              <a:gdLst/>
              <a:ahLst/>
              <a:cxnLst/>
              <a:rect l="l" t="t" r="r" b="b"/>
              <a:pathLst>
                <a:path w="1300" h="1301" extrusionOk="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1" name="Google Shape;17321;p79"/>
            <p:cNvSpPr/>
            <p:nvPr/>
          </p:nvSpPr>
          <p:spPr>
            <a:xfrm>
              <a:off x="898488" y="3198631"/>
              <a:ext cx="197582" cy="10617"/>
            </a:xfrm>
            <a:custGeom>
              <a:avLst/>
              <a:gdLst/>
              <a:ahLst/>
              <a:cxnLst/>
              <a:rect l="l" t="t" r="r" b="b"/>
              <a:pathLst>
                <a:path w="7537" h="405" extrusionOk="0">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2" name="Google Shape;17322;p79"/>
            <p:cNvSpPr/>
            <p:nvPr/>
          </p:nvSpPr>
          <p:spPr>
            <a:xfrm>
              <a:off x="898488" y="3094924"/>
              <a:ext cx="30305" cy="10643"/>
            </a:xfrm>
            <a:custGeom>
              <a:avLst/>
              <a:gdLst/>
              <a:ahLst/>
              <a:cxnLst/>
              <a:rect l="l" t="t" r="r" b="b"/>
              <a:pathLst>
                <a:path w="1156" h="406" extrusionOk="0">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23" name="Google Shape;17323;p79"/>
          <p:cNvGrpSpPr/>
          <p:nvPr/>
        </p:nvGrpSpPr>
        <p:grpSpPr>
          <a:xfrm>
            <a:off x="4230912" y="2929193"/>
            <a:ext cx="308813" cy="306165"/>
            <a:chOff x="4230912" y="2929193"/>
            <a:chExt cx="308813" cy="306165"/>
          </a:xfrm>
        </p:grpSpPr>
        <p:sp>
          <p:nvSpPr>
            <p:cNvPr id="17324" name="Google Shape;17324;p79"/>
            <p:cNvSpPr/>
            <p:nvPr/>
          </p:nvSpPr>
          <p:spPr>
            <a:xfrm>
              <a:off x="4425427" y="2976878"/>
              <a:ext cx="114297" cy="258113"/>
            </a:xfrm>
            <a:custGeom>
              <a:avLst/>
              <a:gdLst/>
              <a:ahLst/>
              <a:cxnLst/>
              <a:rect l="l" t="t" r="r" b="b"/>
              <a:pathLst>
                <a:path w="4360" h="9846" extrusionOk="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5" name="Google Shape;17325;p79"/>
            <p:cNvSpPr/>
            <p:nvPr/>
          </p:nvSpPr>
          <p:spPr>
            <a:xfrm>
              <a:off x="4425427" y="2976878"/>
              <a:ext cx="93116" cy="258480"/>
            </a:xfrm>
            <a:custGeom>
              <a:avLst/>
              <a:gdLst/>
              <a:ahLst/>
              <a:cxnLst/>
              <a:rect l="l" t="t" r="r" b="b"/>
              <a:pathLst>
                <a:path w="3552" h="9860" extrusionOk="0">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6" name="Google Shape;17326;p79"/>
            <p:cNvSpPr/>
            <p:nvPr/>
          </p:nvSpPr>
          <p:spPr>
            <a:xfrm>
              <a:off x="4404613" y="2962879"/>
              <a:ext cx="100299" cy="272479"/>
            </a:xfrm>
            <a:custGeom>
              <a:avLst/>
              <a:gdLst/>
              <a:ahLst/>
              <a:cxnLst/>
              <a:rect l="l" t="t" r="r" b="b"/>
              <a:pathLst>
                <a:path w="3826" h="10394" extrusionOk="0">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7" name="Google Shape;17327;p79"/>
            <p:cNvSpPr/>
            <p:nvPr/>
          </p:nvSpPr>
          <p:spPr>
            <a:xfrm>
              <a:off x="4404613" y="2962879"/>
              <a:ext cx="71934" cy="272479"/>
            </a:xfrm>
            <a:custGeom>
              <a:avLst/>
              <a:gdLst/>
              <a:ahLst/>
              <a:cxnLst/>
              <a:rect l="l" t="t" r="r" b="b"/>
              <a:pathLst>
                <a:path w="2744" h="10394" extrusionOk="0">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8" name="Google Shape;17328;p79"/>
            <p:cNvSpPr/>
            <p:nvPr/>
          </p:nvSpPr>
          <p:spPr>
            <a:xfrm>
              <a:off x="4230912" y="2929193"/>
              <a:ext cx="229722" cy="306165"/>
            </a:xfrm>
            <a:custGeom>
              <a:avLst/>
              <a:gdLst/>
              <a:ahLst/>
              <a:cxnLst/>
              <a:rect l="l" t="t" r="r" b="b"/>
              <a:pathLst>
                <a:path w="8763" h="11679" extrusionOk="0">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9" name="Google Shape;17329;p79"/>
            <p:cNvSpPr/>
            <p:nvPr/>
          </p:nvSpPr>
          <p:spPr>
            <a:xfrm>
              <a:off x="4443594" y="2950768"/>
              <a:ext cx="17040" cy="284590"/>
            </a:xfrm>
            <a:custGeom>
              <a:avLst/>
              <a:gdLst/>
              <a:ahLst/>
              <a:cxnLst/>
              <a:rect l="l" t="t" r="r" b="b"/>
              <a:pathLst>
                <a:path w="650" h="10856" extrusionOk="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0" name="Google Shape;17330;p79"/>
            <p:cNvSpPr/>
            <p:nvPr/>
          </p:nvSpPr>
          <p:spPr>
            <a:xfrm>
              <a:off x="4271021" y="3008651"/>
              <a:ext cx="22361" cy="22361"/>
            </a:xfrm>
            <a:custGeom>
              <a:avLst/>
              <a:gdLst/>
              <a:ahLst/>
              <a:cxnLst/>
              <a:rect l="l" t="t" r="r" b="b"/>
              <a:pathLst>
                <a:path w="853" h="853" extrusionOk="0">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1" name="Google Shape;17331;p79"/>
            <p:cNvSpPr/>
            <p:nvPr/>
          </p:nvSpPr>
          <p:spPr>
            <a:xfrm>
              <a:off x="4310003" y="302645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2" name="Google Shape;17332;p79"/>
            <p:cNvSpPr/>
            <p:nvPr/>
          </p:nvSpPr>
          <p:spPr>
            <a:xfrm>
              <a:off x="4310003" y="3010538"/>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3" name="Google Shape;17333;p79"/>
            <p:cNvSpPr/>
            <p:nvPr/>
          </p:nvSpPr>
          <p:spPr>
            <a:xfrm>
              <a:off x="4271021" y="3082079"/>
              <a:ext cx="22361" cy="22335"/>
            </a:xfrm>
            <a:custGeom>
              <a:avLst/>
              <a:gdLst/>
              <a:ahLst/>
              <a:cxnLst/>
              <a:rect l="l" t="t" r="r" b="b"/>
              <a:pathLst>
                <a:path w="853" h="852" extrusionOk="0">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4" name="Google Shape;17334;p79"/>
            <p:cNvSpPr/>
            <p:nvPr/>
          </p:nvSpPr>
          <p:spPr>
            <a:xfrm>
              <a:off x="4310003" y="3099853"/>
              <a:ext cx="114691" cy="9490"/>
            </a:xfrm>
            <a:custGeom>
              <a:avLst/>
              <a:gdLst/>
              <a:ahLst/>
              <a:cxnLst/>
              <a:rect l="l" t="t" r="r" b="b"/>
              <a:pathLst>
                <a:path w="4375" h="362" extrusionOk="0">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5" name="Google Shape;17335;p79"/>
            <p:cNvSpPr/>
            <p:nvPr/>
          </p:nvSpPr>
          <p:spPr>
            <a:xfrm>
              <a:off x="4310003" y="3084334"/>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6" name="Google Shape;17336;p79"/>
            <p:cNvSpPr/>
            <p:nvPr/>
          </p:nvSpPr>
          <p:spPr>
            <a:xfrm>
              <a:off x="4271021" y="3155874"/>
              <a:ext cx="22361" cy="21968"/>
            </a:xfrm>
            <a:custGeom>
              <a:avLst/>
              <a:gdLst/>
              <a:ahLst/>
              <a:cxnLst/>
              <a:rect l="l" t="t" r="r" b="b"/>
              <a:pathLst>
                <a:path w="853" h="838" extrusionOk="0">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7" name="Google Shape;17337;p79"/>
            <p:cNvSpPr/>
            <p:nvPr/>
          </p:nvSpPr>
          <p:spPr>
            <a:xfrm>
              <a:off x="4310003" y="317328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8" name="Google Shape;17338;p79"/>
            <p:cNvSpPr/>
            <p:nvPr/>
          </p:nvSpPr>
          <p:spPr>
            <a:xfrm>
              <a:off x="4310003" y="3157762"/>
              <a:ext cx="37120" cy="9490"/>
            </a:xfrm>
            <a:custGeom>
              <a:avLst/>
              <a:gdLst/>
              <a:ahLst/>
              <a:cxnLst/>
              <a:rect l="l" t="t" r="r" b="b"/>
              <a:pathLst>
                <a:path w="1416" h="362" extrusionOk="0">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39" name="Google Shape;17339;p79"/>
          <p:cNvGrpSpPr/>
          <p:nvPr/>
        </p:nvGrpSpPr>
        <p:grpSpPr>
          <a:xfrm>
            <a:off x="4627886" y="3401089"/>
            <a:ext cx="409111" cy="267944"/>
            <a:chOff x="4627886" y="3401089"/>
            <a:chExt cx="409111" cy="267944"/>
          </a:xfrm>
        </p:grpSpPr>
        <p:sp>
          <p:nvSpPr>
            <p:cNvPr id="17340" name="Google Shape;17340;p79"/>
            <p:cNvSpPr/>
            <p:nvPr/>
          </p:nvSpPr>
          <p:spPr>
            <a:xfrm>
              <a:off x="4627886" y="3401089"/>
              <a:ext cx="409111" cy="267944"/>
            </a:xfrm>
            <a:custGeom>
              <a:avLst/>
              <a:gdLst/>
              <a:ahLst/>
              <a:cxnLst/>
              <a:rect l="l" t="t" r="r" b="b"/>
              <a:pathLst>
                <a:path w="15606" h="10221" extrusionOk="0">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1" name="Google Shape;17341;p79"/>
            <p:cNvSpPr/>
            <p:nvPr/>
          </p:nvSpPr>
          <p:spPr>
            <a:xfrm>
              <a:off x="4670276" y="3422271"/>
              <a:ext cx="324332" cy="225580"/>
            </a:xfrm>
            <a:custGeom>
              <a:avLst/>
              <a:gdLst/>
              <a:ahLst/>
              <a:cxnLst/>
              <a:rect l="l" t="t" r="r" b="b"/>
              <a:pathLst>
                <a:path w="12372" h="8605" extrusionOk="0">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2" name="Google Shape;17342;p79"/>
            <p:cNvSpPr/>
            <p:nvPr/>
          </p:nvSpPr>
          <p:spPr>
            <a:xfrm>
              <a:off x="4642252" y="3520761"/>
              <a:ext cx="14025" cy="28312"/>
            </a:xfrm>
            <a:custGeom>
              <a:avLst/>
              <a:gdLst/>
              <a:ahLst/>
              <a:cxnLst/>
              <a:rect l="l" t="t" r="r" b="b"/>
              <a:pathLst>
                <a:path w="535" h="1080" extrusionOk="0">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3" name="Google Shape;17343;p79"/>
            <p:cNvSpPr/>
            <p:nvPr/>
          </p:nvSpPr>
          <p:spPr>
            <a:xfrm>
              <a:off x="5008947" y="3513578"/>
              <a:ext cx="14025" cy="42678"/>
            </a:xfrm>
            <a:custGeom>
              <a:avLst/>
              <a:gdLst/>
              <a:ahLst/>
              <a:cxnLst/>
              <a:rect l="l" t="t" r="r" b="b"/>
              <a:pathLst>
                <a:path w="535" h="1628" extrusionOk="0">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4" name="Google Shape;17344;p79"/>
            <p:cNvSpPr/>
            <p:nvPr/>
          </p:nvSpPr>
          <p:spPr>
            <a:xfrm>
              <a:off x="5006299" y="3421904"/>
              <a:ext cx="18953" cy="14392"/>
            </a:xfrm>
            <a:custGeom>
              <a:avLst/>
              <a:gdLst/>
              <a:ahLst/>
              <a:cxnLst/>
              <a:rect l="l" t="t" r="r" b="b"/>
              <a:pathLst>
                <a:path w="723" h="549" extrusionOk="0">
                  <a:moveTo>
                    <a:pt x="362" y="0"/>
                  </a:moveTo>
                  <a:cubicBezTo>
                    <a:pt x="1" y="0"/>
                    <a:pt x="1" y="549"/>
                    <a:pt x="362" y="549"/>
                  </a:cubicBezTo>
                  <a:cubicBezTo>
                    <a:pt x="723" y="549"/>
                    <a:pt x="723" y="0"/>
                    <a:pt x="36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5" name="Google Shape;17345;p79"/>
            <p:cNvSpPr/>
            <p:nvPr/>
          </p:nvSpPr>
          <p:spPr>
            <a:xfrm>
              <a:off x="4642252" y="3485554"/>
              <a:ext cx="14025" cy="21129"/>
            </a:xfrm>
            <a:custGeom>
              <a:avLst/>
              <a:gdLst/>
              <a:ahLst/>
              <a:cxnLst/>
              <a:rect l="l" t="t" r="r" b="b"/>
              <a:pathLst>
                <a:path w="535" h="806" extrusionOk="0">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6" name="Google Shape;17346;p79"/>
            <p:cNvSpPr/>
            <p:nvPr/>
          </p:nvSpPr>
          <p:spPr>
            <a:xfrm>
              <a:off x="4642252" y="3563150"/>
              <a:ext cx="14025" cy="21103"/>
            </a:xfrm>
            <a:custGeom>
              <a:avLst/>
              <a:gdLst/>
              <a:ahLst/>
              <a:cxnLst/>
              <a:rect l="l" t="t" r="r" b="b"/>
              <a:pathLst>
                <a:path w="535" h="805" extrusionOk="0">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7" name="Google Shape;17347;p79"/>
            <p:cNvSpPr/>
            <p:nvPr/>
          </p:nvSpPr>
          <p:spPr>
            <a:xfrm>
              <a:off x="4761845" y="3457478"/>
              <a:ext cx="141561" cy="113170"/>
            </a:xfrm>
            <a:custGeom>
              <a:avLst/>
              <a:gdLst/>
              <a:ahLst/>
              <a:cxnLst/>
              <a:rect l="l" t="t" r="r" b="b"/>
              <a:pathLst>
                <a:path w="5400" h="4317" extrusionOk="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8" name="Google Shape;17348;p79"/>
            <p:cNvSpPr/>
            <p:nvPr/>
          </p:nvSpPr>
          <p:spPr>
            <a:xfrm>
              <a:off x="4691457" y="3598619"/>
              <a:ext cx="281942" cy="14025"/>
            </a:xfrm>
            <a:custGeom>
              <a:avLst/>
              <a:gdLst/>
              <a:ahLst/>
              <a:cxnLst/>
              <a:rect l="l" t="t" r="r" b="b"/>
              <a:pathLst>
                <a:path w="10755" h="535" extrusionOk="0">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9" name="Google Shape;17349;p79"/>
            <p:cNvSpPr/>
            <p:nvPr/>
          </p:nvSpPr>
          <p:spPr>
            <a:xfrm>
              <a:off x="4691457" y="3598619"/>
              <a:ext cx="63598" cy="14025"/>
            </a:xfrm>
            <a:custGeom>
              <a:avLst/>
              <a:gdLst/>
              <a:ahLst/>
              <a:cxnLst/>
              <a:rect l="l" t="t" r="r" b="b"/>
              <a:pathLst>
                <a:path w="2426" h="535" extrusionOk="0">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0" name="Google Shape;17350;p79"/>
            <p:cNvSpPr/>
            <p:nvPr/>
          </p:nvSpPr>
          <p:spPr>
            <a:xfrm>
              <a:off x="4741030" y="3591436"/>
              <a:ext cx="28024" cy="28024"/>
            </a:xfrm>
            <a:custGeom>
              <a:avLst/>
              <a:gdLst/>
              <a:ahLst/>
              <a:cxnLst/>
              <a:rect l="l" t="t" r="r" b="b"/>
              <a:pathLst>
                <a:path w="1069" h="1069" extrusionOk="0">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51" name="Google Shape;17351;p79"/>
          <p:cNvGrpSpPr/>
          <p:nvPr/>
        </p:nvGrpSpPr>
        <p:grpSpPr>
          <a:xfrm>
            <a:off x="4652476" y="2898915"/>
            <a:ext cx="386016" cy="384495"/>
            <a:chOff x="4652476" y="2898915"/>
            <a:chExt cx="386016" cy="384495"/>
          </a:xfrm>
        </p:grpSpPr>
        <p:sp>
          <p:nvSpPr>
            <p:cNvPr id="17352" name="Google Shape;17352;p79"/>
            <p:cNvSpPr/>
            <p:nvPr/>
          </p:nvSpPr>
          <p:spPr>
            <a:xfrm>
              <a:off x="4842456" y="3088895"/>
              <a:ext cx="60190" cy="60190"/>
            </a:xfrm>
            <a:custGeom>
              <a:avLst/>
              <a:gdLst/>
              <a:ahLst/>
              <a:cxnLst/>
              <a:rect l="l" t="t" r="r" b="b"/>
              <a:pathLst>
                <a:path w="2296" h="2296" extrusionOk="0">
                  <a:moveTo>
                    <a:pt x="592" y="0"/>
                  </a:moveTo>
                  <a:lnTo>
                    <a:pt x="0" y="592"/>
                  </a:lnTo>
                  <a:lnTo>
                    <a:pt x="1704" y="2295"/>
                  </a:lnTo>
                  <a:lnTo>
                    <a:pt x="2295" y="1703"/>
                  </a:lnTo>
                  <a:lnTo>
                    <a:pt x="592"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3" name="Google Shape;17353;p79"/>
            <p:cNvSpPr/>
            <p:nvPr/>
          </p:nvSpPr>
          <p:spPr>
            <a:xfrm>
              <a:off x="4652476" y="2898915"/>
              <a:ext cx="247889" cy="247889"/>
            </a:xfrm>
            <a:custGeom>
              <a:avLst/>
              <a:gdLst/>
              <a:ahLst/>
              <a:cxnLst/>
              <a:rect l="l" t="t" r="r" b="b"/>
              <a:pathLst>
                <a:path w="9456" h="9456" extrusionOk="0">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4" name="Google Shape;17354;p79"/>
            <p:cNvSpPr/>
            <p:nvPr/>
          </p:nvSpPr>
          <p:spPr>
            <a:xfrm>
              <a:off x="4680866" y="2927306"/>
              <a:ext cx="191134" cy="191134"/>
            </a:xfrm>
            <a:custGeom>
              <a:avLst/>
              <a:gdLst/>
              <a:ahLst/>
              <a:cxnLst/>
              <a:rect l="l" t="t" r="r" b="b"/>
              <a:pathLst>
                <a:path w="7291" h="7291" extrusionOk="0">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5" name="Google Shape;17355;p79"/>
            <p:cNvSpPr/>
            <p:nvPr/>
          </p:nvSpPr>
          <p:spPr>
            <a:xfrm>
              <a:off x="4869693" y="3117653"/>
              <a:ext cx="168798" cy="165757"/>
            </a:xfrm>
            <a:custGeom>
              <a:avLst/>
              <a:gdLst/>
              <a:ahLst/>
              <a:cxnLst/>
              <a:rect l="l" t="t" r="r" b="b"/>
              <a:pathLst>
                <a:path w="6439" h="6323" extrusionOk="0">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6" name="Google Shape;17356;p79"/>
            <p:cNvSpPr/>
            <p:nvPr/>
          </p:nvSpPr>
          <p:spPr>
            <a:xfrm>
              <a:off x="4881437" y="3118020"/>
              <a:ext cx="157054" cy="155560"/>
            </a:xfrm>
            <a:custGeom>
              <a:avLst/>
              <a:gdLst/>
              <a:ahLst/>
              <a:cxnLst/>
              <a:rect l="l" t="t" r="r" b="b"/>
              <a:pathLst>
                <a:path w="5991" h="5934" extrusionOk="0">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7" name="Google Shape;17357;p79"/>
            <p:cNvSpPr/>
            <p:nvPr/>
          </p:nvSpPr>
          <p:spPr>
            <a:xfrm>
              <a:off x="4952952" y="3199391"/>
              <a:ext cx="54134" cy="54134"/>
            </a:xfrm>
            <a:custGeom>
              <a:avLst/>
              <a:gdLst/>
              <a:ahLst/>
              <a:cxnLst/>
              <a:rect l="l" t="t" r="r" b="b"/>
              <a:pathLst>
                <a:path w="2065" h="2065" extrusionOk="0">
                  <a:moveTo>
                    <a:pt x="1458" y="0"/>
                  </a:moveTo>
                  <a:lnTo>
                    <a:pt x="0" y="1473"/>
                  </a:lnTo>
                  <a:lnTo>
                    <a:pt x="592" y="2064"/>
                  </a:lnTo>
                  <a:lnTo>
                    <a:pt x="2065" y="607"/>
                  </a:lnTo>
                  <a:lnTo>
                    <a:pt x="14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8" name="Google Shape;17358;p79"/>
            <p:cNvSpPr/>
            <p:nvPr/>
          </p:nvSpPr>
          <p:spPr>
            <a:xfrm>
              <a:off x="4931377" y="3179232"/>
              <a:ext cx="55209" cy="50464"/>
            </a:xfrm>
            <a:custGeom>
              <a:avLst/>
              <a:gdLst/>
              <a:ahLst/>
              <a:cxnLst/>
              <a:rect l="l" t="t" r="r" b="b"/>
              <a:pathLst>
                <a:path w="2106" h="1925" extrusionOk="0">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9" name="Google Shape;17359;p79"/>
            <p:cNvSpPr/>
            <p:nvPr/>
          </p:nvSpPr>
          <p:spPr>
            <a:xfrm>
              <a:off x="4736101" y="2955670"/>
              <a:ext cx="87453" cy="95396"/>
            </a:xfrm>
            <a:custGeom>
              <a:avLst/>
              <a:gdLst/>
              <a:ahLst/>
              <a:cxnLst/>
              <a:rect l="l" t="t" r="r" b="b"/>
              <a:pathLst>
                <a:path w="3336" h="3639" extrusionOk="0">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0" name="Google Shape;17360;p79"/>
            <p:cNvSpPr/>
            <p:nvPr/>
          </p:nvSpPr>
          <p:spPr>
            <a:xfrm>
              <a:off x="4762972" y="3064279"/>
              <a:ext cx="26897" cy="28050"/>
            </a:xfrm>
            <a:custGeom>
              <a:avLst/>
              <a:gdLst/>
              <a:ahLst/>
              <a:cxnLst/>
              <a:rect l="l" t="t" r="r" b="b"/>
              <a:pathLst>
                <a:path w="1026" h="1070" extrusionOk="0">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61" name="Google Shape;17361;p79"/>
          <p:cNvGrpSpPr/>
          <p:nvPr/>
        </p:nvGrpSpPr>
        <p:grpSpPr>
          <a:xfrm>
            <a:off x="5156931" y="2922194"/>
            <a:ext cx="324699" cy="347611"/>
            <a:chOff x="5156931" y="2922194"/>
            <a:chExt cx="324699" cy="347611"/>
          </a:xfrm>
        </p:grpSpPr>
        <p:sp>
          <p:nvSpPr>
            <p:cNvPr id="17362" name="Google Shape;17362;p79"/>
            <p:cNvSpPr/>
            <p:nvPr/>
          </p:nvSpPr>
          <p:spPr>
            <a:xfrm>
              <a:off x="5160706" y="3072982"/>
              <a:ext cx="317149" cy="43543"/>
            </a:xfrm>
            <a:custGeom>
              <a:avLst/>
              <a:gdLst/>
              <a:ahLst/>
              <a:cxnLst/>
              <a:rect l="l" t="t" r="r" b="b"/>
              <a:pathLst>
                <a:path w="12098" h="1661" extrusionOk="0">
                  <a:moveTo>
                    <a:pt x="15" y="1"/>
                  </a:moveTo>
                  <a:lnTo>
                    <a:pt x="0" y="1661"/>
                  </a:lnTo>
                  <a:lnTo>
                    <a:pt x="12097" y="1661"/>
                  </a:lnTo>
                  <a:lnTo>
                    <a:pt x="1208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3" name="Google Shape;17363;p79"/>
            <p:cNvSpPr/>
            <p:nvPr/>
          </p:nvSpPr>
          <p:spPr>
            <a:xfrm>
              <a:off x="5258330" y="2922194"/>
              <a:ext cx="128689" cy="62261"/>
            </a:xfrm>
            <a:custGeom>
              <a:avLst/>
              <a:gdLst/>
              <a:ahLst/>
              <a:cxnLst/>
              <a:rect l="l" t="t" r="r" b="b"/>
              <a:pathLst>
                <a:path w="4909" h="2375" extrusionOk="0">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4" name="Google Shape;17364;p79"/>
            <p:cNvSpPr/>
            <p:nvPr/>
          </p:nvSpPr>
          <p:spPr>
            <a:xfrm>
              <a:off x="5258330" y="2957951"/>
              <a:ext cx="128689" cy="26503"/>
            </a:xfrm>
            <a:custGeom>
              <a:avLst/>
              <a:gdLst/>
              <a:ahLst/>
              <a:cxnLst/>
              <a:rect l="l" t="t" r="r" b="b"/>
              <a:pathLst>
                <a:path w="4909" h="1011" extrusionOk="0">
                  <a:moveTo>
                    <a:pt x="997" y="0"/>
                  </a:moveTo>
                  <a:lnTo>
                    <a:pt x="1" y="1011"/>
                  </a:lnTo>
                  <a:lnTo>
                    <a:pt x="4909" y="1011"/>
                  </a:lnTo>
                  <a:lnTo>
                    <a:pt x="391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5" name="Google Shape;17365;p79"/>
            <p:cNvSpPr/>
            <p:nvPr/>
          </p:nvSpPr>
          <p:spPr>
            <a:xfrm>
              <a:off x="5180000" y="2975358"/>
              <a:ext cx="278561" cy="260761"/>
            </a:xfrm>
            <a:custGeom>
              <a:avLst/>
              <a:gdLst/>
              <a:ahLst/>
              <a:cxnLst/>
              <a:rect l="l" t="t" r="r" b="b"/>
              <a:pathLst>
                <a:path w="10626" h="9947" extrusionOk="0">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6" name="Google Shape;17366;p79"/>
            <p:cNvSpPr/>
            <p:nvPr/>
          </p:nvSpPr>
          <p:spPr>
            <a:xfrm>
              <a:off x="5438847" y="2975358"/>
              <a:ext cx="19714" cy="260761"/>
            </a:xfrm>
            <a:custGeom>
              <a:avLst/>
              <a:gdLst/>
              <a:ahLst/>
              <a:cxnLst/>
              <a:rect l="l" t="t" r="r" b="b"/>
              <a:pathLst>
                <a:path w="752" h="9947" extrusionOk="0">
                  <a:moveTo>
                    <a:pt x="1" y="0"/>
                  </a:moveTo>
                  <a:lnTo>
                    <a:pt x="1" y="9946"/>
                  </a:lnTo>
                  <a:lnTo>
                    <a:pt x="751" y="9946"/>
                  </a:lnTo>
                  <a:lnTo>
                    <a:pt x="751" y="217"/>
                  </a:lnTo>
                  <a:cubicBezTo>
                    <a:pt x="751" y="102"/>
                    <a:pt x="650" y="0"/>
                    <a:pt x="535"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7" name="Google Shape;17367;p79"/>
            <p:cNvSpPr/>
            <p:nvPr/>
          </p:nvSpPr>
          <p:spPr>
            <a:xfrm>
              <a:off x="5180000" y="3062785"/>
              <a:ext cx="278561" cy="172967"/>
            </a:xfrm>
            <a:custGeom>
              <a:avLst/>
              <a:gdLst/>
              <a:ahLst/>
              <a:cxnLst/>
              <a:rect l="l" t="t" r="r" b="b"/>
              <a:pathLst>
                <a:path w="10626" h="6598" extrusionOk="0">
                  <a:moveTo>
                    <a:pt x="1" y="0"/>
                  </a:moveTo>
                  <a:lnTo>
                    <a:pt x="1" y="6597"/>
                  </a:lnTo>
                  <a:lnTo>
                    <a:pt x="10625" y="6597"/>
                  </a:lnTo>
                  <a:lnTo>
                    <a:pt x="10625" y="0"/>
                  </a:lnTo>
                  <a:lnTo>
                    <a:pt x="5313" y="3797"/>
                  </a:lnTo>
                  <a:lnTo>
                    <a:pt x="1"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8" name="Google Shape;17368;p79"/>
            <p:cNvSpPr/>
            <p:nvPr/>
          </p:nvSpPr>
          <p:spPr>
            <a:xfrm>
              <a:off x="5221262" y="3114192"/>
              <a:ext cx="196953" cy="10329"/>
            </a:xfrm>
            <a:custGeom>
              <a:avLst/>
              <a:gdLst/>
              <a:ahLst/>
              <a:cxnLst/>
              <a:rect l="l" t="t" r="r" b="b"/>
              <a:pathLst>
                <a:path w="7513" h="394" extrusionOk="0">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9" name="Google Shape;17369;p79"/>
            <p:cNvSpPr/>
            <p:nvPr/>
          </p:nvSpPr>
          <p:spPr>
            <a:xfrm>
              <a:off x="5254031" y="3136528"/>
              <a:ext cx="129581" cy="10696"/>
            </a:xfrm>
            <a:custGeom>
              <a:avLst/>
              <a:gdLst/>
              <a:ahLst/>
              <a:cxnLst/>
              <a:rect l="l" t="t" r="r" b="b"/>
              <a:pathLst>
                <a:path w="4943" h="408" extrusionOk="0">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0" name="Google Shape;17370;p79"/>
            <p:cNvSpPr/>
            <p:nvPr/>
          </p:nvSpPr>
          <p:spPr>
            <a:xfrm>
              <a:off x="5284074" y="3159282"/>
              <a:ext cx="68893" cy="10617"/>
            </a:xfrm>
            <a:custGeom>
              <a:avLst/>
              <a:gdLst/>
              <a:ahLst/>
              <a:cxnLst/>
              <a:rect l="l" t="t" r="r" b="b"/>
              <a:pathLst>
                <a:path w="2628" h="405" extrusionOk="0">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1" name="Google Shape;17371;p79"/>
            <p:cNvSpPr/>
            <p:nvPr/>
          </p:nvSpPr>
          <p:spPr>
            <a:xfrm>
              <a:off x="5156931" y="3073009"/>
              <a:ext cx="324699" cy="196796"/>
            </a:xfrm>
            <a:custGeom>
              <a:avLst/>
              <a:gdLst/>
              <a:ahLst/>
              <a:cxnLst/>
              <a:rect l="l" t="t" r="r" b="b"/>
              <a:pathLst>
                <a:path w="12386" h="7507" extrusionOk="0">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2" name="Google Shape;17372;p79"/>
            <p:cNvSpPr/>
            <p:nvPr/>
          </p:nvSpPr>
          <p:spPr>
            <a:xfrm>
              <a:off x="5464197" y="3072694"/>
              <a:ext cx="17433" cy="197111"/>
            </a:xfrm>
            <a:custGeom>
              <a:avLst/>
              <a:gdLst/>
              <a:ahLst/>
              <a:cxnLst/>
              <a:rect l="l" t="t" r="r" b="b"/>
              <a:pathLst>
                <a:path w="665" h="7519" extrusionOk="0">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3" name="Google Shape;17373;p79"/>
            <p:cNvSpPr/>
            <p:nvPr/>
          </p:nvSpPr>
          <p:spPr>
            <a:xfrm>
              <a:off x="5217461" y="3013579"/>
              <a:ext cx="32585" cy="32952"/>
            </a:xfrm>
            <a:custGeom>
              <a:avLst/>
              <a:gdLst/>
              <a:ahLst/>
              <a:cxnLst/>
              <a:rect l="l" t="t" r="r" b="b"/>
              <a:pathLst>
                <a:path w="1243" h="1257" extrusionOk="0">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4" name="Google Shape;17374;p79"/>
            <p:cNvSpPr/>
            <p:nvPr/>
          </p:nvSpPr>
          <p:spPr>
            <a:xfrm>
              <a:off x="5271595" y="3008258"/>
              <a:ext cx="36491" cy="10670"/>
            </a:xfrm>
            <a:custGeom>
              <a:avLst/>
              <a:gdLst/>
              <a:ahLst/>
              <a:cxnLst/>
              <a:rect l="l" t="t" r="r" b="b"/>
              <a:pathLst>
                <a:path w="1392" h="407" extrusionOk="0">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5" name="Google Shape;17375;p79"/>
            <p:cNvSpPr/>
            <p:nvPr/>
          </p:nvSpPr>
          <p:spPr>
            <a:xfrm>
              <a:off x="5270206" y="3036255"/>
              <a:ext cx="113406" cy="10670"/>
            </a:xfrm>
            <a:custGeom>
              <a:avLst/>
              <a:gdLst/>
              <a:ahLst/>
              <a:cxnLst/>
              <a:rect l="l" t="t" r="r" b="b"/>
              <a:pathLst>
                <a:path w="4326" h="407" extrusionOk="0">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6" name="Google Shape;17376;p79"/>
            <p:cNvSpPr/>
            <p:nvPr/>
          </p:nvSpPr>
          <p:spPr>
            <a:xfrm>
              <a:off x="5223517" y="3080532"/>
              <a:ext cx="69915" cy="10670"/>
            </a:xfrm>
            <a:custGeom>
              <a:avLst/>
              <a:gdLst/>
              <a:ahLst/>
              <a:cxnLst/>
              <a:rect l="l" t="t" r="r" b="b"/>
              <a:pathLst>
                <a:path w="2667" h="407" extrusionOk="0">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7" name="Google Shape;17377;p79"/>
            <p:cNvSpPr/>
            <p:nvPr/>
          </p:nvSpPr>
          <p:spPr>
            <a:xfrm>
              <a:off x="5183251" y="3234152"/>
              <a:ext cx="56939" cy="10696"/>
            </a:xfrm>
            <a:custGeom>
              <a:avLst/>
              <a:gdLst/>
              <a:ahLst/>
              <a:cxnLst/>
              <a:rect l="l" t="t" r="r" b="b"/>
              <a:pathLst>
                <a:path w="2172" h="408" extrusionOk="0">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78" name="Google Shape;17378;p79"/>
          <p:cNvGrpSpPr/>
          <p:nvPr/>
        </p:nvGrpSpPr>
        <p:grpSpPr>
          <a:xfrm>
            <a:off x="6086331" y="2905337"/>
            <a:ext cx="364441" cy="364834"/>
            <a:chOff x="6086331" y="2905337"/>
            <a:chExt cx="364441" cy="364834"/>
          </a:xfrm>
        </p:grpSpPr>
        <p:sp>
          <p:nvSpPr>
            <p:cNvPr id="17379" name="Google Shape;17379;p79"/>
            <p:cNvSpPr/>
            <p:nvPr/>
          </p:nvSpPr>
          <p:spPr>
            <a:xfrm>
              <a:off x="6086331" y="2905337"/>
              <a:ext cx="277407" cy="277433"/>
            </a:xfrm>
            <a:custGeom>
              <a:avLst/>
              <a:gdLst/>
              <a:ahLst/>
              <a:cxnLst/>
              <a:rect l="l" t="t" r="r" b="b"/>
              <a:pathLst>
                <a:path w="10582" h="10583" extrusionOk="0">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0" name="Google Shape;17380;p79"/>
            <p:cNvSpPr/>
            <p:nvPr/>
          </p:nvSpPr>
          <p:spPr>
            <a:xfrm>
              <a:off x="6143480" y="2983301"/>
              <a:ext cx="142321" cy="121821"/>
            </a:xfrm>
            <a:custGeom>
              <a:avLst/>
              <a:gdLst/>
              <a:ahLst/>
              <a:cxnLst/>
              <a:rect l="l" t="t" r="r" b="b"/>
              <a:pathLst>
                <a:path w="5429" h="4647" extrusionOk="0">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1" name="Google Shape;17381;p79"/>
            <p:cNvSpPr/>
            <p:nvPr/>
          </p:nvSpPr>
          <p:spPr>
            <a:xfrm>
              <a:off x="6184349" y="3013946"/>
              <a:ext cx="70781" cy="60557"/>
            </a:xfrm>
            <a:custGeom>
              <a:avLst/>
              <a:gdLst/>
              <a:ahLst/>
              <a:cxnLst/>
              <a:rect l="l" t="t" r="r" b="b"/>
              <a:pathLst>
                <a:path w="2700" h="2310" extrusionOk="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2" name="Google Shape;17382;p79"/>
            <p:cNvSpPr/>
            <p:nvPr/>
          </p:nvSpPr>
          <p:spPr>
            <a:xfrm>
              <a:off x="6268368" y="3087374"/>
              <a:ext cx="182404" cy="182797"/>
            </a:xfrm>
            <a:custGeom>
              <a:avLst/>
              <a:gdLst/>
              <a:ahLst/>
              <a:cxnLst/>
              <a:rect l="l" t="t" r="r" b="b"/>
              <a:pathLst>
                <a:path w="6958" h="6973" extrusionOk="0">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3" name="Google Shape;17383;p79"/>
            <p:cNvSpPr/>
            <p:nvPr/>
          </p:nvSpPr>
          <p:spPr>
            <a:xfrm>
              <a:off x="6298620" y="3133172"/>
              <a:ext cx="106747" cy="91412"/>
            </a:xfrm>
            <a:custGeom>
              <a:avLst/>
              <a:gdLst/>
              <a:ahLst/>
              <a:cxnLst/>
              <a:rect l="l" t="t" r="r" b="b"/>
              <a:pathLst>
                <a:path w="4072" h="3487" extrusionOk="0">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4" name="Google Shape;17384;p79"/>
            <p:cNvSpPr/>
            <p:nvPr/>
          </p:nvSpPr>
          <p:spPr>
            <a:xfrm>
              <a:off x="6322843" y="3151706"/>
              <a:ext cx="63991" cy="54527"/>
            </a:xfrm>
            <a:custGeom>
              <a:avLst/>
              <a:gdLst/>
              <a:ahLst/>
              <a:cxnLst/>
              <a:rect l="l" t="t" r="r" b="b"/>
              <a:pathLst>
                <a:path w="2441" h="2080" extrusionOk="0">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85" name="Google Shape;17385;p79"/>
          <p:cNvGrpSpPr/>
          <p:nvPr/>
        </p:nvGrpSpPr>
        <p:grpSpPr>
          <a:xfrm>
            <a:off x="6554059" y="2907251"/>
            <a:ext cx="377706" cy="377680"/>
            <a:chOff x="6554059" y="2907251"/>
            <a:chExt cx="377706" cy="377680"/>
          </a:xfrm>
        </p:grpSpPr>
        <p:sp>
          <p:nvSpPr>
            <p:cNvPr id="17386" name="Google Shape;17386;p79"/>
            <p:cNvSpPr/>
            <p:nvPr/>
          </p:nvSpPr>
          <p:spPr>
            <a:xfrm>
              <a:off x="6635064" y="2907251"/>
              <a:ext cx="215723" cy="377680"/>
            </a:xfrm>
            <a:custGeom>
              <a:avLst/>
              <a:gdLst/>
              <a:ahLst/>
              <a:cxnLst/>
              <a:rect l="l" t="t" r="r" b="b"/>
              <a:pathLst>
                <a:path w="8229" h="14407" extrusionOk="0">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7" name="Google Shape;17387;p79"/>
            <p:cNvSpPr/>
            <p:nvPr/>
          </p:nvSpPr>
          <p:spPr>
            <a:xfrm>
              <a:off x="6805330" y="2907251"/>
              <a:ext cx="45457" cy="377680"/>
            </a:xfrm>
            <a:custGeom>
              <a:avLst/>
              <a:gdLst/>
              <a:ahLst/>
              <a:cxnLst/>
              <a:rect l="l" t="t" r="r" b="b"/>
              <a:pathLst>
                <a:path w="1734" h="14407" extrusionOk="0">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8" name="Google Shape;17388;p79"/>
            <p:cNvSpPr/>
            <p:nvPr/>
          </p:nvSpPr>
          <p:spPr>
            <a:xfrm>
              <a:off x="6635064" y="3227389"/>
              <a:ext cx="215723" cy="22728"/>
            </a:xfrm>
            <a:custGeom>
              <a:avLst/>
              <a:gdLst/>
              <a:ahLst/>
              <a:cxnLst/>
              <a:rect l="l" t="t" r="r" b="b"/>
              <a:pathLst>
                <a:path w="8229" h="867" extrusionOk="0">
                  <a:moveTo>
                    <a:pt x="0" y="0"/>
                  </a:moveTo>
                  <a:lnTo>
                    <a:pt x="0" y="867"/>
                  </a:lnTo>
                  <a:lnTo>
                    <a:pt x="8228" y="867"/>
                  </a:lnTo>
                  <a:lnTo>
                    <a:pt x="8228" y="0"/>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9" name="Google Shape;17389;p79"/>
            <p:cNvSpPr/>
            <p:nvPr/>
          </p:nvSpPr>
          <p:spPr>
            <a:xfrm>
              <a:off x="6828058" y="3227389"/>
              <a:ext cx="22728" cy="22728"/>
            </a:xfrm>
            <a:custGeom>
              <a:avLst/>
              <a:gdLst/>
              <a:ahLst/>
              <a:cxnLst/>
              <a:rect l="l" t="t" r="r" b="b"/>
              <a:pathLst>
                <a:path w="867" h="867" extrusionOk="0">
                  <a:moveTo>
                    <a:pt x="0" y="0"/>
                  </a:moveTo>
                  <a:lnTo>
                    <a:pt x="0" y="867"/>
                  </a:lnTo>
                  <a:lnTo>
                    <a:pt x="866" y="867"/>
                  </a:lnTo>
                  <a:lnTo>
                    <a:pt x="866"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0" name="Google Shape;17390;p79"/>
            <p:cNvSpPr/>
            <p:nvPr/>
          </p:nvSpPr>
          <p:spPr>
            <a:xfrm>
              <a:off x="6635064" y="3250091"/>
              <a:ext cx="215723" cy="34840"/>
            </a:xfrm>
            <a:custGeom>
              <a:avLst/>
              <a:gdLst/>
              <a:ahLst/>
              <a:cxnLst/>
              <a:rect l="l" t="t" r="r" b="b"/>
              <a:pathLst>
                <a:path w="8229" h="1329" extrusionOk="0">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1" name="Google Shape;17391;p79"/>
            <p:cNvSpPr/>
            <p:nvPr/>
          </p:nvSpPr>
          <p:spPr>
            <a:xfrm>
              <a:off x="6805330" y="3250091"/>
              <a:ext cx="45457" cy="34840"/>
            </a:xfrm>
            <a:custGeom>
              <a:avLst/>
              <a:gdLst/>
              <a:ahLst/>
              <a:cxnLst/>
              <a:rect l="l" t="t" r="r" b="b"/>
              <a:pathLst>
                <a:path w="1734" h="1329" extrusionOk="0">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2" name="Google Shape;17392;p79"/>
            <p:cNvSpPr/>
            <p:nvPr/>
          </p:nvSpPr>
          <p:spPr>
            <a:xfrm>
              <a:off x="6635064" y="2907251"/>
              <a:ext cx="216090" cy="35207"/>
            </a:xfrm>
            <a:custGeom>
              <a:avLst/>
              <a:gdLst/>
              <a:ahLst/>
              <a:cxnLst/>
              <a:rect l="l" t="t" r="r" b="b"/>
              <a:pathLst>
                <a:path w="8243" h="1343" extrusionOk="0">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3" name="Google Shape;17393;p79"/>
            <p:cNvSpPr/>
            <p:nvPr/>
          </p:nvSpPr>
          <p:spPr>
            <a:xfrm>
              <a:off x="6805330" y="2907251"/>
              <a:ext cx="45457" cy="35207"/>
            </a:xfrm>
            <a:custGeom>
              <a:avLst/>
              <a:gdLst/>
              <a:ahLst/>
              <a:cxnLst/>
              <a:rect l="l" t="t" r="r" b="b"/>
              <a:pathLst>
                <a:path w="1734" h="1343" extrusionOk="0">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4" name="Google Shape;17394;p79"/>
            <p:cNvSpPr/>
            <p:nvPr/>
          </p:nvSpPr>
          <p:spPr>
            <a:xfrm>
              <a:off x="6720577" y="3262202"/>
              <a:ext cx="45064" cy="11010"/>
            </a:xfrm>
            <a:custGeom>
              <a:avLst/>
              <a:gdLst/>
              <a:ahLst/>
              <a:cxnLst/>
              <a:rect l="l" t="t" r="r" b="b"/>
              <a:pathLst>
                <a:path w="1719" h="420" extrusionOk="0">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5" name="Google Shape;17395;p79"/>
            <p:cNvSpPr/>
            <p:nvPr/>
          </p:nvSpPr>
          <p:spPr>
            <a:xfrm>
              <a:off x="6554059" y="2962879"/>
              <a:ext cx="149137" cy="163765"/>
            </a:xfrm>
            <a:custGeom>
              <a:avLst/>
              <a:gdLst/>
              <a:ahLst/>
              <a:cxnLst/>
              <a:rect l="l" t="t" r="r" b="b"/>
              <a:pathLst>
                <a:path w="5689" h="6247" extrusionOk="0">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6" name="Google Shape;17396;p79"/>
            <p:cNvSpPr/>
            <p:nvPr/>
          </p:nvSpPr>
          <p:spPr>
            <a:xfrm>
              <a:off x="6650950" y="2962879"/>
              <a:ext cx="52246" cy="129056"/>
            </a:xfrm>
            <a:custGeom>
              <a:avLst/>
              <a:gdLst/>
              <a:ahLst/>
              <a:cxnLst/>
              <a:rect l="l" t="t" r="r" b="b"/>
              <a:pathLst>
                <a:path w="1993" h="4923" extrusionOk="0">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7" name="Google Shape;17397;p79"/>
            <p:cNvSpPr/>
            <p:nvPr/>
          </p:nvSpPr>
          <p:spPr>
            <a:xfrm>
              <a:off x="6596842" y="2999580"/>
              <a:ext cx="64358" cy="53295"/>
            </a:xfrm>
            <a:custGeom>
              <a:avLst/>
              <a:gdLst/>
              <a:ahLst/>
              <a:cxnLst/>
              <a:rect l="l" t="t" r="r" b="b"/>
              <a:pathLst>
                <a:path w="2455" h="2033" extrusionOk="0">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8" name="Google Shape;17398;p79"/>
            <p:cNvSpPr/>
            <p:nvPr/>
          </p:nvSpPr>
          <p:spPr>
            <a:xfrm>
              <a:off x="6782628" y="3055576"/>
              <a:ext cx="149137" cy="163765"/>
            </a:xfrm>
            <a:custGeom>
              <a:avLst/>
              <a:gdLst/>
              <a:ahLst/>
              <a:cxnLst/>
              <a:rect l="l" t="t" r="r" b="b"/>
              <a:pathLst>
                <a:path w="5689" h="6247" extrusionOk="0">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9" name="Google Shape;17399;p79"/>
            <p:cNvSpPr/>
            <p:nvPr/>
          </p:nvSpPr>
          <p:spPr>
            <a:xfrm>
              <a:off x="6879885" y="3055576"/>
              <a:ext cx="51879" cy="129083"/>
            </a:xfrm>
            <a:custGeom>
              <a:avLst/>
              <a:gdLst/>
              <a:ahLst/>
              <a:cxnLst/>
              <a:rect l="l" t="t" r="r" b="b"/>
              <a:pathLst>
                <a:path w="1979" h="4924" extrusionOk="0">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0" name="Google Shape;17400;p79"/>
            <p:cNvSpPr/>
            <p:nvPr/>
          </p:nvSpPr>
          <p:spPr>
            <a:xfrm>
              <a:off x="6841297" y="3080926"/>
              <a:ext cx="31799" cy="32192"/>
            </a:xfrm>
            <a:custGeom>
              <a:avLst/>
              <a:gdLst/>
              <a:ahLst/>
              <a:cxnLst/>
              <a:rect l="l" t="t" r="r" b="b"/>
              <a:pathLst>
                <a:path w="1213" h="1228" extrusionOk="0">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1" name="Google Shape;17401;p79"/>
            <p:cNvSpPr/>
            <p:nvPr/>
          </p:nvSpPr>
          <p:spPr>
            <a:xfrm>
              <a:off x="6830706" y="3113091"/>
              <a:ext cx="53374" cy="31825"/>
            </a:xfrm>
            <a:custGeom>
              <a:avLst/>
              <a:gdLst/>
              <a:ahLst/>
              <a:cxnLst/>
              <a:rect l="l" t="t" r="r" b="b"/>
              <a:pathLst>
                <a:path w="2036" h="1214" extrusionOk="0">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2" name="Google Shape;17402;p79"/>
            <p:cNvSpPr/>
            <p:nvPr/>
          </p:nvSpPr>
          <p:spPr>
            <a:xfrm>
              <a:off x="6725112" y="2972343"/>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3" name="Google Shape;17403;p79"/>
            <p:cNvSpPr/>
            <p:nvPr/>
          </p:nvSpPr>
          <p:spPr>
            <a:xfrm>
              <a:off x="6725112" y="2995045"/>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4" name="Google Shape;17404;p79"/>
            <p:cNvSpPr/>
            <p:nvPr/>
          </p:nvSpPr>
          <p:spPr>
            <a:xfrm>
              <a:off x="6725112" y="3017747"/>
              <a:ext cx="95396" cy="11377"/>
            </a:xfrm>
            <a:custGeom>
              <a:avLst/>
              <a:gdLst/>
              <a:ahLst/>
              <a:cxnLst/>
              <a:rect l="l" t="t" r="r" b="b"/>
              <a:pathLst>
                <a:path w="3639" h="434" extrusionOk="0">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5" name="Google Shape;17405;p79"/>
            <p:cNvSpPr/>
            <p:nvPr/>
          </p:nvSpPr>
          <p:spPr>
            <a:xfrm>
              <a:off x="6664949" y="3138467"/>
              <a:ext cx="91595" cy="23095"/>
            </a:xfrm>
            <a:custGeom>
              <a:avLst/>
              <a:gdLst/>
              <a:ahLst/>
              <a:cxnLst/>
              <a:rect l="l" t="t" r="r" b="b"/>
              <a:pathLst>
                <a:path w="3494" h="881" extrusionOk="0">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6" name="Google Shape;17406;p79"/>
            <p:cNvSpPr/>
            <p:nvPr/>
          </p:nvSpPr>
          <p:spPr>
            <a:xfrm>
              <a:off x="6663428" y="3178576"/>
              <a:ext cx="95003" cy="11377"/>
            </a:xfrm>
            <a:custGeom>
              <a:avLst/>
              <a:gdLst/>
              <a:ahLst/>
              <a:cxnLst/>
              <a:rect l="l" t="t" r="r" b="b"/>
              <a:pathLst>
                <a:path w="3624" h="434" extrusionOk="0">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07" name="Google Shape;17407;p79"/>
          <p:cNvGrpSpPr/>
          <p:nvPr/>
        </p:nvGrpSpPr>
        <p:grpSpPr>
          <a:xfrm>
            <a:off x="7491796" y="2945446"/>
            <a:ext cx="400801" cy="317542"/>
            <a:chOff x="7491796" y="2945446"/>
            <a:chExt cx="400801" cy="317542"/>
          </a:xfrm>
        </p:grpSpPr>
        <p:sp>
          <p:nvSpPr>
            <p:cNvPr id="17408" name="Google Shape;17408;p79"/>
            <p:cNvSpPr/>
            <p:nvPr/>
          </p:nvSpPr>
          <p:spPr>
            <a:xfrm>
              <a:off x="7491796" y="2998453"/>
              <a:ext cx="340611" cy="264536"/>
            </a:xfrm>
            <a:custGeom>
              <a:avLst/>
              <a:gdLst/>
              <a:ahLst/>
              <a:cxnLst/>
              <a:rect l="l" t="t" r="r" b="b"/>
              <a:pathLst>
                <a:path w="12993" h="10091" extrusionOk="0">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9" name="Google Shape;17409;p79"/>
            <p:cNvSpPr/>
            <p:nvPr/>
          </p:nvSpPr>
          <p:spPr>
            <a:xfrm>
              <a:off x="7491796" y="2998453"/>
              <a:ext cx="24249" cy="264536"/>
            </a:xfrm>
            <a:custGeom>
              <a:avLst/>
              <a:gdLst/>
              <a:ahLst/>
              <a:cxnLst/>
              <a:rect l="l" t="t" r="r" b="b"/>
              <a:pathLst>
                <a:path w="925" h="10091" extrusionOk="0">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0" name="Google Shape;17410;p79"/>
            <p:cNvSpPr/>
            <p:nvPr/>
          </p:nvSpPr>
          <p:spPr>
            <a:xfrm>
              <a:off x="7541002" y="2945473"/>
              <a:ext cx="291406" cy="58669"/>
            </a:xfrm>
            <a:custGeom>
              <a:avLst/>
              <a:gdLst/>
              <a:ahLst/>
              <a:cxnLst/>
              <a:rect l="l" t="t" r="r" b="b"/>
              <a:pathLst>
                <a:path w="11116" h="2238" extrusionOk="0">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1" name="Google Shape;17411;p79"/>
            <p:cNvSpPr/>
            <p:nvPr/>
          </p:nvSpPr>
          <p:spPr>
            <a:xfrm>
              <a:off x="7491796" y="2945473"/>
              <a:ext cx="56415" cy="58669"/>
            </a:xfrm>
            <a:custGeom>
              <a:avLst/>
              <a:gdLst/>
              <a:ahLst/>
              <a:cxnLst/>
              <a:rect l="l" t="t" r="r" b="b"/>
              <a:pathLst>
                <a:path w="2152" h="2238" extrusionOk="0">
                  <a:moveTo>
                    <a:pt x="319" y="0"/>
                  </a:moveTo>
                  <a:cubicBezTo>
                    <a:pt x="145" y="0"/>
                    <a:pt x="1" y="144"/>
                    <a:pt x="1" y="318"/>
                  </a:cubicBezTo>
                  <a:lnTo>
                    <a:pt x="1" y="2238"/>
                  </a:lnTo>
                  <a:lnTo>
                    <a:pt x="2152" y="2238"/>
                  </a:lnTo>
                  <a:lnTo>
                    <a:pt x="2152"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2" name="Google Shape;17412;p79"/>
            <p:cNvSpPr/>
            <p:nvPr/>
          </p:nvSpPr>
          <p:spPr>
            <a:xfrm>
              <a:off x="7491796" y="2945446"/>
              <a:ext cx="24642" cy="58695"/>
            </a:xfrm>
            <a:custGeom>
              <a:avLst/>
              <a:gdLst/>
              <a:ahLst/>
              <a:cxnLst/>
              <a:rect l="l" t="t" r="r" b="b"/>
              <a:pathLst>
                <a:path w="940" h="2239" extrusionOk="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3" name="Google Shape;17413;p79"/>
            <p:cNvSpPr/>
            <p:nvPr/>
          </p:nvSpPr>
          <p:spPr>
            <a:xfrm>
              <a:off x="7568632" y="2968542"/>
              <a:ext cx="228962" cy="12138"/>
            </a:xfrm>
            <a:custGeom>
              <a:avLst/>
              <a:gdLst/>
              <a:ahLst/>
              <a:cxnLst/>
              <a:rect l="l" t="t" r="r" b="b"/>
              <a:pathLst>
                <a:path w="8734" h="463" extrusionOk="0">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4" name="Google Shape;17414;p79"/>
            <p:cNvSpPr/>
            <p:nvPr/>
          </p:nvSpPr>
          <p:spPr>
            <a:xfrm>
              <a:off x="7656793" y="3073402"/>
              <a:ext cx="225947" cy="122450"/>
            </a:xfrm>
            <a:custGeom>
              <a:avLst/>
              <a:gdLst/>
              <a:ahLst/>
              <a:cxnLst/>
              <a:rect l="l" t="t" r="r" b="b"/>
              <a:pathLst>
                <a:path w="8619" h="4671" extrusionOk="0">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5" name="Google Shape;17415;p79"/>
            <p:cNvSpPr/>
            <p:nvPr/>
          </p:nvSpPr>
          <p:spPr>
            <a:xfrm>
              <a:off x="7649610" y="3172888"/>
              <a:ext cx="32952" cy="32952"/>
            </a:xfrm>
            <a:custGeom>
              <a:avLst/>
              <a:gdLst/>
              <a:ahLst/>
              <a:cxnLst/>
              <a:rect l="l" t="t" r="r" b="b"/>
              <a:pathLst>
                <a:path w="1257" h="1257" extrusionOk="0">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6" name="Google Shape;17416;p79"/>
            <p:cNvSpPr/>
            <p:nvPr/>
          </p:nvSpPr>
          <p:spPr>
            <a:xfrm>
              <a:off x="7778273" y="3164184"/>
              <a:ext cx="32952" cy="33345"/>
            </a:xfrm>
            <a:custGeom>
              <a:avLst/>
              <a:gdLst/>
              <a:ahLst/>
              <a:cxnLst/>
              <a:rect l="l" t="t" r="r" b="b"/>
              <a:pathLst>
                <a:path w="1257" h="1272" extrusionOk="0">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7" name="Google Shape;17417;p79"/>
            <p:cNvSpPr/>
            <p:nvPr/>
          </p:nvSpPr>
          <p:spPr>
            <a:xfrm>
              <a:off x="7859252" y="3062785"/>
              <a:ext cx="33345" cy="33319"/>
            </a:xfrm>
            <a:custGeom>
              <a:avLst/>
              <a:gdLst/>
              <a:ahLst/>
              <a:cxnLst/>
              <a:rect l="l" t="t" r="r" b="b"/>
              <a:pathLst>
                <a:path w="1272" h="1271" extrusionOk="0">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8" name="Google Shape;17418;p79"/>
            <p:cNvSpPr/>
            <p:nvPr/>
          </p:nvSpPr>
          <p:spPr>
            <a:xfrm>
              <a:off x="7713942" y="3112724"/>
              <a:ext cx="32952" cy="33319"/>
            </a:xfrm>
            <a:custGeom>
              <a:avLst/>
              <a:gdLst/>
              <a:ahLst/>
              <a:cxnLst/>
              <a:rect l="l" t="t" r="r" b="b"/>
              <a:pathLst>
                <a:path w="1257" h="1271" extrusionOk="0">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9" name="Google Shape;17419;p79"/>
            <p:cNvSpPr/>
            <p:nvPr/>
          </p:nvSpPr>
          <p:spPr>
            <a:xfrm>
              <a:off x="7649610" y="3172704"/>
              <a:ext cx="24616" cy="33319"/>
            </a:xfrm>
            <a:custGeom>
              <a:avLst/>
              <a:gdLst/>
              <a:ahLst/>
              <a:cxnLst/>
              <a:rect l="l" t="t" r="r" b="b"/>
              <a:pathLst>
                <a:path w="939" h="1271" extrusionOk="0">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0" name="Google Shape;17420;p79"/>
            <p:cNvSpPr/>
            <p:nvPr/>
          </p:nvSpPr>
          <p:spPr>
            <a:xfrm>
              <a:off x="7778273" y="316423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1" name="Google Shape;17421;p79"/>
            <p:cNvSpPr/>
            <p:nvPr/>
          </p:nvSpPr>
          <p:spPr>
            <a:xfrm>
              <a:off x="7859252" y="3062968"/>
              <a:ext cx="24642" cy="33083"/>
            </a:xfrm>
            <a:custGeom>
              <a:avLst/>
              <a:gdLst/>
              <a:ahLst/>
              <a:cxnLst/>
              <a:rect l="l" t="t" r="r" b="b"/>
              <a:pathLst>
                <a:path w="940" h="1262" extrusionOk="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2" name="Google Shape;17422;p79"/>
            <p:cNvSpPr/>
            <p:nvPr/>
          </p:nvSpPr>
          <p:spPr>
            <a:xfrm>
              <a:off x="7713942" y="311277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3" name="Google Shape;17423;p79"/>
            <p:cNvSpPr/>
            <p:nvPr/>
          </p:nvSpPr>
          <p:spPr>
            <a:xfrm>
              <a:off x="7530411" y="3104021"/>
              <a:ext cx="101452" cy="12138"/>
            </a:xfrm>
            <a:custGeom>
              <a:avLst/>
              <a:gdLst/>
              <a:ahLst/>
              <a:cxnLst/>
              <a:rect l="l" t="t" r="r" b="b"/>
              <a:pathLst>
                <a:path w="3870" h="463" extrusionOk="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4" name="Google Shape;17424;p79"/>
            <p:cNvSpPr/>
            <p:nvPr/>
          </p:nvSpPr>
          <p:spPr>
            <a:xfrm>
              <a:off x="7530411" y="3133539"/>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5" name="Google Shape;17425;p79"/>
            <p:cNvSpPr/>
            <p:nvPr/>
          </p:nvSpPr>
          <p:spPr>
            <a:xfrm>
              <a:off x="7530411" y="3163057"/>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6" name="Google Shape;17426;p79"/>
            <p:cNvSpPr/>
            <p:nvPr/>
          </p:nvSpPr>
          <p:spPr>
            <a:xfrm>
              <a:off x="7530411" y="3192575"/>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7" name="Google Shape;17427;p79"/>
            <p:cNvSpPr/>
            <p:nvPr/>
          </p:nvSpPr>
          <p:spPr>
            <a:xfrm>
              <a:off x="7530411" y="3222093"/>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8" name="Google Shape;17428;p79"/>
            <p:cNvSpPr/>
            <p:nvPr/>
          </p:nvSpPr>
          <p:spPr>
            <a:xfrm>
              <a:off x="7538354" y="3035521"/>
              <a:ext cx="247522" cy="44303"/>
            </a:xfrm>
            <a:custGeom>
              <a:avLst/>
              <a:gdLst/>
              <a:ahLst/>
              <a:cxnLst/>
              <a:rect l="l" t="t" r="r" b="b"/>
              <a:pathLst>
                <a:path w="9442" h="1690" extrusionOk="0">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9" name="Google Shape;17429;p79"/>
            <p:cNvSpPr/>
            <p:nvPr/>
          </p:nvSpPr>
          <p:spPr>
            <a:xfrm>
              <a:off x="7538721" y="3054081"/>
              <a:ext cx="246762" cy="25743"/>
            </a:xfrm>
            <a:custGeom>
              <a:avLst/>
              <a:gdLst/>
              <a:ahLst/>
              <a:cxnLst/>
              <a:rect l="l" t="t" r="r" b="b"/>
              <a:pathLst>
                <a:path w="9413" h="982" extrusionOk="0">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30" name="Google Shape;17430;p79"/>
          <p:cNvGrpSpPr/>
          <p:nvPr/>
        </p:nvGrpSpPr>
        <p:grpSpPr>
          <a:xfrm>
            <a:off x="7045643" y="2907723"/>
            <a:ext cx="345304" cy="365857"/>
            <a:chOff x="7045643" y="2907723"/>
            <a:chExt cx="345304" cy="365857"/>
          </a:xfrm>
        </p:grpSpPr>
        <p:sp>
          <p:nvSpPr>
            <p:cNvPr id="17431" name="Google Shape;17431;p79"/>
            <p:cNvSpPr/>
            <p:nvPr/>
          </p:nvSpPr>
          <p:spPr>
            <a:xfrm>
              <a:off x="7101638" y="2970429"/>
              <a:ext cx="231636" cy="284223"/>
            </a:xfrm>
            <a:custGeom>
              <a:avLst/>
              <a:gdLst/>
              <a:ahLst/>
              <a:cxnLst/>
              <a:rect l="l" t="t" r="r" b="b"/>
              <a:pathLst>
                <a:path w="8836" h="10842" extrusionOk="0">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2" name="Google Shape;17432;p79"/>
            <p:cNvSpPr/>
            <p:nvPr/>
          </p:nvSpPr>
          <p:spPr>
            <a:xfrm>
              <a:off x="7129269" y="2989357"/>
              <a:ext cx="176768" cy="177135"/>
            </a:xfrm>
            <a:custGeom>
              <a:avLst/>
              <a:gdLst/>
              <a:ahLst/>
              <a:cxnLst/>
              <a:rect l="l" t="t" r="r" b="b"/>
              <a:pathLst>
                <a:path w="6743" h="6757" extrusionOk="0">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3" name="Google Shape;17433;p79"/>
            <p:cNvSpPr/>
            <p:nvPr/>
          </p:nvSpPr>
          <p:spPr>
            <a:xfrm>
              <a:off x="7148196" y="3008284"/>
              <a:ext cx="138913" cy="139280"/>
            </a:xfrm>
            <a:custGeom>
              <a:avLst/>
              <a:gdLst/>
              <a:ahLst/>
              <a:cxnLst/>
              <a:rect l="l" t="t" r="r" b="b"/>
              <a:pathLst>
                <a:path w="5299" h="5313" extrusionOk="0">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4" name="Google Shape;17434;p79"/>
            <p:cNvSpPr/>
            <p:nvPr/>
          </p:nvSpPr>
          <p:spPr>
            <a:xfrm>
              <a:off x="7198529" y="3248570"/>
              <a:ext cx="37854" cy="25009"/>
            </a:xfrm>
            <a:custGeom>
              <a:avLst/>
              <a:gdLst/>
              <a:ahLst/>
              <a:cxnLst/>
              <a:rect l="l" t="t" r="r" b="b"/>
              <a:pathLst>
                <a:path w="1444" h="954" extrusionOk="0">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5" name="Google Shape;17435;p79"/>
            <p:cNvSpPr/>
            <p:nvPr/>
          </p:nvSpPr>
          <p:spPr>
            <a:xfrm>
              <a:off x="7342711" y="3071436"/>
              <a:ext cx="48236" cy="12950"/>
            </a:xfrm>
            <a:custGeom>
              <a:avLst/>
              <a:gdLst/>
              <a:ahLst/>
              <a:cxnLst/>
              <a:rect l="l" t="t" r="r" b="b"/>
              <a:pathLst>
                <a:path w="1840" h="494" extrusionOk="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6" name="Google Shape;17436;p79"/>
            <p:cNvSpPr/>
            <p:nvPr/>
          </p:nvSpPr>
          <p:spPr>
            <a:xfrm>
              <a:off x="7045643" y="3071436"/>
              <a:ext cx="54658" cy="12950"/>
            </a:xfrm>
            <a:custGeom>
              <a:avLst/>
              <a:gdLst/>
              <a:ahLst/>
              <a:cxnLst/>
              <a:rect l="l" t="t" r="r" b="b"/>
              <a:pathLst>
                <a:path w="2085" h="494" extrusionOk="0">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7" name="Google Shape;17437;p79"/>
            <p:cNvSpPr/>
            <p:nvPr/>
          </p:nvSpPr>
          <p:spPr>
            <a:xfrm>
              <a:off x="7211400" y="2907723"/>
              <a:ext cx="12505" cy="43831"/>
            </a:xfrm>
            <a:custGeom>
              <a:avLst/>
              <a:gdLst/>
              <a:ahLst/>
              <a:cxnLst/>
              <a:rect l="l" t="t" r="r" b="b"/>
              <a:pathLst>
                <a:path w="477" h="1672" extrusionOk="0">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8" name="Google Shape;17438;p79"/>
            <p:cNvSpPr/>
            <p:nvPr/>
          </p:nvSpPr>
          <p:spPr>
            <a:xfrm>
              <a:off x="7204951" y="3014706"/>
              <a:ext cx="25009" cy="107508"/>
            </a:xfrm>
            <a:custGeom>
              <a:avLst/>
              <a:gdLst/>
              <a:ahLst/>
              <a:cxnLst/>
              <a:rect l="l" t="t" r="r" b="b"/>
              <a:pathLst>
                <a:path w="954" h="4101" extrusionOk="0">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9" name="Google Shape;17439;p79"/>
            <p:cNvSpPr/>
            <p:nvPr/>
          </p:nvSpPr>
          <p:spPr>
            <a:xfrm>
              <a:off x="7207992" y="3134666"/>
              <a:ext cx="18953" cy="18953"/>
            </a:xfrm>
            <a:custGeom>
              <a:avLst/>
              <a:gdLst/>
              <a:ahLst/>
              <a:cxnLst/>
              <a:rect l="l" t="t" r="r" b="b"/>
              <a:pathLst>
                <a:path w="723" h="723" extrusionOk="0">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0" name="Google Shape;17440;p79"/>
            <p:cNvSpPr/>
            <p:nvPr/>
          </p:nvSpPr>
          <p:spPr>
            <a:xfrm>
              <a:off x="7276099" y="2940754"/>
              <a:ext cx="25088" cy="28574"/>
            </a:xfrm>
            <a:custGeom>
              <a:avLst/>
              <a:gdLst/>
              <a:ahLst/>
              <a:cxnLst/>
              <a:rect l="l" t="t" r="r" b="b"/>
              <a:pathLst>
                <a:path w="957" h="1090" extrusionOk="0">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1" name="Google Shape;17441;p79"/>
            <p:cNvSpPr/>
            <p:nvPr/>
          </p:nvSpPr>
          <p:spPr>
            <a:xfrm>
              <a:off x="7133804" y="3185812"/>
              <a:ext cx="26372" cy="29859"/>
            </a:xfrm>
            <a:custGeom>
              <a:avLst/>
              <a:gdLst/>
              <a:ahLst/>
              <a:cxnLst/>
              <a:rect l="l" t="t" r="r" b="b"/>
              <a:pathLst>
                <a:path w="1006" h="1139" extrusionOk="0">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2" name="Google Shape;17442;p79"/>
            <p:cNvSpPr/>
            <p:nvPr/>
          </p:nvSpPr>
          <p:spPr>
            <a:xfrm>
              <a:off x="7132886" y="2939758"/>
              <a:ext cx="26320" cy="29571"/>
            </a:xfrm>
            <a:custGeom>
              <a:avLst/>
              <a:gdLst/>
              <a:ahLst/>
              <a:cxnLst/>
              <a:rect l="l" t="t" r="r" b="b"/>
              <a:pathLst>
                <a:path w="1004" h="1128" extrusionOk="0">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3" name="Google Shape;17443;p79"/>
            <p:cNvSpPr/>
            <p:nvPr/>
          </p:nvSpPr>
          <p:spPr>
            <a:xfrm>
              <a:off x="7276020" y="3186729"/>
              <a:ext cx="25062" cy="28941"/>
            </a:xfrm>
            <a:custGeom>
              <a:avLst/>
              <a:gdLst/>
              <a:ahLst/>
              <a:cxnLst/>
              <a:rect l="l" t="t" r="r" b="b"/>
              <a:pathLst>
                <a:path w="956" h="1104" extrusionOk="0">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4" name="Google Shape;17444;p79"/>
            <p:cNvSpPr/>
            <p:nvPr/>
          </p:nvSpPr>
          <p:spPr>
            <a:xfrm>
              <a:off x="7322185" y="3137550"/>
              <a:ext cx="35312" cy="22886"/>
            </a:xfrm>
            <a:custGeom>
              <a:avLst/>
              <a:gdLst/>
              <a:ahLst/>
              <a:cxnLst/>
              <a:rect l="l" t="t" r="r" b="b"/>
              <a:pathLst>
                <a:path w="1347" h="873" extrusionOk="0">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5" name="Google Shape;17445;p79"/>
            <p:cNvSpPr/>
            <p:nvPr/>
          </p:nvSpPr>
          <p:spPr>
            <a:xfrm>
              <a:off x="7077599" y="2995858"/>
              <a:ext cx="33922" cy="21916"/>
            </a:xfrm>
            <a:custGeom>
              <a:avLst/>
              <a:gdLst/>
              <a:ahLst/>
              <a:cxnLst/>
              <a:rect l="l" t="t" r="r" b="b"/>
              <a:pathLst>
                <a:path w="1294" h="836" extrusionOk="0">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6" name="Google Shape;17446;p79"/>
            <p:cNvSpPr/>
            <p:nvPr/>
          </p:nvSpPr>
          <p:spPr>
            <a:xfrm>
              <a:off x="7323784" y="2995255"/>
              <a:ext cx="35312" cy="22519"/>
            </a:xfrm>
            <a:custGeom>
              <a:avLst/>
              <a:gdLst/>
              <a:ahLst/>
              <a:cxnLst/>
              <a:rect l="l" t="t" r="r" b="b"/>
              <a:pathLst>
                <a:path w="1347" h="859" extrusionOk="0">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7" name="Google Shape;17447;p79"/>
            <p:cNvSpPr/>
            <p:nvPr/>
          </p:nvSpPr>
          <p:spPr>
            <a:xfrm>
              <a:off x="7077809" y="3137550"/>
              <a:ext cx="34945" cy="22886"/>
            </a:xfrm>
            <a:custGeom>
              <a:avLst/>
              <a:gdLst/>
              <a:ahLst/>
              <a:cxnLst/>
              <a:rect l="l" t="t" r="r" b="b"/>
              <a:pathLst>
                <a:path w="1333" h="873" extrusionOk="0">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8" name="Google Shape;17448;p79"/>
            <p:cNvSpPr/>
            <p:nvPr/>
          </p:nvSpPr>
          <p:spPr>
            <a:xfrm>
              <a:off x="7186050" y="3210742"/>
              <a:ext cx="63204" cy="44303"/>
            </a:xfrm>
            <a:custGeom>
              <a:avLst/>
              <a:gdLst/>
              <a:ahLst/>
              <a:cxnLst/>
              <a:rect l="l" t="t" r="r" b="b"/>
              <a:pathLst>
                <a:path w="2411" h="1690" extrusionOk="0">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9" name="Google Shape;17449;p79"/>
            <p:cNvSpPr/>
            <p:nvPr/>
          </p:nvSpPr>
          <p:spPr>
            <a:xfrm>
              <a:off x="7179602" y="3210349"/>
              <a:ext cx="76102" cy="12898"/>
            </a:xfrm>
            <a:custGeom>
              <a:avLst/>
              <a:gdLst/>
              <a:ahLst/>
              <a:cxnLst/>
              <a:rect l="l" t="t" r="r" b="b"/>
              <a:pathLst>
                <a:path w="2903" h="492" extrusionOk="0">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50" name="Google Shape;17450;p79"/>
          <p:cNvGrpSpPr/>
          <p:nvPr/>
        </p:nvGrpSpPr>
        <p:grpSpPr>
          <a:xfrm>
            <a:off x="7992843" y="2907251"/>
            <a:ext cx="347794" cy="366328"/>
            <a:chOff x="7992843" y="2907251"/>
            <a:chExt cx="347794" cy="366328"/>
          </a:xfrm>
        </p:grpSpPr>
        <p:sp>
          <p:nvSpPr>
            <p:cNvPr id="17451" name="Google Shape;17451;p79"/>
            <p:cNvSpPr/>
            <p:nvPr/>
          </p:nvSpPr>
          <p:spPr>
            <a:xfrm>
              <a:off x="7992843" y="2907251"/>
              <a:ext cx="347794" cy="238032"/>
            </a:xfrm>
            <a:custGeom>
              <a:avLst/>
              <a:gdLst/>
              <a:ahLst/>
              <a:cxnLst/>
              <a:rect l="l" t="t" r="r" b="b"/>
              <a:pathLst>
                <a:path w="13267" h="9080" extrusionOk="0">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2" name="Google Shape;17452;p79"/>
            <p:cNvSpPr/>
            <p:nvPr/>
          </p:nvSpPr>
          <p:spPr>
            <a:xfrm>
              <a:off x="7993210" y="2907251"/>
              <a:ext cx="26897" cy="238032"/>
            </a:xfrm>
            <a:custGeom>
              <a:avLst/>
              <a:gdLst/>
              <a:ahLst/>
              <a:cxnLst/>
              <a:rect l="l" t="t" r="r" b="b"/>
              <a:pathLst>
                <a:path w="1026" h="9080" extrusionOk="0">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3" name="Google Shape;17453;p79"/>
            <p:cNvSpPr/>
            <p:nvPr/>
          </p:nvSpPr>
          <p:spPr>
            <a:xfrm>
              <a:off x="8018586" y="2935590"/>
              <a:ext cx="296334" cy="207439"/>
            </a:xfrm>
            <a:custGeom>
              <a:avLst/>
              <a:gdLst/>
              <a:ahLst/>
              <a:cxnLst/>
              <a:rect l="l" t="t" r="r" b="b"/>
              <a:pathLst>
                <a:path w="11304" h="7913" extrusionOk="0">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4" name="Google Shape;17454;p79"/>
            <p:cNvSpPr/>
            <p:nvPr/>
          </p:nvSpPr>
          <p:spPr>
            <a:xfrm>
              <a:off x="8018586" y="2935249"/>
              <a:ext cx="22335" cy="207387"/>
            </a:xfrm>
            <a:custGeom>
              <a:avLst/>
              <a:gdLst/>
              <a:ahLst/>
              <a:cxnLst/>
              <a:rect l="l" t="t" r="r" b="b"/>
              <a:pathLst>
                <a:path w="852" h="7911" extrusionOk="0">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5" name="Google Shape;17455;p79"/>
            <p:cNvSpPr/>
            <p:nvPr/>
          </p:nvSpPr>
          <p:spPr>
            <a:xfrm>
              <a:off x="8137393" y="3051801"/>
              <a:ext cx="27657" cy="91595"/>
            </a:xfrm>
            <a:custGeom>
              <a:avLst/>
              <a:gdLst/>
              <a:ahLst/>
              <a:cxnLst/>
              <a:rect l="l" t="t" r="r" b="b"/>
              <a:pathLst>
                <a:path w="1055" h="3494" extrusionOk="0">
                  <a:moveTo>
                    <a:pt x="1" y="0"/>
                  </a:moveTo>
                  <a:lnTo>
                    <a:pt x="1" y="3494"/>
                  </a:lnTo>
                  <a:lnTo>
                    <a:pt x="1055" y="3494"/>
                  </a:lnTo>
                  <a:lnTo>
                    <a:pt x="105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6" name="Google Shape;17456;p79"/>
            <p:cNvSpPr/>
            <p:nvPr/>
          </p:nvSpPr>
          <p:spPr>
            <a:xfrm>
              <a:off x="8137393" y="3051801"/>
              <a:ext cx="14785" cy="91595"/>
            </a:xfrm>
            <a:custGeom>
              <a:avLst/>
              <a:gdLst/>
              <a:ahLst/>
              <a:cxnLst/>
              <a:rect l="l" t="t" r="r" b="b"/>
              <a:pathLst>
                <a:path w="564" h="3494" extrusionOk="0">
                  <a:moveTo>
                    <a:pt x="1" y="0"/>
                  </a:moveTo>
                  <a:lnTo>
                    <a:pt x="1" y="3494"/>
                  </a:lnTo>
                  <a:lnTo>
                    <a:pt x="564" y="3494"/>
                  </a:lnTo>
                  <a:lnTo>
                    <a:pt x="56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7" name="Google Shape;17457;p79"/>
            <p:cNvSpPr/>
            <p:nvPr/>
          </p:nvSpPr>
          <p:spPr>
            <a:xfrm>
              <a:off x="8216116" y="2961726"/>
              <a:ext cx="54134" cy="182430"/>
            </a:xfrm>
            <a:custGeom>
              <a:avLst/>
              <a:gdLst/>
              <a:ahLst/>
              <a:cxnLst/>
              <a:rect l="l" t="t" r="r" b="b"/>
              <a:pathLst>
                <a:path w="2065" h="6959" extrusionOk="0">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8" name="Google Shape;17458;p79"/>
            <p:cNvSpPr/>
            <p:nvPr/>
          </p:nvSpPr>
          <p:spPr>
            <a:xfrm>
              <a:off x="8216116" y="2961726"/>
              <a:ext cx="17800" cy="182430"/>
            </a:xfrm>
            <a:custGeom>
              <a:avLst/>
              <a:gdLst/>
              <a:ahLst/>
              <a:cxnLst/>
              <a:rect l="l" t="t" r="r" b="b"/>
              <a:pathLst>
                <a:path w="679" h="6959" extrusionOk="0">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9" name="Google Shape;17459;p79"/>
            <p:cNvSpPr/>
            <p:nvPr/>
          </p:nvSpPr>
          <p:spPr>
            <a:xfrm>
              <a:off x="8137393" y="2998637"/>
              <a:ext cx="54160" cy="53190"/>
            </a:xfrm>
            <a:custGeom>
              <a:avLst/>
              <a:gdLst/>
              <a:ahLst/>
              <a:cxnLst/>
              <a:rect l="l" t="t" r="r" b="b"/>
              <a:pathLst>
                <a:path w="2066" h="2029" extrusionOk="0">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0" name="Google Shape;17460;p79"/>
            <p:cNvSpPr/>
            <p:nvPr/>
          </p:nvSpPr>
          <p:spPr>
            <a:xfrm>
              <a:off x="8137393" y="2998637"/>
              <a:ext cx="34473" cy="53190"/>
            </a:xfrm>
            <a:custGeom>
              <a:avLst/>
              <a:gdLst/>
              <a:ahLst/>
              <a:cxnLst/>
              <a:rect l="l" t="t" r="r" b="b"/>
              <a:pathLst>
                <a:path w="1315" h="2029" extrusionOk="0">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1" name="Google Shape;17461;p79"/>
            <p:cNvSpPr/>
            <p:nvPr/>
          </p:nvSpPr>
          <p:spPr>
            <a:xfrm>
              <a:off x="8147617" y="2998060"/>
              <a:ext cx="34079" cy="32585"/>
            </a:xfrm>
            <a:custGeom>
              <a:avLst/>
              <a:gdLst/>
              <a:ahLst/>
              <a:cxnLst/>
              <a:rect l="l" t="t" r="r" b="b"/>
              <a:pathLst>
                <a:path w="1300" h="1243" extrusionOk="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2" name="Google Shape;17462;p79"/>
            <p:cNvSpPr/>
            <p:nvPr/>
          </p:nvSpPr>
          <p:spPr>
            <a:xfrm>
              <a:off x="8148010" y="2998479"/>
              <a:ext cx="23856" cy="32166"/>
            </a:xfrm>
            <a:custGeom>
              <a:avLst/>
              <a:gdLst/>
              <a:ahLst/>
              <a:cxnLst/>
              <a:rect l="l" t="t" r="r" b="b"/>
              <a:pathLst>
                <a:path w="910" h="1227" extrusionOk="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3" name="Google Shape;17463;p79"/>
            <p:cNvSpPr/>
            <p:nvPr/>
          </p:nvSpPr>
          <p:spPr>
            <a:xfrm>
              <a:off x="8076102" y="3071488"/>
              <a:ext cx="29544" cy="29544"/>
            </a:xfrm>
            <a:custGeom>
              <a:avLst/>
              <a:gdLst/>
              <a:ahLst/>
              <a:cxnLst/>
              <a:rect l="l" t="t" r="r" b="b"/>
              <a:pathLst>
                <a:path w="1127" h="1127" extrusionOk="0">
                  <a:moveTo>
                    <a:pt x="0" y="0"/>
                  </a:moveTo>
                  <a:lnTo>
                    <a:pt x="0" y="1126"/>
                  </a:lnTo>
                  <a:lnTo>
                    <a:pt x="1126" y="1126"/>
                  </a:lnTo>
                  <a:lnTo>
                    <a:pt x="1126"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4" name="Google Shape;17464;p79"/>
            <p:cNvSpPr/>
            <p:nvPr/>
          </p:nvSpPr>
          <p:spPr>
            <a:xfrm>
              <a:off x="8076102" y="3071488"/>
              <a:ext cx="14785" cy="29544"/>
            </a:xfrm>
            <a:custGeom>
              <a:avLst/>
              <a:gdLst/>
              <a:ahLst/>
              <a:cxnLst/>
              <a:rect l="l" t="t" r="r" b="b"/>
              <a:pathLst>
                <a:path w="564" h="1127" extrusionOk="0">
                  <a:moveTo>
                    <a:pt x="0" y="0"/>
                  </a:moveTo>
                  <a:lnTo>
                    <a:pt x="0" y="1126"/>
                  </a:lnTo>
                  <a:lnTo>
                    <a:pt x="563" y="1126"/>
                  </a:ln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5" name="Google Shape;17465;p79"/>
            <p:cNvSpPr/>
            <p:nvPr/>
          </p:nvSpPr>
          <p:spPr>
            <a:xfrm>
              <a:off x="8068526" y="3098726"/>
              <a:ext cx="44670" cy="44670"/>
            </a:xfrm>
            <a:custGeom>
              <a:avLst/>
              <a:gdLst/>
              <a:ahLst/>
              <a:cxnLst/>
              <a:rect l="l" t="t" r="r" b="b"/>
              <a:pathLst>
                <a:path w="1704" h="1704" extrusionOk="0">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6" name="Google Shape;17466;p79"/>
            <p:cNvSpPr/>
            <p:nvPr/>
          </p:nvSpPr>
          <p:spPr>
            <a:xfrm>
              <a:off x="8068526" y="3098726"/>
              <a:ext cx="23122" cy="44670"/>
            </a:xfrm>
            <a:custGeom>
              <a:avLst/>
              <a:gdLst/>
              <a:ahLst/>
              <a:cxnLst/>
              <a:rect l="l" t="t" r="r" b="b"/>
              <a:pathLst>
                <a:path w="882" h="1704" extrusionOk="0">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7" name="Google Shape;17467;p79"/>
            <p:cNvSpPr/>
            <p:nvPr/>
          </p:nvSpPr>
          <p:spPr>
            <a:xfrm>
              <a:off x="8250170" y="3065773"/>
              <a:ext cx="20081" cy="11037"/>
            </a:xfrm>
            <a:custGeom>
              <a:avLst/>
              <a:gdLst/>
              <a:ahLst/>
              <a:cxnLst/>
              <a:rect l="l" t="t" r="r" b="b"/>
              <a:pathLst>
                <a:path w="766" h="421" extrusionOk="0">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8" name="Google Shape;17468;p79"/>
            <p:cNvSpPr/>
            <p:nvPr/>
          </p:nvSpPr>
          <p:spPr>
            <a:xfrm>
              <a:off x="8247758" y="3102107"/>
              <a:ext cx="22492" cy="11063"/>
            </a:xfrm>
            <a:custGeom>
              <a:avLst/>
              <a:gdLst/>
              <a:ahLst/>
              <a:cxnLst/>
              <a:rect l="l" t="t" r="r" b="b"/>
              <a:pathLst>
                <a:path w="858" h="422" extrusionOk="0">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9" name="Google Shape;17469;p79"/>
            <p:cNvSpPr/>
            <p:nvPr/>
          </p:nvSpPr>
          <p:spPr>
            <a:xfrm>
              <a:off x="8250170" y="2992397"/>
              <a:ext cx="20081" cy="11377"/>
            </a:xfrm>
            <a:custGeom>
              <a:avLst/>
              <a:gdLst/>
              <a:ahLst/>
              <a:cxnLst/>
              <a:rect l="l" t="t" r="r" b="b"/>
              <a:pathLst>
                <a:path w="766" h="434" extrusionOk="0">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0" name="Google Shape;17470;p79"/>
            <p:cNvSpPr/>
            <p:nvPr/>
          </p:nvSpPr>
          <p:spPr>
            <a:xfrm>
              <a:off x="8250170" y="3029098"/>
              <a:ext cx="20081" cy="10984"/>
            </a:xfrm>
            <a:custGeom>
              <a:avLst/>
              <a:gdLst/>
              <a:ahLst/>
              <a:cxnLst/>
              <a:rect l="l" t="t" r="r" b="b"/>
              <a:pathLst>
                <a:path w="766" h="419" extrusionOk="0">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1" name="Google Shape;17471;p79"/>
            <p:cNvSpPr/>
            <p:nvPr/>
          </p:nvSpPr>
          <p:spPr>
            <a:xfrm>
              <a:off x="8059062" y="2981597"/>
              <a:ext cx="63231" cy="74765"/>
            </a:xfrm>
            <a:custGeom>
              <a:avLst/>
              <a:gdLst/>
              <a:ahLst/>
              <a:cxnLst/>
              <a:rect l="l" t="t" r="r" b="b"/>
              <a:pathLst>
                <a:path w="2412" h="2852" extrusionOk="0">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2" name="Google Shape;17472;p79"/>
            <p:cNvSpPr/>
            <p:nvPr/>
          </p:nvSpPr>
          <p:spPr>
            <a:xfrm>
              <a:off x="8059062" y="2981309"/>
              <a:ext cx="39008" cy="75054"/>
            </a:xfrm>
            <a:custGeom>
              <a:avLst/>
              <a:gdLst/>
              <a:ahLst/>
              <a:cxnLst/>
              <a:rect l="l" t="t" r="r" b="b"/>
              <a:pathLst>
                <a:path w="1488" h="2863" extrusionOk="0">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3" name="Google Shape;17473;p79"/>
            <p:cNvSpPr/>
            <p:nvPr/>
          </p:nvSpPr>
          <p:spPr>
            <a:xfrm>
              <a:off x="8079510" y="2981597"/>
              <a:ext cx="21968" cy="50176"/>
            </a:xfrm>
            <a:custGeom>
              <a:avLst/>
              <a:gdLst/>
              <a:ahLst/>
              <a:cxnLst/>
              <a:rect l="l" t="t" r="r" b="b"/>
              <a:pathLst>
                <a:path w="838" h="1914" extrusionOk="0">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4" name="Google Shape;17474;p79"/>
            <p:cNvSpPr/>
            <p:nvPr/>
          </p:nvSpPr>
          <p:spPr>
            <a:xfrm>
              <a:off x="8065511" y="3055969"/>
              <a:ext cx="50726" cy="17040"/>
            </a:xfrm>
            <a:custGeom>
              <a:avLst/>
              <a:gdLst/>
              <a:ahLst/>
              <a:cxnLst/>
              <a:rect l="l" t="t" r="r" b="b"/>
              <a:pathLst>
                <a:path w="1935" h="650" extrusionOk="0">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5" name="Google Shape;17475;p79"/>
            <p:cNvSpPr/>
            <p:nvPr/>
          </p:nvSpPr>
          <p:spPr>
            <a:xfrm>
              <a:off x="8065511" y="3058617"/>
              <a:ext cx="50726" cy="14392"/>
            </a:xfrm>
            <a:custGeom>
              <a:avLst/>
              <a:gdLst/>
              <a:ahLst/>
              <a:cxnLst/>
              <a:rect l="l" t="t" r="r" b="b"/>
              <a:pathLst>
                <a:path w="1935" h="549" extrusionOk="0">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6" name="Google Shape;17476;p79"/>
            <p:cNvSpPr/>
            <p:nvPr/>
          </p:nvSpPr>
          <p:spPr>
            <a:xfrm>
              <a:off x="8164656" y="3051801"/>
              <a:ext cx="26897" cy="91595"/>
            </a:xfrm>
            <a:custGeom>
              <a:avLst/>
              <a:gdLst/>
              <a:ahLst/>
              <a:cxnLst/>
              <a:rect l="l" t="t" r="r" b="b"/>
              <a:pathLst>
                <a:path w="1026" h="3494" extrusionOk="0">
                  <a:moveTo>
                    <a:pt x="0" y="0"/>
                  </a:moveTo>
                  <a:lnTo>
                    <a:pt x="0" y="3494"/>
                  </a:lnTo>
                  <a:lnTo>
                    <a:pt x="1025" y="3494"/>
                  </a:lnTo>
                  <a:lnTo>
                    <a:pt x="1025" y="0"/>
                  </a:ln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7" name="Google Shape;17477;p79"/>
            <p:cNvSpPr/>
            <p:nvPr/>
          </p:nvSpPr>
          <p:spPr>
            <a:xfrm>
              <a:off x="8130577" y="3199391"/>
              <a:ext cx="68919" cy="47711"/>
            </a:xfrm>
            <a:custGeom>
              <a:avLst/>
              <a:gdLst/>
              <a:ahLst/>
              <a:cxnLst/>
              <a:rect l="l" t="t" r="r" b="b"/>
              <a:pathLst>
                <a:path w="2629" h="1820" extrusionOk="0">
                  <a:moveTo>
                    <a:pt x="1" y="0"/>
                  </a:moveTo>
                  <a:lnTo>
                    <a:pt x="1" y="1819"/>
                  </a:lnTo>
                  <a:lnTo>
                    <a:pt x="2628" y="1819"/>
                  </a:lnTo>
                  <a:lnTo>
                    <a:pt x="2628"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8" name="Google Shape;17478;p79"/>
            <p:cNvSpPr/>
            <p:nvPr/>
          </p:nvSpPr>
          <p:spPr>
            <a:xfrm>
              <a:off x="8130577" y="3199391"/>
              <a:ext cx="14785" cy="47711"/>
            </a:xfrm>
            <a:custGeom>
              <a:avLst/>
              <a:gdLst/>
              <a:ahLst/>
              <a:cxnLst/>
              <a:rect l="l" t="t" r="r" b="b"/>
              <a:pathLst>
                <a:path w="564" h="1820" extrusionOk="0">
                  <a:moveTo>
                    <a:pt x="1" y="0"/>
                  </a:moveTo>
                  <a:lnTo>
                    <a:pt x="1" y="1819"/>
                  </a:lnTo>
                  <a:lnTo>
                    <a:pt x="564" y="1819"/>
                  </a:lnTo>
                  <a:lnTo>
                    <a:pt x="564"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9" name="Google Shape;17479;p79"/>
            <p:cNvSpPr/>
            <p:nvPr/>
          </p:nvSpPr>
          <p:spPr>
            <a:xfrm>
              <a:off x="8096917" y="3245556"/>
              <a:ext cx="136633" cy="28024"/>
            </a:xfrm>
            <a:custGeom>
              <a:avLst/>
              <a:gdLst/>
              <a:ahLst/>
              <a:cxnLst/>
              <a:rect l="l" t="t" r="r" b="b"/>
              <a:pathLst>
                <a:path w="5212" h="1069" extrusionOk="0">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0" name="Google Shape;17480;p79"/>
            <p:cNvSpPr/>
            <p:nvPr/>
          </p:nvSpPr>
          <p:spPr>
            <a:xfrm>
              <a:off x="8096524" y="3252372"/>
              <a:ext cx="137026" cy="21208"/>
            </a:xfrm>
            <a:custGeom>
              <a:avLst/>
              <a:gdLst/>
              <a:ahLst/>
              <a:cxnLst/>
              <a:rect l="l" t="t" r="r" b="b"/>
              <a:pathLst>
                <a:path w="5227" h="809" extrusionOk="0">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1" name="Google Shape;17481;p79"/>
            <p:cNvSpPr/>
            <p:nvPr/>
          </p:nvSpPr>
          <p:spPr>
            <a:xfrm>
              <a:off x="7992843" y="3143003"/>
              <a:ext cx="347794" cy="59823"/>
            </a:xfrm>
            <a:custGeom>
              <a:avLst/>
              <a:gdLst/>
              <a:ahLst/>
              <a:cxnLst/>
              <a:rect l="l" t="t" r="r" b="b"/>
              <a:pathLst>
                <a:path w="13267" h="2282" extrusionOk="0">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2" name="Google Shape;17482;p79"/>
            <p:cNvSpPr/>
            <p:nvPr/>
          </p:nvSpPr>
          <p:spPr>
            <a:xfrm>
              <a:off x="7992843" y="3143003"/>
              <a:ext cx="27264" cy="59823"/>
            </a:xfrm>
            <a:custGeom>
              <a:avLst/>
              <a:gdLst/>
              <a:ahLst/>
              <a:cxnLst/>
              <a:rect l="l" t="t" r="r" b="b"/>
              <a:pathLst>
                <a:path w="1040" h="2282" extrusionOk="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3" name="Google Shape;17483;p79"/>
            <p:cNvSpPr/>
            <p:nvPr/>
          </p:nvSpPr>
          <p:spPr>
            <a:xfrm>
              <a:off x="8157447" y="3167225"/>
              <a:ext cx="18586" cy="11377"/>
            </a:xfrm>
            <a:custGeom>
              <a:avLst/>
              <a:gdLst/>
              <a:ahLst/>
              <a:cxnLst/>
              <a:rect l="l" t="t" r="r" b="b"/>
              <a:pathLst>
                <a:path w="709" h="434" extrusionOk="0">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84" name="Google Shape;17484;p79"/>
          <p:cNvGrpSpPr/>
          <p:nvPr/>
        </p:nvGrpSpPr>
        <p:grpSpPr>
          <a:xfrm>
            <a:off x="873898" y="1512377"/>
            <a:ext cx="398127" cy="353457"/>
            <a:chOff x="873898" y="1512377"/>
            <a:chExt cx="398127" cy="353457"/>
          </a:xfrm>
        </p:grpSpPr>
        <p:sp>
          <p:nvSpPr>
            <p:cNvPr id="17485" name="Google Shape;17485;p79"/>
            <p:cNvSpPr/>
            <p:nvPr/>
          </p:nvSpPr>
          <p:spPr>
            <a:xfrm>
              <a:off x="944652" y="1531671"/>
              <a:ext cx="76862" cy="64358"/>
            </a:xfrm>
            <a:custGeom>
              <a:avLst/>
              <a:gdLst/>
              <a:ahLst/>
              <a:cxnLst/>
              <a:rect l="l" t="t" r="r" b="b"/>
              <a:pathLst>
                <a:path w="2932" h="2455" extrusionOk="0">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6" name="Google Shape;17486;p79"/>
            <p:cNvSpPr/>
            <p:nvPr/>
          </p:nvSpPr>
          <p:spPr>
            <a:xfrm>
              <a:off x="944285" y="1531671"/>
              <a:ext cx="51879" cy="64358"/>
            </a:xfrm>
            <a:custGeom>
              <a:avLst/>
              <a:gdLst/>
              <a:ahLst/>
              <a:cxnLst/>
              <a:rect l="l" t="t" r="r" b="b"/>
              <a:pathLst>
                <a:path w="1979" h="2455" extrusionOk="0">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7" name="Google Shape;17487;p79"/>
            <p:cNvSpPr/>
            <p:nvPr/>
          </p:nvSpPr>
          <p:spPr>
            <a:xfrm>
              <a:off x="899641" y="1563837"/>
              <a:ext cx="166911" cy="166911"/>
            </a:xfrm>
            <a:custGeom>
              <a:avLst/>
              <a:gdLst/>
              <a:ahLst/>
              <a:cxnLst/>
              <a:rect l="l" t="t" r="r" b="b"/>
              <a:pathLst>
                <a:path w="6367" h="6367" extrusionOk="0">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8" name="Google Shape;17488;p79"/>
            <p:cNvSpPr/>
            <p:nvPr/>
          </p:nvSpPr>
          <p:spPr>
            <a:xfrm>
              <a:off x="933301" y="1563837"/>
              <a:ext cx="133618" cy="166911"/>
            </a:xfrm>
            <a:custGeom>
              <a:avLst/>
              <a:gdLst/>
              <a:ahLst/>
              <a:cxnLst/>
              <a:rect l="l" t="t" r="r" b="b"/>
              <a:pathLst>
                <a:path w="5097" h="6367" extrusionOk="0">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9" name="Google Shape;17489;p79"/>
            <p:cNvSpPr/>
            <p:nvPr/>
          </p:nvSpPr>
          <p:spPr>
            <a:xfrm>
              <a:off x="873898" y="1737145"/>
              <a:ext cx="218371" cy="128689"/>
            </a:xfrm>
            <a:custGeom>
              <a:avLst/>
              <a:gdLst/>
              <a:ahLst/>
              <a:cxnLst/>
              <a:rect l="l" t="t" r="r" b="b"/>
              <a:pathLst>
                <a:path w="8330" h="4909" extrusionOk="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0" name="Google Shape;17490;p79"/>
            <p:cNvSpPr/>
            <p:nvPr/>
          </p:nvSpPr>
          <p:spPr>
            <a:xfrm>
              <a:off x="873898" y="1783702"/>
              <a:ext cx="218371" cy="82132"/>
            </a:xfrm>
            <a:custGeom>
              <a:avLst/>
              <a:gdLst/>
              <a:ahLst/>
              <a:cxnLst/>
              <a:rect l="l" t="t" r="r" b="b"/>
              <a:pathLst>
                <a:path w="8330" h="3133" extrusionOk="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1" name="Google Shape;17491;p79"/>
            <p:cNvSpPr/>
            <p:nvPr/>
          </p:nvSpPr>
          <p:spPr>
            <a:xfrm>
              <a:off x="951101" y="1737145"/>
              <a:ext cx="63965" cy="25769"/>
            </a:xfrm>
            <a:custGeom>
              <a:avLst/>
              <a:gdLst/>
              <a:ahLst/>
              <a:cxnLst/>
              <a:rect l="l" t="t" r="r" b="b"/>
              <a:pathLst>
                <a:path w="2440" h="983" extrusionOk="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2" name="Google Shape;17492;p79"/>
            <p:cNvSpPr/>
            <p:nvPr/>
          </p:nvSpPr>
          <p:spPr>
            <a:xfrm>
              <a:off x="918542" y="1629191"/>
              <a:ext cx="128689" cy="120982"/>
            </a:xfrm>
            <a:custGeom>
              <a:avLst/>
              <a:gdLst/>
              <a:ahLst/>
              <a:cxnLst/>
              <a:rect l="l" t="t" r="r" b="b"/>
              <a:pathLst>
                <a:path w="4909" h="4615" extrusionOk="0">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3" name="Google Shape;17493;p79"/>
            <p:cNvSpPr/>
            <p:nvPr/>
          </p:nvSpPr>
          <p:spPr>
            <a:xfrm>
              <a:off x="918542" y="1629191"/>
              <a:ext cx="126042" cy="120484"/>
            </a:xfrm>
            <a:custGeom>
              <a:avLst/>
              <a:gdLst/>
              <a:ahLst/>
              <a:cxnLst/>
              <a:rect l="l" t="t" r="r" b="b"/>
              <a:pathLst>
                <a:path w="4808" h="4596" extrusionOk="0">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4" name="Google Shape;17494;p79"/>
            <p:cNvSpPr/>
            <p:nvPr/>
          </p:nvSpPr>
          <p:spPr>
            <a:xfrm>
              <a:off x="873898" y="1804884"/>
              <a:ext cx="45064" cy="60950"/>
            </a:xfrm>
            <a:custGeom>
              <a:avLst/>
              <a:gdLst/>
              <a:ahLst/>
              <a:cxnLst/>
              <a:rect l="l" t="t" r="r" b="b"/>
              <a:pathLst>
                <a:path w="1719" h="2325" extrusionOk="0">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5" name="Google Shape;17495;p79"/>
            <p:cNvSpPr/>
            <p:nvPr/>
          </p:nvSpPr>
          <p:spPr>
            <a:xfrm>
              <a:off x="1047205" y="1804884"/>
              <a:ext cx="45064" cy="60950"/>
            </a:xfrm>
            <a:custGeom>
              <a:avLst/>
              <a:gdLst/>
              <a:ahLst/>
              <a:cxnLst/>
              <a:rect l="l" t="t" r="r" b="b"/>
              <a:pathLst>
                <a:path w="1719" h="2325" extrusionOk="0">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6" name="Google Shape;17496;p79"/>
            <p:cNvSpPr/>
            <p:nvPr/>
          </p:nvSpPr>
          <p:spPr>
            <a:xfrm>
              <a:off x="1092243" y="1531671"/>
              <a:ext cx="179782" cy="188224"/>
            </a:xfrm>
            <a:custGeom>
              <a:avLst/>
              <a:gdLst/>
              <a:ahLst/>
              <a:cxnLst/>
              <a:rect l="l" t="t" r="r" b="b"/>
              <a:pathLst>
                <a:path w="6858" h="7180" extrusionOk="0">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7" name="Google Shape;17497;p79"/>
            <p:cNvSpPr/>
            <p:nvPr/>
          </p:nvSpPr>
          <p:spPr>
            <a:xfrm>
              <a:off x="1117986" y="1531671"/>
              <a:ext cx="141168" cy="96497"/>
            </a:xfrm>
            <a:custGeom>
              <a:avLst/>
              <a:gdLst/>
              <a:ahLst/>
              <a:cxnLst/>
              <a:rect l="l" t="t" r="r" b="b"/>
              <a:pathLst>
                <a:path w="5385" h="3681" extrusionOk="0">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8" name="Google Shape;17498;p79"/>
            <p:cNvSpPr/>
            <p:nvPr/>
          </p:nvSpPr>
          <p:spPr>
            <a:xfrm>
              <a:off x="1175501" y="1628064"/>
              <a:ext cx="13265" cy="25874"/>
            </a:xfrm>
            <a:custGeom>
              <a:avLst/>
              <a:gdLst/>
              <a:ahLst/>
              <a:cxnLst/>
              <a:rect l="l" t="t" r="r" b="b"/>
              <a:pathLst>
                <a:path w="506" h="987" extrusionOk="0">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9" name="Google Shape;17499;p79"/>
            <p:cNvSpPr/>
            <p:nvPr/>
          </p:nvSpPr>
          <p:spPr>
            <a:xfrm>
              <a:off x="1130857" y="1512377"/>
              <a:ext cx="102579" cy="102946"/>
            </a:xfrm>
            <a:custGeom>
              <a:avLst/>
              <a:gdLst/>
              <a:ahLst/>
              <a:cxnLst/>
              <a:rect l="l" t="t" r="r" b="b"/>
              <a:pathLst>
                <a:path w="3913" h="3927" extrusionOk="0">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0" name="Google Shape;17500;p79"/>
            <p:cNvSpPr/>
            <p:nvPr/>
          </p:nvSpPr>
          <p:spPr>
            <a:xfrm>
              <a:off x="1143729" y="1525249"/>
              <a:ext cx="77203" cy="77203"/>
            </a:xfrm>
            <a:custGeom>
              <a:avLst/>
              <a:gdLst/>
              <a:ahLst/>
              <a:cxnLst/>
              <a:rect l="l" t="t" r="r" b="b"/>
              <a:pathLst>
                <a:path w="2945" h="2945" extrusionOk="0">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1" name="Google Shape;17501;p79"/>
            <p:cNvSpPr/>
            <p:nvPr/>
          </p:nvSpPr>
          <p:spPr>
            <a:xfrm>
              <a:off x="1155919" y="1557257"/>
              <a:ext cx="52535" cy="58066"/>
            </a:xfrm>
            <a:custGeom>
              <a:avLst/>
              <a:gdLst/>
              <a:ahLst/>
              <a:cxnLst/>
              <a:rect l="l" t="t" r="r" b="b"/>
              <a:pathLst>
                <a:path w="2004" h="2215" extrusionOk="0">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2" name="Google Shape;17502;p79"/>
            <p:cNvSpPr/>
            <p:nvPr/>
          </p:nvSpPr>
          <p:spPr>
            <a:xfrm>
              <a:off x="1163023" y="1611522"/>
              <a:ext cx="38615" cy="29544"/>
            </a:xfrm>
            <a:custGeom>
              <a:avLst/>
              <a:gdLst/>
              <a:ahLst/>
              <a:cxnLst/>
              <a:rect l="l" t="t" r="r" b="b"/>
              <a:pathLst>
                <a:path w="1473" h="1127" extrusionOk="0">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3" name="Google Shape;17503;p79"/>
            <p:cNvSpPr/>
            <p:nvPr/>
          </p:nvSpPr>
          <p:spPr>
            <a:xfrm>
              <a:off x="1163023" y="1611522"/>
              <a:ext cx="19320" cy="29544"/>
            </a:xfrm>
            <a:custGeom>
              <a:avLst/>
              <a:gdLst/>
              <a:ahLst/>
              <a:cxnLst/>
              <a:rect l="l" t="t" r="r" b="b"/>
              <a:pathLst>
                <a:path w="737" h="1127" extrusionOk="0">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04" name="Google Shape;17504;p79"/>
          <p:cNvGrpSpPr/>
          <p:nvPr/>
        </p:nvGrpSpPr>
        <p:grpSpPr>
          <a:xfrm>
            <a:off x="1424125" y="1515680"/>
            <a:ext cx="246762" cy="347139"/>
            <a:chOff x="1424125" y="1515680"/>
            <a:chExt cx="246762" cy="347139"/>
          </a:xfrm>
        </p:grpSpPr>
        <p:sp>
          <p:nvSpPr>
            <p:cNvPr id="17505" name="Google Shape;17505;p79"/>
            <p:cNvSpPr/>
            <p:nvPr/>
          </p:nvSpPr>
          <p:spPr>
            <a:xfrm>
              <a:off x="1424125" y="1537727"/>
              <a:ext cx="246762" cy="325092"/>
            </a:xfrm>
            <a:custGeom>
              <a:avLst/>
              <a:gdLst/>
              <a:ahLst/>
              <a:cxnLst/>
              <a:rect l="l" t="t" r="r" b="b"/>
              <a:pathLst>
                <a:path w="9413" h="12401" extrusionOk="0">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6" name="Google Shape;17506;p79"/>
            <p:cNvSpPr/>
            <p:nvPr/>
          </p:nvSpPr>
          <p:spPr>
            <a:xfrm>
              <a:off x="1435109" y="1537727"/>
              <a:ext cx="224060" cy="302757"/>
            </a:xfrm>
            <a:custGeom>
              <a:avLst/>
              <a:gdLst/>
              <a:ahLst/>
              <a:cxnLst/>
              <a:rect l="l" t="t" r="r" b="b"/>
              <a:pathLst>
                <a:path w="8547" h="11549" extrusionOk="0">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7" name="Google Shape;17507;p79"/>
            <p:cNvSpPr/>
            <p:nvPr/>
          </p:nvSpPr>
          <p:spPr>
            <a:xfrm>
              <a:off x="1446460" y="1560429"/>
              <a:ext cx="201724" cy="268704"/>
            </a:xfrm>
            <a:custGeom>
              <a:avLst/>
              <a:gdLst/>
              <a:ahLst/>
              <a:cxnLst/>
              <a:rect l="l" t="t" r="r" b="b"/>
              <a:pathLst>
                <a:path w="7695" h="10250" extrusionOk="0">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8" name="Google Shape;17508;p79"/>
            <p:cNvSpPr/>
            <p:nvPr/>
          </p:nvSpPr>
          <p:spPr>
            <a:xfrm>
              <a:off x="1496792" y="1515680"/>
              <a:ext cx="100692" cy="50464"/>
            </a:xfrm>
            <a:custGeom>
              <a:avLst/>
              <a:gdLst/>
              <a:ahLst/>
              <a:cxnLst/>
              <a:rect l="l" t="t" r="r" b="b"/>
              <a:pathLst>
                <a:path w="3841" h="1925" extrusionOk="0">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9" name="Google Shape;17509;p79"/>
            <p:cNvSpPr/>
            <p:nvPr/>
          </p:nvSpPr>
          <p:spPr>
            <a:xfrm>
              <a:off x="1477498" y="1669431"/>
              <a:ext cx="28024" cy="28024"/>
            </a:xfrm>
            <a:custGeom>
              <a:avLst/>
              <a:gdLst/>
              <a:ahLst/>
              <a:cxnLst/>
              <a:rect l="l" t="t" r="r" b="b"/>
              <a:pathLst>
                <a:path w="1069" h="1069" extrusionOk="0">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0" name="Google Shape;17510;p79"/>
            <p:cNvSpPr/>
            <p:nvPr/>
          </p:nvSpPr>
          <p:spPr>
            <a:xfrm>
              <a:off x="1477498" y="1719738"/>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1" name="Google Shape;17511;p79"/>
            <p:cNvSpPr/>
            <p:nvPr/>
          </p:nvSpPr>
          <p:spPr>
            <a:xfrm>
              <a:off x="1477498" y="1770071"/>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2" name="Google Shape;17512;p79"/>
            <p:cNvSpPr/>
            <p:nvPr/>
          </p:nvSpPr>
          <p:spPr>
            <a:xfrm>
              <a:off x="1517607" y="1666784"/>
              <a:ext cx="65118" cy="10984"/>
            </a:xfrm>
            <a:custGeom>
              <a:avLst/>
              <a:gdLst/>
              <a:ahLst/>
              <a:cxnLst/>
              <a:rect l="l" t="t" r="r" b="b"/>
              <a:pathLst>
                <a:path w="2484" h="419" extrusionOk="0">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3" name="Google Shape;17513;p79"/>
            <p:cNvSpPr/>
            <p:nvPr/>
          </p:nvSpPr>
          <p:spPr>
            <a:xfrm>
              <a:off x="1517607" y="1689093"/>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4" name="Google Shape;17514;p79"/>
            <p:cNvSpPr/>
            <p:nvPr/>
          </p:nvSpPr>
          <p:spPr>
            <a:xfrm>
              <a:off x="1517607" y="1717090"/>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5" name="Google Shape;17515;p79"/>
            <p:cNvSpPr/>
            <p:nvPr/>
          </p:nvSpPr>
          <p:spPr>
            <a:xfrm>
              <a:off x="1517607" y="1739425"/>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6" name="Google Shape;17516;p79"/>
            <p:cNvSpPr/>
            <p:nvPr/>
          </p:nvSpPr>
          <p:spPr>
            <a:xfrm>
              <a:off x="1517607" y="1767423"/>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7" name="Google Shape;17517;p79"/>
            <p:cNvSpPr/>
            <p:nvPr/>
          </p:nvSpPr>
          <p:spPr>
            <a:xfrm>
              <a:off x="1517607" y="1789758"/>
              <a:ext cx="104467" cy="11377"/>
            </a:xfrm>
            <a:custGeom>
              <a:avLst/>
              <a:gdLst/>
              <a:ahLst/>
              <a:cxnLst/>
              <a:rect l="l" t="t" r="r" b="b"/>
              <a:pathLst>
                <a:path w="3985" h="434" extrusionOk="0">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8" name="Google Shape;17518;p79"/>
            <p:cNvSpPr/>
            <p:nvPr/>
          </p:nvSpPr>
          <p:spPr>
            <a:xfrm>
              <a:off x="1517607" y="1582765"/>
              <a:ext cx="98778" cy="11377"/>
            </a:xfrm>
            <a:custGeom>
              <a:avLst/>
              <a:gdLst/>
              <a:ahLst/>
              <a:cxnLst/>
              <a:rect l="l" t="t" r="r" b="b"/>
              <a:pathLst>
                <a:path w="3768" h="434" extrusionOk="0">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9" name="Google Shape;17519;p79"/>
            <p:cNvSpPr/>
            <p:nvPr/>
          </p:nvSpPr>
          <p:spPr>
            <a:xfrm>
              <a:off x="1472570" y="1633097"/>
              <a:ext cx="149504" cy="11377"/>
            </a:xfrm>
            <a:custGeom>
              <a:avLst/>
              <a:gdLst/>
              <a:ahLst/>
              <a:cxnLst/>
              <a:rect l="l" t="t" r="r" b="b"/>
              <a:pathLst>
                <a:path w="5703" h="434" extrusionOk="0">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0" name="Google Shape;17520;p79"/>
            <p:cNvSpPr/>
            <p:nvPr/>
          </p:nvSpPr>
          <p:spPr>
            <a:xfrm>
              <a:off x="1517607" y="1605100"/>
              <a:ext cx="26136" cy="11377"/>
            </a:xfrm>
            <a:custGeom>
              <a:avLst/>
              <a:gdLst/>
              <a:ahLst/>
              <a:cxnLst/>
              <a:rect l="l" t="t" r="r" b="b"/>
              <a:pathLst>
                <a:path w="997" h="434" extrusionOk="0">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1" name="Google Shape;17521;p79"/>
            <p:cNvSpPr/>
            <p:nvPr/>
          </p:nvSpPr>
          <p:spPr>
            <a:xfrm>
              <a:off x="1550900" y="1605100"/>
              <a:ext cx="37487" cy="11377"/>
            </a:xfrm>
            <a:custGeom>
              <a:avLst/>
              <a:gdLst/>
              <a:ahLst/>
              <a:cxnLst/>
              <a:rect l="l" t="t" r="r" b="b"/>
              <a:pathLst>
                <a:path w="1430" h="434" extrusionOk="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2" name="Google Shape;17522;p79"/>
            <p:cNvSpPr/>
            <p:nvPr/>
          </p:nvSpPr>
          <p:spPr>
            <a:xfrm>
              <a:off x="1474457" y="1582765"/>
              <a:ext cx="33712" cy="33712"/>
            </a:xfrm>
            <a:custGeom>
              <a:avLst/>
              <a:gdLst/>
              <a:ahLst/>
              <a:cxnLst/>
              <a:rect l="l" t="t" r="r" b="b"/>
              <a:pathLst>
                <a:path w="1286" h="1286" extrusionOk="0">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3" name="Google Shape;17523;p79"/>
            <p:cNvSpPr/>
            <p:nvPr/>
          </p:nvSpPr>
          <p:spPr>
            <a:xfrm>
              <a:off x="1496792" y="1555134"/>
              <a:ext cx="100692" cy="11010"/>
            </a:xfrm>
            <a:custGeom>
              <a:avLst/>
              <a:gdLst/>
              <a:ahLst/>
              <a:cxnLst/>
              <a:rect l="l" t="t" r="r" b="b"/>
              <a:pathLst>
                <a:path w="3841" h="420" extrusionOk="0">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4" name="Google Shape;17524;p79"/>
            <p:cNvSpPr/>
            <p:nvPr/>
          </p:nvSpPr>
          <p:spPr>
            <a:xfrm>
              <a:off x="1482794" y="1591075"/>
              <a:ext cx="17040" cy="17066"/>
            </a:xfrm>
            <a:custGeom>
              <a:avLst/>
              <a:gdLst/>
              <a:ahLst/>
              <a:cxnLst/>
              <a:rect l="l" t="t" r="r" b="b"/>
              <a:pathLst>
                <a:path w="650" h="651" extrusionOk="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25" name="Google Shape;17525;p79"/>
          <p:cNvGrpSpPr/>
          <p:nvPr/>
        </p:nvGrpSpPr>
        <p:grpSpPr>
          <a:xfrm>
            <a:off x="2319498" y="1512744"/>
            <a:ext cx="352697" cy="352723"/>
            <a:chOff x="2319498" y="1512744"/>
            <a:chExt cx="352697" cy="352723"/>
          </a:xfrm>
        </p:grpSpPr>
        <p:sp>
          <p:nvSpPr>
            <p:cNvPr id="17526" name="Google Shape;17526;p79"/>
            <p:cNvSpPr/>
            <p:nvPr/>
          </p:nvSpPr>
          <p:spPr>
            <a:xfrm>
              <a:off x="2319498" y="1512744"/>
              <a:ext cx="352697" cy="352723"/>
            </a:xfrm>
            <a:custGeom>
              <a:avLst/>
              <a:gdLst/>
              <a:ahLst/>
              <a:cxnLst/>
              <a:rect l="l" t="t" r="r" b="b"/>
              <a:pathLst>
                <a:path w="13454" h="13455" extrusionOk="0">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7" name="Google Shape;17527;p79"/>
            <p:cNvSpPr/>
            <p:nvPr/>
          </p:nvSpPr>
          <p:spPr>
            <a:xfrm>
              <a:off x="2345975" y="1539248"/>
              <a:ext cx="299742" cy="299742"/>
            </a:xfrm>
            <a:custGeom>
              <a:avLst/>
              <a:gdLst/>
              <a:ahLst/>
              <a:cxnLst/>
              <a:rect l="l" t="t" r="r" b="b"/>
              <a:pathLst>
                <a:path w="11434" h="11434" extrusionOk="0">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8" name="Google Shape;17528;p79"/>
            <p:cNvSpPr/>
            <p:nvPr/>
          </p:nvSpPr>
          <p:spPr>
            <a:xfrm>
              <a:off x="2490524" y="1560534"/>
              <a:ext cx="11010" cy="133880"/>
            </a:xfrm>
            <a:custGeom>
              <a:avLst/>
              <a:gdLst/>
              <a:ahLst/>
              <a:cxnLst/>
              <a:rect l="l" t="t" r="r" b="b"/>
              <a:pathLst>
                <a:path w="420" h="5107" extrusionOk="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9" name="Google Shape;17529;p79"/>
            <p:cNvSpPr/>
            <p:nvPr/>
          </p:nvSpPr>
          <p:spPr>
            <a:xfrm>
              <a:off x="2489397" y="1683771"/>
              <a:ext cx="137917" cy="10696"/>
            </a:xfrm>
            <a:custGeom>
              <a:avLst/>
              <a:gdLst/>
              <a:ahLst/>
              <a:cxnLst/>
              <a:rect l="l" t="t" r="r" b="b"/>
              <a:pathLst>
                <a:path w="5261" h="408" extrusionOk="0">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0" name="Google Shape;17530;p79"/>
            <p:cNvSpPr/>
            <p:nvPr/>
          </p:nvSpPr>
          <p:spPr>
            <a:xfrm>
              <a:off x="2383069" y="1576316"/>
              <a:ext cx="280422" cy="262753"/>
            </a:xfrm>
            <a:custGeom>
              <a:avLst/>
              <a:gdLst/>
              <a:ahLst/>
              <a:cxnLst/>
              <a:rect l="l" t="t" r="r" b="b"/>
              <a:pathLst>
                <a:path w="10697" h="10023" extrusionOk="0">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1" name="Google Shape;17531;p79"/>
            <p:cNvSpPr/>
            <p:nvPr/>
          </p:nvSpPr>
          <p:spPr>
            <a:xfrm>
              <a:off x="2365662" y="1683771"/>
              <a:ext cx="21732" cy="10696"/>
            </a:xfrm>
            <a:custGeom>
              <a:avLst/>
              <a:gdLst/>
              <a:ahLst/>
              <a:cxnLst/>
              <a:rect l="l" t="t" r="r" b="b"/>
              <a:pathLst>
                <a:path w="829" h="408" extrusionOk="0">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2" name="Google Shape;17532;p79"/>
            <p:cNvSpPr/>
            <p:nvPr/>
          </p:nvSpPr>
          <p:spPr>
            <a:xfrm>
              <a:off x="2490524" y="1799589"/>
              <a:ext cx="11377" cy="18613"/>
            </a:xfrm>
            <a:custGeom>
              <a:avLst/>
              <a:gdLst/>
              <a:ahLst/>
              <a:cxnLst/>
              <a:rect l="l" t="t" r="r" b="b"/>
              <a:pathLst>
                <a:path w="434" h="710" extrusionOk="0">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3" name="Google Shape;17533;p79"/>
            <p:cNvSpPr/>
            <p:nvPr/>
          </p:nvSpPr>
          <p:spPr>
            <a:xfrm>
              <a:off x="2401393" y="1596554"/>
              <a:ext cx="19163" cy="15755"/>
            </a:xfrm>
            <a:custGeom>
              <a:avLst/>
              <a:gdLst/>
              <a:ahLst/>
              <a:cxnLst/>
              <a:rect l="l" t="t" r="r" b="b"/>
              <a:pathLst>
                <a:path w="731" h="601" extrusionOk="0">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4" name="Google Shape;17534;p79"/>
            <p:cNvSpPr/>
            <p:nvPr/>
          </p:nvSpPr>
          <p:spPr>
            <a:xfrm>
              <a:off x="2569563" y="1765378"/>
              <a:ext cx="20893" cy="16830"/>
            </a:xfrm>
            <a:custGeom>
              <a:avLst/>
              <a:gdLst/>
              <a:ahLst/>
              <a:cxnLst/>
              <a:rect l="l" t="t" r="r" b="b"/>
              <a:pathLst>
                <a:path w="797" h="642" extrusionOk="0">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5" name="Google Shape;17535;p79"/>
            <p:cNvSpPr/>
            <p:nvPr/>
          </p:nvSpPr>
          <p:spPr>
            <a:xfrm>
              <a:off x="2571136" y="1595610"/>
              <a:ext cx="20841" cy="16699"/>
            </a:xfrm>
            <a:custGeom>
              <a:avLst/>
              <a:gdLst/>
              <a:ahLst/>
              <a:cxnLst/>
              <a:rect l="l" t="t" r="r" b="b"/>
              <a:pathLst>
                <a:path w="795" h="637" extrusionOk="0">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6" name="Google Shape;17536;p79"/>
            <p:cNvSpPr/>
            <p:nvPr/>
          </p:nvSpPr>
          <p:spPr>
            <a:xfrm>
              <a:off x="2401236" y="1766296"/>
              <a:ext cx="19583" cy="15913"/>
            </a:xfrm>
            <a:custGeom>
              <a:avLst/>
              <a:gdLst/>
              <a:ahLst/>
              <a:cxnLst/>
              <a:rect l="l" t="t" r="r" b="b"/>
              <a:pathLst>
                <a:path w="747" h="607" extrusionOk="0">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7" name="Google Shape;17537;p79"/>
            <p:cNvSpPr/>
            <p:nvPr/>
          </p:nvSpPr>
          <p:spPr>
            <a:xfrm>
              <a:off x="2373160" y="1634985"/>
              <a:ext cx="23174" cy="14025"/>
            </a:xfrm>
            <a:custGeom>
              <a:avLst/>
              <a:gdLst/>
              <a:ahLst/>
              <a:cxnLst/>
              <a:rect l="l" t="t" r="r" b="b"/>
              <a:pathLst>
                <a:path w="884" h="535" extrusionOk="0">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8" name="Google Shape;17538;p79"/>
            <p:cNvSpPr/>
            <p:nvPr/>
          </p:nvSpPr>
          <p:spPr>
            <a:xfrm>
              <a:off x="2595516" y="1729333"/>
              <a:ext cx="21811" cy="13527"/>
            </a:xfrm>
            <a:custGeom>
              <a:avLst/>
              <a:gdLst/>
              <a:ahLst/>
              <a:cxnLst/>
              <a:rect l="l" t="t" r="r" b="b"/>
              <a:pathLst>
                <a:path w="832" h="516" extrusionOk="0">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9" name="Google Shape;17539;p79"/>
            <p:cNvSpPr/>
            <p:nvPr/>
          </p:nvSpPr>
          <p:spPr>
            <a:xfrm>
              <a:off x="2535195" y="1570129"/>
              <a:ext cx="15650" cy="17197"/>
            </a:xfrm>
            <a:custGeom>
              <a:avLst/>
              <a:gdLst/>
              <a:ahLst/>
              <a:cxnLst/>
              <a:rect l="l" t="t" r="r" b="b"/>
              <a:pathLst>
                <a:path w="597" h="656" extrusionOk="0">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0" name="Google Shape;17540;p79"/>
            <p:cNvSpPr/>
            <p:nvPr/>
          </p:nvSpPr>
          <p:spPr>
            <a:xfrm>
              <a:off x="2441345" y="1790099"/>
              <a:ext cx="16463" cy="18219"/>
            </a:xfrm>
            <a:custGeom>
              <a:avLst/>
              <a:gdLst/>
              <a:ahLst/>
              <a:cxnLst/>
              <a:rect l="l" t="t" r="r" b="b"/>
              <a:pathLst>
                <a:path w="628" h="695" extrusionOk="0">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1" name="Google Shape;17541;p79"/>
            <p:cNvSpPr/>
            <p:nvPr/>
          </p:nvSpPr>
          <p:spPr>
            <a:xfrm>
              <a:off x="2443521" y="1569290"/>
              <a:ext cx="15624" cy="17276"/>
            </a:xfrm>
            <a:custGeom>
              <a:avLst/>
              <a:gdLst/>
              <a:ahLst/>
              <a:cxnLst/>
              <a:rect l="l" t="t" r="r" b="b"/>
              <a:pathLst>
                <a:path w="596" h="659" extrusionOk="0">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2" name="Google Shape;17542;p79"/>
            <p:cNvSpPr/>
            <p:nvPr/>
          </p:nvSpPr>
          <p:spPr>
            <a:xfrm>
              <a:off x="2532416" y="1791121"/>
              <a:ext cx="16411" cy="18351"/>
            </a:xfrm>
            <a:custGeom>
              <a:avLst/>
              <a:gdLst/>
              <a:ahLst/>
              <a:cxnLst/>
              <a:rect l="l" t="t" r="r" b="b"/>
              <a:pathLst>
                <a:path w="626" h="700" extrusionOk="0">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3" name="Google Shape;17543;p79"/>
            <p:cNvSpPr/>
            <p:nvPr/>
          </p:nvSpPr>
          <p:spPr>
            <a:xfrm>
              <a:off x="2596486" y="1637370"/>
              <a:ext cx="21785" cy="13527"/>
            </a:xfrm>
            <a:custGeom>
              <a:avLst/>
              <a:gdLst/>
              <a:ahLst/>
              <a:cxnLst/>
              <a:rect l="l" t="t" r="r" b="b"/>
              <a:pathLst>
                <a:path w="831" h="516" extrusionOk="0">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4" name="Google Shape;17544;p79"/>
            <p:cNvSpPr/>
            <p:nvPr/>
          </p:nvSpPr>
          <p:spPr>
            <a:xfrm>
              <a:off x="2373606" y="1727052"/>
              <a:ext cx="22859" cy="13920"/>
            </a:xfrm>
            <a:custGeom>
              <a:avLst/>
              <a:gdLst/>
              <a:ahLst/>
              <a:cxnLst/>
              <a:rect l="l" t="t" r="r" b="b"/>
              <a:pathLst>
                <a:path w="872" h="531" extrusionOk="0">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45" name="Google Shape;17545;p79"/>
          <p:cNvGrpSpPr/>
          <p:nvPr/>
        </p:nvGrpSpPr>
        <p:grpSpPr>
          <a:xfrm>
            <a:off x="4236601" y="1512666"/>
            <a:ext cx="312981" cy="352697"/>
            <a:chOff x="4236601" y="1512666"/>
            <a:chExt cx="312981" cy="352697"/>
          </a:xfrm>
        </p:grpSpPr>
        <p:sp>
          <p:nvSpPr>
            <p:cNvPr id="17546" name="Google Shape;17546;p79"/>
            <p:cNvSpPr/>
            <p:nvPr/>
          </p:nvSpPr>
          <p:spPr>
            <a:xfrm>
              <a:off x="4236601" y="1512666"/>
              <a:ext cx="312981" cy="352697"/>
            </a:xfrm>
            <a:custGeom>
              <a:avLst/>
              <a:gdLst/>
              <a:ahLst/>
              <a:cxnLst/>
              <a:rect l="l" t="t" r="r" b="b"/>
              <a:pathLst>
                <a:path w="11939" h="13454" extrusionOk="0">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7" name="Google Shape;17547;p79"/>
            <p:cNvSpPr/>
            <p:nvPr/>
          </p:nvSpPr>
          <p:spPr>
            <a:xfrm>
              <a:off x="4383798" y="1561557"/>
              <a:ext cx="165784" cy="303806"/>
            </a:xfrm>
            <a:custGeom>
              <a:avLst/>
              <a:gdLst/>
              <a:ahLst/>
              <a:cxnLst/>
              <a:rect l="l" t="t" r="r" b="b"/>
              <a:pathLst>
                <a:path w="6324" h="11589" extrusionOk="0">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8" name="Google Shape;17548;p79"/>
            <p:cNvSpPr/>
            <p:nvPr/>
          </p:nvSpPr>
          <p:spPr>
            <a:xfrm>
              <a:off x="4267246" y="1546326"/>
              <a:ext cx="251664" cy="283856"/>
            </a:xfrm>
            <a:custGeom>
              <a:avLst/>
              <a:gdLst/>
              <a:ahLst/>
              <a:cxnLst/>
              <a:rect l="l" t="t" r="r" b="b"/>
              <a:pathLst>
                <a:path w="9600" h="10828" extrusionOk="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9" name="Google Shape;17549;p79"/>
            <p:cNvSpPr/>
            <p:nvPr/>
          </p:nvSpPr>
          <p:spPr>
            <a:xfrm>
              <a:off x="4388726" y="1585019"/>
              <a:ext cx="130184" cy="245163"/>
            </a:xfrm>
            <a:custGeom>
              <a:avLst/>
              <a:gdLst/>
              <a:ahLst/>
              <a:cxnLst/>
              <a:rect l="l" t="t" r="r" b="b"/>
              <a:pathLst>
                <a:path w="4966" h="9352" extrusionOk="0">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0" name="Google Shape;17550;p79"/>
            <p:cNvSpPr/>
            <p:nvPr/>
          </p:nvSpPr>
          <p:spPr>
            <a:xfrm>
              <a:off x="4330817" y="1674727"/>
              <a:ext cx="124521" cy="84019"/>
            </a:xfrm>
            <a:custGeom>
              <a:avLst/>
              <a:gdLst/>
              <a:ahLst/>
              <a:cxnLst/>
              <a:rect l="l" t="t" r="r" b="b"/>
              <a:pathLst>
                <a:path w="4750" h="3205" extrusionOk="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1" name="Google Shape;17551;p79"/>
            <p:cNvSpPr/>
            <p:nvPr/>
          </p:nvSpPr>
          <p:spPr>
            <a:xfrm>
              <a:off x="4383798" y="1674727"/>
              <a:ext cx="71934" cy="84019"/>
            </a:xfrm>
            <a:custGeom>
              <a:avLst/>
              <a:gdLst/>
              <a:ahLst/>
              <a:cxnLst/>
              <a:rect l="l" t="t" r="r" b="b"/>
              <a:pathLst>
                <a:path w="2744" h="3205" extrusionOk="0">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2" name="Google Shape;17552;p79"/>
            <p:cNvSpPr/>
            <p:nvPr/>
          </p:nvSpPr>
          <p:spPr>
            <a:xfrm>
              <a:off x="4379263" y="1679917"/>
              <a:ext cx="27657" cy="16017"/>
            </a:xfrm>
            <a:custGeom>
              <a:avLst/>
              <a:gdLst/>
              <a:ahLst/>
              <a:cxnLst/>
              <a:rect l="l" t="t" r="r" b="b"/>
              <a:pathLst>
                <a:path w="1055" h="611" extrusionOk="0">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3" name="Google Shape;17553;p79"/>
            <p:cNvSpPr/>
            <p:nvPr/>
          </p:nvSpPr>
          <p:spPr>
            <a:xfrm>
              <a:off x="4372814" y="1689486"/>
              <a:ext cx="40528" cy="58564"/>
            </a:xfrm>
            <a:custGeom>
              <a:avLst/>
              <a:gdLst/>
              <a:ahLst/>
              <a:cxnLst/>
              <a:rect l="l" t="t" r="r" b="b"/>
              <a:pathLst>
                <a:path w="1546" h="2234" extrusionOk="0">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4" name="Google Shape;17554;p79"/>
            <p:cNvSpPr/>
            <p:nvPr/>
          </p:nvSpPr>
          <p:spPr>
            <a:xfrm>
              <a:off x="4383431" y="1689486"/>
              <a:ext cx="29911" cy="58564"/>
            </a:xfrm>
            <a:custGeom>
              <a:avLst/>
              <a:gdLst/>
              <a:ahLst/>
              <a:cxnLst/>
              <a:rect l="l" t="t" r="r" b="b"/>
              <a:pathLst>
                <a:path w="1141" h="2234" extrusionOk="0">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5" name="Google Shape;17555;p79"/>
            <p:cNvSpPr/>
            <p:nvPr/>
          </p:nvSpPr>
          <p:spPr>
            <a:xfrm>
              <a:off x="4372054" y="1674727"/>
              <a:ext cx="42416" cy="21208"/>
            </a:xfrm>
            <a:custGeom>
              <a:avLst/>
              <a:gdLst/>
              <a:ahLst/>
              <a:cxnLst/>
              <a:rect l="l" t="t" r="r" b="b"/>
              <a:pathLst>
                <a:path w="1618" h="809" extrusionOk="0">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6" name="Google Shape;17556;p79"/>
            <p:cNvSpPr/>
            <p:nvPr/>
          </p:nvSpPr>
          <p:spPr>
            <a:xfrm>
              <a:off x="4389460" y="1675094"/>
              <a:ext cx="24642" cy="20841"/>
            </a:xfrm>
            <a:custGeom>
              <a:avLst/>
              <a:gdLst/>
              <a:ahLst/>
              <a:cxnLst/>
              <a:rect l="l" t="t" r="r" b="b"/>
              <a:pathLst>
                <a:path w="940" h="795" extrusionOk="0">
                  <a:moveTo>
                    <a:pt x="405" y="1"/>
                  </a:moveTo>
                  <a:lnTo>
                    <a:pt x="1" y="795"/>
                  </a:lnTo>
                  <a:lnTo>
                    <a:pt x="607" y="795"/>
                  </a:lnTo>
                  <a:lnTo>
                    <a:pt x="939" y="130"/>
                  </a:lnTo>
                  <a:cubicBezTo>
                    <a:pt x="766" y="58"/>
                    <a:pt x="578" y="15"/>
                    <a:pt x="405"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7" name="Google Shape;17557;p79"/>
            <p:cNvSpPr/>
            <p:nvPr/>
          </p:nvSpPr>
          <p:spPr>
            <a:xfrm>
              <a:off x="4360703" y="1596396"/>
              <a:ext cx="64751" cy="88947"/>
            </a:xfrm>
            <a:custGeom>
              <a:avLst/>
              <a:gdLst/>
              <a:ahLst/>
              <a:cxnLst/>
              <a:rect l="l" t="t" r="r" b="b"/>
              <a:pathLst>
                <a:path w="2470" h="3393" extrusionOk="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8" name="Google Shape;17558;p79"/>
            <p:cNvSpPr/>
            <p:nvPr/>
          </p:nvSpPr>
          <p:spPr>
            <a:xfrm>
              <a:off x="4383431" y="1596396"/>
              <a:ext cx="42023" cy="88947"/>
            </a:xfrm>
            <a:custGeom>
              <a:avLst/>
              <a:gdLst/>
              <a:ahLst/>
              <a:cxnLst/>
              <a:rect l="l" t="t" r="r" b="b"/>
              <a:pathLst>
                <a:path w="1603" h="3393" extrusionOk="0">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9" name="Google Shape;17559;p79"/>
            <p:cNvSpPr/>
            <p:nvPr/>
          </p:nvSpPr>
          <p:spPr>
            <a:xfrm>
              <a:off x="4360336" y="1597891"/>
              <a:ext cx="65118" cy="42783"/>
            </a:xfrm>
            <a:custGeom>
              <a:avLst/>
              <a:gdLst/>
              <a:ahLst/>
              <a:cxnLst/>
              <a:rect l="l" t="t" r="r" b="b"/>
              <a:pathLst>
                <a:path w="2484" h="1632" extrusionOk="0">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60" name="Google Shape;17560;p79"/>
          <p:cNvGrpSpPr/>
          <p:nvPr/>
        </p:nvGrpSpPr>
        <p:grpSpPr>
          <a:xfrm>
            <a:off x="849675" y="3347716"/>
            <a:ext cx="346300" cy="375818"/>
            <a:chOff x="849675" y="3347716"/>
            <a:chExt cx="346300" cy="375818"/>
          </a:xfrm>
        </p:grpSpPr>
        <p:sp>
          <p:nvSpPr>
            <p:cNvPr id="17561" name="Google Shape;17561;p79"/>
            <p:cNvSpPr/>
            <p:nvPr/>
          </p:nvSpPr>
          <p:spPr>
            <a:xfrm>
              <a:off x="880714" y="3347716"/>
              <a:ext cx="315262" cy="314895"/>
            </a:xfrm>
            <a:custGeom>
              <a:avLst/>
              <a:gdLst/>
              <a:ahLst/>
              <a:cxnLst/>
              <a:rect l="l" t="t" r="r" b="b"/>
              <a:pathLst>
                <a:path w="12026" h="12012" extrusionOk="0">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2" name="Google Shape;17562;p79"/>
            <p:cNvSpPr/>
            <p:nvPr/>
          </p:nvSpPr>
          <p:spPr>
            <a:xfrm>
              <a:off x="849675" y="3351124"/>
              <a:ext cx="299742" cy="311801"/>
            </a:xfrm>
            <a:custGeom>
              <a:avLst/>
              <a:gdLst/>
              <a:ahLst/>
              <a:cxnLst/>
              <a:rect l="l" t="t" r="r" b="b"/>
              <a:pathLst>
                <a:path w="11434" h="11894" extrusionOk="0">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3" name="Google Shape;17563;p79"/>
            <p:cNvSpPr/>
            <p:nvPr/>
          </p:nvSpPr>
          <p:spPr>
            <a:xfrm>
              <a:off x="881081" y="3347716"/>
              <a:ext cx="314501" cy="314895"/>
            </a:xfrm>
            <a:custGeom>
              <a:avLst/>
              <a:gdLst/>
              <a:ahLst/>
              <a:cxnLst/>
              <a:rect l="l" t="t" r="r" b="b"/>
              <a:pathLst>
                <a:path w="11997" h="12012" extrusionOk="0">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4" name="Google Shape;17564;p79"/>
            <p:cNvSpPr/>
            <p:nvPr/>
          </p:nvSpPr>
          <p:spPr>
            <a:xfrm>
              <a:off x="881081" y="3351124"/>
              <a:ext cx="237298" cy="311487"/>
            </a:xfrm>
            <a:custGeom>
              <a:avLst/>
              <a:gdLst/>
              <a:ahLst/>
              <a:cxnLst/>
              <a:rect l="l" t="t" r="r" b="b"/>
              <a:pathLst>
                <a:path w="9052" h="11882" extrusionOk="0">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5" name="Google Shape;17565;p79"/>
            <p:cNvSpPr/>
            <p:nvPr/>
          </p:nvSpPr>
          <p:spPr>
            <a:xfrm>
              <a:off x="935582" y="3650473"/>
              <a:ext cx="205893" cy="72668"/>
            </a:xfrm>
            <a:custGeom>
              <a:avLst/>
              <a:gdLst/>
              <a:ahLst/>
              <a:cxnLst/>
              <a:rect l="l" t="t" r="r" b="b"/>
              <a:pathLst>
                <a:path w="7854" h="2772" extrusionOk="0">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6" name="Google Shape;17566;p79"/>
            <p:cNvSpPr/>
            <p:nvPr/>
          </p:nvSpPr>
          <p:spPr>
            <a:xfrm>
              <a:off x="1026024" y="3675062"/>
              <a:ext cx="24616" cy="48472"/>
            </a:xfrm>
            <a:custGeom>
              <a:avLst/>
              <a:gdLst/>
              <a:ahLst/>
              <a:cxnLst/>
              <a:rect l="l" t="t" r="r" b="b"/>
              <a:pathLst>
                <a:path w="939" h="1849" extrusionOk="0">
                  <a:moveTo>
                    <a:pt x="232" y="0"/>
                  </a:moveTo>
                  <a:lnTo>
                    <a:pt x="1" y="1848"/>
                  </a:lnTo>
                  <a:lnTo>
                    <a:pt x="939" y="1848"/>
                  </a:lnTo>
                  <a:lnTo>
                    <a:pt x="70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7" name="Google Shape;17567;p79"/>
            <p:cNvSpPr/>
            <p:nvPr/>
          </p:nvSpPr>
          <p:spPr>
            <a:xfrm>
              <a:off x="1027544" y="3662584"/>
              <a:ext cx="21601" cy="20841"/>
            </a:xfrm>
            <a:custGeom>
              <a:avLst/>
              <a:gdLst/>
              <a:ahLst/>
              <a:cxnLst/>
              <a:rect l="l" t="t" r="r" b="b"/>
              <a:pathLst>
                <a:path w="824" h="795" extrusionOk="0">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8" name="Google Shape;17568;p79"/>
            <p:cNvSpPr/>
            <p:nvPr/>
          </p:nvSpPr>
          <p:spPr>
            <a:xfrm>
              <a:off x="1104747" y="3675429"/>
              <a:ext cx="36727" cy="47711"/>
            </a:xfrm>
            <a:custGeom>
              <a:avLst/>
              <a:gdLst/>
              <a:ahLst/>
              <a:cxnLst/>
              <a:rect l="l" t="t" r="r" b="b"/>
              <a:pathLst>
                <a:path w="1401" h="1820" extrusionOk="0">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9" name="Google Shape;17569;p79"/>
            <p:cNvSpPr/>
            <p:nvPr/>
          </p:nvSpPr>
          <p:spPr>
            <a:xfrm>
              <a:off x="971523" y="3463140"/>
              <a:ext cx="133251" cy="96524"/>
            </a:xfrm>
            <a:custGeom>
              <a:avLst/>
              <a:gdLst/>
              <a:ahLst/>
              <a:cxnLst/>
              <a:rect l="l" t="t" r="r" b="b"/>
              <a:pathLst>
                <a:path w="5083" h="3682" extrusionOk="0">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0" name="Google Shape;17570;p79"/>
            <p:cNvSpPr/>
            <p:nvPr/>
          </p:nvSpPr>
          <p:spPr>
            <a:xfrm>
              <a:off x="1001801" y="3463140"/>
              <a:ext cx="103340" cy="96524"/>
            </a:xfrm>
            <a:custGeom>
              <a:avLst/>
              <a:gdLst/>
              <a:ahLst/>
              <a:cxnLst/>
              <a:rect l="l" t="t" r="r" b="b"/>
              <a:pathLst>
                <a:path w="3942" h="3682" extrusionOk="0">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1" name="Google Shape;17571;p79"/>
            <p:cNvSpPr/>
            <p:nvPr/>
          </p:nvSpPr>
          <p:spPr>
            <a:xfrm>
              <a:off x="1001801" y="3608083"/>
              <a:ext cx="73061" cy="54527"/>
            </a:xfrm>
            <a:custGeom>
              <a:avLst/>
              <a:gdLst/>
              <a:ahLst/>
              <a:cxnLst/>
              <a:rect l="l" t="t" r="r" b="b"/>
              <a:pathLst>
                <a:path w="2787" h="2080" extrusionOk="0">
                  <a:moveTo>
                    <a:pt x="1" y="0"/>
                  </a:moveTo>
                  <a:lnTo>
                    <a:pt x="1" y="2079"/>
                  </a:lnTo>
                  <a:lnTo>
                    <a:pt x="2787" y="2079"/>
                  </a:lnTo>
                  <a:lnTo>
                    <a:pt x="278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2" name="Google Shape;17572;p79"/>
            <p:cNvSpPr/>
            <p:nvPr/>
          </p:nvSpPr>
          <p:spPr>
            <a:xfrm>
              <a:off x="1001801" y="3608083"/>
              <a:ext cx="73061" cy="30383"/>
            </a:xfrm>
            <a:custGeom>
              <a:avLst/>
              <a:gdLst/>
              <a:ahLst/>
              <a:cxnLst/>
              <a:rect l="l" t="t" r="r" b="b"/>
              <a:pathLst>
                <a:path w="2787" h="1159" extrusionOk="0">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3" name="Google Shape;17573;p79"/>
            <p:cNvSpPr/>
            <p:nvPr/>
          </p:nvSpPr>
          <p:spPr>
            <a:xfrm>
              <a:off x="990083" y="3640459"/>
              <a:ext cx="48445" cy="43596"/>
            </a:xfrm>
            <a:custGeom>
              <a:avLst/>
              <a:gdLst/>
              <a:ahLst/>
              <a:cxnLst/>
              <a:rect l="l" t="t" r="r" b="b"/>
              <a:pathLst>
                <a:path w="1848" h="1663" extrusionOk="0">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4" name="Google Shape;17574;p79"/>
            <p:cNvSpPr/>
            <p:nvPr/>
          </p:nvSpPr>
          <p:spPr>
            <a:xfrm>
              <a:off x="1038502" y="3640459"/>
              <a:ext cx="48105" cy="43438"/>
            </a:xfrm>
            <a:custGeom>
              <a:avLst/>
              <a:gdLst/>
              <a:ahLst/>
              <a:cxnLst/>
              <a:rect l="l" t="t" r="r" b="b"/>
              <a:pathLst>
                <a:path w="1835" h="1657" extrusionOk="0">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5" name="Google Shape;17575;p79"/>
            <p:cNvSpPr/>
            <p:nvPr/>
          </p:nvSpPr>
          <p:spPr>
            <a:xfrm>
              <a:off x="977971" y="3511926"/>
              <a:ext cx="120746" cy="114350"/>
            </a:xfrm>
            <a:custGeom>
              <a:avLst/>
              <a:gdLst/>
              <a:ahLst/>
              <a:cxnLst/>
              <a:rect l="l" t="t" r="r" b="b"/>
              <a:pathLst>
                <a:path w="4606" h="4362" extrusionOk="0">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6" name="Google Shape;17576;p79"/>
            <p:cNvSpPr/>
            <p:nvPr/>
          </p:nvSpPr>
          <p:spPr>
            <a:xfrm>
              <a:off x="977578" y="3511926"/>
              <a:ext cx="109028" cy="113957"/>
            </a:xfrm>
            <a:custGeom>
              <a:avLst/>
              <a:gdLst/>
              <a:ahLst/>
              <a:cxnLst/>
              <a:rect l="l" t="t" r="r" b="b"/>
              <a:pathLst>
                <a:path w="4159" h="4347" extrusionOk="0">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7" name="Google Shape;17577;p79"/>
            <p:cNvSpPr/>
            <p:nvPr/>
          </p:nvSpPr>
          <p:spPr>
            <a:xfrm>
              <a:off x="935215" y="3675429"/>
              <a:ext cx="36334" cy="47711"/>
            </a:xfrm>
            <a:custGeom>
              <a:avLst/>
              <a:gdLst/>
              <a:ahLst/>
              <a:cxnLst/>
              <a:rect l="l" t="t" r="r" b="b"/>
              <a:pathLst>
                <a:path w="1386" h="1820" extrusionOk="0">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78" name="Google Shape;17578;p79"/>
          <p:cNvGrpSpPr/>
          <p:nvPr/>
        </p:nvGrpSpPr>
        <p:grpSpPr>
          <a:xfrm>
            <a:off x="1324219" y="3399202"/>
            <a:ext cx="376578" cy="272846"/>
            <a:chOff x="1324219" y="3399202"/>
            <a:chExt cx="376578" cy="272846"/>
          </a:xfrm>
        </p:grpSpPr>
        <p:sp>
          <p:nvSpPr>
            <p:cNvPr id="17579" name="Google Shape;17579;p79"/>
            <p:cNvSpPr/>
            <p:nvPr/>
          </p:nvSpPr>
          <p:spPr>
            <a:xfrm>
              <a:off x="1597458" y="3496066"/>
              <a:ext cx="30278" cy="66639"/>
            </a:xfrm>
            <a:custGeom>
              <a:avLst/>
              <a:gdLst/>
              <a:ahLst/>
              <a:cxnLst/>
              <a:rect l="l" t="t" r="r" b="b"/>
              <a:pathLst>
                <a:path w="1155" h="2542" extrusionOk="0">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0" name="Google Shape;17580;p79"/>
            <p:cNvSpPr/>
            <p:nvPr/>
          </p:nvSpPr>
          <p:spPr>
            <a:xfrm>
              <a:off x="1609569" y="3490011"/>
              <a:ext cx="72668" cy="72694"/>
            </a:xfrm>
            <a:custGeom>
              <a:avLst/>
              <a:gdLst/>
              <a:ahLst/>
              <a:cxnLst/>
              <a:rect l="l" t="t" r="r" b="b"/>
              <a:pathLst>
                <a:path w="2772" h="2773" extrusionOk="0">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1" name="Google Shape;17581;p79"/>
            <p:cNvSpPr/>
            <p:nvPr/>
          </p:nvSpPr>
          <p:spPr>
            <a:xfrm>
              <a:off x="1621681" y="3580846"/>
              <a:ext cx="36334" cy="26870"/>
            </a:xfrm>
            <a:custGeom>
              <a:avLst/>
              <a:gdLst/>
              <a:ahLst/>
              <a:cxnLst/>
              <a:rect l="l" t="t" r="r" b="b"/>
              <a:pathLst>
                <a:path w="1386" h="1025" extrusionOk="0">
                  <a:moveTo>
                    <a:pt x="0" y="0"/>
                  </a:moveTo>
                  <a:lnTo>
                    <a:pt x="0" y="1025"/>
                  </a:lnTo>
                  <a:lnTo>
                    <a:pt x="1386" y="1025"/>
                  </a:lnTo>
                  <a:lnTo>
                    <a:pt x="138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2" name="Google Shape;17582;p79"/>
            <p:cNvSpPr/>
            <p:nvPr/>
          </p:nvSpPr>
          <p:spPr>
            <a:xfrm>
              <a:off x="1621681" y="3580846"/>
              <a:ext cx="36334" cy="14785"/>
            </a:xfrm>
            <a:custGeom>
              <a:avLst/>
              <a:gdLst/>
              <a:ahLst/>
              <a:cxnLst/>
              <a:rect l="l" t="t" r="r" b="b"/>
              <a:pathLst>
                <a:path w="1386" h="564" extrusionOk="0">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3" name="Google Shape;17583;p79"/>
            <p:cNvSpPr/>
            <p:nvPr/>
          </p:nvSpPr>
          <p:spPr>
            <a:xfrm>
              <a:off x="1579291" y="3595605"/>
              <a:ext cx="121507" cy="76443"/>
            </a:xfrm>
            <a:custGeom>
              <a:avLst/>
              <a:gdLst/>
              <a:ahLst/>
              <a:cxnLst/>
              <a:rect l="l" t="t" r="r" b="b"/>
              <a:pathLst>
                <a:path w="4635" h="2916" extrusionOk="0">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4" name="Google Shape;17584;p79"/>
            <p:cNvSpPr/>
            <p:nvPr/>
          </p:nvSpPr>
          <p:spPr>
            <a:xfrm>
              <a:off x="1633766" y="3607690"/>
              <a:ext cx="12138" cy="64358"/>
            </a:xfrm>
            <a:custGeom>
              <a:avLst/>
              <a:gdLst/>
              <a:ahLst/>
              <a:cxnLst/>
              <a:rect l="l" t="t" r="r" b="b"/>
              <a:pathLst>
                <a:path w="463" h="2455" extrusionOk="0">
                  <a:moveTo>
                    <a:pt x="116" y="1"/>
                  </a:moveTo>
                  <a:lnTo>
                    <a:pt x="1" y="2455"/>
                  </a:lnTo>
                  <a:lnTo>
                    <a:pt x="463" y="2455"/>
                  </a:lnTo>
                  <a:lnTo>
                    <a:pt x="347"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5" name="Google Shape;17585;p79"/>
            <p:cNvSpPr/>
            <p:nvPr/>
          </p:nvSpPr>
          <p:spPr>
            <a:xfrm>
              <a:off x="1603514" y="3520289"/>
              <a:ext cx="72668" cy="66639"/>
            </a:xfrm>
            <a:custGeom>
              <a:avLst/>
              <a:gdLst/>
              <a:ahLst/>
              <a:cxnLst/>
              <a:rect l="l" t="t" r="r" b="b"/>
              <a:pathLst>
                <a:path w="2772" h="2542" extrusionOk="0">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6" name="Google Shape;17586;p79"/>
            <p:cNvSpPr/>
            <p:nvPr/>
          </p:nvSpPr>
          <p:spPr>
            <a:xfrm>
              <a:off x="1603514" y="3520289"/>
              <a:ext cx="72668" cy="65118"/>
            </a:xfrm>
            <a:custGeom>
              <a:avLst/>
              <a:gdLst/>
              <a:ahLst/>
              <a:cxnLst/>
              <a:rect l="l" t="t" r="r" b="b"/>
              <a:pathLst>
                <a:path w="2772" h="2484" extrusionOk="0">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7" name="Google Shape;17587;p79"/>
            <p:cNvSpPr/>
            <p:nvPr/>
          </p:nvSpPr>
          <p:spPr>
            <a:xfrm>
              <a:off x="1676156" y="3611098"/>
              <a:ext cx="24249" cy="60583"/>
            </a:xfrm>
            <a:custGeom>
              <a:avLst/>
              <a:gdLst/>
              <a:ahLst/>
              <a:cxnLst/>
              <a:rect l="l" t="t" r="r" b="b"/>
              <a:pathLst>
                <a:path w="925" h="2311" extrusionOk="0">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8" name="Google Shape;17588;p79"/>
            <p:cNvSpPr/>
            <p:nvPr/>
          </p:nvSpPr>
          <p:spPr>
            <a:xfrm>
              <a:off x="1633766" y="3607690"/>
              <a:ext cx="12138" cy="12138"/>
            </a:xfrm>
            <a:custGeom>
              <a:avLst/>
              <a:gdLst/>
              <a:ahLst/>
              <a:cxnLst/>
              <a:rect l="l" t="t" r="r" b="b"/>
              <a:pathLst>
                <a:path w="463" h="463" extrusionOk="0">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9" name="Google Shape;17589;p79"/>
            <p:cNvSpPr/>
            <p:nvPr/>
          </p:nvSpPr>
          <p:spPr>
            <a:xfrm>
              <a:off x="1614865" y="3590755"/>
              <a:ext cx="24983" cy="25560"/>
            </a:xfrm>
            <a:custGeom>
              <a:avLst/>
              <a:gdLst/>
              <a:ahLst/>
              <a:cxnLst/>
              <a:rect l="l" t="t" r="r" b="b"/>
              <a:pathLst>
                <a:path w="953" h="975" extrusionOk="0">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0" name="Google Shape;17590;p79"/>
            <p:cNvSpPr/>
            <p:nvPr/>
          </p:nvSpPr>
          <p:spPr>
            <a:xfrm>
              <a:off x="1639822" y="3590755"/>
              <a:ext cx="25009" cy="25560"/>
            </a:xfrm>
            <a:custGeom>
              <a:avLst/>
              <a:gdLst/>
              <a:ahLst/>
              <a:cxnLst/>
              <a:rect l="l" t="t" r="r" b="b"/>
              <a:pathLst>
                <a:path w="954" h="975" extrusionOk="0">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1" name="Google Shape;17591;p79"/>
            <p:cNvSpPr/>
            <p:nvPr/>
          </p:nvSpPr>
          <p:spPr>
            <a:xfrm>
              <a:off x="1325373" y="3492291"/>
              <a:ext cx="109002" cy="109395"/>
            </a:xfrm>
            <a:custGeom>
              <a:avLst/>
              <a:gdLst/>
              <a:ahLst/>
              <a:cxnLst/>
              <a:rect l="l" t="t" r="r" b="b"/>
              <a:pathLst>
                <a:path w="4158" h="4173" extrusionOk="0">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2" name="Google Shape;17592;p79"/>
            <p:cNvSpPr/>
            <p:nvPr/>
          </p:nvSpPr>
          <p:spPr>
            <a:xfrm>
              <a:off x="1355258" y="3492291"/>
              <a:ext cx="79117" cy="109002"/>
            </a:xfrm>
            <a:custGeom>
              <a:avLst/>
              <a:gdLst/>
              <a:ahLst/>
              <a:cxnLst/>
              <a:rect l="l" t="t" r="r" b="b"/>
              <a:pathLst>
                <a:path w="3018" h="4158" extrusionOk="0">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3" name="Google Shape;17593;p79"/>
            <p:cNvSpPr/>
            <p:nvPr/>
          </p:nvSpPr>
          <p:spPr>
            <a:xfrm>
              <a:off x="1324612" y="3574790"/>
              <a:ext cx="109002" cy="97258"/>
            </a:xfrm>
            <a:custGeom>
              <a:avLst/>
              <a:gdLst/>
              <a:ahLst/>
              <a:cxnLst/>
              <a:rect l="l" t="t" r="r" b="b"/>
              <a:pathLst>
                <a:path w="4158" h="3710" extrusionOk="0">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4" name="Google Shape;17594;p79"/>
            <p:cNvSpPr/>
            <p:nvPr/>
          </p:nvSpPr>
          <p:spPr>
            <a:xfrm>
              <a:off x="1360553" y="3574790"/>
              <a:ext cx="37120" cy="24223"/>
            </a:xfrm>
            <a:custGeom>
              <a:avLst/>
              <a:gdLst/>
              <a:ahLst/>
              <a:cxnLst/>
              <a:rect l="l" t="t" r="r" b="b"/>
              <a:pathLst>
                <a:path w="1416" h="924" extrusionOk="0">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5" name="Google Shape;17595;p79"/>
            <p:cNvSpPr/>
            <p:nvPr/>
          </p:nvSpPr>
          <p:spPr>
            <a:xfrm>
              <a:off x="1324219" y="3606563"/>
              <a:ext cx="109395" cy="65485"/>
            </a:xfrm>
            <a:custGeom>
              <a:avLst/>
              <a:gdLst/>
              <a:ahLst/>
              <a:cxnLst/>
              <a:rect l="l" t="t" r="r" b="b"/>
              <a:pathLst>
                <a:path w="4173" h="2498" extrusionOk="0">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6" name="Google Shape;17596;p79"/>
            <p:cNvSpPr/>
            <p:nvPr/>
          </p:nvSpPr>
          <p:spPr>
            <a:xfrm>
              <a:off x="1342779" y="3527393"/>
              <a:ext cx="72668" cy="59534"/>
            </a:xfrm>
            <a:custGeom>
              <a:avLst/>
              <a:gdLst/>
              <a:ahLst/>
              <a:cxnLst/>
              <a:rect l="l" t="t" r="r" b="b"/>
              <a:pathLst>
                <a:path w="2772" h="2271" extrusionOk="0">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7" name="Google Shape;17597;p79"/>
            <p:cNvSpPr/>
            <p:nvPr/>
          </p:nvSpPr>
          <p:spPr>
            <a:xfrm>
              <a:off x="1342779" y="3527393"/>
              <a:ext cx="73061" cy="59141"/>
            </a:xfrm>
            <a:custGeom>
              <a:avLst/>
              <a:gdLst/>
              <a:ahLst/>
              <a:cxnLst/>
              <a:rect l="l" t="t" r="r" b="b"/>
              <a:pathLst>
                <a:path w="2787" h="2256" extrusionOk="0">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8" name="Google Shape;17598;p79"/>
            <p:cNvSpPr/>
            <p:nvPr/>
          </p:nvSpPr>
          <p:spPr>
            <a:xfrm>
              <a:off x="1324612" y="3619067"/>
              <a:ext cx="24249" cy="52981"/>
            </a:xfrm>
            <a:custGeom>
              <a:avLst/>
              <a:gdLst/>
              <a:ahLst/>
              <a:cxnLst/>
              <a:rect l="l" t="t" r="r" b="b"/>
              <a:pathLst>
                <a:path w="925" h="2021" extrusionOk="0">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9" name="Google Shape;17599;p79"/>
            <p:cNvSpPr/>
            <p:nvPr/>
          </p:nvSpPr>
          <p:spPr>
            <a:xfrm>
              <a:off x="1409365" y="3586901"/>
              <a:ext cx="206286" cy="85146"/>
            </a:xfrm>
            <a:custGeom>
              <a:avLst/>
              <a:gdLst/>
              <a:ahLst/>
              <a:cxnLst/>
              <a:rect l="l" t="t" r="r" b="b"/>
              <a:pathLst>
                <a:path w="7869" h="3248" extrusionOk="0">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0" name="Google Shape;17600;p79"/>
            <p:cNvSpPr/>
            <p:nvPr/>
          </p:nvSpPr>
          <p:spPr>
            <a:xfrm>
              <a:off x="1500567" y="3611098"/>
              <a:ext cx="24249" cy="60950"/>
            </a:xfrm>
            <a:custGeom>
              <a:avLst/>
              <a:gdLst/>
              <a:ahLst/>
              <a:cxnLst/>
              <a:rect l="l" t="t" r="r" b="b"/>
              <a:pathLst>
                <a:path w="925" h="2325" extrusionOk="0">
                  <a:moveTo>
                    <a:pt x="217" y="1"/>
                  </a:moveTo>
                  <a:lnTo>
                    <a:pt x="1" y="2325"/>
                  </a:lnTo>
                  <a:lnTo>
                    <a:pt x="925" y="2325"/>
                  </a:lnTo>
                  <a:lnTo>
                    <a:pt x="708"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1" name="Google Shape;17601;p79"/>
            <p:cNvSpPr/>
            <p:nvPr/>
          </p:nvSpPr>
          <p:spPr>
            <a:xfrm>
              <a:off x="1502088" y="3598986"/>
              <a:ext cx="21208" cy="20474"/>
            </a:xfrm>
            <a:custGeom>
              <a:avLst/>
              <a:gdLst/>
              <a:ahLst/>
              <a:cxnLst/>
              <a:rect l="l" t="t" r="r" b="b"/>
              <a:pathLst>
                <a:path w="809" h="781" extrusionOk="0">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2" name="Google Shape;17602;p79"/>
            <p:cNvSpPr/>
            <p:nvPr/>
          </p:nvSpPr>
          <p:spPr>
            <a:xfrm>
              <a:off x="1579291" y="3611858"/>
              <a:ext cx="36360" cy="60190"/>
            </a:xfrm>
            <a:custGeom>
              <a:avLst/>
              <a:gdLst/>
              <a:ahLst/>
              <a:cxnLst/>
              <a:rect l="l" t="t" r="r" b="b"/>
              <a:pathLst>
                <a:path w="1387" h="2296" extrusionOk="0">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3" name="Google Shape;17603;p79"/>
            <p:cNvSpPr/>
            <p:nvPr/>
          </p:nvSpPr>
          <p:spPr>
            <a:xfrm>
              <a:off x="1446066" y="3399202"/>
              <a:ext cx="133251" cy="96891"/>
            </a:xfrm>
            <a:custGeom>
              <a:avLst/>
              <a:gdLst/>
              <a:ahLst/>
              <a:cxnLst/>
              <a:rect l="l" t="t" r="r" b="b"/>
              <a:pathLst>
                <a:path w="5083" h="3696" extrusionOk="0">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4" name="Google Shape;17604;p79"/>
            <p:cNvSpPr/>
            <p:nvPr/>
          </p:nvSpPr>
          <p:spPr>
            <a:xfrm>
              <a:off x="1476345" y="3399202"/>
              <a:ext cx="102973" cy="96891"/>
            </a:xfrm>
            <a:custGeom>
              <a:avLst/>
              <a:gdLst/>
              <a:ahLst/>
              <a:cxnLst/>
              <a:rect l="l" t="t" r="r" b="b"/>
              <a:pathLst>
                <a:path w="3928" h="3696" extrusionOk="0">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5" name="Google Shape;17605;p79"/>
            <p:cNvSpPr/>
            <p:nvPr/>
          </p:nvSpPr>
          <p:spPr>
            <a:xfrm>
              <a:off x="1476345" y="3544512"/>
              <a:ext cx="72694" cy="54501"/>
            </a:xfrm>
            <a:custGeom>
              <a:avLst/>
              <a:gdLst/>
              <a:ahLst/>
              <a:cxnLst/>
              <a:rect l="l" t="t" r="r" b="b"/>
              <a:pathLst>
                <a:path w="2773" h="2079" extrusionOk="0">
                  <a:moveTo>
                    <a:pt x="1" y="0"/>
                  </a:moveTo>
                  <a:lnTo>
                    <a:pt x="1" y="2079"/>
                  </a:lnTo>
                  <a:lnTo>
                    <a:pt x="2772" y="2079"/>
                  </a:ln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6" name="Google Shape;17606;p79"/>
            <p:cNvSpPr/>
            <p:nvPr/>
          </p:nvSpPr>
          <p:spPr>
            <a:xfrm>
              <a:off x="1476345" y="3544512"/>
              <a:ext cx="72694" cy="30383"/>
            </a:xfrm>
            <a:custGeom>
              <a:avLst/>
              <a:gdLst/>
              <a:ahLst/>
              <a:cxnLst/>
              <a:rect l="l" t="t" r="r" b="b"/>
              <a:pathLst>
                <a:path w="2773" h="1159" extrusionOk="0">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7" name="Google Shape;17607;p79"/>
            <p:cNvSpPr/>
            <p:nvPr/>
          </p:nvSpPr>
          <p:spPr>
            <a:xfrm>
              <a:off x="1464233" y="3576887"/>
              <a:ext cx="48472" cy="43438"/>
            </a:xfrm>
            <a:custGeom>
              <a:avLst/>
              <a:gdLst/>
              <a:ahLst/>
              <a:cxnLst/>
              <a:rect l="l" t="t" r="r" b="b"/>
              <a:pathLst>
                <a:path w="1849" h="1657" extrusionOk="0">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8" name="Google Shape;17608;p79"/>
            <p:cNvSpPr/>
            <p:nvPr/>
          </p:nvSpPr>
          <p:spPr>
            <a:xfrm>
              <a:off x="1512679" y="3576887"/>
              <a:ext cx="48472" cy="43438"/>
            </a:xfrm>
            <a:custGeom>
              <a:avLst/>
              <a:gdLst/>
              <a:ahLst/>
              <a:cxnLst/>
              <a:rect l="l" t="t" r="r" b="b"/>
              <a:pathLst>
                <a:path w="1849" h="1657" extrusionOk="0">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9" name="Google Shape;17609;p79"/>
            <p:cNvSpPr/>
            <p:nvPr/>
          </p:nvSpPr>
          <p:spPr>
            <a:xfrm>
              <a:off x="1452122" y="3448171"/>
              <a:ext cx="121140" cy="114533"/>
            </a:xfrm>
            <a:custGeom>
              <a:avLst/>
              <a:gdLst/>
              <a:ahLst/>
              <a:cxnLst/>
              <a:rect l="l" t="t" r="r" b="b"/>
              <a:pathLst>
                <a:path w="4621" h="4369" extrusionOk="0">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0" name="Google Shape;17610;p79"/>
            <p:cNvSpPr/>
            <p:nvPr/>
          </p:nvSpPr>
          <p:spPr>
            <a:xfrm>
              <a:off x="1452122" y="3448355"/>
              <a:ext cx="109028" cy="113957"/>
            </a:xfrm>
            <a:custGeom>
              <a:avLst/>
              <a:gdLst/>
              <a:ahLst/>
              <a:cxnLst/>
              <a:rect l="l" t="t" r="r" b="b"/>
              <a:pathLst>
                <a:path w="4159" h="4347" extrusionOk="0">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1" name="Google Shape;17611;p79"/>
            <p:cNvSpPr/>
            <p:nvPr/>
          </p:nvSpPr>
          <p:spPr>
            <a:xfrm>
              <a:off x="1409759" y="3611858"/>
              <a:ext cx="36334" cy="60190"/>
            </a:xfrm>
            <a:custGeom>
              <a:avLst/>
              <a:gdLst/>
              <a:ahLst/>
              <a:cxnLst/>
              <a:rect l="l" t="t" r="r" b="b"/>
              <a:pathLst>
                <a:path w="1386" h="2296" extrusionOk="0">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12" name="Google Shape;17612;p79"/>
          <p:cNvGrpSpPr/>
          <p:nvPr/>
        </p:nvGrpSpPr>
        <p:grpSpPr>
          <a:xfrm>
            <a:off x="1798763" y="3395401"/>
            <a:ext cx="376185" cy="280448"/>
            <a:chOff x="1798763" y="3395401"/>
            <a:chExt cx="376185" cy="280448"/>
          </a:xfrm>
        </p:grpSpPr>
        <p:sp>
          <p:nvSpPr>
            <p:cNvPr id="17613" name="Google Shape;17613;p79"/>
            <p:cNvSpPr/>
            <p:nvPr/>
          </p:nvSpPr>
          <p:spPr>
            <a:xfrm>
              <a:off x="2097352" y="3478660"/>
              <a:ext cx="47711" cy="42023"/>
            </a:xfrm>
            <a:custGeom>
              <a:avLst/>
              <a:gdLst/>
              <a:ahLst/>
              <a:cxnLst/>
              <a:rect l="l" t="t" r="r" b="b"/>
              <a:pathLst>
                <a:path w="1820" h="1603" extrusionOk="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4" name="Google Shape;17614;p79"/>
            <p:cNvSpPr/>
            <p:nvPr/>
          </p:nvSpPr>
          <p:spPr>
            <a:xfrm>
              <a:off x="2097352" y="3478660"/>
              <a:ext cx="32559" cy="42023"/>
            </a:xfrm>
            <a:custGeom>
              <a:avLst/>
              <a:gdLst/>
              <a:ahLst/>
              <a:cxnLst/>
              <a:rect l="l" t="t" r="r" b="b"/>
              <a:pathLst>
                <a:path w="1242" h="1603" extrusionOk="0">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5" name="Google Shape;17615;p79"/>
            <p:cNvSpPr/>
            <p:nvPr/>
          </p:nvSpPr>
          <p:spPr>
            <a:xfrm>
              <a:off x="2067441" y="3580452"/>
              <a:ext cx="107508" cy="95396"/>
            </a:xfrm>
            <a:custGeom>
              <a:avLst/>
              <a:gdLst/>
              <a:ahLst/>
              <a:cxnLst/>
              <a:rect l="l" t="t" r="r" b="b"/>
              <a:pathLst>
                <a:path w="4101" h="3639" extrusionOk="0">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6" name="Google Shape;17616;p79"/>
            <p:cNvSpPr/>
            <p:nvPr/>
          </p:nvSpPr>
          <p:spPr>
            <a:xfrm>
              <a:off x="2103014" y="3580085"/>
              <a:ext cx="36360" cy="23856"/>
            </a:xfrm>
            <a:custGeom>
              <a:avLst/>
              <a:gdLst/>
              <a:ahLst/>
              <a:cxnLst/>
              <a:rect l="l" t="t" r="r" b="b"/>
              <a:pathLst>
                <a:path w="1387" h="910" extrusionOk="0">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7" name="Google Shape;17617;p79"/>
            <p:cNvSpPr/>
            <p:nvPr/>
          </p:nvSpPr>
          <p:spPr>
            <a:xfrm>
              <a:off x="2067441" y="3611491"/>
              <a:ext cx="107141" cy="64358"/>
            </a:xfrm>
            <a:custGeom>
              <a:avLst/>
              <a:gdLst/>
              <a:ahLst/>
              <a:cxnLst/>
              <a:rect l="l" t="t" r="r" b="b"/>
              <a:pathLst>
                <a:path w="4087" h="2455" extrusionOk="0">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8" name="Google Shape;17618;p79"/>
            <p:cNvSpPr/>
            <p:nvPr/>
          </p:nvSpPr>
          <p:spPr>
            <a:xfrm>
              <a:off x="2079185" y="3496827"/>
              <a:ext cx="83652" cy="83285"/>
            </a:xfrm>
            <a:custGeom>
              <a:avLst/>
              <a:gdLst/>
              <a:ahLst/>
              <a:cxnLst/>
              <a:rect l="l" t="t" r="r" b="b"/>
              <a:pathLst>
                <a:path w="3191" h="3177" extrusionOk="0">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9" name="Google Shape;17619;p79"/>
            <p:cNvSpPr/>
            <p:nvPr/>
          </p:nvSpPr>
          <p:spPr>
            <a:xfrm>
              <a:off x="2095071" y="3496827"/>
              <a:ext cx="69653" cy="75342"/>
            </a:xfrm>
            <a:custGeom>
              <a:avLst/>
              <a:gdLst/>
              <a:ahLst/>
              <a:cxnLst/>
              <a:rect l="l" t="t" r="r" b="b"/>
              <a:pathLst>
                <a:path w="2657" h="2874" extrusionOk="0">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0" name="Google Shape;17620;p79"/>
            <p:cNvSpPr/>
            <p:nvPr/>
          </p:nvSpPr>
          <p:spPr>
            <a:xfrm>
              <a:off x="2085241" y="3533449"/>
              <a:ext cx="71541" cy="58774"/>
            </a:xfrm>
            <a:custGeom>
              <a:avLst/>
              <a:gdLst/>
              <a:ahLst/>
              <a:cxnLst/>
              <a:rect l="l" t="t" r="r" b="b"/>
              <a:pathLst>
                <a:path w="2729" h="2242" extrusionOk="0">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1" name="Google Shape;17621;p79"/>
            <p:cNvSpPr/>
            <p:nvPr/>
          </p:nvSpPr>
          <p:spPr>
            <a:xfrm>
              <a:off x="2085608" y="3533449"/>
              <a:ext cx="71567" cy="58381"/>
            </a:xfrm>
            <a:custGeom>
              <a:avLst/>
              <a:gdLst/>
              <a:ahLst/>
              <a:cxnLst/>
              <a:rect l="l" t="t" r="r" b="b"/>
              <a:pathLst>
                <a:path w="2730" h="2227" extrusionOk="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2" name="Google Shape;17622;p79"/>
            <p:cNvSpPr/>
            <p:nvPr/>
          </p:nvSpPr>
          <p:spPr>
            <a:xfrm>
              <a:off x="2150699" y="3623969"/>
              <a:ext cx="24249" cy="51879"/>
            </a:xfrm>
            <a:custGeom>
              <a:avLst/>
              <a:gdLst/>
              <a:ahLst/>
              <a:cxnLst/>
              <a:rect l="l" t="t" r="r" b="b"/>
              <a:pathLst>
                <a:path w="925" h="1979" extrusionOk="0">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3" name="Google Shape;17623;p79"/>
            <p:cNvSpPr/>
            <p:nvPr/>
          </p:nvSpPr>
          <p:spPr>
            <a:xfrm>
              <a:off x="1816930" y="3502882"/>
              <a:ext cx="29938" cy="65485"/>
            </a:xfrm>
            <a:custGeom>
              <a:avLst/>
              <a:gdLst/>
              <a:ahLst/>
              <a:cxnLst/>
              <a:rect l="l" t="t" r="r" b="b"/>
              <a:pathLst>
                <a:path w="1142" h="2498" extrusionOk="0">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4" name="Google Shape;17624;p79"/>
            <p:cNvSpPr/>
            <p:nvPr/>
          </p:nvSpPr>
          <p:spPr>
            <a:xfrm>
              <a:off x="1828674" y="3496827"/>
              <a:ext cx="71541" cy="71541"/>
            </a:xfrm>
            <a:custGeom>
              <a:avLst/>
              <a:gdLst/>
              <a:ahLst/>
              <a:cxnLst/>
              <a:rect l="l" t="t" r="r" b="b"/>
              <a:pathLst>
                <a:path w="2729" h="2729" extrusionOk="0">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5" name="Google Shape;17625;p79"/>
            <p:cNvSpPr/>
            <p:nvPr/>
          </p:nvSpPr>
          <p:spPr>
            <a:xfrm>
              <a:off x="1840786" y="3586141"/>
              <a:ext cx="35967" cy="26503"/>
            </a:xfrm>
            <a:custGeom>
              <a:avLst/>
              <a:gdLst/>
              <a:ahLst/>
              <a:cxnLst/>
              <a:rect l="l" t="t" r="r" b="b"/>
              <a:pathLst>
                <a:path w="1372" h="1011" extrusionOk="0">
                  <a:moveTo>
                    <a:pt x="0" y="0"/>
                  </a:moveTo>
                  <a:lnTo>
                    <a:pt x="0" y="1011"/>
                  </a:lnTo>
                  <a:lnTo>
                    <a:pt x="1372" y="1011"/>
                  </a:lnTo>
                  <a:lnTo>
                    <a:pt x="13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6" name="Google Shape;17626;p79"/>
            <p:cNvSpPr/>
            <p:nvPr/>
          </p:nvSpPr>
          <p:spPr>
            <a:xfrm>
              <a:off x="1840786" y="3586141"/>
              <a:ext cx="35967" cy="14392"/>
            </a:xfrm>
            <a:custGeom>
              <a:avLst/>
              <a:gdLst/>
              <a:ahLst/>
              <a:cxnLst/>
              <a:rect l="l" t="t" r="r" b="b"/>
              <a:pathLst>
                <a:path w="1372" h="549" extrusionOk="0">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7" name="Google Shape;17627;p79"/>
            <p:cNvSpPr/>
            <p:nvPr/>
          </p:nvSpPr>
          <p:spPr>
            <a:xfrm>
              <a:off x="1799156" y="3600507"/>
              <a:ext cx="119226" cy="75342"/>
            </a:xfrm>
            <a:custGeom>
              <a:avLst/>
              <a:gdLst/>
              <a:ahLst/>
              <a:cxnLst/>
              <a:rect l="l" t="t" r="r" b="b"/>
              <a:pathLst>
                <a:path w="4548" h="2874" extrusionOk="0">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8" name="Google Shape;17628;p79"/>
            <p:cNvSpPr/>
            <p:nvPr/>
          </p:nvSpPr>
          <p:spPr>
            <a:xfrm>
              <a:off x="1852897" y="3612618"/>
              <a:ext cx="11744" cy="63231"/>
            </a:xfrm>
            <a:custGeom>
              <a:avLst/>
              <a:gdLst/>
              <a:ahLst/>
              <a:cxnLst/>
              <a:rect l="l" t="t" r="r" b="b"/>
              <a:pathLst>
                <a:path w="448" h="2412" extrusionOk="0">
                  <a:moveTo>
                    <a:pt x="101" y="1"/>
                  </a:moveTo>
                  <a:lnTo>
                    <a:pt x="0" y="2411"/>
                  </a:lnTo>
                  <a:lnTo>
                    <a:pt x="448" y="2411"/>
                  </a:lnTo>
                  <a:lnTo>
                    <a:pt x="33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9" name="Google Shape;17629;p79"/>
            <p:cNvSpPr/>
            <p:nvPr/>
          </p:nvSpPr>
          <p:spPr>
            <a:xfrm>
              <a:off x="1822986" y="3526712"/>
              <a:ext cx="71541" cy="65511"/>
            </a:xfrm>
            <a:custGeom>
              <a:avLst/>
              <a:gdLst/>
              <a:ahLst/>
              <a:cxnLst/>
              <a:rect l="l" t="t" r="r" b="b"/>
              <a:pathLst>
                <a:path w="2729" h="2499" extrusionOk="0">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0" name="Google Shape;17630;p79"/>
            <p:cNvSpPr/>
            <p:nvPr/>
          </p:nvSpPr>
          <p:spPr>
            <a:xfrm>
              <a:off x="1822986" y="3526712"/>
              <a:ext cx="71174" cy="63991"/>
            </a:xfrm>
            <a:custGeom>
              <a:avLst/>
              <a:gdLst/>
              <a:ahLst/>
              <a:cxnLst/>
              <a:rect l="l" t="t" r="r" b="b"/>
              <a:pathLst>
                <a:path w="2715" h="2441" extrusionOk="0">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1" name="Google Shape;17631;p79"/>
            <p:cNvSpPr/>
            <p:nvPr/>
          </p:nvSpPr>
          <p:spPr>
            <a:xfrm>
              <a:off x="1798763" y="3616026"/>
              <a:ext cx="24249" cy="59823"/>
            </a:xfrm>
            <a:custGeom>
              <a:avLst/>
              <a:gdLst/>
              <a:ahLst/>
              <a:cxnLst/>
              <a:rect l="l" t="t" r="r" b="b"/>
              <a:pathLst>
                <a:path w="925" h="2282" extrusionOk="0">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2" name="Google Shape;17632;p79"/>
            <p:cNvSpPr/>
            <p:nvPr/>
          </p:nvSpPr>
          <p:spPr>
            <a:xfrm>
              <a:off x="1852504" y="3612618"/>
              <a:ext cx="12138" cy="11771"/>
            </a:xfrm>
            <a:custGeom>
              <a:avLst/>
              <a:gdLst/>
              <a:ahLst/>
              <a:cxnLst/>
              <a:rect l="l" t="t" r="r" b="b"/>
              <a:pathLst>
                <a:path w="463" h="449" extrusionOk="0">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3" name="Google Shape;17633;p79"/>
            <p:cNvSpPr/>
            <p:nvPr/>
          </p:nvSpPr>
          <p:spPr>
            <a:xfrm>
              <a:off x="1834337" y="3595919"/>
              <a:ext cx="24249" cy="25114"/>
            </a:xfrm>
            <a:custGeom>
              <a:avLst/>
              <a:gdLst/>
              <a:ahLst/>
              <a:cxnLst/>
              <a:rect l="l" t="t" r="r" b="b"/>
              <a:pathLst>
                <a:path w="925" h="958" extrusionOk="0">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4" name="Google Shape;17634;p79"/>
            <p:cNvSpPr/>
            <p:nvPr/>
          </p:nvSpPr>
          <p:spPr>
            <a:xfrm>
              <a:off x="1858559" y="3595919"/>
              <a:ext cx="24616" cy="25114"/>
            </a:xfrm>
            <a:custGeom>
              <a:avLst/>
              <a:gdLst/>
              <a:ahLst/>
              <a:cxnLst/>
              <a:rect l="l" t="t" r="r" b="b"/>
              <a:pathLst>
                <a:path w="939" h="958" extrusionOk="0">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5" name="Google Shape;17635;p79"/>
            <p:cNvSpPr/>
            <p:nvPr/>
          </p:nvSpPr>
          <p:spPr>
            <a:xfrm>
              <a:off x="1900556" y="3395401"/>
              <a:ext cx="178288" cy="208540"/>
            </a:xfrm>
            <a:custGeom>
              <a:avLst/>
              <a:gdLst/>
              <a:ahLst/>
              <a:cxnLst/>
              <a:rect l="l" t="t" r="r" b="b"/>
              <a:pathLst>
                <a:path w="6801" h="7955" extrusionOk="0">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6" name="Google Shape;17636;p79"/>
            <p:cNvSpPr/>
            <p:nvPr/>
          </p:nvSpPr>
          <p:spPr>
            <a:xfrm>
              <a:off x="1942579" y="3395401"/>
              <a:ext cx="136266" cy="208593"/>
            </a:xfrm>
            <a:custGeom>
              <a:avLst/>
              <a:gdLst/>
              <a:ahLst/>
              <a:cxnLst/>
              <a:rect l="l" t="t" r="r" b="b"/>
              <a:pathLst>
                <a:path w="5198" h="7957" extrusionOk="0">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7" name="Google Shape;17637;p79"/>
            <p:cNvSpPr/>
            <p:nvPr/>
          </p:nvSpPr>
          <p:spPr>
            <a:xfrm>
              <a:off x="1888471" y="3556230"/>
              <a:ext cx="202852" cy="119619"/>
            </a:xfrm>
            <a:custGeom>
              <a:avLst/>
              <a:gdLst/>
              <a:ahLst/>
              <a:cxnLst/>
              <a:rect l="l" t="t" r="r" b="b"/>
              <a:pathLst>
                <a:path w="7738" h="4563" extrusionOk="0">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8" name="Google Shape;17638;p79"/>
            <p:cNvSpPr/>
            <p:nvPr/>
          </p:nvSpPr>
          <p:spPr>
            <a:xfrm>
              <a:off x="1888471" y="3599380"/>
              <a:ext cx="202852" cy="76469"/>
            </a:xfrm>
            <a:custGeom>
              <a:avLst/>
              <a:gdLst/>
              <a:ahLst/>
              <a:cxnLst/>
              <a:rect l="l" t="t" r="r" b="b"/>
              <a:pathLst>
                <a:path w="7738" h="2917" extrusionOk="0">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9" name="Google Shape;17639;p79"/>
            <p:cNvSpPr/>
            <p:nvPr/>
          </p:nvSpPr>
          <p:spPr>
            <a:xfrm>
              <a:off x="1959985" y="3556230"/>
              <a:ext cx="59823" cy="23961"/>
            </a:xfrm>
            <a:custGeom>
              <a:avLst/>
              <a:gdLst/>
              <a:ahLst/>
              <a:cxnLst/>
              <a:rect l="l" t="t" r="r" b="b"/>
              <a:pathLst>
                <a:path w="2282" h="914" extrusionOk="0">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0" name="Google Shape;17640;p79"/>
            <p:cNvSpPr/>
            <p:nvPr/>
          </p:nvSpPr>
          <p:spPr>
            <a:xfrm>
              <a:off x="1929707" y="3456062"/>
              <a:ext cx="119619" cy="112069"/>
            </a:xfrm>
            <a:custGeom>
              <a:avLst/>
              <a:gdLst/>
              <a:ahLst/>
              <a:cxnLst/>
              <a:rect l="l" t="t" r="r" b="b"/>
              <a:pathLst>
                <a:path w="4563" h="4275" extrusionOk="0">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1" name="Google Shape;17641;p79"/>
            <p:cNvSpPr/>
            <p:nvPr/>
          </p:nvSpPr>
          <p:spPr>
            <a:xfrm>
              <a:off x="1929707" y="3456062"/>
              <a:ext cx="116971" cy="111938"/>
            </a:xfrm>
            <a:custGeom>
              <a:avLst/>
              <a:gdLst/>
              <a:ahLst/>
              <a:cxnLst/>
              <a:rect l="l" t="t" r="r" b="b"/>
              <a:pathLst>
                <a:path w="4462" h="4270" extrusionOk="0">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2" name="Google Shape;17642;p79"/>
            <p:cNvSpPr/>
            <p:nvPr/>
          </p:nvSpPr>
          <p:spPr>
            <a:xfrm>
              <a:off x="1888471" y="3619067"/>
              <a:ext cx="41629" cy="56782"/>
            </a:xfrm>
            <a:custGeom>
              <a:avLst/>
              <a:gdLst/>
              <a:ahLst/>
              <a:cxnLst/>
              <a:rect l="l" t="t" r="r" b="b"/>
              <a:pathLst>
                <a:path w="1588" h="2166" extrusionOk="0">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3" name="Google Shape;17643;p79"/>
            <p:cNvSpPr/>
            <p:nvPr/>
          </p:nvSpPr>
          <p:spPr>
            <a:xfrm>
              <a:off x="2049667" y="3619067"/>
              <a:ext cx="41656" cy="56782"/>
            </a:xfrm>
            <a:custGeom>
              <a:avLst/>
              <a:gdLst/>
              <a:ahLst/>
              <a:cxnLst/>
              <a:rect l="l" t="t" r="r" b="b"/>
              <a:pathLst>
                <a:path w="1589" h="2166" extrusionOk="0">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44" name="Google Shape;17644;p79"/>
          <p:cNvGrpSpPr/>
          <p:nvPr/>
        </p:nvGrpSpPr>
        <p:grpSpPr>
          <a:xfrm>
            <a:off x="2273307" y="3378754"/>
            <a:ext cx="375818" cy="313374"/>
            <a:chOff x="2273307" y="3378754"/>
            <a:chExt cx="375818" cy="313374"/>
          </a:xfrm>
        </p:grpSpPr>
        <p:sp>
          <p:nvSpPr>
            <p:cNvPr id="17645" name="Google Shape;17645;p79"/>
            <p:cNvSpPr/>
            <p:nvPr/>
          </p:nvSpPr>
          <p:spPr>
            <a:xfrm>
              <a:off x="2448528" y="3429087"/>
              <a:ext cx="25009" cy="25009"/>
            </a:xfrm>
            <a:custGeom>
              <a:avLst/>
              <a:gdLst/>
              <a:ahLst/>
              <a:cxnLst/>
              <a:rect l="l" t="t" r="r" b="b"/>
              <a:pathLst>
                <a:path w="954" h="954" extrusionOk="0">
                  <a:moveTo>
                    <a:pt x="0" y="1"/>
                  </a:moveTo>
                  <a:lnTo>
                    <a:pt x="0"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6" name="Google Shape;17646;p79"/>
            <p:cNvSpPr/>
            <p:nvPr/>
          </p:nvSpPr>
          <p:spPr>
            <a:xfrm>
              <a:off x="2447401" y="3429087"/>
              <a:ext cx="27631" cy="18849"/>
            </a:xfrm>
            <a:custGeom>
              <a:avLst/>
              <a:gdLst/>
              <a:ahLst/>
              <a:cxnLst/>
              <a:rect l="l" t="t" r="r" b="b"/>
              <a:pathLst>
                <a:path w="1054" h="719" extrusionOk="0">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7" name="Google Shape;17647;p79"/>
            <p:cNvSpPr/>
            <p:nvPr/>
          </p:nvSpPr>
          <p:spPr>
            <a:xfrm>
              <a:off x="2423545" y="3448774"/>
              <a:ext cx="74949" cy="93116"/>
            </a:xfrm>
            <a:custGeom>
              <a:avLst/>
              <a:gdLst/>
              <a:ahLst/>
              <a:cxnLst/>
              <a:rect l="l" t="t" r="r" b="b"/>
              <a:pathLst>
                <a:path w="2859" h="3552" extrusionOk="0">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8" name="Google Shape;17648;p79"/>
            <p:cNvSpPr/>
            <p:nvPr/>
          </p:nvSpPr>
          <p:spPr>
            <a:xfrm>
              <a:off x="2436050" y="3541864"/>
              <a:ext cx="50359" cy="106354"/>
            </a:xfrm>
            <a:custGeom>
              <a:avLst/>
              <a:gdLst/>
              <a:ahLst/>
              <a:cxnLst/>
              <a:rect l="l" t="t" r="r" b="b"/>
              <a:pathLst>
                <a:path w="1921" h="4057" extrusionOk="0">
                  <a:moveTo>
                    <a:pt x="0" y="0"/>
                  </a:moveTo>
                  <a:lnTo>
                    <a:pt x="0" y="4057"/>
                  </a:lnTo>
                  <a:lnTo>
                    <a:pt x="1920" y="4057"/>
                  </a:lnTo>
                  <a:lnTo>
                    <a:pt x="1920"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9" name="Google Shape;17649;p79"/>
            <p:cNvSpPr/>
            <p:nvPr/>
          </p:nvSpPr>
          <p:spPr>
            <a:xfrm>
              <a:off x="2423545" y="3458972"/>
              <a:ext cx="12531" cy="82918"/>
            </a:xfrm>
            <a:custGeom>
              <a:avLst/>
              <a:gdLst/>
              <a:ahLst/>
              <a:cxnLst/>
              <a:rect l="l" t="t" r="r" b="b"/>
              <a:pathLst>
                <a:path w="478" h="3163" extrusionOk="0">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0" name="Google Shape;17650;p79"/>
            <p:cNvSpPr/>
            <p:nvPr/>
          </p:nvSpPr>
          <p:spPr>
            <a:xfrm>
              <a:off x="2485989" y="3458972"/>
              <a:ext cx="12505" cy="82918"/>
            </a:xfrm>
            <a:custGeom>
              <a:avLst/>
              <a:gdLst/>
              <a:ahLst/>
              <a:cxnLst/>
              <a:rect l="l" t="t" r="r" b="b"/>
              <a:pathLst>
                <a:path w="477" h="3163" extrusionOk="0">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1" name="Google Shape;17651;p79"/>
            <p:cNvSpPr/>
            <p:nvPr/>
          </p:nvSpPr>
          <p:spPr>
            <a:xfrm>
              <a:off x="2442105" y="3441670"/>
              <a:ext cx="38248" cy="100220"/>
            </a:xfrm>
            <a:custGeom>
              <a:avLst/>
              <a:gdLst/>
              <a:ahLst/>
              <a:cxnLst/>
              <a:rect l="l" t="t" r="r" b="b"/>
              <a:pathLst>
                <a:path w="1459" h="3823" extrusionOk="0">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2" name="Google Shape;17652;p79"/>
            <p:cNvSpPr/>
            <p:nvPr/>
          </p:nvSpPr>
          <p:spPr>
            <a:xfrm>
              <a:off x="2457992" y="3554342"/>
              <a:ext cx="6449" cy="93876"/>
            </a:xfrm>
            <a:custGeom>
              <a:avLst/>
              <a:gdLst/>
              <a:ahLst/>
              <a:cxnLst/>
              <a:rect l="l" t="t" r="r" b="b"/>
              <a:pathLst>
                <a:path w="246" h="3581" extrusionOk="0">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3" name="Google Shape;17653;p79"/>
            <p:cNvSpPr/>
            <p:nvPr/>
          </p:nvSpPr>
          <p:spPr>
            <a:xfrm>
              <a:off x="2436050" y="3378754"/>
              <a:ext cx="50359" cy="56782"/>
            </a:xfrm>
            <a:custGeom>
              <a:avLst/>
              <a:gdLst/>
              <a:ahLst/>
              <a:cxnLst/>
              <a:rect l="l" t="t" r="r" b="b"/>
              <a:pathLst>
                <a:path w="1921" h="2166" extrusionOk="0">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4" name="Google Shape;17654;p79"/>
            <p:cNvSpPr/>
            <p:nvPr/>
          </p:nvSpPr>
          <p:spPr>
            <a:xfrm>
              <a:off x="2436050" y="3379147"/>
              <a:ext cx="34447" cy="56441"/>
            </a:xfrm>
            <a:custGeom>
              <a:avLst/>
              <a:gdLst/>
              <a:ahLst/>
              <a:cxnLst/>
              <a:rect l="l" t="t" r="r" b="b"/>
              <a:pathLst>
                <a:path w="1314" h="2153" extrusionOk="0">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5" name="Google Shape;17655;p79"/>
            <p:cNvSpPr/>
            <p:nvPr/>
          </p:nvSpPr>
          <p:spPr>
            <a:xfrm>
              <a:off x="2435656" y="3378754"/>
              <a:ext cx="50359" cy="25429"/>
            </a:xfrm>
            <a:custGeom>
              <a:avLst/>
              <a:gdLst/>
              <a:ahLst/>
              <a:cxnLst/>
              <a:rect l="l" t="t" r="r" b="b"/>
              <a:pathLst>
                <a:path w="1921" h="970" extrusionOk="0">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6" name="Google Shape;17656;p79"/>
            <p:cNvSpPr/>
            <p:nvPr/>
          </p:nvSpPr>
          <p:spPr>
            <a:xfrm>
              <a:off x="2436050" y="3379147"/>
              <a:ext cx="34447" cy="22728"/>
            </a:xfrm>
            <a:custGeom>
              <a:avLst/>
              <a:gdLst/>
              <a:ahLst/>
              <a:cxnLst/>
              <a:rect l="l" t="t" r="r" b="b"/>
              <a:pathLst>
                <a:path w="1314" h="867" extrusionOk="0">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7" name="Google Shape;17657;p79"/>
            <p:cNvSpPr/>
            <p:nvPr/>
          </p:nvSpPr>
          <p:spPr>
            <a:xfrm>
              <a:off x="2548800" y="3429087"/>
              <a:ext cx="25009" cy="25009"/>
            </a:xfrm>
            <a:custGeom>
              <a:avLst/>
              <a:gdLst/>
              <a:ahLst/>
              <a:cxnLst/>
              <a:rect l="l" t="t" r="r" b="b"/>
              <a:pathLst>
                <a:path w="954" h="954" extrusionOk="0">
                  <a:moveTo>
                    <a:pt x="1" y="1"/>
                  </a:moveTo>
                  <a:lnTo>
                    <a:pt x="1" y="953"/>
                  </a:lnTo>
                  <a:lnTo>
                    <a:pt x="954" y="953"/>
                  </a:lnTo>
                  <a:lnTo>
                    <a:pt x="95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8" name="Google Shape;17658;p79"/>
            <p:cNvSpPr/>
            <p:nvPr/>
          </p:nvSpPr>
          <p:spPr>
            <a:xfrm>
              <a:off x="2547673" y="3429087"/>
              <a:ext cx="27264" cy="18849"/>
            </a:xfrm>
            <a:custGeom>
              <a:avLst/>
              <a:gdLst/>
              <a:ahLst/>
              <a:cxnLst/>
              <a:rect l="l" t="t" r="r" b="b"/>
              <a:pathLst>
                <a:path w="1040" h="719" extrusionOk="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9" name="Google Shape;17659;p79"/>
            <p:cNvSpPr/>
            <p:nvPr/>
          </p:nvSpPr>
          <p:spPr>
            <a:xfrm>
              <a:off x="2523844" y="3448774"/>
              <a:ext cx="75316" cy="93116"/>
            </a:xfrm>
            <a:custGeom>
              <a:avLst/>
              <a:gdLst/>
              <a:ahLst/>
              <a:cxnLst/>
              <a:rect l="l" t="t" r="r" b="b"/>
              <a:pathLst>
                <a:path w="2873" h="3552" extrusionOk="0">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0" name="Google Shape;17660;p79"/>
            <p:cNvSpPr/>
            <p:nvPr/>
          </p:nvSpPr>
          <p:spPr>
            <a:xfrm>
              <a:off x="2536322" y="3541864"/>
              <a:ext cx="49992" cy="106354"/>
            </a:xfrm>
            <a:custGeom>
              <a:avLst/>
              <a:gdLst/>
              <a:ahLst/>
              <a:cxnLst/>
              <a:rect l="l" t="t" r="r" b="b"/>
              <a:pathLst>
                <a:path w="1907" h="4057" extrusionOk="0">
                  <a:moveTo>
                    <a:pt x="1" y="0"/>
                  </a:moveTo>
                  <a:lnTo>
                    <a:pt x="1" y="4057"/>
                  </a:lnTo>
                  <a:lnTo>
                    <a:pt x="1906" y="4057"/>
                  </a:lnTo>
                  <a:lnTo>
                    <a:pt x="1906"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1" name="Google Shape;17661;p79"/>
            <p:cNvSpPr/>
            <p:nvPr/>
          </p:nvSpPr>
          <p:spPr>
            <a:xfrm>
              <a:off x="2523844" y="3458972"/>
              <a:ext cx="12505" cy="82918"/>
            </a:xfrm>
            <a:custGeom>
              <a:avLst/>
              <a:gdLst/>
              <a:ahLst/>
              <a:cxnLst/>
              <a:rect l="l" t="t" r="r" b="b"/>
              <a:pathLst>
                <a:path w="477" h="3163" extrusionOk="0">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2" name="Google Shape;17662;p79"/>
            <p:cNvSpPr/>
            <p:nvPr/>
          </p:nvSpPr>
          <p:spPr>
            <a:xfrm>
              <a:off x="2586288" y="3458972"/>
              <a:ext cx="12505" cy="82918"/>
            </a:xfrm>
            <a:custGeom>
              <a:avLst/>
              <a:gdLst/>
              <a:ahLst/>
              <a:cxnLst/>
              <a:rect l="l" t="t" r="r" b="b"/>
              <a:pathLst>
                <a:path w="477" h="3163" extrusionOk="0">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3" name="Google Shape;17663;p79"/>
            <p:cNvSpPr/>
            <p:nvPr/>
          </p:nvSpPr>
          <p:spPr>
            <a:xfrm>
              <a:off x="2542011" y="3441670"/>
              <a:ext cx="38615" cy="100220"/>
            </a:xfrm>
            <a:custGeom>
              <a:avLst/>
              <a:gdLst/>
              <a:ahLst/>
              <a:cxnLst/>
              <a:rect l="l" t="t" r="r" b="b"/>
              <a:pathLst>
                <a:path w="1473" h="3823" extrusionOk="0">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4" name="Google Shape;17664;p79"/>
            <p:cNvSpPr/>
            <p:nvPr/>
          </p:nvSpPr>
          <p:spPr>
            <a:xfrm>
              <a:off x="2558264" y="3554342"/>
              <a:ext cx="6475" cy="93876"/>
            </a:xfrm>
            <a:custGeom>
              <a:avLst/>
              <a:gdLst/>
              <a:ahLst/>
              <a:cxnLst/>
              <a:rect l="l" t="t" r="r" b="b"/>
              <a:pathLst>
                <a:path w="247" h="3581" extrusionOk="0">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5" name="Google Shape;17665;p79"/>
            <p:cNvSpPr/>
            <p:nvPr/>
          </p:nvSpPr>
          <p:spPr>
            <a:xfrm>
              <a:off x="2536322" y="3378754"/>
              <a:ext cx="50359" cy="56782"/>
            </a:xfrm>
            <a:custGeom>
              <a:avLst/>
              <a:gdLst/>
              <a:ahLst/>
              <a:cxnLst/>
              <a:rect l="l" t="t" r="r" b="b"/>
              <a:pathLst>
                <a:path w="1921" h="2166" extrusionOk="0">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6" name="Google Shape;17666;p79"/>
            <p:cNvSpPr/>
            <p:nvPr/>
          </p:nvSpPr>
          <p:spPr>
            <a:xfrm>
              <a:off x="2536008" y="3379147"/>
              <a:ext cx="34787" cy="56441"/>
            </a:xfrm>
            <a:custGeom>
              <a:avLst/>
              <a:gdLst/>
              <a:ahLst/>
              <a:cxnLst/>
              <a:rect l="l" t="t" r="r" b="b"/>
              <a:pathLst>
                <a:path w="1327" h="2153" extrusionOk="0">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7" name="Google Shape;17667;p79"/>
            <p:cNvSpPr/>
            <p:nvPr/>
          </p:nvSpPr>
          <p:spPr>
            <a:xfrm>
              <a:off x="2536322" y="3378754"/>
              <a:ext cx="49992" cy="25429"/>
            </a:xfrm>
            <a:custGeom>
              <a:avLst/>
              <a:gdLst/>
              <a:ahLst/>
              <a:cxnLst/>
              <a:rect l="l" t="t" r="r" b="b"/>
              <a:pathLst>
                <a:path w="1907" h="970" extrusionOk="0">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8" name="Google Shape;17668;p79"/>
            <p:cNvSpPr/>
            <p:nvPr/>
          </p:nvSpPr>
          <p:spPr>
            <a:xfrm>
              <a:off x="2536322" y="3379147"/>
              <a:ext cx="34473" cy="22728"/>
            </a:xfrm>
            <a:custGeom>
              <a:avLst/>
              <a:gdLst/>
              <a:ahLst/>
              <a:cxnLst/>
              <a:rect l="l" t="t" r="r" b="b"/>
              <a:pathLst>
                <a:path w="1315" h="867" extrusionOk="0">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9" name="Google Shape;17669;p79"/>
            <p:cNvSpPr/>
            <p:nvPr/>
          </p:nvSpPr>
          <p:spPr>
            <a:xfrm>
              <a:off x="2348623" y="3429087"/>
              <a:ext cx="25009" cy="25009"/>
            </a:xfrm>
            <a:custGeom>
              <a:avLst/>
              <a:gdLst/>
              <a:ahLst/>
              <a:cxnLst/>
              <a:rect l="l" t="t" r="r" b="b"/>
              <a:pathLst>
                <a:path w="954" h="954" extrusionOk="0">
                  <a:moveTo>
                    <a:pt x="1" y="1"/>
                  </a:moveTo>
                  <a:lnTo>
                    <a:pt x="1"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0" name="Google Shape;17670;p79"/>
            <p:cNvSpPr/>
            <p:nvPr/>
          </p:nvSpPr>
          <p:spPr>
            <a:xfrm>
              <a:off x="2347102" y="3429087"/>
              <a:ext cx="27657" cy="18849"/>
            </a:xfrm>
            <a:custGeom>
              <a:avLst/>
              <a:gdLst/>
              <a:ahLst/>
              <a:cxnLst/>
              <a:rect l="l" t="t" r="r" b="b"/>
              <a:pathLst>
                <a:path w="1055" h="719" extrusionOk="0">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1" name="Google Shape;17671;p79"/>
            <p:cNvSpPr/>
            <p:nvPr/>
          </p:nvSpPr>
          <p:spPr>
            <a:xfrm>
              <a:off x="2323273" y="3448774"/>
              <a:ext cx="75342" cy="93116"/>
            </a:xfrm>
            <a:custGeom>
              <a:avLst/>
              <a:gdLst/>
              <a:ahLst/>
              <a:cxnLst/>
              <a:rect l="l" t="t" r="r" b="b"/>
              <a:pathLst>
                <a:path w="2874" h="3552" extrusionOk="0">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2" name="Google Shape;17672;p79"/>
            <p:cNvSpPr/>
            <p:nvPr/>
          </p:nvSpPr>
          <p:spPr>
            <a:xfrm>
              <a:off x="2335751" y="3541864"/>
              <a:ext cx="50359" cy="106354"/>
            </a:xfrm>
            <a:custGeom>
              <a:avLst/>
              <a:gdLst/>
              <a:ahLst/>
              <a:cxnLst/>
              <a:rect l="l" t="t" r="r" b="b"/>
              <a:pathLst>
                <a:path w="1921" h="4057" extrusionOk="0">
                  <a:moveTo>
                    <a:pt x="1" y="0"/>
                  </a:moveTo>
                  <a:lnTo>
                    <a:pt x="1" y="4057"/>
                  </a:lnTo>
                  <a:lnTo>
                    <a:pt x="1921" y="4057"/>
                  </a:lnTo>
                  <a:lnTo>
                    <a:pt x="192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3" name="Google Shape;17673;p79"/>
            <p:cNvSpPr/>
            <p:nvPr/>
          </p:nvSpPr>
          <p:spPr>
            <a:xfrm>
              <a:off x="2323273" y="3458972"/>
              <a:ext cx="12505" cy="82918"/>
            </a:xfrm>
            <a:custGeom>
              <a:avLst/>
              <a:gdLst/>
              <a:ahLst/>
              <a:cxnLst/>
              <a:rect l="l" t="t" r="r" b="b"/>
              <a:pathLst>
                <a:path w="477" h="3163" extrusionOk="0">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4" name="Google Shape;17674;p79"/>
            <p:cNvSpPr/>
            <p:nvPr/>
          </p:nvSpPr>
          <p:spPr>
            <a:xfrm>
              <a:off x="2386084" y="3458972"/>
              <a:ext cx="12531" cy="82918"/>
            </a:xfrm>
            <a:custGeom>
              <a:avLst/>
              <a:gdLst/>
              <a:ahLst/>
              <a:cxnLst/>
              <a:rect l="l" t="t" r="r" b="b"/>
              <a:pathLst>
                <a:path w="478" h="3163" extrusionOk="0">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5" name="Google Shape;17675;p79"/>
            <p:cNvSpPr/>
            <p:nvPr/>
          </p:nvSpPr>
          <p:spPr>
            <a:xfrm>
              <a:off x="2341807" y="3441670"/>
              <a:ext cx="38248" cy="100220"/>
            </a:xfrm>
            <a:custGeom>
              <a:avLst/>
              <a:gdLst/>
              <a:ahLst/>
              <a:cxnLst/>
              <a:rect l="l" t="t" r="r" b="b"/>
              <a:pathLst>
                <a:path w="1459" h="3823" extrusionOk="0">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6" name="Google Shape;17676;p79"/>
            <p:cNvSpPr/>
            <p:nvPr/>
          </p:nvSpPr>
          <p:spPr>
            <a:xfrm>
              <a:off x="2357693" y="3554342"/>
              <a:ext cx="6475" cy="93876"/>
            </a:xfrm>
            <a:custGeom>
              <a:avLst/>
              <a:gdLst/>
              <a:ahLst/>
              <a:cxnLst/>
              <a:rect l="l" t="t" r="r" b="b"/>
              <a:pathLst>
                <a:path w="247" h="3581" extrusionOk="0">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7" name="Google Shape;17677;p79"/>
            <p:cNvSpPr/>
            <p:nvPr/>
          </p:nvSpPr>
          <p:spPr>
            <a:xfrm>
              <a:off x="2335751" y="3378754"/>
              <a:ext cx="50752" cy="56782"/>
            </a:xfrm>
            <a:custGeom>
              <a:avLst/>
              <a:gdLst/>
              <a:ahLst/>
              <a:cxnLst/>
              <a:rect l="l" t="t" r="r" b="b"/>
              <a:pathLst>
                <a:path w="1936" h="2166" extrusionOk="0">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8" name="Google Shape;17678;p79"/>
            <p:cNvSpPr/>
            <p:nvPr/>
          </p:nvSpPr>
          <p:spPr>
            <a:xfrm>
              <a:off x="2335751" y="3379147"/>
              <a:ext cx="34473" cy="56441"/>
            </a:xfrm>
            <a:custGeom>
              <a:avLst/>
              <a:gdLst/>
              <a:ahLst/>
              <a:cxnLst/>
              <a:rect l="l" t="t" r="r" b="b"/>
              <a:pathLst>
                <a:path w="1315" h="2153" extrusionOk="0">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9" name="Google Shape;17679;p79"/>
            <p:cNvSpPr/>
            <p:nvPr/>
          </p:nvSpPr>
          <p:spPr>
            <a:xfrm>
              <a:off x="2335751" y="3378754"/>
              <a:ext cx="50359" cy="25429"/>
            </a:xfrm>
            <a:custGeom>
              <a:avLst/>
              <a:gdLst/>
              <a:ahLst/>
              <a:cxnLst/>
              <a:rect l="l" t="t" r="r" b="b"/>
              <a:pathLst>
                <a:path w="1921" h="970" extrusionOk="0">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0" name="Google Shape;17680;p79"/>
            <p:cNvSpPr/>
            <p:nvPr/>
          </p:nvSpPr>
          <p:spPr>
            <a:xfrm>
              <a:off x="2335751" y="3379147"/>
              <a:ext cx="34473" cy="22728"/>
            </a:xfrm>
            <a:custGeom>
              <a:avLst/>
              <a:gdLst/>
              <a:ahLst/>
              <a:cxnLst/>
              <a:rect l="l" t="t" r="r" b="b"/>
              <a:pathLst>
                <a:path w="1315" h="867" extrusionOk="0">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1" name="Google Shape;17681;p79"/>
            <p:cNvSpPr/>
            <p:nvPr/>
          </p:nvSpPr>
          <p:spPr>
            <a:xfrm>
              <a:off x="2298290" y="3535415"/>
              <a:ext cx="25009" cy="25009"/>
            </a:xfrm>
            <a:custGeom>
              <a:avLst/>
              <a:gdLst/>
              <a:ahLst/>
              <a:cxnLst/>
              <a:rect l="l" t="t" r="r" b="b"/>
              <a:pathLst>
                <a:path w="954" h="954" extrusionOk="0">
                  <a:moveTo>
                    <a:pt x="1" y="1"/>
                  </a:moveTo>
                  <a:lnTo>
                    <a:pt x="1"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2" name="Google Shape;17682;p79"/>
            <p:cNvSpPr/>
            <p:nvPr/>
          </p:nvSpPr>
          <p:spPr>
            <a:xfrm>
              <a:off x="2297163" y="3535415"/>
              <a:ext cx="27657" cy="18849"/>
            </a:xfrm>
            <a:custGeom>
              <a:avLst/>
              <a:gdLst/>
              <a:ahLst/>
              <a:cxnLst/>
              <a:rect l="l" t="t" r="r" b="b"/>
              <a:pathLst>
                <a:path w="1055" h="719" extrusionOk="0">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3" name="Google Shape;17683;p79"/>
            <p:cNvSpPr/>
            <p:nvPr/>
          </p:nvSpPr>
          <p:spPr>
            <a:xfrm>
              <a:off x="2273307" y="3555102"/>
              <a:ext cx="74975" cy="93116"/>
            </a:xfrm>
            <a:custGeom>
              <a:avLst/>
              <a:gdLst/>
              <a:ahLst/>
              <a:cxnLst/>
              <a:rect l="l" t="t" r="r" b="b"/>
              <a:pathLst>
                <a:path w="2860"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4" name="Google Shape;17684;p79"/>
            <p:cNvSpPr/>
            <p:nvPr/>
          </p:nvSpPr>
          <p:spPr>
            <a:xfrm>
              <a:off x="2285812" y="3648192"/>
              <a:ext cx="49966" cy="43936"/>
            </a:xfrm>
            <a:custGeom>
              <a:avLst/>
              <a:gdLst/>
              <a:ahLst/>
              <a:cxnLst/>
              <a:rect l="l" t="t" r="r" b="b"/>
              <a:pathLst>
                <a:path w="1906" h="1676" extrusionOk="0">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5" name="Google Shape;17685;p79"/>
            <p:cNvSpPr/>
            <p:nvPr/>
          </p:nvSpPr>
          <p:spPr>
            <a:xfrm>
              <a:off x="2273307" y="3565693"/>
              <a:ext cx="12531" cy="82525"/>
            </a:xfrm>
            <a:custGeom>
              <a:avLst/>
              <a:gdLst/>
              <a:ahLst/>
              <a:cxnLst/>
              <a:rect l="l" t="t" r="r" b="b"/>
              <a:pathLst>
                <a:path w="478" h="3148" extrusionOk="0">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6" name="Google Shape;17686;p79"/>
            <p:cNvSpPr/>
            <p:nvPr/>
          </p:nvSpPr>
          <p:spPr>
            <a:xfrm>
              <a:off x="2335751" y="3565693"/>
              <a:ext cx="12898" cy="82525"/>
            </a:xfrm>
            <a:custGeom>
              <a:avLst/>
              <a:gdLst/>
              <a:ahLst/>
              <a:cxnLst/>
              <a:rect l="l" t="t" r="r" b="b"/>
              <a:pathLst>
                <a:path w="492" h="3148" extrusionOk="0">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7" name="Google Shape;17687;p79"/>
            <p:cNvSpPr/>
            <p:nvPr/>
          </p:nvSpPr>
          <p:spPr>
            <a:xfrm>
              <a:off x="2291867" y="3547998"/>
              <a:ext cx="38248" cy="100220"/>
            </a:xfrm>
            <a:custGeom>
              <a:avLst/>
              <a:gdLst/>
              <a:ahLst/>
              <a:cxnLst/>
              <a:rect l="l" t="t" r="r" b="b"/>
              <a:pathLst>
                <a:path w="1459" h="3823" extrusionOk="0">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8" name="Google Shape;17688;p79"/>
            <p:cNvSpPr/>
            <p:nvPr/>
          </p:nvSpPr>
          <p:spPr>
            <a:xfrm>
              <a:off x="2307754" y="3660670"/>
              <a:ext cx="6449" cy="31458"/>
            </a:xfrm>
            <a:custGeom>
              <a:avLst/>
              <a:gdLst/>
              <a:ahLst/>
              <a:cxnLst/>
              <a:rect l="l" t="t" r="r" b="b"/>
              <a:pathLst>
                <a:path w="246" h="1200" extrusionOk="0">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9" name="Google Shape;17689;p79"/>
            <p:cNvSpPr/>
            <p:nvPr/>
          </p:nvSpPr>
          <p:spPr>
            <a:xfrm>
              <a:off x="2285812" y="3485475"/>
              <a:ext cx="50359" cy="56415"/>
            </a:xfrm>
            <a:custGeom>
              <a:avLst/>
              <a:gdLst/>
              <a:ahLst/>
              <a:cxnLst/>
              <a:rect l="l" t="t" r="r" b="b"/>
              <a:pathLst>
                <a:path w="1921"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0" name="Google Shape;17690;p79"/>
            <p:cNvSpPr/>
            <p:nvPr/>
          </p:nvSpPr>
          <p:spPr>
            <a:xfrm>
              <a:off x="2285812"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1" name="Google Shape;17691;p79"/>
            <p:cNvSpPr/>
            <p:nvPr/>
          </p:nvSpPr>
          <p:spPr>
            <a:xfrm>
              <a:off x="2285418" y="3485082"/>
              <a:ext cx="50359" cy="25429"/>
            </a:xfrm>
            <a:custGeom>
              <a:avLst/>
              <a:gdLst/>
              <a:ahLst/>
              <a:cxnLst/>
              <a:rect l="l" t="t" r="r" b="b"/>
              <a:pathLst>
                <a:path w="1921" h="970" extrusionOk="0">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2" name="Google Shape;17692;p79"/>
            <p:cNvSpPr/>
            <p:nvPr/>
          </p:nvSpPr>
          <p:spPr>
            <a:xfrm>
              <a:off x="2285812" y="3485475"/>
              <a:ext cx="34447" cy="23095"/>
            </a:xfrm>
            <a:custGeom>
              <a:avLst/>
              <a:gdLst/>
              <a:ahLst/>
              <a:cxnLst/>
              <a:rect l="l" t="t" r="r" b="b"/>
              <a:pathLst>
                <a:path w="1314" h="881" extrusionOk="0">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3" name="Google Shape;17693;p79"/>
            <p:cNvSpPr/>
            <p:nvPr/>
          </p:nvSpPr>
          <p:spPr>
            <a:xfrm>
              <a:off x="2398588" y="3535415"/>
              <a:ext cx="24983" cy="25009"/>
            </a:xfrm>
            <a:custGeom>
              <a:avLst/>
              <a:gdLst/>
              <a:ahLst/>
              <a:cxnLst/>
              <a:rect l="l" t="t" r="r" b="b"/>
              <a:pathLst>
                <a:path w="953"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4" name="Google Shape;17694;p79"/>
            <p:cNvSpPr/>
            <p:nvPr/>
          </p:nvSpPr>
          <p:spPr>
            <a:xfrm>
              <a:off x="2397435" y="3535415"/>
              <a:ext cx="27290" cy="18849"/>
            </a:xfrm>
            <a:custGeom>
              <a:avLst/>
              <a:gdLst/>
              <a:ahLst/>
              <a:cxnLst/>
              <a:rect l="l" t="t" r="r" b="b"/>
              <a:pathLst>
                <a:path w="1041" h="719" extrusionOk="0">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5" name="Google Shape;17695;p79"/>
            <p:cNvSpPr/>
            <p:nvPr/>
          </p:nvSpPr>
          <p:spPr>
            <a:xfrm>
              <a:off x="2373606" y="3555102"/>
              <a:ext cx="75316" cy="93116"/>
            </a:xfrm>
            <a:custGeom>
              <a:avLst/>
              <a:gdLst/>
              <a:ahLst/>
              <a:cxnLst/>
              <a:rect l="l" t="t" r="r" b="b"/>
              <a:pathLst>
                <a:path w="2873" h="3552" extrusionOk="0">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6" name="Google Shape;17696;p79"/>
            <p:cNvSpPr/>
            <p:nvPr/>
          </p:nvSpPr>
          <p:spPr>
            <a:xfrm>
              <a:off x="2386084" y="3485475"/>
              <a:ext cx="50359" cy="56415"/>
            </a:xfrm>
            <a:custGeom>
              <a:avLst/>
              <a:gdLst/>
              <a:ahLst/>
              <a:cxnLst/>
              <a:rect l="l" t="t" r="r" b="b"/>
              <a:pathLst>
                <a:path w="1921" h="2152" extrusionOk="0">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7" name="Google Shape;17697;p79"/>
            <p:cNvSpPr/>
            <p:nvPr/>
          </p:nvSpPr>
          <p:spPr>
            <a:xfrm>
              <a:off x="2385717" y="3485475"/>
              <a:ext cx="34840" cy="56441"/>
            </a:xfrm>
            <a:custGeom>
              <a:avLst/>
              <a:gdLst/>
              <a:ahLst/>
              <a:cxnLst/>
              <a:rect l="l" t="t" r="r" b="b"/>
              <a:pathLst>
                <a:path w="1329" h="2153" extrusionOk="0">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8" name="Google Shape;17698;p79"/>
            <p:cNvSpPr/>
            <p:nvPr/>
          </p:nvSpPr>
          <p:spPr>
            <a:xfrm>
              <a:off x="2386084" y="3648192"/>
              <a:ext cx="49992" cy="43936"/>
            </a:xfrm>
            <a:custGeom>
              <a:avLst/>
              <a:gdLst/>
              <a:ahLst/>
              <a:cxnLst/>
              <a:rect l="l" t="t" r="r" b="b"/>
              <a:pathLst>
                <a:path w="1907" h="1676" extrusionOk="0">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9" name="Google Shape;17699;p79"/>
            <p:cNvSpPr/>
            <p:nvPr/>
          </p:nvSpPr>
          <p:spPr>
            <a:xfrm>
              <a:off x="2373606" y="3565693"/>
              <a:ext cx="12505" cy="82525"/>
            </a:xfrm>
            <a:custGeom>
              <a:avLst/>
              <a:gdLst/>
              <a:ahLst/>
              <a:cxnLst/>
              <a:rect l="l" t="t" r="r" b="b"/>
              <a:pathLst>
                <a:path w="477" h="3148" extrusionOk="0">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0" name="Google Shape;17700;p79"/>
            <p:cNvSpPr/>
            <p:nvPr/>
          </p:nvSpPr>
          <p:spPr>
            <a:xfrm>
              <a:off x="2436050" y="3565693"/>
              <a:ext cx="12505" cy="82525"/>
            </a:xfrm>
            <a:custGeom>
              <a:avLst/>
              <a:gdLst/>
              <a:ahLst/>
              <a:cxnLst/>
              <a:rect l="l" t="t" r="r" b="b"/>
              <a:pathLst>
                <a:path w="477" h="3148" extrusionOk="0">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1" name="Google Shape;17701;p79"/>
            <p:cNvSpPr/>
            <p:nvPr/>
          </p:nvSpPr>
          <p:spPr>
            <a:xfrm>
              <a:off x="2391773" y="3548103"/>
              <a:ext cx="38615" cy="100115"/>
            </a:xfrm>
            <a:custGeom>
              <a:avLst/>
              <a:gdLst/>
              <a:ahLst/>
              <a:cxnLst/>
              <a:rect l="l" t="t" r="r" b="b"/>
              <a:pathLst>
                <a:path w="1473" h="3819" extrusionOk="0">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2" name="Google Shape;17702;p79"/>
            <p:cNvSpPr/>
            <p:nvPr/>
          </p:nvSpPr>
          <p:spPr>
            <a:xfrm>
              <a:off x="2408026" y="3660670"/>
              <a:ext cx="6082" cy="31458"/>
            </a:xfrm>
            <a:custGeom>
              <a:avLst/>
              <a:gdLst/>
              <a:ahLst/>
              <a:cxnLst/>
              <a:rect l="l" t="t" r="r" b="b"/>
              <a:pathLst>
                <a:path w="232" h="1200" extrusionOk="0">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3" name="Google Shape;17703;p79"/>
            <p:cNvSpPr/>
            <p:nvPr/>
          </p:nvSpPr>
          <p:spPr>
            <a:xfrm>
              <a:off x="2385717" y="3485082"/>
              <a:ext cx="50359" cy="25429"/>
            </a:xfrm>
            <a:custGeom>
              <a:avLst/>
              <a:gdLst/>
              <a:ahLst/>
              <a:cxnLst/>
              <a:rect l="l" t="t" r="r" b="b"/>
              <a:pathLst>
                <a:path w="1921" h="970" extrusionOk="0">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4" name="Google Shape;17704;p79"/>
            <p:cNvSpPr/>
            <p:nvPr/>
          </p:nvSpPr>
          <p:spPr>
            <a:xfrm>
              <a:off x="2385717" y="3485475"/>
              <a:ext cx="34840" cy="23095"/>
            </a:xfrm>
            <a:custGeom>
              <a:avLst/>
              <a:gdLst/>
              <a:ahLst/>
              <a:cxnLst/>
              <a:rect l="l" t="t" r="r" b="b"/>
              <a:pathLst>
                <a:path w="1329" h="881" extrusionOk="0">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5" name="Google Shape;17705;p79"/>
            <p:cNvSpPr/>
            <p:nvPr/>
          </p:nvSpPr>
          <p:spPr>
            <a:xfrm>
              <a:off x="2498861"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6" name="Google Shape;17706;p79"/>
            <p:cNvSpPr/>
            <p:nvPr/>
          </p:nvSpPr>
          <p:spPr>
            <a:xfrm>
              <a:off x="2497340" y="3535415"/>
              <a:ext cx="27657" cy="18849"/>
            </a:xfrm>
            <a:custGeom>
              <a:avLst/>
              <a:gdLst/>
              <a:ahLst/>
              <a:cxnLst/>
              <a:rect l="l" t="t" r="r" b="b"/>
              <a:pathLst>
                <a:path w="1055" h="719" extrusionOk="0">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7" name="Google Shape;17707;p79"/>
            <p:cNvSpPr/>
            <p:nvPr/>
          </p:nvSpPr>
          <p:spPr>
            <a:xfrm>
              <a:off x="2473878" y="3555102"/>
              <a:ext cx="74949" cy="93116"/>
            </a:xfrm>
            <a:custGeom>
              <a:avLst/>
              <a:gdLst/>
              <a:ahLst/>
              <a:cxnLst/>
              <a:rect l="l" t="t" r="r" b="b"/>
              <a:pathLst>
                <a:path w="2859"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8" name="Google Shape;17708;p79"/>
            <p:cNvSpPr/>
            <p:nvPr/>
          </p:nvSpPr>
          <p:spPr>
            <a:xfrm>
              <a:off x="2485989" y="3648192"/>
              <a:ext cx="49992" cy="43936"/>
            </a:xfrm>
            <a:custGeom>
              <a:avLst/>
              <a:gdLst/>
              <a:ahLst/>
              <a:cxnLst/>
              <a:rect l="l" t="t" r="r" b="b"/>
              <a:pathLst>
                <a:path w="1907" h="1676" extrusionOk="0">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9" name="Google Shape;17709;p79"/>
            <p:cNvSpPr/>
            <p:nvPr/>
          </p:nvSpPr>
          <p:spPr>
            <a:xfrm>
              <a:off x="2473511" y="3565693"/>
              <a:ext cx="12505" cy="82525"/>
            </a:xfrm>
            <a:custGeom>
              <a:avLst/>
              <a:gdLst/>
              <a:ahLst/>
              <a:cxnLst/>
              <a:rect l="l" t="t" r="r" b="b"/>
              <a:pathLst>
                <a:path w="477" h="3148" extrusionOk="0">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0" name="Google Shape;17710;p79"/>
            <p:cNvSpPr/>
            <p:nvPr/>
          </p:nvSpPr>
          <p:spPr>
            <a:xfrm>
              <a:off x="2536322" y="3565693"/>
              <a:ext cx="12505" cy="82525"/>
            </a:xfrm>
            <a:custGeom>
              <a:avLst/>
              <a:gdLst/>
              <a:ahLst/>
              <a:cxnLst/>
              <a:rect l="l" t="t" r="r" b="b"/>
              <a:pathLst>
                <a:path w="477" h="3148" extrusionOk="0">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1" name="Google Shape;17711;p79"/>
            <p:cNvSpPr/>
            <p:nvPr/>
          </p:nvSpPr>
          <p:spPr>
            <a:xfrm>
              <a:off x="2492045" y="3548103"/>
              <a:ext cx="38615" cy="100115"/>
            </a:xfrm>
            <a:custGeom>
              <a:avLst/>
              <a:gdLst/>
              <a:ahLst/>
              <a:cxnLst/>
              <a:rect l="l" t="t" r="r" b="b"/>
              <a:pathLst>
                <a:path w="1473" h="3819" extrusionOk="0">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2" name="Google Shape;17712;p79"/>
            <p:cNvSpPr/>
            <p:nvPr/>
          </p:nvSpPr>
          <p:spPr>
            <a:xfrm>
              <a:off x="2507931" y="3660670"/>
              <a:ext cx="6475" cy="31458"/>
            </a:xfrm>
            <a:custGeom>
              <a:avLst/>
              <a:gdLst/>
              <a:ahLst/>
              <a:cxnLst/>
              <a:rect l="l" t="t" r="r" b="b"/>
              <a:pathLst>
                <a:path w="247" h="1200" extrusionOk="0">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3" name="Google Shape;17713;p79"/>
            <p:cNvSpPr/>
            <p:nvPr/>
          </p:nvSpPr>
          <p:spPr>
            <a:xfrm>
              <a:off x="2486383" y="3485475"/>
              <a:ext cx="50333" cy="56415"/>
            </a:xfrm>
            <a:custGeom>
              <a:avLst/>
              <a:gdLst/>
              <a:ahLst/>
              <a:cxnLst/>
              <a:rect l="l" t="t" r="r" b="b"/>
              <a:pathLst>
                <a:path w="1920" h="2152" extrusionOk="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4" name="Google Shape;17714;p79"/>
            <p:cNvSpPr/>
            <p:nvPr/>
          </p:nvSpPr>
          <p:spPr>
            <a:xfrm>
              <a:off x="2485989" y="3485475"/>
              <a:ext cx="34473" cy="56441"/>
            </a:xfrm>
            <a:custGeom>
              <a:avLst/>
              <a:gdLst/>
              <a:ahLst/>
              <a:cxnLst/>
              <a:rect l="l" t="t" r="r" b="b"/>
              <a:pathLst>
                <a:path w="1315" h="2153" extrusionOk="0">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5" name="Google Shape;17715;p79"/>
            <p:cNvSpPr/>
            <p:nvPr/>
          </p:nvSpPr>
          <p:spPr>
            <a:xfrm>
              <a:off x="2485989" y="3485082"/>
              <a:ext cx="50359" cy="25429"/>
            </a:xfrm>
            <a:custGeom>
              <a:avLst/>
              <a:gdLst/>
              <a:ahLst/>
              <a:cxnLst/>
              <a:rect l="l" t="t" r="r" b="b"/>
              <a:pathLst>
                <a:path w="1921" h="970" extrusionOk="0">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6" name="Google Shape;17716;p79"/>
            <p:cNvSpPr/>
            <p:nvPr/>
          </p:nvSpPr>
          <p:spPr>
            <a:xfrm>
              <a:off x="2485989" y="3485475"/>
              <a:ext cx="34473" cy="23095"/>
            </a:xfrm>
            <a:custGeom>
              <a:avLst/>
              <a:gdLst/>
              <a:ahLst/>
              <a:cxnLst/>
              <a:rect l="l" t="t" r="r" b="b"/>
              <a:pathLst>
                <a:path w="1315" h="881" extrusionOk="0">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7" name="Google Shape;17717;p79"/>
            <p:cNvSpPr/>
            <p:nvPr/>
          </p:nvSpPr>
          <p:spPr>
            <a:xfrm>
              <a:off x="2598766"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8" name="Google Shape;17718;p79"/>
            <p:cNvSpPr/>
            <p:nvPr/>
          </p:nvSpPr>
          <p:spPr>
            <a:xfrm>
              <a:off x="2597639" y="3535415"/>
              <a:ext cx="27631" cy="18849"/>
            </a:xfrm>
            <a:custGeom>
              <a:avLst/>
              <a:gdLst/>
              <a:ahLst/>
              <a:cxnLst/>
              <a:rect l="l" t="t" r="r" b="b"/>
              <a:pathLst>
                <a:path w="1054" h="719" extrusionOk="0">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9" name="Google Shape;17719;p79"/>
            <p:cNvSpPr/>
            <p:nvPr/>
          </p:nvSpPr>
          <p:spPr>
            <a:xfrm>
              <a:off x="2573783" y="3555102"/>
              <a:ext cx="74949" cy="93116"/>
            </a:xfrm>
            <a:custGeom>
              <a:avLst/>
              <a:gdLst/>
              <a:ahLst/>
              <a:cxnLst/>
              <a:rect l="l" t="t" r="r" b="b"/>
              <a:pathLst>
                <a:path w="2859" h="3552" extrusionOk="0">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0" name="Google Shape;17720;p79"/>
            <p:cNvSpPr/>
            <p:nvPr/>
          </p:nvSpPr>
          <p:spPr>
            <a:xfrm>
              <a:off x="2586288" y="3648192"/>
              <a:ext cx="50333" cy="43936"/>
            </a:xfrm>
            <a:custGeom>
              <a:avLst/>
              <a:gdLst/>
              <a:ahLst/>
              <a:cxnLst/>
              <a:rect l="l" t="t" r="r" b="b"/>
              <a:pathLst>
                <a:path w="1920" h="1676" extrusionOk="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1" name="Google Shape;17721;p79"/>
            <p:cNvSpPr/>
            <p:nvPr/>
          </p:nvSpPr>
          <p:spPr>
            <a:xfrm>
              <a:off x="2573783" y="3565693"/>
              <a:ext cx="12531" cy="82525"/>
            </a:xfrm>
            <a:custGeom>
              <a:avLst/>
              <a:gdLst/>
              <a:ahLst/>
              <a:cxnLst/>
              <a:rect l="l" t="t" r="r" b="b"/>
              <a:pathLst>
                <a:path w="478" h="3148" extrusionOk="0">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2" name="Google Shape;17722;p79"/>
            <p:cNvSpPr/>
            <p:nvPr/>
          </p:nvSpPr>
          <p:spPr>
            <a:xfrm>
              <a:off x="2636594" y="3565693"/>
              <a:ext cx="12531" cy="82525"/>
            </a:xfrm>
            <a:custGeom>
              <a:avLst/>
              <a:gdLst/>
              <a:ahLst/>
              <a:cxnLst/>
              <a:rect l="l" t="t" r="r" b="b"/>
              <a:pathLst>
                <a:path w="478" h="3148" extrusionOk="0">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3" name="Google Shape;17723;p79"/>
            <p:cNvSpPr/>
            <p:nvPr/>
          </p:nvSpPr>
          <p:spPr>
            <a:xfrm>
              <a:off x="2592317" y="3548103"/>
              <a:ext cx="38248" cy="100115"/>
            </a:xfrm>
            <a:custGeom>
              <a:avLst/>
              <a:gdLst/>
              <a:ahLst/>
              <a:cxnLst/>
              <a:rect l="l" t="t" r="r" b="b"/>
              <a:pathLst>
                <a:path w="1459" h="3819" extrusionOk="0">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4" name="Google Shape;17724;p79"/>
            <p:cNvSpPr/>
            <p:nvPr/>
          </p:nvSpPr>
          <p:spPr>
            <a:xfrm>
              <a:off x="2608230" y="3660670"/>
              <a:ext cx="6449" cy="31458"/>
            </a:xfrm>
            <a:custGeom>
              <a:avLst/>
              <a:gdLst/>
              <a:ahLst/>
              <a:cxnLst/>
              <a:rect l="l" t="t" r="r" b="b"/>
              <a:pathLst>
                <a:path w="246" h="1200" extrusionOk="0">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5" name="Google Shape;17725;p79"/>
            <p:cNvSpPr/>
            <p:nvPr/>
          </p:nvSpPr>
          <p:spPr>
            <a:xfrm>
              <a:off x="2586288" y="3485475"/>
              <a:ext cx="50333" cy="56415"/>
            </a:xfrm>
            <a:custGeom>
              <a:avLst/>
              <a:gdLst/>
              <a:ahLst/>
              <a:cxnLst/>
              <a:rect l="l" t="t" r="r" b="b"/>
              <a:pathLst>
                <a:path w="1920"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6" name="Google Shape;17726;p79"/>
            <p:cNvSpPr/>
            <p:nvPr/>
          </p:nvSpPr>
          <p:spPr>
            <a:xfrm>
              <a:off x="2586288"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7" name="Google Shape;17727;p79"/>
            <p:cNvSpPr/>
            <p:nvPr/>
          </p:nvSpPr>
          <p:spPr>
            <a:xfrm>
              <a:off x="2586288" y="3485082"/>
              <a:ext cx="50333" cy="25429"/>
            </a:xfrm>
            <a:custGeom>
              <a:avLst/>
              <a:gdLst/>
              <a:ahLst/>
              <a:cxnLst/>
              <a:rect l="l" t="t" r="r" b="b"/>
              <a:pathLst>
                <a:path w="1920" h="970" extrusionOk="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8" name="Google Shape;17728;p79"/>
            <p:cNvSpPr/>
            <p:nvPr/>
          </p:nvSpPr>
          <p:spPr>
            <a:xfrm>
              <a:off x="2586288" y="3485475"/>
              <a:ext cx="34447" cy="23095"/>
            </a:xfrm>
            <a:custGeom>
              <a:avLst/>
              <a:gdLst/>
              <a:ahLst/>
              <a:cxnLst/>
              <a:rect l="l" t="t" r="r" b="b"/>
              <a:pathLst>
                <a:path w="1314" h="881" extrusionOk="0">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29" name="Google Shape;17729;p79"/>
          <p:cNvGrpSpPr/>
          <p:nvPr/>
        </p:nvGrpSpPr>
        <p:grpSpPr>
          <a:xfrm>
            <a:off x="2747484" y="3359460"/>
            <a:ext cx="377706" cy="352330"/>
            <a:chOff x="2747484" y="3359460"/>
            <a:chExt cx="377706" cy="352330"/>
          </a:xfrm>
        </p:grpSpPr>
        <p:sp>
          <p:nvSpPr>
            <p:cNvPr id="17730" name="Google Shape;17730;p79"/>
            <p:cNvSpPr/>
            <p:nvPr/>
          </p:nvSpPr>
          <p:spPr>
            <a:xfrm>
              <a:off x="2806520" y="3611858"/>
              <a:ext cx="46951" cy="46951"/>
            </a:xfrm>
            <a:custGeom>
              <a:avLst/>
              <a:gdLst/>
              <a:ahLst/>
              <a:cxnLst/>
              <a:rect l="l" t="t" r="r" b="b"/>
              <a:pathLst>
                <a:path w="1791" h="1791" extrusionOk="0">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1" name="Google Shape;17731;p79"/>
            <p:cNvSpPr/>
            <p:nvPr/>
          </p:nvSpPr>
          <p:spPr>
            <a:xfrm>
              <a:off x="2960533" y="3488490"/>
              <a:ext cx="110155" cy="94086"/>
            </a:xfrm>
            <a:custGeom>
              <a:avLst/>
              <a:gdLst/>
              <a:ahLst/>
              <a:cxnLst/>
              <a:rect l="l" t="t" r="r" b="b"/>
              <a:pathLst>
                <a:path w="4202" h="3589" extrusionOk="0">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2" name="Google Shape;17732;p79"/>
            <p:cNvSpPr/>
            <p:nvPr/>
          </p:nvSpPr>
          <p:spPr>
            <a:xfrm>
              <a:off x="2971884" y="3526712"/>
              <a:ext cx="103340" cy="56048"/>
            </a:xfrm>
            <a:custGeom>
              <a:avLst/>
              <a:gdLst/>
              <a:ahLst/>
              <a:cxnLst/>
              <a:rect l="l" t="t" r="r" b="b"/>
              <a:pathLst>
                <a:path w="3942" h="2138" extrusionOk="0">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3" name="Google Shape;17733;p79"/>
            <p:cNvSpPr/>
            <p:nvPr/>
          </p:nvSpPr>
          <p:spPr>
            <a:xfrm>
              <a:off x="2835645" y="3382817"/>
              <a:ext cx="158601" cy="305457"/>
            </a:xfrm>
            <a:custGeom>
              <a:avLst/>
              <a:gdLst/>
              <a:ahLst/>
              <a:cxnLst/>
              <a:rect l="l" t="t" r="r" b="b"/>
              <a:pathLst>
                <a:path w="6050" h="11652" extrusionOk="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4" name="Google Shape;17734;p79"/>
            <p:cNvSpPr/>
            <p:nvPr/>
          </p:nvSpPr>
          <p:spPr>
            <a:xfrm>
              <a:off x="2835645" y="3564933"/>
              <a:ext cx="158601" cy="123342"/>
            </a:xfrm>
            <a:custGeom>
              <a:avLst/>
              <a:gdLst/>
              <a:ahLst/>
              <a:cxnLst/>
              <a:rect l="l" t="t" r="r" b="b"/>
              <a:pathLst>
                <a:path w="6050" h="4705" extrusionOk="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5" name="Google Shape;17735;p79"/>
            <p:cNvSpPr/>
            <p:nvPr/>
          </p:nvSpPr>
          <p:spPr>
            <a:xfrm>
              <a:off x="2982475" y="3359460"/>
              <a:ext cx="46951" cy="352330"/>
            </a:xfrm>
            <a:custGeom>
              <a:avLst/>
              <a:gdLst/>
              <a:ahLst/>
              <a:cxnLst/>
              <a:rect l="l" t="t" r="r" b="b"/>
              <a:pathLst>
                <a:path w="1791" h="13440" extrusionOk="0">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6" name="Google Shape;17736;p79"/>
            <p:cNvSpPr/>
            <p:nvPr/>
          </p:nvSpPr>
          <p:spPr>
            <a:xfrm>
              <a:off x="2982475" y="3682245"/>
              <a:ext cx="46951" cy="29544"/>
            </a:xfrm>
            <a:custGeom>
              <a:avLst/>
              <a:gdLst/>
              <a:ahLst/>
              <a:cxnLst/>
              <a:rect l="l" t="t" r="r" b="b"/>
              <a:pathLst>
                <a:path w="1791" h="1127" extrusionOk="0">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7" name="Google Shape;17737;p79"/>
            <p:cNvSpPr/>
            <p:nvPr/>
          </p:nvSpPr>
          <p:spPr>
            <a:xfrm>
              <a:off x="2747851" y="3482828"/>
              <a:ext cx="46951" cy="105594"/>
            </a:xfrm>
            <a:custGeom>
              <a:avLst/>
              <a:gdLst/>
              <a:ahLst/>
              <a:cxnLst/>
              <a:rect l="l" t="t" r="r" b="b"/>
              <a:pathLst>
                <a:path w="1791" h="4028" extrusionOk="0">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8" name="Google Shape;17738;p79"/>
            <p:cNvSpPr/>
            <p:nvPr/>
          </p:nvSpPr>
          <p:spPr>
            <a:xfrm>
              <a:off x="2747484" y="3488123"/>
              <a:ext cx="47318" cy="100299"/>
            </a:xfrm>
            <a:custGeom>
              <a:avLst/>
              <a:gdLst/>
              <a:ahLst/>
              <a:cxnLst/>
              <a:rect l="l" t="t" r="r" b="b"/>
              <a:pathLst>
                <a:path w="1805" h="3826" extrusionOk="0">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9" name="Google Shape;17739;p79"/>
            <p:cNvSpPr/>
            <p:nvPr/>
          </p:nvSpPr>
          <p:spPr>
            <a:xfrm>
              <a:off x="2788720" y="3482828"/>
              <a:ext cx="58695" cy="105594"/>
            </a:xfrm>
            <a:custGeom>
              <a:avLst/>
              <a:gdLst/>
              <a:ahLst/>
              <a:cxnLst/>
              <a:rect l="l" t="t" r="r" b="b"/>
              <a:pathLst>
                <a:path w="2239" h="4028" extrusionOk="0">
                  <a:moveTo>
                    <a:pt x="1" y="0"/>
                  </a:moveTo>
                  <a:lnTo>
                    <a:pt x="1" y="4028"/>
                  </a:lnTo>
                  <a:lnTo>
                    <a:pt x="2238" y="4028"/>
                  </a:lnTo>
                  <a:lnTo>
                    <a:pt x="2238"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0" name="Google Shape;17740;p79"/>
            <p:cNvSpPr/>
            <p:nvPr/>
          </p:nvSpPr>
          <p:spPr>
            <a:xfrm>
              <a:off x="2788720" y="3570622"/>
              <a:ext cx="58695" cy="17800"/>
            </a:xfrm>
            <a:custGeom>
              <a:avLst/>
              <a:gdLst/>
              <a:ahLst/>
              <a:cxnLst/>
              <a:rect l="l" t="t" r="r" b="b"/>
              <a:pathLst>
                <a:path w="2239" h="679" extrusionOk="0">
                  <a:moveTo>
                    <a:pt x="1" y="0"/>
                  </a:moveTo>
                  <a:lnTo>
                    <a:pt x="1" y="679"/>
                  </a:lnTo>
                  <a:lnTo>
                    <a:pt x="2238" y="679"/>
                  </a:lnTo>
                  <a:lnTo>
                    <a:pt x="2238"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1" name="Google Shape;17741;p79"/>
            <p:cNvSpPr/>
            <p:nvPr/>
          </p:nvSpPr>
          <p:spPr>
            <a:xfrm>
              <a:off x="2788720" y="3588396"/>
              <a:ext cx="59062" cy="93876"/>
            </a:xfrm>
            <a:custGeom>
              <a:avLst/>
              <a:gdLst/>
              <a:ahLst/>
              <a:cxnLst/>
              <a:rect l="l" t="t" r="r" b="b"/>
              <a:pathLst>
                <a:path w="2253" h="3581" extrusionOk="0">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2" name="Google Shape;17742;p79"/>
            <p:cNvSpPr/>
            <p:nvPr/>
          </p:nvSpPr>
          <p:spPr>
            <a:xfrm>
              <a:off x="3091844" y="3529753"/>
              <a:ext cx="33345" cy="11744"/>
            </a:xfrm>
            <a:custGeom>
              <a:avLst/>
              <a:gdLst/>
              <a:ahLst/>
              <a:cxnLst/>
              <a:rect l="l" t="t" r="r" b="b"/>
              <a:pathLst>
                <a:path w="1272" h="448" extrusionOk="0">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3" name="Google Shape;17743;p79"/>
            <p:cNvSpPr/>
            <p:nvPr/>
          </p:nvSpPr>
          <p:spPr>
            <a:xfrm>
              <a:off x="3069535" y="3463140"/>
              <a:ext cx="28574" cy="24249"/>
            </a:xfrm>
            <a:custGeom>
              <a:avLst/>
              <a:gdLst/>
              <a:ahLst/>
              <a:cxnLst/>
              <a:rect l="l" t="t" r="r" b="b"/>
              <a:pathLst>
                <a:path w="1090" h="925" extrusionOk="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4" name="Google Shape;17744;p79"/>
            <p:cNvSpPr/>
            <p:nvPr/>
          </p:nvSpPr>
          <p:spPr>
            <a:xfrm>
              <a:off x="3068958" y="3583467"/>
              <a:ext cx="28601" cy="24249"/>
            </a:xfrm>
            <a:custGeom>
              <a:avLst/>
              <a:gdLst/>
              <a:ahLst/>
              <a:cxnLst/>
              <a:rect l="l" t="t" r="r" b="b"/>
              <a:pathLst>
                <a:path w="1091" h="925" extrusionOk="0">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45" name="Google Shape;17745;p79"/>
          <p:cNvGrpSpPr/>
          <p:nvPr/>
        </p:nvGrpSpPr>
        <p:grpSpPr>
          <a:xfrm>
            <a:off x="3696205" y="3371938"/>
            <a:ext cx="375792" cy="327373"/>
            <a:chOff x="3696205" y="3371938"/>
            <a:chExt cx="375792" cy="327373"/>
          </a:xfrm>
        </p:grpSpPr>
        <p:sp>
          <p:nvSpPr>
            <p:cNvPr id="17746" name="Google Shape;17746;p79"/>
            <p:cNvSpPr/>
            <p:nvPr/>
          </p:nvSpPr>
          <p:spPr>
            <a:xfrm>
              <a:off x="3696205" y="3456718"/>
              <a:ext cx="375792" cy="242594"/>
            </a:xfrm>
            <a:custGeom>
              <a:avLst/>
              <a:gdLst/>
              <a:ahLst/>
              <a:cxnLst/>
              <a:rect l="l" t="t" r="r" b="b"/>
              <a:pathLst>
                <a:path w="14335" h="9254" extrusionOk="0">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7" name="Google Shape;17747;p79"/>
            <p:cNvSpPr/>
            <p:nvPr/>
          </p:nvSpPr>
          <p:spPr>
            <a:xfrm>
              <a:off x="3696205" y="3456718"/>
              <a:ext cx="375792" cy="18193"/>
            </a:xfrm>
            <a:custGeom>
              <a:avLst/>
              <a:gdLst/>
              <a:ahLst/>
              <a:cxnLst/>
              <a:rect l="l" t="t" r="r" b="b"/>
              <a:pathLst>
                <a:path w="14335" h="694" extrusionOk="0">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8" name="Google Shape;17748;p79"/>
            <p:cNvSpPr/>
            <p:nvPr/>
          </p:nvSpPr>
          <p:spPr>
            <a:xfrm>
              <a:off x="3732539" y="3505163"/>
              <a:ext cx="121113" cy="157814"/>
            </a:xfrm>
            <a:custGeom>
              <a:avLst/>
              <a:gdLst/>
              <a:ahLst/>
              <a:cxnLst/>
              <a:rect l="l" t="t" r="r" b="b"/>
              <a:pathLst>
                <a:path w="4620" h="6020" extrusionOk="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9" name="Google Shape;17749;p79"/>
            <p:cNvSpPr/>
            <p:nvPr/>
          </p:nvSpPr>
          <p:spPr>
            <a:xfrm>
              <a:off x="3883904" y="3505163"/>
              <a:ext cx="151759" cy="30278"/>
            </a:xfrm>
            <a:custGeom>
              <a:avLst/>
              <a:gdLst/>
              <a:ahLst/>
              <a:cxnLst/>
              <a:rect l="l" t="t" r="r" b="b"/>
              <a:pathLst>
                <a:path w="5789" h="1155" extrusionOk="0">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0" name="Google Shape;17750;p79"/>
            <p:cNvSpPr/>
            <p:nvPr/>
          </p:nvSpPr>
          <p:spPr>
            <a:xfrm>
              <a:off x="3883904" y="3553582"/>
              <a:ext cx="115451" cy="24249"/>
            </a:xfrm>
            <a:custGeom>
              <a:avLst/>
              <a:gdLst/>
              <a:ahLst/>
              <a:cxnLst/>
              <a:rect l="l" t="t" r="r" b="b"/>
              <a:pathLst>
                <a:path w="4404" h="925" extrusionOk="0">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1" name="Google Shape;17751;p79"/>
            <p:cNvSpPr/>
            <p:nvPr/>
          </p:nvSpPr>
          <p:spPr>
            <a:xfrm>
              <a:off x="3882017" y="3595972"/>
              <a:ext cx="76836" cy="12138"/>
            </a:xfrm>
            <a:custGeom>
              <a:avLst/>
              <a:gdLst/>
              <a:ahLst/>
              <a:cxnLst/>
              <a:rect l="l" t="t" r="r" b="b"/>
              <a:pathLst>
                <a:path w="2931" h="463" extrusionOk="0">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2" name="Google Shape;17752;p79"/>
            <p:cNvSpPr/>
            <p:nvPr/>
          </p:nvSpPr>
          <p:spPr>
            <a:xfrm>
              <a:off x="3966770" y="3595972"/>
              <a:ext cx="40528" cy="12138"/>
            </a:xfrm>
            <a:custGeom>
              <a:avLst/>
              <a:gdLst/>
              <a:ahLst/>
              <a:cxnLst/>
              <a:rect l="l" t="t" r="r" b="b"/>
              <a:pathLst>
                <a:path w="1546" h="463" extrusionOk="0">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3" name="Google Shape;17753;p79"/>
            <p:cNvSpPr/>
            <p:nvPr/>
          </p:nvSpPr>
          <p:spPr>
            <a:xfrm>
              <a:off x="3882017" y="3632306"/>
              <a:ext cx="28391" cy="12138"/>
            </a:xfrm>
            <a:custGeom>
              <a:avLst/>
              <a:gdLst/>
              <a:ahLst/>
              <a:cxnLst/>
              <a:rect l="l" t="t" r="r" b="b"/>
              <a:pathLst>
                <a:path w="1083" h="463" extrusionOk="0">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4" name="Google Shape;17754;p79"/>
            <p:cNvSpPr/>
            <p:nvPr/>
          </p:nvSpPr>
          <p:spPr>
            <a:xfrm>
              <a:off x="3918324" y="3632306"/>
              <a:ext cx="64751" cy="12138"/>
            </a:xfrm>
            <a:custGeom>
              <a:avLst/>
              <a:gdLst/>
              <a:ahLst/>
              <a:cxnLst/>
              <a:rect l="l" t="t" r="r" b="b"/>
              <a:pathLst>
                <a:path w="2470" h="463" extrusionOk="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5" name="Google Shape;17755;p79"/>
            <p:cNvSpPr/>
            <p:nvPr/>
          </p:nvSpPr>
          <p:spPr>
            <a:xfrm>
              <a:off x="3882017" y="3656895"/>
              <a:ext cx="28391" cy="12138"/>
            </a:xfrm>
            <a:custGeom>
              <a:avLst/>
              <a:gdLst/>
              <a:ahLst/>
              <a:cxnLst/>
              <a:rect l="l" t="t" r="r" b="b"/>
              <a:pathLst>
                <a:path w="1083" h="463" extrusionOk="0">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6" name="Google Shape;17756;p79"/>
            <p:cNvSpPr/>
            <p:nvPr/>
          </p:nvSpPr>
          <p:spPr>
            <a:xfrm>
              <a:off x="3918324" y="3656895"/>
              <a:ext cx="64751" cy="12138"/>
            </a:xfrm>
            <a:custGeom>
              <a:avLst/>
              <a:gdLst/>
              <a:ahLst/>
              <a:cxnLst/>
              <a:rect l="l" t="t" r="r" b="b"/>
              <a:pathLst>
                <a:path w="2470" h="463" extrusionOk="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7" name="Google Shape;17757;p79"/>
            <p:cNvSpPr/>
            <p:nvPr/>
          </p:nvSpPr>
          <p:spPr>
            <a:xfrm>
              <a:off x="3853993" y="3371938"/>
              <a:ext cx="59823" cy="109028"/>
            </a:xfrm>
            <a:custGeom>
              <a:avLst/>
              <a:gdLst/>
              <a:ahLst/>
              <a:cxnLst/>
              <a:rect l="l" t="t" r="r" b="b"/>
              <a:pathLst>
                <a:path w="2282" h="4159" extrusionOk="0">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8" name="Google Shape;17758;p79"/>
            <p:cNvSpPr/>
            <p:nvPr/>
          </p:nvSpPr>
          <p:spPr>
            <a:xfrm>
              <a:off x="3756735" y="3583860"/>
              <a:ext cx="72694" cy="78750"/>
            </a:xfrm>
            <a:custGeom>
              <a:avLst/>
              <a:gdLst/>
              <a:ahLst/>
              <a:cxnLst/>
              <a:rect l="l" t="t" r="r" b="b"/>
              <a:pathLst>
                <a:path w="2773" h="3004" extrusionOk="0">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9" name="Google Shape;17759;p79"/>
            <p:cNvSpPr/>
            <p:nvPr/>
          </p:nvSpPr>
          <p:spPr>
            <a:xfrm>
              <a:off x="3779831" y="3583860"/>
              <a:ext cx="26503" cy="18193"/>
            </a:xfrm>
            <a:custGeom>
              <a:avLst/>
              <a:gdLst/>
              <a:ahLst/>
              <a:cxnLst/>
              <a:rect l="l" t="t" r="r" b="b"/>
              <a:pathLst>
                <a:path w="1011" h="694" extrusionOk="0">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0" name="Google Shape;17760;p79"/>
            <p:cNvSpPr/>
            <p:nvPr/>
          </p:nvSpPr>
          <p:spPr>
            <a:xfrm>
              <a:off x="3756735" y="3603155"/>
              <a:ext cx="72694" cy="59456"/>
            </a:xfrm>
            <a:custGeom>
              <a:avLst/>
              <a:gdLst/>
              <a:ahLst/>
              <a:cxnLst/>
              <a:rect l="l" t="t" r="r" b="b"/>
              <a:pathLst>
                <a:path w="2773" h="2268" extrusionOk="0">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1" name="Google Shape;17761;p79"/>
            <p:cNvSpPr/>
            <p:nvPr/>
          </p:nvSpPr>
          <p:spPr>
            <a:xfrm>
              <a:off x="3756735" y="3614139"/>
              <a:ext cx="18193" cy="48839"/>
            </a:xfrm>
            <a:custGeom>
              <a:avLst/>
              <a:gdLst/>
              <a:ahLst/>
              <a:cxnLst/>
              <a:rect l="l" t="t" r="r" b="b"/>
              <a:pathLst>
                <a:path w="694" h="1863" extrusionOk="0">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2" name="Google Shape;17762;p79"/>
            <p:cNvSpPr/>
            <p:nvPr/>
          </p:nvSpPr>
          <p:spPr>
            <a:xfrm>
              <a:off x="3811236" y="3614139"/>
              <a:ext cx="18193" cy="48839"/>
            </a:xfrm>
            <a:custGeom>
              <a:avLst/>
              <a:gdLst/>
              <a:ahLst/>
              <a:cxnLst/>
              <a:rect l="l" t="t" r="r" b="b"/>
              <a:pathLst>
                <a:path w="694" h="1863" extrusionOk="0">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3" name="Google Shape;17763;p79"/>
            <p:cNvSpPr/>
            <p:nvPr/>
          </p:nvSpPr>
          <p:spPr>
            <a:xfrm>
              <a:off x="3768847" y="3535415"/>
              <a:ext cx="48472" cy="54527"/>
            </a:xfrm>
            <a:custGeom>
              <a:avLst/>
              <a:gdLst/>
              <a:ahLst/>
              <a:cxnLst/>
              <a:rect l="l" t="t" r="r" b="b"/>
              <a:pathLst>
                <a:path w="1849" h="2080" extrusionOk="0">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4" name="Google Shape;17764;p79"/>
            <p:cNvSpPr/>
            <p:nvPr/>
          </p:nvSpPr>
          <p:spPr>
            <a:xfrm>
              <a:off x="3768847" y="3535415"/>
              <a:ext cx="33345" cy="54632"/>
            </a:xfrm>
            <a:custGeom>
              <a:avLst/>
              <a:gdLst/>
              <a:ahLst/>
              <a:cxnLst/>
              <a:rect l="l" t="t" r="r" b="b"/>
              <a:pathLst>
                <a:path w="1272" h="2084" extrusionOk="0">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5" name="Google Shape;17765;p79"/>
            <p:cNvSpPr/>
            <p:nvPr/>
          </p:nvSpPr>
          <p:spPr>
            <a:xfrm>
              <a:off x="3768847" y="3535415"/>
              <a:ext cx="48472" cy="24301"/>
            </a:xfrm>
            <a:custGeom>
              <a:avLst/>
              <a:gdLst/>
              <a:ahLst/>
              <a:cxnLst/>
              <a:rect l="l" t="t" r="r" b="b"/>
              <a:pathLst>
                <a:path w="1849" h="927" extrusionOk="0">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6" name="Google Shape;17766;p79"/>
            <p:cNvSpPr/>
            <p:nvPr/>
          </p:nvSpPr>
          <p:spPr>
            <a:xfrm>
              <a:off x="3768847" y="3535415"/>
              <a:ext cx="33345" cy="22361"/>
            </a:xfrm>
            <a:custGeom>
              <a:avLst/>
              <a:gdLst/>
              <a:ahLst/>
              <a:cxnLst/>
              <a:rect l="l" t="t" r="r" b="b"/>
              <a:pathLst>
                <a:path w="1272" h="853" extrusionOk="0">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7" name="Google Shape;17767;p79"/>
            <p:cNvSpPr/>
            <p:nvPr/>
          </p:nvSpPr>
          <p:spPr>
            <a:xfrm>
              <a:off x="3871793" y="3451029"/>
              <a:ext cx="24249" cy="12138"/>
            </a:xfrm>
            <a:custGeom>
              <a:avLst/>
              <a:gdLst/>
              <a:ahLst/>
              <a:cxnLst/>
              <a:rect l="l" t="t" r="r" b="b"/>
              <a:pathLst>
                <a:path w="925" h="463" extrusionOk="0">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8" name="Google Shape;17768;p79"/>
            <p:cNvSpPr/>
            <p:nvPr/>
          </p:nvSpPr>
          <p:spPr>
            <a:xfrm>
              <a:off x="3854386" y="3371938"/>
              <a:ext cx="59429" cy="12138"/>
            </a:xfrm>
            <a:custGeom>
              <a:avLst/>
              <a:gdLst/>
              <a:ahLst/>
              <a:cxnLst/>
              <a:rect l="l" t="t" r="r" b="b"/>
              <a:pathLst>
                <a:path w="2267" h="463" extrusionOk="0">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69" name="Google Shape;17769;p79"/>
          <p:cNvGrpSpPr/>
          <p:nvPr/>
        </p:nvGrpSpPr>
        <p:grpSpPr>
          <a:xfrm>
            <a:off x="6567324" y="2436849"/>
            <a:ext cx="366722" cy="342892"/>
            <a:chOff x="6567324" y="2436849"/>
            <a:chExt cx="366722" cy="342892"/>
          </a:xfrm>
        </p:grpSpPr>
        <p:sp>
          <p:nvSpPr>
            <p:cNvPr id="17770" name="Google Shape;17770;p79"/>
            <p:cNvSpPr/>
            <p:nvPr/>
          </p:nvSpPr>
          <p:spPr>
            <a:xfrm>
              <a:off x="6567324" y="2508390"/>
              <a:ext cx="366722" cy="271351"/>
            </a:xfrm>
            <a:custGeom>
              <a:avLst/>
              <a:gdLst/>
              <a:ahLst/>
              <a:cxnLst/>
              <a:rect l="l" t="t" r="r" b="b"/>
              <a:pathLst>
                <a:path w="13989" h="10351" extrusionOk="0">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1" name="Google Shape;17771;p79"/>
            <p:cNvSpPr/>
            <p:nvPr/>
          </p:nvSpPr>
          <p:spPr>
            <a:xfrm>
              <a:off x="6567324" y="2508390"/>
              <a:ext cx="183164" cy="271351"/>
            </a:xfrm>
            <a:custGeom>
              <a:avLst/>
              <a:gdLst/>
              <a:ahLst/>
              <a:cxnLst/>
              <a:rect l="l" t="t" r="r" b="b"/>
              <a:pathLst>
                <a:path w="6987" h="10351" extrusionOk="0">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2" name="Google Shape;17772;p79"/>
            <p:cNvSpPr/>
            <p:nvPr/>
          </p:nvSpPr>
          <p:spPr>
            <a:xfrm>
              <a:off x="6599097" y="2540163"/>
              <a:ext cx="303150" cy="207780"/>
            </a:xfrm>
            <a:custGeom>
              <a:avLst/>
              <a:gdLst/>
              <a:ahLst/>
              <a:cxnLst/>
              <a:rect l="l" t="t" r="r" b="b"/>
              <a:pathLst>
                <a:path w="11564" h="7926" extrusionOk="0">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3" name="Google Shape;17773;p79"/>
            <p:cNvSpPr/>
            <p:nvPr/>
          </p:nvSpPr>
          <p:spPr>
            <a:xfrm>
              <a:off x="6598730" y="2540556"/>
              <a:ext cx="151759" cy="207780"/>
            </a:xfrm>
            <a:custGeom>
              <a:avLst/>
              <a:gdLst/>
              <a:ahLst/>
              <a:cxnLst/>
              <a:rect l="l" t="t" r="r" b="b"/>
              <a:pathLst>
                <a:path w="5789" h="7926" extrusionOk="0">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4" name="Google Shape;17774;p79"/>
            <p:cNvSpPr/>
            <p:nvPr/>
          </p:nvSpPr>
          <p:spPr>
            <a:xfrm>
              <a:off x="6678580" y="2436849"/>
              <a:ext cx="144209" cy="120379"/>
            </a:xfrm>
            <a:custGeom>
              <a:avLst/>
              <a:gdLst/>
              <a:ahLst/>
              <a:cxnLst/>
              <a:rect l="l" t="t" r="r" b="b"/>
              <a:pathLst>
                <a:path w="5501"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5" name="Google Shape;17775;p79"/>
            <p:cNvSpPr/>
            <p:nvPr/>
          </p:nvSpPr>
          <p:spPr>
            <a:xfrm>
              <a:off x="6711480" y="2591256"/>
              <a:ext cx="141954" cy="101452"/>
            </a:xfrm>
            <a:custGeom>
              <a:avLst/>
              <a:gdLst/>
              <a:ahLst/>
              <a:cxnLst/>
              <a:rect l="l" t="t" r="r" b="b"/>
              <a:pathLst>
                <a:path w="5415" h="3870" extrusionOk="0">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6" name="Google Shape;17776;p79"/>
            <p:cNvSpPr/>
            <p:nvPr/>
          </p:nvSpPr>
          <p:spPr>
            <a:xfrm>
              <a:off x="6669117" y="2666178"/>
              <a:ext cx="41656" cy="35652"/>
            </a:xfrm>
            <a:custGeom>
              <a:avLst/>
              <a:gdLst/>
              <a:ahLst/>
              <a:cxnLst/>
              <a:rect l="l" t="t" r="r" b="b"/>
              <a:pathLst>
                <a:path w="1589" h="1360" extrusionOk="0">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7" name="Google Shape;17777;p79"/>
            <p:cNvSpPr/>
            <p:nvPr/>
          </p:nvSpPr>
          <p:spPr>
            <a:xfrm>
              <a:off x="6630476" y="2582238"/>
              <a:ext cx="41682" cy="36413"/>
            </a:xfrm>
            <a:custGeom>
              <a:avLst/>
              <a:gdLst/>
              <a:ahLst/>
              <a:cxnLst/>
              <a:rect l="l" t="t" r="r" b="b"/>
              <a:pathLst>
                <a:path w="1590" h="1389" extrusionOk="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8" name="Google Shape;17778;p79"/>
            <p:cNvSpPr/>
            <p:nvPr/>
          </p:nvSpPr>
          <p:spPr>
            <a:xfrm>
              <a:off x="6837889" y="2678080"/>
              <a:ext cx="40948" cy="35967"/>
            </a:xfrm>
            <a:custGeom>
              <a:avLst/>
              <a:gdLst/>
              <a:ahLst/>
              <a:cxnLst/>
              <a:rect l="l" t="t" r="r" b="b"/>
              <a:pathLst>
                <a:path w="1562" h="1372" extrusionOk="0">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9" name="Google Shape;17779;p79"/>
            <p:cNvSpPr/>
            <p:nvPr/>
          </p:nvSpPr>
          <p:spPr>
            <a:xfrm>
              <a:off x="6733868" y="2598124"/>
              <a:ext cx="40895" cy="36124"/>
            </a:xfrm>
            <a:custGeom>
              <a:avLst/>
              <a:gdLst/>
              <a:ahLst/>
              <a:cxnLst/>
              <a:rect l="l" t="t" r="r" b="b"/>
              <a:pathLst>
                <a:path w="1560" h="1378" extrusionOk="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0" name="Google Shape;17780;p79"/>
            <p:cNvSpPr/>
            <p:nvPr/>
          </p:nvSpPr>
          <p:spPr>
            <a:xfrm>
              <a:off x="6678580" y="2436849"/>
              <a:ext cx="71908" cy="120379"/>
            </a:xfrm>
            <a:custGeom>
              <a:avLst/>
              <a:gdLst/>
              <a:ahLst/>
              <a:cxnLst/>
              <a:rect l="l" t="t" r="r" b="b"/>
              <a:pathLst>
                <a:path w="2743"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1" name="Google Shape;17781;p79"/>
            <p:cNvSpPr/>
            <p:nvPr/>
          </p:nvSpPr>
          <p:spPr>
            <a:xfrm>
              <a:off x="6728913" y="2500578"/>
              <a:ext cx="38221" cy="32795"/>
            </a:xfrm>
            <a:custGeom>
              <a:avLst/>
              <a:gdLst/>
              <a:ahLst/>
              <a:cxnLst/>
              <a:rect l="l" t="t" r="r" b="b"/>
              <a:pathLst>
                <a:path w="1458" h="1251" extrusionOk="0">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82" name="Google Shape;17782;p79"/>
          <p:cNvGrpSpPr/>
          <p:nvPr/>
        </p:nvGrpSpPr>
        <p:grpSpPr>
          <a:xfrm>
            <a:off x="4208970" y="3361347"/>
            <a:ext cx="299349" cy="348188"/>
            <a:chOff x="4208970" y="3361347"/>
            <a:chExt cx="299349" cy="348188"/>
          </a:xfrm>
        </p:grpSpPr>
        <p:sp>
          <p:nvSpPr>
            <p:cNvPr id="17783" name="Google Shape;17783;p79"/>
            <p:cNvSpPr/>
            <p:nvPr/>
          </p:nvSpPr>
          <p:spPr>
            <a:xfrm>
              <a:off x="4208970" y="3374979"/>
              <a:ext cx="252817" cy="334556"/>
            </a:xfrm>
            <a:custGeom>
              <a:avLst/>
              <a:gdLst/>
              <a:ahLst/>
              <a:cxnLst/>
              <a:rect l="l" t="t" r="r" b="b"/>
              <a:pathLst>
                <a:path w="9644" h="12762" extrusionOk="0">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4" name="Google Shape;17784;p79"/>
            <p:cNvSpPr/>
            <p:nvPr/>
          </p:nvSpPr>
          <p:spPr>
            <a:xfrm>
              <a:off x="4439059" y="3410920"/>
              <a:ext cx="22728" cy="298615"/>
            </a:xfrm>
            <a:custGeom>
              <a:avLst/>
              <a:gdLst/>
              <a:ahLst/>
              <a:cxnLst/>
              <a:rect l="l" t="t" r="r" b="b"/>
              <a:pathLst>
                <a:path w="867" h="11391" extrusionOk="0">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5" name="Google Shape;17785;p79"/>
            <p:cNvSpPr/>
            <p:nvPr/>
          </p:nvSpPr>
          <p:spPr>
            <a:xfrm>
              <a:off x="4403092" y="3374979"/>
              <a:ext cx="58695" cy="58669"/>
            </a:xfrm>
            <a:custGeom>
              <a:avLst/>
              <a:gdLst/>
              <a:ahLst/>
              <a:cxnLst/>
              <a:rect l="l" t="t" r="r" b="b"/>
              <a:pathLst>
                <a:path w="2239" h="2238" extrusionOk="0">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6" name="Google Shape;17786;p79"/>
            <p:cNvSpPr/>
            <p:nvPr/>
          </p:nvSpPr>
          <p:spPr>
            <a:xfrm>
              <a:off x="4289188" y="3457478"/>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7" name="Google Shape;17787;p79"/>
            <p:cNvSpPr/>
            <p:nvPr/>
          </p:nvSpPr>
          <p:spPr>
            <a:xfrm>
              <a:off x="4289188" y="3478293"/>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8" name="Google Shape;17788;p79"/>
            <p:cNvSpPr/>
            <p:nvPr/>
          </p:nvSpPr>
          <p:spPr>
            <a:xfrm>
              <a:off x="4240743" y="3457845"/>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9" name="Google Shape;17789;p79"/>
            <p:cNvSpPr/>
            <p:nvPr/>
          </p:nvSpPr>
          <p:spPr>
            <a:xfrm>
              <a:off x="4289188" y="3544512"/>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0" name="Google Shape;17790;p79"/>
            <p:cNvSpPr/>
            <p:nvPr/>
          </p:nvSpPr>
          <p:spPr>
            <a:xfrm>
              <a:off x="4289188" y="3565326"/>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1" name="Google Shape;17791;p79"/>
            <p:cNvSpPr/>
            <p:nvPr/>
          </p:nvSpPr>
          <p:spPr>
            <a:xfrm>
              <a:off x="4240743" y="3544879"/>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2" name="Google Shape;17792;p79"/>
            <p:cNvSpPr/>
            <p:nvPr/>
          </p:nvSpPr>
          <p:spPr>
            <a:xfrm>
              <a:off x="4289188" y="3631545"/>
              <a:ext cx="141194" cy="10617"/>
            </a:xfrm>
            <a:custGeom>
              <a:avLst/>
              <a:gdLst/>
              <a:ahLst/>
              <a:cxnLst/>
              <a:rect l="l" t="t" r="r" b="b"/>
              <a:pathLst>
                <a:path w="5386" h="405" extrusionOk="0">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3" name="Google Shape;17793;p79"/>
            <p:cNvSpPr/>
            <p:nvPr/>
          </p:nvSpPr>
          <p:spPr>
            <a:xfrm>
              <a:off x="4289188" y="3652360"/>
              <a:ext cx="141194" cy="10250"/>
            </a:xfrm>
            <a:custGeom>
              <a:avLst/>
              <a:gdLst/>
              <a:ahLst/>
              <a:cxnLst/>
              <a:rect l="l" t="t" r="r" b="b"/>
              <a:pathLst>
                <a:path w="5386" h="391"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4" name="Google Shape;17794;p79"/>
            <p:cNvSpPr/>
            <p:nvPr/>
          </p:nvSpPr>
          <p:spPr>
            <a:xfrm>
              <a:off x="4240743" y="3631912"/>
              <a:ext cx="31065" cy="30698"/>
            </a:xfrm>
            <a:custGeom>
              <a:avLst/>
              <a:gdLst/>
              <a:ahLst/>
              <a:cxnLst/>
              <a:rect l="l" t="t" r="r" b="b"/>
              <a:pathLst>
                <a:path w="1185" h="1171" extrusionOk="0">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5" name="Google Shape;17795;p79"/>
            <p:cNvSpPr/>
            <p:nvPr/>
          </p:nvSpPr>
          <p:spPr>
            <a:xfrm>
              <a:off x="4320227" y="3361347"/>
              <a:ext cx="38248" cy="35967"/>
            </a:xfrm>
            <a:custGeom>
              <a:avLst/>
              <a:gdLst/>
              <a:ahLst/>
              <a:cxnLst/>
              <a:rect l="l" t="t" r="r" b="b"/>
              <a:pathLst>
                <a:path w="1459" h="1372" extrusionOk="0">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6" name="Google Shape;17796;p79"/>
            <p:cNvSpPr/>
            <p:nvPr/>
          </p:nvSpPr>
          <p:spPr>
            <a:xfrm>
              <a:off x="4405609" y="3596653"/>
              <a:ext cx="102710" cy="101033"/>
            </a:xfrm>
            <a:custGeom>
              <a:avLst/>
              <a:gdLst/>
              <a:ahLst/>
              <a:cxnLst/>
              <a:rect l="l" t="t" r="r" b="b"/>
              <a:pathLst>
                <a:path w="3918" h="3854" extrusionOk="0">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97" name="Google Shape;17797;p79"/>
          <p:cNvGrpSpPr/>
          <p:nvPr/>
        </p:nvGrpSpPr>
        <p:grpSpPr>
          <a:xfrm>
            <a:off x="2786833" y="1512351"/>
            <a:ext cx="366722" cy="353667"/>
            <a:chOff x="2786833" y="1512351"/>
            <a:chExt cx="366722" cy="353667"/>
          </a:xfrm>
        </p:grpSpPr>
        <p:sp>
          <p:nvSpPr>
            <p:cNvPr id="17798" name="Google Shape;17798;p79"/>
            <p:cNvSpPr/>
            <p:nvPr/>
          </p:nvSpPr>
          <p:spPr>
            <a:xfrm>
              <a:off x="2987797" y="1713315"/>
              <a:ext cx="165757" cy="75106"/>
            </a:xfrm>
            <a:custGeom>
              <a:avLst/>
              <a:gdLst/>
              <a:ahLst/>
              <a:cxnLst/>
              <a:rect l="l" t="t" r="r" b="b"/>
              <a:pathLst>
                <a:path w="6323" h="2865" extrusionOk="0">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9" name="Google Shape;17799;p79"/>
            <p:cNvSpPr/>
            <p:nvPr/>
          </p:nvSpPr>
          <p:spPr>
            <a:xfrm>
              <a:off x="2786833" y="1767423"/>
              <a:ext cx="177528" cy="98595"/>
            </a:xfrm>
            <a:custGeom>
              <a:avLst/>
              <a:gdLst/>
              <a:ahLst/>
              <a:cxnLst/>
              <a:rect l="l" t="t" r="r" b="b"/>
              <a:pathLst>
                <a:path w="6772" h="3761" extrusionOk="0">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0" name="Google Shape;17800;p79"/>
            <p:cNvSpPr/>
            <p:nvPr/>
          </p:nvSpPr>
          <p:spPr>
            <a:xfrm>
              <a:off x="2786833" y="1607747"/>
              <a:ext cx="189246" cy="122398"/>
            </a:xfrm>
            <a:custGeom>
              <a:avLst/>
              <a:gdLst/>
              <a:ahLst/>
              <a:cxnLst/>
              <a:rect l="l" t="t" r="r" b="b"/>
              <a:pathLst>
                <a:path w="7219" h="4669" extrusionOk="0">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1" name="Google Shape;17801;p79"/>
            <p:cNvSpPr/>
            <p:nvPr/>
          </p:nvSpPr>
          <p:spPr>
            <a:xfrm>
              <a:off x="2964334" y="1512351"/>
              <a:ext cx="189220" cy="98595"/>
            </a:xfrm>
            <a:custGeom>
              <a:avLst/>
              <a:gdLst/>
              <a:ahLst/>
              <a:cxnLst/>
              <a:rect l="l" t="t" r="r" b="b"/>
              <a:pathLst>
                <a:path w="7218" h="3761" extrusionOk="0">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2" name="Google Shape;17802;p79"/>
            <p:cNvSpPr/>
            <p:nvPr/>
          </p:nvSpPr>
          <p:spPr>
            <a:xfrm>
              <a:off x="2991939" y="1529784"/>
              <a:ext cx="39401" cy="12138"/>
            </a:xfrm>
            <a:custGeom>
              <a:avLst/>
              <a:gdLst/>
              <a:ahLst/>
              <a:cxnLst/>
              <a:rect l="l" t="t" r="r" b="b"/>
              <a:pathLst>
                <a:path w="1503" h="463" extrusionOk="0">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3" name="Google Shape;17803;p79"/>
            <p:cNvSpPr/>
            <p:nvPr/>
          </p:nvSpPr>
          <p:spPr>
            <a:xfrm>
              <a:off x="3098293" y="1553613"/>
              <a:ext cx="27631" cy="11771"/>
            </a:xfrm>
            <a:custGeom>
              <a:avLst/>
              <a:gdLst/>
              <a:ahLst/>
              <a:cxnLst/>
              <a:rect l="l" t="t" r="r" b="b"/>
              <a:pathLst>
                <a:path w="1054" h="449" extrusionOk="0">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4" name="Google Shape;17804;p79"/>
            <p:cNvSpPr/>
            <p:nvPr/>
          </p:nvSpPr>
          <p:spPr>
            <a:xfrm>
              <a:off x="3039257" y="1529784"/>
              <a:ext cx="84779" cy="12138"/>
            </a:xfrm>
            <a:custGeom>
              <a:avLst/>
              <a:gdLst/>
              <a:ahLst/>
              <a:cxnLst/>
              <a:rect l="l" t="t" r="r" b="b"/>
              <a:pathLst>
                <a:path w="3234" h="463" extrusionOk="0">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5" name="Google Shape;17805;p79"/>
            <p:cNvSpPr/>
            <p:nvPr/>
          </p:nvSpPr>
          <p:spPr>
            <a:xfrm>
              <a:off x="2991939" y="1553613"/>
              <a:ext cx="98437" cy="11771"/>
            </a:xfrm>
            <a:custGeom>
              <a:avLst/>
              <a:gdLst/>
              <a:ahLst/>
              <a:cxnLst/>
              <a:rect l="l" t="t" r="r" b="b"/>
              <a:pathLst>
                <a:path w="3755" h="449" extrusionOk="0">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6" name="Google Shape;17806;p79"/>
            <p:cNvSpPr/>
            <p:nvPr/>
          </p:nvSpPr>
          <p:spPr>
            <a:xfrm>
              <a:off x="2814463" y="1784070"/>
              <a:ext cx="86693" cy="11771"/>
            </a:xfrm>
            <a:custGeom>
              <a:avLst/>
              <a:gdLst/>
              <a:ahLst/>
              <a:cxnLst/>
              <a:rect l="l" t="t" r="r" b="b"/>
              <a:pathLst>
                <a:path w="3307" h="449" extrusionOk="0">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7" name="Google Shape;17807;p79"/>
            <p:cNvSpPr/>
            <p:nvPr/>
          </p:nvSpPr>
          <p:spPr>
            <a:xfrm>
              <a:off x="2909073" y="1784070"/>
              <a:ext cx="27657" cy="11771"/>
            </a:xfrm>
            <a:custGeom>
              <a:avLst/>
              <a:gdLst/>
              <a:ahLst/>
              <a:cxnLst/>
              <a:rect l="l" t="t" r="r" b="b"/>
              <a:pathLst>
                <a:path w="1055" h="449" extrusionOk="0">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8" name="Google Shape;17808;p79"/>
            <p:cNvSpPr/>
            <p:nvPr/>
          </p:nvSpPr>
          <p:spPr>
            <a:xfrm>
              <a:off x="2814463" y="1807925"/>
              <a:ext cx="27657" cy="11744"/>
            </a:xfrm>
            <a:custGeom>
              <a:avLst/>
              <a:gdLst/>
              <a:ahLst/>
              <a:cxnLst/>
              <a:rect l="l" t="t" r="r" b="b"/>
              <a:pathLst>
                <a:path w="1055" h="448" extrusionOk="0">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9" name="Google Shape;17809;p79"/>
            <p:cNvSpPr/>
            <p:nvPr/>
          </p:nvSpPr>
          <p:spPr>
            <a:xfrm>
              <a:off x="2850037" y="1807925"/>
              <a:ext cx="86693" cy="11744"/>
            </a:xfrm>
            <a:custGeom>
              <a:avLst/>
              <a:gdLst/>
              <a:ahLst/>
              <a:cxnLst/>
              <a:rect l="l" t="t" r="r" b="b"/>
              <a:pathLst>
                <a:path w="3307" h="448" extrusionOk="0">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0" name="Google Shape;17810;p79"/>
            <p:cNvSpPr/>
            <p:nvPr/>
          </p:nvSpPr>
          <p:spPr>
            <a:xfrm>
              <a:off x="3050975" y="1731115"/>
              <a:ext cx="74949" cy="11744"/>
            </a:xfrm>
            <a:custGeom>
              <a:avLst/>
              <a:gdLst/>
              <a:ahLst/>
              <a:cxnLst/>
              <a:rect l="l" t="t" r="r" b="b"/>
              <a:pathLst>
                <a:path w="2859" h="448" extrusionOk="0">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1" name="Google Shape;17811;p79"/>
            <p:cNvSpPr/>
            <p:nvPr/>
          </p:nvSpPr>
          <p:spPr>
            <a:xfrm>
              <a:off x="3015401" y="1731115"/>
              <a:ext cx="27657" cy="11744"/>
            </a:xfrm>
            <a:custGeom>
              <a:avLst/>
              <a:gdLst/>
              <a:ahLst/>
              <a:cxnLst/>
              <a:rect l="l" t="t" r="r" b="b"/>
              <a:pathLst>
                <a:path w="1055" h="448" extrusionOk="0">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2" name="Google Shape;17812;p79"/>
            <p:cNvSpPr/>
            <p:nvPr/>
          </p:nvSpPr>
          <p:spPr>
            <a:xfrm>
              <a:off x="2814463" y="1624394"/>
              <a:ext cx="86693" cy="12138"/>
            </a:xfrm>
            <a:custGeom>
              <a:avLst/>
              <a:gdLst/>
              <a:ahLst/>
              <a:cxnLst/>
              <a:rect l="l" t="t" r="r" b="b"/>
              <a:pathLst>
                <a:path w="3307" h="463" extrusionOk="0">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3" name="Google Shape;17813;p79"/>
            <p:cNvSpPr/>
            <p:nvPr/>
          </p:nvSpPr>
          <p:spPr>
            <a:xfrm>
              <a:off x="2909073" y="1624394"/>
              <a:ext cx="39375" cy="12138"/>
            </a:xfrm>
            <a:custGeom>
              <a:avLst/>
              <a:gdLst/>
              <a:ahLst/>
              <a:cxnLst/>
              <a:rect l="l" t="t" r="r" b="b"/>
              <a:pathLst>
                <a:path w="1502" h="463" extrusionOk="0">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4" name="Google Shape;17814;p79"/>
            <p:cNvSpPr/>
            <p:nvPr/>
          </p:nvSpPr>
          <p:spPr>
            <a:xfrm>
              <a:off x="2814463" y="1671686"/>
              <a:ext cx="86693" cy="12138"/>
            </a:xfrm>
            <a:custGeom>
              <a:avLst/>
              <a:gdLst/>
              <a:ahLst/>
              <a:cxnLst/>
              <a:rect l="l" t="t" r="r" b="b"/>
              <a:pathLst>
                <a:path w="3307" h="463" extrusionOk="0">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5" name="Google Shape;17815;p79"/>
            <p:cNvSpPr/>
            <p:nvPr/>
          </p:nvSpPr>
          <p:spPr>
            <a:xfrm>
              <a:off x="2909073" y="1671686"/>
              <a:ext cx="39375" cy="12138"/>
            </a:xfrm>
            <a:custGeom>
              <a:avLst/>
              <a:gdLst/>
              <a:ahLst/>
              <a:cxnLst/>
              <a:rect l="l" t="t" r="r" b="b"/>
              <a:pathLst>
                <a:path w="1502" h="463" extrusionOk="0">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6" name="Google Shape;17816;p79"/>
            <p:cNvSpPr/>
            <p:nvPr/>
          </p:nvSpPr>
          <p:spPr>
            <a:xfrm>
              <a:off x="2814463" y="1648223"/>
              <a:ext cx="27657" cy="11771"/>
            </a:xfrm>
            <a:custGeom>
              <a:avLst/>
              <a:gdLst/>
              <a:ahLst/>
              <a:cxnLst/>
              <a:rect l="l" t="t" r="r" b="b"/>
              <a:pathLst>
                <a:path w="1055" h="449" extrusionOk="0">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7" name="Google Shape;17817;p79"/>
            <p:cNvSpPr/>
            <p:nvPr/>
          </p:nvSpPr>
          <p:spPr>
            <a:xfrm>
              <a:off x="2850037" y="1648223"/>
              <a:ext cx="98411" cy="11771"/>
            </a:xfrm>
            <a:custGeom>
              <a:avLst/>
              <a:gdLst/>
              <a:ahLst/>
              <a:cxnLst/>
              <a:rect l="l" t="t" r="r" b="b"/>
              <a:pathLst>
                <a:path w="3754" h="449" extrusionOk="0">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18" name="Google Shape;17818;p79"/>
          <p:cNvGrpSpPr/>
          <p:nvPr/>
        </p:nvGrpSpPr>
        <p:grpSpPr>
          <a:xfrm>
            <a:off x="1845321" y="1512744"/>
            <a:ext cx="352723" cy="353090"/>
            <a:chOff x="1845321" y="1512744"/>
            <a:chExt cx="352723" cy="353090"/>
          </a:xfrm>
        </p:grpSpPr>
        <p:sp>
          <p:nvSpPr>
            <p:cNvPr id="17819" name="Google Shape;17819;p79"/>
            <p:cNvSpPr/>
            <p:nvPr/>
          </p:nvSpPr>
          <p:spPr>
            <a:xfrm>
              <a:off x="1964888" y="1700444"/>
              <a:ext cx="113563" cy="96917"/>
            </a:xfrm>
            <a:custGeom>
              <a:avLst/>
              <a:gdLst/>
              <a:ahLst/>
              <a:cxnLst/>
              <a:rect l="l" t="t" r="r" b="b"/>
              <a:pathLst>
                <a:path w="4332" h="3697" extrusionOk="0">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0" name="Google Shape;17820;p79"/>
            <p:cNvSpPr/>
            <p:nvPr/>
          </p:nvSpPr>
          <p:spPr>
            <a:xfrm>
              <a:off x="2001615" y="1700444"/>
              <a:ext cx="39742" cy="17066"/>
            </a:xfrm>
            <a:custGeom>
              <a:avLst/>
              <a:gdLst/>
              <a:ahLst/>
              <a:cxnLst/>
              <a:rect l="l" t="t" r="r" b="b"/>
              <a:pathLst>
                <a:path w="1516" h="651" extrusionOk="0">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1" name="Google Shape;17821;p79"/>
            <p:cNvSpPr/>
            <p:nvPr/>
          </p:nvSpPr>
          <p:spPr>
            <a:xfrm>
              <a:off x="1964521" y="1715203"/>
              <a:ext cx="113930" cy="82158"/>
            </a:xfrm>
            <a:custGeom>
              <a:avLst/>
              <a:gdLst/>
              <a:ahLst/>
              <a:cxnLst/>
              <a:rect l="l" t="t" r="r" b="b"/>
              <a:pathLst>
                <a:path w="4346" h="3134" extrusionOk="0">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2" name="Google Shape;17822;p79"/>
            <p:cNvSpPr/>
            <p:nvPr/>
          </p:nvSpPr>
          <p:spPr>
            <a:xfrm>
              <a:off x="1981560" y="1620986"/>
              <a:ext cx="28784" cy="62077"/>
            </a:xfrm>
            <a:custGeom>
              <a:avLst/>
              <a:gdLst/>
              <a:ahLst/>
              <a:cxnLst/>
              <a:rect l="l" t="t" r="r" b="b"/>
              <a:pathLst>
                <a:path w="1098" h="2368" extrusionOk="0">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3" name="Google Shape;17823;p79"/>
            <p:cNvSpPr/>
            <p:nvPr/>
          </p:nvSpPr>
          <p:spPr>
            <a:xfrm>
              <a:off x="1993278" y="1615297"/>
              <a:ext cx="68159" cy="68159"/>
            </a:xfrm>
            <a:custGeom>
              <a:avLst/>
              <a:gdLst/>
              <a:ahLst/>
              <a:cxnLst/>
              <a:rect l="l" t="t" r="r" b="b"/>
              <a:pathLst>
                <a:path w="2600" h="2600" extrusionOk="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4" name="Google Shape;17824;p79"/>
            <p:cNvSpPr/>
            <p:nvPr/>
          </p:nvSpPr>
          <p:spPr>
            <a:xfrm>
              <a:off x="1987223" y="1643688"/>
              <a:ext cx="68526" cy="62470"/>
            </a:xfrm>
            <a:custGeom>
              <a:avLst/>
              <a:gdLst/>
              <a:ahLst/>
              <a:cxnLst/>
              <a:rect l="l" t="t" r="r" b="b"/>
              <a:pathLst>
                <a:path w="2614" h="2383" extrusionOk="0">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5" name="Google Shape;17825;p79"/>
            <p:cNvSpPr/>
            <p:nvPr/>
          </p:nvSpPr>
          <p:spPr>
            <a:xfrm>
              <a:off x="1987223" y="1643688"/>
              <a:ext cx="68526" cy="61317"/>
            </a:xfrm>
            <a:custGeom>
              <a:avLst/>
              <a:gdLst/>
              <a:ahLst/>
              <a:cxnLst/>
              <a:rect l="l" t="t" r="r" b="b"/>
              <a:pathLst>
                <a:path w="2614" h="2339" extrusionOk="0">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6" name="Google Shape;17826;p79"/>
            <p:cNvSpPr/>
            <p:nvPr/>
          </p:nvSpPr>
          <p:spPr>
            <a:xfrm>
              <a:off x="1964521" y="1729595"/>
              <a:ext cx="23122" cy="67766"/>
            </a:xfrm>
            <a:custGeom>
              <a:avLst/>
              <a:gdLst/>
              <a:ahLst/>
              <a:cxnLst/>
              <a:rect l="l" t="t" r="r" b="b"/>
              <a:pathLst>
                <a:path w="882" h="2585" extrusionOk="0">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7" name="Google Shape;17827;p79"/>
            <p:cNvSpPr/>
            <p:nvPr/>
          </p:nvSpPr>
          <p:spPr>
            <a:xfrm>
              <a:off x="2055723" y="1729595"/>
              <a:ext cx="22728" cy="67766"/>
            </a:xfrm>
            <a:custGeom>
              <a:avLst/>
              <a:gdLst/>
              <a:ahLst/>
              <a:cxnLst/>
              <a:rect l="l" t="t" r="r" b="b"/>
              <a:pathLst>
                <a:path w="867" h="2585" extrusionOk="0">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8" name="Google Shape;17828;p79"/>
            <p:cNvSpPr/>
            <p:nvPr/>
          </p:nvSpPr>
          <p:spPr>
            <a:xfrm>
              <a:off x="1845321" y="1512744"/>
              <a:ext cx="352723" cy="353090"/>
            </a:xfrm>
            <a:custGeom>
              <a:avLst/>
              <a:gdLst/>
              <a:ahLst/>
              <a:cxnLst/>
              <a:rect l="l" t="t" r="r" b="b"/>
              <a:pathLst>
                <a:path w="13455" h="13469" extrusionOk="0">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9" name="Google Shape;17829;p79"/>
            <p:cNvSpPr/>
            <p:nvPr/>
          </p:nvSpPr>
          <p:spPr>
            <a:xfrm>
              <a:off x="1854391" y="1563837"/>
              <a:ext cx="292166" cy="250511"/>
            </a:xfrm>
            <a:custGeom>
              <a:avLst/>
              <a:gdLst/>
              <a:ahLst/>
              <a:cxnLst/>
              <a:rect l="l" t="t" r="r" b="b"/>
              <a:pathLst>
                <a:path w="11145" h="9556" extrusionOk="0">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30" name="Google Shape;17830;p79"/>
          <p:cNvGrpSpPr/>
          <p:nvPr/>
        </p:nvGrpSpPr>
        <p:grpSpPr>
          <a:xfrm>
            <a:off x="3214452" y="3340533"/>
            <a:ext cx="392465" cy="389896"/>
            <a:chOff x="3214452" y="3340533"/>
            <a:chExt cx="392465" cy="389896"/>
          </a:xfrm>
        </p:grpSpPr>
        <p:sp>
          <p:nvSpPr>
            <p:cNvPr id="17831" name="Google Shape;17831;p79"/>
            <p:cNvSpPr/>
            <p:nvPr/>
          </p:nvSpPr>
          <p:spPr>
            <a:xfrm>
              <a:off x="3214452" y="3340533"/>
              <a:ext cx="289912" cy="97651"/>
            </a:xfrm>
            <a:custGeom>
              <a:avLst/>
              <a:gdLst/>
              <a:ahLst/>
              <a:cxnLst/>
              <a:rect l="l" t="t" r="r" b="b"/>
              <a:pathLst>
                <a:path w="11059" h="3725" extrusionOk="0">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2" name="Google Shape;17832;p79"/>
            <p:cNvSpPr/>
            <p:nvPr/>
          </p:nvSpPr>
          <p:spPr>
            <a:xfrm>
              <a:off x="3214452" y="3571749"/>
              <a:ext cx="302783" cy="98411"/>
            </a:xfrm>
            <a:custGeom>
              <a:avLst/>
              <a:gdLst/>
              <a:ahLst/>
              <a:cxnLst/>
              <a:rect l="l" t="t" r="r" b="b"/>
              <a:pathLst>
                <a:path w="11550" h="3754" extrusionOk="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3" name="Google Shape;17833;p79"/>
            <p:cNvSpPr/>
            <p:nvPr/>
          </p:nvSpPr>
          <p:spPr>
            <a:xfrm>
              <a:off x="3214452" y="3456246"/>
              <a:ext cx="289912" cy="97756"/>
            </a:xfrm>
            <a:custGeom>
              <a:avLst/>
              <a:gdLst/>
              <a:ahLst/>
              <a:cxnLst/>
              <a:rect l="l" t="t" r="r" b="b"/>
              <a:pathLst>
                <a:path w="11059" h="3729" extrusionOk="0">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4" name="Google Shape;17834;p79"/>
            <p:cNvSpPr/>
            <p:nvPr/>
          </p:nvSpPr>
          <p:spPr>
            <a:xfrm>
              <a:off x="3307410" y="3371912"/>
              <a:ext cx="88476" cy="12950"/>
            </a:xfrm>
            <a:custGeom>
              <a:avLst/>
              <a:gdLst/>
              <a:ahLst/>
              <a:cxnLst/>
              <a:rect l="l" t="t" r="r" b="b"/>
              <a:pathLst>
                <a:path w="3375" h="494" extrusionOk="0">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5" name="Google Shape;17835;p79"/>
            <p:cNvSpPr/>
            <p:nvPr/>
          </p:nvSpPr>
          <p:spPr>
            <a:xfrm>
              <a:off x="3307410" y="3400303"/>
              <a:ext cx="157605" cy="12557"/>
            </a:xfrm>
            <a:custGeom>
              <a:avLst/>
              <a:gdLst/>
              <a:ahLst/>
              <a:cxnLst/>
              <a:rect l="l" t="t" r="r" b="b"/>
              <a:pathLst>
                <a:path w="6012" h="479" extrusionOk="0">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6" name="Google Shape;17836;p79"/>
            <p:cNvSpPr/>
            <p:nvPr/>
          </p:nvSpPr>
          <p:spPr>
            <a:xfrm>
              <a:off x="3307410" y="3487704"/>
              <a:ext cx="88476" cy="12950"/>
            </a:xfrm>
            <a:custGeom>
              <a:avLst/>
              <a:gdLst/>
              <a:ahLst/>
              <a:cxnLst/>
              <a:rect l="l" t="t" r="r" b="b"/>
              <a:pathLst>
                <a:path w="3375" h="494" extrusionOk="0">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7" name="Google Shape;17837;p79"/>
            <p:cNvSpPr/>
            <p:nvPr/>
          </p:nvSpPr>
          <p:spPr>
            <a:xfrm>
              <a:off x="3307410" y="3516068"/>
              <a:ext cx="155691" cy="12609"/>
            </a:xfrm>
            <a:custGeom>
              <a:avLst/>
              <a:gdLst/>
              <a:ahLst/>
              <a:cxnLst/>
              <a:rect l="l" t="t" r="r" b="b"/>
              <a:pathLst>
                <a:path w="5939" h="481" extrusionOk="0">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8" name="Google Shape;17838;p79"/>
            <p:cNvSpPr/>
            <p:nvPr/>
          </p:nvSpPr>
          <p:spPr>
            <a:xfrm>
              <a:off x="3307410" y="3603522"/>
              <a:ext cx="88476" cy="12950"/>
            </a:xfrm>
            <a:custGeom>
              <a:avLst/>
              <a:gdLst/>
              <a:ahLst/>
              <a:cxnLst/>
              <a:rect l="l" t="t" r="r" b="b"/>
              <a:pathLst>
                <a:path w="3375" h="494" extrusionOk="0">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9" name="Google Shape;17839;p79"/>
            <p:cNvSpPr/>
            <p:nvPr/>
          </p:nvSpPr>
          <p:spPr>
            <a:xfrm>
              <a:off x="3307410" y="3631519"/>
              <a:ext cx="156215" cy="12950"/>
            </a:xfrm>
            <a:custGeom>
              <a:avLst/>
              <a:gdLst/>
              <a:ahLst/>
              <a:cxnLst/>
              <a:rect l="l" t="t" r="r" b="b"/>
              <a:pathLst>
                <a:path w="5959" h="494" extrusionOk="0">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0" name="Google Shape;17840;p79"/>
            <p:cNvSpPr/>
            <p:nvPr/>
          </p:nvSpPr>
          <p:spPr>
            <a:xfrm>
              <a:off x="3235660" y="3365070"/>
              <a:ext cx="57175" cy="54973"/>
            </a:xfrm>
            <a:custGeom>
              <a:avLst/>
              <a:gdLst/>
              <a:ahLst/>
              <a:cxnLst/>
              <a:rect l="l" t="t" r="r" b="b"/>
              <a:pathLst>
                <a:path w="2181" h="2097" extrusionOk="0">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1" name="Google Shape;17841;p79"/>
            <p:cNvSpPr/>
            <p:nvPr/>
          </p:nvSpPr>
          <p:spPr>
            <a:xfrm>
              <a:off x="3248426" y="3364755"/>
              <a:ext cx="55104" cy="40528"/>
            </a:xfrm>
            <a:custGeom>
              <a:avLst/>
              <a:gdLst/>
              <a:ahLst/>
              <a:cxnLst/>
              <a:rect l="l" t="t" r="r" b="b"/>
              <a:pathLst>
                <a:path w="2102" h="1546" extrusionOk="0">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2" name="Google Shape;17842;p79"/>
            <p:cNvSpPr/>
            <p:nvPr/>
          </p:nvSpPr>
          <p:spPr>
            <a:xfrm>
              <a:off x="3235660" y="3480547"/>
              <a:ext cx="56782" cy="55287"/>
            </a:xfrm>
            <a:custGeom>
              <a:avLst/>
              <a:gdLst/>
              <a:ahLst/>
              <a:cxnLst/>
              <a:rect l="l" t="t" r="r" b="b"/>
              <a:pathLst>
                <a:path w="2166" h="2109" extrusionOk="0">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3" name="Google Shape;17843;p79"/>
            <p:cNvSpPr/>
            <p:nvPr/>
          </p:nvSpPr>
          <p:spPr>
            <a:xfrm>
              <a:off x="3248400" y="3480573"/>
              <a:ext cx="55130" cy="40502"/>
            </a:xfrm>
            <a:custGeom>
              <a:avLst/>
              <a:gdLst/>
              <a:ahLst/>
              <a:cxnLst/>
              <a:rect l="l" t="t" r="r" b="b"/>
              <a:pathLst>
                <a:path w="2103" h="1545" extrusionOk="0">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4" name="Google Shape;17844;p79"/>
            <p:cNvSpPr/>
            <p:nvPr/>
          </p:nvSpPr>
          <p:spPr>
            <a:xfrm>
              <a:off x="3235660" y="3596312"/>
              <a:ext cx="56782" cy="55314"/>
            </a:xfrm>
            <a:custGeom>
              <a:avLst/>
              <a:gdLst/>
              <a:ahLst/>
              <a:cxnLst/>
              <a:rect l="l" t="t" r="r" b="b"/>
              <a:pathLst>
                <a:path w="2166" h="2110" extrusionOk="0">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5" name="Google Shape;17845;p79"/>
            <p:cNvSpPr/>
            <p:nvPr/>
          </p:nvSpPr>
          <p:spPr>
            <a:xfrm>
              <a:off x="3248400" y="3596365"/>
              <a:ext cx="55130" cy="40214"/>
            </a:xfrm>
            <a:custGeom>
              <a:avLst/>
              <a:gdLst/>
              <a:ahLst/>
              <a:cxnLst/>
              <a:rect l="l" t="t" r="r" b="b"/>
              <a:pathLst>
                <a:path w="2103" h="1534" extrusionOk="0">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6" name="Google Shape;17846;p79"/>
            <p:cNvSpPr/>
            <p:nvPr/>
          </p:nvSpPr>
          <p:spPr>
            <a:xfrm>
              <a:off x="3438878" y="3642136"/>
              <a:ext cx="168038" cy="88292"/>
            </a:xfrm>
            <a:custGeom>
              <a:avLst/>
              <a:gdLst/>
              <a:ahLst/>
              <a:cxnLst/>
              <a:rect l="l" t="t" r="r" b="b"/>
              <a:pathLst>
                <a:path w="6410" h="3368" extrusionOk="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7" name="Google Shape;17847;p79"/>
            <p:cNvSpPr/>
            <p:nvPr/>
          </p:nvSpPr>
          <p:spPr>
            <a:xfrm>
              <a:off x="3436965" y="3642529"/>
              <a:ext cx="68526" cy="87899"/>
            </a:xfrm>
            <a:custGeom>
              <a:avLst/>
              <a:gdLst/>
              <a:ahLst/>
              <a:cxnLst/>
              <a:rect l="l" t="t" r="r" b="b"/>
              <a:pathLst>
                <a:path w="2614" h="3353" extrusionOk="0">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8" name="Google Shape;17848;p79"/>
            <p:cNvSpPr/>
            <p:nvPr/>
          </p:nvSpPr>
          <p:spPr>
            <a:xfrm>
              <a:off x="3468003" y="3503249"/>
              <a:ext cx="106354" cy="74975"/>
            </a:xfrm>
            <a:custGeom>
              <a:avLst/>
              <a:gdLst/>
              <a:ahLst/>
              <a:cxnLst/>
              <a:rect l="l" t="t" r="r" b="b"/>
              <a:pathLst>
                <a:path w="4057" h="2860" extrusionOk="0">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9" name="Google Shape;17849;p79"/>
            <p:cNvSpPr/>
            <p:nvPr/>
          </p:nvSpPr>
          <p:spPr>
            <a:xfrm>
              <a:off x="3468003" y="3502882"/>
              <a:ext cx="57542" cy="74949"/>
            </a:xfrm>
            <a:custGeom>
              <a:avLst/>
              <a:gdLst/>
              <a:ahLst/>
              <a:cxnLst/>
              <a:rect l="l" t="t" r="r" b="b"/>
              <a:pathLst>
                <a:path w="2195" h="2859" extrusionOk="0">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0" name="Google Shape;17850;p79"/>
            <p:cNvSpPr/>
            <p:nvPr/>
          </p:nvSpPr>
          <p:spPr>
            <a:xfrm>
              <a:off x="3559598" y="3570386"/>
              <a:ext cx="23489" cy="31143"/>
            </a:xfrm>
            <a:custGeom>
              <a:avLst/>
              <a:gdLst/>
              <a:ahLst/>
              <a:cxnLst/>
              <a:rect l="l" t="t" r="r" b="b"/>
              <a:pathLst>
                <a:path w="896" h="1188" extrusionOk="0">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1" name="Google Shape;17851;p79"/>
            <p:cNvSpPr/>
            <p:nvPr/>
          </p:nvSpPr>
          <p:spPr>
            <a:xfrm>
              <a:off x="3459300" y="3570596"/>
              <a:ext cx="23489" cy="31065"/>
            </a:xfrm>
            <a:custGeom>
              <a:avLst/>
              <a:gdLst/>
              <a:ahLst/>
              <a:cxnLst/>
              <a:rect l="l" t="t" r="r" b="b"/>
              <a:pathLst>
                <a:path w="896" h="1185" extrusionOk="0">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2" name="Google Shape;17852;p79"/>
            <p:cNvSpPr/>
            <p:nvPr/>
          </p:nvSpPr>
          <p:spPr>
            <a:xfrm>
              <a:off x="3501689" y="3624887"/>
              <a:ext cx="39008" cy="44146"/>
            </a:xfrm>
            <a:custGeom>
              <a:avLst/>
              <a:gdLst/>
              <a:ahLst/>
              <a:cxnLst/>
              <a:rect l="l" t="t" r="r" b="b"/>
              <a:pathLst>
                <a:path w="1488" h="1684" extrusionOk="0">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3" name="Google Shape;17853;p79"/>
            <p:cNvSpPr/>
            <p:nvPr/>
          </p:nvSpPr>
          <p:spPr>
            <a:xfrm>
              <a:off x="3501689" y="3625385"/>
              <a:ext cx="24249" cy="44015"/>
            </a:xfrm>
            <a:custGeom>
              <a:avLst/>
              <a:gdLst/>
              <a:ahLst/>
              <a:cxnLst/>
              <a:rect l="l" t="t" r="r" b="b"/>
              <a:pathLst>
                <a:path w="925" h="1679" extrusionOk="0">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4" name="Google Shape;17854;p79"/>
            <p:cNvSpPr/>
            <p:nvPr/>
          </p:nvSpPr>
          <p:spPr>
            <a:xfrm>
              <a:off x="3479354" y="3547133"/>
              <a:ext cx="83652" cy="89367"/>
            </a:xfrm>
            <a:custGeom>
              <a:avLst/>
              <a:gdLst/>
              <a:ahLst/>
              <a:cxnLst/>
              <a:rect l="l" t="t" r="r" b="b"/>
              <a:pathLst>
                <a:path w="3191" h="3409" extrusionOk="0">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5" name="Google Shape;17855;p79"/>
            <p:cNvSpPr/>
            <p:nvPr/>
          </p:nvSpPr>
          <p:spPr>
            <a:xfrm>
              <a:off x="3479354" y="3547133"/>
              <a:ext cx="60583" cy="89367"/>
            </a:xfrm>
            <a:custGeom>
              <a:avLst/>
              <a:gdLst/>
              <a:ahLst/>
              <a:cxnLst/>
              <a:rect l="l" t="t" r="r" b="b"/>
              <a:pathLst>
                <a:path w="2311" h="3409" extrusionOk="0">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56" name="Google Shape;17856;p79"/>
          <p:cNvGrpSpPr/>
          <p:nvPr/>
        </p:nvGrpSpPr>
        <p:grpSpPr>
          <a:xfrm>
            <a:off x="3327229" y="1499899"/>
            <a:ext cx="234650" cy="378440"/>
            <a:chOff x="3327229" y="1499899"/>
            <a:chExt cx="234650" cy="378440"/>
          </a:xfrm>
        </p:grpSpPr>
        <p:sp>
          <p:nvSpPr>
            <p:cNvPr id="17857" name="Google Shape;17857;p79"/>
            <p:cNvSpPr/>
            <p:nvPr/>
          </p:nvSpPr>
          <p:spPr>
            <a:xfrm>
              <a:off x="3327229" y="1553613"/>
              <a:ext cx="180543" cy="324725"/>
            </a:xfrm>
            <a:custGeom>
              <a:avLst/>
              <a:gdLst/>
              <a:ahLst/>
              <a:cxnLst/>
              <a:rect l="l" t="t" r="r" b="b"/>
              <a:pathLst>
                <a:path w="6887" h="12387" extrusionOk="0">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8" name="Google Shape;17858;p79"/>
            <p:cNvSpPr/>
            <p:nvPr/>
          </p:nvSpPr>
          <p:spPr>
            <a:xfrm>
              <a:off x="3327229" y="1553613"/>
              <a:ext cx="42023" cy="324725"/>
            </a:xfrm>
            <a:custGeom>
              <a:avLst/>
              <a:gdLst/>
              <a:ahLst/>
              <a:cxnLst/>
              <a:rect l="l" t="t" r="r" b="b"/>
              <a:pathLst>
                <a:path w="1603" h="12387" extrusionOk="0">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9" name="Google Shape;17859;p79"/>
            <p:cNvSpPr/>
            <p:nvPr/>
          </p:nvSpPr>
          <p:spPr>
            <a:xfrm>
              <a:off x="3339340" y="1577836"/>
              <a:ext cx="156320" cy="252450"/>
            </a:xfrm>
            <a:custGeom>
              <a:avLst/>
              <a:gdLst/>
              <a:ahLst/>
              <a:cxnLst/>
              <a:rect l="l" t="t" r="r" b="b"/>
              <a:pathLst>
                <a:path w="5963" h="9630" extrusionOk="0">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0" name="Google Shape;17860;p79"/>
            <p:cNvSpPr/>
            <p:nvPr/>
          </p:nvSpPr>
          <p:spPr>
            <a:xfrm>
              <a:off x="3339340" y="1596187"/>
              <a:ext cx="156320" cy="167960"/>
            </a:xfrm>
            <a:custGeom>
              <a:avLst/>
              <a:gdLst/>
              <a:ahLst/>
              <a:cxnLst/>
              <a:rect l="l" t="t" r="r" b="b"/>
              <a:pathLst>
                <a:path w="5963" h="6407" extrusionOk="0">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1" name="Google Shape;17861;p79"/>
            <p:cNvSpPr/>
            <p:nvPr/>
          </p:nvSpPr>
          <p:spPr>
            <a:xfrm>
              <a:off x="3441526" y="1776126"/>
              <a:ext cx="35967" cy="35993"/>
            </a:xfrm>
            <a:custGeom>
              <a:avLst/>
              <a:gdLst/>
              <a:ahLst/>
              <a:cxnLst/>
              <a:rect l="l" t="t" r="r" b="b"/>
              <a:pathLst>
                <a:path w="1372" h="1373" extrusionOk="0">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2" name="Google Shape;17862;p79"/>
            <p:cNvSpPr/>
            <p:nvPr/>
          </p:nvSpPr>
          <p:spPr>
            <a:xfrm>
              <a:off x="3357507" y="1776126"/>
              <a:ext cx="35967" cy="35993"/>
            </a:xfrm>
            <a:custGeom>
              <a:avLst/>
              <a:gdLst/>
              <a:ahLst/>
              <a:cxnLst/>
              <a:rect l="l" t="t" r="r" b="b"/>
              <a:pathLst>
                <a:path w="1372" h="1373" extrusionOk="0">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3" name="Google Shape;17863;p79"/>
            <p:cNvSpPr/>
            <p:nvPr/>
          </p:nvSpPr>
          <p:spPr>
            <a:xfrm>
              <a:off x="3357507" y="1619859"/>
              <a:ext cx="119986" cy="120353"/>
            </a:xfrm>
            <a:custGeom>
              <a:avLst/>
              <a:gdLst/>
              <a:ahLst/>
              <a:cxnLst/>
              <a:rect l="l" t="t" r="r" b="b"/>
              <a:pathLst>
                <a:path w="4577" h="4591" extrusionOk="0">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4" name="Google Shape;17864;p79"/>
            <p:cNvSpPr/>
            <p:nvPr/>
          </p:nvSpPr>
          <p:spPr>
            <a:xfrm>
              <a:off x="3366210" y="1846907"/>
              <a:ext cx="24249" cy="14785"/>
            </a:xfrm>
            <a:custGeom>
              <a:avLst/>
              <a:gdLst/>
              <a:ahLst/>
              <a:cxnLst/>
              <a:rect l="l" t="t" r="r" b="b"/>
              <a:pathLst>
                <a:path w="925" h="564" extrusionOk="0">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5" name="Google Shape;17865;p79"/>
            <p:cNvSpPr/>
            <p:nvPr/>
          </p:nvSpPr>
          <p:spPr>
            <a:xfrm>
              <a:off x="3444174" y="1846907"/>
              <a:ext cx="24616" cy="14785"/>
            </a:xfrm>
            <a:custGeom>
              <a:avLst/>
              <a:gdLst/>
              <a:ahLst/>
              <a:cxnLst/>
              <a:rect l="l" t="t" r="r" b="b"/>
              <a:pathLst>
                <a:path w="939" h="564" extrusionOk="0">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6" name="Google Shape;17866;p79"/>
            <p:cNvSpPr/>
            <p:nvPr/>
          </p:nvSpPr>
          <p:spPr>
            <a:xfrm>
              <a:off x="3396095" y="1846907"/>
              <a:ext cx="42809" cy="14785"/>
            </a:xfrm>
            <a:custGeom>
              <a:avLst/>
              <a:gdLst/>
              <a:ahLst/>
              <a:cxnLst/>
              <a:rect l="l" t="t" r="r" b="b"/>
              <a:pathLst>
                <a:path w="1633" h="564" extrusionOk="0">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7" name="Google Shape;17867;p79"/>
            <p:cNvSpPr/>
            <p:nvPr/>
          </p:nvSpPr>
          <p:spPr>
            <a:xfrm>
              <a:off x="3487691" y="1524095"/>
              <a:ext cx="49966" cy="48105"/>
            </a:xfrm>
            <a:custGeom>
              <a:avLst/>
              <a:gdLst/>
              <a:ahLst/>
              <a:cxnLst/>
              <a:rect l="l" t="t" r="r" b="b"/>
              <a:pathLst>
                <a:path w="1906" h="1835" extrusionOk="0">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8" name="Google Shape;17868;p79"/>
            <p:cNvSpPr/>
            <p:nvPr/>
          </p:nvSpPr>
          <p:spPr>
            <a:xfrm>
              <a:off x="3487691" y="1499899"/>
              <a:ext cx="74188" cy="72301"/>
            </a:xfrm>
            <a:custGeom>
              <a:avLst/>
              <a:gdLst/>
              <a:ahLst/>
              <a:cxnLst/>
              <a:rect l="l" t="t" r="r" b="b"/>
              <a:pathLst>
                <a:path w="2830" h="2758" extrusionOk="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9" name="Google Shape;17869;p79"/>
            <p:cNvSpPr/>
            <p:nvPr/>
          </p:nvSpPr>
          <p:spPr>
            <a:xfrm>
              <a:off x="3381336" y="1686078"/>
              <a:ext cx="71934" cy="54239"/>
            </a:xfrm>
            <a:custGeom>
              <a:avLst/>
              <a:gdLst/>
              <a:ahLst/>
              <a:cxnLst/>
              <a:rect l="l" t="t" r="r" b="b"/>
              <a:pathLst>
                <a:path w="2744" h="2069" extrusionOk="0">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0" name="Google Shape;17870;p79"/>
            <p:cNvSpPr/>
            <p:nvPr/>
          </p:nvSpPr>
          <p:spPr>
            <a:xfrm>
              <a:off x="3381336" y="1704979"/>
              <a:ext cx="72327" cy="35338"/>
            </a:xfrm>
            <a:custGeom>
              <a:avLst/>
              <a:gdLst/>
              <a:ahLst/>
              <a:cxnLst/>
              <a:rect l="l" t="t" r="r" b="b"/>
              <a:pathLst>
                <a:path w="2759" h="1348" extrusionOk="0">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1" name="Google Shape;17871;p79"/>
            <p:cNvSpPr/>
            <p:nvPr/>
          </p:nvSpPr>
          <p:spPr>
            <a:xfrm>
              <a:off x="3404432" y="1686078"/>
              <a:ext cx="26136" cy="18088"/>
            </a:xfrm>
            <a:custGeom>
              <a:avLst/>
              <a:gdLst/>
              <a:ahLst/>
              <a:cxnLst/>
              <a:rect l="l" t="t" r="r" b="b"/>
              <a:pathLst>
                <a:path w="997" h="690" extrusionOk="0">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2" name="Google Shape;17872;p79"/>
            <p:cNvSpPr/>
            <p:nvPr/>
          </p:nvSpPr>
          <p:spPr>
            <a:xfrm>
              <a:off x="3393448" y="1638000"/>
              <a:ext cx="48105" cy="54160"/>
            </a:xfrm>
            <a:custGeom>
              <a:avLst/>
              <a:gdLst/>
              <a:ahLst/>
              <a:cxnLst/>
              <a:rect l="l" t="t" r="r" b="b"/>
              <a:pathLst>
                <a:path w="1835" h="2066" extrusionOk="0">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3" name="Google Shape;17873;p79"/>
            <p:cNvSpPr/>
            <p:nvPr/>
          </p:nvSpPr>
          <p:spPr>
            <a:xfrm>
              <a:off x="3393448" y="1638000"/>
              <a:ext cx="32952" cy="54055"/>
            </a:xfrm>
            <a:custGeom>
              <a:avLst/>
              <a:gdLst/>
              <a:ahLst/>
              <a:cxnLst/>
              <a:rect l="l" t="t" r="r" b="b"/>
              <a:pathLst>
                <a:path w="1257" h="2062" extrusionOk="0">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4" name="Google Shape;17874;p79"/>
            <p:cNvSpPr/>
            <p:nvPr/>
          </p:nvSpPr>
          <p:spPr>
            <a:xfrm>
              <a:off x="3393448" y="1638000"/>
              <a:ext cx="48105" cy="24249"/>
            </a:xfrm>
            <a:custGeom>
              <a:avLst/>
              <a:gdLst/>
              <a:ahLst/>
              <a:cxnLst/>
              <a:rect l="l" t="t" r="r" b="b"/>
              <a:pathLst>
                <a:path w="1835" h="925" extrusionOk="0">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5" name="Google Shape;17875;p79"/>
            <p:cNvSpPr/>
            <p:nvPr/>
          </p:nvSpPr>
          <p:spPr>
            <a:xfrm>
              <a:off x="3393448" y="1638000"/>
              <a:ext cx="32952" cy="21994"/>
            </a:xfrm>
            <a:custGeom>
              <a:avLst/>
              <a:gdLst/>
              <a:ahLst/>
              <a:cxnLst/>
              <a:rect l="l" t="t" r="r" b="b"/>
              <a:pathLst>
                <a:path w="1257" h="839" extrusionOk="0">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6" name="Google Shape;17876;p79"/>
            <p:cNvSpPr/>
            <p:nvPr/>
          </p:nvSpPr>
          <p:spPr>
            <a:xfrm>
              <a:off x="3435470" y="1715596"/>
              <a:ext cx="18193" cy="21575"/>
            </a:xfrm>
            <a:custGeom>
              <a:avLst/>
              <a:gdLst/>
              <a:ahLst/>
              <a:cxnLst/>
              <a:rect l="l" t="t" r="r" b="b"/>
              <a:pathLst>
                <a:path w="694" h="823" extrusionOk="0">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7" name="Google Shape;17877;p79"/>
            <p:cNvSpPr/>
            <p:nvPr/>
          </p:nvSpPr>
          <p:spPr>
            <a:xfrm>
              <a:off x="3381336" y="1715596"/>
              <a:ext cx="18193" cy="21968"/>
            </a:xfrm>
            <a:custGeom>
              <a:avLst/>
              <a:gdLst/>
              <a:ahLst/>
              <a:cxnLst/>
              <a:rect l="l" t="t" r="r" b="b"/>
              <a:pathLst>
                <a:path w="694" h="838" extrusionOk="0">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78" name="Google Shape;17878;p79"/>
          <p:cNvGrpSpPr/>
          <p:nvPr/>
        </p:nvGrpSpPr>
        <p:grpSpPr>
          <a:xfrm>
            <a:off x="3735553" y="1530151"/>
            <a:ext cx="366722" cy="317962"/>
            <a:chOff x="3735553" y="1530151"/>
            <a:chExt cx="366722" cy="317962"/>
          </a:xfrm>
        </p:grpSpPr>
        <p:sp>
          <p:nvSpPr>
            <p:cNvPr id="17879" name="Google Shape;17879;p79"/>
            <p:cNvSpPr/>
            <p:nvPr/>
          </p:nvSpPr>
          <p:spPr>
            <a:xfrm>
              <a:off x="3770760" y="1565725"/>
              <a:ext cx="331515" cy="282388"/>
            </a:xfrm>
            <a:custGeom>
              <a:avLst/>
              <a:gdLst/>
              <a:ahLst/>
              <a:cxnLst/>
              <a:rect l="l" t="t" r="r" b="b"/>
              <a:pathLst>
                <a:path w="12646" h="10772" extrusionOk="0">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0" name="Google Shape;17880;p79"/>
            <p:cNvSpPr/>
            <p:nvPr/>
          </p:nvSpPr>
          <p:spPr>
            <a:xfrm>
              <a:off x="3770760" y="1565725"/>
              <a:ext cx="307685" cy="189246"/>
            </a:xfrm>
            <a:custGeom>
              <a:avLst/>
              <a:gdLst/>
              <a:ahLst/>
              <a:cxnLst/>
              <a:rect l="l" t="t" r="r" b="b"/>
              <a:pathLst>
                <a:path w="11737" h="7219" extrusionOk="0">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1" name="Google Shape;17881;p79"/>
            <p:cNvSpPr/>
            <p:nvPr/>
          </p:nvSpPr>
          <p:spPr>
            <a:xfrm>
              <a:off x="3735553" y="1530151"/>
              <a:ext cx="330781" cy="282073"/>
            </a:xfrm>
            <a:custGeom>
              <a:avLst/>
              <a:gdLst/>
              <a:ahLst/>
              <a:cxnLst/>
              <a:rect l="l" t="t" r="r" b="b"/>
              <a:pathLst>
                <a:path w="12618" h="10760" extrusionOk="0">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2" name="Google Shape;17882;p79"/>
            <p:cNvSpPr/>
            <p:nvPr/>
          </p:nvSpPr>
          <p:spPr>
            <a:xfrm>
              <a:off x="3779070" y="1629296"/>
              <a:ext cx="250170" cy="14785"/>
            </a:xfrm>
            <a:custGeom>
              <a:avLst/>
              <a:gdLst/>
              <a:ahLst/>
              <a:cxnLst/>
              <a:rect l="l" t="t" r="r" b="b"/>
              <a:pathLst>
                <a:path w="9543" h="564" extrusionOk="0">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3" name="Google Shape;17883;p79"/>
            <p:cNvSpPr/>
            <p:nvPr/>
          </p:nvSpPr>
          <p:spPr>
            <a:xfrm>
              <a:off x="3779070" y="1599778"/>
              <a:ext cx="167304" cy="14785"/>
            </a:xfrm>
            <a:custGeom>
              <a:avLst/>
              <a:gdLst/>
              <a:ahLst/>
              <a:cxnLst/>
              <a:rect l="l" t="t" r="r" b="b"/>
              <a:pathLst>
                <a:path w="6382" h="564" extrusionOk="0">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4" name="Google Shape;17884;p79"/>
            <p:cNvSpPr/>
            <p:nvPr/>
          </p:nvSpPr>
          <p:spPr>
            <a:xfrm>
              <a:off x="3950490" y="1599778"/>
              <a:ext cx="78750" cy="14785"/>
            </a:xfrm>
            <a:custGeom>
              <a:avLst/>
              <a:gdLst/>
              <a:ahLst/>
              <a:cxnLst/>
              <a:rect l="l" t="t" r="r" b="b"/>
              <a:pathLst>
                <a:path w="3004" h="564" extrusionOk="0">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5" name="Google Shape;17885;p79"/>
            <p:cNvSpPr/>
            <p:nvPr/>
          </p:nvSpPr>
          <p:spPr>
            <a:xfrm>
              <a:off x="3779070" y="1658814"/>
              <a:ext cx="96524" cy="14785"/>
            </a:xfrm>
            <a:custGeom>
              <a:avLst/>
              <a:gdLst/>
              <a:ahLst/>
              <a:cxnLst/>
              <a:rect l="l" t="t" r="r" b="b"/>
              <a:pathLst>
                <a:path w="3682" h="564" extrusionOk="0">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6" name="Google Shape;17886;p79"/>
            <p:cNvSpPr/>
            <p:nvPr/>
          </p:nvSpPr>
          <p:spPr>
            <a:xfrm>
              <a:off x="3891087" y="1658814"/>
              <a:ext cx="138153" cy="14785"/>
            </a:xfrm>
            <a:custGeom>
              <a:avLst/>
              <a:gdLst/>
              <a:ahLst/>
              <a:cxnLst/>
              <a:rect l="l" t="t" r="r" b="b"/>
              <a:pathLst>
                <a:path w="5270" h="564" extrusionOk="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7" name="Google Shape;17887;p79"/>
            <p:cNvSpPr/>
            <p:nvPr/>
          </p:nvSpPr>
          <p:spPr>
            <a:xfrm>
              <a:off x="3779070" y="1570260"/>
              <a:ext cx="49232" cy="14785"/>
            </a:xfrm>
            <a:custGeom>
              <a:avLst/>
              <a:gdLst/>
              <a:ahLst/>
              <a:cxnLst/>
              <a:rect l="l" t="t" r="r" b="b"/>
              <a:pathLst>
                <a:path w="1878" h="564" extrusionOk="0">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8" name="Google Shape;17888;p79"/>
            <p:cNvSpPr/>
            <p:nvPr/>
          </p:nvSpPr>
          <p:spPr>
            <a:xfrm>
              <a:off x="3832051" y="1570260"/>
              <a:ext cx="197189" cy="14785"/>
            </a:xfrm>
            <a:custGeom>
              <a:avLst/>
              <a:gdLst/>
              <a:ahLst/>
              <a:cxnLst/>
              <a:rect l="l" t="t" r="r" b="b"/>
              <a:pathLst>
                <a:path w="7522" h="564" extrusionOk="0">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9" name="Google Shape;17889;p79"/>
            <p:cNvSpPr/>
            <p:nvPr/>
          </p:nvSpPr>
          <p:spPr>
            <a:xfrm>
              <a:off x="3779070" y="1688699"/>
              <a:ext cx="190740" cy="14811"/>
            </a:xfrm>
            <a:custGeom>
              <a:avLst/>
              <a:gdLst/>
              <a:ahLst/>
              <a:cxnLst/>
              <a:rect l="l" t="t" r="r" b="b"/>
              <a:pathLst>
                <a:path w="7276" h="565" extrusionOk="0">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0" name="Google Shape;17890;p79"/>
            <p:cNvSpPr/>
            <p:nvPr/>
          </p:nvSpPr>
          <p:spPr>
            <a:xfrm>
              <a:off x="3973953" y="1688699"/>
              <a:ext cx="55287" cy="14811"/>
            </a:xfrm>
            <a:custGeom>
              <a:avLst/>
              <a:gdLst/>
              <a:ahLst/>
              <a:cxnLst/>
              <a:rect l="l" t="t" r="r" b="b"/>
              <a:pathLst>
                <a:path w="2109" h="565" extrusionOk="0">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91" name="Google Shape;17891;p79"/>
          <p:cNvGrpSpPr/>
          <p:nvPr/>
        </p:nvGrpSpPr>
        <p:grpSpPr>
          <a:xfrm>
            <a:off x="866322" y="2469775"/>
            <a:ext cx="379226" cy="322733"/>
            <a:chOff x="866322" y="2469775"/>
            <a:chExt cx="379226" cy="322733"/>
          </a:xfrm>
        </p:grpSpPr>
        <p:sp>
          <p:nvSpPr>
            <p:cNvPr id="17892" name="Google Shape;17892;p79"/>
            <p:cNvSpPr/>
            <p:nvPr/>
          </p:nvSpPr>
          <p:spPr>
            <a:xfrm>
              <a:off x="1050246" y="2469775"/>
              <a:ext cx="175981" cy="171787"/>
            </a:xfrm>
            <a:custGeom>
              <a:avLst/>
              <a:gdLst/>
              <a:ahLst/>
              <a:cxnLst/>
              <a:rect l="l" t="t" r="r" b="b"/>
              <a:pathLst>
                <a:path w="6713" h="6553" extrusionOk="0">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3" name="Google Shape;17893;p79"/>
            <p:cNvSpPr/>
            <p:nvPr/>
          </p:nvSpPr>
          <p:spPr>
            <a:xfrm>
              <a:off x="1077484" y="2498926"/>
              <a:ext cx="33345" cy="11744"/>
            </a:xfrm>
            <a:custGeom>
              <a:avLst/>
              <a:gdLst/>
              <a:ahLst/>
              <a:cxnLst/>
              <a:rect l="l" t="t" r="r" b="b"/>
              <a:pathLst>
                <a:path w="1272" h="448" extrusionOk="0">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4" name="Google Shape;17894;p79"/>
            <p:cNvSpPr/>
            <p:nvPr/>
          </p:nvSpPr>
          <p:spPr>
            <a:xfrm>
              <a:off x="1118353" y="2498926"/>
              <a:ext cx="80270" cy="11744"/>
            </a:xfrm>
            <a:custGeom>
              <a:avLst/>
              <a:gdLst/>
              <a:ahLst/>
              <a:cxnLst/>
              <a:rect l="l" t="t" r="r" b="b"/>
              <a:pathLst>
                <a:path w="3062" h="448" extrusionOk="0">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5" name="Google Shape;17895;p79"/>
            <p:cNvSpPr/>
            <p:nvPr/>
          </p:nvSpPr>
          <p:spPr>
            <a:xfrm>
              <a:off x="1077484" y="2528418"/>
              <a:ext cx="121140" cy="11771"/>
            </a:xfrm>
            <a:custGeom>
              <a:avLst/>
              <a:gdLst/>
              <a:ahLst/>
              <a:cxnLst/>
              <a:rect l="l" t="t" r="r" b="b"/>
              <a:pathLst>
                <a:path w="4621" h="449" extrusionOk="0">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6" name="Google Shape;17896;p79"/>
            <p:cNvSpPr/>
            <p:nvPr/>
          </p:nvSpPr>
          <p:spPr>
            <a:xfrm>
              <a:off x="1077484" y="2557569"/>
              <a:ext cx="80270" cy="11771"/>
            </a:xfrm>
            <a:custGeom>
              <a:avLst/>
              <a:gdLst/>
              <a:ahLst/>
              <a:cxnLst/>
              <a:rect l="l" t="t" r="r" b="b"/>
              <a:pathLst>
                <a:path w="3062" h="449" extrusionOk="0">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7" name="Google Shape;17897;p79"/>
            <p:cNvSpPr/>
            <p:nvPr/>
          </p:nvSpPr>
          <p:spPr>
            <a:xfrm>
              <a:off x="1165278" y="2557569"/>
              <a:ext cx="33345" cy="11771"/>
            </a:xfrm>
            <a:custGeom>
              <a:avLst/>
              <a:gdLst/>
              <a:ahLst/>
              <a:cxnLst/>
              <a:rect l="l" t="t" r="r" b="b"/>
              <a:pathLst>
                <a:path w="1272" h="449" extrusionOk="0">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8" name="Google Shape;17898;p79"/>
            <p:cNvSpPr/>
            <p:nvPr/>
          </p:nvSpPr>
          <p:spPr>
            <a:xfrm>
              <a:off x="886009" y="2733551"/>
              <a:ext cx="340218" cy="17433"/>
            </a:xfrm>
            <a:custGeom>
              <a:avLst/>
              <a:gdLst/>
              <a:ahLst/>
              <a:cxnLst/>
              <a:rect l="l" t="t" r="r" b="b"/>
              <a:pathLst>
                <a:path w="12978" h="665" extrusionOk="0">
                  <a:moveTo>
                    <a:pt x="0" y="0"/>
                  </a:moveTo>
                  <a:lnTo>
                    <a:pt x="0" y="664"/>
                  </a:lnTo>
                  <a:lnTo>
                    <a:pt x="12978" y="664"/>
                  </a:lnTo>
                  <a:lnTo>
                    <a:pt x="1297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9" name="Google Shape;17899;p79"/>
            <p:cNvSpPr/>
            <p:nvPr/>
          </p:nvSpPr>
          <p:spPr>
            <a:xfrm>
              <a:off x="879954" y="2733551"/>
              <a:ext cx="12138" cy="58958"/>
            </a:xfrm>
            <a:custGeom>
              <a:avLst/>
              <a:gdLst/>
              <a:ahLst/>
              <a:cxnLst/>
              <a:rect l="l" t="t" r="r" b="b"/>
              <a:pathLst>
                <a:path w="463" h="2249" extrusionOk="0">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0" name="Google Shape;17900;p79"/>
            <p:cNvSpPr/>
            <p:nvPr/>
          </p:nvSpPr>
          <p:spPr>
            <a:xfrm>
              <a:off x="1220146" y="2733551"/>
              <a:ext cx="11771" cy="58958"/>
            </a:xfrm>
            <a:custGeom>
              <a:avLst/>
              <a:gdLst/>
              <a:ahLst/>
              <a:cxnLst/>
              <a:rect l="l" t="t" r="r" b="b"/>
              <a:pathLst>
                <a:path w="449" h="2249" extrusionOk="0">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1" name="Google Shape;17901;p79"/>
            <p:cNvSpPr/>
            <p:nvPr/>
          </p:nvSpPr>
          <p:spPr>
            <a:xfrm>
              <a:off x="921190" y="2608295"/>
              <a:ext cx="105620" cy="119593"/>
            </a:xfrm>
            <a:custGeom>
              <a:avLst/>
              <a:gdLst/>
              <a:ahLst/>
              <a:cxnLst/>
              <a:rect l="l" t="t" r="r" b="b"/>
              <a:pathLst>
                <a:path w="4029" h="4562" extrusionOk="0">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2" name="Google Shape;17902;p79"/>
            <p:cNvSpPr/>
            <p:nvPr/>
          </p:nvSpPr>
          <p:spPr>
            <a:xfrm>
              <a:off x="956029" y="2608295"/>
              <a:ext cx="35574" cy="23095"/>
            </a:xfrm>
            <a:custGeom>
              <a:avLst/>
              <a:gdLst/>
              <a:ahLst/>
              <a:cxnLst/>
              <a:rect l="l" t="t" r="r" b="b"/>
              <a:pathLst>
                <a:path w="1357" h="881" extrusionOk="0">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3" name="Google Shape;17903;p79"/>
            <p:cNvSpPr/>
            <p:nvPr/>
          </p:nvSpPr>
          <p:spPr>
            <a:xfrm>
              <a:off x="920823" y="2638941"/>
              <a:ext cx="105987" cy="88947"/>
            </a:xfrm>
            <a:custGeom>
              <a:avLst/>
              <a:gdLst/>
              <a:ahLst/>
              <a:cxnLst/>
              <a:rect l="l" t="t" r="r" b="b"/>
              <a:pathLst>
                <a:path w="4043" h="3393" extrusionOk="0">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4" name="Google Shape;17904;p79"/>
            <p:cNvSpPr/>
            <p:nvPr/>
          </p:nvSpPr>
          <p:spPr>
            <a:xfrm>
              <a:off x="1002954" y="2650659"/>
              <a:ext cx="23856" cy="76862"/>
            </a:xfrm>
            <a:custGeom>
              <a:avLst/>
              <a:gdLst/>
              <a:ahLst/>
              <a:cxnLst/>
              <a:rect l="l" t="t" r="r" b="b"/>
              <a:pathLst>
                <a:path w="910" h="2932" extrusionOk="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5" name="Google Shape;17905;p79"/>
            <p:cNvSpPr/>
            <p:nvPr/>
          </p:nvSpPr>
          <p:spPr>
            <a:xfrm>
              <a:off x="921190" y="2650659"/>
              <a:ext cx="52640" cy="77229"/>
            </a:xfrm>
            <a:custGeom>
              <a:avLst/>
              <a:gdLst/>
              <a:ahLst/>
              <a:cxnLst/>
              <a:rect l="l" t="t" r="r" b="b"/>
              <a:pathLst>
                <a:path w="2008" h="2946" extrusionOk="0">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6" name="Google Shape;17906;p79"/>
            <p:cNvSpPr/>
            <p:nvPr/>
          </p:nvSpPr>
          <p:spPr>
            <a:xfrm>
              <a:off x="950341" y="2510644"/>
              <a:ext cx="46951" cy="41289"/>
            </a:xfrm>
            <a:custGeom>
              <a:avLst/>
              <a:gdLst/>
              <a:ahLst/>
              <a:cxnLst/>
              <a:rect l="l" t="t" r="r" b="b"/>
              <a:pathLst>
                <a:path w="1791" h="1575" extrusionOk="0">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7" name="Google Shape;17907;p79"/>
            <p:cNvSpPr/>
            <p:nvPr/>
          </p:nvSpPr>
          <p:spPr>
            <a:xfrm>
              <a:off x="950341" y="2510644"/>
              <a:ext cx="32192" cy="41289"/>
            </a:xfrm>
            <a:custGeom>
              <a:avLst/>
              <a:gdLst/>
              <a:ahLst/>
              <a:cxnLst/>
              <a:rect l="l" t="t" r="r" b="b"/>
              <a:pathLst>
                <a:path w="1228" h="1575" extrusionOk="0">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8" name="Google Shape;17908;p79"/>
            <p:cNvSpPr/>
            <p:nvPr/>
          </p:nvSpPr>
          <p:spPr>
            <a:xfrm>
              <a:off x="932567" y="2528444"/>
              <a:ext cx="82499" cy="82132"/>
            </a:xfrm>
            <a:custGeom>
              <a:avLst/>
              <a:gdLst/>
              <a:ahLst/>
              <a:cxnLst/>
              <a:rect l="l" t="t" r="r" b="b"/>
              <a:pathLst>
                <a:path w="3147" h="3133" extrusionOk="0">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9" name="Google Shape;17909;p79"/>
            <p:cNvSpPr/>
            <p:nvPr/>
          </p:nvSpPr>
          <p:spPr>
            <a:xfrm>
              <a:off x="948060" y="2528051"/>
              <a:ext cx="68526" cy="74215"/>
            </a:xfrm>
            <a:custGeom>
              <a:avLst/>
              <a:gdLst/>
              <a:ahLst/>
              <a:cxnLst/>
              <a:rect l="l" t="t" r="r" b="b"/>
              <a:pathLst>
                <a:path w="2614" h="2831" extrusionOk="0">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0" name="Google Shape;17910;p79"/>
            <p:cNvSpPr/>
            <p:nvPr/>
          </p:nvSpPr>
          <p:spPr>
            <a:xfrm>
              <a:off x="938596" y="2564542"/>
              <a:ext cx="70413" cy="57778"/>
            </a:xfrm>
            <a:custGeom>
              <a:avLst/>
              <a:gdLst/>
              <a:ahLst/>
              <a:cxnLst/>
              <a:rect l="l" t="t" r="r" b="b"/>
              <a:pathLst>
                <a:path w="2686" h="2204" extrusionOk="0">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1" name="Google Shape;17911;p79"/>
            <p:cNvSpPr/>
            <p:nvPr/>
          </p:nvSpPr>
          <p:spPr>
            <a:xfrm>
              <a:off x="938596" y="2564542"/>
              <a:ext cx="70413" cy="57018"/>
            </a:xfrm>
            <a:custGeom>
              <a:avLst/>
              <a:gdLst/>
              <a:ahLst/>
              <a:cxnLst/>
              <a:rect l="l" t="t" r="r" b="b"/>
              <a:pathLst>
                <a:path w="2686" h="2175" extrusionOk="0">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2" name="Google Shape;17912;p79"/>
            <p:cNvSpPr/>
            <p:nvPr/>
          </p:nvSpPr>
          <p:spPr>
            <a:xfrm>
              <a:off x="879954" y="2733551"/>
              <a:ext cx="11744" cy="17433"/>
            </a:xfrm>
            <a:custGeom>
              <a:avLst/>
              <a:gdLst/>
              <a:ahLst/>
              <a:cxnLst/>
              <a:rect l="l" t="t" r="r" b="b"/>
              <a:pathLst>
                <a:path w="448" h="665" extrusionOk="0">
                  <a:moveTo>
                    <a:pt x="0" y="0"/>
                  </a:moveTo>
                  <a:lnTo>
                    <a:pt x="0"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3" name="Google Shape;17913;p79"/>
            <p:cNvSpPr/>
            <p:nvPr/>
          </p:nvSpPr>
          <p:spPr>
            <a:xfrm>
              <a:off x="1220146" y="2733551"/>
              <a:ext cx="11771" cy="17433"/>
            </a:xfrm>
            <a:custGeom>
              <a:avLst/>
              <a:gdLst/>
              <a:ahLst/>
              <a:cxnLst/>
              <a:rect l="l" t="t" r="r" b="b"/>
              <a:pathLst>
                <a:path w="449" h="665" extrusionOk="0">
                  <a:moveTo>
                    <a:pt x="1" y="0"/>
                  </a:moveTo>
                  <a:lnTo>
                    <a:pt x="1"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4" name="Google Shape;17914;p79"/>
            <p:cNvSpPr/>
            <p:nvPr/>
          </p:nvSpPr>
          <p:spPr>
            <a:xfrm>
              <a:off x="866322" y="2727495"/>
              <a:ext cx="379226" cy="11744"/>
            </a:xfrm>
            <a:custGeom>
              <a:avLst/>
              <a:gdLst/>
              <a:ahLst/>
              <a:cxnLst/>
              <a:rect l="l" t="t" r="r" b="b"/>
              <a:pathLst>
                <a:path w="14466" h="448" extrusionOk="0">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5" name="Google Shape;17915;p79"/>
            <p:cNvSpPr/>
            <p:nvPr/>
          </p:nvSpPr>
          <p:spPr>
            <a:xfrm>
              <a:off x="944652" y="2716144"/>
              <a:ext cx="35233" cy="11744"/>
            </a:xfrm>
            <a:custGeom>
              <a:avLst/>
              <a:gdLst/>
              <a:ahLst/>
              <a:cxnLst/>
              <a:rect l="l" t="t" r="r" b="b"/>
              <a:pathLst>
                <a:path w="1344" h="448" extrusionOk="0">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6" name="Google Shape;17916;p79"/>
            <p:cNvSpPr/>
            <p:nvPr/>
          </p:nvSpPr>
          <p:spPr>
            <a:xfrm>
              <a:off x="968115" y="2669219"/>
              <a:ext cx="82158" cy="58669"/>
            </a:xfrm>
            <a:custGeom>
              <a:avLst/>
              <a:gdLst/>
              <a:ahLst/>
              <a:cxnLst/>
              <a:rect l="l" t="t" r="r" b="b"/>
              <a:pathLst>
                <a:path w="3134" h="2238" extrusionOk="0">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7" name="Google Shape;17917;p79"/>
            <p:cNvSpPr/>
            <p:nvPr/>
          </p:nvSpPr>
          <p:spPr>
            <a:xfrm>
              <a:off x="995378" y="2692681"/>
              <a:ext cx="27264" cy="11744"/>
            </a:xfrm>
            <a:custGeom>
              <a:avLst/>
              <a:gdLst/>
              <a:ahLst/>
              <a:cxnLst/>
              <a:rect l="l" t="t" r="r" b="b"/>
              <a:pathLst>
                <a:path w="1040" h="448" extrusionOk="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18" name="Google Shape;17918;p79"/>
          <p:cNvGrpSpPr/>
          <p:nvPr/>
        </p:nvGrpSpPr>
        <p:grpSpPr>
          <a:xfrm>
            <a:off x="1328387" y="2500814"/>
            <a:ext cx="404183" cy="289151"/>
            <a:chOff x="1328387" y="2500814"/>
            <a:chExt cx="404183" cy="289151"/>
          </a:xfrm>
        </p:grpSpPr>
        <p:sp>
          <p:nvSpPr>
            <p:cNvPr id="17919" name="Google Shape;17919;p79"/>
            <p:cNvSpPr/>
            <p:nvPr/>
          </p:nvSpPr>
          <p:spPr>
            <a:xfrm>
              <a:off x="1561491" y="2601479"/>
              <a:ext cx="125281" cy="118859"/>
            </a:xfrm>
            <a:custGeom>
              <a:avLst/>
              <a:gdLst/>
              <a:ahLst/>
              <a:cxnLst/>
              <a:rect l="l" t="t" r="r" b="b"/>
              <a:pathLst>
                <a:path w="4779" h="4534" extrusionOk="0">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0" name="Google Shape;17920;p79"/>
            <p:cNvSpPr/>
            <p:nvPr/>
          </p:nvSpPr>
          <p:spPr>
            <a:xfrm>
              <a:off x="1561884" y="2620407"/>
              <a:ext cx="125281" cy="99932"/>
            </a:xfrm>
            <a:custGeom>
              <a:avLst/>
              <a:gdLst/>
              <a:ahLst/>
              <a:cxnLst/>
              <a:rect l="l" t="t" r="r" b="b"/>
              <a:pathLst>
                <a:path w="4779" h="3812" extrusionOk="0">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1" name="Google Shape;17921;p79"/>
            <p:cNvSpPr/>
            <p:nvPr/>
          </p:nvSpPr>
          <p:spPr>
            <a:xfrm>
              <a:off x="1603881" y="2601479"/>
              <a:ext cx="40895" cy="18953"/>
            </a:xfrm>
            <a:custGeom>
              <a:avLst/>
              <a:gdLst/>
              <a:ahLst/>
              <a:cxnLst/>
              <a:rect l="l" t="t" r="r" b="b"/>
              <a:pathLst>
                <a:path w="1560" h="723" extrusionOk="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2" name="Google Shape;17922;p79"/>
            <p:cNvSpPr/>
            <p:nvPr/>
          </p:nvSpPr>
          <p:spPr>
            <a:xfrm>
              <a:off x="1580785" y="2513685"/>
              <a:ext cx="31458" cy="68893"/>
            </a:xfrm>
            <a:custGeom>
              <a:avLst/>
              <a:gdLst/>
              <a:ahLst/>
              <a:cxnLst/>
              <a:rect l="l" t="t" r="r" b="b"/>
              <a:pathLst>
                <a:path w="1200" h="2628" extrusionOk="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3" name="Google Shape;17923;p79"/>
            <p:cNvSpPr/>
            <p:nvPr/>
          </p:nvSpPr>
          <p:spPr>
            <a:xfrm>
              <a:off x="1593290" y="2507236"/>
              <a:ext cx="75342" cy="75342"/>
            </a:xfrm>
            <a:custGeom>
              <a:avLst/>
              <a:gdLst/>
              <a:ahLst/>
              <a:cxnLst/>
              <a:rect l="l" t="t" r="r" b="b"/>
              <a:pathLst>
                <a:path w="2874" h="2874" extrusionOk="0">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4" name="Google Shape;17924;p79"/>
            <p:cNvSpPr/>
            <p:nvPr/>
          </p:nvSpPr>
          <p:spPr>
            <a:xfrm>
              <a:off x="1586841" y="2538668"/>
              <a:ext cx="74975" cy="68893"/>
            </a:xfrm>
            <a:custGeom>
              <a:avLst/>
              <a:gdLst/>
              <a:ahLst/>
              <a:cxnLst/>
              <a:rect l="l" t="t" r="r" b="b"/>
              <a:pathLst>
                <a:path w="2860" h="2628" extrusionOk="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5" name="Google Shape;17925;p79"/>
            <p:cNvSpPr/>
            <p:nvPr/>
          </p:nvSpPr>
          <p:spPr>
            <a:xfrm>
              <a:off x="1587234" y="2538983"/>
              <a:ext cx="74949" cy="67451"/>
            </a:xfrm>
            <a:custGeom>
              <a:avLst/>
              <a:gdLst/>
              <a:ahLst/>
              <a:cxnLst/>
              <a:rect l="l" t="t" r="r" b="b"/>
              <a:pathLst>
                <a:path w="2859" h="2573" extrusionOk="0">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6" name="Google Shape;17926;p79"/>
            <p:cNvSpPr/>
            <p:nvPr/>
          </p:nvSpPr>
          <p:spPr>
            <a:xfrm>
              <a:off x="1561884" y="2632518"/>
              <a:ext cx="24983" cy="87820"/>
            </a:xfrm>
            <a:custGeom>
              <a:avLst/>
              <a:gdLst/>
              <a:ahLst/>
              <a:cxnLst/>
              <a:rect l="l" t="t" r="r" b="b"/>
              <a:pathLst>
                <a:path w="953" h="3350" extrusionOk="0">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7" name="Google Shape;17927;p79"/>
            <p:cNvSpPr/>
            <p:nvPr/>
          </p:nvSpPr>
          <p:spPr>
            <a:xfrm>
              <a:off x="1630751" y="2632518"/>
              <a:ext cx="56415" cy="87820"/>
            </a:xfrm>
            <a:custGeom>
              <a:avLst/>
              <a:gdLst/>
              <a:ahLst/>
              <a:cxnLst/>
              <a:rect l="l" t="t" r="r" b="b"/>
              <a:pathLst>
                <a:path w="2152" h="3350" extrusionOk="0">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8" name="Google Shape;17928;p79"/>
            <p:cNvSpPr/>
            <p:nvPr/>
          </p:nvSpPr>
          <p:spPr>
            <a:xfrm>
              <a:off x="1348442" y="2726735"/>
              <a:ext cx="364074" cy="18953"/>
            </a:xfrm>
            <a:custGeom>
              <a:avLst/>
              <a:gdLst/>
              <a:ahLst/>
              <a:cxnLst/>
              <a:rect l="l" t="t" r="r" b="b"/>
              <a:pathLst>
                <a:path w="13888" h="723" extrusionOk="0">
                  <a:moveTo>
                    <a:pt x="1" y="0"/>
                  </a:moveTo>
                  <a:lnTo>
                    <a:pt x="1" y="722"/>
                  </a:lnTo>
                  <a:lnTo>
                    <a:pt x="13888" y="722"/>
                  </a:lnTo>
                  <a:lnTo>
                    <a:pt x="1388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9" name="Google Shape;17929;p79"/>
            <p:cNvSpPr/>
            <p:nvPr/>
          </p:nvSpPr>
          <p:spPr>
            <a:xfrm>
              <a:off x="1342019" y="2726735"/>
              <a:ext cx="13265" cy="63231"/>
            </a:xfrm>
            <a:custGeom>
              <a:avLst/>
              <a:gdLst/>
              <a:ahLst/>
              <a:cxnLst/>
              <a:rect l="l" t="t" r="r" b="b"/>
              <a:pathLst>
                <a:path w="506" h="2412" extrusionOk="0">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0" name="Google Shape;17930;p79"/>
            <p:cNvSpPr/>
            <p:nvPr/>
          </p:nvSpPr>
          <p:spPr>
            <a:xfrm>
              <a:off x="1705674" y="2726735"/>
              <a:ext cx="13265" cy="63231"/>
            </a:xfrm>
            <a:custGeom>
              <a:avLst/>
              <a:gdLst/>
              <a:ahLst/>
              <a:cxnLst/>
              <a:rect l="l" t="t" r="r" b="b"/>
              <a:pathLst>
                <a:path w="506" h="2412" extrusionOk="0">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1" name="Google Shape;17931;p79"/>
            <p:cNvSpPr/>
            <p:nvPr/>
          </p:nvSpPr>
          <p:spPr>
            <a:xfrm>
              <a:off x="1342386" y="2726735"/>
              <a:ext cx="12531" cy="18953"/>
            </a:xfrm>
            <a:custGeom>
              <a:avLst/>
              <a:gdLst/>
              <a:ahLst/>
              <a:cxnLst/>
              <a:rect l="l" t="t" r="r" b="b"/>
              <a:pathLst>
                <a:path w="478" h="723" extrusionOk="0">
                  <a:moveTo>
                    <a:pt x="1" y="0"/>
                  </a:moveTo>
                  <a:lnTo>
                    <a:pt x="1" y="722"/>
                  </a:lnTo>
                  <a:lnTo>
                    <a:pt x="477" y="722"/>
                  </a:lnTo>
                  <a:lnTo>
                    <a:pt x="47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2" name="Google Shape;17932;p79"/>
            <p:cNvSpPr/>
            <p:nvPr/>
          </p:nvSpPr>
          <p:spPr>
            <a:xfrm>
              <a:off x="1706067" y="2726735"/>
              <a:ext cx="12505" cy="18953"/>
            </a:xfrm>
            <a:custGeom>
              <a:avLst/>
              <a:gdLst/>
              <a:ahLst/>
              <a:cxnLst/>
              <a:rect l="l" t="t" r="r" b="b"/>
              <a:pathLst>
                <a:path w="477" h="723" extrusionOk="0">
                  <a:moveTo>
                    <a:pt x="0" y="0"/>
                  </a:moveTo>
                  <a:lnTo>
                    <a:pt x="0" y="722"/>
                  </a:lnTo>
                  <a:lnTo>
                    <a:pt x="476" y="722"/>
                  </a:lnTo>
                  <a:lnTo>
                    <a:pt x="47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3" name="Google Shape;17933;p79"/>
            <p:cNvSpPr/>
            <p:nvPr/>
          </p:nvSpPr>
          <p:spPr>
            <a:xfrm>
              <a:off x="1328387" y="2720679"/>
              <a:ext cx="404183" cy="12505"/>
            </a:xfrm>
            <a:custGeom>
              <a:avLst/>
              <a:gdLst/>
              <a:ahLst/>
              <a:cxnLst/>
              <a:rect l="l" t="t" r="r" b="b"/>
              <a:pathLst>
                <a:path w="15418" h="477" extrusionOk="0">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4" name="Google Shape;17934;p79"/>
            <p:cNvSpPr/>
            <p:nvPr/>
          </p:nvSpPr>
          <p:spPr>
            <a:xfrm>
              <a:off x="1624695" y="2708148"/>
              <a:ext cx="37487" cy="12557"/>
            </a:xfrm>
            <a:custGeom>
              <a:avLst/>
              <a:gdLst/>
              <a:ahLst/>
              <a:cxnLst/>
              <a:rect l="l" t="t" r="r" b="b"/>
              <a:pathLst>
                <a:path w="1430" h="479" extrusionOk="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5" name="Google Shape;17935;p79"/>
            <p:cNvSpPr/>
            <p:nvPr/>
          </p:nvSpPr>
          <p:spPr>
            <a:xfrm>
              <a:off x="1549380" y="2657868"/>
              <a:ext cx="87820" cy="62837"/>
            </a:xfrm>
            <a:custGeom>
              <a:avLst/>
              <a:gdLst/>
              <a:ahLst/>
              <a:cxnLst/>
              <a:rect l="l" t="t" r="r" b="b"/>
              <a:pathLst>
                <a:path w="3350" h="2397" extrusionOk="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6" name="Google Shape;17936;p79"/>
            <p:cNvSpPr/>
            <p:nvPr/>
          </p:nvSpPr>
          <p:spPr>
            <a:xfrm>
              <a:off x="1585714" y="2682825"/>
              <a:ext cx="15178" cy="12531"/>
            </a:xfrm>
            <a:custGeom>
              <a:avLst/>
              <a:gdLst/>
              <a:ahLst/>
              <a:cxnLst/>
              <a:rect l="l" t="t" r="r" b="b"/>
              <a:pathLst>
                <a:path w="579" h="478" extrusionOk="0">
                  <a:moveTo>
                    <a:pt x="289" y="1"/>
                  </a:moveTo>
                  <a:cubicBezTo>
                    <a:pt x="1" y="30"/>
                    <a:pt x="1" y="463"/>
                    <a:pt x="289" y="477"/>
                  </a:cubicBezTo>
                  <a:cubicBezTo>
                    <a:pt x="578" y="463"/>
                    <a:pt x="578" y="30"/>
                    <a:pt x="2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7" name="Google Shape;17937;p79"/>
            <p:cNvSpPr/>
            <p:nvPr/>
          </p:nvSpPr>
          <p:spPr>
            <a:xfrm>
              <a:off x="1386296" y="2607535"/>
              <a:ext cx="125648" cy="113170"/>
            </a:xfrm>
            <a:custGeom>
              <a:avLst/>
              <a:gdLst/>
              <a:ahLst/>
              <a:cxnLst/>
              <a:rect l="l" t="t" r="r" b="b"/>
              <a:pathLst>
                <a:path w="4793" h="4317" extrusionOk="0">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8" name="Google Shape;17938;p79"/>
            <p:cNvSpPr/>
            <p:nvPr/>
          </p:nvSpPr>
          <p:spPr>
            <a:xfrm>
              <a:off x="1386296" y="2636293"/>
              <a:ext cx="24983" cy="84412"/>
            </a:xfrm>
            <a:custGeom>
              <a:avLst/>
              <a:gdLst/>
              <a:ahLst/>
              <a:cxnLst/>
              <a:rect l="l" t="t" r="r" b="b"/>
              <a:pathLst>
                <a:path w="953" h="3220" extrusionOk="0">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9" name="Google Shape;17939;p79"/>
            <p:cNvSpPr/>
            <p:nvPr/>
          </p:nvSpPr>
          <p:spPr>
            <a:xfrm>
              <a:off x="1486569" y="2636293"/>
              <a:ext cx="25376" cy="84412"/>
            </a:xfrm>
            <a:custGeom>
              <a:avLst/>
              <a:gdLst/>
              <a:ahLst/>
              <a:cxnLst/>
              <a:rect l="l" t="t" r="r" b="b"/>
              <a:pathLst>
                <a:path w="968" h="3220" extrusionOk="0">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0" name="Google Shape;17940;p79"/>
            <p:cNvSpPr/>
            <p:nvPr/>
          </p:nvSpPr>
          <p:spPr>
            <a:xfrm>
              <a:off x="1418829" y="2607535"/>
              <a:ext cx="60190" cy="18953"/>
            </a:xfrm>
            <a:custGeom>
              <a:avLst/>
              <a:gdLst/>
              <a:ahLst/>
              <a:cxnLst/>
              <a:rect l="l" t="t" r="r" b="b"/>
              <a:pathLst>
                <a:path w="2296" h="723" extrusionOk="0">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1" name="Google Shape;17941;p79"/>
            <p:cNvSpPr/>
            <p:nvPr/>
          </p:nvSpPr>
          <p:spPr>
            <a:xfrm>
              <a:off x="1393846" y="2500814"/>
              <a:ext cx="110549" cy="113170"/>
            </a:xfrm>
            <a:custGeom>
              <a:avLst/>
              <a:gdLst/>
              <a:ahLst/>
              <a:cxnLst/>
              <a:rect l="l" t="t" r="r" b="b"/>
              <a:pathLst>
                <a:path w="4217" h="4317" extrusionOk="0">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2" name="Google Shape;17942;p79"/>
            <p:cNvSpPr/>
            <p:nvPr/>
          </p:nvSpPr>
          <p:spPr>
            <a:xfrm>
              <a:off x="1405197" y="2751718"/>
              <a:ext cx="12531" cy="37854"/>
            </a:xfrm>
            <a:custGeom>
              <a:avLst/>
              <a:gdLst/>
              <a:ahLst/>
              <a:cxnLst/>
              <a:rect l="l" t="t" r="r" b="b"/>
              <a:pathLst>
                <a:path w="478" h="1444" extrusionOk="0">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3" name="Google Shape;17943;p79"/>
            <p:cNvSpPr/>
            <p:nvPr/>
          </p:nvSpPr>
          <p:spPr>
            <a:xfrm>
              <a:off x="1405197" y="2745662"/>
              <a:ext cx="12531" cy="24983"/>
            </a:xfrm>
            <a:custGeom>
              <a:avLst/>
              <a:gdLst/>
              <a:ahLst/>
              <a:cxnLst/>
              <a:rect l="l" t="t" r="r" b="b"/>
              <a:pathLst>
                <a:path w="478" h="953" extrusionOk="0">
                  <a:moveTo>
                    <a:pt x="1" y="0"/>
                  </a:moveTo>
                  <a:lnTo>
                    <a:pt x="1" y="953"/>
                  </a:lnTo>
                  <a:lnTo>
                    <a:pt x="477" y="953"/>
                  </a:lnTo>
                  <a:lnTo>
                    <a:pt x="477"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4" name="Google Shape;17944;p79"/>
            <p:cNvSpPr/>
            <p:nvPr/>
          </p:nvSpPr>
          <p:spPr>
            <a:xfrm>
              <a:off x="1480146" y="2751718"/>
              <a:ext cx="12872" cy="37854"/>
            </a:xfrm>
            <a:custGeom>
              <a:avLst/>
              <a:gdLst/>
              <a:ahLst/>
              <a:cxnLst/>
              <a:rect l="l" t="t" r="r" b="b"/>
              <a:pathLst>
                <a:path w="491" h="1444" extrusionOk="0">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5" name="Google Shape;17945;p79"/>
            <p:cNvSpPr/>
            <p:nvPr/>
          </p:nvSpPr>
          <p:spPr>
            <a:xfrm>
              <a:off x="1480146" y="2745662"/>
              <a:ext cx="12872" cy="24983"/>
            </a:xfrm>
            <a:custGeom>
              <a:avLst/>
              <a:gdLst/>
              <a:ahLst/>
              <a:cxnLst/>
              <a:rect l="l" t="t" r="r" b="b"/>
              <a:pathLst>
                <a:path w="491" h="953" extrusionOk="0">
                  <a:moveTo>
                    <a:pt x="0" y="0"/>
                  </a:moveTo>
                  <a:lnTo>
                    <a:pt x="0" y="953"/>
                  </a:lnTo>
                  <a:lnTo>
                    <a:pt x="491" y="953"/>
                  </a:lnTo>
                  <a:lnTo>
                    <a:pt x="49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6" name="Google Shape;17946;p79"/>
            <p:cNvSpPr/>
            <p:nvPr/>
          </p:nvSpPr>
          <p:spPr>
            <a:xfrm>
              <a:off x="1404830" y="2651419"/>
              <a:ext cx="88187" cy="106747"/>
            </a:xfrm>
            <a:custGeom>
              <a:avLst/>
              <a:gdLst/>
              <a:ahLst/>
              <a:cxnLst/>
              <a:rect l="l" t="t" r="r" b="b"/>
              <a:pathLst>
                <a:path w="3364" h="4072" extrusionOk="0">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7" name="Google Shape;17947;p79"/>
            <p:cNvSpPr/>
            <p:nvPr/>
          </p:nvSpPr>
          <p:spPr>
            <a:xfrm>
              <a:off x="1393846" y="2501181"/>
              <a:ext cx="67399" cy="110916"/>
            </a:xfrm>
            <a:custGeom>
              <a:avLst/>
              <a:gdLst/>
              <a:ahLst/>
              <a:cxnLst/>
              <a:rect l="l" t="t" r="r" b="b"/>
              <a:pathLst>
                <a:path w="2571" h="4231" extrusionOk="0">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48" name="Google Shape;17948;p79"/>
          <p:cNvGrpSpPr/>
          <p:nvPr/>
        </p:nvGrpSpPr>
        <p:grpSpPr>
          <a:xfrm>
            <a:off x="1821465" y="2495702"/>
            <a:ext cx="365988" cy="270801"/>
            <a:chOff x="1821465" y="2495702"/>
            <a:chExt cx="365988" cy="270801"/>
          </a:xfrm>
        </p:grpSpPr>
        <p:sp>
          <p:nvSpPr>
            <p:cNvPr id="17949" name="Google Shape;17949;p79"/>
            <p:cNvSpPr/>
            <p:nvPr/>
          </p:nvSpPr>
          <p:spPr>
            <a:xfrm>
              <a:off x="1822619" y="2495702"/>
              <a:ext cx="364834" cy="194725"/>
            </a:xfrm>
            <a:custGeom>
              <a:avLst/>
              <a:gdLst/>
              <a:ahLst/>
              <a:cxnLst/>
              <a:rect l="l" t="t" r="r" b="b"/>
              <a:pathLst>
                <a:path w="13917" h="7428" extrusionOk="0">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0" name="Google Shape;17950;p79"/>
            <p:cNvSpPr/>
            <p:nvPr/>
          </p:nvSpPr>
          <p:spPr>
            <a:xfrm>
              <a:off x="1821465" y="2554922"/>
              <a:ext cx="333062" cy="135138"/>
            </a:xfrm>
            <a:custGeom>
              <a:avLst/>
              <a:gdLst/>
              <a:ahLst/>
              <a:cxnLst/>
              <a:rect l="l" t="t" r="r" b="b"/>
              <a:pathLst>
                <a:path w="12705" h="5155" extrusionOk="0">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1" name="Google Shape;17951;p79"/>
            <p:cNvSpPr/>
            <p:nvPr/>
          </p:nvSpPr>
          <p:spPr>
            <a:xfrm>
              <a:off x="1940298" y="2589735"/>
              <a:ext cx="129450" cy="176768"/>
            </a:xfrm>
            <a:custGeom>
              <a:avLst/>
              <a:gdLst/>
              <a:ahLst/>
              <a:cxnLst/>
              <a:rect l="l" t="t" r="r" b="b"/>
              <a:pathLst>
                <a:path w="4938" h="6743" extrusionOk="0">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2" name="Google Shape;17952;p79"/>
            <p:cNvSpPr/>
            <p:nvPr/>
          </p:nvSpPr>
          <p:spPr>
            <a:xfrm>
              <a:off x="1971546" y="2659100"/>
              <a:ext cx="67608" cy="79012"/>
            </a:xfrm>
            <a:custGeom>
              <a:avLst/>
              <a:gdLst/>
              <a:ahLst/>
              <a:cxnLst/>
              <a:rect l="l" t="t" r="r" b="b"/>
              <a:pathLst>
                <a:path w="2579" h="3014" extrusionOk="0">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3" name="Google Shape;17953;p79"/>
            <p:cNvSpPr/>
            <p:nvPr/>
          </p:nvSpPr>
          <p:spPr>
            <a:xfrm>
              <a:off x="1972464" y="2513292"/>
              <a:ext cx="53767" cy="37120"/>
            </a:xfrm>
            <a:custGeom>
              <a:avLst/>
              <a:gdLst/>
              <a:ahLst/>
              <a:cxnLst/>
              <a:rect l="l" t="t" r="r" b="b"/>
              <a:pathLst>
                <a:path w="2051" h="1416" extrusionOk="0">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4" name="Google Shape;17954;p79"/>
            <p:cNvSpPr/>
            <p:nvPr/>
          </p:nvSpPr>
          <p:spPr>
            <a:xfrm>
              <a:off x="2065973" y="2549521"/>
              <a:ext cx="43124" cy="36098"/>
            </a:xfrm>
            <a:custGeom>
              <a:avLst/>
              <a:gdLst/>
              <a:ahLst/>
              <a:cxnLst/>
              <a:rect l="l" t="t" r="r" b="b"/>
              <a:pathLst>
                <a:path w="1645" h="1377" extrusionOk="0">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5" name="Google Shape;17955;p79"/>
            <p:cNvSpPr/>
            <p:nvPr/>
          </p:nvSpPr>
          <p:spPr>
            <a:xfrm>
              <a:off x="2017134" y="2589735"/>
              <a:ext cx="52614" cy="53400"/>
            </a:xfrm>
            <a:custGeom>
              <a:avLst/>
              <a:gdLst/>
              <a:ahLst/>
              <a:cxnLst/>
              <a:rect l="l" t="t" r="r" b="b"/>
              <a:pathLst>
                <a:path w="2007" h="2037" extrusionOk="0">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56" name="Google Shape;17956;p79"/>
          <p:cNvGrpSpPr/>
          <p:nvPr/>
        </p:nvGrpSpPr>
        <p:grpSpPr>
          <a:xfrm>
            <a:off x="3725723" y="2455776"/>
            <a:ext cx="354977" cy="351202"/>
            <a:chOff x="3725723" y="2455776"/>
            <a:chExt cx="354977" cy="351202"/>
          </a:xfrm>
        </p:grpSpPr>
        <p:sp>
          <p:nvSpPr>
            <p:cNvPr id="17957" name="Google Shape;17957;p79"/>
            <p:cNvSpPr/>
            <p:nvPr/>
          </p:nvSpPr>
          <p:spPr>
            <a:xfrm>
              <a:off x="3979248" y="2643109"/>
              <a:ext cx="40895" cy="40895"/>
            </a:xfrm>
            <a:custGeom>
              <a:avLst/>
              <a:gdLst/>
              <a:ahLst/>
              <a:cxnLst/>
              <a:rect l="l" t="t" r="r" b="b"/>
              <a:pathLst>
                <a:path w="1560" h="1560" extrusionOk="0">
                  <a:moveTo>
                    <a:pt x="1" y="0"/>
                  </a:moveTo>
                  <a:lnTo>
                    <a:pt x="997" y="1559"/>
                  </a:lnTo>
                  <a:lnTo>
                    <a:pt x="1560" y="1559"/>
                  </a:lnTo>
                  <a:cubicBezTo>
                    <a:pt x="1560" y="693"/>
                    <a:pt x="853" y="0"/>
                    <a:pt x="1"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8" name="Google Shape;17958;p79"/>
            <p:cNvSpPr/>
            <p:nvPr/>
          </p:nvSpPr>
          <p:spPr>
            <a:xfrm>
              <a:off x="3938012" y="2643109"/>
              <a:ext cx="67373" cy="40502"/>
            </a:xfrm>
            <a:custGeom>
              <a:avLst/>
              <a:gdLst/>
              <a:ahLst/>
              <a:cxnLst/>
              <a:rect l="l" t="t" r="r" b="b"/>
              <a:pathLst>
                <a:path w="2570" h="1545" extrusionOk="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9" name="Google Shape;17959;p79"/>
            <p:cNvSpPr/>
            <p:nvPr/>
          </p:nvSpPr>
          <p:spPr>
            <a:xfrm>
              <a:off x="3978514" y="2575736"/>
              <a:ext cx="22728" cy="45064"/>
            </a:xfrm>
            <a:custGeom>
              <a:avLst/>
              <a:gdLst/>
              <a:ahLst/>
              <a:cxnLst/>
              <a:rect l="l" t="t" r="r" b="b"/>
              <a:pathLst>
                <a:path w="867" h="1719" extrusionOk="0">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0" name="Google Shape;17960;p79"/>
            <p:cNvSpPr/>
            <p:nvPr/>
          </p:nvSpPr>
          <p:spPr>
            <a:xfrm>
              <a:off x="3827516" y="2643109"/>
              <a:ext cx="41262" cy="40895"/>
            </a:xfrm>
            <a:custGeom>
              <a:avLst/>
              <a:gdLst/>
              <a:ahLst/>
              <a:cxnLst/>
              <a:rect l="l" t="t" r="r" b="b"/>
              <a:pathLst>
                <a:path w="1574" h="1560" extrusionOk="0">
                  <a:moveTo>
                    <a:pt x="0" y="0"/>
                  </a:moveTo>
                  <a:lnTo>
                    <a:pt x="996" y="1559"/>
                  </a:lnTo>
                  <a:lnTo>
                    <a:pt x="1574" y="1559"/>
                  </a:lnTo>
                  <a:cubicBezTo>
                    <a:pt x="1559" y="693"/>
                    <a:pt x="852" y="0"/>
                    <a:pt x="0"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1" name="Google Shape;17961;p79"/>
            <p:cNvSpPr/>
            <p:nvPr/>
          </p:nvSpPr>
          <p:spPr>
            <a:xfrm>
              <a:off x="3786253" y="2643109"/>
              <a:ext cx="67399" cy="40502"/>
            </a:xfrm>
            <a:custGeom>
              <a:avLst/>
              <a:gdLst/>
              <a:ahLst/>
              <a:cxnLst/>
              <a:rect l="l" t="t" r="r" b="b"/>
              <a:pathLst>
                <a:path w="2571" h="1545" extrusionOk="0">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2" name="Google Shape;17962;p79"/>
            <p:cNvSpPr/>
            <p:nvPr/>
          </p:nvSpPr>
          <p:spPr>
            <a:xfrm>
              <a:off x="3827122" y="2575736"/>
              <a:ext cx="22361" cy="45064"/>
            </a:xfrm>
            <a:custGeom>
              <a:avLst/>
              <a:gdLst/>
              <a:ahLst/>
              <a:cxnLst/>
              <a:rect l="l" t="t" r="r" b="b"/>
              <a:pathLst>
                <a:path w="853" h="1719" extrusionOk="0">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3" name="Google Shape;17963;p79"/>
            <p:cNvSpPr/>
            <p:nvPr/>
          </p:nvSpPr>
          <p:spPr>
            <a:xfrm>
              <a:off x="3903198" y="2644996"/>
              <a:ext cx="55261" cy="55261"/>
            </a:xfrm>
            <a:custGeom>
              <a:avLst/>
              <a:gdLst/>
              <a:ahLst/>
              <a:cxnLst/>
              <a:rect l="l" t="t" r="r" b="b"/>
              <a:pathLst>
                <a:path w="2108" h="2108" extrusionOk="0">
                  <a:moveTo>
                    <a:pt x="0" y="0"/>
                  </a:moveTo>
                  <a:lnTo>
                    <a:pt x="1256" y="2108"/>
                  </a:lnTo>
                  <a:lnTo>
                    <a:pt x="2108" y="2108"/>
                  </a:lnTo>
                  <a:cubicBezTo>
                    <a:pt x="2108" y="953"/>
                    <a:pt x="1170" y="0"/>
                    <a:pt x="0"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4" name="Google Shape;17964;p79"/>
            <p:cNvSpPr/>
            <p:nvPr/>
          </p:nvSpPr>
          <p:spPr>
            <a:xfrm>
              <a:off x="3847937" y="2644996"/>
              <a:ext cx="88213" cy="55261"/>
            </a:xfrm>
            <a:custGeom>
              <a:avLst/>
              <a:gdLst/>
              <a:ahLst/>
              <a:cxnLst/>
              <a:rect l="l" t="t" r="r" b="b"/>
              <a:pathLst>
                <a:path w="3365" h="2108" extrusionOk="0">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5" name="Google Shape;17965;p79"/>
            <p:cNvSpPr/>
            <p:nvPr/>
          </p:nvSpPr>
          <p:spPr>
            <a:xfrm>
              <a:off x="3903565" y="2561737"/>
              <a:ext cx="30698" cy="60950"/>
            </a:xfrm>
            <a:custGeom>
              <a:avLst/>
              <a:gdLst/>
              <a:ahLst/>
              <a:cxnLst/>
              <a:rect l="l" t="t" r="r" b="b"/>
              <a:pathLst>
                <a:path w="1171" h="2325" extrusionOk="0">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6" name="Google Shape;17966;p79"/>
            <p:cNvSpPr/>
            <p:nvPr/>
          </p:nvSpPr>
          <p:spPr>
            <a:xfrm>
              <a:off x="3872553" y="2561737"/>
              <a:ext cx="46191" cy="60950"/>
            </a:xfrm>
            <a:custGeom>
              <a:avLst/>
              <a:gdLst/>
              <a:ahLst/>
              <a:cxnLst/>
              <a:rect l="l" t="t" r="r" b="b"/>
              <a:pathLst>
                <a:path w="1762" h="2325" extrusionOk="0">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7" name="Google Shape;17967;p79"/>
            <p:cNvSpPr/>
            <p:nvPr/>
          </p:nvSpPr>
          <p:spPr>
            <a:xfrm>
              <a:off x="3797237" y="2575736"/>
              <a:ext cx="37120" cy="45064"/>
            </a:xfrm>
            <a:custGeom>
              <a:avLst/>
              <a:gdLst/>
              <a:ahLst/>
              <a:cxnLst/>
              <a:rect l="l" t="t" r="r" b="b"/>
              <a:pathLst>
                <a:path w="1416" h="1719" extrusionOk="0">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8" name="Google Shape;17968;p79"/>
            <p:cNvSpPr/>
            <p:nvPr/>
          </p:nvSpPr>
          <p:spPr>
            <a:xfrm>
              <a:off x="3948603" y="2575736"/>
              <a:ext cx="37487" cy="45064"/>
            </a:xfrm>
            <a:custGeom>
              <a:avLst/>
              <a:gdLst/>
              <a:ahLst/>
              <a:cxnLst/>
              <a:rect l="l" t="t" r="r" b="b"/>
              <a:pathLst>
                <a:path w="1430" h="1719" extrusionOk="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9" name="Google Shape;17969;p79"/>
            <p:cNvSpPr/>
            <p:nvPr/>
          </p:nvSpPr>
          <p:spPr>
            <a:xfrm>
              <a:off x="3725723" y="2455776"/>
              <a:ext cx="354977" cy="351202"/>
            </a:xfrm>
            <a:custGeom>
              <a:avLst/>
              <a:gdLst/>
              <a:ahLst/>
              <a:cxnLst/>
              <a:rect l="l" t="t" r="r" b="b"/>
              <a:pathLst>
                <a:path w="13541" h="13397" extrusionOk="0">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70" name="Google Shape;17970;p79"/>
          <p:cNvGrpSpPr/>
          <p:nvPr/>
        </p:nvGrpSpPr>
        <p:grpSpPr>
          <a:xfrm>
            <a:off x="5226165" y="1977641"/>
            <a:ext cx="230482" cy="388847"/>
            <a:chOff x="5226165" y="1977641"/>
            <a:chExt cx="230482" cy="388847"/>
          </a:xfrm>
        </p:grpSpPr>
        <p:sp>
          <p:nvSpPr>
            <p:cNvPr id="17971" name="Google Shape;17971;p79"/>
            <p:cNvSpPr/>
            <p:nvPr/>
          </p:nvSpPr>
          <p:spPr>
            <a:xfrm>
              <a:off x="5256443" y="2329761"/>
              <a:ext cx="169952" cy="12138"/>
            </a:xfrm>
            <a:custGeom>
              <a:avLst/>
              <a:gdLst/>
              <a:ahLst/>
              <a:cxnLst/>
              <a:rect l="l" t="t" r="r" b="b"/>
              <a:pathLst>
                <a:path w="6483" h="463" extrusionOk="0">
                  <a:moveTo>
                    <a:pt x="1" y="1"/>
                  </a:moveTo>
                  <a:lnTo>
                    <a:pt x="1" y="463"/>
                  </a:lnTo>
                  <a:lnTo>
                    <a:pt x="6482" y="463"/>
                  </a:lnTo>
                  <a:lnTo>
                    <a:pt x="648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2" name="Google Shape;17972;p79"/>
            <p:cNvSpPr/>
            <p:nvPr/>
          </p:nvSpPr>
          <p:spPr>
            <a:xfrm>
              <a:off x="5335167" y="1977641"/>
              <a:ext cx="12138" cy="388480"/>
            </a:xfrm>
            <a:custGeom>
              <a:avLst/>
              <a:gdLst/>
              <a:ahLst/>
              <a:cxnLst/>
              <a:rect l="l" t="t" r="r" b="b"/>
              <a:pathLst>
                <a:path w="463" h="14819" extrusionOk="0">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3" name="Google Shape;17973;p79"/>
            <p:cNvSpPr/>
            <p:nvPr/>
          </p:nvSpPr>
          <p:spPr>
            <a:xfrm>
              <a:off x="5243571" y="2226421"/>
              <a:ext cx="37986" cy="139700"/>
            </a:xfrm>
            <a:custGeom>
              <a:avLst/>
              <a:gdLst/>
              <a:ahLst/>
              <a:cxnLst/>
              <a:rect l="l" t="t" r="r" b="b"/>
              <a:pathLst>
                <a:path w="1449" h="5329" extrusionOk="0">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4" name="Google Shape;17974;p79"/>
            <p:cNvSpPr/>
            <p:nvPr/>
          </p:nvSpPr>
          <p:spPr>
            <a:xfrm>
              <a:off x="5401281" y="2226421"/>
              <a:ext cx="37592" cy="140067"/>
            </a:xfrm>
            <a:custGeom>
              <a:avLst/>
              <a:gdLst/>
              <a:ahLst/>
              <a:cxnLst/>
              <a:rect l="l" t="t" r="r" b="b"/>
              <a:pathLst>
                <a:path w="1434" h="5343" extrusionOk="0">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5" name="Google Shape;17975;p79"/>
            <p:cNvSpPr/>
            <p:nvPr/>
          </p:nvSpPr>
          <p:spPr>
            <a:xfrm>
              <a:off x="5335167" y="2226448"/>
              <a:ext cx="12138" cy="24249"/>
            </a:xfrm>
            <a:custGeom>
              <a:avLst/>
              <a:gdLst/>
              <a:ahLst/>
              <a:cxnLst/>
              <a:rect l="l" t="t" r="r" b="b"/>
              <a:pathLst>
                <a:path w="463" h="925" extrusionOk="0">
                  <a:moveTo>
                    <a:pt x="0" y="1"/>
                  </a:moveTo>
                  <a:lnTo>
                    <a:pt x="0" y="925"/>
                  </a:lnTo>
                  <a:lnTo>
                    <a:pt x="462" y="925"/>
                  </a:lnTo>
                  <a:lnTo>
                    <a:pt x="46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6" name="Google Shape;17976;p79"/>
            <p:cNvSpPr/>
            <p:nvPr/>
          </p:nvSpPr>
          <p:spPr>
            <a:xfrm>
              <a:off x="5264779" y="2226421"/>
              <a:ext cx="16280" cy="24275"/>
            </a:xfrm>
            <a:custGeom>
              <a:avLst/>
              <a:gdLst/>
              <a:ahLst/>
              <a:cxnLst/>
              <a:rect l="l" t="t" r="r" b="b"/>
              <a:pathLst>
                <a:path w="621" h="926" extrusionOk="0">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7" name="Google Shape;17977;p79"/>
            <p:cNvSpPr/>
            <p:nvPr/>
          </p:nvSpPr>
          <p:spPr>
            <a:xfrm>
              <a:off x="5401281" y="2226421"/>
              <a:ext cx="16411" cy="24275"/>
            </a:xfrm>
            <a:custGeom>
              <a:avLst/>
              <a:gdLst/>
              <a:ahLst/>
              <a:cxnLst/>
              <a:rect l="l" t="t" r="r" b="b"/>
              <a:pathLst>
                <a:path w="626" h="926" extrusionOk="0">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8" name="Google Shape;17978;p79"/>
            <p:cNvSpPr/>
            <p:nvPr/>
          </p:nvSpPr>
          <p:spPr>
            <a:xfrm>
              <a:off x="5238276" y="2020214"/>
              <a:ext cx="206286" cy="218371"/>
            </a:xfrm>
            <a:custGeom>
              <a:avLst/>
              <a:gdLst/>
              <a:ahLst/>
              <a:cxnLst/>
              <a:rect l="l" t="t" r="r" b="b"/>
              <a:pathLst>
                <a:path w="7869" h="8330" extrusionOk="0">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9" name="Google Shape;17979;p79"/>
            <p:cNvSpPr/>
            <p:nvPr/>
          </p:nvSpPr>
          <p:spPr>
            <a:xfrm>
              <a:off x="5237909" y="2020214"/>
              <a:ext cx="206653" cy="18193"/>
            </a:xfrm>
            <a:custGeom>
              <a:avLst/>
              <a:gdLst/>
              <a:ahLst/>
              <a:cxnLst/>
              <a:rect l="l" t="t" r="r" b="b"/>
              <a:pathLst>
                <a:path w="7883" h="694" extrusionOk="0">
                  <a:moveTo>
                    <a:pt x="0" y="1"/>
                  </a:moveTo>
                  <a:lnTo>
                    <a:pt x="0" y="694"/>
                  </a:lnTo>
                  <a:lnTo>
                    <a:pt x="7882" y="694"/>
                  </a:lnTo>
                  <a:lnTo>
                    <a:pt x="7882"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0" name="Google Shape;17980;p79"/>
            <p:cNvSpPr/>
            <p:nvPr/>
          </p:nvSpPr>
          <p:spPr>
            <a:xfrm>
              <a:off x="5226165" y="2002047"/>
              <a:ext cx="230482" cy="24249"/>
            </a:xfrm>
            <a:custGeom>
              <a:avLst/>
              <a:gdLst/>
              <a:ahLst/>
              <a:cxnLst/>
              <a:rect l="l" t="t" r="r" b="b"/>
              <a:pathLst>
                <a:path w="8792" h="925" extrusionOk="0">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1" name="Google Shape;17981;p79"/>
            <p:cNvSpPr/>
            <p:nvPr/>
          </p:nvSpPr>
          <p:spPr>
            <a:xfrm>
              <a:off x="5257754" y="2073195"/>
              <a:ext cx="164080" cy="118597"/>
            </a:xfrm>
            <a:custGeom>
              <a:avLst/>
              <a:gdLst/>
              <a:ahLst/>
              <a:cxnLst/>
              <a:rect l="l" t="t" r="r" b="b"/>
              <a:pathLst>
                <a:path w="6259" h="4524" extrusionOk="0">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2" name="Google Shape;17982;p79"/>
            <p:cNvSpPr/>
            <p:nvPr/>
          </p:nvSpPr>
          <p:spPr>
            <a:xfrm>
              <a:off x="5226165" y="2014159"/>
              <a:ext cx="230482" cy="12138"/>
            </a:xfrm>
            <a:custGeom>
              <a:avLst/>
              <a:gdLst/>
              <a:ahLst/>
              <a:cxnLst/>
              <a:rect l="l" t="t" r="r" b="b"/>
              <a:pathLst>
                <a:path w="8792" h="463" extrusionOk="0">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83" name="Google Shape;17983;p79"/>
          <p:cNvGrpSpPr/>
          <p:nvPr/>
        </p:nvGrpSpPr>
        <p:grpSpPr>
          <a:xfrm>
            <a:off x="5632602" y="2025510"/>
            <a:ext cx="370130" cy="287264"/>
            <a:chOff x="5632602" y="2025510"/>
            <a:chExt cx="370130" cy="287264"/>
          </a:xfrm>
        </p:grpSpPr>
        <p:sp>
          <p:nvSpPr>
            <p:cNvPr id="17984" name="Google Shape;17984;p79"/>
            <p:cNvSpPr/>
            <p:nvPr/>
          </p:nvSpPr>
          <p:spPr>
            <a:xfrm>
              <a:off x="5695046" y="2050493"/>
              <a:ext cx="296701" cy="191501"/>
            </a:xfrm>
            <a:custGeom>
              <a:avLst/>
              <a:gdLst/>
              <a:ahLst/>
              <a:cxnLst/>
              <a:rect l="l" t="t" r="r" b="b"/>
              <a:pathLst>
                <a:path w="11318" h="7305" extrusionOk="0">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5" name="Google Shape;17985;p79"/>
            <p:cNvSpPr/>
            <p:nvPr/>
          </p:nvSpPr>
          <p:spPr>
            <a:xfrm>
              <a:off x="5735522" y="2241967"/>
              <a:ext cx="50359" cy="23882"/>
            </a:xfrm>
            <a:custGeom>
              <a:avLst/>
              <a:gdLst/>
              <a:ahLst/>
              <a:cxnLst/>
              <a:rect l="l" t="t" r="r" b="b"/>
              <a:pathLst>
                <a:path w="1921" h="911" extrusionOk="0">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6" name="Google Shape;17986;p79"/>
            <p:cNvSpPr/>
            <p:nvPr/>
          </p:nvSpPr>
          <p:spPr>
            <a:xfrm>
              <a:off x="5746899" y="2179156"/>
              <a:ext cx="38982" cy="62470"/>
            </a:xfrm>
            <a:custGeom>
              <a:avLst/>
              <a:gdLst/>
              <a:ahLst/>
              <a:cxnLst/>
              <a:rect l="l" t="t" r="r" b="b"/>
              <a:pathLst>
                <a:path w="1487" h="2383" extrusionOk="0">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7" name="Google Shape;17987;p79"/>
            <p:cNvSpPr/>
            <p:nvPr/>
          </p:nvSpPr>
          <p:spPr>
            <a:xfrm>
              <a:off x="5698821" y="2168565"/>
              <a:ext cx="42783" cy="26136"/>
            </a:xfrm>
            <a:custGeom>
              <a:avLst/>
              <a:gdLst/>
              <a:ahLst/>
              <a:cxnLst/>
              <a:rect l="l" t="t" r="r" b="b"/>
              <a:pathLst>
                <a:path w="1632" h="997" extrusionOk="0">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8" name="Google Shape;17988;p79"/>
            <p:cNvSpPr/>
            <p:nvPr/>
          </p:nvSpPr>
          <p:spPr>
            <a:xfrm>
              <a:off x="5695046" y="2050493"/>
              <a:ext cx="9857" cy="118099"/>
            </a:xfrm>
            <a:custGeom>
              <a:avLst/>
              <a:gdLst/>
              <a:ahLst/>
              <a:cxnLst/>
              <a:rect l="l" t="t" r="r" b="b"/>
              <a:pathLst>
                <a:path w="376" h="4505" extrusionOk="0">
                  <a:moveTo>
                    <a:pt x="0" y="0"/>
                  </a:moveTo>
                  <a:lnTo>
                    <a:pt x="0" y="4504"/>
                  </a:lnTo>
                  <a:lnTo>
                    <a:pt x="376" y="4504"/>
                  </a:lnTo>
                  <a:lnTo>
                    <a:pt x="376"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9" name="Google Shape;17989;p79"/>
            <p:cNvSpPr/>
            <p:nvPr/>
          </p:nvSpPr>
          <p:spPr>
            <a:xfrm>
              <a:off x="5695046" y="2049732"/>
              <a:ext cx="296701" cy="9857"/>
            </a:xfrm>
            <a:custGeom>
              <a:avLst/>
              <a:gdLst/>
              <a:ahLst/>
              <a:cxnLst/>
              <a:rect l="l" t="t" r="r" b="b"/>
              <a:pathLst>
                <a:path w="11318" h="376" extrusionOk="0">
                  <a:moveTo>
                    <a:pt x="0" y="1"/>
                  </a:moveTo>
                  <a:lnTo>
                    <a:pt x="0" y="376"/>
                  </a:lnTo>
                  <a:lnTo>
                    <a:pt x="11318" y="376"/>
                  </a:lnTo>
                  <a:lnTo>
                    <a:pt x="11318" y="1"/>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0" name="Google Shape;17990;p79"/>
            <p:cNvSpPr/>
            <p:nvPr/>
          </p:nvSpPr>
          <p:spPr>
            <a:xfrm>
              <a:off x="5725324" y="2240473"/>
              <a:ext cx="277014" cy="26503"/>
            </a:xfrm>
            <a:custGeom>
              <a:avLst/>
              <a:gdLst/>
              <a:ahLst/>
              <a:cxnLst/>
              <a:rect l="l" t="t" r="r" b="b"/>
              <a:pathLst>
                <a:path w="10567" h="1011" extrusionOk="0">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1" name="Google Shape;17991;p79"/>
            <p:cNvSpPr/>
            <p:nvPr/>
          </p:nvSpPr>
          <p:spPr>
            <a:xfrm>
              <a:off x="5684062" y="2025510"/>
              <a:ext cx="318670" cy="26136"/>
            </a:xfrm>
            <a:custGeom>
              <a:avLst/>
              <a:gdLst/>
              <a:ahLst/>
              <a:cxnLst/>
              <a:rect l="l" t="t" r="r" b="b"/>
              <a:pathLst>
                <a:path w="12156" h="997" extrusionOk="0">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2" name="Google Shape;17992;p79"/>
            <p:cNvSpPr/>
            <p:nvPr/>
          </p:nvSpPr>
          <p:spPr>
            <a:xfrm>
              <a:off x="5804022" y="2150005"/>
              <a:ext cx="25009" cy="58328"/>
            </a:xfrm>
            <a:custGeom>
              <a:avLst/>
              <a:gdLst/>
              <a:ahLst/>
              <a:cxnLst/>
              <a:rect l="l" t="t" r="r" b="b"/>
              <a:pathLst>
                <a:path w="954" h="2225" extrusionOk="0">
                  <a:moveTo>
                    <a:pt x="1" y="1"/>
                  </a:moveTo>
                  <a:lnTo>
                    <a:pt x="1" y="2224"/>
                  </a:lnTo>
                  <a:lnTo>
                    <a:pt x="953" y="2224"/>
                  </a:lnTo>
                  <a:lnTo>
                    <a:pt x="95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3" name="Google Shape;17993;p79"/>
            <p:cNvSpPr/>
            <p:nvPr/>
          </p:nvSpPr>
          <p:spPr>
            <a:xfrm>
              <a:off x="5846779" y="2125048"/>
              <a:ext cx="25009" cy="83285"/>
            </a:xfrm>
            <a:custGeom>
              <a:avLst/>
              <a:gdLst/>
              <a:ahLst/>
              <a:cxnLst/>
              <a:rect l="l" t="t" r="r" b="b"/>
              <a:pathLst>
                <a:path w="954" h="3177" extrusionOk="0">
                  <a:moveTo>
                    <a:pt x="1" y="0"/>
                  </a:moveTo>
                  <a:lnTo>
                    <a:pt x="1" y="3176"/>
                  </a:lnTo>
                  <a:lnTo>
                    <a:pt x="954" y="3176"/>
                  </a:lnTo>
                  <a:lnTo>
                    <a:pt x="95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4" name="Google Shape;17994;p79"/>
            <p:cNvSpPr/>
            <p:nvPr/>
          </p:nvSpPr>
          <p:spPr>
            <a:xfrm>
              <a:off x="5888408" y="2140174"/>
              <a:ext cx="25009" cy="68159"/>
            </a:xfrm>
            <a:custGeom>
              <a:avLst/>
              <a:gdLst/>
              <a:ahLst/>
              <a:cxnLst/>
              <a:rect l="l" t="t" r="r" b="b"/>
              <a:pathLst>
                <a:path w="954" h="2600" extrusionOk="0">
                  <a:moveTo>
                    <a:pt x="1" y="1"/>
                  </a:moveTo>
                  <a:lnTo>
                    <a:pt x="1" y="2599"/>
                  </a:lnTo>
                  <a:lnTo>
                    <a:pt x="954" y="2599"/>
                  </a:lnTo>
                  <a:lnTo>
                    <a:pt x="95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5" name="Google Shape;17995;p79"/>
            <p:cNvSpPr/>
            <p:nvPr/>
          </p:nvSpPr>
          <p:spPr>
            <a:xfrm>
              <a:off x="5932318" y="2090995"/>
              <a:ext cx="25009" cy="117338"/>
            </a:xfrm>
            <a:custGeom>
              <a:avLst/>
              <a:gdLst/>
              <a:ahLst/>
              <a:cxnLst/>
              <a:rect l="l" t="t" r="r" b="b"/>
              <a:pathLst>
                <a:path w="954" h="4476" extrusionOk="0">
                  <a:moveTo>
                    <a:pt x="0" y="0"/>
                  </a:moveTo>
                  <a:lnTo>
                    <a:pt x="0" y="4475"/>
                  </a:lnTo>
                  <a:lnTo>
                    <a:pt x="953" y="4475"/>
                  </a:lnTo>
                  <a:lnTo>
                    <a:pt x="953"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6" name="Google Shape;17996;p79"/>
            <p:cNvSpPr/>
            <p:nvPr/>
          </p:nvSpPr>
          <p:spPr>
            <a:xfrm>
              <a:off x="5719636" y="2082658"/>
              <a:ext cx="47711" cy="11744"/>
            </a:xfrm>
            <a:custGeom>
              <a:avLst/>
              <a:gdLst/>
              <a:ahLst/>
              <a:cxnLst/>
              <a:rect l="l" t="t" r="r" b="b"/>
              <a:pathLst>
                <a:path w="1820" h="448" extrusionOk="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7" name="Google Shape;17997;p79"/>
            <p:cNvSpPr/>
            <p:nvPr/>
          </p:nvSpPr>
          <p:spPr>
            <a:xfrm>
              <a:off x="5719636" y="2102346"/>
              <a:ext cx="65118" cy="12138"/>
            </a:xfrm>
            <a:custGeom>
              <a:avLst/>
              <a:gdLst/>
              <a:ahLst/>
              <a:cxnLst/>
              <a:rect l="l" t="t" r="r" b="b"/>
              <a:pathLst>
                <a:path w="2484" h="463" extrusionOk="0">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8" name="Google Shape;17998;p79"/>
            <p:cNvSpPr/>
            <p:nvPr/>
          </p:nvSpPr>
          <p:spPr>
            <a:xfrm>
              <a:off x="5719636" y="2122374"/>
              <a:ext cx="65118" cy="11771"/>
            </a:xfrm>
            <a:custGeom>
              <a:avLst/>
              <a:gdLst/>
              <a:ahLst/>
              <a:cxnLst/>
              <a:rect l="l" t="t" r="r" b="b"/>
              <a:pathLst>
                <a:path w="2484" h="449" extrusionOk="0">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9" name="Google Shape;17999;p79"/>
            <p:cNvSpPr/>
            <p:nvPr/>
          </p:nvSpPr>
          <p:spPr>
            <a:xfrm>
              <a:off x="5719636" y="2142062"/>
              <a:ext cx="65118" cy="12138"/>
            </a:xfrm>
            <a:custGeom>
              <a:avLst/>
              <a:gdLst/>
              <a:ahLst/>
              <a:cxnLst/>
              <a:rect l="l" t="t" r="r" b="b"/>
              <a:pathLst>
                <a:path w="2484" h="463" extrusionOk="0">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0" name="Google Shape;18000;p79"/>
            <p:cNvSpPr/>
            <p:nvPr/>
          </p:nvSpPr>
          <p:spPr>
            <a:xfrm>
              <a:off x="5632602" y="2168172"/>
              <a:ext cx="144576" cy="144602"/>
            </a:xfrm>
            <a:custGeom>
              <a:avLst/>
              <a:gdLst/>
              <a:ahLst/>
              <a:cxnLst/>
              <a:rect l="l" t="t" r="r" b="b"/>
              <a:pathLst>
                <a:path w="5515" h="5516" extrusionOk="0">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1" name="Google Shape;18001;p79"/>
            <p:cNvSpPr/>
            <p:nvPr/>
          </p:nvSpPr>
          <p:spPr>
            <a:xfrm>
              <a:off x="5669696" y="2213602"/>
              <a:ext cx="29151" cy="54894"/>
            </a:xfrm>
            <a:custGeom>
              <a:avLst/>
              <a:gdLst/>
              <a:ahLst/>
              <a:cxnLst/>
              <a:rect l="l" t="t" r="r" b="b"/>
              <a:pathLst>
                <a:path w="1112" h="2094" extrusionOk="0">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02" name="Google Shape;18002;p79"/>
          <p:cNvGrpSpPr/>
          <p:nvPr/>
        </p:nvGrpSpPr>
        <p:grpSpPr>
          <a:xfrm>
            <a:off x="4212378" y="2456537"/>
            <a:ext cx="331515" cy="330021"/>
            <a:chOff x="4212378" y="2456537"/>
            <a:chExt cx="331515" cy="330021"/>
          </a:xfrm>
        </p:grpSpPr>
        <p:sp>
          <p:nvSpPr>
            <p:cNvPr id="18003" name="Google Shape;18003;p79"/>
            <p:cNvSpPr/>
            <p:nvPr/>
          </p:nvSpPr>
          <p:spPr>
            <a:xfrm>
              <a:off x="4212378" y="2651026"/>
              <a:ext cx="59796" cy="135532"/>
            </a:xfrm>
            <a:custGeom>
              <a:avLst/>
              <a:gdLst/>
              <a:ahLst/>
              <a:cxnLst/>
              <a:rect l="l" t="t" r="r" b="b"/>
              <a:pathLst>
                <a:path w="2281" h="5170" extrusionOk="0">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4" name="Google Shape;18004;p79"/>
            <p:cNvSpPr/>
            <p:nvPr/>
          </p:nvSpPr>
          <p:spPr>
            <a:xfrm>
              <a:off x="4212378" y="2651052"/>
              <a:ext cx="28784" cy="135505"/>
            </a:xfrm>
            <a:custGeom>
              <a:avLst/>
              <a:gdLst/>
              <a:ahLst/>
              <a:cxnLst/>
              <a:rect l="l" t="t" r="r" b="b"/>
              <a:pathLst>
                <a:path w="1098" h="5169" extrusionOk="0">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5" name="Google Shape;18005;p79"/>
            <p:cNvSpPr/>
            <p:nvPr/>
          </p:nvSpPr>
          <p:spPr>
            <a:xfrm>
              <a:off x="4302820" y="2617366"/>
              <a:ext cx="59823" cy="169192"/>
            </a:xfrm>
            <a:custGeom>
              <a:avLst/>
              <a:gdLst/>
              <a:ahLst/>
              <a:cxnLst/>
              <a:rect l="l" t="t" r="r" b="b"/>
              <a:pathLst>
                <a:path w="2282" h="6454" extrusionOk="0">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6" name="Google Shape;18006;p79"/>
            <p:cNvSpPr/>
            <p:nvPr/>
          </p:nvSpPr>
          <p:spPr>
            <a:xfrm>
              <a:off x="4302820" y="2617366"/>
              <a:ext cx="28391" cy="169192"/>
            </a:xfrm>
            <a:custGeom>
              <a:avLst/>
              <a:gdLst/>
              <a:ahLst/>
              <a:cxnLst/>
              <a:rect l="l" t="t" r="r" b="b"/>
              <a:pathLst>
                <a:path w="1083" h="6454" extrusionOk="0">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7" name="Google Shape;18007;p79"/>
            <p:cNvSpPr/>
            <p:nvPr/>
          </p:nvSpPr>
          <p:spPr>
            <a:xfrm>
              <a:off x="4393262" y="2583679"/>
              <a:ext cx="59823" cy="202878"/>
            </a:xfrm>
            <a:custGeom>
              <a:avLst/>
              <a:gdLst/>
              <a:ahLst/>
              <a:cxnLst/>
              <a:rect l="l" t="t" r="r" b="b"/>
              <a:pathLst>
                <a:path w="2282" h="7739" extrusionOk="0">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8" name="Google Shape;18008;p79"/>
            <p:cNvSpPr/>
            <p:nvPr/>
          </p:nvSpPr>
          <p:spPr>
            <a:xfrm>
              <a:off x="4393262" y="2583679"/>
              <a:ext cx="28391" cy="202878"/>
            </a:xfrm>
            <a:custGeom>
              <a:avLst/>
              <a:gdLst/>
              <a:ahLst/>
              <a:cxnLst/>
              <a:rect l="l" t="t" r="r" b="b"/>
              <a:pathLst>
                <a:path w="1083" h="7739" extrusionOk="0">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9" name="Google Shape;18009;p79"/>
            <p:cNvSpPr/>
            <p:nvPr/>
          </p:nvSpPr>
          <p:spPr>
            <a:xfrm>
              <a:off x="4483703" y="2550386"/>
              <a:ext cx="60190" cy="236171"/>
            </a:xfrm>
            <a:custGeom>
              <a:avLst/>
              <a:gdLst/>
              <a:ahLst/>
              <a:cxnLst/>
              <a:rect l="l" t="t" r="r" b="b"/>
              <a:pathLst>
                <a:path w="2296" h="9009" extrusionOk="0">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0" name="Google Shape;18010;p79"/>
            <p:cNvSpPr/>
            <p:nvPr/>
          </p:nvSpPr>
          <p:spPr>
            <a:xfrm>
              <a:off x="4483703" y="2550386"/>
              <a:ext cx="28417" cy="236171"/>
            </a:xfrm>
            <a:custGeom>
              <a:avLst/>
              <a:gdLst/>
              <a:ahLst/>
              <a:cxnLst/>
              <a:rect l="l" t="t" r="r" b="b"/>
              <a:pathLst>
                <a:path w="1084" h="9009" extrusionOk="0">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1" name="Google Shape;18011;p79"/>
            <p:cNvSpPr/>
            <p:nvPr/>
          </p:nvSpPr>
          <p:spPr>
            <a:xfrm>
              <a:off x="4226744" y="2456537"/>
              <a:ext cx="307318" cy="124154"/>
            </a:xfrm>
            <a:custGeom>
              <a:avLst/>
              <a:gdLst/>
              <a:ahLst/>
              <a:cxnLst/>
              <a:rect l="l" t="t" r="r" b="b"/>
              <a:pathLst>
                <a:path w="11723" h="4736" extrusionOk="0">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12" name="Google Shape;18012;p79"/>
          <p:cNvGrpSpPr/>
          <p:nvPr/>
        </p:nvGrpSpPr>
        <p:grpSpPr>
          <a:xfrm>
            <a:off x="6176013" y="1977825"/>
            <a:ext cx="235411" cy="347427"/>
            <a:chOff x="6176013" y="1977825"/>
            <a:chExt cx="235411" cy="347427"/>
          </a:xfrm>
        </p:grpSpPr>
        <p:sp>
          <p:nvSpPr>
            <p:cNvPr id="18013" name="Google Shape;18013;p79"/>
            <p:cNvSpPr/>
            <p:nvPr/>
          </p:nvSpPr>
          <p:spPr>
            <a:xfrm>
              <a:off x="6268368" y="2084179"/>
              <a:ext cx="50726" cy="50726"/>
            </a:xfrm>
            <a:custGeom>
              <a:avLst/>
              <a:gdLst/>
              <a:ahLst/>
              <a:cxnLst/>
              <a:rect l="l" t="t" r="r" b="b"/>
              <a:pathLst>
                <a:path w="1935" h="1935" extrusionOk="0">
                  <a:moveTo>
                    <a:pt x="0" y="0"/>
                  </a:moveTo>
                  <a:lnTo>
                    <a:pt x="0" y="1935"/>
                  </a:lnTo>
                  <a:lnTo>
                    <a:pt x="1934" y="1935"/>
                  </a:lnTo>
                  <a:lnTo>
                    <a:pt x="19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4" name="Google Shape;18014;p79"/>
            <p:cNvSpPr/>
            <p:nvPr/>
          </p:nvSpPr>
          <p:spPr>
            <a:xfrm>
              <a:off x="6268368" y="2084179"/>
              <a:ext cx="50726" cy="28024"/>
            </a:xfrm>
            <a:custGeom>
              <a:avLst/>
              <a:gdLst/>
              <a:ahLst/>
              <a:cxnLst/>
              <a:rect l="l" t="t" r="r" b="b"/>
              <a:pathLst>
                <a:path w="1935" h="1069" extrusionOk="0">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5" name="Google Shape;18015;p79"/>
            <p:cNvSpPr/>
            <p:nvPr/>
          </p:nvSpPr>
          <p:spPr>
            <a:xfrm>
              <a:off x="6243385" y="1977825"/>
              <a:ext cx="101059" cy="78357"/>
            </a:xfrm>
            <a:custGeom>
              <a:avLst/>
              <a:gdLst/>
              <a:ahLst/>
              <a:cxnLst/>
              <a:rect l="l" t="t" r="r" b="b"/>
              <a:pathLst>
                <a:path w="3855"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6" name="Google Shape;18016;p79"/>
            <p:cNvSpPr/>
            <p:nvPr/>
          </p:nvSpPr>
          <p:spPr>
            <a:xfrm>
              <a:off x="6243385" y="1977825"/>
              <a:ext cx="42416" cy="78357"/>
            </a:xfrm>
            <a:custGeom>
              <a:avLst/>
              <a:gdLst/>
              <a:ahLst/>
              <a:cxnLst/>
              <a:rect l="l" t="t" r="r" b="b"/>
              <a:pathLst>
                <a:path w="1618"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7" name="Google Shape;18017;p79"/>
            <p:cNvSpPr/>
            <p:nvPr/>
          </p:nvSpPr>
          <p:spPr>
            <a:xfrm>
              <a:off x="6215388" y="2117839"/>
              <a:ext cx="156687" cy="73061"/>
            </a:xfrm>
            <a:custGeom>
              <a:avLst/>
              <a:gdLst/>
              <a:ahLst/>
              <a:cxnLst/>
              <a:rect l="l" t="t" r="r" b="b"/>
              <a:pathLst>
                <a:path w="5977" h="2787" extrusionOk="0">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8" name="Google Shape;18018;p79"/>
            <p:cNvSpPr/>
            <p:nvPr/>
          </p:nvSpPr>
          <p:spPr>
            <a:xfrm>
              <a:off x="6285382" y="2140174"/>
              <a:ext cx="16673" cy="50726"/>
            </a:xfrm>
            <a:custGeom>
              <a:avLst/>
              <a:gdLst/>
              <a:ahLst/>
              <a:cxnLst/>
              <a:rect l="l" t="t" r="r" b="b"/>
              <a:pathLst>
                <a:path w="636" h="1935" extrusionOk="0">
                  <a:moveTo>
                    <a:pt x="159" y="1"/>
                  </a:moveTo>
                  <a:lnTo>
                    <a:pt x="1" y="1935"/>
                  </a:lnTo>
                  <a:lnTo>
                    <a:pt x="636" y="1935"/>
                  </a:lnTo>
                  <a:lnTo>
                    <a:pt x="477"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9" name="Google Shape;18019;p79"/>
            <p:cNvSpPr/>
            <p:nvPr/>
          </p:nvSpPr>
          <p:spPr>
            <a:xfrm>
              <a:off x="6215388" y="2138654"/>
              <a:ext cx="28024" cy="51879"/>
            </a:xfrm>
            <a:custGeom>
              <a:avLst/>
              <a:gdLst/>
              <a:ahLst/>
              <a:cxnLst/>
              <a:rect l="l" t="t" r="r" b="b"/>
              <a:pathLst>
                <a:path w="1069" h="1979" extrusionOk="0">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0" name="Google Shape;18020;p79"/>
            <p:cNvSpPr/>
            <p:nvPr/>
          </p:nvSpPr>
          <p:spPr>
            <a:xfrm>
              <a:off x="6344051" y="2138654"/>
              <a:ext cx="28391" cy="51879"/>
            </a:xfrm>
            <a:custGeom>
              <a:avLst/>
              <a:gdLst/>
              <a:ahLst/>
              <a:cxnLst/>
              <a:rect l="l" t="t" r="r" b="b"/>
              <a:pathLst>
                <a:path w="1083" h="1979" extrusionOk="0">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1" name="Google Shape;18021;p79"/>
            <p:cNvSpPr/>
            <p:nvPr/>
          </p:nvSpPr>
          <p:spPr>
            <a:xfrm>
              <a:off x="6285015" y="2134879"/>
              <a:ext cx="17040" cy="13658"/>
            </a:xfrm>
            <a:custGeom>
              <a:avLst/>
              <a:gdLst/>
              <a:ahLst/>
              <a:cxnLst/>
              <a:rect l="l" t="t" r="r" b="b"/>
              <a:pathLst>
                <a:path w="650" h="521" extrusionOk="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2" name="Google Shape;18022;p79"/>
            <p:cNvSpPr/>
            <p:nvPr/>
          </p:nvSpPr>
          <p:spPr>
            <a:xfrm>
              <a:off x="6258905" y="2112334"/>
              <a:ext cx="34840" cy="31301"/>
            </a:xfrm>
            <a:custGeom>
              <a:avLst/>
              <a:gdLst/>
              <a:ahLst/>
              <a:cxnLst/>
              <a:rect l="l" t="t" r="r" b="b"/>
              <a:pathLst>
                <a:path w="1329" h="1194" extrusionOk="0">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3" name="Google Shape;18023;p79"/>
            <p:cNvSpPr/>
            <p:nvPr/>
          </p:nvSpPr>
          <p:spPr>
            <a:xfrm>
              <a:off x="6293718" y="2112334"/>
              <a:ext cx="34840" cy="31301"/>
            </a:xfrm>
            <a:custGeom>
              <a:avLst/>
              <a:gdLst/>
              <a:ahLst/>
              <a:cxnLst/>
              <a:rect l="l" t="t" r="r" b="b"/>
              <a:pathLst>
                <a:path w="1329" h="1194" extrusionOk="0">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4" name="Google Shape;18024;p79"/>
            <p:cNvSpPr/>
            <p:nvPr/>
          </p:nvSpPr>
          <p:spPr>
            <a:xfrm>
              <a:off x="6248681" y="2016859"/>
              <a:ext cx="90075" cy="84045"/>
            </a:xfrm>
            <a:custGeom>
              <a:avLst/>
              <a:gdLst/>
              <a:ahLst/>
              <a:cxnLst/>
              <a:rect l="l" t="t" r="r" b="b"/>
              <a:pathLst>
                <a:path w="3436" h="3206" extrusionOk="0">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5" name="Google Shape;18025;p79"/>
            <p:cNvSpPr/>
            <p:nvPr/>
          </p:nvSpPr>
          <p:spPr>
            <a:xfrm>
              <a:off x="6248681" y="2016911"/>
              <a:ext cx="78724" cy="83180"/>
            </a:xfrm>
            <a:custGeom>
              <a:avLst/>
              <a:gdLst/>
              <a:ahLst/>
              <a:cxnLst/>
              <a:rect l="l" t="t" r="r" b="b"/>
              <a:pathLst>
                <a:path w="3003" h="3173" extrusionOk="0">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6" name="Google Shape;18026;p79"/>
            <p:cNvSpPr/>
            <p:nvPr/>
          </p:nvSpPr>
          <p:spPr>
            <a:xfrm>
              <a:off x="6282367" y="2302891"/>
              <a:ext cx="22728" cy="22361"/>
            </a:xfrm>
            <a:custGeom>
              <a:avLst/>
              <a:gdLst/>
              <a:ahLst/>
              <a:cxnLst/>
              <a:rect l="l" t="t" r="r" b="b"/>
              <a:pathLst>
                <a:path w="867" h="853" extrusionOk="0">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7" name="Google Shape;18027;p79"/>
            <p:cNvSpPr/>
            <p:nvPr/>
          </p:nvSpPr>
          <p:spPr>
            <a:xfrm>
              <a:off x="6176013" y="2302891"/>
              <a:ext cx="22361" cy="22361"/>
            </a:xfrm>
            <a:custGeom>
              <a:avLst/>
              <a:gdLst/>
              <a:ahLst/>
              <a:cxnLst/>
              <a:rect l="l" t="t" r="r" b="b"/>
              <a:pathLst>
                <a:path w="853" h="853" extrusionOk="0">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8" name="Google Shape;18028;p79"/>
            <p:cNvSpPr/>
            <p:nvPr/>
          </p:nvSpPr>
          <p:spPr>
            <a:xfrm>
              <a:off x="6389062" y="2302891"/>
              <a:ext cx="22361" cy="22361"/>
            </a:xfrm>
            <a:custGeom>
              <a:avLst/>
              <a:gdLst/>
              <a:ahLst/>
              <a:cxnLst/>
              <a:rect l="l" t="t" r="r" b="b"/>
              <a:pathLst>
                <a:path w="853" h="853" extrusionOk="0">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9" name="Google Shape;18029;p79"/>
            <p:cNvSpPr/>
            <p:nvPr/>
          </p:nvSpPr>
          <p:spPr>
            <a:xfrm>
              <a:off x="6199528" y="2217954"/>
              <a:ext cx="188381" cy="73769"/>
            </a:xfrm>
            <a:custGeom>
              <a:avLst/>
              <a:gdLst/>
              <a:ahLst/>
              <a:cxnLst/>
              <a:rect l="l" t="t" r="r" b="b"/>
              <a:pathLst>
                <a:path w="7186" h="2814" extrusionOk="0">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30" name="Google Shape;18030;p79"/>
          <p:cNvGrpSpPr/>
          <p:nvPr/>
        </p:nvGrpSpPr>
        <p:grpSpPr>
          <a:xfrm>
            <a:off x="6652077" y="1977458"/>
            <a:ext cx="235778" cy="347794"/>
            <a:chOff x="6652077" y="1977458"/>
            <a:chExt cx="235778" cy="347794"/>
          </a:xfrm>
        </p:grpSpPr>
        <p:sp>
          <p:nvSpPr>
            <p:cNvPr id="18031" name="Google Shape;18031;p79"/>
            <p:cNvSpPr/>
            <p:nvPr/>
          </p:nvSpPr>
          <p:spPr>
            <a:xfrm>
              <a:off x="6758798" y="2302891"/>
              <a:ext cx="22361" cy="22361"/>
            </a:xfrm>
            <a:custGeom>
              <a:avLst/>
              <a:gdLst/>
              <a:ahLst/>
              <a:cxnLst/>
              <a:rect l="l" t="t" r="r" b="b"/>
              <a:pathLst>
                <a:path w="853" h="853" extrusionOk="0">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2" name="Google Shape;18032;p79"/>
            <p:cNvSpPr/>
            <p:nvPr/>
          </p:nvSpPr>
          <p:spPr>
            <a:xfrm>
              <a:off x="6652077"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3" name="Google Shape;18033;p79"/>
            <p:cNvSpPr/>
            <p:nvPr/>
          </p:nvSpPr>
          <p:spPr>
            <a:xfrm>
              <a:off x="6865126"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4" name="Google Shape;18034;p79"/>
            <p:cNvSpPr/>
            <p:nvPr/>
          </p:nvSpPr>
          <p:spPr>
            <a:xfrm>
              <a:off x="6675697" y="2219081"/>
              <a:ext cx="188564" cy="72642"/>
            </a:xfrm>
            <a:custGeom>
              <a:avLst/>
              <a:gdLst/>
              <a:ahLst/>
              <a:cxnLst/>
              <a:rect l="l" t="t" r="r" b="b"/>
              <a:pathLst>
                <a:path w="7193" h="2771" extrusionOk="0">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5" name="Google Shape;18035;p79"/>
            <p:cNvSpPr/>
            <p:nvPr/>
          </p:nvSpPr>
          <p:spPr>
            <a:xfrm>
              <a:off x="6747447" y="2112176"/>
              <a:ext cx="45064" cy="45064"/>
            </a:xfrm>
            <a:custGeom>
              <a:avLst/>
              <a:gdLst/>
              <a:ahLst/>
              <a:cxnLst/>
              <a:rect l="l" t="t" r="r" b="b"/>
              <a:pathLst>
                <a:path w="1719" h="1719" extrusionOk="0">
                  <a:moveTo>
                    <a:pt x="0" y="0"/>
                  </a:moveTo>
                  <a:lnTo>
                    <a:pt x="0" y="1718"/>
                  </a:lnTo>
                  <a:lnTo>
                    <a:pt x="1718" y="1718"/>
                  </a:lnTo>
                  <a:lnTo>
                    <a:pt x="171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6" name="Google Shape;18036;p79"/>
            <p:cNvSpPr/>
            <p:nvPr/>
          </p:nvSpPr>
          <p:spPr>
            <a:xfrm>
              <a:off x="6747447" y="2112176"/>
              <a:ext cx="45064" cy="22361"/>
            </a:xfrm>
            <a:custGeom>
              <a:avLst/>
              <a:gdLst/>
              <a:ahLst/>
              <a:cxnLst/>
              <a:rect l="l" t="t" r="r" b="b"/>
              <a:pathLst>
                <a:path w="1719" h="853" extrusionOk="0">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7" name="Google Shape;18037;p79"/>
            <p:cNvSpPr/>
            <p:nvPr/>
          </p:nvSpPr>
          <p:spPr>
            <a:xfrm>
              <a:off x="6741759" y="1977458"/>
              <a:ext cx="56415" cy="45064"/>
            </a:xfrm>
            <a:custGeom>
              <a:avLst/>
              <a:gdLst/>
              <a:ahLst/>
              <a:cxnLst/>
              <a:rect l="l" t="t" r="r" b="b"/>
              <a:pathLst>
                <a:path w="2152" h="1719" extrusionOk="0">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8" name="Google Shape;18038;p79"/>
            <p:cNvSpPr/>
            <p:nvPr/>
          </p:nvSpPr>
          <p:spPr>
            <a:xfrm>
              <a:off x="6741759" y="1977825"/>
              <a:ext cx="38248" cy="44697"/>
            </a:xfrm>
            <a:custGeom>
              <a:avLst/>
              <a:gdLst/>
              <a:ahLst/>
              <a:cxnLst/>
              <a:rect l="l" t="t" r="r" b="b"/>
              <a:pathLst>
                <a:path w="1459" h="1705" extrusionOk="0">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9" name="Google Shape;18039;p79"/>
            <p:cNvSpPr/>
            <p:nvPr/>
          </p:nvSpPr>
          <p:spPr>
            <a:xfrm>
              <a:off x="6713761" y="2000160"/>
              <a:ext cx="112410" cy="112043"/>
            </a:xfrm>
            <a:custGeom>
              <a:avLst/>
              <a:gdLst/>
              <a:ahLst/>
              <a:cxnLst/>
              <a:rect l="l" t="t" r="r" b="b"/>
              <a:pathLst>
                <a:path w="4288" h="4274" extrusionOk="0">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0" name="Google Shape;18040;p79"/>
            <p:cNvSpPr/>
            <p:nvPr/>
          </p:nvSpPr>
          <p:spPr>
            <a:xfrm>
              <a:off x="6740605" y="2000134"/>
              <a:ext cx="88974" cy="110942"/>
            </a:xfrm>
            <a:custGeom>
              <a:avLst/>
              <a:gdLst/>
              <a:ahLst/>
              <a:cxnLst/>
              <a:rect l="l" t="t" r="r" b="b"/>
              <a:pathLst>
                <a:path w="3394" h="4232" extrusionOk="0">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1" name="Google Shape;18041;p79"/>
            <p:cNvSpPr/>
            <p:nvPr/>
          </p:nvSpPr>
          <p:spPr>
            <a:xfrm>
              <a:off x="6725112" y="2040033"/>
              <a:ext cx="89708" cy="83521"/>
            </a:xfrm>
            <a:custGeom>
              <a:avLst/>
              <a:gdLst/>
              <a:ahLst/>
              <a:cxnLst/>
              <a:rect l="l" t="t" r="r" b="b"/>
              <a:pathLst>
                <a:path w="3422" h="3186" extrusionOk="0">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2" name="Google Shape;18042;p79"/>
            <p:cNvSpPr/>
            <p:nvPr/>
          </p:nvSpPr>
          <p:spPr>
            <a:xfrm>
              <a:off x="6697481" y="2142822"/>
              <a:ext cx="145362" cy="59062"/>
            </a:xfrm>
            <a:custGeom>
              <a:avLst/>
              <a:gdLst/>
              <a:ahLst/>
              <a:cxnLst/>
              <a:rect l="l" t="t" r="r" b="b"/>
              <a:pathLst>
                <a:path w="5545" h="2253" extrusionOk="0">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3" name="Google Shape;18043;p79"/>
            <p:cNvSpPr/>
            <p:nvPr/>
          </p:nvSpPr>
          <p:spPr>
            <a:xfrm>
              <a:off x="6697114" y="2161749"/>
              <a:ext cx="28024" cy="40135"/>
            </a:xfrm>
            <a:custGeom>
              <a:avLst/>
              <a:gdLst/>
              <a:ahLst/>
              <a:cxnLst/>
              <a:rect l="l" t="t" r="r" b="b"/>
              <a:pathLst>
                <a:path w="1069" h="1531" extrusionOk="0">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4" name="Google Shape;18044;p79"/>
            <p:cNvSpPr/>
            <p:nvPr/>
          </p:nvSpPr>
          <p:spPr>
            <a:xfrm>
              <a:off x="6814427" y="2161749"/>
              <a:ext cx="28417" cy="40135"/>
            </a:xfrm>
            <a:custGeom>
              <a:avLst/>
              <a:gdLst/>
              <a:ahLst/>
              <a:cxnLst/>
              <a:rect l="l" t="t" r="r" b="b"/>
              <a:pathLst>
                <a:path w="1084" h="1531" extrusionOk="0">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5" name="Google Shape;18045;p79"/>
            <p:cNvSpPr/>
            <p:nvPr/>
          </p:nvSpPr>
          <p:spPr>
            <a:xfrm>
              <a:off x="6737617" y="2135849"/>
              <a:ext cx="64358" cy="66036"/>
            </a:xfrm>
            <a:custGeom>
              <a:avLst/>
              <a:gdLst/>
              <a:ahLst/>
              <a:cxnLst/>
              <a:rect l="l" t="t" r="r" b="b"/>
              <a:pathLst>
                <a:path w="2455" h="2519" extrusionOk="0">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6" name="Google Shape;18046;p79"/>
            <p:cNvSpPr/>
            <p:nvPr/>
          </p:nvSpPr>
          <p:spPr>
            <a:xfrm>
              <a:off x="6725112" y="2040033"/>
              <a:ext cx="90101" cy="82761"/>
            </a:xfrm>
            <a:custGeom>
              <a:avLst/>
              <a:gdLst/>
              <a:ahLst/>
              <a:cxnLst/>
              <a:rect l="l" t="t" r="r" b="b"/>
              <a:pathLst>
                <a:path w="3437" h="3157" extrusionOk="0">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47" name="Google Shape;18047;p79"/>
          <p:cNvGrpSpPr/>
          <p:nvPr/>
        </p:nvGrpSpPr>
        <p:grpSpPr>
          <a:xfrm>
            <a:off x="7072513" y="1997512"/>
            <a:ext cx="394352" cy="308052"/>
            <a:chOff x="7072513" y="1997512"/>
            <a:chExt cx="394352" cy="308052"/>
          </a:xfrm>
        </p:grpSpPr>
        <p:sp>
          <p:nvSpPr>
            <p:cNvPr id="18048" name="Google Shape;18048;p79"/>
            <p:cNvSpPr/>
            <p:nvPr/>
          </p:nvSpPr>
          <p:spPr>
            <a:xfrm>
              <a:off x="7111862" y="2025903"/>
              <a:ext cx="279321" cy="279662"/>
            </a:xfrm>
            <a:custGeom>
              <a:avLst/>
              <a:gdLst/>
              <a:ahLst/>
              <a:cxnLst/>
              <a:rect l="l" t="t" r="r" b="b"/>
              <a:pathLst>
                <a:path w="10655" h="10668" extrusionOk="0">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9" name="Google Shape;18049;p79"/>
            <p:cNvSpPr/>
            <p:nvPr/>
          </p:nvSpPr>
          <p:spPr>
            <a:xfrm>
              <a:off x="7250749" y="2106488"/>
              <a:ext cx="74582" cy="97677"/>
            </a:xfrm>
            <a:custGeom>
              <a:avLst/>
              <a:gdLst/>
              <a:ahLst/>
              <a:cxnLst/>
              <a:rect l="l" t="t" r="r" b="b"/>
              <a:pathLst>
                <a:path w="2845" h="3726" extrusionOk="0">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0" name="Google Shape;18050;p79"/>
            <p:cNvSpPr/>
            <p:nvPr/>
          </p:nvSpPr>
          <p:spPr>
            <a:xfrm>
              <a:off x="7250749" y="2048212"/>
              <a:ext cx="148744" cy="193021"/>
            </a:xfrm>
            <a:custGeom>
              <a:avLst/>
              <a:gdLst/>
              <a:ahLst/>
              <a:cxnLst/>
              <a:rect l="l" t="t" r="r" b="b"/>
              <a:pathLst>
                <a:path w="5674" h="7363" extrusionOk="0">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1" name="Google Shape;18051;p79"/>
            <p:cNvSpPr/>
            <p:nvPr/>
          </p:nvSpPr>
          <p:spPr>
            <a:xfrm>
              <a:off x="7250382" y="1997512"/>
              <a:ext cx="216483" cy="272872"/>
            </a:xfrm>
            <a:custGeom>
              <a:avLst/>
              <a:gdLst/>
              <a:ahLst/>
              <a:cxnLst/>
              <a:rect l="l" t="t" r="r" b="b"/>
              <a:pathLst>
                <a:path w="8258" h="10409" extrusionOk="0">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2" name="Google Shape;18052;p79"/>
            <p:cNvSpPr/>
            <p:nvPr/>
          </p:nvSpPr>
          <p:spPr>
            <a:xfrm>
              <a:off x="7114903" y="2025903"/>
              <a:ext cx="137000" cy="140408"/>
            </a:xfrm>
            <a:custGeom>
              <a:avLst/>
              <a:gdLst/>
              <a:ahLst/>
              <a:cxnLst/>
              <a:rect l="l" t="t" r="r" b="b"/>
              <a:pathLst>
                <a:path w="5226" h="5356" extrusionOk="0">
                  <a:moveTo>
                    <a:pt x="5197" y="0"/>
                  </a:moveTo>
                  <a:cubicBezTo>
                    <a:pt x="2700" y="15"/>
                    <a:pt x="534" y="1747"/>
                    <a:pt x="0" y="4201"/>
                  </a:cubicBezTo>
                  <a:lnTo>
                    <a:pt x="5226" y="5356"/>
                  </a:lnTo>
                  <a:lnTo>
                    <a:pt x="5197"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3" name="Google Shape;18053;p79"/>
            <p:cNvSpPr/>
            <p:nvPr/>
          </p:nvSpPr>
          <p:spPr>
            <a:xfrm>
              <a:off x="7111862" y="2135639"/>
              <a:ext cx="140041" cy="164630"/>
            </a:xfrm>
            <a:custGeom>
              <a:avLst/>
              <a:gdLst/>
              <a:ahLst/>
              <a:cxnLst/>
              <a:rect l="l" t="t" r="r" b="b"/>
              <a:pathLst>
                <a:path w="5342" h="6280" extrusionOk="0">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4" name="Google Shape;18054;p79"/>
            <p:cNvSpPr/>
            <p:nvPr/>
          </p:nvSpPr>
          <p:spPr>
            <a:xfrm>
              <a:off x="7198529" y="2280188"/>
              <a:ext cx="73821" cy="25376"/>
            </a:xfrm>
            <a:custGeom>
              <a:avLst/>
              <a:gdLst/>
              <a:ahLst/>
              <a:cxnLst/>
              <a:rect l="l" t="t" r="r" b="b"/>
              <a:pathLst>
                <a:path w="2816" h="968" extrusionOk="0">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5" name="Google Shape;18055;p79"/>
            <p:cNvSpPr/>
            <p:nvPr/>
          </p:nvSpPr>
          <p:spPr>
            <a:xfrm>
              <a:off x="7114903" y="2025903"/>
              <a:ext cx="136239" cy="118833"/>
            </a:xfrm>
            <a:custGeom>
              <a:avLst/>
              <a:gdLst/>
              <a:ahLst/>
              <a:cxnLst/>
              <a:rect l="l" t="t" r="r" b="b"/>
              <a:pathLst>
                <a:path w="5197" h="4533" extrusionOk="0">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6" name="Google Shape;18056;p79"/>
            <p:cNvSpPr/>
            <p:nvPr/>
          </p:nvSpPr>
          <p:spPr>
            <a:xfrm>
              <a:off x="7072513" y="2004223"/>
              <a:ext cx="136947" cy="105515"/>
            </a:xfrm>
            <a:custGeom>
              <a:avLst/>
              <a:gdLst/>
              <a:ahLst/>
              <a:cxnLst/>
              <a:rect l="l" t="t" r="r" b="b"/>
              <a:pathLst>
                <a:path w="5224" h="4025" extrusionOk="0">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7" name="Google Shape;18057;p79"/>
            <p:cNvSpPr/>
            <p:nvPr/>
          </p:nvSpPr>
          <p:spPr>
            <a:xfrm>
              <a:off x="7187545" y="2099436"/>
              <a:ext cx="35233" cy="30173"/>
            </a:xfrm>
            <a:custGeom>
              <a:avLst/>
              <a:gdLst/>
              <a:ahLst/>
              <a:cxnLst/>
              <a:rect l="l" t="t" r="r" b="b"/>
              <a:pathLst>
                <a:path w="1344" h="1151" extrusionOk="0">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8" name="Google Shape;18058;p79"/>
            <p:cNvSpPr/>
            <p:nvPr/>
          </p:nvSpPr>
          <p:spPr>
            <a:xfrm>
              <a:off x="7098990" y="2135246"/>
              <a:ext cx="120379" cy="165023"/>
            </a:xfrm>
            <a:custGeom>
              <a:avLst/>
              <a:gdLst/>
              <a:ahLst/>
              <a:cxnLst/>
              <a:rect l="l" t="t" r="r" b="b"/>
              <a:pathLst>
                <a:path w="4592" h="6295" extrusionOk="0">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59" name="Google Shape;18059;p79"/>
          <p:cNvGrpSpPr/>
          <p:nvPr/>
        </p:nvGrpSpPr>
        <p:grpSpPr>
          <a:xfrm>
            <a:off x="7576208" y="1977825"/>
            <a:ext cx="292533" cy="347454"/>
            <a:chOff x="7576208" y="1977825"/>
            <a:chExt cx="292533" cy="347454"/>
          </a:xfrm>
        </p:grpSpPr>
        <p:sp>
          <p:nvSpPr>
            <p:cNvPr id="18060" name="Google Shape;18060;p79"/>
            <p:cNvSpPr/>
            <p:nvPr/>
          </p:nvSpPr>
          <p:spPr>
            <a:xfrm>
              <a:off x="7576208" y="1999032"/>
              <a:ext cx="89315" cy="148351"/>
            </a:xfrm>
            <a:custGeom>
              <a:avLst/>
              <a:gdLst/>
              <a:ahLst/>
              <a:cxnLst/>
              <a:rect l="l" t="t" r="r" b="b"/>
              <a:pathLst>
                <a:path w="3407" h="5659" extrusionOk="0">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1" name="Google Shape;18061;p79"/>
            <p:cNvSpPr/>
            <p:nvPr/>
          </p:nvSpPr>
          <p:spPr>
            <a:xfrm>
              <a:off x="7779034" y="1999032"/>
              <a:ext cx="89708" cy="148351"/>
            </a:xfrm>
            <a:custGeom>
              <a:avLst/>
              <a:gdLst/>
              <a:ahLst/>
              <a:cxnLst/>
              <a:rect l="l" t="t" r="r" b="b"/>
              <a:pathLst>
                <a:path w="3422" h="5659" extrusionOk="0">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2" name="Google Shape;18062;p79"/>
            <p:cNvSpPr/>
            <p:nvPr/>
          </p:nvSpPr>
          <p:spPr>
            <a:xfrm>
              <a:off x="7710927" y="2175381"/>
              <a:ext cx="22728" cy="103707"/>
            </a:xfrm>
            <a:custGeom>
              <a:avLst/>
              <a:gdLst/>
              <a:ahLst/>
              <a:cxnLst/>
              <a:rect l="l" t="t" r="r" b="b"/>
              <a:pathLst>
                <a:path w="867" h="3956" extrusionOk="0">
                  <a:moveTo>
                    <a:pt x="0" y="0"/>
                  </a:moveTo>
                  <a:lnTo>
                    <a:pt x="0" y="3955"/>
                  </a:lnTo>
                  <a:lnTo>
                    <a:pt x="866" y="3955"/>
                  </a:lnTo>
                  <a:lnTo>
                    <a:pt x="866" y="0"/>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3" name="Google Shape;18063;p79"/>
            <p:cNvSpPr/>
            <p:nvPr/>
          </p:nvSpPr>
          <p:spPr>
            <a:xfrm>
              <a:off x="7638626" y="1989176"/>
              <a:ext cx="167671" cy="204765"/>
            </a:xfrm>
            <a:custGeom>
              <a:avLst/>
              <a:gdLst/>
              <a:ahLst/>
              <a:cxnLst/>
              <a:rect l="l" t="t" r="r" b="b"/>
              <a:pathLst>
                <a:path w="6396" h="7811" extrusionOk="0">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4" name="Google Shape;18064;p79"/>
            <p:cNvSpPr/>
            <p:nvPr/>
          </p:nvSpPr>
          <p:spPr>
            <a:xfrm>
              <a:off x="7706759" y="1989176"/>
              <a:ext cx="99538" cy="204765"/>
            </a:xfrm>
            <a:custGeom>
              <a:avLst/>
              <a:gdLst/>
              <a:ahLst/>
              <a:cxnLst/>
              <a:rect l="l" t="t" r="r" b="b"/>
              <a:pathLst>
                <a:path w="3797" h="7811" extrusionOk="0">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5" name="Google Shape;18065;p79"/>
            <p:cNvSpPr/>
            <p:nvPr/>
          </p:nvSpPr>
          <p:spPr>
            <a:xfrm>
              <a:off x="7628035" y="1977825"/>
              <a:ext cx="189246" cy="22728"/>
            </a:xfrm>
            <a:custGeom>
              <a:avLst/>
              <a:gdLst/>
              <a:ahLst/>
              <a:cxnLst/>
              <a:rect l="l" t="t" r="r" b="b"/>
              <a:pathLst>
                <a:path w="7219" h="867" extrusionOk="0">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6" name="Google Shape;18066;p79"/>
            <p:cNvSpPr/>
            <p:nvPr/>
          </p:nvSpPr>
          <p:spPr>
            <a:xfrm>
              <a:off x="7785456" y="1977825"/>
              <a:ext cx="31825" cy="22728"/>
            </a:xfrm>
            <a:custGeom>
              <a:avLst/>
              <a:gdLst/>
              <a:ahLst/>
              <a:cxnLst/>
              <a:rect l="l" t="t" r="r" b="b"/>
              <a:pathLst>
                <a:path w="1214" h="867" extrusionOk="0">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7" name="Google Shape;18067;p79"/>
            <p:cNvSpPr/>
            <p:nvPr/>
          </p:nvSpPr>
          <p:spPr>
            <a:xfrm>
              <a:off x="7681776" y="2039980"/>
              <a:ext cx="82158" cy="78042"/>
            </a:xfrm>
            <a:custGeom>
              <a:avLst/>
              <a:gdLst/>
              <a:ahLst/>
              <a:cxnLst/>
              <a:rect l="l" t="t" r="r" b="b"/>
              <a:pathLst>
                <a:path w="3134" h="2977" extrusionOk="0">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8" name="Google Shape;18068;p79"/>
            <p:cNvSpPr/>
            <p:nvPr/>
          </p:nvSpPr>
          <p:spPr>
            <a:xfrm>
              <a:off x="7700703" y="2180676"/>
              <a:ext cx="43543" cy="21208"/>
            </a:xfrm>
            <a:custGeom>
              <a:avLst/>
              <a:gdLst/>
              <a:ahLst/>
              <a:cxnLst/>
              <a:rect l="l" t="t" r="r" b="b"/>
              <a:pathLst>
                <a:path w="1661" h="809" extrusionOk="0">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9" name="Google Shape;18069;p79"/>
            <p:cNvSpPr/>
            <p:nvPr/>
          </p:nvSpPr>
          <p:spPr>
            <a:xfrm>
              <a:off x="7678001" y="2263542"/>
              <a:ext cx="88947" cy="30672"/>
            </a:xfrm>
            <a:custGeom>
              <a:avLst/>
              <a:gdLst/>
              <a:ahLst/>
              <a:cxnLst/>
              <a:rect l="l" t="t" r="r" b="b"/>
              <a:pathLst>
                <a:path w="3393" h="1170" extrusionOk="0">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0" name="Google Shape;18070;p79"/>
            <p:cNvSpPr/>
            <p:nvPr/>
          </p:nvSpPr>
          <p:spPr>
            <a:xfrm>
              <a:off x="7735517" y="2263542"/>
              <a:ext cx="31432" cy="30672"/>
            </a:xfrm>
            <a:custGeom>
              <a:avLst/>
              <a:gdLst/>
              <a:ahLst/>
              <a:cxnLst/>
              <a:rect l="l" t="t" r="r" b="b"/>
              <a:pathLst>
                <a:path w="1199" h="1170" extrusionOk="0">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1" name="Google Shape;18071;p79"/>
            <p:cNvSpPr/>
            <p:nvPr/>
          </p:nvSpPr>
          <p:spPr>
            <a:xfrm>
              <a:off x="7645835" y="2286637"/>
              <a:ext cx="152519" cy="38615"/>
            </a:xfrm>
            <a:custGeom>
              <a:avLst/>
              <a:gdLst/>
              <a:ahLst/>
              <a:cxnLst/>
              <a:rect l="l" t="t" r="r" b="b"/>
              <a:pathLst>
                <a:path w="5818" h="1473" extrusionOk="0">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2" name="Google Shape;18072;p79"/>
            <p:cNvSpPr/>
            <p:nvPr/>
          </p:nvSpPr>
          <p:spPr>
            <a:xfrm>
              <a:off x="7760500" y="2286637"/>
              <a:ext cx="38588" cy="38641"/>
            </a:xfrm>
            <a:custGeom>
              <a:avLst/>
              <a:gdLst/>
              <a:ahLst/>
              <a:cxnLst/>
              <a:rect l="l" t="t" r="r" b="b"/>
              <a:pathLst>
                <a:path w="1472" h="1474" extrusionOk="0">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73" name="Google Shape;18073;p79"/>
          <p:cNvGrpSpPr/>
          <p:nvPr/>
        </p:nvGrpSpPr>
        <p:grpSpPr>
          <a:xfrm>
            <a:off x="8023882" y="1977458"/>
            <a:ext cx="320557" cy="347794"/>
            <a:chOff x="8023882" y="1977458"/>
            <a:chExt cx="320557" cy="347794"/>
          </a:xfrm>
        </p:grpSpPr>
        <p:sp>
          <p:nvSpPr>
            <p:cNvPr id="18074" name="Google Shape;18074;p79"/>
            <p:cNvSpPr/>
            <p:nvPr/>
          </p:nvSpPr>
          <p:spPr>
            <a:xfrm>
              <a:off x="8053007" y="1977458"/>
              <a:ext cx="291432" cy="291799"/>
            </a:xfrm>
            <a:custGeom>
              <a:avLst/>
              <a:gdLst/>
              <a:ahLst/>
              <a:cxnLst/>
              <a:rect l="l" t="t" r="r" b="b"/>
              <a:pathLst>
                <a:path w="11117" h="11131" extrusionOk="0">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5" name="Google Shape;18075;p79"/>
            <p:cNvSpPr/>
            <p:nvPr/>
          </p:nvSpPr>
          <p:spPr>
            <a:xfrm>
              <a:off x="8023882" y="1980866"/>
              <a:ext cx="277407" cy="288549"/>
            </a:xfrm>
            <a:custGeom>
              <a:avLst/>
              <a:gdLst/>
              <a:ahLst/>
              <a:cxnLst/>
              <a:rect l="l" t="t" r="r" b="b"/>
              <a:pathLst>
                <a:path w="10582" h="11007" extrusionOk="0">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6" name="Google Shape;18076;p79"/>
            <p:cNvSpPr/>
            <p:nvPr/>
          </p:nvSpPr>
          <p:spPr>
            <a:xfrm>
              <a:off x="8053007" y="1977825"/>
              <a:ext cx="291432" cy="291039"/>
            </a:xfrm>
            <a:custGeom>
              <a:avLst/>
              <a:gdLst/>
              <a:ahLst/>
              <a:cxnLst/>
              <a:rect l="l" t="t" r="r" b="b"/>
              <a:pathLst>
                <a:path w="11117" h="11102" extrusionOk="0">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7" name="Google Shape;18077;p79"/>
            <p:cNvSpPr/>
            <p:nvPr/>
          </p:nvSpPr>
          <p:spPr>
            <a:xfrm>
              <a:off x="8052640" y="1981233"/>
              <a:ext cx="220258" cy="288024"/>
            </a:xfrm>
            <a:custGeom>
              <a:avLst/>
              <a:gdLst/>
              <a:ahLst/>
              <a:cxnLst/>
              <a:rect l="l" t="t" r="r" b="b"/>
              <a:pathLst>
                <a:path w="8402" h="10987" extrusionOk="0">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8" name="Google Shape;18078;p79"/>
            <p:cNvSpPr/>
            <p:nvPr/>
          </p:nvSpPr>
          <p:spPr>
            <a:xfrm>
              <a:off x="8097677"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9" name="Google Shape;18079;p79"/>
            <p:cNvSpPr/>
            <p:nvPr/>
          </p:nvSpPr>
          <p:spPr>
            <a:xfrm>
              <a:off x="8096524" y="2201858"/>
              <a:ext cx="24642" cy="16961"/>
            </a:xfrm>
            <a:custGeom>
              <a:avLst/>
              <a:gdLst/>
              <a:ahLst/>
              <a:cxnLst/>
              <a:rect l="l" t="t" r="r" b="b"/>
              <a:pathLst>
                <a:path w="940" h="647" extrusionOk="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0" name="Google Shape;18080;p79"/>
            <p:cNvSpPr/>
            <p:nvPr/>
          </p:nvSpPr>
          <p:spPr>
            <a:xfrm>
              <a:off x="8075342" y="2219658"/>
              <a:ext cx="67373" cy="83259"/>
            </a:xfrm>
            <a:custGeom>
              <a:avLst/>
              <a:gdLst/>
              <a:ahLst/>
              <a:cxnLst/>
              <a:rect l="l" t="t" r="r" b="b"/>
              <a:pathLst>
                <a:path w="2570" h="3176" extrusionOk="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1" name="Google Shape;18081;p79"/>
            <p:cNvSpPr/>
            <p:nvPr/>
          </p:nvSpPr>
          <p:spPr>
            <a:xfrm>
              <a:off x="8086693" y="2302891"/>
              <a:ext cx="45064" cy="22361"/>
            </a:xfrm>
            <a:custGeom>
              <a:avLst/>
              <a:gdLst/>
              <a:ahLst/>
              <a:cxnLst/>
              <a:rect l="l" t="t" r="r" b="b"/>
              <a:pathLst>
                <a:path w="1719" h="853" extrusionOk="0">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2" name="Google Shape;18082;p79"/>
            <p:cNvSpPr/>
            <p:nvPr/>
          </p:nvSpPr>
          <p:spPr>
            <a:xfrm>
              <a:off x="8075342" y="2228728"/>
              <a:ext cx="11377" cy="74188"/>
            </a:xfrm>
            <a:custGeom>
              <a:avLst/>
              <a:gdLst/>
              <a:ahLst/>
              <a:cxnLst/>
              <a:rect l="l" t="t" r="r" b="b"/>
              <a:pathLst>
                <a:path w="434" h="2830" extrusionOk="0">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3" name="Google Shape;18083;p79"/>
            <p:cNvSpPr/>
            <p:nvPr/>
          </p:nvSpPr>
          <p:spPr>
            <a:xfrm>
              <a:off x="8131337" y="2228728"/>
              <a:ext cx="11377" cy="74188"/>
            </a:xfrm>
            <a:custGeom>
              <a:avLst/>
              <a:gdLst/>
              <a:ahLst/>
              <a:cxnLst/>
              <a:rect l="l" t="t" r="r" b="b"/>
              <a:pathLst>
                <a:path w="434" h="2830" extrusionOk="0">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4" name="Google Shape;18084;p79"/>
            <p:cNvSpPr/>
            <p:nvPr/>
          </p:nvSpPr>
          <p:spPr>
            <a:xfrm>
              <a:off x="8091621"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5" name="Google Shape;18085;p79"/>
            <p:cNvSpPr/>
            <p:nvPr/>
          </p:nvSpPr>
          <p:spPr>
            <a:xfrm>
              <a:off x="8105987" y="2313875"/>
              <a:ext cx="5715" cy="11377"/>
            </a:xfrm>
            <a:custGeom>
              <a:avLst/>
              <a:gdLst/>
              <a:ahLst/>
              <a:cxnLst/>
              <a:rect l="l" t="t" r="r" b="b"/>
              <a:pathLst>
                <a:path w="218" h="434" extrusionOk="0">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6" name="Google Shape;18086;p79"/>
            <p:cNvSpPr/>
            <p:nvPr/>
          </p:nvSpPr>
          <p:spPr>
            <a:xfrm>
              <a:off x="8086326" y="2156821"/>
              <a:ext cx="45037" cy="50752"/>
            </a:xfrm>
            <a:custGeom>
              <a:avLst/>
              <a:gdLst/>
              <a:ahLst/>
              <a:cxnLst/>
              <a:rect l="l" t="t" r="r" b="b"/>
              <a:pathLst>
                <a:path w="1718" h="1936" extrusionOk="0">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7" name="Google Shape;18087;p79"/>
            <p:cNvSpPr/>
            <p:nvPr/>
          </p:nvSpPr>
          <p:spPr>
            <a:xfrm>
              <a:off x="8086693" y="2156821"/>
              <a:ext cx="30672" cy="50569"/>
            </a:xfrm>
            <a:custGeom>
              <a:avLst/>
              <a:gdLst/>
              <a:ahLst/>
              <a:cxnLst/>
              <a:rect l="l" t="t" r="r" b="b"/>
              <a:pathLst>
                <a:path w="1170" h="1929" extrusionOk="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8" name="Google Shape;18088;p79"/>
            <p:cNvSpPr/>
            <p:nvPr/>
          </p:nvSpPr>
          <p:spPr>
            <a:xfrm>
              <a:off x="8086693" y="2156821"/>
              <a:ext cx="45064" cy="22781"/>
            </a:xfrm>
            <a:custGeom>
              <a:avLst/>
              <a:gdLst/>
              <a:ahLst/>
              <a:cxnLst/>
              <a:rect l="l" t="t" r="r" b="b"/>
              <a:pathLst>
                <a:path w="1719" h="869" extrusionOk="0">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9" name="Google Shape;18089;p79"/>
            <p:cNvSpPr/>
            <p:nvPr/>
          </p:nvSpPr>
          <p:spPr>
            <a:xfrm>
              <a:off x="8086693" y="2156821"/>
              <a:ext cx="30672" cy="20474"/>
            </a:xfrm>
            <a:custGeom>
              <a:avLst/>
              <a:gdLst/>
              <a:ahLst/>
              <a:cxnLst/>
              <a:rect l="l" t="t" r="r" b="b"/>
              <a:pathLst>
                <a:path w="1170" h="781" extrusionOk="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0" name="Google Shape;18090;p79"/>
            <p:cNvSpPr/>
            <p:nvPr/>
          </p:nvSpPr>
          <p:spPr>
            <a:xfrm>
              <a:off x="8187359"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1" name="Google Shape;18091;p79"/>
            <p:cNvSpPr/>
            <p:nvPr/>
          </p:nvSpPr>
          <p:spPr>
            <a:xfrm>
              <a:off x="8186231" y="2201858"/>
              <a:ext cx="24616" cy="16961"/>
            </a:xfrm>
            <a:custGeom>
              <a:avLst/>
              <a:gdLst/>
              <a:ahLst/>
              <a:cxnLst/>
              <a:rect l="l" t="t" r="r" b="b"/>
              <a:pathLst>
                <a:path w="939" h="647" extrusionOk="0">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2" name="Google Shape;18092;p79"/>
            <p:cNvSpPr/>
            <p:nvPr/>
          </p:nvSpPr>
          <p:spPr>
            <a:xfrm>
              <a:off x="8165023" y="2219658"/>
              <a:ext cx="67399" cy="83259"/>
            </a:xfrm>
            <a:custGeom>
              <a:avLst/>
              <a:gdLst/>
              <a:ahLst/>
              <a:cxnLst/>
              <a:rect l="l" t="t" r="r" b="b"/>
              <a:pathLst>
                <a:path w="2571" h="3176" extrusionOk="0">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3" name="Google Shape;18093;p79"/>
            <p:cNvSpPr/>
            <p:nvPr/>
          </p:nvSpPr>
          <p:spPr>
            <a:xfrm>
              <a:off x="8176374" y="2302891"/>
              <a:ext cx="44697" cy="22361"/>
            </a:xfrm>
            <a:custGeom>
              <a:avLst/>
              <a:gdLst/>
              <a:ahLst/>
              <a:cxnLst/>
              <a:rect l="l" t="t" r="r" b="b"/>
              <a:pathLst>
                <a:path w="1705" h="853" extrusionOk="0">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4" name="Google Shape;18094;p79"/>
            <p:cNvSpPr/>
            <p:nvPr/>
          </p:nvSpPr>
          <p:spPr>
            <a:xfrm>
              <a:off x="8165023" y="2228728"/>
              <a:ext cx="11377" cy="74188"/>
            </a:xfrm>
            <a:custGeom>
              <a:avLst/>
              <a:gdLst/>
              <a:ahLst/>
              <a:cxnLst/>
              <a:rect l="l" t="t" r="r" b="b"/>
              <a:pathLst>
                <a:path w="434" h="2830" extrusionOk="0">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5" name="Google Shape;18095;p79"/>
            <p:cNvSpPr/>
            <p:nvPr/>
          </p:nvSpPr>
          <p:spPr>
            <a:xfrm>
              <a:off x="8221045" y="2228728"/>
              <a:ext cx="11377" cy="74188"/>
            </a:xfrm>
            <a:custGeom>
              <a:avLst/>
              <a:gdLst/>
              <a:ahLst/>
              <a:cxnLst/>
              <a:rect l="l" t="t" r="r" b="b"/>
              <a:pathLst>
                <a:path w="434" h="2830" extrusionOk="0">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6" name="Google Shape;18096;p79"/>
            <p:cNvSpPr/>
            <p:nvPr/>
          </p:nvSpPr>
          <p:spPr>
            <a:xfrm>
              <a:off x="8181303"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7" name="Google Shape;18097;p79"/>
            <p:cNvSpPr/>
            <p:nvPr/>
          </p:nvSpPr>
          <p:spPr>
            <a:xfrm>
              <a:off x="8195669" y="2313875"/>
              <a:ext cx="5715" cy="11377"/>
            </a:xfrm>
            <a:custGeom>
              <a:avLst/>
              <a:gdLst/>
              <a:ahLst/>
              <a:cxnLst/>
              <a:rect l="l" t="t" r="r" b="b"/>
              <a:pathLst>
                <a:path w="218" h="434" extrusionOk="0">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8" name="Google Shape;18098;p79"/>
            <p:cNvSpPr/>
            <p:nvPr/>
          </p:nvSpPr>
          <p:spPr>
            <a:xfrm>
              <a:off x="8176374"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9" name="Google Shape;18099;p79"/>
            <p:cNvSpPr/>
            <p:nvPr/>
          </p:nvSpPr>
          <p:spPr>
            <a:xfrm>
              <a:off x="8176374" y="2156821"/>
              <a:ext cx="30672" cy="50569"/>
            </a:xfrm>
            <a:custGeom>
              <a:avLst/>
              <a:gdLst/>
              <a:ahLst/>
              <a:cxnLst/>
              <a:rect l="l" t="t" r="r" b="b"/>
              <a:pathLst>
                <a:path w="1170" h="1929" extrusionOk="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0" name="Google Shape;18100;p79"/>
            <p:cNvSpPr/>
            <p:nvPr/>
          </p:nvSpPr>
          <p:spPr>
            <a:xfrm>
              <a:off x="8176007"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1" name="Google Shape;18101;p79"/>
            <p:cNvSpPr/>
            <p:nvPr/>
          </p:nvSpPr>
          <p:spPr>
            <a:xfrm>
              <a:off x="8176374" y="2156821"/>
              <a:ext cx="30672" cy="20474"/>
            </a:xfrm>
            <a:custGeom>
              <a:avLst/>
              <a:gdLst/>
              <a:ahLst/>
              <a:cxnLst/>
              <a:rect l="l" t="t" r="r" b="b"/>
              <a:pathLst>
                <a:path w="1170" h="781" extrusionOk="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2" name="Google Shape;18102;p79"/>
            <p:cNvSpPr/>
            <p:nvPr/>
          </p:nvSpPr>
          <p:spPr>
            <a:xfrm>
              <a:off x="8277040" y="2201858"/>
              <a:ext cx="22361" cy="22361"/>
            </a:xfrm>
            <a:custGeom>
              <a:avLst/>
              <a:gdLst/>
              <a:ahLst/>
              <a:cxnLst/>
              <a:rect l="l" t="t" r="r" b="b"/>
              <a:pathLst>
                <a:path w="853" h="853" extrusionOk="0">
                  <a:moveTo>
                    <a:pt x="1" y="1"/>
                  </a:moveTo>
                  <a:lnTo>
                    <a:pt x="1"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3" name="Google Shape;18103;p79"/>
            <p:cNvSpPr/>
            <p:nvPr/>
          </p:nvSpPr>
          <p:spPr>
            <a:xfrm>
              <a:off x="8275913" y="2201858"/>
              <a:ext cx="24616" cy="16961"/>
            </a:xfrm>
            <a:custGeom>
              <a:avLst/>
              <a:gdLst/>
              <a:ahLst/>
              <a:cxnLst/>
              <a:rect l="l" t="t" r="r" b="b"/>
              <a:pathLst>
                <a:path w="939" h="647" extrusionOk="0">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4" name="Google Shape;18104;p79"/>
            <p:cNvSpPr/>
            <p:nvPr/>
          </p:nvSpPr>
          <p:spPr>
            <a:xfrm>
              <a:off x="8254705" y="2219658"/>
              <a:ext cx="67399" cy="83259"/>
            </a:xfrm>
            <a:custGeom>
              <a:avLst/>
              <a:gdLst/>
              <a:ahLst/>
              <a:cxnLst/>
              <a:rect l="l" t="t" r="r" b="b"/>
              <a:pathLst>
                <a:path w="2571" h="3176" extrusionOk="0">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5" name="Google Shape;18105;p79"/>
            <p:cNvSpPr/>
            <p:nvPr/>
          </p:nvSpPr>
          <p:spPr>
            <a:xfrm>
              <a:off x="8266056" y="2302891"/>
              <a:ext cx="44697" cy="22361"/>
            </a:xfrm>
            <a:custGeom>
              <a:avLst/>
              <a:gdLst/>
              <a:ahLst/>
              <a:cxnLst/>
              <a:rect l="l" t="t" r="r" b="b"/>
              <a:pathLst>
                <a:path w="1705" h="853" extrusionOk="0">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6" name="Google Shape;18106;p79"/>
            <p:cNvSpPr/>
            <p:nvPr/>
          </p:nvSpPr>
          <p:spPr>
            <a:xfrm>
              <a:off x="8254705" y="2228728"/>
              <a:ext cx="11377" cy="74188"/>
            </a:xfrm>
            <a:custGeom>
              <a:avLst/>
              <a:gdLst/>
              <a:ahLst/>
              <a:cxnLst/>
              <a:rect l="l" t="t" r="r" b="b"/>
              <a:pathLst>
                <a:path w="434" h="2830" extrusionOk="0">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7" name="Google Shape;18107;p79"/>
            <p:cNvSpPr/>
            <p:nvPr/>
          </p:nvSpPr>
          <p:spPr>
            <a:xfrm>
              <a:off x="8310726" y="2228728"/>
              <a:ext cx="11377" cy="74188"/>
            </a:xfrm>
            <a:custGeom>
              <a:avLst/>
              <a:gdLst/>
              <a:ahLst/>
              <a:cxnLst/>
              <a:rect l="l" t="t" r="r" b="b"/>
              <a:pathLst>
                <a:path w="434" h="2830" extrusionOk="0">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8" name="Google Shape;18108;p79"/>
            <p:cNvSpPr/>
            <p:nvPr/>
          </p:nvSpPr>
          <p:spPr>
            <a:xfrm>
              <a:off x="8270984" y="2213314"/>
              <a:ext cx="34473" cy="89603"/>
            </a:xfrm>
            <a:custGeom>
              <a:avLst/>
              <a:gdLst/>
              <a:ahLst/>
              <a:cxnLst/>
              <a:rect l="l" t="t" r="r" b="b"/>
              <a:pathLst>
                <a:path w="1315" h="3418" extrusionOk="0">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9" name="Google Shape;18109;p79"/>
            <p:cNvSpPr/>
            <p:nvPr/>
          </p:nvSpPr>
          <p:spPr>
            <a:xfrm>
              <a:off x="8285376" y="2313875"/>
              <a:ext cx="5689" cy="11377"/>
            </a:xfrm>
            <a:custGeom>
              <a:avLst/>
              <a:gdLst/>
              <a:ahLst/>
              <a:cxnLst/>
              <a:rect l="l" t="t" r="r" b="b"/>
              <a:pathLst>
                <a:path w="217" h="434" extrusionOk="0">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0" name="Google Shape;18110;p79"/>
            <p:cNvSpPr/>
            <p:nvPr/>
          </p:nvSpPr>
          <p:spPr>
            <a:xfrm>
              <a:off x="8266056"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1" name="Google Shape;18111;p79"/>
            <p:cNvSpPr/>
            <p:nvPr/>
          </p:nvSpPr>
          <p:spPr>
            <a:xfrm>
              <a:off x="8266056" y="2156821"/>
              <a:ext cx="31065" cy="50569"/>
            </a:xfrm>
            <a:custGeom>
              <a:avLst/>
              <a:gdLst/>
              <a:ahLst/>
              <a:cxnLst/>
              <a:rect l="l" t="t" r="r" b="b"/>
              <a:pathLst>
                <a:path w="1185" h="1929" extrusionOk="0">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2" name="Google Shape;18112;p79"/>
            <p:cNvSpPr/>
            <p:nvPr/>
          </p:nvSpPr>
          <p:spPr>
            <a:xfrm>
              <a:off x="8265689"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3" name="Google Shape;18113;p79"/>
            <p:cNvSpPr/>
            <p:nvPr/>
          </p:nvSpPr>
          <p:spPr>
            <a:xfrm>
              <a:off x="8266056" y="2156821"/>
              <a:ext cx="31065" cy="20474"/>
            </a:xfrm>
            <a:custGeom>
              <a:avLst/>
              <a:gdLst/>
              <a:ahLst/>
              <a:cxnLst/>
              <a:rect l="l" t="t" r="r" b="b"/>
              <a:pathLst>
                <a:path w="1185" h="781" extrusionOk="0">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14" name="Google Shape;18114;p79"/>
          <p:cNvGrpSpPr/>
          <p:nvPr/>
        </p:nvGrpSpPr>
        <p:grpSpPr>
          <a:xfrm>
            <a:off x="5627674" y="2444819"/>
            <a:ext cx="345147" cy="342630"/>
            <a:chOff x="5627674" y="2444819"/>
            <a:chExt cx="345147" cy="342630"/>
          </a:xfrm>
        </p:grpSpPr>
        <p:sp>
          <p:nvSpPr>
            <p:cNvPr id="18115" name="Google Shape;18115;p79"/>
            <p:cNvSpPr/>
            <p:nvPr/>
          </p:nvSpPr>
          <p:spPr>
            <a:xfrm>
              <a:off x="5755210" y="2444819"/>
              <a:ext cx="217611" cy="217978"/>
            </a:xfrm>
            <a:custGeom>
              <a:avLst/>
              <a:gdLst/>
              <a:ahLst/>
              <a:cxnLst/>
              <a:rect l="l" t="t" r="r" b="b"/>
              <a:pathLst>
                <a:path w="8301" h="8315" extrusionOk="0">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6" name="Google Shape;18116;p79"/>
            <p:cNvSpPr/>
            <p:nvPr/>
          </p:nvSpPr>
          <p:spPr>
            <a:xfrm>
              <a:off x="5818021" y="2523516"/>
              <a:ext cx="15545" cy="15178"/>
            </a:xfrm>
            <a:custGeom>
              <a:avLst/>
              <a:gdLst/>
              <a:ahLst/>
              <a:cxnLst/>
              <a:rect l="l" t="t" r="r" b="b"/>
              <a:pathLst>
                <a:path w="593" h="579" extrusionOk="0">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7" name="Google Shape;18117;p79"/>
            <p:cNvSpPr/>
            <p:nvPr/>
          </p:nvSpPr>
          <p:spPr>
            <a:xfrm>
              <a:off x="5894857"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8" name="Google Shape;18118;p79"/>
            <p:cNvSpPr/>
            <p:nvPr/>
          </p:nvSpPr>
          <p:spPr>
            <a:xfrm>
              <a:off x="5856635"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9" name="Google Shape;18119;p79"/>
            <p:cNvSpPr/>
            <p:nvPr/>
          </p:nvSpPr>
          <p:spPr>
            <a:xfrm>
              <a:off x="5627674" y="2523149"/>
              <a:ext cx="266816" cy="264300"/>
            </a:xfrm>
            <a:custGeom>
              <a:avLst/>
              <a:gdLst/>
              <a:ahLst/>
              <a:cxnLst/>
              <a:rect l="l" t="t" r="r" b="b"/>
              <a:pathLst>
                <a:path w="10178" h="10082" extrusionOk="0">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20" name="Google Shape;18120;p79"/>
          <p:cNvGrpSpPr/>
          <p:nvPr/>
        </p:nvGrpSpPr>
        <p:grpSpPr>
          <a:xfrm>
            <a:off x="4653996" y="2440257"/>
            <a:ext cx="396607" cy="348555"/>
            <a:chOff x="4653996" y="2440257"/>
            <a:chExt cx="396607" cy="348555"/>
          </a:xfrm>
        </p:grpSpPr>
        <p:sp>
          <p:nvSpPr>
            <p:cNvPr id="18121" name="Google Shape;18121;p79"/>
            <p:cNvSpPr/>
            <p:nvPr/>
          </p:nvSpPr>
          <p:spPr>
            <a:xfrm>
              <a:off x="4670643" y="2520108"/>
              <a:ext cx="363707" cy="250930"/>
            </a:xfrm>
            <a:custGeom>
              <a:avLst/>
              <a:gdLst/>
              <a:ahLst/>
              <a:cxnLst/>
              <a:rect l="l" t="t" r="r" b="b"/>
              <a:pathLst>
                <a:path w="13874" h="9572" extrusionOk="0">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2" name="Google Shape;18122;p79"/>
            <p:cNvSpPr/>
            <p:nvPr/>
          </p:nvSpPr>
          <p:spPr>
            <a:xfrm>
              <a:off x="4981710" y="2520108"/>
              <a:ext cx="52640" cy="250930"/>
            </a:xfrm>
            <a:custGeom>
              <a:avLst/>
              <a:gdLst/>
              <a:ahLst/>
              <a:cxnLst/>
              <a:rect l="l" t="t" r="r" b="b"/>
              <a:pathLst>
                <a:path w="2008" h="9572" extrusionOk="0">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3" name="Google Shape;18123;p79"/>
            <p:cNvSpPr/>
            <p:nvPr/>
          </p:nvSpPr>
          <p:spPr>
            <a:xfrm>
              <a:off x="4694865" y="2544724"/>
              <a:ext cx="314108" cy="226681"/>
            </a:xfrm>
            <a:custGeom>
              <a:avLst/>
              <a:gdLst/>
              <a:ahLst/>
              <a:cxnLst/>
              <a:rect l="l" t="t" r="r" b="b"/>
              <a:pathLst>
                <a:path w="11982" h="8647" extrusionOk="0">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4" name="Google Shape;18124;p79"/>
            <p:cNvSpPr/>
            <p:nvPr/>
          </p:nvSpPr>
          <p:spPr>
            <a:xfrm>
              <a:off x="4981710" y="2544724"/>
              <a:ext cx="28024" cy="226314"/>
            </a:xfrm>
            <a:custGeom>
              <a:avLst/>
              <a:gdLst/>
              <a:ahLst/>
              <a:cxnLst/>
              <a:rect l="l" t="t" r="r" b="b"/>
              <a:pathLst>
                <a:path w="1069" h="8633" extrusionOk="0">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5" name="Google Shape;18125;p79"/>
            <p:cNvSpPr/>
            <p:nvPr/>
          </p:nvSpPr>
          <p:spPr>
            <a:xfrm>
              <a:off x="4775476" y="2618493"/>
              <a:ext cx="69260" cy="30409"/>
            </a:xfrm>
            <a:custGeom>
              <a:avLst/>
              <a:gdLst/>
              <a:ahLst/>
              <a:cxnLst/>
              <a:rect l="l" t="t" r="r" b="b"/>
              <a:pathLst>
                <a:path w="2642" h="1160" extrusionOk="0">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6" name="Google Shape;18126;p79"/>
            <p:cNvSpPr/>
            <p:nvPr/>
          </p:nvSpPr>
          <p:spPr>
            <a:xfrm>
              <a:off x="4775476" y="2643476"/>
              <a:ext cx="69260" cy="30672"/>
            </a:xfrm>
            <a:custGeom>
              <a:avLst/>
              <a:gdLst/>
              <a:ahLst/>
              <a:cxnLst/>
              <a:rect l="l" t="t" r="r" b="b"/>
              <a:pathLst>
                <a:path w="2642" h="1170" extrusionOk="0">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7" name="Google Shape;18127;p79"/>
            <p:cNvSpPr/>
            <p:nvPr/>
          </p:nvSpPr>
          <p:spPr>
            <a:xfrm>
              <a:off x="4775476" y="2668459"/>
              <a:ext cx="69260" cy="30672"/>
            </a:xfrm>
            <a:custGeom>
              <a:avLst/>
              <a:gdLst/>
              <a:ahLst/>
              <a:cxnLst/>
              <a:rect l="l" t="t" r="r" b="b"/>
              <a:pathLst>
                <a:path w="2642" h="1170" extrusionOk="0">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8" name="Google Shape;18128;p79"/>
            <p:cNvSpPr/>
            <p:nvPr/>
          </p:nvSpPr>
          <p:spPr>
            <a:xfrm>
              <a:off x="4860229" y="2618126"/>
              <a:ext cx="68893" cy="30672"/>
            </a:xfrm>
            <a:custGeom>
              <a:avLst/>
              <a:gdLst/>
              <a:ahLst/>
              <a:cxnLst/>
              <a:rect l="l" t="t" r="r" b="b"/>
              <a:pathLst>
                <a:path w="2628" h="1170" extrusionOk="0">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9" name="Google Shape;18129;p79"/>
            <p:cNvSpPr/>
            <p:nvPr/>
          </p:nvSpPr>
          <p:spPr>
            <a:xfrm>
              <a:off x="4860229" y="2643476"/>
              <a:ext cx="68893" cy="30672"/>
            </a:xfrm>
            <a:custGeom>
              <a:avLst/>
              <a:gdLst/>
              <a:ahLst/>
              <a:cxnLst/>
              <a:rect l="l" t="t" r="r" b="b"/>
              <a:pathLst>
                <a:path w="2628" h="1170" extrusionOk="0">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0" name="Google Shape;18130;p79"/>
            <p:cNvSpPr/>
            <p:nvPr/>
          </p:nvSpPr>
          <p:spPr>
            <a:xfrm>
              <a:off x="4860229" y="2668354"/>
              <a:ext cx="68893" cy="30776"/>
            </a:xfrm>
            <a:custGeom>
              <a:avLst/>
              <a:gdLst/>
              <a:ahLst/>
              <a:cxnLst/>
              <a:rect l="l" t="t" r="r" b="b"/>
              <a:pathLst>
                <a:path w="2628" h="1174" extrusionOk="0">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1" name="Google Shape;18131;p79"/>
            <p:cNvSpPr/>
            <p:nvPr/>
          </p:nvSpPr>
          <p:spPr>
            <a:xfrm>
              <a:off x="4825049" y="2584440"/>
              <a:ext cx="54894" cy="33712"/>
            </a:xfrm>
            <a:custGeom>
              <a:avLst/>
              <a:gdLst/>
              <a:ahLst/>
              <a:cxnLst/>
              <a:rect l="l" t="t" r="r" b="b"/>
              <a:pathLst>
                <a:path w="2094" h="1286" extrusionOk="0">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2" name="Google Shape;18132;p79"/>
            <p:cNvSpPr/>
            <p:nvPr/>
          </p:nvSpPr>
          <p:spPr>
            <a:xfrm>
              <a:off x="4843216" y="2584440"/>
              <a:ext cx="36727" cy="33712"/>
            </a:xfrm>
            <a:custGeom>
              <a:avLst/>
              <a:gdLst/>
              <a:ahLst/>
              <a:cxnLst/>
              <a:rect l="l" t="t" r="r" b="b"/>
              <a:pathLst>
                <a:path w="1401" h="1286" extrusionOk="0">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3" name="Google Shape;18133;p79"/>
            <p:cNvSpPr/>
            <p:nvPr/>
          </p:nvSpPr>
          <p:spPr>
            <a:xfrm>
              <a:off x="4809897" y="2606775"/>
              <a:ext cx="85173" cy="95763"/>
            </a:xfrm>
            <a:custGeom>
              <a:avLst/>
              <a:gdLst/>
              <a:ahLst/>
              <a:cxnLst/>
              <a:rect l="l" t="t" r="r" b="b"/>
              <a:pathLst>
                <a:path w="3249" h="3653" extrusionOk="0">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4" name="Google Shape;18134;p79"/>
            <p:cNvSpPr/>
            <p:nvPr/>
          </p:nvSpPr>
          <p:spPr>
            <a:xfrm>
              <a:off x="4843216" y="2606775"/>
              <a:ext cx="51093" cy="94217"/>
            </a:xfrm>
            <a:custGeom>
              <a:avLst/>
              <a:gdLst/>
              <a:ahLst/>
              <a:cxnLst/>
              <a:rect l="l" t="t" r="r" b="b"/>
              <a:pathLst>
                <a:path w="1949" h="3594" extrusionOk="0">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5" name="Google Shape;18135;p79"/>
            <p:cNvSpPr/>
            <p:nvPr/>
          </p:nvSpPr>
          <p:spPr>
            <a:xfrm>
              <a:off x="4801953" y="2440257"/>
              <a:ext cx="101452" cy="56415"/>
            </a:xfrm>
            <a:custGeom>
              <a:avLst/>
              <a:gdLst/>
              <a:ahLst/>
              <a:cxnLst/>
              <a:rect l="l" t="t" r="r" b="b"/>
              <a:pathLst>
                <a:path w="3870" h="2152" extrusionOk="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6" name="Google Shape;18136;p79"/>
            <p:cNvSpPr/>
            <p:nvPr/>
          </p:nvSpPr>
          <p:spPr>
            <a:xfrm>
              <a:off x="4824656" y="2459945"/>
              <a:ext cx="56048" cy="34079"/>
            </a:xfrm>
            <a:custGeom>
              <a:avLst/>
              <a:gdLst/>
              <a:ahLst/>
              <a:cxnLst/>
              <a:rect l="l" t="t" r="r" b="b"/>
              <a:pathLst>
                <a:path w="2138" h="1300" extrusionOk="0">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7" name="Google Shape;18137;p79"/>
            <p:cNvSpPr/>
            <p:nvPr/>
          </p:nvSpPr>
          <p:spPr>
            <a:xfrm>
              <a:off x="4653996" y="2737326"/>
              <a:ext cx="396607" cy="51486"/>
            </a:xfrm>
            <a:custGeom>
              <a:avLst/>
              <a:gdLst/>
              <a:ahLst/>
              <a:cxnLst/>
              <a:rect l="l" t="t" r="r" b="b"/>
              <a:pathLst>
                <a:path w="15129" h="1964" extrusionOk="0">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8" name="Google Shape;18138;p79"/>
            <p:cNvSpPr/>
            <p:nvPr/>
          </p:nvSpPr>
          <p:spPr>
            <a:xfrm>
              <a:off x="4998749" y="2737326"/>
              <a:ext cx="51853" cy="51486"/>
            </a:xfrm>
            <a:custGeom>
              <a:avLst/>
              <a:gdLst/>
              <a:ahLst/>
              <a:cxnLst/>
              <a:rect l="l" t="t" r="r" b="b"/>
              <a:pathLst>
                <a:path w="1978" h="1964" extrusionOk="0">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39" name="Google Shape;18139;p79"/>
          <p:cNvGrpSpPr/>
          <p:nvPr/>
        </p:nvGrpSpPr>
        <p:grpSpPr>
          <a:xfrm>
            <a:off x="1854391" y="2895140"/>
            <a:ext cx="301630" cy="374272"/>
            <a:chOff x="1854391" y="2895140"/>
            <a:chExt cx="301630" cy="374272"/>
          </a:xfrm>
        </p:grpSpPr>
        <p:sp>
          <p:nvSpPr>
            <p:cNvPr id="18140" name="Google Shape;18140;p79"/>
            <p:cNvSpPr/>
            <p:nvPr/>
          </p:nvSpPr>
          <p:spPr>
            <a:xfrm>
              <a:off x="1968689" y="2943559"/>
              <a:ext cx="72668" cy="60216"/>
            </a:xfrm>
            <a:custGeom>
              <a:avLst/>
              <a:gdLst/>
              <a:ahLst/>
              <a:cxnLst/>
              <a:rect l="l" t="t" r="r" b="b"/>
              <a:pathLst>
                <a:path w="2772" h="2297" extrusionOk="0">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1" name="Google Shape;18141;p79"/>
            <p:cNvSpPr/>
            <p:nvPr/>
          </p:nvSpPr>
          <p:spPr>
            <a:xfrm>
              <a:off x="1991758" y="2943559"/>
              <a:ext cx="26530" cy="18115"/>
            </a:xfrm>
            <a:custGeom>
              <a:avLst/>
              <a:gdLst/>
              <a:ahLst/>
              <a:cxnLst/>
              <a:rect l="l" t="t" r="r" b="b"/>
              <a:pathLst>
                <a:path w="1012" h="691" extrusionOk="0">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2" name="Google Shape;18142;p79"/>
            <p:cNvSpPr/>
            <p:nvPr/>
          </p:nvSpPr>
          <p:spPr>
            <a:xfrm>
              <a:off x="1969056" y="2962486"/>
              <a:ext cx="72301" cy="41289"/>
            </a:xfrm>
            <a:custGeom>
              <a:avLst/>
              <a:gdLst/>
              <a:ahLst/>
              <a:cxnLst/>
              <a:rect l="l" t="t" r="r" b="b"/>
              <a:pathLst>
                <a:path w="2758" h="1575" extrusionOk="0">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3" name="Google Shape;18143;p79"/>
            <p:cNvSpPr/>
            <p:nvPr/>
          </p:nvSpPr>
          <p:spPr>
            <a:xfrm>
              <a:off x="1969056" y="2973470"/>
              <a:ext cx="18193" cy="30672"/>
            </a:xfrm>
            <a:custGeom>
              <a:avLst/>
              <a:gdLst/>
              <a:ahLst/>
              <a:cxnLst/>
              <a:rect l="l" t="t" r="r" b="b"/>
              <a:pathLst>
                <a:path w="694" h="1170" extrusionOk="0">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4" name="Google Shape;18144;p79"/>
            <p:cNvSpPr/>
            <p:nvPr/>
          </p:nvSpPr>
          <p:spPr>
            <a:xfrm>
              <a:off x="2023190" y="2973470"/>
              <a:ext cx="18167" cy="30672"/>
            </a:xfrm>
            <a:custGeom>
              <a:avLst/>
              <a:gdLst/>
              <a:ahLst/>
              <a:cxnLst/>
              <a:rect l="l" t="t" r="r" b="b"/>
              <a:pathLst>
                <a:path w="693" h="1170" extrusionOk="0">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5" name="Google Shape;18145;p79"/>
            <p:cNvSpPr/>
            <p:nvPr/>
          </p:nvSpPr>
          <p:spPr>
            <a:xfrm>
              <a:off x="1980800" y="2895140"/>
              <a:ext cx="48472" cy="54501"/>
            </a:xfrm>
            <a:custGeom>
              <a:avLst/>
              <a:gdLst/>
              <a:ahLst/>
              <a:cxnLst/>
              <a:rect l="l" t="t" r="r" b="b"/>
              <a:pathLst>
                <a:path w="1849" h="2079" extrusionOk="0">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6" name="Google Shape;18146;p79"/>
            <p:cNvSpPr/>
            <p:nvPr/>
          </p:nvSpPr>
          <p:spPr>
            <a:xfrm>
              <a:off x="1980879" y="2895507"/>
              <a:ext cx="33241" cy="54029"/>
            </a:xfrm>
            <a:custGeom>
              <a:avLst/>
              <a:gdLst/>
              <a:ahLst/>
              <a:cxnLst/>
              <a:rect l="l" t="t" r="r" b="b"/>
              <a:pathLst>
                <a:path w="1268" h="2061" extrusionOk="0">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7" name="Google Shape;18147;p79"/>
            <p:cNvSpPr/>
            <p:nvPr/>
          </p:nvSpPr>
          <p:spPr>
            <a:xfrm>
              <a:off x="1981167" y="2895507"/>
              <a:ext cx="48105" cy="23908"/>
            </a:xfrm>
            <a:custGeom>
              <a:avLst/>
              <a:gdLst/>
              <a:ahLst/>
              <a:cxnLst/>
              <a:rect l="l" t="t" r="r" b="b"/>
              <a:pathLst>
                <a:path w="1835" h="912" extrusionOk="0">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8" name="Google Shape;18148;p79"/>
            <p:cNvSpPr/>
            <p:nvPr/>
          </p:nvSpPr>
          <p:spPr>
            <a:xfrm>
              <a:off x="1981167" y="2895507"/>
              <a:ext cx="32952" cy="21968"/>
            </a:xfrm>
            <a:custGeom>
              <a:avLst/>
              <a:gdLst/>
              <a:ahLst/>
              <a:cxnLst/>
              <a:rect l="l" t="t" r="r" b="b"/>
              <a:pathLst>
                <a:path w="1257" h="838" extrusionOk="0">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9" name="Google Shape;18149;p79"/>
            <p:cNvSpPr/>
            <p:nvPr/>
          </p:nvSpPr>
          <p:spPr>
            <a:xfrm>
              <a:off x="1963000" y="3015860"/>
              <a:ext cx="84412" cy="144576"/>
            </a:xfrm>
            <a:custGeom>
              <a:avLst/>
              <a:gdLst/>
              <a:ahLst/>
              <a:cxnLst/>
              <a:rect l="l" t="t" r="r" b="b"/>
              <a:pathLst>
                <a:path w="3220" h="5515" extrusionOk="0">
                  <a:moveTo>
                    <a:pt x="1" y="0"/>
                  </a:moveTo>
                  <a:lnTo>
                    <a:pt x="1" y="5514"/>
                  </a:lnTo>
                  <a:lnTo>
                    <a:pt x="3220" y="5514"/>
                  </a:lnTo>
                  <a:lnTo>
                    <a:pt x="3220"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0" name="Google Shape;18150;p79"/>
            <p:cNvSpPr/>
            <p:nvPr/>
          </p:nvSpPr>
          <p:spPr>
            <a:xfrm>
              <a:off x="1963000" y="3100246"/>
              <a:ext cx="84412" cy="60190"/>
            </a:xfrm>
            <a:custGeom>
              <a:avLst/>
              <a:gdLst/>
              <a:ahLst/>
              <a:cxnLst/>
              <a:rect l="l" t="t" r="r" b="b"/>
              <a:pathLst>
                <a:path w="3220" h="2296" extrusionOk="0">
                  <a:moveTo>
                    <a:pt x="1" y="0"/>
                  </a:moveTo>
                  <a:lnTo>
                    <a:pt x="1" y="2295"/>
                  </a:lnTo>
                  <a:lnTo>
                    <a:pt x="3220" y="2295"/>
                  </a:lnTo>
                  <a:lnTo>
                    <a:pt x="322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1" name="Google Shape;18151;p79"/>
            <p:cNvSpPr/>
            <p:nvPr/>
          </p:nvSpPr>
          <p:spPr>
            <a:xfrm>
              <a:off x="2034908" y="3082079"/>
              <a:ext cx="48472" cy="72668"/>
            </a:xfrm>
            <a:custGeom>
              <a:avLst/>
              <a:gdLst/>
              <a:ahLst/>
              <a:cxnLst/>
              <a:rect l="l" t="t" r="r" b="b"/>
              <a:pathLst>
                <a:path w="1849" h="2772" extrusionOk="0">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2" name="Google Shape;18152;p79"/>
            <p:cNvSpPr/>
            <p:nvPr/>
          </p:nvSpPr>
          <p:spPr>
            <a:xfrm>
              <a:off x="2035275" y="3082446"/>
              <a:ext cx="26897" cy="72301"/>
            </a:xfrm>
            <a:custGeom>
              <a:avLst/>
              <a:gdLst/>
              <a:ahLst/>
              <a:cxnLst/>
              <a:rect l="l" t="t" r="r" b="b"/>
              <a:pathLst>
                <a:path w="1026" h="2758" extrusionOk="0">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3" name="Google Shape;18153;p79"/>
            <p:cNvSpPr/>
            <p:nvPr/>
          </p:nvSpPr>
          <p:spPr>
            <a:xfrm>
              <a:off x="2035275" y="3082446"/>
              <a:ext cx="48105" cy="54134"/>
            </a:xfrm>
            <a:custGeom>
              <a:avLst/>
              <a:gdLst/>
              <a:ahLst/>
              <a:cxnLst/>
              <a:rect l="l" t="t" r="r" b="b"/>
              <a:pathLst>
                <a:path w="1835" h="2065" extrusionOk="0">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4" name="Google Shape;18154;p79"/>
            <p:cNvSpPr/>
            <p:nvPr/>
          </p:nvSpPr>
          <p:spPr>
            <a:xfrm>
              <a:off x="2035275" y="3082079"/>
              <a:ext cx="26897" cy="54134"/>
            </a:xfrm>
            <a:custGeom>
              <a:avLst/>
              <a:gdLst/>
              <a:ahLst/>
              <a:cxnLst/>
              <a:rect l="l" t="t" r="r" b="b"/>
              <a:pathLst>
                <a:path w="1026" h="2065" extrusionOk="0">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5" name="Google Shape;18155;p79"/>
            <p:cNvSpPr/>
            <p:nvPr/>
          </p:nvSpPr>
          <p:spPr>
            <a:xfrm>
              <a:off x="2017134" y="3148665"/>
              <a:ext cx="84412" cy="96524"/>
            </a:xfrm>
            <a:custGeom>
              <a:avLst/>
              <a:gdLst/>
              <a:ahLst/>
              <a:cxnLst/>
              <a:rect l="l" t="t" r="r" b="b"/>
              <a:pathLst>
                <a:path w="3220" h="3682" extrusionOk="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6" name="Google Shape;18156;p79"/>
            <p:cNvSpPr/>
            <p:nvPr/>
          </p:nvSpPr>
          <p:spPr>
            <a:xfrm>
              <a:off x="2017134" y="3162297"/>
              <a:ext cx="18167" cy="82892"/>
            </a:xfrm>
            <a:custGeom>
              <a:avLst/>
              <a:gdLst/>
              <a:ahLst/>
              <a:cxnLst/>
              <a:rect l="l" t="t" r="r" b="b"/>
              <a:pathLst>
                <a:path w="693" h="3162" extrusionOk="0">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7" name="Google Shape;18157;p79"/>
            <p:cNvSpPr/>
            <p:nvPr/>
          </p:nvSpPr>
          <p:spPr>
            <a:xfrm>
              <a:off x="2083353" y="3162297"/>
              <a:ext cx="18193" cy="82892"/>
            </a:xfrm>
            <a:custGeom>
              <a:avLst/>
              <a:gdLst/>
              <a:ahLst/>
              <a:cxnLst/>
              <a:rect l="l" t="t" r="r" b="b"/>
              <a:pathLst>
                <a:path w="694" h="3162" extrusionOk="0">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8" name="Google Shape;18158;p79"/>
            <p:cNvSpPr/>
            <p:nvPr/>
          </p:nvSpPr>
          <p:spPr>
            <a:xfrm>
              <a:off x="1926666" y="3082079"/>
              <a:ext cx="47711" cy="72668"/>
            </a:xfrm>
            <a:custGeom>
              <a:avLst/>
              <a:gdLst/>
              <a:ahLst/>
              <a:cxnLst/>
              <a:rect l="l" t="t" r="r" b="b"/>
              <a:pathLst>
                <a:path w="1820" h="2772" extrusionOk="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9" name="Google Shape;18159;p79"/>
            <p:cNvSpPr/>
            <p:nvPr/>
          </p:nvSpPr>
          <p:spPr>
            <a:xfrm>
              <a:off x="1926666" y="3082446"/>
              <a:ext cx="27290" cy="72301"/>
            </a:xfrm>
            <a:custGeom>
              <a:avLst/>
              <a:gdLst/>
              <a:ahLst/>
              <a:cxnLst/>
              <a:rect l="l" t="t" r="r" b="b"/>
              <a:pathLst>
                <a:path w="1041" h="2758" extrusionOk="0">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0" name="Google Shape;18160;p79"/>
            <p:cNvSpPr/>
            <p:nvPr/>
          </p:nvSpPr>
          <p:spPr>
            <a:xfrm>
              <a:off x="1926666" y="3082446"/>
              <a:ext cx="48472" cy="54134"/>
            </a:xfrm>
            <a:custGeom>
              <a:avLst/>
              <a:gdLst/>
              <a:ahLst/>
              <a:cxnLst/>
              <a:rect l="l" t="t" r="r" b="b"/>
              <a:pathLst>
                <a:path w="1849" h="2065" extrusionOk="0">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1" name="Google Shape;18161;p79"/>
            <p:cNvSpPr/>
            <p:nvPr/>
          </p:nvSpPr>
          <p:spPr>
            <a:xfrm>
              <a:off x="1926666" y="3082079"/>
              <a:ext cx="27290" cy="54134"/>
            </a:xfrm>
            <a:custGeom>
              <a:avLst/>
              <a:gdLst/>
              <a:ahLst/>
              <a:cxnLst/>
              <a:rect l="l" t="t" r="r" b="b"/>
              <a:pathLst>
                <a:path w="1041" h="2065" extrusionOk="0">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2" name="Google Shape;18162;p79"/>
            <p:cNvSpPr/>
            <p:nvPr/>
          </p:nvSpPr>
          <p:spPr>
            <a:xfrm>
              <a:off x="1908525" y="3148665"/>
              <a:ext cx="84412" cy="96524"/>
            </a:xfrm>
            <a:custGeom>
              <a:avLst/>
              <a:gdLst/>
              <a:ahLst/>
              <a:cxnLst/>
              <a:rect l="l" t="t" r="r" b="b"/>
              <a:pathLst>
                <a:path w="3220" h="3682" extrusionOk="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3" name="Google Shape;18163;p79"/>
            <p:cNvSpPr/>
            <p:nvPr/>
          </p:nvSpPr>
          <p:spPr>
            <a:xfrm>
              <a:off x="1908892" y="3162297"/>
              <a:ext cx="17800" cy="82892"/>
            </a:xfrm>
            <a:custGeom>
              <a:avLst/>
              <a:gdLst/>
              <a:ahLst/>
              <a:cxnLst/>
              <a:rect l="l" t="t" r="r" b="b"/>
              <a:pathLst>
                <a:path w="679" h="3162" extrusionOk="0">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4" name="Google Shape;18164;p79"/>
            <p:cNvSpPr/>
            <p:nvPr/>
          </p:nvSpPr>
          <p:spPr>
            <a:xfrm>
              <a:off x="1975111" y="3162297"/>
              <a:ext cx="18193" cy="82892"/>
            </a:xfrm>
            <a:custGeom>
              <a:avLst/>
              <a:gdLst/>
              <a:ahLst/>
              <a:cxnLst/>
              <a:rect l="l" t="t" r="r" b="b"/>
              <a:pathLst>
                <a:path w="694" h="3162" extrusionOk="0">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5" name="Google Shape;18165;p79"/>
            <p:cNvSpPr/>
            <p:nvPr/>
          </p:nvSpPr>
          <p:spPr>
            <a:xfrm>
              <a:off x="2089409" y="3142242"/>
              <a:ext cx="48078" cy="72694"/>
            </a:xfrm>
            <a:custGeom>
              <a:avLst/>
              <a:gdLst/>
              <a:ahLst/>
              <a:cxnLst/>
              <a:rect l="l" t="t" r="r" b="b"/>
              <a:pathLst>
                <a:path w="1834" h="2773" extrusionOk="0">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6" name="Google Shape;18166;p79"/>
            <p:cNvSpPr/>
            <p:nvPr/>
          </p:nvSpPr>
          <p:spPr>
            <a:xfrm>
              <a:off x="2089409" y="3142609"/>
              <a:ext cx="27264" cy="72327"/>
            </a:xfrm>
            <a:custGeom>
              <a:avLst/>
              <a:gdLst/>
              <a:ahLst/>
              <a:cxnLst/>
              <a:rect l="l" t="t" r="r" b="b"/>
              <a:pathLst>
                <a:path w="1040" h="2759" extrusionOk="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7" name="Google Shape;18167;p79"/>
            <p:cNvSpPr/>
            <p:nvPr/>
          </p:nvSpPr>
          <p:spPr>
            <a:xfrm>
              <a:off x="2089409" y="3142242"/>
              <a:ext cx="48445" cy="54527"/>
            </a:xfrm>
            <a:custGeom>
              <a:avLst/>
              <a:gdLst/>
              <a:ahLst/>
              <a:cxnLst/>
              <a:rect l="l" t="t" r="r" b="b"/>
              <a:pathLst>
                <a:path w="1848" h="2080" extrusionOk="0">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8" name="Google Shape;18168;p79"/>
            <p:cNvSpPr/>
            <p:nvPr/>
          </p:nvSpPr>
          <p:spPr>
            <a:xfrm>
              <a:off x="2089409" y="3142609"/>
              <a:ext cx="27264" cy="53767"/>
            </a:xfrm>
            <a:custGeom>
              <a:avLst/>
              <a:gdLst/>
              <a:ahLst/>
              <a:cxnLst/>
              <a:rect l="l" t="t" r="r" b="b"/>
              <a:pathLst>
                <a:path w="1040" h="2051" extrusionOk="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9" name="Google Shape;18169;p79"/>
            <p:cNvSpPr/>
            <p:nvPr/>
          </p:nvSpPr>
          <p:spPr>
            <a:xfrm>
              <a:off x="2071609" y="3208855"/>
              <a:ext cx="84412" cy="60190"/>
            </a:xfrm>
            <a:custGeom>
              <a:avLst/>
              <a:gdLst/>
              <a:ahLst/>
              <a:cxnLst/>
              <a:rect l="l" t="t" r="r" b="b"/>
              <a:pathLst>
                <a:path w="3220"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0" name="Google Shape;18170;p79"/>
            <p:cNvSpPr/>
            <p:nvPr/>
          </p:nvSpPr>
          <p:spPr>
            <a:xfrm>
              <a:off x="2071609" y="3222460"/>
              <a:ext cx="17826" cy="46951"/>
            </a:xfrm>
            <a:custGeom>
              <a:avLst/>
              <a:gdLst/>
              <a:ahLst/>
              <a:cxnLst/>
              <a:rect l="l" t="t" r="r" b="b"/>
              <a:pathLst>
                <a:path w="680" h="1791" extrusionOk="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1" name="Google Shape;18171;p79"/>
            <p:cNvSpPr/>
            <p:nvPr/>
          </p:nvSpPr>
          <p:spPr>
            <a:xfrm>
              <a:off x="2137828" y="3222460"/>
              <a:ext cx="17826" cy="46951"/>
            </a:xfrm>
            <a:custGeom>
              <a:avLst/>
              <a:gdLst/>
              <a:ahLst/>
              <a:cxnLst/>
              <a:rect l="l" t="t" r="r" b="b"/>
              <a:pathLst>
                <a:path w="680" h="1791" extrusionOk="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2" name="Google Shape;18172;p79"/>
            <p:cNvSpPr/>
            <p:nvPr/>
          </p:nvSpPr>
          <p:spPr>
            <a:xfrm>
              <a:off x="1980800" y="3142242"/>
              <a:ext cx="48078" cy="72694"/>
            </a:xfrm>
            <a:custGeom>
              <a:avLst/>
              <a:gdLst/>
              <a:ahLst/>
              <a:cxnLst/>
              <a:rect l="l" t="t" r="r" b="b"/>
              <a:pathLst>
                <a:path w="1834" h="2773" extrusionOk="0">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3" name="Google Shape;18173;p79"/>
            <p:cNvSpPr/>
            <p:nvPr/>
          </p:nvSpPr>
          <p:spPr>
            <a:xfrm>
              <a:off x="1981167" y="3142609"/>
              <a:ext cx="26897" cy="72327"/>
            </a:xfrm>
            <a:custGeom>
              <a:avLst/>
              <a:gdLst/>
              <a:ahLst/>
              <a:cxnLst/>
              <a:rect l="l" t="t" r="r" b="b"/>
              <a:pathLst>
                <a:path w="1026" h="2759" extrusionOk="0">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4" name="Google Shape;18174;p79"/>
            <p:cNvSpPr/>
            <p:nvPr/>
          </p:nvSpPr>
          <p:spPr>
            <a:xfrm>
              <a:off x="1980800" y="3142242"/>
              <a:ext cx="48472" cy="54527"/>
            </a:xfrm>
            <a:custGeom>
              <a:avLst/>
              <a:gdLst/>
              <a:ahLst/>
              <a:cxnLst/>
              <a:rect l="l" t="t" r="r" b="b"/>
              <a:pathLst>
                <a:path w="1849" h="2080" extrusionOk="0">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5" name="Google Shape;18175;p79"/>
            <p:cNvSpPr/>
            <p:nvPr/>
          </p:nvSpPr>
          <p:spPr>
            <a:xfrm>
              <a:off x="1980800" y="3142609"/>
              <a:ext cx="27264" cy="53767"/>
            </a:xfrm>
            <a:custGeom>
              <a:avLst/>
              <a:gdLst/>
              <a:ahLst/>
              <a:cxnLst/>
              <a:rect l="l" t="t" r="r" b="b"/>
              <a:pathLst>
                <a:path w="1040" h="2051" extrusionOk="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6" name="Google Shape;18176;p79"/>
            <p:cNvSpPr/>
            <p:nvPr/>
          </p:nvSpPr>
          <p:spPr>
            <a:xfrm>
              <a:off x="1962633" y="3208855"/>
              <a:ext cx="84779" cy="60190"/>
            </a:xfrm>
            <a:custGeom>
              <a:avLst/>
              <a:gdLst/>
              <a:ahLst/>
              <a:cxnLst/>
              <a:rect l="l" t="t" r="r" b="b"/>
              <a:pathLst>
                <a:path w="3234" h="2296" extrusionOk="0">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7" name="Google Shape;18177;p79"/>
            <p:cNvSpPr/>
            <p:nvPr/>
          </p:nvSpPr>
          <p:spPr>
            <a:xfrm>
              <a:off x="1963000" y="3222460"/>
              <a:ext cx="18193" cy="46951"/>
            </a:xfrm>
            <a:custGeom>
              <a:avLst/>
              <a:gdLst/>
              <a:ahLst/>
              <a:cxnLst/>
              <a:rect l="l" t="t" r="r" b="b"/>
              <a:pathLst>
                <a:path w="694" h="1791" extrusionOk="0">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8" name="Google Shape;18178;p79"/>
            <p:cNvSpPr/>
            <p:nvPr/>
          </p:nvSpPr>
          <p:spPr>
            <a:xfrm>
              <a:off x="2029245" y="3222460"/>
              <a:ext cx="18167" cy="46584"/>
            </a:xfrm>
            <a:custGeom>
              <a:avLst/>
              <a:gdLst/>
              <a:ahLst/>
              <a:cxnLst/>
              <a:rect l="l" t="t" r="r" b="b"/>
              <a:pathLst>
                <a:path w="693" h="1777" extrusionOk="0">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9" name="Google Shape;18179;p79"/>
            <p:cNvSpPr/>
            <p:nvPr/>
          </p:nvSpPr>
          <p:spPr>
            <a:xfrm>
              <a:off x="1872558" y="3142242"/>
              <a:ext cx="47711" cy="72694"/>
            </a:xfrm>
            <a:custGeom>
              <a:avLst/>
              <a:gdLst/>
              <a:ahLst/>
              <a:cxnLst/>
              <a:rect l="l" t="t" r="r" b="b"/>
              <a:pathLst>
                <a:path w="1820" h="2773" extrusionOk="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0" name="Google Shape;18180;p79"/>
            <p:cNvSpPr/>
            <p:nvPr/>
          </p:nvSpPr>
          <p:spPr>
            <a:xfrm>
              <a:off x="1872558" y="3142609"/>
              <a:ext cx="26897" cy="72327"/>
            </a:xfrm>
            <a:custGeom>
              <a:avLst/>
              <a:gdLst/>
              <a:ahLst/>
              <a:cxnLst/>
              <a:rect l="l" t="t" r="r" b="b"/>
              <a:pathLst>
                <a:path w="1026" h="2759" extrusionOk="0">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1" name="Google Shape;18181;p79"/>
            <p:cNvSpPr/>
            <p:nvPr/>
          </p:nvSpPr>
          <p:spPr>
            <a:xfrm>
              <a:off x="1872558" y="3142242"/>
              <a:ext cx="48105" cy="54527"/>
            </a:xfrm>
            <a:custGeom>
              <a:avLst/>
              <a:gdLst/>
              <a:ahLst/>
              <a:cxnLst/>
              <a:rect l="l" t="t" r="r" b="b"/>
              <a:pathLst>
                <a:path w="1835" h="2080" extrusionOk="0">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2" name="Google Shape;18182;p79"/>
            <p:cNvSpPr/>
            <p:nvPr/>
          </p:nvSpPr>
          <p:spPr>
            <a:xfrm>
              <a:off x="1872558" y="3142609"/>
              <a:ext cx="27290" cy="53767"/>
            </a:xfrm>
            <a:custGeom>
              <a:avLst/>
              <a:gdLst/>
              <a:ahLst/>
              <a:cxnLst/>
              <a:rect l="l" t="t" r="r" b="b"/>
              <a:pathLst>
                <a:path w="1041" h="2051" extrusionOk="0">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3" name="Google Shape;18183;p79"/>
            <p:cNvSpPr/>
            <p:nvPr/>
          </p:nvSpPr>
          <p:spPr>
            <a:xfrm>
              <a:off x="1854391" y="3208855"/>
              <a:ext cx="84045" cy="60190"/>
            </a:xfrm>
            <a:custGeom>
              <a:avLst/>
              <a:gdLst/>
              <a:ahLst/>
              <a:cxnLst/>
              <a:rect l="l" t="t" r="r" b="b"/>
              <a:pathLst>
                <a:path w="3206"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4" name="Google Shape;18184;p79"/>
            <p:cNvSpPr/>
            <p:nvPr/>
          </p:nvSpPr>
          <p:spPr>
            <a:xfrm>
              <a:off x="1854391" y="3222460"/>
              <a:ext cx="18193" cy="46951"/>
            </a:xfrm>
            <a:custGeom>
              <a:avLst/>
              <a:gdLst/>
              <a:ahLst/>
              <a:cxnLst/>
              <a:rect l="l" t="t" r="r" b="b"/>
              <a:pathLst>
                <a:path w="694" h="1791" extrusionOk="0">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5" name="Google Shape;18185;p79"/>
            <p:cNvSpPr/>
            <p:nvPr/>
          </p:nvSpPr>
          <p:spPr>
            <a:xfrm>
              <a:off x="1920637" y="3222460"/>
              <a:ext cx="18167" cy="46584"/>
            </a:xfrm>
            <a:custGeom>
              <a:avLst/>
              <a:gdLst/>
              <a:ahLst/>
              <a:cxnLst/>
              <a:rect l="l" t="t" r="r" b="b"/>
              <a:pathLst>
                <a:path w="693" h="1777" extrusionOk="0">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6" name="Google Shape;18186;p79"/>
            <p:cNvSpPr/>
            <p:nvPr/>
          </p:nvSpPr>
          <p:spPr>
            <a:xfrm>
              <a:off x="1946354" y="2997693"/>
              <a:ext cx="117338" cy="24249"/>
            </a:xfrm>
            <a:custGeom>
              <a:avLst/>
              <a:gdLst/>
              <a:ahLst/>
              <a:cxnLst/>
              <a:rect l="l" t="t" r="r" b="b"/>
              <a:pathLst>
                <a:path w="4476" h="925" extrusionOk="0">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7" name="Google Shape;18187;p79"/>
            <p:cNvSpPr/>
            <p:nvPr/>
          </p:nvSpPr>
          <p:spPr>
            <a:xfrm>
              <a:off x="1986856" y="3040056"/>
              <a:ext cx="36360" cy="18193"/>
            </a:xfrm>
            <a:custGeom>
              <a:avLst/>
              <a:gdLst/>
              <a:ahLst/>
              <a:cxnLst/>
              <a:rect l="l" t="t" r="r" b="b"/>
              <a:pathLst>
                <a:path w="1387" h="694" extrusionOk="0">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8" name="Google Shape;18188;p79"/>
            <p:cNvSpPr/>
            <p:nvPr/>
          </p:nvSpPr>
          <p:spPr>
            <a:xfrm>
              <a:off x="1963000" y="3009804"/>
              <a:ext cx="84412" cy="12138"/>
            </a:xfrm>
            <a:custGeom>
              <a:avLst/>
              <a:gdLst/>
              <a:ahLst/>
              <a:cxnLst/>
              <a:rect l="l" t="t" r="r" b="b"/>
              <a:pathLst>
                <a:path w="3220" h="463" extrusionOk="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89" name="Google Shape;18189;p79"/>
          <p:cNvGrpSpPr/>
          <p:nvPr/>
        </p:nvGrpSpPr>
        <p:grpSpPr>
          <a:xfrm>
            <a:off x="5172817" y="2438370"/>
            <a:ext cx="289518" cy="357651"/>
            <a:chOff x="5172817" y="2438370"/>
            <a:chExt cx="289518" cy="357651"/>
          </a:xfrm>
        </p:grpSpPr>
        <p:sp>
          <p:nvSpPr>
            <p:cNvPr id="18190" name="Google Shape;18190;p79"/>
            <p:cNvSpPr/>
            <p:nvPr/>
          </p:nvSpPr>
          <p:spPr>
            <a:xfrm>
              <a:off x="5267427" y="2438370"/>
              <a:ext cx="119593" cy="30672"/>
            </a:xfrm>
            <a:custGeom>
              <a:avLst/>
              <a:gdLst/>
              <a:ahLst/>
              <a:cxnLst/>
              <a:rect l="l" t="t" r="r" b="b"/>
              <a:pathLst>
                <a:path w="4562" h="1170" extrusionOk="0">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1" name="Google Shape;18191;p79"/>
            <p:cNvSpPr/>
            <p:nvPr/>
          </p:nvSpPr>
          <p:spPr>
            <a:xfrm>
              <a:off x="5352940" y="2438370"/>
              <a:ext cx="33712" cy="30672"/>
            </a:xfrm>
            <a:custGeom>
              <a:avLst/>
              <a:gdLst/>
              <a:ahLst/>
              <a:cxnLst/>
              <a:rect l="l" t="t" r="r" b="b"/>
              <a:pathLst>
                <a:path w="1286" h="1170" extrusionOk="0">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2" name="Google Shape;18192;p79"/>
            <p:cNvSpPr/>
            <p:nvPr/>
          </p:nvSpPr>
          <p:spPr>
            <a:xfrm>
              <a:off x="5172817" y="2469015"/>
              <a:ext cx="281942" cy="327006"/>
            </a:xfrm>
            <a:custGeom>
              <a:avLst/>
              <a:gdLst/>
              <a:ahLst/>
              <a:cxnLst/>
              <a:rect l="l" t="t" r="r" b="b"/>
              <a:pathLst>
                <a:path w="10755" h="12474" extrusionOk="0">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3" name="Google Shape;18193;p79"/>
            <p:cNvSpPr/>
            <p:nvPr/>
          </p:nvSpPr>
          <p:spPr>
            <a:xfrm>
              <a:off x="5289002" y="2469015"/>
              <a:ext cx="172967" cy="325092"/>
            </a:xfrm>
            <a:custGeom>
              <a:avLst/>
              <a:gdLst/>
              <a:ahLst/>
              <a:cxnLst/>
              <a:rect l="l" t="t" r="r" b="b"/>
              <a:pathLst>
                <a:path w="6598" h="12401" extrusionOk="0">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4" name="Google Shape;18194;p79"/>
            <p:cNvSpPr/>
            <p:nvPr/>
          </p:nvSpPr>
          <p:spPr>
            <a:xfrm>
              <a:off x="5192505" y="2645285"/>
              <a:ext cx="269831" cy="150736"/>
            </a:xfrm>
            <a:custGeom>
              <a:avLst/>
              <a:gdLst/>
              <a:ahLst/>
              <a:cxnLst/>
              <a:rect l="l" t="t" r="r" b="b"/>
              <a:pathLst>
                <a:path w="10293" h="5750" extrusionOk="0">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5" name="Google Shape;18195;p79"/>
            <p:cNvSpPr/>
            <p:nvPr/>
          </p:nvSpPr>
          <p:spPr>
            <a:xfrm>
              <a:off x="5404400" y="2653700"/>
              <a:ext cx="51119" cy="140801"/>
            </a:xfrm>
            <a:custGeom>
              <a:avLst/>
              <a:gdLst/>
              <a:ahLst/>
              <a:cxnLst/>
              <a:rect l="l" t="t" r="r" b="b"/>
              <a:pathLst>
                <a:path w="1950" h="5371" extrusionOk="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6" name="Google Shape;18196;p79"/>
            <p:cNvSpPr/>
            <p:nvPr/>
          </p:nvSpPr>
          <p:spPr>
            <a:xfrm>
              <a:off x="5403273" y="2692288"/>
              <a:ext cx="19320" cy="16515"/>
            </a:xfrm>
            <a:custGeom>
              <a:avLst/>
              <a:gdLst/>
              <a:ahLst/>
              <a:cxnLst/>
              <a:rect l="l" t="t" r="r" b="b"/>
              <a:pathLst>
                <a:path w="737" h="630" extrusionOk="0">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7" name="Google Shape;18197;p79"/>
            <p:cNvSpPr/>
            <p:nvPr/>
          </p:nvSpPr>
          <p:spPr>
            <a:xfrm>
              <a:off x="5363531" y="2752478"/>
              <a:ext cx="16699" cy="14287"/>
            </a:xfrm>
            <a:custGeom>
              <a:avLst/>
              <a:gdLst/>
              <a:ahLst/>
              <a:cxnLst/>
              <a:rect l="l" t="t" r="r" b="b"/>
              <a:pathLst>
                <a:path w="637" h="545" extrusionOk="0">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8" name="Google Shape;18198;p79"/>
            <p:cNvSpPr/>
            <p:nvPr/>
          </p:nvSpPr>
          <p:spPr>
            <a:xfrm>
              <a:off x="5248133" y="2682458"/>
              <a:ext cx="16673" cy="14313"/>
            </a:xfrm>
            <a:custGeom>
              <a:avLst/>
              <a:gdLst/>
              <a:ahLst/>
              <a:cxnLst/>
              <a:rect l="l" t="t" r="r" b="b"/>
              <a:pathLst>
                <a:path w="636" h="546" extrusionOk="0">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9" name="Google Shape;18199;p79"/>
            <p:cNvSpPr/>
            <p:nvPr/>
          </p:nvSpPr>
          <p:spPr>
            <a:xfrm>
              <a:off x="5271202" y="2752478"/>
              <a:ext cx="16673" cy="14287"/>
            </a:xfrm>
            <a:custGeom>
              <a:avLst/>
              <a:gdLst/>
              <a:ahLst/>
              <a:cxnLst/>
              <a:rect l="l" t="t" r="r" b="b"/>
              <a:pathLst>
                <a:path w="636" h="545" extrusionOk="0">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0" name="Google Shape;18200;p79"/>
            <p:cNvSpPr/>
            <p:nvPr/>
          </p:nvSpPr>
          <p:spPr>
            <a:xfrm>
              <a:off x="5312831" y="2697584"/>
              <a:ext cx="20081" cy="17145"/>
            </a:xfrm>
            <a:custGeom>
              <a:avLst/>
              <a:gdLst/>
              <a:ahLst/>
              <a:cxnLst/>
              <a:rect l="l" t="t" r="r" b="b"/>
              <a:pathLst>
                <a:path w="766" h="654" extrusionOk="0">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01" name="Google Shape;18201;p79"/>
          <p:cNvGrpSpPr/>
          <p:nvPr/>
        </p:nvGrpSpPr>
        <p:grpSpPr>
          <a:xfrm>
            <a:off x="3234506" y="2484534"/>
            <a:ext cx="388297" cy="293320"/>
            <a:chOff x="3234506" y="2484534"/>
            <a:chExt cx="388297" cy="293320"/>
          </a:xfrm>
        </p:grpSpPr>
        <p:sp>
          <p:nvSpPr>
            <p:cNvPr id="18202" name="Google Shape;18202;p79"/>
            <p:cNvSpPr/>
            <p:nvPr/>
          </p:nvSpPr>
          <p:spPr>
            <a:xfrm>
              <a:off x="3531208" y="2527684"/>
              <a:ext cx="91595" cy="250170"/>
            </a:xfrm>
            <a:custGeom>
              <a:avLst/>
              <a:gdLst/>
              <a:ahLst/>
              <a:cxnLst/>
              <a:rect l="l" t="t" r="r" b="b"/>
              <a:pathLst>
                <a:path w="3494" h="9543" extrusionOk="0">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3" name="Google Shape;18203;p79"/>
            <p:cNvSpPr/>
            <p:nvPr/>
          </p:nvSpPr>
          <p:spPr>
            <a:xfrm>
              <a:off x="3520984" y="2527684"/>
              <a:ext cx="70413" cy="157814"/>
            </a:xfrm>
            <a:custGeom>
              <a:avLst/>
              <a:gdLst/>
              <a:ahLst/>
              <a:cxnLst/>
              <a:rect l="l" t="t" r="r" b="b"/>
              <a:pathLst>
                <a:path w="2686" h="6020" extrusionOk="0">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4" name="Google Shape;18204;p79"/>
            <p:cNvSpPr/>
            <p:nvPr/>
          </p:nvSpPr>
          <p:spPr>
            <a:xfrm>
              <a:off x="3234506" y="2576130"/>
              <a:ext cx="340244" cy="201724"/>
            </a:xfrm>
            <a:custGeom>
              <a:avLst/>
              <a:gdLst/>
              <a:ahLst/>
              <a:cxnLst/>
              <a:rect l="l" t="t" r="r" b="b"/>
              <a:pathLst>
                <a:path w="12979" h="7695" extrusionOk="0">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5" name="Google Shape;18205;p79"/>
            <p:cNvSpPr/>
            <p:nvPr/>
          </p:nvSpPr>
          <p:spPr>
            <a:xfrm>
              <a:off x="3234506" y="2484534"/>
              <a:ext cx="297095" cy="105227"/>
            </a:xfrm>
            <a:custGeom>
              <a:avLst/>
              <a:gdLst/>
              <a:ahLst/>
              <a:cxnLst/>
              <a:rect l="l" t="t" r="r" b="b"/>
              <a:pathLst>
                <a:path w="11333" h="4014" extrusionOk="0">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6" name="Google Shape;18206;p79"/>
            <p:cNvSpPr/>
            <p:nvPr/>
          </p:nvSpPr>
          <p:spPr>
            <a:xfrm>
              <a:off x="3268192" y="2507971"/>
              <a:ext cx="51879" cy="58486"/>
            </a:xfrm>
            <a:custGeom>
              <a:avLst/>
              <a:gdLst/>
              <a:ahLst/>
              <a:cxnLst/>
              <a:rect l="l" t="t" r="r" b="b"/>
              <a:pathLst>
                <a:path w="1979" h="2231" extrusionOk="0">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7" name="Google Shape;18207;p79"/>
            <p:cNvSpPr/>
            <p:nvPr/>
          </p:nvSpPr>
          <p:spPr>
            <a:xfrm>
              <a:off x="3327229" y="2507997"/>
              <a:ext cx="46951" cy="58695"/>
            </a:xfrm>
            <a:custGeom>
              <a:avLst/>
              <a:gdLst/>
              <a:ahLst/>
              <a:cxnLst/>
              <a:rect l="l" t="t" r="r" b="b"/>
              <a:pathLst>
                <a:path w="1791" h="2239" extrusionOk="0">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8" name="Google Shape;18208;p79"/>
            <p:cNvSpPr/>
            <p:nvPr/>
          </p:nvSpPr>
          <p:spPr>
            <a:xfrm>
              <a:off x="3379292" y="2508049"/>
              <a:ext cx="66796" cy="58643"/>
            </a:xfrm>
            <a:custGeom>
              <a:avLst/>
              <a:gdLst/>
              <a:ahLst/>
              <a:cxnLst/>
              <a:rect l="l" t="t" r="r" b="b"/>
              <a:pathLst>
                <a:path w="2548" h="2237" extrusionOk="0">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9" name="Google Shape;18209;p79"/>
            <p:cNvSpPr/>
            <p:nvPr/>
          </p:nvSpPr>
          <p:spPr>
            <a:xfrm>
              <a:off x="3450072" y="2507971"/>
              <a:ext cx="50647" cy="58748"/>
            </a:xfrm>
            <a:custGeom>
              <a:avLst/>
              <a:gdLst/>
              <a:ahLst/>
              <a:cxnLst/>
              <a:rect l="l" t="t" r="r" b="b"/>
              <a:pathLst>
                <a:path w="1932" h="2241" extrusionOk="0">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0" name="Google Shape;18210;p79"/>
            <p:cNvSpPr/>
            <p:nvPr/>
          </p:nvSpPr>
          <p:spPr>
            <a:xfrm>
              <a:off x="3271233" y="2606775"/>
              <a:ext cx="91595" cy="78724"/>
            </a:xfrm>
            <a:custGeom>
              <a:avLst/>
              <a:gdLst/>
              <a:ahLst/>
              <a:cxnLst/>
              <a:rect l="l" t="t" r="r" b="b"/>
              <a:pathLst>
                <a:path w="3494" h="3003" extrusionOk="0">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1" name="Google Shape;18211;p79"/>
            <p:cNvSpPr/>
            <p:nvPr/>
          </p:nvSpPr>
          <p:spPr>
            <a:xfrm>
              <a:off x="3395361" y="2640068"/>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2" name="Google Shape;18212;p79"/>
            <p:cNvSpPr/>
            <p:nvPr/>
          </p:nvSpPr>
          <p:spPr>
            <a:xfrm>
              <a:off x="3395361" y="2607142"/>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3" name="Google Shape;18213;p79"/>
            <p:cNvSpPr/>
            <p:nvPr/>
          </p:nvSpPr>
          <p:spPr>
            <a:xfrm>
              <a:off x="3394077" y="2672968"/>
              <a:ext cx="108766" cy="12583"/>
            </a:xfrm>
            <a:custGeom>
              <a:avLst/>
              <a:gdLst/>
              <a:ahLst/>
              <a:cxnLst/>
              <a:rect l="l" t="t" r="r" b="b"/>
              <a:pathLst>
                <a:path w="4149" h="480" extrusionOk="0">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4" name="Google Shape;18214;p79"/>
            <p:cNvSpPr/>
            <p:nvPr/>
          </p:nvSpPr>
          <p:spPr>
            <a:xfrm>
              <a:off x="3395361" y="2705920"/>
              <a:ext cx="107482" cy="12505"/>
            </a:xfrm>
            <a:custGeom>
              <a:avLst/>
              <a:gdLst/>
              <a:ahLst/>
              <a:cxnLst/>
              <a:rect l="l" t="t" r="r" b="b"/>
              <a:pathLst>
                <a:path w="4100" h="477" extrusionOk="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5" name="Google Shape;18215;p79"/>
            <p:cNvSpPr/>
            <p:nvPr/>
          </p:nvSpPr>
          <p:spPr>
            <a:xfrm>
              <a:off x="3262006" y="2705894"/>
              <a:ext cx="110051" cy="12583"/>
            </a:xfrm>
            <a:custGeom>
              <a:avLst/>
              <a:gdLst/>
              <a:ahLst/>
              <a:cxnLst/>
              <a:rect l="l" t="t" r="r" b="b"/>
              <a:pathLst>
                <a:path w="4198" h="480" extrusionOk="0">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6" name="Google Shape;18216;p79"/>
            <p:cNvSpPr/>
            <p:nvPr/>
          </p:nvSpPr>
          <p:spPr>
            <a:xfrm>
              <a:off x="3263290" y="2738846"/>
              <a:ext cx="107481"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7" name="Google Shape;18217;p79"/>
            <p:cNvSpPr/>
            <p:nvPr/>
          </p:nvSpPr>
          <p:spPr>
            <a:xfrm>
              <a:off x="3395361" y="2738846"/>
              <a:ext cx="107482"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18" name="Google Shape;18218;p79"/>
          <p:cNvGrpSpPr/>
          <p:nvPr/>
        </p:nvGrpSpPr>
        <p:grpSpPr>
          <a:xfrm>
            <a:off x="6065149" y="3367036"/>
            <a:ext cx="362553" cy="356498"/>
            <a:chOff x="6065149" y="3367036"/>
            <a:chExt cx="362553" cy="356498"/>
          </a:xfrm>
        </p:grpSpPr>
        <p:sp>
          <p:nvSpPr>
            <p:cNvPr id="18219" name="Google Shape;18219;p79"/>
            <p:cNvSpPr/>
            <p:nvPr/>
          </p:nvSpPr>
          <p:spPr>
            <a:xfrm>
              <a:off x="6065149" y="3367036"/>
              <a:ext cx="356498" cy="356498"/>
            </a:xfrm>
            <a:custGeom>
              <a:avLst/>
              <a:gdLst/>
              <a:ahLst/>
              <a:cxnLst/>
              <a:rect l="l" t="t" r="r" b="b"/>
              <a:pathLst>
                <a:path w="13599" h="13599" extrusionOk="0">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0" name="Google Shape;18220;p79"/>
            <p:cNvSpPr/>
            <p:nvPr/>
          </p:nvSpPr>
          <p:spPr>
            <a:xfrm>
              <a:off x="6219923" y="3367036"/>
              <a:ext cx="207780" cy="356472"/>
            </a:xfrm>
            <a:custGeom>
              <a:avLst/>
              <a:gdLst/>
              <a:ahLst/>
              <a:cxnLst/>
              <a:rect l="l" t="t" r="r" b="b"/>
              <a:pathLst>
                <a:path w="7926" h="13598" extrusionOk="0">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1" name="Google Shape;18221;p79"/>
            <p:cNvSpPr/>
            <p:nvPr/>
          </p:nvSpPr>
          <p:spPr>
            <a:xfrm>
              <a:off x="6119257" y="3421144"/>
              <a:ext cx="247889" cy="247889"/>
            </a:xfrm>
            <a:custGeom>
              <a:avLst/>
              <a:gdLst/>
              <a:ahLst/>
              <a:cxnLst/>
              <a:rect l="l" t="t" r="r" b="b"/>
              <a:pathLst>
                <a:path w="9456" h="9456" extrusionOk="0">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2" name="Google Shape;18222;p79"/>
            <p:cNvSpPr/>
            <p:nvPr/>
          </p:nvSpPr>
          <p:spPr>
            <a:xfrm>
              <a:off x="6224091" y="3421144"/>
              <a:ext cx="148744" cy="248020"/>
            </a:xfrm>
            <a:custGeom>
              <a:avLst/>
              <a:gdLst/>
              <a:ahLst/>
              <a:cxnLst/>
              <a:rect l="l" t="t" r="r" b="b"/>
              <a:pathLst>
                <a:path w="5674" h="9461" extrusionOk="0">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3" name="Google Shape;18223;p79"/>
            <p:cNvSpPr/>
            <p:nvPr/>
          </p:nvSpPr>
          <p:spPr>
            <a:xfrm>
              <a:off x="6069685" y="3415848"/>
              <a:ext cx="303517" cy="259293"/>
            </a:xfrm>
            <a:custGeom>
              <a:avLst/>
              <a:gdLst/>
              <a:ahLst/>
              <a:cxnLst/>
              <a:rect l="l" t="t" r="r" b="b"/>
              <a:pathLst>
                <a:path w="11578" h="9891" extrusionOk="0">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24" name="Google Shape;18224;p79"/>
          <p:cNvGrpSpPr/>
          <p:nvPr/>
        </p:nvGrpSpPr>
        <p:grpSpPr>
          <a:xfrm>
            <a:off x="2866317" y="3817357"/>
            <a:ext cx="362920" cy="356865"/>
            <a:chOff x="2866317" y="3817357"/>
            <a:chExt cx="362920" cy="356865"/>
          </a:xfrm>
        </p:grpSpPr>
        <p:sp>
          <p:nvSpPr>
            <p:cNvPr id="18225" name="Google Shape;18225;p79"/>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6" name="Google Shape;18226;p79"/>
            <p:cNvSpPr/>
            <p:nvPr/>
          </p:nvSpPr>
          <p:spPr>
            <a:xfrm>
              <a:off x="3021457" y="3817357"/>
              <a:ext cx="207780" cy="356576"/>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7" name="Google Shape;18227;p79"/>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28" name="Google Shape;18228;p79"/>
          <p:cNvGrpSpPr/>
          <p:nvPr/>
        </p:nvGrpSpPr>
        <p:grpSpPr>
          <a:xfrm>
            <a:off x="6540821" y="3367036"/>
            <a:ext cx="362553" cy="356498"/>
            <a:chOff x="6540821" y="3367036"/>
            <a:chExt cx="362553" cy="356498"/>
          </a:xfrm>
        </p:grpSpPr>
        <p:sp>
          <p:nvSpPr>
            <p:cNvPr id="18229" name="Google Shape;18229;p79"/>
            <p:cNvSpPr/>
            <p:nvPr/>
          </p:nvSpPr>
          <p:spPr>
            <a:xfrm>
              <a:off x="6540821" y="3367036"/>
              <a:ext cx="356498" cy="356498"/>
            </a:xfrm>
            <a:custGeom>
              <a:avLst/>
              <a:gdLst/>
              <a:ahLst/>
              <a:cxnLst/>
              <a:rect l="l" t="t" r="r" b="b"/>
              <a:pathLst>
                <a:path w="13599" h="13599" extrusionOk="0">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0" name="Google Shape;18230;p79"/>
            <p:cNvSpPr/>
            <p:nvPr/>
          </p:nvSpPr>
          <p:spPr>
            <a:xfrm>
              <a:off x="6695987" y="3367036"/>
              <a:ext cx="207387" cy="356472"/>
            </a:xfrm>
            <a:custGeom>
              <a:avLst/>
              <a:gdLst/>
              <a:ahLst/>
              <a:cxnLst/>
              <a:rect l="l" t="t" r="r" b="b"/>
              <a:pathLst>
                <a:path w="7911" h="13598" extrusionOk="0">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1" name="Google Shape;18231;p79"/>
            <p:cNvSpPr/>
            <p:nvPr/>
          </p:nvSpPr>
          <p:spPr>
            <a:xfrm>
              <a:off x="6579802" y="3405992"/>
              <a:ext cx="278534" cy="278561"/>
            </a:xfrm>
            <a:custGeom>
              <a:avLst/>
              <a:gdLst/>
              <a:ahLst/>
              <a:cxnLst/>
              <a:rect l="l" t="t" r="r" b="b"/>
              <a:pathLst>
                <a:path w="10625" h="10626" extrusionOk="0">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2" name="Google Shape;18232;p79"/>
            <p:cNvSpPr/>
            <p:nvPr/>
          </p:nvSpPr>
          <p:spPr>
            <a:xfrm>
              <a:off x="6672892" y="3510563"/>
              <a:ext cx="80637" cy="69155"/>
            </a:xfrm>
            <a:custGeom>
              <a:avLst/>
              <a:gdLst/>
              <a:ahLst/>
              <a:cxnLst/>
              <a:rect l="l" t="t" r="r" b="b"/>
              <a:pathLst>
                <a:path w="3076" h="2638" extrusionOk="0">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3" name="Google Shape;18233;p79"/>
            <p:cNvSpPr/>
            <p:nvPr/>
          </p:nvSpPr>
          <p:spPr>
            <a:xfrm>
              <a:off x="6541581" y="3458605"/>
              <a:ext cx="213469" cy="225187"/>
            </a:xfrm>
            <a:custGeom>
              <a:avLst/>
              <a:gdLst/>
              <a:ahLst/>
              <a:cxnLst/>
              <a:rect l="l" t="t" r="r" b="b"/>
              <a:pathLst>
                <a:path w="8143" h="8590" extrusionOk="0">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4" name="Google Shape;18234;p79"/>
            <p:cNvSpPr/>
            <p:nvPr/>
          </p:nvSpPr>
          <p:spPr>
            <a:xfrm>
              <a:off x="6609687" y="3405965"/>
              <a:ext cx="237691" cy="143475"/>
            </a:xfrm>
            <a:custGeom>
              <a:avLst/>
              <a:gdLst/>
              <a:ahLst/>
              <a:cxnLst/>
              <a:rect l="l" t="t" r="r" b="b"/>
              <a:pathLst>
                <a:path w="9067" h="5473" extrusionOk="0">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5" name="Google Shape;18235;p79"/>
            <p:cNvSpPr/>
            <p:nvPr/>
          </p:nvSpPr>
          <p:spPr>
            <a:xfrm>
              <a:off x="6703537" y="3490771"/>
              <a:ext cx="154800" cy="193860"/>
            </a:xfrm>
            <a:custGeom>
              <a:avLst/>
              <a:gdLst/>
              <a:ahLst/>
              <a:cxnLst/>
              <a:rect l="l" t="t" r="r" b="b"/>
              <a:pathLst>
                <a:path w="5905" h="7395" extrusionOk="0">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36" name="Google Shape;18236;p79"/>
          <p:cNvGrpSpPr/>
          <p:nvPr/>
        </p:nvGrpSpPr>
        <p:grpSpPr>
          <a:xfrm>
            <a:off x="2302458" y="2474704"/>
            <a:ext cx="354479" cy="312561"/>
            <a:chOff x="2302458" y="2474704"/>
            <a:chExt cx="354479" cy="312561"/>
          </a:xfrm>
        </p:grpSpPr>
        <p:sp>
          <p:nvSpPr>
            <p:cNvPr id="18237" name="Google Shape;18237;p79"/>
            <p:cNvSpPr/>
            <p:nvPr/>
          </p:nvSpPr>
          <p:spPr>
            <a:xfrm>
              <a:off x="2388732" y="2515756"/>
              <a:ext cx="238058" cy="136266"/>
            </a:xfrm>
            <a:custGeom>
              <a:avLst/>
              <a:gdLst/>
              <a:ahLst/>
              <a:cxnLst/>
              <a:rect l="l" t="t" r="r" b="b"/>
              <a:pathLst>
                <a:path w="9081" h="5198" extrusionOk="0">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8" name="Google Shape;18238;p79"/>
            <p:cNvSpPr/>
            <p:nvPr/>
          </p:nvSpPr>
          <p:spPr>
            <a:xfrm>
              <a:off x="2398195" y="2723327"/>
              <a:ext cx="74949" cy="63938"/>
            </a:xfrm>
            <a:custGeom>
              <a:avLst/>
              <a:gdLst/>
              <a:ahLst/>
              <a:cxnLst/>
              <a:rect l="l" t="t" r="r" b="b"/>
              <a:pathLst>
                <a:path w="2859" h="2439" extrusionOk="0">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9" name="Google Shape;18239;p79"/>
            <p:cNvSpPr/>
            <p:nvPr/>
          </p:nvSpPr>
          <p:spPr>
            <a:xfrm>
              <a:off x="2421658" y="2740733"/>
              <a:ext cx="34079" cy="29230"/>
            </a:xfrm>
            <a:custGeom>
              <a:avLst/>
              <a:gdLst/>
              <a:ahLst/>
              <a:cxnLst/>
              <a:rect l="l" t="t" r="r" b="b"/>
              <a:pathLst>
                <a:path w="1300" h="1115" extrusionOk="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0" name="Google Shape;18240;p79"/>
            <p:cNvSpPr/>
            <p:nvPr/>
          </p:nvSpPr>
          <p:spPr>
            <a:xfrm>
              <a:off x="2525338" y="2723327"/>
              <a:ext cx="74975" cy="63938"/>
            </a:xfrm>
            <a:custGeom>
              <a:avLst/>
              <a:gdLst/>
              <a:ahLst/>
              <a:cxnLst/>
              <a:rect l="l" t="t" r="r" b="b"/>
              <a:pathLst>
                <a:path w="2860" h="2439" extrusionOk="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1" name="Google Shape;18241;p79"/>
            <p:cNvSpPr/>
            <p:nvPr/>
          </p:nvSpPr>
          <p:spPr>
            <a:xfrm>
              <a:off x="2548800" y="2740733"/>
              <a:ext cx="33712" cy="29230"/>
            </a:xfrm>
            <a:custGeom>
              <a:avLst/>
              <a:gdLst/>
              <a:ahLst/>
              <a:cxnLst/>
              <a:rect l="l" t="t" r="r" b="b"/>
              <a:pathLst>
                <a:path w="1286" h="1115" extrusionOk="0">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2" name="Google Shape;18242;p79"/>
            <p:cNvSpPr/>
            <p:nvPr/>
          </p:nvSpPr>
          <p:spPr>
            <a:xfrm>
              <a:off x="2375860" y="2498166"/>
              <a:ext cx="279662" cy="145729"/>
            </a:xfrm>
            <a:custGeom>
              <a:avLst/>
              <a:gdLst/>
              <a:ahLst/>
              <a:cxnLst/>
              <a:rect l="l" t="t" r="r" b="b"/>
              <a:pathLst>
                <a:path w="10668" h="5559" extrusionOk="0">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3" name="Google Shape;18243;p79"/>
            <p:cNvSpPr/>
            <p:nvPr/>
          </p:nvSpPr>
          <p:spPr>
            <a:xfrm>
              <a:off x="2608230" y="2498166"/>
              <a:ext cx="47292" cy="146096"/>
            </a:xfrm>
            <a:custGeom>
              <a:avLst/>
              <a:gdLst/>
              <a:ahLst/>
              <a:cxnLst/>
              <a:rect l="l" t="t" r="r" b="b"/>
              <a:pathLst>
                <a:path w="1804" h="5573" extrusionOk="0">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4" name="Google Shape;18244;p79"/>
            <p:cNvSpPr/>
            <p:nvPr/>
          </p:nvSpPr>
          <p:spPr>
            <a:xfrm>
              <a:off x="2302458" y="2474704"/>
              <a:ext cx="353850" cy="196796"/>
            </a:xfrm>
            <a:custGeom>
              <a:avLst/>
              <a:gdLst/>
              <a:ahLst/>
              <a:cxnLst/>
              <a:rect l="l" t="t" r="r" b="b"/>
              <a:pathLst>
                <a:path w="13498" h="7507" extrusionOk="0">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5" name="Google Shape;18245;p79"/>
            <p:cNvSpPr/>
            <p:nvPr/>
          </p:nvSpPr>
          <p:spPr>
            <a:xfrm>
              <a:off x="2402363" y="2644236"/>
              <a:ext cx="254574" cy="27657"/>
            </a:xfrm>
            <a:custGeom>
              <a:avLst/>
              <a:gdLst/>
              <a:ahLst/>
              <a:cxnLst/>
              <a:rect l="l" t="t" r="r" b="b"/>
              <a:pathLst>
                <a:path w="9711" h="1055" extrusionOk="0">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6" name="Google Shape;18246;p79"/>
            <p:cNvSpPr/>
            <p:nvPr/>
          </p:nvSpPr>
          <p:spPr>
            <a:xfrm>
              <a:off x="2375126" y="2653306"/>
              <a:ext cx="243721" cy="76862"/>
            </a:xfrm>
            <a:custGeom>
              <a:avLst/>
              <a:gdLst/>
              <a:ahLst/>
              <a:cxnLst/>
              <a:rect l="l" t="t" r="r" b="b"/>
              <a:pathLst>
                <a:path w="9297" h="2932" extrusionOk="0">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7" name="Google Shape;18247;p79"/>
            <p:cNvSpPr/>
            <p:nvPr/>
          </p:nvSpPr>
          <p:spPr>
            <a:xfrm>
              <a:off x="2382676" y="2688880"/>
              <a:ext cx="232003" cy="41289"/>
            </a:xfrm>
            <a:custGeom>
              <a:avLst/>
              <a:gdLst/>
              <a:ahLst/>
              <a:cxnLst/>
              <a:rect l="l" t="t" r="r" b="b"/>
              <a:pathLst>
                <a:path w="8850" h="1575" extrusionOk="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8" name="Google Shape;18248;p79"/>
            <p:cNvSpPr/>
            <p:nvPr/>
          </p:nvSpPr>
          <p:spPr>
            <a:xfrm>
              <a:off x="2396675" y="2652939"/>
              <a:ext cx="32192" cy="27657"/>
            </a:xfrm>
            <a:custGeom>
              <a:avLst/>
              <a:gdLst/>
              <a:ahLst/>
              <a:cxnLst/>
              <a:rect l="l" t="t" r="r" b="b"/>
              <a:pathLst>
                <a:path w="1228" h="1055" extrusionOk="0">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49" name="Google Shape;18249;p79"/>
          <p:cNvGrpSpPr/>
          <p:nvPr/>
        </p:nvGrpSpPr>
        <p:grpSpPr>
          <a:xfrm>
            <a:off x="2831110" y="2442538"/>
            <a:ext cx="246002" cy="348922"/>
            <a:chOff x="2831110" y="2442538"/>
            <a:chExt cx="246002" cy="348922"/>
          </a:xfrm>
        </p:grpSpPr>
        <p:sp>
          <p:nvSpPr>
            <p:cNvPr id="18250" name="Google Shape;18250;p79"/>
            <p:cNvSpPr/>
            <p:nvPr/>
          </p:nvSpPr>
          <p:spPr>
            <a:xfrm>
              <a:off x="2831110" y="2442538"/>
              <a:ext cx="194542" cy="348922"/>
            </a:xfrm>
            <a:custGeom>
              <a:avLst/>
              <a:gdLst/>
              <a:ahLst/>
              <a:cxnLst/>
              <a:rect l="l" t="t" r="r" b="b"/>
              <a:pathLst>
                <a:path w="7421" h="13310" extrusionOk="0">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1" name="Google Shape;18251;p79"/>
            <p:cNvSpPr/>
            <p:nvPr/>
          </p:nvSpPr>
          <p:spPr>
            <a:xfrm>
              <a:off x="2831110" y="2476591"/>
              <a:ext cx="194542" cy="276647"/>
            </a:xfrm>
            <a:custGeom>
              <a:avLst/>
              <a:gdLst/>
              <a:ahLst/>
              <a:cxnLst/>
              <a:rect l="l" t="t" r="r" b="b"/>
              <a:pathLst>
                <a:path w="7421" h="10553" extrusionOk="0">
                  <a:moveTo>
                    <a:pt x="1" y="1"/>
                  </a:moveTo>
                  <a:lnTo>
                    <a:pt x="1" y="10553"/>
                  </a:lnTo>
                  <a:lnTo>
                    <a:pt x="7421" y="10553"/>
                  </a:lnTo>
                  <a:lnTo>
                    <a:pt x="7421"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2" name="Google Shape;18252;p79"/>
            <p:cNvSpPr/>
            <p:nvPr/>
          </p:nvSpPr>
          <p:spPr>
            <a:xfrm>
              <a:off x="2926480" y="2542181"/>
              <a:ext cx="99171" cy="158732"/>
            </a:xfrm>
            <a:custGeom>
              <a:avLst/>
              <a:gdLst/>
              <a:ahLst/>
              <a:cxnLst/>
              <a:rect l="l" t="t" r="r" b="b"/>
              <a:pathLst>
                <a:path w="3783" h="6055" extrusionOk="0">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3" name="Google Shape;18253;p79"/>
            <p:cNvSpPr/>
            <p:nvPr/>
          </p:nvSpPr>
          <p:spPr>
            <a:xfrm>
              <a:off x="3008979" y="2476591"/>
              <a:ext cx="16673" cy="276647"/>
            </a:xfrm>
            <a:custGeom>
              <a:avLst/>
              <a:gdLst/>
              <a:ahLst/>
              <a:cxnLst/>
              <a:rect l="l" t="t" r="r" b="b"/>
              <a:pathLst>
                <a:path w="636" h="10553" extrusionOk="0">
                  <a:moveTo>
                    <a:pt x="0" y="1"/>
                  </a:moveTo>
                  <a:lnTo>
                    <a:pt x="0" y="10553"/>
                  </a:lnTo>
                  <a:lnTo>
                    <a:pt x="636" y="10553"/>
                  </a:lnTo>
                  <a:lnTo>
                    <a:pt x="636"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4" name="Google Shape;18254;p79"/>
            <p:cNvSpPr/>
            <p:nvPr/>
          </p:nvSpPr>
          <p:spPr>
            <a:xfrm>
              <a:off x="2877668" y="2587481"/>
              <a:ext cx="77229" cy="10617"/>
            </a:xfrm>
            <a:custGeom>
              <a:avLst/>
              <a:gdLst/>
              <a:ahLst/>
              <a:cxnLst/>
              <a:rect l="l" t="t" r="r" b="b"/>
              <a:pathLst>
                <a:path w="2946" h="405" extrusionOk="0">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5" name="Google Shape;18255;p79"/>
            <p:cNvSpPr/>
            <p:nvPr/>
          </p:nvSpPr>
          <p:spPr>
            <a:xfrm>
              <a:off x="2851164" y="2567426"/>
              <a:ext cx="117338" cy="10617"/>
            </a:xfrm>
            <a:custGeom>
              <a:avLst/>
              <a:gdLst/>
              <a:ahLst/>
              <a:cxnLst/>
              <a:rect l="l" t="t" r="r" b="b"/>
              <a:pathLst>
                <a:path w="4476" h="405" extrusionOk="0">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6" name="Google Shape;18256;p79"/>
            <p:cNvSpPr/>
            <p:nvPr/>
          </p:nvSpPr>
          <p:spPr>
            <a:xfrm>
              <a:off x="2897329" y="2643109"/>
              <a:ext cx="55287" cy="10617"/>
            </a:xfrm>
            <a:custGeom>
              <a:avLst/>
              <a:gdLst/>
              <a:ahLst/>
              <a:cxnLst/>
              <a:rect l="l" t="t" r="r" b="b"/>
              <a:pathLst>
                <a:path w="2109" h="405" extrusionOk="0">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7" name="Google Shape;18257;p79"/>
            <p:cNvSpPr/>
            <p:nvPr/>
          </p:nvSpPr>
          <p:spPr>
            <a:xfrm>
              <a:off x="2865556" y="2627196"/>
              <a:ext cx="79117" cy="10643"/>
            </a:xfrm>
            <a:custGeom>
              <a:avLst/>
              <a:gdLst/>
              <a:ahLst/>
              <a:cxnLst/>
              <a:rect l="l" t="t" r="r" b="b"/>
              <a:pathLst>
                <a:path w="3018" h="406" extrusionOk="0">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8" name="Google Shape;18258;p79"/>
            <p:cNvSpPr/>
            <p:nvPr/>
          </p:nvSpPr>
          <p:spPr>
            <a:xfrm>
              <a:off x="2934056" y="2550019"/>
              <a:ext cx="143055" cy="143055"/>
            </a:xfrm>
            <a:custGeom>
              <a:avLst/>
              <a:gdLst/>
              <a:ahLst/>
              <a:cxnLst/>
              <a:rect l="l" t="t" r="r" b="b"/>
              <a:pathLst>
                <a:path w="5457" h="5457" extrusionOk="0">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9" name="Google Shape;18259;p79"/>
            <p:cNvSpPr/>
            <p:nvPr/>
          </p:nvSpPr>
          <p:spPr>
            <a:xfrm>
              <a:off x="2957125" y="2572722"/>
              <a:ext cx="97284" cy="97651"/>
            </a:xfrm>
            <a:custGeom>
              <a:avLst/>
              <a:gdLst/>
              <a:ahLst/>
              <a:cxnLst/>
              <a:rect l="l" t="t" r="r" b="b"/>
              <a:pathLst>
                <a:path w="3711" h="3725" extrusionOk="0">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0" name="Google Shape;18260;p79"/>
            <p:cNvSpPr/>
            <p:nvPr/>
          </p:nvSpPr>
          <p:spPr>
            <a:xfrm>
              <a:off x="2951463" y="2568082"/>
              <a:ext cx="108242" cy="107219"/>
            </a:xfrm>
            <a:custGeom>
              <a:avLst/>
              <a:gdLst/>
              <a:ahLst/>
              <a:cxnLst/>
              <a:rect l="l" t="t" r="r" b="b"/>
              <a:pathLst>
                <a:path w="4129" h="4090" extrusionOk="0">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1" name="Google Shape;18261;p79"/>
            <p:cNvSpPr/>
            <p:nvPr/>
          </p:nvSpPr>
          <p:spPr>
            <a:xfrm>
              <a:off x="2985123" y="2600719"/>
              <a:ext cx="42049" cy="43543"/>
            </a:xfrm>
            <a:custGeom>
              <a:avLst/>
              <a:gdLst/>
              <a:ahLst/>
              <a:cxnLst/>
              <a:rect l="l" t="t" r="r" b="b"/>
              <a:pathLst>
                <a:path w="1604" h="1661" extrusionOk="0">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2" name="Google Shape;18262;p79"/>
            <p:cNvSpPr/>
            <p:nvPr/>
          </p:nvSpPr>
          <p:spPr>
            <a:xfrm>
              <a:off x="3000642" y="2590784"/>
              <a:ext cx="10643" cy="20553"/>
            </a:xfrm>
            <a:custGeom>
              <a:avLst/>
              <a:gdLst/>
              <a:ahLst/>
              <a:cxnLst/>
              <a:rect l="l" t="t" r="r" b="b"/>
              <a:pathLst>
                <a:path w="406" h="784" extrusionOk="0">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3" name="Google Shape;18263;p79"/>
            <p:cNvSpPr/>
            <p:nvPr/>
          </p:nvSpPr>
          <p:spPr>
            <a:xfrm>
              <a:off x="3000642" y="2633540"/>
              <a:ext cx="10643" cy="20553"/>
            </a:xfrm>
            <a:custGeom>
              <a:avLst/>
              <a:gdLst/>
              <a:ahLst/>
              <a:cxnLst/>
              <a:rect l="l" t="t" r="r" b="b"/>
              <a:pathLst>
                <a:path w="406" h="784" extrusionOk="0">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64" name="Google Shape;18264;p79"/>
          <p:cNvGrpSpPr/>
          <p:nvPr/>
        </p:nvGrpSpPr>
        <p:grpSpPr>
          <a:xfrm>
            <a:off x="3314750" y="3817357"/>
            <a:ext cx="362920" cy="356865"/>
            <a:chOff x="3314750" y="3817357"/>
            <a:chExt cx="362920" cy="356865"/>
          </a:xfrm>
        </p:grpSpPr>
        <p:sp>
          <p:nvSpPr>
            <p:cNvPr id="18265" name="Google Shape;18265;p79"/>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6" name="Google Shape;18266;p79"/>
            <p:cNvSpPr/>
            <p:nvPr/>
          </p:nvSpPr>
          <p:spPr>
            <a:xfrm>
              <a:off x="3469891" y="3817357"/>
              <a:ext cx="207780" cy="356865"/>
            </a:xfrm>
            <a:custGeom>
              <a:avLst/>
              <a:gdLst/>
              <a:ahLst/>
              <a:cxnLst/>
              <a:rect l="l" t="t" r="r" b="b"/>
              <a:pathLst>
                <a:path w="7926" h="13613" extrusionOk="0">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7" name="Google Shape;18267;p79"/>
            <p:cNvSpPr/>
            <p:nvPr/>
          </p:nvSpPr>
          <p:spPr>
            <a:xfrm>
              <a:off x="3379082" y="3881296"/>
              <a:ext cx="228595" cy="228595"/>
            </a:xfrm>
            <a:custGeom>
              <a:avLst/>
              <a:gdLst/>
              <a:ahLst/>
              <a:cxnLst/>
              <a:rect l="l" t="t" r="r" b="b"/>
              <a:pathLst>
                <a:path w="8720" h="8720" extrusionOk="0">
                  <a:moveTo>
                    <a:pt x="6886" y="448"/>
                  </a:moveTo>
                  <a:cubicBezTo>
                    <a:pt x="7651" y="448"/>
                    <a:pt x="8272" y="1069"/>
                    <a:pt x="8272" y="1834"/>
                  </a:cubicBezTo>
                  <a:lnTo>
                    <a:pt x="8272" y="6872"/>
                  </a:lnTo>
                  <a:lnTo>
                    <a:pt x="8272" y="6886"/>
                  </a:lnTo>
                  <a:cubicBezTo>
                    <a:pt x="8272" y="7652"/>
                    <a:pt x="7651" y="8272"/>
                    <a:pt x="6872" y="8272"/>
                  </a:cubicBezTo>
                  <a:lnTo>
                    <a:pt x="1848" y="8272"/>
                  </a:lnTo>
                  <a:cubicBezTo>
                    <a:pt x="1069" y="8272"/>
                    <a:pt x="448" y="7652"/>
                    <a:pt x="448" y="6886"/>
                  </a:cubicBezTo>
                  <a:lnTo>
                    <a:pt x="448" y="1834"/>
                  </a:lnTo>
                  <a:cubicBezTo>
                    <a:pt x="448" y="1069"/>
                    <a:pt x="1069" y="448"/>
                    <a:pt x="1848" y="448"/>
                  </a:cubicBezTo>
                  <a:close/>
                  <a:moveTo>
                    <a:pt x="1848" y="1"/>
                  </a:moveTo>
                  <a:cubicBezTo>
                    <a:pt x="823" y="1"/>
                    <a:pt x="0" y="824"/>
                    <a:pt x="0" y="1834"/>
                  </a:cubicBezTo>
                  <a:lnTo>
                    <a:pt x="0" y="6872"/>
                  </a:lnTo>
                  <a:cubicBezTo>
                    <a:pt x="0" y="7897"/>
                    <a:pt x="823" y="8720"/>
                    <a:pt x="1848" y="8720"/>
                  </a:cubicBezTo>
                  <a:lnTo>
                    <a:pt x="6886" y="8720"/>
                  </a:lnTo>
                  <a:cubicBezTo>
                    <a:pt x="7897" y="8720"/>
                    <a:pt x="8719" y="7897"/>
                    <a:pt x="8719" y="6886"/>
                  </a:cubicBezTo>
                  <a:lnTo>
                    <a:pt x="8719" y="1834"/>
                  </a:lnTo>
                  <a:cubicBezTo>
                    <a:pt x="8719" y="824"/>
                    <a:pt x="7897" y="1"/>
                    <a:pt x="68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8" name="Google Shape;18268;p79"/>
            <p:cNvSpPr/>
            <p:nvPr/>
          </p:nvSpPr>
          <p:spPr>
            <a:xfrm>
              <a:off x="3412768" y="3935430"/>
              <a:ext cx="140408" cy="120274"/>
            </a:xfrm>
            <a:custGeom>
              <a:avLst/>
              <a:gdLst/>
              <a:ahLst/>
              <a:cxnLst/>
              <a:rect l="l" t="t" r="r" b="b"/>
              <a:pathLst>
                <a:path w="5356" h="4588" extrusionOk="0">
                  <a:moveTo>
                    <a:pt x="3063" y="447"/>
                  </a:moveTo>
                  <a:cubicBezTo>
                    <a:pt x="4013" y="447"/>
                    <a:pt x="4923" y="1183"/>
                    <a:pt x="4923" y="2295"/>
                  </a:cubicBezTo>
                  <a:cubicBezTo>
                    <a:pt x="4908" y="3320"/>
                    <a:pt x="4085" y="4143"/>
                    <a:pt x="3075" y="4143"/>
                  </a:cubicBezTo>
                  <a:cubicBezTo>
                    <a:pt x="1429" y="4143"/>
                    <a:pt x="592" y="2151"/>
                    <a:pt x="1761" y="996"/>
                  </a:cubicBezTo>
                  <a:cubicBezTo>
                    <a:pt x="2140" y="617"/>
                    <a:pt x="2606" y="447"/>
                    <a:pt x="3063" y="447"/>
                  </a:cubicBezTo>
                  <a:close/>
                  <a:moveTo>
                    <a:pt x="3075" y="0"/>
                  </a:moveTo>
                  <a:cubicBezTo>
                    <a:pt x="1025" y="0"/>
                    <a:pt x="0" y="2468"/>
                    <a:pt x="1444" y="3912"/>
                  </a:cubicBezTo>
                  <a:cubicBezTo>
                    <a:pt x="1910" y="4379"/>
                    <a:pt x="2484" y="4587"/>
                    <a:pt x="3047" y="4587"/>
                  </a:cubicBezTo>
                  <a:cubicBezTo>
                    <a:pt x="4225" y="4587"/>
                    <a:pt x="5356" y="3673"/>
                    <a:pt x="5356" y="2295"/>
                  </a:cubicBezTo>
                  <a:cubicBezTo>
                    <a:pt x="5356" y="1025"/>
                    <a:pt x="4331" y="0"/>
                    <a:pt x="30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9" name="Google Shape;18269;p79"/>
            <p:cNvSpPr/>
            <p:nvPr/>
          </p:nvSpPr>
          <p:spPr>
            <a:xfrm>
              <a:off x="3539518" y="3910447"/>
              <a:ext cx="31065" cy="31039"/>
            </a:xfrm>
            <a:custGeom>
              <a:avLst/>
              <a:gdLst/>
              <a:ahLst/>
              <a:cxnLst/>
              <a:rect l="l" t="t" r="r" b="b"/>
              <a:pathLst>
                <a:path w="1185" h="1184" extrusionOk="0">
                  <a:moveTo>
                    <a:pt x="593" y="0"/>
                  </a:moveTo>
                  <a:cubicBezTo>
                    <a:pt x="275" y="0"/>
                    <a:pt x="1" y="260"/>
                    <a:pt x="1" y="592"/>
                  </a:cubicBezTo>
                  <a:cubicBezTo>
                    <a:pt x="1" y="910"/>
                    <a:pt x="275" y="1184"/>
                    <a:pt x="593" y="1184"/>
                  </a:cubicBezTo>
                  <a:cubicBezTo>
                    <a:pt x="925" y="1184"/>
                    <a:pt x="1185" y="910"/>
                    <a:pt x="1185" y="592"/>
                  </a:cubicBezTo>
                  <a:cubicBezTo>
                    <a:pt x="1185" y="260"/>
                    <a:pt x="925" y="0"/>
                    <a:pt x="5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70" name="Google Shape;18270;p79"/>
          <p:cNvGrpSpPr/>
          <p:nvPr/>
        </p:nvGrpSpPr>
        <p:grpSpPr>
          <a:xfrm>
            <a:off x="7016492" y="3367036"/>
            <a:ext cx="362947" cy="356498"/>
            <a:chOff x="7016492" y="3367036"/>
            <a:chExt cx="362947" cy="356498"/>
          </a:xfrm>
        </p:grpSpPr>
        <p:sp>
          <p:nvSpPr>
            <p:cNvPr id="18271" name="Google Shape;18271;p79"/>
            <p:cNvSpPr/>
            <p:nvPr/>
          </p:nvSpPr>
          <p:spPr>
            <a:xfrm>
              <a:off x="7016492" y="3367036"/>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2" name="Google Shape;18272;p79"/>
            <p:cNvSpPr/>
            <p:nvPr/>
          </p:nvSpPr>
          <p:spPr>
            <a:xfrm>
              <a:off x="7171658"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3" name="Google Shape;18273;p79"/>
            <p:cNvSpPr/>
            <p:nvPr/>
          </p:nvSpPr>
          <p:spPr>
            <a:xfrm>
              <a:off x="7070049" y="3475252"/>
              <a:ext cx="73245" cy="116971"/>
            </a:xfrm>
            <a:custGeom>
              <a:avLst/>
              <a:gdLst/>
              <a:ahLst/>
              <a:cxnLst/>
              <a:rect l="l" t="t" r="r" b="b"/>
              <a:pathLst>
                <a:path w="2794" h="4462" extrusionOk="0">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4" name="Google Shape;18274;p79"/>
            <p:cNvSpPr/>
            <p:nvPr/>
          </p:nvSpPr>
          <p:spPr>
            <a:xfrm>
              <a:off x="7217063" y="3475252"/>
              <a:ext cx="73454" cy="116971"/>
            </a:xfrm>
            <a:custGeom>
              <a:avLst/>
              <a:gdLst/>
              <a:ahLst/>
              <a:cxnLst/>
              <a:rect l="l" t="t" r="r" b="b"/>
              <a:pathLst>
                <a:path w="2802" h="4462" extrusionOk="0">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5" name="Google Shape;18275;p79"/>
            <p:cNvSpPr/>
            <p:nvPr/>
          </p:nvSpPr>
          <p:spPr>
            <a:xfrm>
              <a:off x="7162955" y="3498242"/>
              <a:ext cx="24249" cy="93981"/>
            </a:xfrm>
            <a:custGeom>
              <a:avLst/>
              <a:gdLst/>
              <a:ahLst/>
              <a:cxnLst/>
              <a:rect l="l" t="t" r="r" b="b"/>
              <a:pathLst>
                <a:path w="925" h="3585" extrusionOk="0">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6" name="Google Shape;18276;p79"/>
            <p:cNvSpPr/>
            <p:nvPr/>
          </p:nvSpPr>
          <p:spPr>
            <a:xfrm>
              <a:off x="7304857" y="3529281"/>
              <a:ext cx="37120" cy="31904"/>
            </a:xfrm>
            <a:custGeom>
              <a:avLst/>
              <a:gdLst/>
              <a:ahLst/>
              <a:cxnLst/>
              <a:rect l="l" t="t" r="r" b="b"/>
              <a:pathLst>
                <a:path w="1416" h="1217" extrusionOk="0">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77" name="Google Shape;18277;p79"/>
          <p:cNvGrpSpPr/>
          <p:nvPr/>
        </p:nvGrpSpPr>
        <p:grpSpPr>
          <a:xfrm>
            <a:off x="3763184" y="3817357"/>
            <a:ext cx="363314" cy="356576"/>
            <a:chOff x="3763184" y="3817357"/>
            <a:chExt cx="363314" cy="356576"/>
          </a:xfrm>
        </p:grpSpPr>
        <p:sp>
          <p:nvSpPr>
            <p:cNvPr id="18278" name="Google Shape;18278;p79"/>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9" name="Google Shape;18279;p79"/>
            <p:cNvSpPr/>
            <p:nvPr/>
          </p:nvSpPr>
          <p:spPr>
            <a:xfrm>
              <a:off x="3918324"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0" name="Google Shape;18280;p79"/>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1" name="Google Shape;18281;p79"/>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2" name="Google Shape;18282;p79"/>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83" name="Google Shape;18283;p79"/>
          <p:cNvGrpSpPr/>
          <p:nvPr/>
        </p:nvGrpSpPr>
        <p:grpSpPr>
          <a:xfrm>
            <a:off x="5108852" y="3817357"/>
            <a:ext cx="362947" cy="356576"/>
            <a:chOff x="5108852" y="3817357"/>
            <a:chExt cx="362947" cy="356576"/>
          </a:xfrm>
        </p:grpSpPr>
        <p:sp>
          <p:nvSpPr>
            <p:cNvPr id="18284" name="Google Shape;18284;p79"/>
            <p:cNvSpPr/>
            <p:nvPr/>
          </p:nvSpPr>
          <p:spPr>
            <a:xfrm>
              <a:off x="5108852" y="3817357"/>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5" name="Google Shape;18285;p79"/>
            <p:cNvSpPr/>
            <p:nvPr/>
          </p:nvSpPr>
          <p:spPr>
            <a:xfrm>
              <a:off x="5264019" y="3817357"/>
              <a:ext cx="207780" cy="356576"/>
            </a:xfrm>
            <a:custGeom>
              <a:avLst/>
              <a:gdLst/>
              <a:ahLst/>
              <a:cxnLst/>
              <a:rect l="l" t="t" r="r" b="b"/>
              <a:pathLst>
                <a:path w="7926" h="13602" extrusionOk="0">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6" name="Google Shape;18286;p79"/>
            <p:cNvSpPr/>
            <p:nvPr/>
          </p:nvSpPr>
          <p:spPr>
            <a:xfrm>
              <a:off x="5136116" y="3871229"/>
              <a:ext cx="295495" cy="248282"/>
            </a:xfrm>
            <a:custGeom>
              <a:avLst/>
              <a:gdLst/>
              <a:ahLst/>
              <a:cxnLst/>
              <a:rect l="l" t="t" r="r" b="b"/>
              <a:pathLst>
                <a:path w="11272" h="9471" extrusionOk="0">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7" name="Google Shape;18287;p79"/>
            <p:cNvSpPr/>
            <p:nvPr/>
          </p:nvSpPr>
          <p:spPr>
            <a:xfrm>
              <a:off x="5219060" y="3952863"/>
              <a:ext cx="128060" cy="78933"/>
            </a:xfrm>
            <a:custGeom>
              <a:avLst/>
              <a:gdLst/>
              <a:ahLst/>
              <a:cxnLst/>
              <a:rect l="l" t="t" r="r" b="b"/>
              <a:pathLst>
                <a:path w="4885" h="3011" extrusionOk="0">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88" name="Google Shape;18288;p79"/>
          <p:cNvGrpSpPr/>
          <p:nvPr/>
        </p:nvGrpSpPr>
        <p:grpSpPr>
          <a:xfrm>
            <a:off x="6005720" y="3817357"/>
            <a:ext cx="362947" cy="356576"/>
            <a:chOff x="6005720" y="3817357"/>
            <a:chExt cx="362947" cy="356576"/>
          </a:xfrm>
        </p:grpSpPr>
        <p:sp>
          <p:nvSpPr>
            <p:cNvPr id="18289" name="Google Shape;18289;p79"/>
            <p:cNvSpPr/>
            <p:nvPr/>
          </p:nvSpPr>
          <p:spPr>
            <a:xfrm>
              <a:off x="6005720" y="3817357"/>
              <a:ext cx="356891" cy="356498"/>
            </a:xfrm>
            <a:custGeom>
              <a:avLst/>
              <a:gdLst/>
              <a:ahLst/>
              <a:cxnLst/>
              <a:rect l="l" t="t" r="r" b="b"/>
              <a:pathLst>
                <a:path w="13614" h="13599" extrusionOk="0">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0" name="Google Shape;18290;p79"/>
            <p:cNvSpPr/>
            <p:nvPr/>
          </p:nvSpPr>
          <p:spPr>
            <a:xfrm>
              <a:off x="6160887"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1" name="Google Shape;18291;p79"/>
            <p:cNvSpPr/>
            <p:nvPr/>
          </p:nvSpPr>
          <p:spPr>
            <a:xfrm>
              <a:off x="6055240" y="3879487"/>
              <a:ext cx="262727" cy="234572"/>
            </a:xfrm>
            <a:custGeom>
              <a:avLst/>
              <a:gdLst/>
              <a:ahLst/>
              <a:cxnLst/>
              <a:rect l="l" t="t" r="r" b="b"/>
              <a:pathLst>
                <a:path w="10022" h="8948" extrusionOk="0">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2" name="Google Shape;18292;p79"/>
            <p:cNvSpPr/>
            <p:nvPr/>
          </p:nvSpPr>
          <p:spPr>
            <a:xfrm>
              <a:off x="6129848" y="3935010"/>
              <a:ext cx="108635" cy="121166"/>
            </a:xfrm>
            <a:custGeom>
              <a:avLst/>
              <a:gdLst/>
              <a:ahLst/>
              <a:cxnLst/>
              <a:rect l="l" t="t" r="r" b="b"/>
              <a:pathLst>
                <a:path w="4144" h="4622" extrusionOk="0">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93" name="Google Shape;18293;p79"/>
          <p:cNvGrpSpPr/>
          <p:nvPr/>
        </p:nvGrpSpPr>
        <p:grpSpPr>
          <a:xfrm>
            <a:off x="5589452" y="3367036"/>
            <a:ext cx="362580" cy="356498"/>
            <a:chOff x="5589452" y="3367036"/>
            <a:chExt cx="362580" cy="356498"/>
          </a:xfrm>
        </p:grpSpPr>
        <p:sp>
          <p:nvSpPr>
            <p:cNvPr id="18294" name="Google Shape;18294;p79"/>
            <p:cNvSpPr/>
            <p:nvPr/>
          </p:nvSpPr>
          <p:spPr>
            <a:xfrm>
              <a:off x="5589452" y="3367036"/>
              <a:ext cx="356131" cy="356498"/>
            </a:xfrm>
            <a:custGeom>
              <a:avLst/>
              <a:gdLst/>
              <a:ahLst/>
              <a:cxnLst/>
              <a:rect l="l" t="t" r="r" b="b"/>
              <a:pathLst>
                <a:path w="13585" h="13599" extrusionOk="0">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5" name="Google Shape;18295;p79"/>
            <p:cNvSpPr/>
            <p:nvPr/>
          </p:nvSpPr>
          <p:spPr>
            <a:xfrm>
              <a:off x="5744225" y="3367036"/>
              <a:ext cx="207806" cy="356472"/>
            </a:xfrm>
            <a:custGeom>
              <a:avLst/>
              <a:gdLst/>
              <a:ahLst/>
              <a:cxnLst/>
              <a:rect l="l" t="t" r="r" b="b"/>
              <a:pathLst>
                <a:path w="7927" h="13598" extrusionOk="0">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6" name="Google Shape;18296;p79"/>
            <p:cNvSpPr/>
            <p:nvPr/>
          </p:nvSpPr>
          <p:spPr>
            <a:xfrm>
              <a:off x="5666655" y="3420751"/>
              <a:ext cx="165023" cy="241099"/>
            </a:xfrm>
            <a:custGeom>
              <a:avLst/>
              <a:gdLst/>
              <a:ahLst/>
              <a:cxnLst/>
              <a:rect l="l" t="t" r="r" b="b"/>
              <a:pathLst>
                <a:path w="6295" h="9197" extrusionOk="0">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97" name="Google Shape;18297;p79"/>
          <p:cNvGrpSpPr/>
          <p:nvPr/>
        </p:nvGrpSpPr>
        <p:grpSpPr>
          <a:xfrm>
            <a:off x="4211985" y="3817357"/>
            <a:ext cx="362947" cy="356576"/>
            <a:chOff x="4211985" y="3817357"/>
            <a:chExt cx="362947" cy="356576"/>
          </a:xfrm>
        </p:grpSpPr>
        <p:sp>
          <p:nvSpPr>
            <p:cNvPr id="18298" name="Google Shape;18298;p79"/>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9" name="Google Shape;18299;p79"/>
            <p:cNvSpPr/>
            <p:nvPr/>
          </p:nvSpPr>
          <p:spPr>
            <a:xfrm>
              <a:off x="4366758"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0" name="Google Shape;18300;p79"/>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01" name="Google Shape;18301;p79"/>
          <p:cNvGrpSpPr/>
          <p:nvPr/>
        </p:nvGrpSpPr>
        <p:grpSpPr>
          <a:xfrm>
            <a:off x="4660419" y="3817357"/>
            <a:ext cx="362947" cy="356576"/>
            <a:chOff x="4660419" y="3817357"/>
            <a:chExt cx="362947" cy="356576"/>
          </a:xfrm>
        </p:grpSpPr>
        <p:sp>
          <p:nvSpPr>
            <p:cNvPr id="18302" name="Google Shape;18302;p79"/>
            <p:cNvSpPr/>
            <p:nvPr/>
          </p:nvSpPr>
          <p:spPr>
            <a:xfrm>
              <a:off x="4660419"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3" name="Google Shape;18303;p79"/>
            <p:cNvSpPr/>
            <p:nvPr/>
          </p:nvSpPr>
          <p:spPr>
            <a:xfrm>
              <a:off x="4815585" y="3817357"/>
              <a:ext cx="207780" cy="356576"/>
            </a:xfrm>
            <a:custGeom>
              <a:avLst/>
              <a:gdLst/>
              <a:ahLst/>
              <a:cxnLst/>
              <a:rect l="l" t="t" r="r" b="b"/>
              <a:pathLst>
                <a:path w="7926" h="13602" extrusionOk="0">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4" name="Google Shape;18304;p79"/>
            <p:cNvSpPr/>
            <p:nvPr/>
          </p:nvSpPr>
          <p:spPr>
            <a:xfrm>
              <a:off x="4702441" y="3871098"/>
              <a:ext cx="271351" cy="249016"/>
            </a:xfrm>
            <a:custGeom>
              <a:avLst/>
              <a:gdLst/>
              <a:ahLst/>
              <a:cxnLst/>
              <a:rect l="l" t="t" r="r" b="b"/>
              <a:pathLst>
                <a:path w="10351" h="9499" extrusionOk="0">
                  <a:moveTo>
                    <a:pt x="5200" y="0"/>
                  </a:moveTo>
                  <a:cubicBezTo>
                    <a:pt x="4034" y="0"/>
                    <a:pt x="2878" y="428"/>
                    <a:pt x="1978" y="1270"/>
                  </a:cubicBezTo>
                  <a:cubicBezTo>
                    <a:pt x="419" y="2714"/>
                    <a:pt x="0" y="5009"/>
                    <a:pt x="967" y="6900"/>
                  </a:cubicBezTo>
                  <a:cubicBezTo>
                    <a:pt x="982" y="6929"/>
                    <a:pt x="982" y="6958"/>
                    <a:pt x="967" y="6987"/>
                  </a:cubicBezTo>
                  <a:lnTo>
                    <a:pt x="505" y="8170"/>
                  </a:lnTo>
                  <a:cubicBezTo>
                    <a:pt x="476" y="8243"/>
                    <a:pt x="520" y="8315"/>
                    <a:pt x="592" y="8315"/>
                  </a:cubicBezTo>
                  <a:lnTo>
                    <a:pt x="2021" y="8315"/>
                  </a:lnTo>
                  <a:cubicBezTo>
                    <a:pt x="2050" y="8315"/>
                    <a:pt x="2079" y="8329"/>
                    <a:pt x="2093" y="8344"/>
                  </a:cubicBezTo>
                  <a:cubicBezTo>
                    <a:pt x="2959" y="9080"/>
                    <a:pt x="4056" y="9498"/>
                    <a:pt x="5197" y="9498"/>
                  </a:cubicBezTo>
                  <a:cubicBezTo>
                    <a:pt x="7333" y="9498"/>
                    <a:pt x="9196" y="8084"/>
                    <a:pt x="9773" y="6034"/>
                  </a:cubicBezTo>
                  <a:cubicBezTo>
                    <a:pt x="10350" y="3984"/>
                    <a:pt x="9499" y="1804"/>
                    <a:pt x="7680" y="693"/>
                  </a:cubicBezTo>
                  <a:cubicBezTo>
                    <a:pt x="6911" y="229"/>
                    <a:pt x="6053" y="0"/>
                    <a:pt x="52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5" name="Google Shape;18305;p79"/>
            <p:cNvSpPr/>
            <p:nvPr/>
          </p:nvSpPr>
          <p:spPr>
            <a:xfrm>
              <a:off x="4727791" y="3894351"/>
              <a:ext cx="220652" cy="202668"/>
            </a:xfrm>
            <a:custGeom>
              <a:avLst/>
              <a:gdLst/>
              <a:ahLst/>
              <a:cxnLst/>
              <a:rect l="l" t="t" r="r" b="b"/>
              <a:pathLst>
                <a:path w="8417" h="7731" extrusionOk="0">
                  <a:moveTo>
                    <a:pt x="4232" y="1"/>
                  </a:moveTo>
                  <a:cubicBezTo>
                    <a:pt x="3273" y="1"/>
                    <a:pt x="2320" y="357"/>
                    <a:pt x="1588" y="1047"/>
                  </a:cubicBezTo>
                  <a:cubicBezTo>
                    <a:pt x="318" y="2231"/>
                    <a:pt x="0" y="4122"/>
                    <a:pt x="809" y="5652"/>
                  </a:cubicBezTo>
                  <a:lnTo>
                    <a:pt x="939" y="5912"/>
                  </a:lnTo>
                  <a:cubicBezTo>
                    <a:pt x="982" y="5970"/>
                    <a:pt x="982" y="6056"/>
                    <a:pt x="953" y="6129"/>
                  </a:cubicBezTo>
                  <a:lnTo>
                    <a:pt x="823" y="6432"/>
                  </a:lnTo>
                  <a:cubicBezTo>
                    <a:pt x="809" y="6489"/>
                    <a:pt x="852" y="6533"/>
                    <a:pt x="910" y="6533"/>
                  </a:cubicBezTo>
                  <a:lnTo>
                    <a:pt x="1328" y="6533"/>
                  </a:lnTo>
                  <a:cubicBezTo>
                    <a:pt x="1386" y="6547"/>
                    <a:pt x="1458" y="6562"/>
                    <a:pt x="1502" y="6605"/>
                  </a:cubicBezTo>
                  <a:lnTo>
                    <a:pt x="1675" y="6764"/>
                  </a:lnTo>
                  <a:cubicBezTo>
                    <a:pt x="2382" y="7384"/>
                    <a:pt x="3292" y="7731"/>
                    <a:pt x="4230" y="7731"/>
                  </a:cubicBezTo>
                  <a:cubicBezTo>
                    <a:pt x="5962" y="7716"/>
                    <a:pt x="7478" y="6562"/>
                    <a:pt x="7940" y="4902"/>
                  </a:cubicBezTo>
                  <a:cubicBezTo>
                    <a:pt x="8416" y="3227"/>
                    <a:pt x="7709" y="1466"/>
                    <a:pt x="6222" y="557"/>
                  </a:cubicBezTo>
                  <a:cubicBezTo>
                    <a:pt x="5608" y="183"/>
                    <a:pt x="4919" y="1"/>
                    <a:pt x="4232"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6" name="Google Shape;18306;p79"/>
            <p:cNvSpPr/>
            <p:nvPr/>
          </p:nvSpPr>
          <p:spPr>
            <a:xfrm>
              <a:off x="4765619" y="3922742"/>
              <a:ext cx="147250" cy="144025"/>
            </a:xfrm>
            <a:custGeom>
              <a:avLst/>
              <a:gdLst/>
              <a:ahLst/>
              <a:cxnLst/>
              <a:rect l="l" t="t" r="r" b="b"/>
              <a:pathLst>
                <a:path w="5617" h="5494" extrusionOk="0">
                  <a:moveTo>
                    <a:pt x="1567" y="0"/>
                  </a:moveTo>
                  <a:cubicBezTo>
                    <a:pt x="1444" y="0"/>
                    <a:pt x="1322" y="51"/>
                    <a:pt x="1228" y="152"/>
                  </a:cubicBezTo>
                  <a:lnTo>
                    <a:pt x="275" y="1105"/>
                  </a:lnTo>
                  <a:cubicBezTo>
                    <a:pt x="30" y="1336"/>
                    <a:pt x="1" y="1697"/>
                    <a:pt x="203" y="1956"/>
                  </a:cubicBezTo>
                  <a:cubicBezTo>
                    <a:pt x="1141" y="3270"/>
                    <a:pt x="2296" y="4425"/>
                    <a:pt x="3610" y="5378"/>
                  </a:cubicBezTo>
                  <a:cubicBezTo>
                    <a:pt x="3725" y="5450"/>
                    <a:pt x="3855" y="5493"/>
                    <a:pt x="3999" y="5493"/>
                  </a:cubicBezTo>
                  <a:cubicBezTo>
                    <a:pt x="4173" y="5493"/>
                    <a:pt x="4346" y="5435"/>
                    <a:pt x="4476" y="5305"/>
                  </a:cubicBezTo>
                  <a:lnTo>
                    <a:pt x="5429" y="4353"/>
                  </a:lnTo>
                  <a:cubicBezTo>
                    <a:pt x="5616" y="4165"/>
                    <a:pt x="5616" y="3847"/>
                    <a:pt x="5429" y="3660"/>
                  </a:cubicBezTo>
                  <a:lnTo>
                    <a:pt x="4837" y="3068"/>
                  </a:lnTo>
                  <a:cubicBezTo>
                    <a:pt x="4743" y="2974"/>
                    <a:pt x="4617" y="2927"/>
                    <a:pt x="4490" y="2927"/>
                  </a:cubicBezTo>
                  <a:cubicBezTo>
                    <a:pt x="4364" y="2927"/>
                    <a:pt x="4238" y="2974"/>
                    <a:pt x="4144" y="3068"/>
                  </a:cubicBezTo>
                  <a:lnTo>
                    <a:pt x="3985" y="3241"/>
                  </a:lnTo>
                  <a:cubicBezTo>
                    <a:pt x="3936" y="3290"/>
                    <a:pt x="3860" y="3319"/>
                    <a:pt x="3785" y="3319"/>
                  </a:cubicBezTo>
                  <a:cubicBezTo>
                    <a:pt x="3750" y="3319"/>
                    <a:pt x="3714" y="3313"/>
                    <a:pt x="3682" y="3299"/>
                  </a:cubicBezTo>
                  <a:cubicBezTo>
                    <a:pt x="3032" y="3039"/>
                    <a:pt x="2527" y="2534"/>
                    <a:pt x="2267" y="1884"/>
                  </a:cubicBezTo>
                  <a:cubicBezTo>
                    <a:pt x="2224" y="1783"/>
                    <a:pt x="2253" y="1668"/>
                    <a:pt x="2339" y="1581"/>
                  </a:cubicBezTo>
                  <a:lnTo>
                    <a:pt x="2498" y="1422"/>
                  </a:lnTo>
                  <a:cubicBezTo>
                    <a:pt x="2686" y="1235"/>
                    <a:pt x="2686" y="932"/>
                    <a:pt x="2498" y="729"/>
                  </a:cubicBezTo>
                  <a:lnTo>
                    <a:pt x="1906" y="152"/>
                  </a:lnTo>
                  <a:cubicBezTo>
                    <a:pt x="1812" y="51"/>
                    <a:pt x="1690" y="0"/>
                    <a:pt x="15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07" name="Google Shape;18307;p79"/>
          <p:cNvGrpSpPr/>
          <p:nvPr/>
        </p:nvGrpSpPr>
        <p:grpSpPr>
          <a:xfrm>
            <a:off x="5557286" y="3817357"/>
            <a:ext cx="362947" cy="356576"/>
            <a:chOff x="5557286" y="3817357"/>
            <a:chExt cx="362947" cy="356576"/>
          </a:xfrm>
        </p:grpSpPr>
        <p:sp>
          <p:nvSpPr>
            <p:cNvPr id="18308" name="Google Shape;18308;p79"/>
            <p:cNvSpPr/>
            <p:nvPr/>
          </p:nvSpPr>
          <p:spPr>
            <a:xfrm>
              <a:off x="5557286" y="3817357"/>
              <a:ext cx="356891" cy="356498"/>
            </a:xfrm>
            <a:custGeom>
              <a:avLst/>
              <a:gdLst/>
              <a:ahLst/>
              <a:cxnLst/>
              <a:rect l="l" t="t" r="r" b="b"/>
              <a:pathLst>
                <a:path w="13614" h="13599" extrusionOk="0">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9" name="Google Shape;18309;p79"/>
            <p:cNvSpPr/>
            <p:nvPr/>
          </p:nvSpPr>
          <p:spPr>
            <a:xfrm>
              <a:off x="5712453"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0" name="Google Shape;18310;p79"/>
            <p:cNvSpPr/>
            <p:nvPr/>
          </p:nvSpPr>
          <p:spPr>
            <a:xfrm>
              <a:off x="5601563" y="3894456"/>
              <a:ext cx="268337" cy="202563"/>
            </a:xfrm>
            <a:custGeom>
              <a:avLst/>
              <a:gdLst/>
              <a:ahLst/>
              <a:cxnLst/>
              <a:rect l="l" t="t" r="r" b="b"/>
              <a:pathLst>
                <a:path w="10236" h="7727" extrusionOk="0">
                  <a:moveTo>
                    <a:pt x="5118" y="0"/>
                  </a:moveTo>
                  <a:cubicBezTo>
                    <a:pt x="3685" y="0"/>
                    <a:pt x="2253" y="83"/>
                    <a:pt x="824" y="249"/>
                  </a:cubicBezTo>
                  <a:cubicBezTo>
                    <a:pt x="564" y="278"/>
                    <a:pt x="347" y="480"/>
                    <a:pt x="304" y="755"/>
                  </a:cubicBezTo>
                  <a:cubicBezTo>
                    <a:pt x="1" y="2819"/>
                    <a:pt x="1" y="4912"/>
                    <a:pt x="304" y="6976"/>
                  </a:cubicBezTo>
                  <a:cubicBezTo>
                    <a:pt x="347" y="7236"/>
                    <a:pt x="564" y="7453"/>
                    <a:pt x="824" y="7482"/>
                  </a:cubicBezTo>
                  <a:cubicBezTo>
                    <a:pt x="2253" y="7640"/>
                    <a:pt x="3682" y="7712"/>
                    <a:pt x="5125" y="7727"/>
                  </a:cubicBezTo>
                  <a:cubicBezTo>
                    <a:pt x="6554" y="7712"/>
                    <a:pt x="7984" y="7640"/>
                    <a:pt x="9413" y="7482"/>
                  </a:cubicBezTo>
                  <a:cubicBezTo>
                    <a:pt x="9673" y="7453"/>
                    <a:pt x="9889" y="7236"/>
                    <a:pt x="9932" y="6976"/>
                  </a:cubicBezTo>
                  <a:cubicBezTo>
                    <a:pt x="10236" y="4912"/>
                    <a:pt x="10236" y="2819"/>
                    <a:pt x="9932" y="755"/>
                  </a:cubicBezTo>
                  <a:cubicBezTo>
                    <a:pt x="9889" y="480"/>
                    <a:pt x="9673" y="278"/>
                    <a:pt x="9413" y="249"/>
                  </a:cubicBezTo>
                  <a:cubicBezTo>
                    <a:pt x="7984" y="83"/>
                    <a:pt x="6551" y="0"/>
                    <a:pt x="51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1" name="Google Shape;18311;p79"/>
            <p:cNvSpPr/>
            <p:nvPr/>
          </p:nvSpPr>
          <p:spPr>
            <a:xfrm>
              <a:off x="5696567" y="3944343"/>
              <a:ext cx="98411" cy="102527"/>
            </a:xfrm>
            <a:custGeom>
              <a:avLst/>
              <a:gdLst/>
              <a:ahLst/>
              <a:cxnLst/>
              <a:rect l="l" t="t" r="r" b="b"/>
              <a:pathLst>
                <a:path w="3754" h="3911" extrusionOk="0">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12" name="Google Shape;18312;p79"/>
          <p:cNvGrpSpPr/>
          <p:nvPr/>
        </p:nvGrpSpPr>
        <p:grpSpPr>
          <a:xfrm>
            <a:off x="7488021" y="3362475"/>
            <a:ext cx="372017" cy="365621"/>
            <a:chOff x="7488021" y="3362475"/>
            <a:chExt cx="372017" cy="365621"/>
          </a:xfrm>
        </p:grpSpPr>
        <p:sp>
          <p:nvSpPr>
            <p:cNvPr id="18313" name="Google Shape;18313;p79"/>
            <p:cNvSpPr/>
            <p:nvPr/>
          </p:nvSpPr>
          <p:spPr>
            <a:xfrm>
              <a:off x="7488021" y="3362475"/>
              <a:ext cx="365201" cy="365594"/>
            </a:xfrm>
            <a:custGeom>
              <a:avLst/>
              <a:gdLst/>
              <a:ahLst/>
              <a:cxnLst/>
              <a:rect l="l" t="t" r="r" b="b"/>
              <a:pathLst>
                <a:path w="13931" h="13946" extrusionOk="0">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4" name="Google Shape;18314;p79"/>
            <p:cNvSpPr/>
            <p:nvPr/>
          </p:nvSpPr>
          <p:spPr>
            <a:xfrm>
              <a:off x="7646963" y="3362475"/>
              <a:ext cx="213076" cy="365621"/>
            </a:xfrm>
            <a:custGeom>
              <a:avLst/>
              <a:gdLst/>
              <a:ahLst/>
              <a:cxnLst/>
              <a:rect l="l" t="t" r="r" b="b"/>
              <a:pathLst>
                <a:path w="8128" h="13947" extrusionOk="0">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5" name="Google Shape;18315;p79"/>
            <p:cNvSpPr/>
            <p:nvPr/>
          </p:nvSpPr>
          <p:spPr>
            <a:xfrm>
              <a:off x="7685944" y="3401928"/>
              <a:ext cx="56415" cy="48367"/>
            </a:xfrm>
            <a:custGeom>
              <a:avLst/>
              <a:gdLst/>
              <a:ahLst/>
              <a:cxnLst/>
              <a:rect l="l" t="t" r="r" b="b"/>
              <a:pathLst>
                <a:path w="2152" h="1845" extrusionOk="0">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6" name="Google Shape;18316;p79"/>
            <p:cNvSpPr/>
            <p:nvPr/>
          </p:nvSpPr>
          <p:spPr>
            <a:xfrm>
              <a:off x="7546297" y="3481307"/>
              <a:ext cx="248282" cy="207413"/>
            </a:xfrm>
            <a:custGeom>
              <a:avLst/>
              <a:gdLst/>
              <a:ahLst/>
              <a:cxnLst/>
              <a:rect l="l" t="t" r="r" b="b"/>
              <a:pathLst>
                <a:path w="9471" h="7912" extrusionOk="0">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7" name="Google Shape;18317;p79"/>
            <p:cNvSpPr/>
            <p:nvPr/>
          </p:nvSpPr>
          <p:spPr>
            <a:xfrm>
              <a:off x="7748755" y="3489041"/>
              <a:ext cx="73061" cy="79327"/>
            </a:xfrm>
            <a:custGeom>
              <a:avLst/>
              <a:gdLst/>
              <a:ahLst/>
              <a:cxnLst/>
              <a:rect l="l" t="t" r="r" b="b"/>
              <a:pathLst>
                <a:path w="2787" h="3026" extrusionOk="0">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8" name="Google Shape;18318;p79"/>
            <p:cNvSpPr/>
            <p:nvPr/>
          </p:nvSpPr>
          <p:spPr>
            <a:xfrm>
              <a:off x="7503540" y="3489250"/>
              <a:ext cx="88947" cy="79510"/>
            </a:xfrm>
            <a:custGeom>
              <a:avLst/>
              <a:gdLst/>
              <a:ahLst/>
              <a:cxnLst/>
              <a:rect l="l" t="t" r="r" b="b"/>
              <a:pathLst>
                <a:path w="3393" h="3033" extrusionOk="0">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9" name="Google Shape;18319;p79"/>
            <p:cNvSpPr/>
            <p:nvPr/>
          </p:nvSpPr>
          <p:spPr>
            <a:xfrm>
              <a:off x="7582631" y="3536857"/>
              <a:ext cx="56782" cy="48550"/>
            </a:xfrm>
            <a:custGeom>
              <a:avLst/>
              <a:gdLst/>
              <a:ahLst/>
              <a:cxnLst/>
              <a:rect l="l" t="t" r="r" b="b"/>
              <a:pathLst>
                <a:path w="2166" h="1852" extrusionOk="0">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0" name="Google Shape;18320;p79"/>
            <p:cNvSpPr/>
            <p:nvPr/>
          </p:nvSpPr>
          <p:spPr>
            <a:xfrm>
              <a:off x="7693887" y="3536857"/>
              <a:ext cx="56415" cy="48550"/>
            </a:xfrm>
            <a:custGeom>
              <a:avLst/>
              <a:gdLst/>
              <a:ahLst/>
              <a:cxnLst/>
              <a:rect l="l" t="t" r="r" b="b"/>
              <a:pathLst>
                <a:path w="2152" h="1852" extrusionOk="0">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1" name="Google Shape;18321;p79"/>
            <p:cNvSpPr/>
            <p:nvPr/>
          </p:nvSpPr>
          <p:spPr>
            <a:xfrm>
              <a:off x="7596866" y="3625883"/>
              <a:ext cx="147512" cy="34079"/>
            </a:xfrm>
            <a:custGeom>
              <a:avLst/>
              <a:gdLst/>
              <a:ahLst/>
              <a:cxnLst/>
              <a:rect l="l" t="t" r="r" b="b"/>
              <a:pathLst>
                <a:path w="5627" h="1300" extrusionOk="0">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2" name="Google Shape;18322;p79"/>
            <p:cNvSpPr/>
            <p:nvPr/>
          </p:nvSpPr>
          <p:spPr>
            <a:xfrm>
              <a:off x="7664736" y="3396318"/>
              <a:ext cx="84360" cy="93352"/>
            </a:xfrm>
            <a:custGeom>
              <a:avLst/>
              <a:gdLst/>
              <a:ahLst/>
              <a:cxnLst/>
              <a:rect l="l" t="t" r="r" b="b"/>
              <a:pathLst>
                <a:path w="3218" h="3561" extrusionOk="0">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23" name="Google Shape;18323;p79"/>
          <p:cNvGrpSpPr/>
          <p:nvPr/>
        </p:nvGrpSpPr>
        <p:grpSpPr>
          <a:xfrm>
            <a:off x="5113781" y="3367036"/>
            <a:ext cx="362553" cy="356498"/>
            <a:chOff x="5113781" y="3367036"/>
            <a:chExt cx="362553" cy="356498"/>
          </a:xfrm>
        </p:grpSpPr>
        <p:sp>
          <p:nvSpPr>
            <p:cNvPr id="18324" name="Google Shape;18324;p79"/>
            <p:cNvSpPr/>
            <p:nvPr/>
          </p:nvSpPr>
          <p:spPr>
            <a:xfrm>
              <a:off x="5113781" y="3367036"/>
              <a:ext cx="356131" cy="356498"/>
            </a:xfrm>
            <a:custGeom>
              <a:avLst/>
              <a:gdLst/>
              <a:ahLst/>
              <a:cxnLst/>
              <a:rect l="l" t="t" r="r" b="b"/>
              <a:pathLst>
                <a:path w="13585" h="13599" extrusionOk="0">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5" name="Google Shape;18325;p79"/>
            <p:cNvSpPr/>
            <p:nvPr/>
          </p:nvSpPr>
          <p:spPr>
            <a:xfrm>
              <a:off x="5268554"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26" name="Google Shape;18326;p79"/>
          <p:cNvSpPr/>
          <p:nvPr/>
        </p:nvSpPr>
        <p:spPr>
          <a:xfrm>
            <a:off x="5172817" y="3421144"/>
            <a:ext cx="238058" cy="229355"/>
          </a:xfrm>
          <a:custGeom>
            <a:avLst/>
            <a:gdLst/>
            <a:ahLst/>
            <a:cxnLst/>
            <a:rect l="l" t="t" r="r" b="b"/>
            <a:pathLst>
              <a:path w="9081" h="8749" extrusionOk="0">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327" name="Google Shape;18327;p79"/>
          <p:cNvGrpSpPr/>
          <p:nvPr/>
        </p:nvGrpSpPr>
        <p:grpSpPr>
          <a:xfrm>
            <a:off x="7968621" y="3365489"/>
            <a:ext cx="375818" cy="357651"/>
            <a:chOff x="7968621" y="3365489"/>
            <a:chExt cx="375818" cy="357651"/>
          </a:xfrm>
        </p:grpSpPr>
        <p:sp>
          <p:nvSpPr>
            <p:cNvPr id="18328" name="Google Shape;18328;p79"/>
            <p:cNvSpPr/>
            <p:nvPr/>
          </p:nvSpPr>
          <p:spPr>
            <a:xfrm>
              <a:off x="7968621" y="3367403"/>
              <a:ext cx="355371" cy="355738"/>
            </a:xfrm>
            <a:custGeom>
              <a:avLst/>
              <a:gdLst/>
              <a:ahLst/>
              <a:cxnLst/>
              <a:rect l="l" t="t" r="r" b="b"/>
              <a:pathLst>
                <a:path w="13556" h="13570" extrusionOk="0">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9" name="Google Shape;18329;p79"/>
            <p:cNvSpPr/>
            <p:nvPr/>
          </p:nvSpPr>
          <p:spPr>
            <a:xfrm>
              <a:off x="8123027" y="3365489"/>
              <a:ext cx="203979" cy="355423"/>
            </a:xfrm>
            <a:custGeom>
              <a:avLst/>
              <a:gdLst/>
              <a:ahLst/>
              <a:cxnLst/>
              <a:rect l="l" t="t" r="r" b="b"/>
              <a:pathLst>
                <a:path w="7781" h="13558" extrusionOk="0">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0" name="Google Shape;18330;p79"/>
            <p:cNvSpPr/>
            <p:nvPr/>
          </p:nvSpPr>
          <p:spPr>
            <a:xfrm>
              <a:off x="8123027" y="3459365"/>
              <a:ext cx="221412" cy="236538"/>
            </a:xfrm>
            <a:custGeom>
              <a:avLst/>
              <a:gdLst/>
              <a:ahLst/>
              <a:cxnLst/>
              <a:rect l="l" t="t" r="r" b="b"/>
              <a:pathLst>
                <a:path w="8446" h="9023" extrusionOk="0">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1" name="Google Shape;18331;p79"/>
            <p:cNvSpPr/>
            <p:nvPr/>
          </p:nvSpPr>
          <p:spPr>
            <a:xfrm>
              <a:off x="8224820" y="3460493"/>
              <a:ext cx="99171" cy="235778"/>
            </a:xfrm>
            <a:custGeom>
              <a:avLst/>
              <a:gdLst/>
              <a:ahLst/>
              <a:cxnLst/>
              <a:rect l="l" t="t" r="r" b="b"/>
              <a:pathLst>
                <a:path w="3783" h="8994" extrusionOk="0">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2" name="Google Shape;18332;p79"/>
            <p:cNvSpPr/>
            <p:nvPr/>
          </p:nvSpPr>
          <p:spPr>
            <a:xfrm>
              <a:off x="7993210" y="3552822"/>
              <a:ext cx="213102" cy="170319"/>
            </a:xfrm>
            <a:custGeom>
              <a:avLst/>
              <a:gdLst/>
              <a:ahLst/>
              <a:cxnLst/>
              <a:rect l="l" t="t" r="r" b="b"/>
              <a:pathLst>
                <a:path w="8129" h="6497" extrusionOk="0">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3" name="Google Shape;18333;p79"/>
            <p:cNvSpPr/>
            <p:nvPr/>
          </p:nvSpPr>
          <p:spPr>
            <a:xfrm>
              <a:off x="8123027" y="3695484"/>
              <a:ext cx="83652" cy="27657"/>
            </a:xfrm>
            <a:custGeom>
              <a:avLst/>
              <a:gdLst/>
              <a:ahLst/>
              <a:cxnLst/>
              <a:rect l="l" t="t" r="r" b="b"/>
              <a:pathLst>
                <a:path w="3191" h="1055" extrusionOk="0">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4" name="Google Shape;18334;p79"/>
            <p:cNvSpPr/>
            <p:nvPr/>
          </p:nvSpPr>
          <p:spPr>
            <a:xfrm>
              <a:off x="8091988" y="3529753"/>
              <a:ext cx="149871" cy="183190"/>
            </a:xfrm>
            <a:custGeom>
              <a:avLst/>
              <a:gdLst/>
              <a:ahLst/>
              <a:cxnLst/>
              <a:rect l="l" t="t" r="r" b="b"/>
              <a:pathLst>
                <a:path w="5717" h="6988" extrusionOk="0">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5" name="Google Shape;18335;p79"/>
            <p:cNvSpPr/>
            <p:nvPr/>
          </p:nvSpPr>
          <p:spPr>
            <a:xfrm>
              <a:off x="8193781" y="3671654"/>
              <a:ext cx="48078" cy="41656"/>
            </a:xfrm>
            <a:custGeom>
              <a:avLst/>
              <a:gdLst/>
              <a:ahLst/>
              <a:cxnLst/>
              <a:rect l="l" t="t" r="r" b="b"/>
              <a:pathLst>
                <a:path w="1834" h="1589" extrusionOk="0">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6" name="Google Shape;18336;p79"/>
            <p:cNvSpPr/>
            <p:nvPr/>
          </p:nvSpPr>
          <p:spPr>
            <a:xfrm>
              <a:off x="7976197" y="3452549"/>
              <a:ext cx="239553" cy="183951"/>
            </a:xfrm>
            <a:custGeom>
              <a:avLst/>
              <a:gdLst/>
              <a:ahLst/>
              <a:cxnLst/>
              <a:rect l="l" t="t" r="r" b="b"/>
              <a:pathLst>
                <a:path w="9138" h="7017" extrusionOk="0">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7" name="Google Shape;18337;p79"/>
            <p:cNvSpPr/>
            <p:nvPr/>
          </p:nvSpPr>
          <p:spPr>
            <a:xfrm>
              <a:off x="8168064" y="3365516"/>
              <a:ext cx="141928" cy="177607"/>
            </a:xfrm>
            <a:custGeom>
              <a:avLst/>
              <a:gdLst/>
              <a:ahLst/>
              <a:cxnLst/>
              <a:rect l="l" t="t" r="r" b="b"/>
              <a:pathLst>
                <a:path w="5414" h="6775" extrusionOk="0">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8" name="Google Shape;18338;p79"/>
            <p:cNvSpPr/>
            <p:nvPr/>
          </p:nvSpPr>
          <p:spPr>
            <a:xfrm>
              <a:off x="8197189" y="3397944"/>
              <a:ext cx="73061" cy="62575"/>
            </a:xfrm>
            <a:custGeom>
              <a:avLst/>
              <a:gdLst/>
              <a:ahLst/>
              <a:cxnLst/>
              <a:rect l="l" t="t" r="r" b="b"/>
              <a:pathLst>
                <a:path w="2787" h="2387" extrusionOk="0">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9" name="Google Shape;18339;p79"/>
            <p:cNvSpPr/>
            <p:nvPr/>
          </p:nvSpPr>
          <p:spPr>
            <a:xfrm>
              <a:off x="8025376" y="3423451"/>
              <a:ext cx="80270" cy="73402"/>
            </a:xfrm>
            <a:custGeom>
              <a:avLst/>
              <a:gdLst/>
              <a:ahLst/>
              <a:cxnLst/>
              <a:rect l="l" t="t" r="r" b="b"/>
              <a:pathLst>
                <a:path w="3062" h="2800" extrusionOk="0">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8343"/>
        <p:cNvGrpSpPr/>
        <p:nvPr/>
      </p:nvGrpSpPr>
      <p:grpSpPr>
        <a:xfrm>
          <a:off x="0" y="0"/>
          <a:ext cx="0" cy="0"/>
          <a:chOff x="0" y="0"/>
          <a:chExt cx="0" cy="0"/>
        </a:xfrm>
      </p:grpSpPr>
      <p:pic>
        <p:nvPicPr>
          <p:cNvPr id="18344" name="Google Shape;18344;p80">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The Myth of Bigfoot Sasquatch by Slidesgo">
  <a:themeElements>
    <a:clrScheme name="Simple Light">
      <a:dk1>
        <a:srgbClr val="093156"/>
      </a:dk1>
      <a:lt1>
        <a:srgbClr val="FFFFFF"/>
      </a:lt1>
      <a:dk2>
        <a:srgbClr val="683735"/>
      </a:dk2>
      <a:lt2>
        <a:srgbClr val="77413E"/>
      </a:lt2>
      <a:accent1>
        <a:srgbClr val="2A5677"/>
      </a:accent1>
      <a:accent2>
        <a:srgbClr val="A2B9B6"/>
      </a:accent2>
      <a:accent3>
        <a:srgbClr val="536A67"/>
      </a:accent3>
      <a:accent4>
        <a:srgbClr val="FFAC00"/>
      </a:accent4>
      <a:accent5>
        <a:srgbClr val="FFCC71"/>
      </a:accent5>
      <a:accent6>
        <a:srgbClr val="9A80C1"/>
      </a:accent6>
      <a:hlink>
        <a:srgbClr val="09315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81</TotalTime>
  <Words>1796</Words>
  <Application>Microsoft Office PowerPoint</Application>
  <PresentationFormat>Pokaz na ekranie (16:9)</PresentationFormat>
  <Paragraphs>346</Paragraphs>
  <Slides>60</Slides>
  <Notes>60</Notes>
  <HiddenSlides>0</HiddenSlides>
  <MMClips>0</MMClips>
  <ScaleCrop>false</ScaleCrop>
  <HeadingPairs>
    <vt:vector size="6" baseType="variant">
      <vt:variant>
        <vt:lpstr>Używane czcionki</vt:lpstr>
      </vt:variant>
      <vt:variant>
        <vt:i4>10</vt:i4>
      </vt:variant>
      <vt:variant>
        <vt:lpstr>Motyw</vt:lpstr>
      </vt:variant>
      <vt:variant>
        <vt:i4>2</vt:i4>
      </vt:variant>
      <vt:variant>
        <vt:lpstr>Tytuły slajdów</vt:lpstr>
      </vt:variant>
      <vt:variant>
        <vt:i4>60</vt:i4>
      </vt:variant>
    </vt:vector>
  </HeadingPairs>
  <TitlesOfParts>
    <vt:vector size="72" baseType="lpstr">
      <vt:lpstr>Arial</vt:lpstr>
      <vt:lpstr>Freckle Face</vt:lpstr>
      <vt:lpstr>Roboto Condensed Light</vt:lpstr>
      <vt:lpstr>Roboto Medium</vt:lpstr>
      <vt:lpstr>Coda</vt:lpstr>
      <vt:lpstr>Calibri</vt:lpstr>
      <vt:lpstr>Proxima Nova</vt:lpstr>
      <vt:lpstr>Proxima Nova Semibold</vt:lpstr>
      <vt:lpstr>Amatic SC</vt:lpstr>
      <vt:lpstr>Red Hat Text</vt:lpstr>
      <vt:lpstr>The Myth of Bigfoot Sasquatch by Slidesgo</vt:lpstr>
      <vt:lpstr>Slidesgo Final Pages</vt:lpstr>
      <vt:lpstr>Topic Modelling Bigfoot Sightings Project </vt:lpstr>
      <vt:lpstr>Table of Contents</vt:lpstr>
      <vt:lpstr>Introduction</vt:lpstr>
      <vt:lpstr>Introduction</vt:lpstr>
      <vt:lpstr>5,000</vt:lpstr>
      <vt:lpstr>Technicals</vt:lpstr>
      <vt:lpstr>Technical Pipeline</vt:lpstr>
      <vt:lpstr>Challenges</vt:lpstr>
      <vt:lpstr>Results</vt:lpstr>
      <vt:lpstr>Conclusions</vt:lpstr>
      <vt:lpstr>Thanks!</vt:lpstr>
      <vt:lpstr>Contents of this template</vt:lpstr>
      <vt:lpstr>Table of Contents</vt:lpstr>
      <vt:lpstr>Whoa!</vt:lpstr>
      <vt:lpstr>Prezentacja programu PowerPoint</vt:lpstr>
      <vt:lpstr>Section A</vt:lpstr>
      <vt:lpstr>This is the slide title</vt:lpstr>
      <vt:lpstr>These are two columns</vt:lpstr>
      <vt:lpstr>These are three columns</vt:lpstr>
      <vt:lpstr>Pictures are helpful</vt:lpstr>
      <vt:lpstr>Prezentacja programu PowerPoint</vt:lpstr>
      <vt:lpstr>Awesome Words</vt:lpstr>
      <vt:lpstr>Section B</vt:lpstr>
      <vt:lpstr>These are four columns</vt:lpstr>
      <vt:lpstr>This is a graph</vt:lpstr>
      <vt:lpstr>These are six columns</vt:lpstr>
      <vt:lpstr>This is an infographic</vt:lpstr>
      <vt:lpstr>This is a table</vt:lpstr>
      <vt:lpstr>This is a map</vt:lpstr>
      <vt:lpstr>This is a timeline</vt:lpstr>
      <vt:lpstr>Big numbers may be useful</vt:lpstr>
      <vt:lpstr>This is another graph</vt:lpstr>
      <vt:lpstr>This is another table</vt:lpstr>
      <vt:lpstr>Percentages may be useful</vt:lpstr>
      <vt:lpstr>This is another infographic</vt:lpstr>
      <vt:lpstr>This is another timeline</vt:lpstr>
      <vt:lpstr>Our Team</vt:lpstr>
      <vt:lpstr>Desktop Web</vt:lpstr>
      <vt:lpstr>Tablet App</vt:lpstr>
      <vt:lpstr>Mobile App</vt:lpstr>
      <vt:lpstr>Thanks!</vt:lpstr>
      <vt:lpstr>Alternative Resources</vt:lpstr>
      <vt:lpstr>Nature Icon Pack</vt:lpstr>
      <vt:lpstr>Resources</vt:lpstr>
      <vt:lpstr>Fonts &amp; colors used</vt:lpstr>
      <vt:lpstr>Storyset</vt:lpstr>
      <vt:lpstr>Use our editable graphic resources... </vt:lpstr>
      <vt:lpstr>Prezentacja programu PowerPoint</vt:lpstr>
      <vt:lpstr>Prezentacja programu PowerPoint</vt:lpstr>
      <vt:lpstr>Prezentacja programu PowerPoint</vt:lpstr>
      <vt:lpstr>Prezentacja programu PowerPoint</vt:lpstr>
      <vt:lpstr>Prezentacja programu PowerPoint</vt:lpstr>
      <vt:lpstr>...and our sets of editable icons</vt:lpstr>
      <vt:lpstr>Educational Icons</vt:lpstr>
      <vt:lpstr>Business Icons</vt:lpstr>
      <vt:lpstr>Help &amp; Support Icons</vt:lpstr>
      <vt:lpstr>Creative Process Icons</vt:lpstr>
      <vt:lpstr>Nature Icons</vt:lpstr>
      <vt:lpstr>SEO &amp; Marketing Icons</vt:lpstr>
      <vt:lpstr>Prezentacja programu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Wojciech Hrycenko</cp:lastModifiedBy>
  <cp:revision>3</cp:revision>
  <dcterms:modified xsi:type="dcterms:W3CDTF">2025-11-21T01:38:58Z</dcterms:modified>
</cp:coreProperties>
</file>